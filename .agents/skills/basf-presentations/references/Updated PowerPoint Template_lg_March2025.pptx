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webp" ContentType="image/webp"/>
  <Default Extension="xlsb" ContentType="application/vnd.ms-excel.sheet.binary.macroEnabled.12"/>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theme/theme4.xml" ContentType="application/vnd.openxmlformats-officedocument.theme+xml"/>
  <Override PartName="/ppt/tags/tag2.xml" ContentType="application/vnd.openxmlformats-officedocument.presentationml.tags+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3.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notesSlides/notesSlide23.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notesSlides/notesSlide24.xml" ContentType="application/vnd.openxmlformats-officedocument.presentationml.notesSlide+xml"/>
  <Override PartName="/ppt/charts/chart8.xml" ContentType="application/vnd.openxmlformats-officedocument.drawingml.chart+xml"/>
  <Override PartName="/ppt/charts/style2.xml" ContentType="application/vnd.ms-office.chartstyle+xml"/>
  <Override PartName="/ppt/charts/colors2.xml" ContentType="application/vnd.ms-office.chartcolorstyle+xml"/>
  <Override PartName="/ppt/charts/chart9.xml" ContentType="application/vnd.openxmlformats-officedocument.drawingml.chart+xml"/>
  <Override PartName="/ppt/charts/style3.xml" ContentType="application/vnd.ms-office.chartstyle+xml"/>
  <Override PartName="/ppt/charts/colors3.xml" ContentType="application/vnd.ms-office.chartcolorstyle+xml"/>
  <Override PartName="/ppt/charts/chart10.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25.xml" ContentType="application/vnd.openxmlformats-officedocument.presentationml.notesSlide+xml"/>
  <Override PartName="/ppt/charts/chart11.xml" ContentType="application/vnd.openxmlformats-officedocument.drawingml.chart+xml"/>
  <Override PartName="/ppt/theme/themeOverride7.xml" ContentType="application/vnd.openxmlformats-officedocument.themeOverride+xml"/>
  <Override PartName="/ppt/charts/chart12.xml" ContentType="application/vnd.openxmlformats-officedocument.drawingml.chart+xml"/>
  <Override PartName="/ppt/theme/themeOverride8.xml" ContentType="application/vnd.openxmlformats-officedocument.themeOverride+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charts/chart13.xml" ContentType="application/vnd.openxmlformats-officedocument.drawingml.chart+xml"/>
  <Override PartName="/ppt/charts/chart14.xml" ContentType="application/vnd.openxmlformats-officedocument.drawingml.chart+xml"/>
  <Override PartName="/ppt/charts/chart15.xml" ContentType="application/vnd.openxmlformats-officedocument.drawingml.chart+xml"/>
  <Override PartName="/ppt/tags/tag41.xml" ContentType="application/vnd.openxmlformats-officedocument.presentationml.tags+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tags/tag42.xml" ContentType="application/vnd.openxmlformats-officedocument.presentationml.tags+xml"/>
  <Override PartName="/ppt/charts/chart16.xml" ContentType="application/vnd.openxmlformats-officedocument.drawingml.chart+xml"/>
  <Override PartName="/ppt/charts/style5.xml" ContentType="application/vnd.ms-office.chartstyle+xml"/>
  <Override PartName="/ppt/charts/colors5.xml" ContentType="application/vnd.ms-office.chartcolorstyle+xml"/>
  <Override PartName="/ppt/charts/chart17.xml" ContentType="application/vnd.openxmlformats-officedocument.drawingml.chart+xml"/>
  <Override PartName="/ppt/charts/style6.xml" ContentType="application/vnd.ms-office.chartstyle+xml"/>
  <Override PartName="/ppt/charts/colors6.xml" ContentType="application/vnd.ms-office.chartcolorstyl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4" r:id="rId4"/>
    <p:sldMasterId id="2147483720" r:id="rId5"/>
    <p:sldMasterId id="2147483761" r:id="rId6"/>
    <p:sldMasterId id="2147483729" r:id="rId7"/>
  </p:sldMasterIdLst>
  <p:notesMasterIdLst>
    <p:notesMasterId r:id="rId77"/>
  </p:notesMasterIdLst>
  <p:handoutMasterIdLst>
    <p:handoutMasterId r:id="rId78"/>
  </p:handoutMasterIdLst>
  <p:sldIdLst>
    <p:sldId id="2147482833" r:id="rId8"/>
    <p:sldId id="2147482850" r:id="rId9"/>
    <p:sldId id="2147482847" r:id="rId10"/>
    <p:sldId id="2147482848" r:id="rId11"/>
    <p:sldId id="2147482830" r:id="rId12"/>
    <p:sldId id="2147482834" r:id="rId13"/>
    <p:sldId id="2147482835" r:id="rId14"/>
    <p:sldId id="2147482836" r:id="rId15"/>
    <p:sldId id="2147482843" r:id="rId16"/>
    <p:sldId id="2147482837" r:id="rId17"/>
    <p:sldId id="2147482845" r:id="rId18"/>
    <p:sldId id="2147482838" r:id="rId19"/>
    <p:sldId id="2147482839" r:id="rId20"/>
    <p:sldId id="2147482841" r:id="rId21"/>
    <p:sldId id="2147482844" r:id="rId22"/>
    <p:sldId id="2147482851" r:id="rId23"/>
    <p:sldId id="2147482856" r:id="rId24"/>
    <p:sldId id="2147482846" r:id="rId25"/>
    <p:sldId id="415" r:id="rId26"/>
    <p:sldId id="373" r:id="rId27"/>
    <p:sldId id="383" r:id="rId28"/>
    <p:sldId id="302" r:id="rId29"/>
    <p:sldId id="375" r:id="rId30"/>
    <p:sldId id="384" r:id="rId31"/>
    <p:sldId id="377" r:id="rId32"/>
    <p:sldId id="378" r:id="rId33"/>
    <p:sldId id="407" r:id="rId34"/>
    <p:sldId id="367" r:id="rId35"/>
    <p:sldId id="448" r:id="rId36"/>
    <p:sldId id="369" r:id="rId37"/>
    <p:sldId id="370" r:id="rId38"/>
    <p:sldId id="371" r:id="rId39"/>
    <p:sldId id="372" r:id="rId40"/>
    <p:sldId id="391" r:id="rId41"/>
    <p:sldId id="392" r:id="rId42"/>
    <p:sldId id="450" r:id="rId43"/>
    <p:sldId id="436" r:id="rId44"/>
    <p:sldId id="385" r:id="rId45"/>
    <p:sldId id="458" r:id="rId46"/>
    <p:sldId id="2147482853" r:id="rId47"/>
    <p:sldId id="2147482878" r:id="rId48"/>
    <p:sldId id="459" r:id="rId49"/>
    <p:sldId id="449" r:id="rId50"/>
    <p:sldId id="394" r:id="rId51"/>
    <p:sldId id="461" r:id="rId52"/>
    <p:sldId id="451" r:id="rId53"/>
    <p:sldId id="460" r:id="rId54"/>
    <p:sldId id="441" r:id="rId55"/>
    <p:sldId id="420" r:id="rId56"/>
    <p:sldId id="348" r:id="rId57"/>
    <p:sldId id="380" r:id="rId58"/>
    <p:sldId id="381" r:id="rId59"/>
    <p:sldId id="382" r:id="rId60"/>
    <p:sldId id="408" r:id="rId61"/>
    <p:sldId id="2147482862" r:id="rId62"/>
    <p:sldId id="390" r:id="rId63"/>
    <p:sldId id="431" r:id="rId64"/>
    <p:sldId id="411" r:id="rId65"/>
    <p:sldId id="438" r:id="rId66"/>
    <p:sldId id="413" r:id="rId67"/>
    <p:sldId id="333" r:id="rId68"/>
    <p:sldId id="404" r:id="rId69"/>
    <p:sldId id="338" r:id="rId70"/>
    <p:sldId id="401" r:id="rId71"/>
    <p:sldId id="331" r:id="rId72"/>
    <p:sldId id="402" r:id="rId73"/>
    <p:sldId id="339" r:id="rId74"/>
    <p:sldId id="403" r:id="rId75"/>
    <p:sldId id="2147482879" r:id="rId76"/>
  </p:sldIdLst>
  <p:sldSz cx="12190413" cy="6858000"/>
  <p:notesSz cx="6794500" cy="9906000"/>
  <p:custDataLst>
    <p:tags r:id="rId79"/>
  </p:custDataLst>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Guide Slides" id="{35E7AA33-2724-41CD-8639-5ADA0E4E8652}">
          <p14:sldIdLst>
            <p14:sldId id="2147482833"/>
            <p14:sldId id="2147482850"/>
            <p14:sldId id="2147482847"/>
            <p14:sldId id="2147482848"/>
            <p14:sldId id="2147482830"/>
            <p14:sldId id="2147482834"/>
            <p14:sldId id="2147482835"/>
            <p14:sldId id="2147482836"/>
            <p14:sldId id="2147482843"/>
            <p14:sldId id="2147482837"/>
            <p14:sldId id="2147482845"/>
            <p14:sldId id="2147482838"/>
            <p14:sldId id="2147482839"/>
            <p14:sldId id="2147482841"/>
            <p14:sldId id="2147482844"/>
            <p14:sldId id="2147482851"/>
          </p14:sldIdLst>
        </p14:section>
        <p14:section name="Title Slides" id="{E734B987-2D59-48FD-BB47-21AF81AB2D6D}">
          <p14:sldIdLst>
            <p14:sldId id="2147482856"/>
            <p14:sldId id="2147482846"/>
          </p14:sldIdLst>
        </p14:section>
        <p14:section name="Divider Slides" id="{93FF0BB3-EE01-4C95-97B1-9DD2CBC529E7}">
          <p14:sldIdLst>
            <p14:sldId id="415"/>
            <p14:sldId id="373"/>
            <p14:sldId id="383"/>
            <p14:sldId id="302"/>
            <p14:sldId id="375"/>
            <p14:sldId id="384"/>
            <p14:sldId id="377"/>
            <p14:sldId id="378"/>
            <p14:sldId id="407"/>
          </p14:sldIdLst>
        </p14:section>
        <p14:section name="Impact Slides (only key messages or key words to be displayed)" id="{990C26FB-D521-47EB-848A-737A747ACAE9}">
          <p14:sldIdLst>
            <p14:sldId id="367"/>
            <p14:sldId id="448"/>
            <p14:sldId id="369"/>
            <p14:sldId id="370"/>
            <p14:sldId id="371"/>
            <p14:sldId id="372"/>
          </p14:sldIdLst>
        </p14:section>
        <p14:section name="Content Slides" id="{CCF4DA45-BFF0-4FBC-908E-0AB0B2BFDCF8}">
          <p14:sldIdLst>
            <p14:sldId id="391"/>
            <p14:sldId id="392"/>
            <p14:sldId id="450"/>
            <p14:sldId id="436"/>
            <p14:sldId id="385"/>
            <p14:sldId id="458"/>
            <p14:sldId id="2147482853"/>
            <p14:sldId id="2147482878"/>
            <p14:sldId id="459"/>
            <p14:sldId id="449"/>
            <p14:sldId id="394"/>
            <p14:sldId id="461"/>
            <p14:sldId id="451"/>
            <p14:sldId id="460"/>
            <p14:sldId id="441"/>
            <p14:sldId id="420"/>
            <p14:sldId id="348"/>
            <p14:sldId id="380"/>
            <p14:sldId id="381"/>
            <p14:sldId id="382"/>
            <p14:sldId id="408"/>
            <p14:sldId id="2147482862"/>
            <p14:sldId id="390"/>
            <p14:sldId id="431"/>
            <p14:sldId id="411"/>
            <p14:sldId id="438"/>
            <p14:sldId id="413"/>
            <p14:sldId id="333"/>
            <p14:sldId id="404"/>
            <p14:sldId id="338"/>
            <p14:sldId id="401"/>
            <p14:sldId id="331"/>
            <p14:sldId id="402"/>
            <p14:sldId id="339"/>
            <p14:sldId id="403"/>
            <p14:sldId id="2147482879"/>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3120" userDrawn="1">
          <p15:clr>
            <a:srgbClr val="A4A3A4"/>
          </p15:clr>
        </p15:guide>
        <p15:guide id="2" pos="214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BC63930-9C74-D4A2-34BA-A6FF2B0DDD98}" name="Matthew Evans" initials="ME" userId="S::mevans@thechase.co.uk::2f081251-8544-40a6-9c85-7fd1b029454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0022"/>
    <a:srgbClr val="F39500"/>
    <a:srgbClr val="004A96"/>
    <a:srgbClr val="21A0D2"/>
    <a:srgbClr val="00793A"/>
    <a:srgbClr val="65AC1E"/>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AC82F9F-E5E7-4857-882A-91017771C1C8}" v="7" dt="2025-02-26T06:41:04.21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2479" autoAdjust="0"/>
    <p:restoredTop sz="93333" autoAdjust="0"/>
  </p:normalViewPr>
  <p:slideViewPr>
    <p:cSldViewPr snapToGrid="0" showGuides="1">
      <p:cViewPr varScale="1">
        <p:scale>
          <a:sx n="105" d="100"/>
          <a:sy n="105" d="100"/>
        </p:scale>
        <p:origin x="552" y="312"/>
      </p:cViewPr>
      <p:guideLst/>
    </p:cSldViewPr>
  </p:slideViewPr>
  <p:outlineViewPr>
    <p:cViewPr>
      <p:scale>
        <a:sx n="33" d="100"/>
        <a:sy n="33" d="100"/>
      </p:scale>
      <p:origin x="0" y="0"/>
    </p:cViewPr>
  </p:outlineViewPr>
  <p:notesTextViewPr>
    <p:cViewPr>
      <p:scale>
        <a:sx n="1" d="1"/>
        <a:sy n="1" d="1"/>
      </p:scale>
      <p:origin x="0" y="0"/>
    </p:cViewPr>
  </p:notesTextViewPr>
  <p:sorterViewPr>
    <p:cViewPr varScale="1">
      <p:scale>
        <a:sx n="1" d="1"/>
        <a:sy n="1" d="1"/>
      </p:scale>
      <p:origin x="0" y="-21108"/>
    </p:cViewPr>
  </p:sorterViewPr>
  <p:notesViewPr>
    <p:cSldViewPr snapToGrid="0" showGuides="1">
      <p:cViewPr>
        <p:scale>
          <a:sx n="100" d="100"/>
          <a:sy n="100" d="100"/>
        </p:scale>
        <p:origin x="1758" y="-1644"/>
      </p:cViewPr>
      <p:guideLst>
        <p:guide orient="horz" pos="3120"/>
        <p:guide pos="2140"/>
      </p:guideLst>
    </p:cSldViewPr>
  </p:notesViewPr>
  <p:gridSpacing cx="36004" cy="36004"/>
</p:viewPr>
</file>

<file path=ppt/_rels/presentation.xml.rels><?xml version="1.0" encoding="UTF-8" standalone="yes"?>
<Relationships xmlns="http://schemas.openxmlformats.org/package/2006/relationships"><Relationship Id="rId26" Type="http://schemas.openxmlformats.org/officeDocument/2006/relationships/slide" Target="slides/slide19.xml"/><Relationship Id="rId21" Type="http://schemas.openxmlformats.org/officeDocument/2006/relationships/slide" Target="slides/slide14.xml"/><Relationship Id="rId42" Type="http://schemas.openxmlformats.org/officeDocument/2006/relationships/slide" Target="slides/slide35.xml"/><Relationship Id="rId47" Type="http://schemas.openxmlformats.org/officeDocument/2006/relationships/slide" Target="slides/slide40.xml"/><Relationship Id="rId63" Type="http://schemas.openxmlformats.org/officeDocument/2006/relationships/slide" Target="slides/slide56.xml"/><Relationship Id="rId68" Type="http://schemas.openxmlformats.org/officeDocument/2006/relationships/slide" Target="slides/slide61.xml"/><Relationship Id="rId84" Type="http://schemas.microsoft.com/office/2015/10/relationships/revisionInfo" Target="revisionInfo.xml"/><Relationship Id="rId16" Type="http://schemas.openxmlformats.org/officeDocument/2006/relationships/slide" Target="slides/slide9.xml"/><Relationship Id="rId11" Type="http://schemas.openxmlformats.org/officeDocument/2006/relationships/slide" Target="slides/slide4.xml"/><Relationship Id="rId32" Type="http://schemas.openxmlformats.org/officeDocument/2006/relationships/slide" Target="slides/slide25.xml"/><Relationship Id="rId37" Type="http://schemas.openxmlformats.org/officeDocument/2006/relationships/slide" Target="slides/slide30.xml"/><Relationship Id="rId53" Type="http://schemas.openxmlformats.org/officeDocument/2006/relationships/slide" Target="slides/slide46.xml"/><Relationship Id="rId58" Type="http://schemas.openxmlformats.org/officeDocument/2006/relationships/slide" Target="slides/slide51.xml"/><Relationship Id="rId74" Type="http://schemas.openxmlformats.org/officeDocument/2006/relationships/slide" Target="slides/slide67.xml"/><Relationship Id="rId79" Type="http://schemas.openxmlformats.org/officeDocument/2006/relationships/tags" Target="tags/tag1.xml"/><Relationship Id="rId5" Type="http://schemas.openxmlformats.org/officeDocument/2006/relationships/slideMaster" Target="slideMasters/slideMaster2.xml"/><Relationship Id="rId19" Type="http://schemas.openxmlformats.org/officeDocument/2006/relationships/slide" Target="slides/slide1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slide" Target="slides/slide36.xml"/><Relationship Id="rId48" Type="http://schemas.openxmlformats.org/officeDocument/2006/relationships/slide" Target="slides/slide41.xml"/><Relationship Id="rId56" Type="http://schemas.openxmlformats.org/officeDocument/2006/relationships/slide" Target="slides/slide49.xml"/><Relationship Id="rId64" Type="http://schemas.openxmlformats.org/officeDocument/2006/relationships/slide" Target="slides/slide57.xml"/><Relationship Id="rId69" Type="http://schemas.openxmlformats.org/officeDocument/2006/relationships/slide" Target="slides/slide62.xml"/><Relationship Id="rId77" Type="http://schemas.openxmlformats.org/officeDocument/2006/relationships/notesMaster" Target="notesMasters/notesMaster1.xml"/><Relationship Id="rId8" Type="http://schemas.openxmlformats.org/officeDocument/2006/relationships/slide" Target="slides/slide1.xml"/><Relationship Id="rId51" Type="http://schemas.openxmlformats.org/officeDocument/2006/relationships/slide" Target="slides/slide44.xml"/><Relationship Id="rId72" Type="http://schemas.openxmlformats.org/officeDocument/2006/relationships/slide" Target="slides/slide65.xml"/><Relationship Id="rId80" Type="http://schemas.openxmlformats.org/officeDocument/2006/relationships/presProps" Target="presProps.xml"/><Relationship Id="rId85" Type="http://schemas.microsoft.com/office/2018/10/relationships/authors" Target="authors.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slide" Target="slides/slide39.xml"/><Relationship Id="rId59" Type="http://schemas.openxmlformats.org/officeDocument/2006/relationships/slide" Target="slides/slide52.xml"/><Relationship Id="rId67" Type="http://schemas.openxmlformats.org/officeDocument/2006/relationships/slide" Target="slides/slide60.xml"/><Relationship Id="rId20" Type="http://schemas.openxmlformats.org/officeDocument/2006/relationships/slide" Target="slides/slide13.xml"/><Relationship Id="rId41" Type="http://schemas.openxmlformats.org/officeDocument/2006/relationships/slide" Target="slides/slide34.xml"/><Relationship Id="rId54" Type="http://schemas.openxmlformats.org/officeDocument/2006/relationships/slide" Target="slides/slide47.xml"/><Relationship Id="rId62" Type="http://schemas.openxmlformats.org/officeDocument/2006/relationships/slide" Target="slides/slide55.xml"/><Relationship Id="rId70" Type="http://schemas.openxmlformats.org/officeDocument/2006/relationships/slide" Target="slides/slide63.xml"/><Relationship Id="rId75" Type="http://schemas.openxmlformats.org/officeDocument/2006/relationships/slide" Target="slides/slide68.xml"/><Relationship Id="rId83"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slide" Target="slides/slide42.xml"/><Relationship Id="rId57" Type="http://schemas.openxmlformats.org/officeDocument/2006/relationships/slide" Target="slides/slide50.xml"/><Relationship Id="rId10" Type="http://schemas.openxmlformats.org/officeDocument/2006/relationships/slide" Target="slides/slide3.xml"/><Relationship Id="rId31" Type="http://schemas.openxmlformats.org/officeDocument/2006/relationships/slide" Target="slides/slide24.xml"/><Relationship Id="rId44" Type="http://schemas.openxmlformats.org/officeDocument/2006/relationships/slide" Target="slides/slide37.xml"/><Relationship Id="rId52" Type="http://schemas.openxmlformats.org/officeDocument/2006/relationships/slide" Target="slides/slide45.xml"/><Relationship Id="rId60" Type="http://schemas.openxmlformats.org/officeDocument/2006/relationships/slide" Target="slides/slide53.xml"/><Relationship Id="rId65" Type="http://schemas.openxmlformats.org/officeDocument/2006/relationships/slide" Target="slides/slide58.xml"/><Relationship Id="rId73" Type="http://schemas.openxmlformats.org/officeDocument/2006/relationships/slide" Target="slides/slide66.xml"/><Relationship Id="rId78" Type="http://schemas.openxmlformats.org/officeDocument/2006/relationships/handoutMaster" Target="handoutMasters/handoutMaster1.xml"/><Relationship Id="rId8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2.xml"/><Relationship Id="rId13" Type="http://schemas.openxmlformats.org/officeDocument/2006/relationships/slide" Target="slides/slide6.xml"/><Relationship Id="rId18" Type="http://schemas.openxmlformats.org/officeDocument/2006/relationships/slide" Target="slides/slide11.xml"/><Relationship Id="rId39" Type="http://schemas.openxmlformats.org/officeDocument/2006/relationships/slide" Target="slides/slide32.xml"/><Relationship Id="rId34" Type="http://schemas.openxmlformats.org/officeDocument/2006/relationships/slide" Target="slides/slide27.xml"/><Relationship Id="rId50" Type="http://schemas.openxmlformats.org/officeDocument/2006/relationships/slide" Target="slides/slide43.xml"/><Relationship Id="rId55" Type="http://schemas.openxmlformats.org/officeDocument/2006/relationships/slide" Target="slides/slide48.xml"/><Relationship Id="rId76" Type="http://schemas.openxmlformats.org/officeDocument/2006/relationships/slide" Target="slides/slide69.xml"/><Relationship Id="rId7" Type="http://schemas.openxmlformats.org/officeDocument/2006/relationships/slideMaster" Target="slideMasters/slideMaster4.xml"/><Relationship Id="rId71" Type="http://schemas.openxmlformats.org/officeDocument/2006/relationships/slide" Target="slides/slide64.xml"/><Relationship Id="rId2" Type="http://schemas.openxmlformats.org/officeDocument/2006/relationships/customXml" Target="../customXml/item2.xml"/><Relationship Id="rId29" Type="http://schemas.openxmlformats.org/officeDocument/2006/relationships/slide" Target="slides/slide22.xml"/><Relationship Id="rId24" Type="http://schemas.openxmlformats.org/officeDocument/2006/relationships/slide" Target="slides/slide17.xml"/><Relationship Id="rId40" Type="http://schemas.openxmlformats.org/officeDocument/2006/relationships/slide" Target="slides/slide33.xml"/><Relationship Id="rId45" Type="http://schemas.openxmlformats.org/officeDocument/2006/relationships/slide" Target="slides/slide38.xml"/><Relationship Id="rId66" Type="http://schemas.openxmlformats.org/officeDocument/2006/relationships/slide" Target="slides/slide59.xml"/><Relationship Id="rId61" Type="http://schemas.openxmlformats.org/officeDocument/2006/relationships/slide" Target="slides/slide54.xml"/><Relationship Id="rId82"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2.xml"/><Relationship Id="rId1" Type="http://schemas.microsoft.com/office/2011/relationships/chartStyle" Target="style2.xml"/></Relationships>
</file>

<file path=ppt/charts/_rels/chart9.xml.rels><?xml version="1.0" encoding="UTF-8" standalone="yes"?>
<Relationships xmlns="http://schemas.openxmlformats.org/package/2006/relationships"><Relationship Id="rId3" Type="http://schemas.openxmlformats.org/officeDocument/2006/relationships/package" Target="../embeddings/Microsoft_Excel_Worksheet8.xlsx"/><Relationship Id="rId2" Type="http://schemas.microsoft.com/office/2011/relationships/chartColorStyle" Target="colors3.xml"/><Relationship Id="rId1" Type="http://schemas.microsoft.com/office/2011/relationships/chartStyle" Target="style3.xml"/></Relationships>
</file>

<file path=ppt/charts/_rels/chart10.xml.rels><?xml version="1.0" encoding="UTF-8" standalone="yes"?>
<Relationships xmlns="http://schemas.openxmlformats.org/package/2006/relationships"><Relationship Id="rId3" Type="http://schemas.openxmlformats.org/officeDocument/2006/relationships/package" Target="../embeddings/Microsoft_Excel_Worksheet9.xlsx"/><Relationship Id="rId2" Type="http://schemas.microsoft.com/office/2011/relationships/chartColorStyle" Target="colors4.xml"/><Relationship Id="rId1" Type="http://schemas.microsoft.com/office/2011/relationships/chartStyle" Target="style4.xml"/></Relationships>
</file>

<file path=ppt/charts/_rels/chart11.xml.rels><?xml version="1.0" encoding="UTF-8" standalone="yes"?>
<Relationships xmlns="http://schemas.openxmlformats.org/package/2006/relationships"><Relationship Id="rId2" Type="http://schemas.openxmlformats.org/officeDocument/2006/relationships/package" Target="../embeddings/Microsoft_Excel_Worksheet10.xlsx"/><Relationship Id="rId1" Type="http://schemas.openxmlformats.org/officeDocument/2006/relationships/themeOverride" Target="../theme/themeOverride7.xml"/></Relationships>
</file>

<file path=ppt/charts/_rels/chart12.xml.rels><?xml version="1.0" encoding="UTF-8" standalone="yes"?>
<Relationships xmlns="http://schemas.openxmlformats.org/package/2006/relationships"><Relationship Id="rId2" Type="http://schemas.openxmlformats.org/officeDocument/2006/relationships/package" Target="../embeddings/Microsoft_Excel_Worksheet11.xlsx"/><Relationship Id="rId1" Type="http://schemas.openxmlformats.org/officeDocument/2006/relationships/themeOverride" Target="../theme/themeOverride8.xml"/></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Binary_Worksheet12.xlsb"/></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Binary_Worksheet13.xlsb"/></Relationships>
</file>

<file path=ppt/charts/_rels/chart16.xml.rels><?xml version="1.0" encoding="UTF-8" standalone="yes"?>
<Relationships xmlns="http://schemas.openxmlformats.org/package/2006/relationships"><Relationship Id="rId3" Type="http://schemas.openxmlformats.org/officeDocument/2006/relationships/package" Target="../embeddings/Microsoft_Excel_Worksheet14.xlsx"/><Relationship Id="rId2" Type="http://schemas.microsoft.com/office/2011/relationships/chartColorStyle" Target="colors5.xml"/><Relationship Id="rId1" Type="http://schemas.microsoft.com/office/2011/relationships/chartStyle" Target="style5.xml"/></Relationships>
</file>

<file path=ppt/charts/_rels/chart17.xml.rels><?xml version="1.0" encoding="UTF-8" standalone="yes"?>
<Relationships xmlns="http://schemas.openxmlformats.org/package/2006/relationships"><Relationship Id="rId3" Type="http://schemas.openxmlformats.org/officeDocument/2006/relationships/package" Target="../embeddings/Microsoft_Excel_Worksheet15.xlsx"/><Relationship Id="rId2" Type="http://schemas.microsoft.com/office/2011/relationships/chartColorStyle" Target="colors6.xml"/><Relationship Id="rId1" Type="http://schemas.microsoft.com/office/2011/relationships/chartStyle" Target="style6.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6.5247365220200221E-2"/>
          <c:w val="0.99979609495624855"/>
          <c:h val="0.56784855895429931"/>
        </c:manualLayout>
      </c:layout>
      <c:barChart>
        <c:barDir val="col"/>
        <c:grouping val="clustered"/>
        <c:varyColors val="0"/>
        <c:ser>
          <c:idx val="0"/>
          <c:order val="0"/>
          <c:tx>
            <c:strRef>
              <c:f>Tabelle1!$B$1</c:f>
              <c:strCache>
                <c:ptCount val="1"/>
                <c:pt idx="0">
                  <c:v>Datenreihe 1</c:v>
                </c:pt>
              </c:strCache>
            </c:strRef>
          </c:tx>
          <c:spPr>
            <a:solidFill>
              <a:schemeClr val="accent5"/>
            </a:solidFill>
            <a:ln>
              <a:noFill/>
            </a:ln>
            <a:effectLst/>
          </c:spPr>
          <c:invertIfNegative val="0"/>
          <c:dPt>
            <c:idx val="4"/>
            <c:invertIfNegative val="0"/>
            <c:bubble3D val="0"/>
            <c:spPr>
              <a:solidFill>
                <a:schemeClr val="accent1"/>
              </a:solidFill>
              <a:ln>
                <a:noFill/>
              </a:ln>
              <a:effectLst/>
            </c:spPr>
            <c:extLst>
              <c:ext xmlns:c16="http://schemas.microsoft.com/office/drawing/2014/chart" uri="{C3380CC4-5D6E-409C-BE32-E72D297353CC}">
                <c16:uniqueId val="{00000001-5C51-44F8-962D-372FDF501BD9}"/>
              </c:ext>
            </c:extLst>
          </c:dPt>
          <c:dLbls>
            <c:dLbl>
              <c:idx val="0"/>
              <c:tx>
                <c:rich>
                  <a:bodyPr/>
                  <a:lstStyle/>
                  <a:p>
                    <a:r>
                      <a:rPr lang="en-US" dirty="0"/>
                      <a:t>1.545</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5C51-44F8-962D-372FDF501BD9}"/>
                </c:ext>
              </c:extLst>
            </c:dLbl>
            <c:dLbl>
              <c:idx val="1"/>
              <c:tx>
                <c:rich>
                  <a:bodyPr/>
                  <a:lstStyle/>
                  <a:p>
                    <a:r>
                      <a:rPr lang="en-US"/>
                      <a:t>1.317</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5C51-44F8-962D-372FDF501BD9}"/>
                </c:ext>
              </c:extLst>
            </c:dLbl>
            <c:dLbl>
              <c:idx val="2"/>
              <c:tx>
                <c:rich>
                  <a:bodyPr/>
                  <a:lstStyle/>
                  <a:p>
                    <a:r>
                      <a:rPr lang="en-US"/>
                      <a:t>2.712</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5C51-44F8-962D-372FDF501BD9}"/>
                </c:ext>
              </c:extLst>
            </c:dLbl>
            <c:dLbl>
              <c:idx val="3"/>
              <c:tx>
                <c:rich>
                  <a:bodyPr/>
                  <a:lstStyle/>
                  <a:p>
                    <a:r>
                      <a:rPr lang="en-US"/>
                      <a:t>1.957</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5C51-44F8-962D-372FDF501BD9}"/>
                </c:ext>
              </c:extLst>
            </c:dLbl>
            <c:dLbl>
              <c:idx val="4"/>
              <c:tx>
                <c:rich>
                  <a:bodyPr/>
                  <a:lstStyle/>
                  <a:p>
                    <a:r>
                      <a:rPr lang="en-US"/>
                      <a:t>1.622</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5C51-44F8-962D-372FDF501BD9}"/>
                </c:ext>
              </c:extLst>
            </c:dLbl>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Tabelle1!$A$2:$A$6</c:f>
              <c:strCache>
                <c:ptCount val="5"/>
                <c:pt idx="0">
                  <c:v>Q3 2023</c:v>
                </c:pt>
                <c:pt idx="1">
                  <c:v>Q4 2023</c:v>
                </c:pt>
                <c:pt idx="2">
                  <c:v>Q1 2024</c:v>
                </c:pt>
                <c:pt idx="3">
                  <c:v>Q2 2024</c:v>
                </c:pt>
                <c:pt idx="4">
                  <c:v>Q3 2024</c:v>
                </c:pt>
              </c:strCache>
            </c:strRef>
          </c:cat>
          <c:val>
            <c:numRef>
              <c:f>Tabelle1!$B$2:$B$6</c:f>
              <c:numCache>
                <c:formatCode>General</c:formatCode>
                <c:ptCount val="5"/>
                <c:pt idx="0">
                  <c:v>1.5449999999999999</c:v>
                </c:pt>
                <c:pt idx="1">
                  <c:v>1.3169999999999999</c:v>
                </c:pt>
                <c:pt idx="2">
                  <c:v>2.7120000000000002</c:v>
                </c:pt>
                <c:pt idx="3">
                  <c:v>1.9570000000000001</c:v>
                </c:pt>
                <c:pt idx="4">
                  <c:v>1.6220000000000001</c:v>
                </c:pt>
              </c:numCache>
            </c:numRef>
          </c:val>
          <c:extLst>
            <c:ext xmlns:c16="http://schemas.microsoft.com/office/drawing/2014/chart" uri="{C3380CC4-5D6E-409C-BE32-E72D297353CC}">
              <c16:uniqueId val="{00000006-5C51-44F8-962D-372FDF501BD9}"/>
            </c:ext>
          </c:extLst>
        </c:ser>
        <c:dLbls>
          <c:showLegendKey val="0"/>
          <c:showVal val="0"/>
          <c:showCatName val="0"/>
          <c:showSerName val="0"/>
          <c:showPercent val="0"/>
          <c:showBubbleSize val="0"/>
        </c:dLbls>
        <c:gapWidth val="200"/>
        <c:overlap val="-40"/>
        <c:axId val="1968516192"/>
        <c:axId val="1968520032"/>
      </c:barChart>
      <c:catAx>
        <c:axId val="1968516192"/>
        <c:scaling>
          <c:orientation val="minMax"/>
        </c:scaling>
        <c:delete val="0"/>
        <c:axPos val="b"/>
        <c:numFmt formatCode="General" sourceLinked="1"/>
        <c:majorTickMark val="none"/>
        <c:minorTickMark val="none"/>
        <c:tickLblPos val="nextTo"/>
        <c:spPr>
          <a:noFill/>
          <a:ln w="12700" cap="flat" cmpd="sng" algn="ctr">
            <a:solidFill>
              <a:schemeClr val="tx1"/>
            </a:solidFill>
            <a:round/>
          </a:ln>
          <a:effectLst/>
        </c:spPr>
        <c:txPr>
          <a:bodyPr rot="-6000000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de-DE"/>
          </a:p>
        </c:txPr>
        <c:crossAx val="1968520032"/>
        <c:crosses val="autoZero"/>
        <c:auto val="1"/>
        <c:lblAlgn val="ctr"/>
        <c:lblOffset val="100"/>
        <c:noMultiLvlLbl val="0"/>
      </c:catAx>
      <c:valAx>
        <c:axId val="1968520032"/>
        <c:scaling>
          <c:orientation val="minMax"/>
        </c:scaling>
        <c:delete val="1"/>
        <c:axPos val="l"/>
        <c:majorGridlines>
          <c:spPr>
            <a:ln w="9525" cap="flat" cmpd="sng" algn="ctr">
              <a:noFill/>
              <a:round/>
            </a:ln>
            <a:effectLst/>
          </c:spPr>
        </c:majorGridlines>
        <c:numFmt formatCode="General" sourceLinked="1"/>
        <c:majorTickMark val="none"/>
        <c:minorTickMark val="none"/>
        <c:tickLblPos val="nextTo"/>
        <c:crossAx val="196851619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812148481439821"/>
          <c:y val="0.10784212637757307"/>
          <c:w val="0.82310139803953075"/>
          <c:h val="0.77668131283505171"/>
        </c:manualLayout>
      </c:layout>
      <c:doughnutChart>
        <c:varyColors val="1"/>
        <c:ser>
          <c:idx val="0"/>
          <c:order val="0"/>
          <c:tx>
            <c:strRef>
              <c:f>Sheet1!$A$2</c:f>
              <c:strCache>
                <c:ptCount val="1"/>
              </c:strCache>
            </c:strRef>
          </c:tx>
          <c:spPr>
            <a:solidFill>
              <a:schemeClr val="accent1"/>
            </a:solidFill>
            <a:ln w="21308">
              <a:noFill/>
            </a:ln>
          </c:spPr>
          <c:dPt>
            <c:idx val="0"/>
            <c:bubble3D val="0"/>
            <c:spPr>
              <a:solidFill>
                <a:schemeClr val="bg1">
                  <a:lumMod val="65000"/>
                </a:schemeClr>
              </a:solidFill>
              <a:ln w="19050">
                <a:solidFill>
                  <a:schemeClr val="bg1"/>
                </a:solidFill>
                <a:prstDash val="solid"/>
              </a:ln>
            </c:spPr>
            <c:extLst>
              <c:ext xmlns:c16="http://schemas.microsoft.com/office/drawing/2014/chart" uri="{C3380CC4-5D6E-409C-BE32-E72D297353CC}">
                <c16:uniqueId val="{00000001-93E2-4926-B94E-654B2F76DB88}"/>
              </c:ext>
            </c:extLst>
          </c:dPt>
          <c:dPt>
            <c:idx val="1"/>
            <c:bubble3D val="0"/>
            <c:spPr>
              <a:solidFill>
                <a:schemeClr val="accent1"/>
              </a:solidFill>
              <a:ln w="19050">
                <a:solidFill>
                  <a:schemeClr val="bg1"/>
                </a:solidFill>
                <a:prstDash val="solid"/>
              </a:ln>
            </c:spPr>
            <c:extLst>
              <c:ext xmlns:c16="http://schemas.microsoft.com/office/drawing/2014/chart" uri="{C3380CC4-5D6E-409C-BE32-E72D297353CC}">
                <c16:uniqueId val="{00000003-93E2-4926-B94E-654B2F76DB88}"/>
              </c:ext>
            </c:extLst>
          </c:dPt>
          <c:cat>
            <c:numRef>
              <c:f>Sheet1!$B$1:$C$1</c:f>
              <c:numCache>
                <c:formatCode>General</c:formatCode>
                <c:ptCount val="2"/>
              </c:numCache>
            </c:numRef>
          </c:cat>
          <c:val>
            <c:numRef>
              <c:f>Sheet1!$B$2:$C$2</c:f>
              <c:numCache>
                <c:formatCode>General</c:formatCode>
                <c:ptCount val="2"/>
                <c:pt idx="0">
                  <c:v>80</c:v>
                </c:pt>
                <c:pt idx="1">
                  <c:v>20</c:v>
                </c:pt>
              </c:numCache>
            </c:numRef>
          </c:val>
          <c:extLst>
            <c:ext xmlns:c16="http://schemas.microsoft.com/office/drawing/2014/chart" uri="{C3380CC4-5D6E-409C-BE32-E72D297353CC}">
              <c16:uniqueId val="{00000004-93E2-4926-B94E-654B2F76DB88}"/>
            </c:ext>
          </c:extLst>
        </c:ser>
        <c:dLbls>
          <c:showLegendKey val="0"/>
          <c:showVal val="0"/>
          <c:showCatName val="0"/>
          <c:showSerName val="0"/>
          <c:showPercent val="0"/>
          <c:showBubbleSize val="0"/>
          <c:showLeaderLines val="1"/>
        </c:dLbls>
        <c:firstSliceAng val="0"/>
        <c:holeSize val="76"/>
      </c:doughnutChart>
      <c:spPr>
        <a:noFill/>
        <a:ln w="21308">
          <a:noFill/>
        </a:ln>
      </c:spPr>
    </c:plotArea>
    <c:plotVisOnly val="1"/>
    <c:dispBlanksAs val="zero"/>
    <c:showDLblsOverMax val="0"/>
  </c:chart>
  <c:spPr>
    <a:noFill/>
    <a:ln>
      <a:noFill/>
    </a:ln>
  </c:spPr>
  <c:txPr>
    <a:bodyPr/>
    <a:lstStyle/>
    <a:p>
      <a:pPr>
        <a:defRPr sz="1510" b="0" i="0" u="none" strike="noStrike" baseline="0">
          <a:solidFill>
            <a:schemeClr val="tx1"/>
          </a:solidFill>
          <a:latin typeface="Arial"/>
          <a:ea typeface="Arial"/>
          <a:cs typeface="Arial"/>
        </a:defRPr>
      </a:pPr>
      <a:endParaRPr lang="de-DE"/>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812148481439821"/>
          <c:y val="0.10784212637757307"/>
          <c:w val="0.82310139803953075"/>
          <c:h val="0.77668131283505171"/>
        </c:manualLayout>
      </c:layout>
      <c:doughnutChart>
        <c:varyColors val="1"/>
        <c:ser>
          <c:idx val="0"/>
          <c:order val="0"/>
          <c:tx>
            <c:strRef>
              <c:f>Sheet1!$A$2</c:f>
              <c:strCache>
                <c:ptCount val="1"/>
              </c:strCache>
            </c:strRef>
          </c:tx>
          <c:spPr>
            <a:solidFill>
              <a:schemeClr val="accent1"/>
            </a:solidFill>
            <a:ln w="21308">
              <a:noFill/>
            </a:ln>
          </c:spPr>
          <c:dPt>
            <c:idx val="0"/>
            <c:bubble3D val="0"/>
            <c:spPr>
              <a:solidFill>
                <a:schemeClr val="bg1">
                  <a:lumMod val="65000"/>
                </a:schemeClr>
              </a:solidFill>
              <a:ln w="19050">
                <a:solidFill>
                  <a:schemeClr val="bg1"/>
                </a:solidFill>
                <a:prstDash val="solid"/>
              </a:ln>
            </c:spPr>
            <c:extLst>
              <c:ext xmlns:c16="http://schemas.microsoft.com/office/drawing/2014/chart" uri="{C3380CC4-5D6E-409C-BE32-E72D297353CC}">
                <c16:uniqueId val="{00000001-288D-47C5-9B49-1960A140CDA7}"/>
              </c:ext>
            </c:extLst>
          </c:dPt>
          <c:dPt>
            <c:idx val="1"/>
            <c:bubble3D val="0"/>
            <c:spPr>
              <a:solidFill>
                <a:schemeClr val="accent1"/>
              </a:solidFill>
              <a:ln w="19050">
                <a:solidFill>
                  <a:schemeClr val="bg1"/>
                </a:solidFill>
                <a:prstDash val="solid"/>
              </a:ln>
            </c:spPr>
            <c:extLst>
              <c:ext xmlns:c16="http://schemas.microsoft.com/office/drawing/2014/chart" uri="{C3380CC4-5D6E-409C-BE32-E72D297353CC}">
                <c16:uniqueId val="{00000003-288D-47C5-9B49-1960A140CDA7}"/>
              </c:ext>
            </c:extLst>
          </c:dPt>
          <c:cat>
            <c:numRef>
              <c:f>Sheet1!$B$1:$C$1</c:f>
              <c:numCache>
                <c:formatCode>General</c:formatCode>
                <c:ptCount val="2"/>
              </c:numCache>
            </c:numRef>
          </c:cat>
          <c:val>
            <c:numRef>
              <c:f>Sheet1!$B$2:$C$2</c:f>
              <c:numCache>
                <c:formatCode>General</c:formatCode>
                <c:ptCount val="2"/>
                <c:pt idx="0">
                  <c:v>43</c:v>
                </c:pt>
                <c:pt idx="1">
                  <c:v>57</c:v>
                </c:pt>
              </c:numCache>
            </c:numRef>
          </c:val>
          <c:extLst>
            <c:ext xmlns:c16="http://schemas.microsoft.com/office/drawing/2014/chart" uri="{C3380CC4-5D6E-409C-BE32-E72D297353CC}">
              <c16:uniqueId val="{00000004-288D-47C5-9B49-1960A140CDA7}"/>
            </c:ext>
          </c:extLst>
        </c:ser>
        <c:dLbls>
          <c:showLegendKey val="0"/>
          <c:showVal val="0"/>
          <c:showCatName val="0"/>
          <c:showSerName val="0"/>
          <c:showPercent val="0"/>
          <c:showBubbleSize val="0"/>
          <c:showLeaderLines val="1"/>
        </c:dLbls>
        <c:firstSliceAng val="0"/>
        <c:holeSize val="76"/>
      </c:doughnutChart>
      <c:spPr>
        <a:noFill/>
        <a:ln w="21308">
          <a:noFill/>
        </a:ln>
      </c:spPr>
    </c:plotArea>
    <c:plotVisOnly val="1"/>
    <c:dispBlanksAs val="zero"/>
    <c:showDLblsOverMax val="0"/>
  </c:chart>
  <c:spPr>
    <a:noFill/>
    <a:ln>
      <a:noFill/>
    </a:ln>
  </c:spPr>
  <c:txPr>
    <a:bodyPr/>
    <a:lstStyle/>
    <a:p>
      <a:pPr>
        <a:defRPr sz="1510" b="0" i="0" u="none" strike="noStrike" baseline="0">
          <a:solidFill>
            <a:schemeClr val="tx1"/>
          </a:solidFill>
          <a:latin typeface="Arial"/>
          <a:ea typeface="Arial"/>
          <a:cs typeface="Arial"/>
        </a:defRPr>
      </a:pPr>
      <a:endParaRPr lang="de-DE"/>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812148481439821"/>
          <c:y val="0.10784212637757307"/>
          <c:w val="0.82310139803953075"/>
          <c:h val="0.77668131283505171"/>
        </c:manualLayout>
      </c:layout>
      <c:doughnutChart>
        <c:varyColors val="1"/>
        <c:ser>
          <c:idx val="0"/>
          <c:order val="0"/>
          <c:tx>
            <c:strRef>
              <c:f>Sheet1!$A$2</c:f>
              <c:strCache>
                <c:ptCount val="1"/>
              </c:strCache>
            </c:strRef>
          </c:tx>
          <c:spPr>
            <a:solidFill>
              <a:schemeClr val="accent1"/>
            </a:solidFill>
            <a:ln w="21308">
              <a:noFill/>
            </a:ln>
          </c:spPr>
          <c:dPt>
            <c:idx val="0"/>
            <c:bubble3D val="0"/>
            <c:spPr>
              <a:solidFill>
                <a:schemeClr val="bg1">
                  <a:lumMod val="65000"/>
                </a:schemeClr>
              </a:solidFill>
              <a:ln w="19050">
                <a:solidFill>
                  <a:schemeClr val="bg1"/>
                </a:solidFill>
                <a:prstDash val="solid"/>
              </a:ln>
            </c:spPr>
            <c:extLst>
              <c:ext xmlns:c16="http://schemas.microsoft.com/office/drawing/2014/chart" uri="{C3380CC4-5D6E-409C-BE32-E72D297353CC}">
                <c16:uniqueId val="{00000001-329B-4A1D-8A42-245A9F5BBEC6}"/>
              </c:ext>
            </c:extLst>
          </c:dPt>
          <c:dPt>
            <c:idx val="1"/>
            <c:bubble3D val="0"/>
            <c:spPr>
              <a:solidFill>
                <a:schemeClr val="accent1"/>
              </a:solidFill>
              <a:ln w="19050">
                <a:solidFill>
                  <a:schemeClr val="bg1"/>
                </a:solidFill>
                <a:prstDash val="solid"/>
              </a:ln>
            </c:spPr>
            <c:extLst>
              <c:ext xmlns:c16="http://schemas.microsoft.com/office/drawing/2014/chart" uri="{C3380CC4-5D6E-409C-BE32-E72D297353CC}">
                <c16:uniqueId val="{00000003-329B-4A1D-8A42-245A9F5BBEC6}"/>
              </c:ext>
            </c:extLst>
          </c:dPt>
          <c:cat>
            <c:numRef>
              <c:f>Sheet1!$B$1:$C$1</c:f>
              <c:numCache>
                <c:formatCode>General</c:formatCode>
                <c:ptCount val="2"/>
              </c:numCache>
            </c:numRef>
          </c:cat>
          <c:val>
            <c:numRef>
              <c:f>Sheet1!$B$2:$C$2</c:f>
              <c:numCache>
                <c:formatCode>General</c:formatCode>
                <c:ptCount val="2"/>
                <c:pt idx="0">
                  <c:v>75</c:v>
                </c:pt>
                <c:pt idx="1">
                  <c:v>25</c:v>
                </c:pt>
              </c:numCache>
            </c:numRef>
          </c:val>
          <c:extLst>
            <c:ext xmlns:c16="http://schemas.microsoft.com/office/drawing/2014/chart" uri="{C3380CC4-5D6E-409C-BE32-E72D297353CC}">
              <c16:uniqueId val="{00000004-329B-4A1D-8A42-245A9F5BBEC6}"/>
            </c:ext>
          </c:extLst>
        </c:ser>
        <c:dLbls>
          <c:showLegendKey val="0"/>
          <c:showVal val="0"/>
          <c:showCatName val="0"/>
          <c:showSerName val="0"/>
          <c:showPercent val="0"/>
          <c:showBubbleSize val="0"/>
          <c:showLeaderLines val="1"/>
        </c:dLbls>
        <c:firstSliceAng val="0"/>
        <c:holeSize val="76"/>
      </c:doughnutChart>
      <c:spPr>
        <a:noFill/>
        <a:ln w="21308">
          <a:noFill/>
        </a:ln>
      </c:spPr>
    </c:plotArea>
    <c:plotVisOnly val="1"/>
    <c:dispBlanksAs val="zero"/>
    <c:showDLblsOverMax val="0"/>
  </c:chart>
  <c:spPr>
    <a:noFill/>
    <a:ln>
      <a:noFill/>
    </a:ln>
  </c:spPr>
  <c:txPr>
    <a:bodyPr/>
    <a:lstStyle/>
    <a:p>
      <a:pPr>
        <a:defRPr sz="1510" b="0" i="0" u="none" strike="noStrike" baseline="0">
          <a:solidFill>
            <a:schemeClr val="tx1"/>
          </a:solidFill>
          <a:latin typeface="Arial"/>
          <a:ea typeface="Arial"/>
          <a:cs typeface="Arial"/>
        </a:defRPr>
      </a:pPr>
      <a:endParaRPr lang="de-DE"/>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812148481439821"/>
          <c:y val="0.10784212637757307"/>
          <c:w val="0.82310139803953075"/>
          <c:h val="0.77668131283505171"/>
        </c:manualLayout>
      </c:layout>
      <c:doughnutChart>
        <c:varyColors val="1"/>
        <c:ser>
          <c:idx val="0"/>
          <c:order val="0"/>
          <c:tx>
            <c:strRef>
              <c:f>Sheet1!$A$2</c:f>
              <c:strCache>
                <c:ptCount val="1"/>
              </c:strCache>
            </c:strRef>
          </c:tx>
          <c:spPr>
            <a:solidFill>
              <a:schemeClr val="accent1"/>
            </a:solidFill>
            <a:ln w="21308">
              <a:noFill/>
            </a:ln>
          </c:spPr>
          <c:dPt>
            <c:idx val="0"/>
            <c:bubble3D val="0"/>
            <c:spPr>
              <a:solidFill>
                <a:schemeClr val="bg1">
                  <a:lumMod val="65000"/>
                </a:schemeClr>
              </a:solidFill>
              <a:ln w="19050">
                <a:solidFill>
                  <a:schemeClr val="bg1"/>
                </a:solidFill>
                <a:prstDash val="solid"/>
              </a:ln>
            </c:spPr>
            <c:extLst>
              <c:ext xmlns:c16="http://schemas.microsoft.com/office/drawing/2014/chart" uri="{C3380CC4-5D6E-409C-BE32-E72D297353CC}">
                <c16:uniqueId val="{00000001-C23B-476B-A52B-4C04746290AE}"/>
              </c:ext>
            </c:extLst>
          </c:dPt>
          <c:dPt>
            <c:idx val="1"/>
            <c:bubble3D val="0"/>
            <c:spPr>
              <a:solidFill>
                <a:schemeClr val="accent1"/>
              </a:solidFill>
              <a:ln w="19050">
                <a:solidFill>
                  <a:schemeClr val="bg1"/>
                </a:solidFill>
                <a:prstDash val="solid"/>
              </a:ln>
            </c:spPr>
            <c:extLst>
              <c:ext xmlns:c16="http://schemas.microsoft.com/office/drawing/2014/chart" uri="{C3380CC4-5D6E-409C-BE32-E72D297353CC}">
                <c16:uniqueId val="{00000003-C23B-476B-A52B-4C04746290AE}"/>
              </c:ext>
            </c:extLst>
          </c:dPt>
          <c:cat>
            <c:numRef>
              <c:f>Sheet1!$B$1:$C$1</c:f>
              <c:numCache>
                <c:formatCode>General</c:formatCode>
                <c:ptCount val="2"/>
              </c:numCache>
            </c:numRef>
          </c:cat>
          <c:val>
            <c:numRef>
              <c:f>Sheet1!$B$2:$C$2</c:f>
              <c:numCache>
                <c:formatCode>General</c:formatCode>
                <c:ptCount val="2"/>
                <c:pt idx="0">
                  <c:v>53</c:v>
                </c:pt>
                <c:pt idx="1">
                  <c:v>47</c:v>
                </c:pt>
              </c:numCache>
            </c:numRef>
          </c:val>
          <c:extLst>
            <c:ext xmlns:c16="http://schemas.microsoft.com/office/drawing/2014/chart" uri="{C3380CC4-5D6E-409C-BE32-E72D297353CC}">
              <c16:uniqueId val="{00000004-C23B-476B-A52B-4C04746290AE}"/>
            </c:ext>
          </c:extLst>
        </c:ser>
        <c:dLbls>
          <c:showLegendKey val="0"/>
          <c:showVal val="0"/>
          <c:showCatName val="0"/>
          <c:showSerName val="0"/>
          <c:showPercent val="0"/>
          <c:showBubbleSize val="0"/>
          <c:showLeaderLines val="1"/>
        </c:dLbls>
        <c:firstSliceAng val="0"/>
        <c:holeSize val="76"/>
      </c:doughnutChart>
      <c:spPr>
        <a:noFill/>
        <a:ln w="21308">
          <a:noFill/>
        </a:ln>
      </c:spPr>
    </c:plotArea>
    <c:plotVisOnly val="1"/>
    <c:dispBlanksAs val="zero"/>
    <c:showDLblsOverMax val="0"/>
  </c:chart>
  <c:spPr>
    <a:noFill/>
    <a:ln>
      <a:noFill/>
    </a:ln>
  </c:spPr>
  <c:txPr>
    <a:bodyPr/>
    <a:lstStyle/>
    <a:p>
      <a:pPr>
        <a:defRPr sz="1510" b="0" i="0" u="none" strike="noStrike" baseline="0">
          <a:solidFill>
            <a:schemeClr val="tx1"/>
          </a:solidFill>
          <a:latin typeface="Arial"/>
          <a:ea typeface="Arial"/>
          <a:cs typeface="Arial"/>
        </a:defRPr>
      </a:pPr>
      <a:endParaRPr lang="de-DE"/>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812148481439821"/>
          <c:y val="0.10784212637757307"/>
          <c:w val="0.82310139803953075"/>
          <c:h val="0.77668131283505171"/>
        </c:manualLayout>
      </c:layout>
      <c:doughnutChart>
        <c:varyColors val="1"/>
        <c:ser>
          <c:idx val="0"/>
          <c:order val="0"/>
          <c:tx>
            <c:strRef>
              <c:f>Sheet1!$A$2</c:f>
              <c:strCache>
                <c:ptCount val="1"/>
              </c:strCache>
            </c:strRef>
          </c:tx>
          <c:spPr>
            <a:solidFill>
              <a:schemeClr val="accent1"/>
            </a:solidFill>
            <a:ln w="21308">
              <a:noFill/>
            </a:ln>
          </c:spPr>
          <c:dPt>
            <c:idx val="0"/>
            <c:bubble3D val="0"/>
            <c:spPr>
              <a:solidFill>
                <a:schemeClr val="bg1">
                  <a:lumMod val="65000"/>
                </a:schemeClr>
              </a:solidFill>
              <a:ln w="19050">
                <a:solidFill>
                  <a:schemeClr val="bg1"/>
                </a:solidFill>
                <a:prstDash val="solid"/>
              </a:ln>
            </c:spPr>
            <c:extLst>
              <c:ext xmlns:c16="http://schemas.microsoft.com/office/drawing/2014/chart" uri="{C3380CC4-5D6E-409C-BE32-E72D297353CC}">
                <c16:uniqueId val="{00000001-907D-44A6-8018-36D166C1F7DE}"/>
              </c:ext>
            </c:extLst>
          </c:dPt>
          <c:dPt>
            <c:idx val="1"/>
            <c:bubble3D val="0"/>
            <c:spPr>
              <a:solidFill>
                <a:schemeClr val="accent1"/>
              </a:solidFill>
              <a:ln w="19050">
                <a:solidFill>
                  <a:schemeClr val="bg1"/>
                </a:solidFill>
                <a:prstDash val="solid"/>
              </a:ln>
            </c:spPr>
            <c:extLst>
              <c:ext xmlns:c16="http://schemas.microsoft.com/office/drawing/2014/chart" uri="{C3380CC4-5D6E-409C-BE32-E72D297353CC}">
                <c16:uniqueId val="{00000003-907D-44A6-8018-36D166C1F7DE}"/>
              </c:ext>
            </c:extLst>
          </c:dPt>
          <c:cat>
            <c:numRef>
              <c:f>Sheet1!$B$1:$C$1</c:f>
              <c:numCache>
                <c:formatCode>General</c:formatCode>
                <c:ptCount val="2"/>
              </c:numCache>
            </c:numRef>
          </c:cat>
          <c:val>
            <c:numRef>
              <c:f>Sheet1!$B$2:$C$2</c:f>
              <c:numCache>
                <c:formatCode>General</c:formatCode>
                <c:ptCount val="2"/>
                <c:pt idx="0">
                  <c:v>56</c:v>
                </c:pt>
                <c:pt idx="1">
                  <c:v>44</c:v>
                </c:pt>
              </c:numCache>
            </c:numRef>
          </c:val>
          <c:extLst>
            <c:ext xmlns:c16="http://schemas.microsoft.com/office/drawing/2014/chart" uri="{C3380CC4-5D6E-409C-BE32-E72D297353CC}">
              <c16:uniqueId val="{00000004-907D-44A6-8018-36D166C1F7DE}"/>
            </c:ext>
          </c:extLst>
        </c:ser>
        <c:dLbls>
          <c:showLegendKey val="0"/>
          <c:showVal val="0"/>
          <c:showCatName val="0"/>
          <c:showSerName val="0"/>
          <c:showPercent val="0"/>
          <c:showBubbleSize val="0"/>
          <c:showLeaderLines val="1"/>
        </c:dLbls>
        <c:firstSliceAng val="0"/>
        <c:holeSize val="76"/>
      </c:doughnutChart>
      <c:spPr>
        <a:noFill/>
        <a:ln w="21308">
          <a:noFill/>
        </a:ln>
      </c:spPr>
    </c:plotArea>
    <c:plotVisOnly val="1"/>
    <c:dispBlanksAs val="zero"/>
    <c:showDLblsOverMax val="0"/>
  </c:chart>
  <c:spPr>
    <a:noFill/>
    <a:ln>
      <a:noFill/>
    </a:ln>
  </c:spPr>
  <c:txPr>
    <a:bodyPr/>
    <a:lstStyle/>
    <a:p>
      <a:pPr>
        <a:defRPr sz="1510" b="0" i="0" u="none" strike="noStrike" baseline="0">
          <a:solidFill>
            <a:schemeClr val="tx1"/>
          </a:solidFill>
          <a:latin typeface="Arial"/>
          <a:ea typeface="Arial"/>
          <a:cs typeface="Arial"/>
        </a:defRPr>
      </a:pPr>
      <a:endParaRPr lang="de-DE"/>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812148481439821"/>
          <c:y val="0.10784212637757307"/>
          <c:w val="0.82310139803953075"/>
          <c:h val="0.77668131283505171"/>
        </c:manualLayout>
      </c:layout>
      <c:doughnutChart>
        <c:varyColors val="1"/>
        <c:ser>
          <c:idx val="0"/>
          <c:order val="0"/>
          <c:tx>
            <c:strRef>
              <c:f>Sheet1!$A$2</c:f>
              <c:strCache>
                <c:ptCount val="1"/>
              </c:strCache>
            </c:strRef>
          </c:tx>
          <c:spPr>
            <a:solidFill>
              <a:schemeClr val="accent1"/>
            </a:solidFill>
            <a:ln w="21308">
              <a:noFill/>
            </a:ln>
          </c:spPr>
          <c:dPt>
            <c:idx val="0"/>
            <c:bubble3D val="0"/>
            <c:spPr>
              <a:solidFill>
                <a:schemeClr val="bg1">
                  <a:lumMod val="65000"/>
                </a:schemeClr>
              </a:solidFill>
              <a:ln w="19050">
                <a:solidFill>
                  <a:schemeClr val="bg1"/>
                </a:solidFill>
                <a:prstDash val="solid"/>
              </a:ln>
            </c:spPr>
            <c:extLst>
              <c:ext xmlns:c16="http://schemas.microsoft.com/office/drawing/2014/chart" uri="{C3380CC4-5D6E-409C-BE32-E72D297353CC}">
                <c16:uniqueId val="{00000001-51EC-4741-AEC5-FAEE895B04C5}"/>
              </c:ext>
            </c:extLst>
          </c:dPt>
          <c:dPt>
            <c:idx val="1"/>
            <c:bubble3D val="0"/>
            <c:spPr>
              <a:solidFill>
                <a:schemeClr val="accent1"/>
              </a:solidFill>
              <a:ln w="19050">
                <a:solidFill>
                  <a:schemeClr val="bg1"/>
                </a:solidFill>
                <a:prstDash val="solid"/>
              </a:ln>
            </c:spPr>
            <c:extLst>
              <c:ext xmlns:c16="http://schemas.microsoft.com/office/drawing/2014/chart" uri="{C3380CC4-5D6E-409C-BE32-E72D297353CC}">
                <c16:uniqueId val="{00000003-51EC-4741-AEC5-FAEE895B04C5}"/>
              </c:ext>
            </c:extLst>
          </c:dPt>
          <c:cat>
            <c:numRef>
              <c:f>Sheet1!$B$1:$C$1</c:f>
              <c:numCache>
                <c:formatCode>General</c:formatCode>
                <c:ptCount val="2"/>
              </c:numCache>
            </c:numRef>
          </c:cat>
          <c:val>
            <c:numRef>
              <c:f>Sheet1!$B$2:$C$2</c:f>
              <c:numCache>
                <c:formatCode>General</c:formatCode>
                <c:ptCount val="2"/>
                <c:pt idx="0">
                  <c:v>62</c:v>
                </c:pt>
                <c:pt idx="1">
                  <c:v>38</c:v>
                </c:pt>
              </c:numCache>
            </c:numRef>
          </c:val>
          <c:extLst>
            <c:ext xmlns:c16="http://schemas.microsoft.com/office/drawing/2014/chart" uri="{C3380CC4-5D6E-409C-BE32-E72D297353CC}">
              <c16:uniqueId val="{00000004-51EC-4741-AEC5-FAEE895B04C5}"/>
            </c:ext>
          </c:extLst>
        </c:ser>
        <c:dLbls>
          <c:showLegendKey val="0"/>
          <c:showVal val="0"/>
          <c:showCatName val="0"/>
          <c:showSerName val="0"/>
          <c:showPercent val="0"/>
          <c:showBubbleSize val="0"/>
          <c:showLeaderLines val="1"/>
        </c:dLbls>
        <c:firstSliceAng val="0"/>
        <c:holeSize val="76"/>
      </c:doughnutChart>
      <c:spPr>
        <a:noFill/>
        <a:ln w="21308">
          <a:noFill/>
        </a:ln>
      </c:spPr>
    </c:plotArea>
    <c:plotVisOnly val="1"/>
    <c:dispBlanksAs val="zero"/>
    <c:showDLblsOverMax val="0"/>
  </c:chart>
  <c:spPr>
    <a:noFill/>
    <a:ln>
      <a:noFill/>
    </a:ln>
  </c:spPr>
  <c:txPr>
    <a:bodyPr/>
    <a:lstStyle/>
    <a:p>
      <a:pPr>
        <a:defRPr sz="1510" b="0" i="0" u="none" strike="noStrike" baseline="0">
          <a:solidFill>
            <a:schemeClr val="tx1"/>
          </a:solidFill>
          <a:latin typeface="Arial"/>
          <a:ea typeface="Arial"/>
          <a:cs typeface="Arial"/>
        </a:defRPr>
      </a:pPr>
      <a:endParaRPr lang="de-DE"/>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8.2188741013035707E-2"/>
          <c:w val="0.99979609495624855"/>
          <c:h val="0.66599291074727118"/>
        </c:manualLayout>
      </c:layout>
      <c:barChart>
        <c:barDir val="col"/>
        <c:grouping val="clustered"/>
        <c:varyColors val="0"/>
        <c:ser>
          <c:idx val="0"/>
          <c:order val="0"/>
          <c:tx>
            <c:strRef>
              <c:f>Tabelle1!$B$1</c:f>
              <c:strCache>
                <c:ptCount val="1"/>
                <c:pt idx="0">
                  <c:v>Datenreihe 1</c:v>
                </c:pt>
              </c:strCache>
            </c:strRef>
          </c:tx>
          <c:spPr>
            <a:solidFill>
              <a:schemeClr val="bg1"/>
            </a:solidFill>
            <a:ln>
              <a:noFill/>
            </a:ln>
            <a:effectLst/>
          </c:spPr>
          <c:invertIfNegative val="0"/>
          <c:dPt>
            <c:idx val="4"/>
            <c:invertIfNegative val="0"/>
            <c:bubble3D val="0"/>
            <c:spPr>
              <a:solidFill>
                <a:schemeClr val="accent1"/>
              </a:solidFill>
              <a:ln>
                <a:noFill/>
              </a:ln>
              <a:effectLst/>
            </c:spPr>
            <c:extLst>
              <c:ext xmlns:c16="http://schemas.microsoft.com/office/drawing/2014/chart" uri="{C3380CC4-5D6E-409C-BE32-E72D297353CC}">
                <c16:uniqueId val="{00000001-2B64-4EFD-8F2D-2E51AB5F1D71}"/>
              </c:ext>
            </c:extLst>
          </c:dPt>
          <c:dLbls>
            <c:dLbl>
              <c:idx val="0"/>
              <c:tx>
                <c:rich>
                  <a:bodyPr/>
                  <a:lstStyle/>
                  <a:p>
                    <a:r>
                      <a:rPr lang="en-US"/>
                      <a:t>1.545</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7DE9-4844-AEC2-A2E9E76B69AD}"/>
                </c:ext>
              </c:extLst>
            </c:dLbl>
            <c:dLbl>
              <c:idx val="1"/>
              <c:tx>
                <c:rich>
                  <a:bodyPr/>
                  <a:lstStyle/>
                  <a:p>
                    <a:r>
                      <a:rPr lang="en-US"/>
                      <a:t>1.317</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7DE9-4844-AEC2-A2E9E76B69AD}"/>
                </c:ext>
              </c:extLst>
            </c:dLbl>
            <c:dLbl>
              <c:idx val="2"/>
              <c:tx>
                <c:rich>
                  <a:bodyPr/>
                  <a:lstStyle/>
                  <a:p>
                    <a:r>
                      <a:rPr lang="en-US"/>
                      <a:t>2.712</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7DE9-4844-AEC2-A2E9E76B69AD}"/>
                </c:ext>
              </c:extLst>
            </c:dLbl>
            <c:dLbl>
              <c:idx val="3"/>
              <c:tx>
                <c:rich>
                  <a:bodyPr/>
                  <a:lstStyle/>
                  <a:p>
                    <a:r>
                      <a:rPr lang="en-US"/>
                      <a:t>1.957</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7DE9-4844-AEC2-A2E9E76B69AD}"/>
                </c:ext>
              </c:extLst>
            </c:dLbl>
            <c:dLbl>
              <c:idx val="4"/>
              <c:tx>
                <c:rich>
                  <a:bodyPr/>
                  <a:lstStyle/>
                  <a:p>
                    <a:r>
                      <a:rPr lang="en-US"/>
                      <a:t>1.622</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2B64-4EFD-8F2D-2E51AB5F1D71}"/>
                </c:ext>
              </c:extLst>
            </c:dLbl>
            <c:spPr>
              <a:noFill/>
              <a:ln>
                <a:noFill/>
              </a:ln>
              <a:effectLst/>
            </c:spPr>
            <c:txPr>
              <a:bodyPr rot="0" spcFirstLastPara="1" vertOverflow="ellipsis" vert="horz" wrap="square" lIns="38100" tIns="19050" rIns="38100" bIns="19050" anchor="ctr" anchorCtr="1">
                <a:spAutoFit/>
              </a:bodyPr>
              <a:lstStyle/>
              <a:p>
                <a:pPr>
                  <a:defRPr sz="1600" b="1"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Tabelle1!$A$2:$A$6</c:f>
              <c:strCache>
                <c:ptCount val="5"/>
                <c:pt idx="0">
                  <c:v>Q3 2023</c:v>
                </c:pt>
                <c:pt idx="1">
                  <c:v>Q4 2023</c:v>
                </c:pt>
                <c:pt idx="2">
                  <c:v>Q1 2024</c:v>
                </c:pt>
                <c:pt idx="3">
                  <c:v>Q2 2024</c:v>
                </c:pt>
                <c:pt idx="4">
                  <c:v>Q3 2024</c:v>
                </c:pt>
              </c:strCache>
            </c:strRef>
          </c:cat>
          <c:val>
            <c:numRef>
              <c:f>Tabelle1!$B$2:$B$6</c:f>
              <c:numCache>
                <c:formatCode>General</c:formatCode>
                <c:ptCount val="5"/>
                <c:pt idx="0">
                  <c:v>1.5449999999999999</c:v>
                </c:pt>
                <c:pt idx="1">
                  <c:v>1.3169999999999999</c:v>
                </c:pt>
                <c:pt idx="2">
                  <c:v>2.7120000000000002</c:v>
                </c:pt>
                <c:pt idx="3">
                  <c:v>1.9570000000000001</c:v>
                </c:pt>
                <c:pt idx="4">
                  <c:v>1.6220000000000001</c:v>
                </c:pt>
              </c:numCache>
            </c:numRef>
          </c:val>
          <c:extLst>
            <c:ext xmlns:c16="http://schemas.microsoft.com/office/drawing/2014/chart" uri="{C3380CC4-5D6E-409C-BE32-E72D297353CC}">
              <c16:uniqueId val="{00000002-2B64-4EFD-8F2D-2E51AB5F1D71}"/>
            </c:ext>
          </c:extLst>
        </c:ser>
        <c:dLbls>
          <c:showLegendKey val="0"/>
          <c:showVal val="0"/>
          <c:showCatName val="0"/>
          <c:showSerName val="0"/>
          <c:showPercent val="0"/>
          <c:showBubbleSize val="0"/>
        </c:dLbls>
        <c:gapWidth val="200"/>
        <c:overlap val="-40"/>
        <c:axId val="1968516192"/>
        <c:axId val="1968520032"/>
      </c:barChart>
      <c:catAx>
        <c:axId val="1968516192"/>
        <c:scaling>
          <c:orientation val="minMax"/>
        </c:scaling>
        <c:delete val="0"/>
        <c:axPos val="b"/>
        <c:numFmt formatCode="General" sourceLinked="1"/>
        <c:majorTickMark val="none"/>
        <c:minorTickMark val="none"/>
        <c:tickLblPos val="nextTo"/>
        <c:spPr>
          <a:noFill/>
          <a:ln w="12700" cap="flat" cmpd="sng" algn="ctr">
            <a:solidFill>
              <a:schemeClr val="tx1"/>
            </a:solidFill>
            <a:round/>
          </a:ln>
          <a:effectLst/>
        </c:spPr>
        <c:txPr>
          <a:bodyPr rot="-60000000" spcFirstLastPara="1" vertOverflow="ellipsis" vert="horz" wrap="square" anchor="ctr" anchorCtr="1"/>
          <a:lstStyle/>
          <a:p>
            <a:pPr>
              <a:defRPr sz="1600" b="0" i="0" u="none" strike="noStrike" kern="1200" baseline="0">
                <a:solidFill>
                  <a:schemeClr val="tx1"/>
                </a:solidFill>
                <a:latin typeface="+mn-lt"/>
                <a:ea typeface="+mn-ea"/>
                <a:cs typeface="+mn-cs"/>
              </a:defRPr>
            </a:pPr>
            <a:endParaRPr lang="de-DE"/>
          </a:p>
        </c:txPr>
        <c:crossAx val="1968520032"/>
        <c:crosses val="autoZero"/>
        <c:auto val="1"/>
        <c:lblAlgn val="ctr"/>
        <c:lblOffset val="100"/>
        <c:noMultiLvlLbl val="0"/>
      </c:catAx>
      <c:valAx>
        <c:axId val="1968520032"/>
        <c:scaling>
          <c:orientation val="minMax"/>
        </c:scaling>
        <c:delete val="1"/>
        <c:axPos val="l"/>
        <c:majorGridlines>
          <c:spPr>
            <a:ln w="9525" cap="flat" cmpd="sng" algn="ctr">
              <a:noFill/>
              <a:round/>
            </a:ln>
            <a:effectLst/>
          </c:spPr>
        </c:majorGridlines>
        <c:numFmt formatCode="General" sourceLinked="1"/>
        <c:majorTickMark val="none"/>
        <c:minorTickMark val="none"/>
        <c:tickLblPos val="nextTo"/>
        <c:crossAx val="196851619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6.5247365220200221E-2"/>
          <c:w val="0.99979609495624855"/>
          <c:h val="0.79009357474002218"/>
        </c:manualLayout>
      </c:layout>
      <c:barChart>
        <c:barDir val="col"/>
        <c:grouping val="clustered"/>
        <c:varyColors val="0"/>
        <c:ser>
          <c:idx val="0"/>
          <c:order val="0"/>
          <c:tx>
            <c:strRef>
              <c:f>Tabelle1!$B$1</c:f>
              <c:strCache>
                <c:ptCount val="1"/>
                <c:pt idx="0">
                  <c:v>Datenreihe 1</c:v>
                </c:pt>
              </c:strCache>
            </c:strRef>
          </c:tx>
          <c:spPr>
            <a:solidFill>
              <a:schemeClr val="bg1"/>
            </a:solidFill>
            <a:ln>
              <a:noFill/>
            </a:ln>
            <a:effectLst/>
          </c:spPr>
          <c:invertIfNegative val="0"/>
          <c:dPt>
            <c:idx val="4"/>
            <c:invertIfNegative val="0"/>
            <c:bubble3D val="0"/>
            <c:spPr>
              <a:solidFill>
                <a:schemeClr val="accent1"/>
              </a:solidFill>
              <a:ln>
                <a:noFill/>
              </a:ln>
              <a:effectLst/>
            </c:spPr>
            <c:extLst>
              <c:ext xmlns:c16="http://schemas.microsoft.com/office/drawing/2014/chart" uri="{C3380CC4-5D6E-409C-BE32-E72D297353CC}">
                <c16:uniqueId val="{00000003-601C-41A4-8CB4-A5EE8C6CA30A}"/>
              </c:ext>
            </c:extLst>
          </c:dPt>
          <c:dLbls>
            <c:dLbl>
              <c:idx val="0"/>
              <c:tx>
                <c:rich>
                  <a:bodyPr/>
                  <a:lstStyle/>
                  <a:p>
                    <a:r>
                      <a:rPr lang="en-US"/>
                      <a:t>1.545</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A486-499A-9371-F49910F543D0}"/>
                </c:ext>
              </c:extLst>
            </c:dLbl>
            <c:dLbl>
              <c:idx val="1"/>
              <c:tx>
                <c:rich>
                  <a:bodyPr/>
                  <a:lstStyle/>
                  <a:p>
                    <a:r>
                      <a:rPr lang="en-US"/>
                      <a:t>1.317</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A486-499A-9371-F49910F543D0}"/>
                </c:ext>
              </c:extLst>
            </c:dLbl>
            <c:dLbl>
              <c:idx val="2"/>
              <c:tx>
                <c:rich>
                  <a:bodyPr/>
                  <a:lstStyle/>
                  <a:p>
                    <a:r>
                      <a:rPr lang="en-US"/>
                      <a:t>2.712</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A486-499A-9371-F49910F543D0}"/>
                </c:ext>
              </c:extLst>
            </c:dLbl>
            <c:dLbl>
              <c:idx val="3"/>
              <c:tx>
                <c:rich>
                  <a:bodyPr/>
                  <a:lstStyle/>
                  <a:p>
                    <a:r>
                      <a:rPr lang="en-US"/>
                      <a:t>1.957</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A486-499A-9371-F49910F543D0}"/>
                </c:ext>
              </c:extLst>
            </c:dLbl>
            <c:dLbl>
              <c:idx val="4"/>
              <c:tx>
                <c:rich>
                  <a:bodyPr/>
                  <a:lstStyle/>
                  <a:p>
                    <a:r>
                      <a:rPr lang="en-US" dirty="0"/>
                      <a:t>1.622</a:t>
                    </a:r>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601C-41A4-8CB4-A5EE8C6CA30A}"/>
                </c:ext>
              </c:extLst>
            </c:dLbl>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Tabelle1!$A$2:$A$6</c:f>
              <c:strCache>
                <c:ptCount val="5"/>
                <c:pt idx="0">
                  <c:v>Q3 2023</c:v>
                </c:pt>
                <c:pt idx="1">
                  <c:v>Q4 2023</c:v>
                </c:pt>
                <c:pt idx="2">
                  <c:v>Q1 2024</c:v>
                </c:pt>
                <c:pt idx="3">
                  <c:v>Q2 2024</c:v>
                </c:pt>
                <c:pt idx="4">
                  <c:v>Q3 2024</c:v>
                </c:pt>
              </c:strCache>
            </c:strRef>
          </c:cat>
          <c:val>
            <c:numRef>
              <c:f>Tabelle1!$B$2:$B$6</c:f>
              <c:numCache>
                <c:formatCode>General</c:formatCode>
                <c:ptCount val="5"/>
                <c:pt idx="0">
                  <c:v>1.5449999999999999</c:v>
                </c:pt>
                <c:pt idx="1">
                  <c:v>1.3169999999999999</c:v>
                </c:pt>
                <c:pt idx="2">
                  <c:v>2.7120000000000002</c:v>
                </c:pt>
                <c:pt idx="3">
                  <c:v>1.9570000000000001</c:v>
                </c:pt>
                <c:pt idx="4">
                  <c:v>1.6220000000000001</c:v>
                </c:pt>
              </c:numCache>
            </c:numRef>
          </c:val>
          <c:extLst>
            <c:ext xmlns:c16="http://schemas.microsoft.com/office/drawing/2014/chart" uri="{C3380CC4-5D6E-409C-BE32-E72D297353CC}">
              <c16:uniqueId val="{00000000-601C-41A4-8CB4-A5EE8C6CA30A}"/>
            </c:ext>
          </c:extLst>
        </c:ser>
        <c:dLbls>
          <c:showLegendKey val="0"/>
          <c:showVal val="0"/>
          <c:showCatName val="0"/>
          <c:showSerName val="0"/>
          <c:showPercent val="0"/>
          <c:showBubbleSize val="0"/>
        </c:dLbls>
        <c:gapWidth val="200"/>
        <c:overlap val="-40"/>
        <c:axId val="1968516192"/>
        <c:axId val="1968520032"/>
      </c:barChart>
      <c:catAx>
        <c:axId val="1968516192"/>
        <c:scaling>
          <c:orientation val="minMax"/>
        </c:scaling>
        <c:delete val="0"/>
        <c:axPos val="b"/>
        <c:numFmt formatCode="General" sourceLinked="1"/>
        <c:majorTickMark val="none"/>
        <c:minorTickMark val="none"/>
        <c:tickLblPos val="nextTo"/>
        <c:spPr>
          <a:noFill/>
          <a:ln w="12700" cap="flat" cmpd="sng" algn="ctr">
            <a:solidFill>
              <a:schemeClr val="tx1"/>
            </a:solidFill>
            <a:round/>
          </a:ln>
          <a:effectLst/>
        </c:spPr>
        <c:txPr>
          <a:bodyPr rot="-6000000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de-DE"/>
          </a:p>
        </c:txPr>
        <c:crossAx val="1968520032"/>
        <c:crosses val="autoZero"/>
        <c:auto val="1"/>
        <c:lblAlgn val="ctr"/>
        <c:lblOffset val="100"/>
        <c:noMultiLvlLbl val="0"/>
      </c:catAx>
      <c:valAx>
        <c:axId val="1968520032"/>
        <c:scaling>
          <c:orientation val="minMax"/>
        </c:scaling>
        <c:delete val="1"/>
        <c:axPos val="l"/>
        <c:majorGridlines>
          <c:spPr>
            <a:ln w="9525" cap="flat" cmpd="sng" algn="ctr">
              <a:noFill/>
              <a:round/>
            </a:ln>
            <a:effectLst/>
          </c:spPr>
        </c:majorGridlines>
        <c:numFmt formatCode="General" sourceLinked="1"/>
        <c:majorTickMark val="none"/>
        <c:minorTickMark val="none"/>
        <c:tickLblPos val="nextTo"/>
        <c:crossAx val="196851619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6.5247365220200221E-2"/>
          <c:w val="0.99979609495624855"/>
          <c:h val="0.56784855895429931"/>
        </c:manualLayout>
      </c:layout>
      <c:barChart>
        <c:barDir val="col"/>
        <c:grouping val="clustered"/>
        <c:varyColors val="0"/>
        <c:ser>
          <c:idx val="0"/>
          <c:order val="0"/>
          <c:tx>
            <c:strRef>
              <c:f>Tabelle1!$B$1</c:f>
              <c:strCache>
                <c:ptCount val="1"/>
                <c:pt idx="0">
                  <c:v>Datenreihe 1</c:v>
                </c:pt>
              </c:strCache>
            </c:strRef>
          </c:tx>
          <c:spPr>
            <a:solidFill>
              <a:schemeClr val="accent5"/>
            </a:solidFill>
            <a:ln>
              <a:noFill/>
            </a:ln>
            <a:effectLst/>
          </c:spPr>
          <c:invertIfNegative val="0"/>
          <c:dPt>
            <c:idx val="4"/>
            <c:invertIfNegative val="0"/>
            <c:bubble3D val="0"/>
            <c:spPr>
              <a:solidFill>
                <a:schemeClr val="accent1"/>
              </a:solidFill>
              <a:ln>
                <a:noFill/>
              </a:ln>
              <a:effectLst/>
            </c:spPr>
            <c:extLst>
              <c:ext xmlns:c16="http://schemas.microsoft.com/office/drawing/2014/chart" uri="{C3380CC4-5D6E-409C-BE32-E72D297353CC}">
                <c16:uniqueId val="{00000003-601C-41A4-8CB4-A5EE8C6CA30A}"/>
              </c:ext>
            </c:extLst>
          </c:dPt>
          <c:dLbls>
            <c:dLbl>
              <c:idx val="0"/>
              <c:tx>
                <c:rich>
                  <a:bodyPr/>
                  <a:lstStyle/>
                  <a:p>
                    <a:r>
                      <a:rPr lang="en-US"/>
                      <a:t>1.545</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BE62-41EB-BD73-0E96A84D3E81}"/>
                </c:ext>
              </c:extLst>
            </c:dLbl>
            <c:dLbl>
              <c:idx val="1"/>
              <c:tx>
                <c:rich>
                  <a:bodyPr/>
                  <a:lstStyle/>
                  <a:p>
                    <a:r>
                      <a:rPr lang="en-US"/>
                      <a:t>1.317</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BE62-41EB-BD73-0E96A84D3E81}"/>
                </c:ext>
              </c:extLst>
            </c:dLbl>
            <c:dLbl>
              <c:idx val="2"/>
              <c:tx>
                <c:rich>
                  <a:bodyPr/>
                  <a:lstStyle/>
                  <a:p>
                    <a:r>
                      <a:rPr lang="en-US"/>
                      <a:t>2.712</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BE62-41EB-BD73-0E96A84D3E81}"/>
                </c:ext>
              </c:extLst>
            </c:dLbl>
            <c:dLbl>
              <c:idx val="3"/>
              <c:tx>
                <c:rich>
                  <a:bodyPr/>
                  <a:lstStyle/>
                  <a:p>
                    <a:r>
                      <a:rPr lang="en-US"/>
                      <a:t>1.957</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BE62-41EB-BD73-0E96A84D3E81}"/>
                </c:ext>
              </c:extLst>
            </c:dLbl>
            <c:dLbl>
              <c:idx val="4"/>
              <c:tx>
                <c:rich>
                  <a:bodyPr/>
                  <a:lstStyle/>
                  <a:p>
                    <a:r>
                      <a:rPr lang="en-US"/>
                      <a:t>1.622</a:t>
                    </a:r>
                    <a:endParaRPr lang="en-US" dirty="0"/>
                  </a:p>
                </c:rich>
              </c:tx>
              <c:dLblPos val="outEnd"/>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601C-41A4-8CB4-A5EE8C6CA30A}"/>
                </c:ext>
              </c:extLst>
            </c:dLbl>
            <c:spPr>
              <a:noFill/>
              <a:ln>
                <a:noFill/>
              </a:ln>
              <a:effectLst/>
            </c:spPr>
            <c:txPr>
              <a:bodyPr rot="0" spcFirstLastPara="1" vertOverflow="ellipsis" vert="horz" wrap="square" lIns="38100" tIns="19050" rIns="38100" bIns="19050" anchor="ctr" anchorCtr="1">
                <a:spAutoFit/>
              </a:bodyPr>
              <a:lstStyle/>
              <a:p>
                <a:pPr>
                  <a:defRPr sz="1800" b="1" i="0" u="none" strike="noStrike" kern="1200" baseline="0">
                    <a:solidFill>
                      <a:schemeClr val="tx1"/>
                    </a:solidFill>
                    <a:latin typeface="+mn-lt"/>
                    <a:ea typeface="+mn-ea"/>
                    <a:cs typeface="+mn-cs"/>
                  </a:defRPr>
                </a:pPr>
                <a:endParaRPr lang="de-DE"/>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Tabelle1!$A$2:$A$6</c:f>
              <c:strCache>
                <c:ptCount val="5"/>
                <c:pt idx="0">
                  <c:v>Q3 2023</c:v>
                </c:pt>
                <c:pt idx="1">
                  <c:v>Q4 2023</c:v>
                </c:pt>
                <c:pt idx="2">
                  <c:v>Q1 2024</c:v>
                </c:pt>
                <c:pt idx="3">
                  <c:v>Q2 2024</c:v>
                </c:pt>
                <c:pt idx="4">
                  <c:v>Q3 2024</c:v>
                </c:pt>
              </c:strCache>
            </c:strRef>
          </c:cat>
          <c:val>
            <c:numRef>
              <c:f>Tabelle1!$B$2:$B$6</c:f>
              <c:numCache>
                <c:formatCode>General</c:formatCode>
                <c:ptCount val="5"/>
                <c:pt idx="0">
                  <c:v>1.5449999999999999</c:v>
                </c:pt>
                <c:pt idx="1">
                  <c:v>1.3169999999999999</c:v>
                </c:pt>
                <c:pt idx="2">
                  <c:v>2.7120000000000002</c:v>
                </c:pt>
                <c:pt idx="3">
                  <c:v>1.9570000000000001</c:v>
                </c:pt>
                <c:pt idx="4">
                  <c:v>1.6220000000000001</c:v>
                </c:pt>
              </c:numCache>
            </c:numRef>
          </c:val>
          <c:extLst>
            <c:ext xmlns:c16="http://schemas.microsoft.com/office/drawing/2014/chart" uri="{C3380CC4-5D6E-409C-BE32-E72D297353CC}">
              <c16:uniqueId val="{00000000-601C-41A4-8CB4-A5EE8C6CA30A}"/>
            </c:ext>
          </c:extLst>
        </c:ser>
        <c:dLbls>
          <c:showLegendKey val="0"/>
          <c:showVal val="0"/>
          <c:showCatName val="0"/>
          <c:showSerName val="0"/>
          <c:showPercent val="0"/>
          <c:showBubbleSize val="0"/>
        </c:dLbls>
        <c:gapWidth val="200"/>
        <c:overlap val="-40"/>
        <c:axId val="1968516192"/>
        <c:axId val="1968520032"/>
      </c:barChart>
      <c:catAx>
        <c:axId val="1968516192"/>
        <c:scaling>
          <c:orientation val="minMax"/>
        </c:scaling>
        <c:delete val="0"/>
        <c:axPos val="b"/>
        <c:numFmt formatCode="General" sourceLinked="1"/>
        <c:majorTickMark val="none"/>
        <c:minorTickMark val="none"/>
        <c:tickLblPos val="nextTo"/>
        <c:spPr>
          <a:noFill/>
          <a:ln w="12700" cap="flat" cmpd="sng" algn="ctr">
            <a:solidFill>
              <a:schemeClr val="tx1"/>
            </a:solidFill>
            <a:round/>
          </a:ln>
          <a:effectLst/>
        </c:spPr>
        <c:txPr>
          <a:bodyPr rot="-60000000" spcFirstLastPara="1" vertOverflow="ellipsis" vert="horz" wrap="square" anchor="ctr" anchorCtr="1"/>
          <a:lstStyle/>
          <a:p>
            <a:pPr>
              <a:defRPr sz="1800" b="0" i="0" u="none" strike="noStrike" kern="1200" baseline="0">
                <a:solidFill>
                  <a:schemeClr val="tx1"/>
                </a:solidFill>
                <a:latin typeface="+mn-lt"/>
                <a:ea typeface="+mn-ea"/>
                <a:cs typeface="+mn-cs"/>
              </a:defRPr>
            </a:pPr>
            <a:endParaRPr lang="de-DE"/>
          </a:p>
        </c:txPr>
        <c:crossAx val="1968520032"/>
        <c:crosses val="autoZero"/>
        <c:auto val="1"/>
        <c:lblAlgn val="ctr"/>
        <c:lblOffset val="100"/>
        <c:noMultiLvlLbl val="0"/>
      </c:catAx>
      <c:valAx>
        <c:axId val="1968520032"/>
        <c:scaling>
          <c:orientation val="minMax"/>
        </c:scaling>
        <c:delete val="1"/>
        <c:axPos val="l"/>
        <c:majorGridlines>
          <c:spPr>
            <a:ln w="9525" cap="flat" cmpd="sng" algn="ctr">
              <a:noFill/>
              <a:round/>
            </a:ln>
            <a:effectLst/>
          </c:spPr>
        </c:majorGridlines>
        <c:numFmt formatCode="General" sourceLinked="1"/>
        <c:majorTickMark val="none"/>
        <c:minorTickMark val="none"/>
        <c:tickLblPos val="nextTo"/>
        <c:crossAx val="196851619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de-DE"/>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0087685177982018"/>
          <c:y val="9.7209951767222788E-2"/>
          <c:w val="0.85598609465318498"/>
          <c:h val="0.77518623796537323"/>
        </c:manualLayout>
      </c:layout>
      <c:barChart>
        <c:barDir val="col"/>
        <c:grouping val="stacked"/>
        <c:varyColors val="0"/>
        <c:ser>
          <c:idx val="0"/>
          <c:order val="0"/>
          <c:tx>
            <c:strRef>
              <c:f>Tabelle1!$B$1</c:f>
              <c:strCache>
                <c:ptCount val="1"/>
                <c:pt idx="0">
                  <c:v>Other liabilities</c:v>
                </c:pt>
              </c:strCache>
            </c:strRef>
          </c:tx>
          <c:spPr>
            <a:solidFill>
              <a:srgbClr val="FFFFFF"/>
            </a:solidFill>
          </c:spPr>
          <c:invertIfNegative val="0"/>
          <c:dLbls>
            <c:dLbl>
              <c:idx val="0"/>
              <c:tx>
                <c:rich>
                  <a:bodyPr/>
                  <a:lstStyle/>
                  <a:p>
                    <a:pPr>
                      <a:defRPr sz="1000" b="0">
                        <a:solidFill>
                          <a:schemeClr val="tx1"/>
                        </a:solidFill>
                      </a:defRPr>
                    </a:pPr>
                    <a:r>
                      <a:rPr lang="en-US" b="0" dirty="0">
                        <a:solidFill>
                          <a:schemeClr val="tx1"/>
                        </a:solidFill>
                      </a:rPr>
                      <a:t>21.1</a:t>
                    </a:r>
                  </a:p>
                </c:rich>
              </c:tx>
              <c:spPr/>
              <c:dLblPos val="ctr"/>
              <c:showLegendKey val="0"/>
              <c:showVal val="1"/>
              <c:showCatName val="0"/>
              <c:showSerName val="0"/>
              <c:showPercent val="0"/>
              <c:showBubbleSize val="0"/>
              <c:extLst>
                <c:ext xmlns:c15="http://schemas.microsoft.com/office/drawing/2012/chart" uri="{CE6537A1-D6FC-4f65-9D91-7224C49458BB}">
                  <c15:layout>
                    <c:manualLayout>
                      <c:w val="0.23141301353899607"/>
                      <c:h val="9.7173787495575453E-2"/>
                    </c:manualLayout>
                  </c15:layout>
                  <c15:showDataLabelsRange val="0"/>
                </c:ext>
                <c:ext xmlns:c16="http://schemas.microsoft.com/office/drawing/2014/chart" uri="{C3380CC4-5D6E-409C-BE32-E72D297353CC}">
                  <c16:uniqueId val="{00000000-3D92-CB46-9FB4-82E70132B9C0}"/>
                </c:ext>
              </c:extLst>
            </c:dLbl>
            <c:dLbl>
              <c:idx val="1"/>
              <c:tx>
                <c:rich>
                  <a:bodyPr/>
                  <a:lstStyle/>
                  <a:p>
                    <a:pPr>
                      <a:defRPr sz="1000" b="0">
                        <a:solidFill>
                          <a:schemeClr val="tx1"/>
                        </a:solidFill>
                      </a:defRPr>
                    </a:pPr>
                    <a:r>
                      <a:rPr lang="en-US" b="0" dirty="0">
                        <a:solidFill>
                          <a:schemeClr val="tx1"/>
                        </a:solidFill>
                      </a:rPr>
                      <a:t>20.9</a:t>
                    </a:r>
                  </a:p>
                </c:rich>
              </c:tx>
              <c:spPr/>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3D92-CB46-9FB4-82E70132B9C0}"/>
                </c:ext>
              </c:extLst>
            </c:dLbl>
            <c:spPr>
              <a:noFill/>
              <a:ln>
                <a:noFill/>
              </a:ln>
              <a:effectLst/>
            </c:spPr>
            <c:txPr>
              <a:bodyPr/>
              <a:lstStyle/>
              <a:p>
                <a:pPr>
                  <a:defRPr sz="1000" b="0">
                    <a:solidFill>
                      <a:schemeClr val="tx1"/>
                    </a:solidFill>
                  </a:defRPr>
                </a:pPr>
                <a:endParaRPr lang="de-DE"/>
              </a:p>
            </c:txPr>
            <c:dLblPos val="ctr"/>
            <c:showLegendKey val="0"/>
            <c:showVal val="1"/>
            <c:showCatName val="0"/>
            <c:showSerName val="0"/>
            <c:showPercent val="0"/>
            <c:showBubbleSize val="0"/>
            <c:separator>. </c:separator>
            <c:showLeaderLines val="0"/>
            <c:extLst>
              <c:ext xmlns:c15="http://schemas.microsoft.com/office/drawing/2012/chart" uri="{CE6537A1-D6FC-4f65-9D91-7224C49458BB}">
                <c15:showLeaderLines val="0"/>
              </c:ext>
            </c:extLst>
          </c:dLbls>
          <c:cat>
            <c:strRef>
              <c:f>Tabelle1!$A$2:$A$3</c:f>
              <c:strCache>
                <c:ptCount val="2"/>
                <c:pt idx="0">
                  <c:v>Sep. 30, 2024</c:v>
                </c:pt>
                <c:pt idx="1">
                  <c:v>Sep. 30, 2023</c:v>
                </c:pt>
              </c:strCache>
            </c:strRef>
          </c:cat>
          <c:val>
            <c:numRef>
              <c:f>Tabelle1!$B$2:$B$3</c:f>
              <c:numCache>
                <c:formatCode>0.0</c:formatCode>
                <c:ptCount val="2"/>
                <c:pt idx="0">
                  <c:v>21.1</c:v>
                </c:pt>
                <c:pt idx="1">
                  <c:v>20.9</c:v>
                </c:pt>
              </c:numCache>
            </c:numRef>
          </c:val>
          <c:extLst>
            <c:ext xmlns:c16="http://schemas.microsoft.com/office/drawing/2014/chart" uri="{C3380CC4-5D6E-409C-BE32-E72D297353CC}">
              <c16:uniqueId val="{00000002-3D92-CB46-9FB4-82E70132B9C0}"/>
            </c:ext>
          </c:extLst>
        </c:ser>
        <c:ser>
          <c:idx val="1"/>
          <c:order val="1"/>
          <c:tx>
            <c:strRef>
              <c:f>Tabelle1!$C$1</c:f>
              <c:strCache>
                <c:ptCount val="1"/>
                <c:pt idx="0">
                  <c:v>liabilities disposal group</c:v>
                </c:pt>
              </c:strCache>
            </c:strRef>
          </c:tx>
          <c:spPr>
            <a:solidFill>
              <a:srgbClr val="ADC5DD"/>
            </a:solidFill>
          </c:spPr>
          <c:invertIfNegative val="0"/>
          <c:dLbls>
            <c:delete val="1"/>
          </c:dLbls>
          <c:cat>
            <c:strRef>
              <c:f>Tabelle1!$A$2:$A$3</c:f>
              <c:strCache>
                <c:ptCount val="2"/>
                <c:pt idx="0">
                  <c:v>Sep. 30, 2024</c:v>
                </c:pt>
                <c:pt idx="1">
                  <c:v>Sep. 30, 2023</c:v>
                </c:pt>
              </c:strCache>
            </c:strRef>
          </c:cat>
          <c:val>
            <c:numRef>
              <c:f>Tabelle1!$C$2:$C$3</c:f>
              <c:numCache>
                <c:formatCode>General</c:formatCode>
                <c:ptCount val="2"/>
              </c:numCache>
            </c:numRef>
          </c:val>
          <c:extLst>
            <c:ext xmlns:c16="http://schemas.microsoft.com/office/drawing/2014/chart" uri="{C3380CC4-5D6E-409C-BE32-E72D297353CC}">
              <c16:uniqueId val="{00000003-3D92-CB46-9FB4-82E70132B9C0}"/>
            </c:ext>
          </c:extLst>
        </c:ser>
        <c:ser>
          <c:idx val="2"/>
          <c:order val="2"/>
          <c:tx>
            <c:strRef>
              <c:f>Tabelle1!$D$1</c:f>
              <c:strCache>
                <c:ptCount val="1"/>
                <c:pt idx="0">
                  <c:v>Financial debt</c:v>
                </c:pt>
              </c:strCache>
            </c:strRef>
          </c:tx>
          <c:spPr>
            <a:solidFill>
              <a:srgbClr val="BADA9A"/>
            </a:solidFill>
          </c:spPr>
          <c:invertIfNegative val="0"/>
          <c:dLbls>
            <c:dLbl>
              <c:idx val="0"/>
              <c:tx>
                <c:rich>
                  <a:bodyPr/>
                  <a:lstStyle/>
                  <a:p>
                    <a:r>
                      <a:rPr lang="en-US"/>
                      <a:t>22.3</a:t>
                    </a:r>
                    <a:endParaRPr lang="en-US" dirty="0"/>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FD82-451C-8AF9-1191D4648E5F}"/>
                </c:ext>
              </c:extLst>
            </c:dLbl>
            <c:dLbl>
              <c:idx val="1"/>
              <c:tx>
                <c:rich>
                  <a:bodyPr/>
                  <a:lstStyle/>
                  <a:p>
                    <a:r>
                      <a:rPr lang="en-US"/>
                      <a:t>21.4</a:t>
                    </a:r>
                    <a:endParaRPr lang="en-US" dirty="0"/>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FD82-451C-8AF9-1191D4648E5F}"/>
                </c:ext>
              </c:extLst>
            </c:dLbl>
            <c:spPr>
              <a:noFill/>
              <a:ln>
                <a:noFill/>
              </a:ln>
              <a:effectLst/>
            </c:spPr>
            <c:txPr>
              <a:bodyPr/>
              <a:lstStyle/>
              <a:p>
                <a:pPr>
                  <a:defRPr sz="1000" b="0">
                    <a:solidFill>
                      <a:schemeClr val="tx1"/>
                    </a:solidFill>
                  </a:defRPr>
                </a:pPr>
                <a:endParaRPr lang="de-D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Tabelle1!$A$2:$A$3</c:f>
              <c:strCache>
                <c:ptCount val="2"/>
                <c:pt idx="0">
                  <c:v>Sep. 30, 2024</c:v>
                </c:pt>
                <c:pt idx="1">
                  <c:v>Sep. 30, 2023</c:v>
                </c:pt>
              </c:strCache>
            </c:strRef>
          </c:cat>
          <c:val>
            <c:numRef>
              <c:f>Tabelle1!$D$2:$D$3</c:f>
              <c:numCache>
                <c:formatCode>0.0</c:formatCode>
                <c:ptCount val="2"/>
                <c:pt idx="0">
                  <c:v>22.3</c:v>
                </c:pt>
                <c:pt idx="1">
                  <c:v>21.4</c:v>
                </c:pt>
              </c:numCache>
            </c:numRef>
          </c:val>
          <c:extLst>
            <c:ext xmlns:c16="http://schemas.microsoft.com/office/drawing/2014/chart" uri="{C3380CC4-5D6E-409C-BE32-E72D297353CC}">
              <c16:uniqueId val="{00000004-3D92-CB46-9FB4-82E70132B9C0}"/>
            </c:ext>
          </c:extLst>
        </c:ser>
        <c:ser>
          <c:idx val="3"/>
          <c:order val="3"/>
          <c:tx>
            <c:strRef>
              <c:f>Tabelle1!$E$1</c:f>
              <c:strCache>
                <c:ptCount val="1"/>
                <c:pt idx="0">
                  <c:v>Equity</c:v>
                </c:pt>
              </c:strCache>
            </c:strRef>
          </c:tx>
          <c:spPr>
            <a:solidFill>
              <a:srgbClr val="3B8809">
                <a:alpha val="70000"/>
              </a:srgbClr>
            </a:solidFill>
          </c:spPr>
          <c:invertIfNegative val="0"/>
          <c:dPt>
            <c:idx val="0"/>
            <c:invertIfNegative val="0"/>
            <c:bubble3D val="0"/>
            <c:extLst>
              <c:ext xmlns:c16="http://schemas.microsoft.com/office/drawing/2014/chart" uri="{C3380CC4-5D6E-409C-BE32-E72D297353CC}">
                <c16:uniqueId val="{00000006-3D92-CB46-9FB4-82E70132B9C0}"/>
              </c:ext>
            </c:extLst>
          </c:dPt>
          <c:dPt>
            <c:idx val="1"/>
            <c:invertIfNegative val="0"/>
            <c:bubble3D val="0"/>
            <c:extLst>
              <c:ext xmlns:c16="http://schemas.microsoft.com/office/drawing/2014/chart" uri="{C3380CC4-5D6E-409C-BE32-E72D297353CC}">
                <c16:uniqueId val="{00000008-3D92-CB46-9FB4-82E70132B9C0}"/>
              </c:ext>
            </c:extLst>
          </c:dPt>
          <c:dLbls>
            <c:dLbl>
              <c:idx val="0"/>
              <c:tx>
                <c:rich>
                  <a:bodyPr/>
                  <a:lstStyle/>
                  <a:p>
                    <a:r>
                      <a:rPr lang="en-US"/>
                      <a:t>36.6</a:t>
                    </a:r>
                    <a:endParaRPr lang="en-US" dirty="0"/>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3D92-CB46-9FB4-82E70132B9C0}"/>
                </c:ext>
              </c:extLst>
            </c:dLbl>
            <c:dLbl>
              <c:idx val="1"/>
              <c:tx>
                <c:rich>
                  <a:bodyPr/>
                  <a:lstStyle/>
                  <a:p>
                    <a:r>
                      <a:rPr lang="en-US"/>
                      <a:t>40.3</a:t>
                    </a:r>
                    <a:endParaRPr lang="en-US" dirty="0"/>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3D92-CB46-9FB4-82E70132B9C0}"/>
                </c:ext>
              </c:extLst>
            </c:dLbl>
            <c:spPr>
              <a:noFill/>
              <a:ln>
                <a:noFill/>
              </a:ln>
              <a:effectLst/>
            </c:spPr>
            <c:txPr>
              <a:bodyPr wrap="square" lIns="38100" tIns="19050" rIns="38100" bIns="19050" anchor="ctr">
                <a:spAutoFit/>
              </a:bodyPr>
              <a:lstStyle/>
              <a:p>
                <a:pPr>
                  <a:defRPr sz="1000" b="0">
                    <a:solidFill>
                      <a:schemeClr val="tx1"/>
                    </a:solidFill>
                  </a:defRPr>
                </a:pPr>
                <a:endParaRPr lang="de-D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Tabelle1!$A$2:$A$3</c:f>
              <c:strCache>
                <c:ptCount val="2"/>
                <c:pt idx="0">
                  <c:v>Sep. 30, 2024</c:v>
                </c:pt>
                <c:pt idx="1">
                  <c:v>Sep. 30, 2023</c:v>
                </c:pt>
              </c:strCache>
            </c:strRef>
          </c:cat>
          <c:val>
            <c:numRef>
              <c:f>Tabelle1!$E$2:$E$3</c:f>
              <c:numCache>
                <c:formatCode>0.0</c:formatCode>
                <c:ptCount val="2"/>
                <c:pt idx="0">
                  <c:v>36</c:v>
                </c:pt>
                <c:pt idx="1">
                  <c:v>40.299999999999997</c:v>
                </c:pt>
              </c:numCache>
            </c:numRef>
          </c:val>
          <c:extLst>
            <c:ext xmlns:c16="http://schemas.microsoft.com/office/drawing/2014/chart" uri="{C3380CC4-5D6E-409C-BE32-E72D297353CC}">
              <c16:uniqueId val="{00000009-3D92-CB46-9FB4-82E70132B9C0}"/>
            </c:ext>
          </c:extLst>
        </c:ser>
        <c:dLbls>
          <c:dLblPos val="ctr"/>
          <c:showLegendKey val="0"/>
          <c:showVal val="1"/>
          <c:showCatName val="0"/>
          <c:showSerName val="0"/>
          <c:showPercent val="0"/>
          <c:showBubbleSize val="0"/>
        </c:dLbls>
        <c:gapWidth val="109"/>
        <c:overlap val="100"/>
        <c:axId val="134927488"/>
        <c:axId val="134929024"/>
      </c:barChart>
      <c:catAx>
        <c:axId val="134927488"/>
        <c:scaling>
          <c:orientation val="minMax"/>
        </c:scaling>
        <c:delete val="0"/>
        <c:axPos val="b"/>
        <c:numFmt formatCode="General" sourceLinked="0"/>
        <c:majorTickMark val="none"/>
        <c:minorTickMark val="none"/>
        <c:tickLblPos val="nextTo"/>
        <c:spPr>
          <a:ln w="12700">
            <a:solidFill>
              <a:srgbClr val="000000"/>
            </a:solidFill>
          </a:ln>
        </c:spPr>
        <c:txPr>
          <a:bodyPr/>
          <a:lstStyle/>
          <a:p>
            <a:pPr>
              <a:defRPr sz="1100" b="0">
                <a:solidFill>
                  <a:schemeClr val="tx1"/>
                </a:solidFill>
              </a:defRPr>
            </a:pPr>
            <a:endParaRPr lang="de-DE"/>
          </a:p>
        </c:txPr>
        <c:crossAx val="134929024"/>
        <c:crosses val="autoZero"/>
        <c:auto val="1"/>
        <c:lblAlgn val="ctr"/>
        <c:lblOffset val="100"/>
        <c:noMultiLvlLbl val="0"/>
      </c:catAx>
      <c:valAx>
        <c:axId val="134929024"/>
        <c:scaling>
          <c:orientation val="minMax"/>
        </c:scaling>
        <c:delete val="1"/>
        <c:axPos val="l"/>
        <c:numFmt formatCode="#,##0" sourceLinked="0"/>
        <c:majorTickMark val="out"/>
        <c:minorTickMark val="none"/>
        <c:tickLblPos val="nextTo"/>
        <c:crossAx val="134927488"/>
        <c:crosses val="autoZero"/>
        <c:crossBetween val="between"/>
      </c:valAx>
      <c:spPr>
        <a:noFill/>
      </c:spPr>
    </c:plotArea>
    <c:plotVisOnly val="1"/>
    <c:dispBlanksAs val="gap"/>
    <c:showDLblsOverMax val="0"/>
  </c:chart>
  <c:txPr>
    <a:bodyPr/>
    <a:lstStyle/>
    <a:p>
      <a:pPr>
        <a:defRPr sz="1800"/>
      </a:pPr>
      <a:endParaRPr lang="de-DE"/>
    </a:p>
  </c:txPr>
  <c:externalData r:id="rId2">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manualLayout>
          <c:layoutTarget val="inner"/>
          <c:xMode val="edge"/>
          <c:yMode val="edge"/>
          <c:x val="0.10087671526941043"/>
          <c:y val="0.1000271496464557"/>
          <c:w val="0.85598609465318498"/>
          <c:h val="0.77236929020088518"/>
        </c:manualLayout>
      </c:layout>
      <c:barChart>
        <c:barDir val="col"/>
        <c:grouping val="stacked"/>
        <c:varyColors val="0"/>
        <c:ser>
          <c:idx val="0"/>
          <c:order val="0"/>
          <c:tx>
            <c:strRef>
              <c:f>Tabelle1!$B$1</c:f>
              <c:strCache>
                <c:ptCount val="1"/>
                <c:pt idx="0">
                  <c:v>Liquid  funds</c:v>
                </c:pt>
              </c:strCache>
            </c:strRef>
          </c:tx>
          <c:spPr>
            <a:solidFill>
              <a:srgbClr val="FFFFFF"/>
            </a:solidFill>
          </c:spPr>
          <c:invertIfNegative val="0"/>
          <c:dLbls>
            <c:dLbl>
              <c:idx val="0"/>
              <c:layout>
                <c:manualLayout>
                  <c:x val="0"/>
                  <c:y val="-1.0326182993040041E-16"/>
                </c:manualLayout>
              </c:layout>
              <c:tx>
                <c:rich>
                  <a:bodyPr/>
                  <a:lstStyle/>
                  <a:p>
                    <a:pPr>
                      <a:defRPr sz="1000" b="0">
                        <a:solidFill>
                          <a:schemeClr val="tx1"/>
                        </a:solidFill>
                      </a:defRPr>
                    </a:pPr>
                    <a:r>
                      <a:rPr lang="en-US" dirty="0"/>
                      <a:t>2.6</a:t>
                    </a:r>
                  </a:p>
                </c:rich>
              </c:tx>
              <c:spPr/>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8AEF-43FB-B96E-996A4CD2BF8A}"/>
                </c:ext>
              </c:extLst>
            </c:dLbl>
            <c:dLbl>
              <c:idx val="1"/>
              <c:layout>
                <c:manualLayout>
                  <c:x val="0"/>
                  <c:y val="-2.2175309123809186E-7"/>
                </c:manualLayout>
              </c:layout>
              <c:tx>
                <c:rich>
                  <a:bodyPr/>
                  <a:lstStyle/>
                  <a:p>
                    <a:pPr>
                      <a:defRPr sz="1000" b="0">
                        <a:solidFill>
                          <a:schemeClr val="tx1"/>
                        </a:solidFill>
                      </a:defRPr>
                    </a:pPr>
                    <a:r>
                      <a:rPr lang="en-US" dirty="0"/>
                      <a:t>2.5</a:t>
                    </a:r>
                  </a:p>
                </c:rich>
              </c:tx>
              <c:spPr/>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8AEF-43FB-B96E-996A4CD2BF8A}"/>
                </c:ext>
              </c:extLst>
            </c:dLbl>
            <c:spPr>
              <a:noFill/>
              <a:ln>
                <a:noFill/>
              </a:ln>
              <a:effectLst/>
            </c:spPr>
            <c:txPr>
              <a:bodyPr/>
              <a:lstStyle/>
              <a:p>
                <a:pPr>
                  <a:defRPr sz="1000" b="0">
                    <a:solidFill>
                      <a:schemeClr val="tx1"/>
                    </a:solidFill>
                  </a:defRPr>
                </a:pPr>
                <a:endParaRPr lang="de-D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Tabelle1!$A$2:$A$3</c:f>
              <c:strCache>
                <c:ptCount val="2"/>
                <c:pt idx="0">
                  <c:v>Sep. 30, 2024</c:v>
                </c:pt>
                <c:pt idx="1">
                  <c:v>Sep. 30, 2023</c:v>
                </c:pt>
              </c:strCache>
            </c:strRef>
          </c:cat>
          <c:val>
            <c:numRef>
              <c:f>Tabelle1!$B$2:$B$3</c:f>
              <c:numCache>
                <c:formatCode>0.0</c:formatCode>
                <c:ptCount val="2"/>
                <c:pt idx="0">
                  <c:v>2.6</c:v>
                </c:pt>
                <c:pt idx="1">
                  <c:v>2.5</c:v>
                </c:pt>
              </c:numCache>
            </c:numRef>
          </c:val>
          <c:extLst>
            <c:ext xmlns:c16="http://schemas.microsoft.com/office/drawing/2014/chart" uri="{C3380CC4-5D6E-409C-BE32-E72D297353CC}">
              <c16:uniqueId val="{00000002-8AEF-43FB-B96E-996A4CD2BF8A}"/>
            </c:ext>
          </c:extLst>
        </c:ser>
        <c:ser>
          <c:idx val="1"/>
          <c:order val="1"/>
          <c:tx>
            <c:strRef>
              <c:f>Tabelle1!$C$1</c:f>
              <c:strCache>
                <c:ptCount val="1"/>
                <c:pt idx="0">
                  <c:v>Disposal group</c:v>
                </c:pt>
              </c:strCache>
            </c:strRef>
          </c:tx>
          <c:spPr>
            <a:solidFill>
              <a:srgbClr val="FFFFFF">
                <a:lumMod val="50000"/>
              </a:srgbClr>
            </a:solidFill>
          </c:spPr>
          <c:invertIfNegative val="0"/>
          <c:dLbls>
            <c:dLbl>
              <c:idx val="0"/>
              <c:delete val="1"/>
              <c:extLst>
                <c:ext xmlns:c15="http://schemas.microsoft.com/office/drawing/2012/chart" uri="{CE6537A1-D6FC-4f65-9D91-7224C49458BB}"/>
                <c:ext xmlns:c16="http://schemas.microsoft.com/office/drawing/2014/chart" uri="{C3380CC4-5D6E-409C-BE32-E72D297353CC}">
                  <c16:uniqueId val="{00000003-8AEF-43FB-B96E-996A4CD2BF8A}"/>
                </c:ext>
              </c:extLst>
            </c:dLbl>
            <c:spPr>
              <a:noFill/>
              <a:ln>
                <a:noFill/>
              </a:ln>
              <a:effectLst/>
            </c:spPr>
            <c:txPr>
              <a:bodyPr/>
              <a:lstStyle/>
              <a:p>
                <a:pPr>
                  <a:defRPr sz="1000" b="1">
                    <a:solidFill>
                      <a:schemeClr val="bg1"/>
                    </a:solidFill>
                  </a:defRPr>
                </a:pPr>
                <a:endParaRPr lang="de-D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Tabelle1!$A$2:$A$3</c:f>
              <c:strCache>
                <c:ptCount val="2"/>
                <c:pt idx="0">
                  <c:v>Sep. 30, 2024</c:v>
                </c:pt>
                <c:pt idx="1">
                  <c:v>Sep. 30, 2023</c:v>
                </c:pt>
              </c:strCache>
            </c:strRef>
          </c:cat>
          <c:val>
            <c:numRef>
              <c:f>Tabelle1!$C$2:$C$3</c:f>
              <c:numCache>
                <c:formatCode>General</c:formatCode>
                <c:ptCount val="2"/>
              </c:numCache>
            </c:numRef>
          </c:val>
          <c:extLst>
            <c:ext xmlns:c16="http://schemas.microsoft.com/office/drawing/2014/chart" uri="{C3380CC4-5D6E-409C-BE32-E72D297353CC}">
              <c16:uniqueId val="{00000004-8AEF-43FB-B96E-996A4CD2BF8A}"/>
            </c:ext>
          </c:extLst>
        </c:ser>
        <c:ser>
          <c:idx val="2"/>
          <c:order val="2"/>
          <c:tx>
            <c:strRef>
              <c:f>Tabelle1!$D$1</c:f>
              <c:strCache>
                <c:ptCount val="1"/>
                <c:pt idx="0">
                  <c:v>Other assets</c:v>
                </c:pt>
              </c:strCache>
            </c:strRef>
          </c:tx>
          <c:spPr>
            <a:solidFill>
              <a:srgbClr val="BADA9A">
                <a:alpha val="50000"/>
              </a:srgbClr>
            </a:solidFill>
          </c:spPr>
          <c:invertIfNegative val="0"/>
          <c:dLbls>
            <c:dLbl>
              <c:idx val="0"/>
              <c:layout>
                <c:manualLayout>
                  <c:x val="-4.4101858377356288E-3"/>
                  <c:y val="2.8177398067348674E-3"/>
                </c:manualLayout>
              </c:layout>
              <c:tx>
                <c:rich>
                  <a:bodyPr/>
                  <a:lstStyle/>
                  <a:p>
                    <a:r>
                      <a:rPr lang="en-US" dirty="0"/>
                      <a:t>4.1</a:t>
                    </a:r>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8AEF-43FB-B96E-996A4CD2BF8A}"/>
                </c:ext>
              </c:extLst>
            </c:dLbl>
            <c:dLbl>
              <c:idx val="1"/>
              <c:tx>
                <c:rich>
                  <a:bodyPr/>
                  <a:lstStyle/>
                  <a:p>
                    <a:r>
                      <a:rPr lang="en-US"/>
                      <a:t>5.0</a:t>
                    </a:r>
                    <a:endParaRPr lang="en-US" dirty="0"/>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E-8AEF-43FB-B96E-996A4CD2BF8A}"/>
                </c:ext>
              </c:extLst>
            </c:dLbl>
            <c:spPr>
              <a:noFill/>
              <a:ln>
                <a:noFill/>
              </a:ln>
              <a:effectLst/>
            </c:spPr>
            <c:txPr>
              <a:bodyPr/>
              <a:lstStyle/>
              <a:p>
                <a:pPr>
                  <a:defRPr sz="1000" b="0">
                    <a:solidFill>
                      <a:schemeClr val="tx1"/>
                    </a:solidFill>
                  </a:defRPr>
                </a:pPr>
                <a:endParaRPr lang="de-D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Tabelle1!$A$2:$A$3</c:f>
              <c:strCache>
                <c:ptCount val="2"/>
                <c:pt idx="0">
                  <c:v>Sep. 30, 2024</c:v>
                </c:pt>
                <c:pt idx="1">
                  <c:v>Sep. 30, 2023</c:v>
                </c:pt>
              </c:strCache>
            </c:strRef>
          </c:cat>
          <c:val>
            <c:numRef>
              <c:f>Tabelle1!$D$2:$D$3</c:f>
              <c:numCache>
                <c:formatCode>0.0</c:formatCode>
                <c:ptCount val="2"/>
                <c:pt idx="0">
                  <c:v>4.0999999999999996</c:v>
                </c:pt>
                <c:pt idx="1">
                  <c:v>5</c:v>
                </c:pt>
              </c:numCache>
            </c:numRef>
          </c:val>
          <c:extLst>
            <c:ext xmlns:c16="http://schemas.microsoft.com/office/drawing/2014/chart" uri="{C3380CC4-5D6E-409C-BE32-E72D297353CC}">
              <c16:uniqueId val="{00000006-8AEF-43FB-B96E-996A4CD2BF8A}"/>
            </c:ext>
          </c:extLst>
        </c:ser>
        <c:ser>
          <c:idx val="3"/>
          <c:order val="3"/>
          <c:tx>
            <c:strRef>
              <c:f>Tabelle1!$E$1</c:f>
              <c:strCache>
                <c:ptCount val="1"/>
                <c:pt idx="0">
                  <c:v>Accounts receivable</c:v>
                </c:pt>
              </c:strCache>
            </c:strRef>
          </c:tx>
          <c:spPr>
            <a:solidFill>
              <a:srgbClr val="BADA9A"/>
            </a:solidFill>
          </c:spPr>
          <c:invertIfNegative val="0"/>
          <c:dLbls>
            <c:dLbl>
              <c:idx val="0"/>
              <c:tx>
                <c:rich>
                  <a:bodyPr/>
                  <a:lstStyle/>
                  <a:p>
                    <a:r>
                      <a:rPr lang="en-US"/>
                      <a:t>10.8</a:t>
                    </a:r>
                    <a:endParaRPr lang="en-US" dirty="0"/>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0-8AEF-43FB-B96E-996A4CD2BF8A}"/>
                </c:ext>
              </c:extLst>
            </c:dLbl>
            <c:dLbl>
              <c:idx val="1"/>
              <c:tx>
                <c:rich>
                  <a:bodyPr/>
                  <a:lstStyle/>
                  <a:p>
                    <a:r>
                      <a:rPr lang="en-US"/>
                      <a:t>11.8</a:t>
                    </a:r>
                    <a:endParaRPr lang="en-US" dirty="0"/>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8AEF-43FB-B96E-996A4CD2BF8A}"/>
                </c:ext>
              </c:extLst>
            </c:dLbl>
            <c:spPr>
              <a:noFill/>
              <a:ln>
                <a:noFill/>
              </a:ln>
              <a:effectLst/>
            </c:spPr>
            <c:txPr>
              <a:bodyPr/>
              <a:lstStyle/>
              <a:p>
                <a:pPr>
                  <a:defRPr sz="1000" b="0" i="0">
                    <a:solidFill>
                      <a:schemeClr val="tx1"/>
                    </a:solidFill>
                  </a:defRPr>
                </a:pPr>
                <a:endParaRPr lang="de-D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Tabelle1!$A$2:$A$3</c:f>
              <c:strCache>
                <c:ptCount val="2"/>
                <c:pt idx="0">
                  <c:v>Sep. 30, 2024</c:v>
                </c:pt>
                <c:pt idx="1">
                  <c:v>Sep. 30, 2023</c:v>
                </c:pt>
              </c:strCache>
            </c:strRef>
          </c:cat>
          <c:val>
            <c:numRef>
              <c:f>Tabelle1!$E$2:$E$3</c:f>
              <c:numCache>
                <c:formatCode>0.0</c:formatCode>
                <c:ptCount val="2"/>
                <c:pt idx="0">
                  <c:v>10.8</c:v>
                </c:pt>
                <c:pt idx="1">
                  <c:v>11.8</c:v>
                </c:pt>
              </c:numCache>
            </c:numRef>
          </c:val>
          <c:extLst>
            <c:ext xmlns:c16="http://schemas.microsoft.com/office/drawing/2014/chart" uri="{C3380CC4-5D6E-409C-BE32-E72D297353CC}">
              <c16:uniqueId val="{00000007-8AEF-43FB-B96E-996A4CD2BF8A}"/>
            </c:ext>
          </c:extLst>
        </c:ser>
        <c:ser>
          <c:idx val="4"/>
          <c:order val="4"/>
          <c:tx>
            <c:strRef>
              <c:f>Tabelle1!$F$1</c:f>
              <c:strCache>
                <c:ptCount val="1"/>
                <c:pt idx="0">
                  <c:v>Inventories</c:v>
                </c:pt>
              </c:strCache>
            </c:strRef>
          </c:tx>
          <c:spPr>
            <a:solidFill>
              <a:srgbClr val="95C664"/>
            </a:solidFill>
          </c:spPr>
          <c:invertIfNegative val="0"/>
          <c:dLbls>
            <c:dLbl>
              <c:idx val="0"/>
              <c:tx>
                <c:rich>
                  <a:bodyPr/>
                  <a:lstStyle/>
                  <a:p>
                    <a:r>
                      <a:rPr lang="en-US"/>
                      <a:t>14.3</a:t>
                    </a:r>
                    <a:endParaRPr lang="en-US" dirty="0"/>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F-8AEF-43FB-B96E-996A4CD2BF8A}"/>
                </c:ext>
              </c:extLst>
            </c:dLbl>
            <c:dLbl>
              <c:idx val="1"/>
              <c:tx>
                <c:rich>
                  <a:bodyPr/>
                  <a:lstStyle/>
                  <a:p>
                    <a:r>
                      <a:rPr lang="en-US"/>
                      <a:t>15.1</a:t>
                    </a:r>
                    <a:endParaRPr lang="en-US" dirty="0"/>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C-8AEF-43FB-B96E-996A4CD2BF8A}"/>
                </c:ext>
              </c:extLst>
            </c:dLbl>
            <c:spPr>
              <a:noFill/>
              <a:ln>
                <a:noFill/>
              </a:ln>
              <a:effectLst/>
            </c:spPr>
            <c:txPr>
              <a:bodyPr/>
              <a:lstStyle/>
              <a:p>
                <a:pPr>
                  <a:defRPr sz="1000" b="0">
                    <a:solidFill>
                      <a:schemeClr val="tx1"/>
                    </a:solidFill>
                  </a:defRPr>
                </a:pPr>
                <a:endParaRPr lang="de-D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Tabelle1!$A$2:$A$3</c:f>
              <c:strCache>
                <c:ptCount val="2"/>
                <c:pt idx="0">
                  <c:v>Sep. 30, 2024</c:v>
                </c:pt>
                <c:pt idx="1">
                  <c:v>Sep. 30, 2023</c:v>
                </c:pt>
              </c:strCache>
            </c:strRef>
          </c:cat>
          <c:val>
            <c:numRef>
              <c:f>Tabelle1!$F$2:$F$3</c:f>
              <c:numCache>
                <c:formatCode>0.0</c:formatCode>
                <c:ptCount val="2"/>
                <c:pt idx="0">
                  <c:v>14.3</c:v>
                </c:pt>
                <c:pt idx="1">
                  <c:v>15.1</c:v>
                </c:pt>
              </c:numCache>
            </c:numRef>
          </c:val>
          <c:extLst>
            <c:ext xmlns:c16="http://schemas.microsoft.com/office/drawing/2014/chart" uri="{C3380CC4-5D6E-409C-BE32-E72D297353CC}">
              <c16:uniqueId val="{00000008-8AEF-43FB-B96E-996A4CD2BF8A}"/>
            </c:ext>
          </c:extLst>
        </c:ser>
        <c:ser>
          <c:idx val="5"/>
          <c:order val="5"/>
          <c:tx>
            <c:strRef>
              <c:f>Tabelle1!$G$1</c:f>
              <c:strCache>
                <c:ptCount val="1"/>
                <c:pt idx="0">
                  <c:v>Long-term assets</c:v>
                </c:pt>
              </c:strCache>
            </c:strRef>
          </c:tx>
          <c:spPr>
            <a:solidFill>
              <a:srgbClr val="3B8809">
                <a:alpha val="70000"/>
              </a:srgbClr>
            </a:solidFill>
            <a:ln>
              <a:noFill/>
            </a:ln>
          </c:spPr>
          <c:invertIfNegative val="0"/>
          <c:dPt>
            <c:idx val="0"/>
            <c:invertIfNegative val="0"/>
            <c:bubble3D val="0"/>
            <c:extLst>
              <c:ext xmlns:c16="http://schemas.microsoft.com/office/drawing/2014/chart" uri="{C3380CC4-5D6E-409C-BE32-E72D297353CC}">
                <c16:uniqueId val="{00000009-8AEF-43FB-B96E-996A4CD2BF8A}"/>
              </c:ext>
            </c:extLst>
          </c:dPt>
          <c:dPt>
            <c:idx val="1"/>
            <c:invertIfNegative val="0"/>
            <c:bubble3D val="0"/>
            <c:extLst>
              <c:ext xmlns:c16="http://schemas.microsoft.com/office/drawing/2014/chart" uri="{C3380CC4-5D6E-409C-BE32-E72D297353CC}">
                <c16:uniqueId val="{0000000A-8AEF-43FB-B96E-996A4CD2BF8A}"/>
              </c:ext>
            </c:extLst>
          </c:dPt>
          <c:dLbls>
            <c:dLbl>
              <c:idx val="0"/>
              <c:tx>
                <c:rich>
                  <a:bodyPr/>
                  <a:lstStyle/>
                  <a:p>
                    <a:r>
                      <a:rPr lang="en-US"/>
                      <a:t>47.6</a:t>
                    </a:r>
                    <a:endParaRPr lang="en-US" dirty="0"/>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8AEF-43FB-B96E-996A4CD2BF8A}"/>
                </c:ext>
              </c:extLst>
            </c:dLbl>
            <c:dLbl>
              <c:idx val="1"/>
              <c:tx>
                <c:rich>
                  <a:bodyPr/>
                  <a:lstStyle/>
                  <a:p>
                    <a:r>
                      <a:rPr lang="en-US"/>
                      <a:t>48.2</a:t>
                    </a:r>
                    <a:endParaRPr lang="en-US" dirty="0"/>
                  </a:p>
                </c:rich>
              </c:tx>
              <c:dLblPos val="ctr"/>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8AEF-43FB-B96E-996A4CD2BF8A}"/>
                </c:ext>
              </c:extLst>
            </c:dLbl>
            <c:spPr>
              <a:noFill/>
              <a:ln>
                <a:noFill/>
              </a:ln>
              <a:effectLst/>
            </c:spPr>
            <c:txPr>
              <a:bodyPr wrap="square" lIns="38100" tIns="19050" rIns="38100" bIns="19050" anchor="ctr">
                <a:spAutoFit/>
              </a:bodyPr>
              <a:lstStyle/>
              <a:p>
                <a:pPr>
                  <a:defRPr sz="1000" b="0">
                    <a:solidFill>
                      <a:schemeClr val="tx1"/>
                    </a:solidFill>
                  </a:defRPr>
                </a:pPr>
                <a:endParaRPr lang="de-DE"/>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ext>
            </c:extLst>
          </c:dLbls>
          <c:cat>
            <c:strRef>
              <c:f>Tabelle1!$A$2:$A$3</c:f>
              <c:strCache>
                <c:ptCount val="2"/>
                <c:pt idx="0">
                  <c:v>Sep. 30, 2024</c:v>
                </c:pt>
                <c:pt idx="1">
                  <c:v>Sep. 30, 2023</c:v>
                </c:pt>
              </c:strCache>
            </c:strRef>
          </c:cat>
          <c:val>
            <c:numRef>
              <c:f>Tabelle1!$G$2:$G$3</c:f>
              <c:numCache>
                <c:formatCode>0.0</c:formatCode>
                <c:ptCount val="2"/>
                <c:pt idx="0">
                  <c:v>47.6</c:v>
                </c:pt>
                <c:pt idx="1">
                  <c:v>48.2</c:v>
                </c:pt>
              </c:numCache>
            </c:numRef>
          </c:val>
          <c:extLst>
            <c:ext xmlns:c16="http://schemas.microsoft.com/office/drawing/2014/chart" uri="{C3380CC4-5D6E-409C-BE32-E72D297353CC}">
              <c16:uniqueId val="{0000000B-8AEF-43FB-B96E-996A4CD2BF8A}"/>
            </c:ext>
          </c:extLst>
        </c:ser>
        <c:dLbls>
          <c:dLblPos val="ctr"/>
          <c:showLegendKey val="0"/>
          <c:showVal val="1"/>
          <c:showCatName val="0"/>
          <c:showSerName val="0"/>
          <c:showPercent val="0"/>
          <c:showBubbleSize val="0"/>
        </c:dLbls>
        <c:gapWidth val="109"/>
        <c:overlap val="100"/>
        <c:axId val="134965888"/>
        <c:axId val="134979968"/>
      </c:barChart>
      <c:catAx>
        <c:axId val="134965888"/>
        <c:scaling>
          <c:orientation val="minMax"/>
        </c:scaling>
        <c:delete val="0"/>
        <c:axPos val="b"/>
        <c:numFmt formatCode="General" sourceLinked="0"/>
        <c:majorTickMark val="none"/>
        <c:minorTickMark val="none"/>
        <c:tickLblPos val="nextTo"/>
        <c:spPr>
          <a:ln w="12700">
            <a:solidFill>
              <a:srgbClr val="000000"/>
            </a:solidFill>
          </a:ln>
        </c:spPr>
        <c:txPr>
          <a:bodyPr/>
          <a:lstStyle/>
          <a:p>
            <a:pPr>
              <a:defRPr sz="1100" b="0">
                <a:solidFill>
                  <a:schemeClr val="tx1"/>
                </a:solidFill>
              </a:defRPr>
            </a:pPr>
            <a:endParaRPr lang="de-DE"/>
          </a:p>
        </c:txPr>
        <c:crossAx val="134979968"/>
        <c:crosses val="autoZero"/>
        <c:auto val="1"/>
        <c:lblAlgn val="ctr"/>
        <c:lblOffset val="100"/>
        <c:noMultiLvlLbl val="0"/>
      </c:catAx>
      <c:valAx>
        <c:axId val="134979968"/>
        <c:scaling>
          <c:orientation val="minMax"/>
        </c:scaling>
        <c:delete val="1"/>
        <c:axPos val="l"/>
        <c:numFmt formatCode="#,##0" sourceLinked="0"/>
        <c:majorTickMark val="out"/>
        <c:minorTickMark val="none"/>
        <c:tickLblPos val="nextTo"/>
        <c:crossAx val="134965888"/>
        <c:crosses val="autoZero"/>
        <c:crossBetween val="between"/>
      </c:valAx>
    </c:plotArea>
    <c:plotVisOnly val="1"/>
    <c:dispBlanksAs val="gap"/>
    <c:showDLblsOverMax val="0"/>
  </c:chart>
  <c:txPr>
    <a:bodyPr/>
    <a:lstStyle/>
    <a:p>
      <a:pPr>
        <a:defRPr sz="1800"/>
      </a:pPr>
      <a:endParaRPr lang="de-DE"/>
    </a:p>
  </c:txPr>
  <c:externalData r:id="rId2">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1724137931034479E-2"/>
          <c:y val="0.11214172357410791"/>
          <c:w val="0.81613432612572279"/>
          <c:h val="0.81613403753345137"/>
        </c:manualLayout>
      </c:layout>
      <c:doughnutChart>
        <c:varyColors val="0"/>
        <c:ser>
          <c:idx val="0"/>
          <c:order val="0"/>
          <c:spPr>
            <a:ln>
              <a:noFill/>
            </a:ln>
          </c:spPr>
          <c:dPt>
            <c:idx val="0"/>
            <c:bubble3D val="0"/>
            <c:spPr>
              <a:solidFill>
                <a:schemeClr val="bg1"/>
              </a:solidFill>
              <a:ln w="12700" cmpd="sng" algn="ctr">
                <a:noFill/>
                <a:prstDash val="solid"/>
              </a:ln>
            </c:spPr>
            <c:extLst>
              <c:ext xmlns:c16="http://schemas.microsoft.com/office/drawing/2014/chart" uri="{C3380CC4-5D6E-409C-BE32-E72D297353CC}">
                <c16:uniqueId val="{00000001-BE96-4579-9773-9895B5EAE44C}"/>
              </c:ext>
            </c:extLst>
          </c:dPt>
          <c:dPt>
            <c:idx val="1"/>
            <c:bubble3D val="0"/>
            <c:spPr>
              <a:solidFill>
                <a:schemeClr val="accent4"/>
              </a:solidFill>
              <a:ln w="12700" cmpd="sng" algn="ctr">
                <a:noFill/>
                <a:prstDash val="solid"/>
              </a:ln>
            </c:spPr>
            <c:extLst>
              <c:ext xmlns:c16="http://schemas.microsoft.com/office/drawing/2014/chart" uri="{C3380CC4-5D6E-409C-BE32-E72D297353CC}">
                <c16:uniqueId val="{00000003-BE96-4579-9773-9895B5EAE44C}"/>
              </c:ext>
            </c:extLst>
          </c:dPt>
          <c:dPt>
            <c:idx val="2"/>
            <c:bubble3D val="0"/>
            <c:spPr>
              <a:solidFill>
                <a:schemeClr val="accent3"/>
              </a:solidFill>
              <a:ln w="12700" cmpd="sng" algn="ctr">
                <a:noFill/>
                <a:prstDash val="solid"/>
              </a:ln>
            </c:spPr>
            <c:extLst>
              <c:ext xmlns:c16="http://schemas.microsoft.com/office/drawing/2014/chart" uri="{C3380CC4-5D6E-409C-BE32-E72D297353CC}">
                <c16:uniqueId val="{00000005-BE96-4579-9773-9895B5EAE44C}"/>
              </c:ext>
            </c:extLst>
          </c:dPt>
          <c:dPt>
            <c:idx val="3"/>
            <c:bubble3D val="0"/>
            <c:spPr>
              <a:solidFill>
                <a:schemeClr val="accent1"/>
              </a:solidFill>
              <a:ln w="12700" cmpd="sng" algn="ctr">
                <a:noFill/>
                <a:prstDash val="solid"/>
              </a:ln>
            </c:spPr>
            <c:extLst>
              <c:ext xmlns:c16="http://schemas.microsoft.com/office/drawing/2014/chart" uri="{C3380CC4-5D6E-409C-BE32-E72D297353CC}">
                <c16:uniqueId val="{00000007-BE96-4579-9773-9895B5EAE44C}"/>
              </c:ext>
            </c:extLst>
          </c:dPt>
          <c:dLbls>
            <c:dLbl>
              <c:idx val="0"/>
              <c:layout>
                <c:manualLayout>
                  <c:x val="3.3778845205222237E-2"/>
                  <c:y val="-0.27554116289201069"/>
                </c:manualLayout>
              </c:layout>
              <c:tx>
                <c:rich>
                  <a:bodyPr/>
                  <a:lstStyle/>
                  <a:p>
                    <a:fld id="{0D76C383-DFB2-964C-9AEE-0392A9053C35}" type="VALUE">
                      <a:rPr lang="en-US" smtClean="0"/>
                      <a:pPr/>
                      <a:t>[VALUE]</a:t>
                    </a:fld>
                    <a:endParaRPr lang="en-DE"/>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BE96-4579-9773-9895B5EAE44C}"/>
                </c:ext>
              </c:extLst>
            </c:dLbl>
            <c:dLbl>
              <c:idx val="1"/>
              <c:layout>
                <c:manualLayout>
                  <c:x val="-4.4347862062820036E-2"/>
                  <c:y val="0.16103556455764956"/>
                </c:manualLayout>
              </c:layout>
              <c:tx>
                <c:rich>
                  <a:bodyPr/>
                  <a:lstStyle/>
                  <a:p>
                    <a:fld id="{0BE05EF0-10A9-B946-ACDA-D7EB399488CA}" type="VALUE">
                      <a:rPr lang="en-US" smtClean="0"/>
                      <a:pPr/>
                      <a:t>[VALUE]</a:t>
                    </a:fld>
                    <a:endParaRPr lang="en-DE"/>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BE96-4579-9773-9895B5EAE44C}"/>
                </c:ext>
              </c:extLst>
            </c:dLbl>
            <c:dLbl>
              <c:idx val="2"/>
              <c:layout>
                <c:manualLayout>
                  <c:x val="-8.4349400455088236E-2"/>
                  <c:y val="-8.4349363106961187E-2"/>
                </c:manualLayout>
              </c:layout>
              <c:tx>
                <c:rich>
                  <a:bodyPr/>
                  <a:lstStyle/>
                  <a:p>
                    <a:fld id="{E858BADA-9F02-544E-80B1-E4DE0E33C3D5}" type="VALUE">
                      <a:rPr lang="en-US" smtClean="0"/>
                      <a:pPr/>
                      <a:t>[VALUE]</a:t>
                    </a:fld>
                    <a:endParaRPr lang="en-DE"/>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BE96-4579-9773-9895B5EAE44C}"/>
                </c:ext>
              </c:extLst>
            </c:dLbl>
            <c:dLbl>
              <c:idx val="3"/>
              <c:layout>
                <c:manualLayout>
                  <c:x val="-1.6869847497606203E-2"/>
                  <c:y val="-0.10344235680330507"/>
                </c:manualLayout>
              </c:layout>
              <c:tx>
                <c:rich>
                  <a:bodyPr/>
                  <a:lstStyle/>
                  <a:p>
                    <a:fld id="{769003AF-2051-154F-80B9-C7F39566B4E4}" type="VALUE">
                      <a:rPr lang="en-US" smtClean="0"/>
                      <a:pPr/>
                      <a:t>[VALUE]</a:t>
                    </a:fld>
                    <a:endParaRPr lang="en-DE"/>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BE96-4579-9773-9895B5EAE44C}"/>
                </c:ext>
              </c:extLst>
            </c:dLbl>
            <c:numFmt formatCode="0%" sourceLinked="0"/>
            <c:spPr>
              <a:noFill/>
              <a:ln>
                <a:noFill/>
              </a:ln>
              <a:effectLst/>
            </c:spPr>
            <c:txPr>
              <a:bodyPr wrap="square" lIns="38100" tIns="19050" rIns="38100" bIns="19050" anchor="ctr">
                <a:spAutoFit/>
              </a:bodyPr>
              <a:lstStyle/>
              <a:p>
                <a:pPr>
                  <a:defRPr sz="1800" b="1"/>
                </a:pPr>
                <a:endParaRPr lang="de-DE"/>
              </a:p>
            </c:txPr>
            <c:showLegendKey val="0"/>
            <c:showVal val="1"/>
            <c:showCatName val="0"/>
            <c:showSerName val="0"/>
            <c:showPercent val="0"/>
            <c:showBubbleSize val="0"/>
            <c:showLeaderLines val="0"/>
            <c:extLst>
              <c:ext xmlns:c15="http://schemas.microsoft.com/office/drawing/2012/chart" uri="{CE6537A1-D6FC-4f65-9D91-7224C49458BB}"/>
            </c:extLst>
          </c:dLbls>
          <c:val>
            <c:numRef>
              <c:f>Sheet1!$A$1:$A$4</c:f>
              <c:numCache>
                <c:formatCode>0%</c:formatCode>
                <c:ptCount val="4"/>
                <c:pt idx="0">
                  <c:v>0.46</c:v>
                </c:pt>
                <c:pt idx="1">
                  <c:v>0.42</c:v>
                </c:pt>
                <c:pt idx="2">
                  <c:v>0.08</c:v>
                </c:pt>
                <c:pt idx="3">
                  <c:v>0.04</c:v>
                </c:pt>
              </c:numCache>
            </c:numRef>
          </c:val>
          <c:extLst>
            <c:ext xmlns:c16="http://schemas.microsoft.com/office/drawing/2014/chart" uri="{C3380CC4-5D6E-409C-BE32-E72D297353CC}">
              <c16:uniqueId val="{00000008-BE96-4579-9773-9895B5EAE44C}"/>
            </c:ext>
          </c:extLst>
        </c:ser>
        <c:dLbls>
          <c:showLegendKey val="0"/>
          <c:showVal val="1"/>
          <c:showCatName val="0"/>
          <c:showSerName val="0"/>
          <c:showPercent val="0"/>
          <c:showBubbleSize val="0"/>
          <c:showLeaderLines val="0"/>
        </c:dLbls>
        <c:firstSliceAng val="0"/>
        <c:holeSize val="76"/>
      </c:doughnutChart>
    </c:plotArea>
    <c:plotVisOnly val="0"/>
    <c:dispBlanksAs val="gap"/>
    <c:showDLblsOverMax val="1"/>
  </c:chart>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1724137931034479E-2"/>
          <c:y val="0.11663255520540428"/>
          <c:w val="0.75349148604305005"/>
          <c:h val="0.7534912396034682"/>
        </c:manualLayout>
      </c:layout>
      <c:doughnutChart>
        <c:varyColors val="0"/>
        <c:ser>
          <c:idx val="0"/>
          <c:order val="0"/>
          <c:spPr>
            <a:ln>
              <a:noFill/>
            </a:ln>
          </c:spPr>
          <c:dPt>
            <c:idx val="0"/>
            <c:bubble3D val="0"/>
            <c:spPr>
              <a:solidFill>
                <a:schemeClr val="bg1"/>
              </a:solidFill>
              <a:ln w="12700" cmpd="sng" algn="ctr">
                <a:noFill/>
                <a:prstDash val="solid"/>
              </a:ln>
            </c:spPr>
            <c:extLst>
              <c:ext xmlns:c16="http://schemas.microsoft.com/office/drawing/2014/chart" uri="{C3380CC4-5D6E-409C-BE32-E72D297353CC}">
                <c16:uniqueId val="{00000001-7E10-4964-93EC-0C9025B25930}"/>
              </c:ext>
            </c:extLst>
          </c:dPt>
          <c:dPt>
            <c:idx val="1"/>
            <c:bubble3D val="0"/>
            <c:spPr>
              <a:solidFill>
                <a:schemeClr val="accent4"/>
              </a:solidFill>
              <a:ln w="12700" cmpd="sng" algn="ctr">
                <a:noFill/>
                <a:prstDash val="solid"/>
              </a:ln>
            </c:spPr>
            <c:extLst>
              <c:ext xmlns:c16="http://schemas.microsoft.com/office/drawing/2014/chart" uri="{C3380CC4-5D6E-409C-BE32-E72D297353CC}">
                <c16:uniqueId val="{00000003-7E10-4964-93EC-0C9025B25930}"/>
              </c:ext>
            </c:extLst>
          </c:dPt>
          <c:dPt>
            <c:idx val="2"/>
            <c:bubble3D val="0"/>
            <c:spPr>
              <a:solidFill>
                <a:schemeClr val="accent3"/>
              </a:solidFill>
              <a:ln w="12700" cmpd="sng" algn="ctr">
                <a:noFill/>
                <a:prstDash val="solid"/>
              </a:ln>
            </c:spPr>
            <c:extLst>
              <c:ext xmlns:c16="http://schemas.microsoft.com/office/drawing/2014/chart" uri="{C3380CC4-5D6E-409C-BE32-E72D297353CC}">
                <c16:uniqueId val="{00000005-7E10-4964-93EC-0C9025B25930}"/>
              </c:ext>
            </c:extLst>
          </c:dPt>
          <c:dPt>
            <c:idx val="3"/>
            <c:bubble3D val="0"/>
            <c:spPr>
              <a:solidFill>
                <a:schemeClr val="accent1"/>
              </a:solidFill>
              <a:ln w="12700" cmpd="sng" algn="ctr">
                <a:noFill/>
                <a:prstDash val="solid"/>
              </a:ln>
            </c:spPr>
            <c:extLst>
              <c:ext xmlns:c16="http://schemas.microsoft.com/office/drawing/2014/chart" uri="{C3380CC4-5D6E-409C-BE32-E72D297353CC}">
                <c16:uniqueId val="{00000007-7E10-4964-93EC-0C9025B25930}"/>
              </c:ext>
            </c:extLst>
          </c:dPt>
          <c:dLbls>
            <c:dLbl>
              <c:idx val="0"/>
              <c:layout>
                <c:manualLayout>
                  <c:x val="2.4797178766633156E-2"/>
                  <c:y val="-0.27105033126071437"/>
                </c:manualLayout>
              </c:layout>
              <c:tx>
                <c:rich>
                  <a:bodyPr/>
                  <a:lstStyle/>
                  <a:p>
                    <a:fld id="{0D76C383-DFB2-964C-9AEE-0392A9053C35}" type="VALUE">
                      <a:rPr lang="en-US" smtClean="0"/>
                      <a:pPr/>
                      <a:t>[VALUE]</a:t>
                    </a:fld>
                    <a:endParaRPr lang="en-DE"/>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7E10-4964-93EC-0C9025B25930}"/>
                </c:ext>
              </c:extLst>
            </c:dLbl>
            <c:dLbl>
              <c:idx val="1"/>
              <c:layout>
                <c:manualLayout>
                  <c:x val="4.2892433023091599E-2"/>
                  <c:y val="0.11091574516518343"/>
                </c:manualLayout>
              </c:layout>
              <c:tx>
                <c:rich>
                  <a:bodyPr/>
                  <a:lstStyle/>
                  <a:p>
                    <a:fld id="{0BE05EF0-10A9-B946-ACDA-D7EB399488CA}" type="VALUE">
                      <a:rPr lang="en-US" smtClean="0"/>
                      <a:pPr/>
                      <a:t>[VALUE]</a:t>
                    </a:fld>
                    <a:endParaRPr lang="en-DE"/>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7E10-4964-93EC-0C9025B25930}"/>
                </c:ext>
              </c:extLst>
            </c:dLbl>
            <c:dLbl>
              <c:idx val="2"/>
              <c:layout>
                <c:manualLayout>
                  <c:x val="-1.6414342525238684E-2"/>
                  <c:y val="-0.3672717341889315"/>
                </c:manualLayout>
              </c:layout>
              <c:tx>
                <c:rich>
                  <a:bodyPr/>
                  <a:lstStyle/>
                  <a:p>
                    <a:fld id="{E858BADA-9F02-544E-80B1-E4DE0E33C3D5}" type="VALUE">
                      <a:rPr lang="en-US" smtClean="0"/>
                      <a:pPr/>
                      <a:t>[VALUE]</a:t>
                    </a:fld>
                    <a:endParaRPr lang="en-DE"/>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7E10-4964-93EC-0C9025B25930}"/>
                </c:ext>
              </c:extLst>
            </c:dLbl>
            <c:dLbl>
              <c:idx val="3"/>
              <c:layout>
                <c:manualLayout>
                  <c:x val="-1.6869847497606203E-2"/>
                  <c:y val="-0.10344235680330507"/>
                </c:manualLayout>
              </c:layout>
              <c:tx>
                <c:rich>
                  <a:bodyPr/>
                  <a:lstStyle/>
                  <a:p>
                    <a:fld id="{769003AF-2051-154F-80B9-C7F39566B4E4}" type="VALUE">
                      <a:rPr lang="en-US" smtClean="0"/>
                      <a:pPr/>
                      <a:t>[VALUE]</a:t>
                    </a:fld>
                    <a:endParaRPr lang="en-DE"/>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7E10-4964-93EC-0C9025B25930}"/>
                </c:ext>
              </c:extLst>
            </c:dLbl>
            <c:numFmt formatCode="0%" sourceLinked="0"/>
            <c:spPr>
              <a:noFill/>
              <a:ln>
                <a:noFill/>
              </a:ln>
              <a:effectLst/>
            </c:spPr>
            <c:txPr>
              <a:bodyPr wrap="square" lIns="38100" tIns="19050" rIns="38100" bIns="19050" anchor="ctr">
                <a:spAutoFit/>
              </a:bodyPr>
              <a:lstStyle/>
              <a:p>
                <a:pPr>
                  <a:defRPr sz="1800" b="1"/>
                </a:pPr>
                <a:endParaRPr lang="de-DE"/>
              </a:p>
            </c:txPr>
            <c:showLegendKey val="0"/>
            <c:showVal val="1"/>
            <c:showCatName val="0"/>
            <c:showSerName val="0"/>
            <c:showPercent val="0"/>
            <c:showBubbleSize val="0"/>
            <c:showLeaderLines val="0"/>
            <c:extLst>
              <c:ext xmlns:c15="http://schemas.microsoft.com/office/drawing/2012/chart" uri="{CE6537A1-D6FC-4f65-9D91-7224C49458BB}"/>
            </c:extLst>
          </c:dLbls>
          <c:val>
            <c:numRef>
              <c:f>Sheet1!$A$1:$A$4</c:f>
              <c:numCache>
                <c:formatCode>0%</c:formatCode>
                <c:ptCount val="4"/>
                <c:pt idx="0">
                  <c:v>0.45</c:v>
                </c:pt>
                <c:pt idx="1">
                  <c:v>0.04</c:v>
                </c:pt>
                <c:pt idx="2">
                  <c:v>0.48</c:v>
                </c:pt>
                <c:pt idx="3">
                  <c:v>0.03</c:v>
                </c:pt>
              </c:numCache>
            </c:numRef>
          </c:val>
          <c:extLst>
            <c:ext xmlns:c16="http://schemas.microsoft.com/office/drawing/2014/chart" uri="{C3380CC4-5D6E-409C-BE32-E72D297353CC}">
              <c16:uniqueId val="{00000008-7E10-4964-93EC-0C9025B25930}"/>
            </c:ext>
          </c:extLst>
        </c:ser>
        <c:dLbls>
          <c:showLegendKey val="0"/>
          <c:showVal val="1"/>
          <c:showCatName val="0"/>
          <c:showSerName val="0"/>
          <c:showPercent val="0"/>
          <c:showBubbleSize val="0"/>
          <c:showLeaderLines val="0"/>
        </c:dLbls>
        <c:firstSliceAng val="0"/>
        <c:holeSize val="76"/>
      </c:doughnutChart>
    </c:plotArea>
    <c:plotVisOnly val="0"/>
    <c:dispBlanksAs val="gap"/>
    <c:showDLblsOverMax val="1"/>
  </c:chart>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7.1724137931034479E-2"/>
          <c:y val="0.11663255520540428"/>
          <c:w val="0.81164349290642857"/>
          <c:h val="0.81164320590215522"/>
        </c:manualLayout>
      </c:layout>
      <c:doughnutChart>
        <c:varyColors val="0"/>
        <c:ser>
          <c:idx val="0"/>
          <c:order val="0"/>
          <c:spPr>
            <a:ln>
              <a:noFill/>
            </a:ln>
          </c:spPr>
          <c:dPt>
            <c:idx val="0"/>
            <c:bubble3D val="0"/>
            <c:spPr>
              <a:solidFill>
                <a:schemeClr val="bg1"/>
              </a:solidFill>
              <a:ln w="12700" cmpd="sng" algn="ctr">
                <a:noFill/>
                <a:prstDash val="solid"/>
              </a:ln>
            </c:spPr>
            <c:extLst>
              <c:ext xmlns:c16="http://schemas.microsoft.com/office/drawing/2014/chart" uri="{C3380CC4-5D6E-409C-BE32-E72D297353CC}">
                <c16:uniqueId val="{00000001-BB68-44E5-AEBC-7FF22A107AEE}"/>
              </c:ext>
            </c:extLst>
          </c:dPt>
          <c:dPt>
            <c:idx val="1"/>
            <c:bubble3D val="0"/>
            <c:spPr>
              <a:solidFill>
                <a:schemeClr val="accent4"/>
              </a:solidFill>
              <a:ln w="12700" cmpd="sng" algn="ctr">
                <a:noFill/>
                <a:prstDash val="solid"/>
              </a:ln>
            </c:spPr>
            <c:extLst>
              <c:ext xmlns:c16="http://schemas.microsoft.com/office/drawing/2014/chart" uri="{C3380CC4-5D6E-409C-BE32-E72D297353CC}">
                <c16:uniqueId val="{00000003-BB68-44E5-AEBC-7FF22A107AEE}"/>
              </c:ext>
            </c:extLst>
          </c:dPt>
          <c:dPt>
            <c:idx val="2"/>
            <c:bubble3D val="0"/>
            <c:spPr>
              <a:solidFill>
                <a:schemeClr val="accent3"/>
              </a:solidFill>
              <a:ln w="12700" cmpd="sng" algn="ctr">
                <a:noFill/>
                <a:prstDash val="solid"/>
              </a:ln>
            </c:spPr>
            <c:extLst>
              <c:ext xmlns:c16="http://schemas.microsoft.com/office/drawing/2014/chart" uri="{C3380CC4-5D6E-409C-BE32-E72D297353CC}">
                <c16:uniqueId val="{00000005-BB68-44E5-AEBC-7FF22A107AEE}"/>
              </c:ext>
            </c:extLst>
          </c:dPt>
          <c:dPt>
            <c:idx val="3"/>
            <c:bubble3D val="0"/>
            <c:spPr>
              <a:solidFill>
                <a:schemeClr val="accent1"/>
              </a:solidFill>
              <a:ln w="12700" cmpd="sng" algn="ctr">
                <a:noFill/>
                <a:prstDash val="solid"/>
              </a:ln>
            </c:spPr>
            <c:extLst>
              <c:ext xmlns:c16="http://schemas.microsoft.com/office/drawing/2014/chart" uri="{C3380CC4-5D6E-409C-BE32-E72D297353CC}">
                <c16:uniqueId val="{00000007-BB68-44E5-AEBC-7FF22A107AEE}"/>
              </c:ext>
            </c:extLst>
          </c:dPt>
          <c:dLbls>
            <c:dLbl>
              <c:idx val="0"/>
              <c:layout>
                <c:manualLayout>
                  <c:x val="0.11910467637181694"/>
                  <c:y val="-9.7719081861849286E-2"/>
                </c:manualLayout>
              </c:layout>
              <c:tx>
                <c:rich>
                  <a:bodyPr/>
                  <a:lstStyle/>
                  <a:p>
                    <a:fld id="{0D76C383-DFB2-964C-9AEE-0392A9053C35}" type="VALUE">
                      <a:rPr lang="en-US" smtClean="0"/>
                      <a:pPr/>
                      <a:t>[VALUE]</a:t>
                    </a:fld>
                    <a:endParaRPr lang="en-DE"/>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BB68-44E5-AEBC-7FF22A107AEE}"/>
                </c:ext>
              </c:extLst>
            </c:dLbl>
            <c:dLbl>
              <c:idx val="1"/>
              <c:layout>
                <c:manualLayout>
                  <c:x val="8.9475785391920679E-2"/>
                  <c:y val="0.15205390129505683"/>
                </c:manualLayout>
              </c:layout>
              <c:tx>
                <c:rich>
                  <a:bodyPr/>
                  <a:lstStyle/>
                  <a:p>
                    <a:fld id="{0BE05EF0-10A9-B946-ACDA-D7EB399488CA}" type="VALUE">
                      <a:rPr lang="en-US" smtClean="0"/>
                      <a:pPr/>
                      <a:t>[VALUE]</a:t>
                    </a:fld>
                    <a:endParaRPr lang="en-DE"/>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BB68-44E5-AEBC-7FF22A107AEE}"/>
                </c:ext>
              </c:extLst>
            </c:dLbl>
            <c:dLbl>
              <c:idx val="2"/>
              <c:layout>
                <c:manualLayout>
                  <c:x val="-0.25051034606643674"/>
                  <c:y val="9.7631386881962554E-4"/>
                </c:manualLayout>
              </c:layout>
              <c:tx>
                <c:rich>
                  <a:bodyPr/>
                  <a:lstStyle/>
                  <a:p>
                    <a:fld id="{E858BADA-9F02-544E-80B1-E4DE0E33C3D5}" type="VALUE">
                      <a:rPr lang="en-US" smtClean="0"/>
                      <a:pPr/>
                      <a:t>[VALUE]</a:t>
                    </a:fld>
                    <a:endParaRPr lang="en-DE"/>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BB68-44E5-AEBC-7FF22A107AEE}"/>
                </c:ext>
              </c:extLst>
            </c:dLbl>
            <c:dLbl>
              <c:idx val="3"/>
              <c:layout>
                <c:manualLayout>
                  <c:x val="-8.4232472401708211E-2"/>
                  <c:y val="-0.10793307175712451"/>
                </c:manualLayout>
              </c:layout>
              <c:tx>
                <c:rich>
                  <a:bodyPr/>
                  <a:lstStyle/>
                  <a:p>
                    <a:fld id="{769003AF-2051-154F-80B9-C7F39566B4E4}" type="VALUE">
                      <a:rPr lang="en-US" smtClean="0"/>
                      <a:pPr/>
                      <a:t>[VALUE]</a:t>
                    </a:fld>
                    <a:endParaRPr lang="en-DE"/>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7-BB68-44E5-AEBC-7FF22A107AEE}"/>
                </c:ext>
              </c:extLst>
            </c:dLbl>
            <c:numFmt formatCode="0%" sourceLinked="0"/>
            <c:spPr>
              <a:noFill/>
              <a:ln>
                <a:noFill/>
              </a:ln>
              <a:effectLst/>
            </c:spPr>
            <c:txPr>
              <a:bodyPr wrap="square" lIns="38100" tIns="19050" rIns="38100" bIns="19050" anchor="ctr">
                <a:spAutoFit/>
              </a:bodyPr>
              <a:lstStyle/>
              <a:p>
                <a:pPr>
                  <a:defRPr sz="1800" b="1"/>
                </a:pPr>
                <a:endParaRPr lang="de-DE"/>
              </a:p>
            </c:txPr>
            <c:showLegendKey val="0"/>
            <c:showVal val="1"/>
            <c:showCatName val="0"/>
            <c:showSerName val="0"/>
            <c:showPercent val="0"/>
            <c:showBubbleSize val="0"/>
            <c:showLeaderLines val="0"/>
            <c:extLst>
              <c:ext xmlns:c15="http://schemas.microsoft.com/office/drawing/2012/chart" uri="{CE6537A1-D6FC-4f65-9D91-7224C49458BB}"/>
            </c:extLst>
          </c:dLbls>
          <c:val>
            <c:numRef>
              <c:f>Sheet1!$A$1:$A$4</c:f>
              <c:numCache>
                <c:formatCode>0%</c:formatCode>
                <c:ptCount val="4"/>
                <c:pt idx="0">
                  <c:v>0.22</c:v>
                </c:pt>
                <c:pt idx="1">
                  <c:v>0.15</c:v>
                </c:pt>
                <c:pt idx="2">
                  <c:v>0.37</c:v>
                </c:pt>
                <c:pt idx="3">
                  <c:v>0.27</c:v>
                </c:pt>
              </c:numCache>
            </c:numRef>
          </c:val>
          <c:extLst>
            <c:ext xmlns:c16="http://schemas.microsoft.com/office/drawing/2014/chart" uri="{C3380CC4-5D6E-409C-BE32-E72D297353CC}">
              <c16:uniqueId val="{00000008-BB68-44E5-AEBC-7FF22A107AEE}"/>
            </c:ext>
          </c:extLst>
        </c:ser>
        <c:dLbls>
          <c:showLegendKey val="0"/>
          <c:showVal val="1"/>
          <c:showCatName val="0"/>
          <c:showSerName val="0"/>
          <c:showPercent val="0"/>
          <c:showBubbleSize val="0"/>
          <c:showLeaderLines val="0"/>
        </c:dLbls>
        <c:firstSliceAng val="0"/>
        <c:holeSize val="76"/>
      </c:doughnutChart>
    </c:plotArea>
    <c:plotVisOnly val="0"/>
    <c:dispBlanksAs val="gap"/>
    <c:showDLblsOverMax val="1"/>
  </c:chart>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Tabelle1!$B$1</c:f>
              <c:strCache>
                <c:ptCount val="1"/>
                <c:pt idx="0">
                  <c:v>Verkauf</c:v>
                </c:pt>
              </c:strCache>
            </c:strRef>
          </c:tx>
          <c:spPr>
            <a:ln>
              <a:noFill/>
            </a:ln>
          </c:spPr>
          <c:dPt>
            <c:idx val="0"/>
            <c:bubble3D val="0"/>
            <c:spPr>
              <a:solidFill>
                <a:schemeClr val="accent3"/>
              </a:solidFill>
              <a:ln w="19050">
                <a:noFill/>
              </a:ln>
              <a:effectLst/>
            </c:spPr>
            <c:extLst>
              <c:ext xmlns:c16="http://schemas.microsoft.com/office/drawing/2014/chart" uri="{C3380CC4-5D6E-409C-BE32-E72D297353CC}">
                <c16:uniqueId val="{00000001-99F8-452F-B088-041845644A10}"/>
              </c:ext>
            </c:extLst>
          </c:dPt>
          <c:dPt>
            <c:idx val="1"/>
            <c:bubble3D val="0"/>
            <c:spPr>
              <a:solidFill>
                <a:schemeClr val="accent1"/>
              </a:solidFill>
              <a:ln w="19050">
                <a:noFill/>
              </a:ln>
              <a:effectLst/>
            </c:spPr>
            <c:extLst>
              <c:ext xmlns:c16="http://schemas.microsoft.com/office/drawing/2014/chart" uri="{C3380CC4-5D6E-409C-BE32-E72D297353CC}">
                <c16:uniqueId val="{00000003-99F8-452F-B088-041845644A10}"/>
              </c:ext>
            </c:extLst>
          </c:dPt>
          <c:cat>
            <c:strRef>
              <c:f>Tabelle1!$A$2:$A$3</c:f>
              <c:strCache>
                <c:ptCount val="2"/>
                <c:pt idx="0">
                  <c:v>1. Quartal</c:v>
                </c:pt>
                <c:pt idx="1">
                  <c:v>2. Quartal</c:v>
                </c:pt>
              </c:strCache>
            </c:strRef>
          </c:cat>
          <c:val>
            <c:numRef>
              <c:f>Tabelle1!$B$2:$B$3</c:f>
              <c:numCache>
                <c:formatCode>General</c:formatCode>
                <c:ptCount val="2"/>
                <c:pt idx="0">
                  <c:v>50</c:v>
                </c:pt>
                <c:pt idx="1">
                  <c:v>50</c:v>
                </c:pt>
              </c:numCache>
            </c:numRef>
          </c:val>
          <c:extLst>
            <c:ext xmlns:c16="http://schemas.microsoft.com/office/drawing/2014/chart" uri="{C3380CC4-5D6E-409C-BE32-E72D297353CC}">
              <c16:uniqueId val="{00000004-99F8-452F-B088-041845644A10}"/>
            </c:ext>
          </c:extLst>
        </c:ser>
        <c:dLbls>
          <c:showLegendKey val="0"/>
          <c:showVal val="0"/>
          <c:showCatName val="0"/>
          <c:showSerName val="0"/>
          <c:showPercent val="0"/>
          <c:showBubbleSize val="0"/>
          <c:showLeaderLines val="1"/>
        </c:dLbls>
        <c:firstSliceAng val="11"/>
        <c:holeSize val="66"/>
      </c:doughnutChart>
      <c:spPr>
        <a:noFill/>
        <a:ln>
          <a:noFill/>
        </a:ln>
        <a:effectLst/>
      </c:spPr>
    </c:plotArea>
    <c:plotVisOnly val="1"/>
    <c:dispBlanksAs val="gap"/>
    <c:showDLblsOverMax val="0"/>
  </c:chart>
  <c:spPr>
    <a:noFill/>
    <a:ln>
      <a:noFill/>
    </a:ln>
    <a:effectLst/>
  </c:spPr>
  <c:txPr>
    <a:bodyPr/>
    <a:lstStyle/>
    <a:p>
      <a:pPr>
        <a:defRPr/>
      </a:pPr>
      <a:endParaRPr lang="de-DE"/>
    </a:p>
  </c:txPr>
  <c:externalData r:id="rId3">
    <c:autoUpdate val="0"/>
  </c:externalData>
</c:chartSpace>
</file>

<file path=ppt/charts/chart1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Tabelle1!$B$1</c:f>
              <c:strCache>
                <c:ptCount val="1"/>
                <c:pt idx="0">
                  <c:v>Verkauf</c:v>
                </c:pt>
              </c:strCache>
            </c:strRef>
          </c:tx>
          <c:spPr>
            <a:ln>
              <a:noFill/>
            </a:ln>
          </c:spPr>
          <c:dPt>
            <c:idx val="0"/>
            <c:bubble3D val="0"/>
            <c:spPr>
              <a:solidFill>
                <a:schemeClr val="accent3"/>
              </a:solidFill>
              <a:ln w="19050">
                <a:noFill/>
              </a:ln>
              <a:effectLst/>
            </c:spPr>
            <c:extLst>
              <c:ext xmlns:c16="http://schemas.microsoft.com/office/drawing/2014/chart" uri="{C3380CC4-5D6E-409C-BE32-E72D297353CC}">
                <c16:uniqueId val="{00000001-E6D3-4F04-9A4D-25953797AB63}"/>
              </c:ext>
            </c:extLst>
          </c:dPt>
          <c:dPt>
            <c:idx val="1"/>
            <c:bubble3D val="0"/>
            <c:spPr>
              <a:solidFill>
                <a:schemeClr val="accent1"/>
              </a:solidFill>
              <a:ln w="19050">
                <a:noFill/>
              </a:ln>
              <a:effectLst/>
            </c:spPr>
            <c:extLst>
              <c:ext xmlns:c16="http://schemas.microsoft.com/office/drawing/2014/chart" uri="{C3380CC4-5D6E-409C-BE32-E72D297353CC}">
                <c16:uniqueId val="{00000003-E6D3-4F04-9A4D-25953797AB63}"/>
              </c:ext>
            </c:extLst>
          </c:dPt>
          <c:cat>
            <c:strRef>
              <c:f>Tabelle1!$A$2:$A$3</c:f>
              <c:strCache>
                <c:ptCount val="2"/>
                <c:pt idx="0">
                  <c:v>1. Quartal</c:v>
                </c:pt>
                <c:pt idx="1">
                  <c:v>2. Quartal</c:v>
                </c:pt>
              </c:strCache>
            </c:strRef>
          </c:cat>
          <c:val>
            <c:numRef>
              <c:f>Tabelle1!$B$2:$B$3</c:f>
              <c:numCache>
                <c:formatCode>General</c:formatCode>
                <c:ptCount val="2"/>
                <c:pt idx="0">
                  <c:v>80</c:v>
                </c:pt>
                <c:pt idx="1">
                  <c:v>20</c:v>
                </c:pt>
              </c:numCache>
            </c:numRef>
          </c:val>
          <c:extLst>
            <c:ext xmlns:c16="http://schemas.microsoft.com/office/drawing/2014/chart" uri="{C3380CC4-5D6E-409C-BE32-E72D297353CC}">
              <c16:uniqueId val="{00000004-E6D3-4F04-9A4D-25953797AB63}"/>
            </c:ext>
          </c:extLst>
        </c:ser>
        <c:dLbls>
          <c:showLegendKey val="0"/>
          <c:showVal val="0"/>
          <c:showCatName val="0"/>
          <c:showSerName val="0"/>
          <c:showPercent val="0"/>
          <c:showBubbleSize val="0"/>
          <c:showLeaderLines val="1"/>
        </c:dLbls>
        <c:firstSliceAng val="34"/>
        <c:holeSize val="66"/>
      </c:doughnutChart>
      <c:spPr>
        <a:noFill/>
        <a:ln>
          <a:noFill/>
        </a:ln>
        <a:effectLst/>
      </c:spPr>
    </c:plotArea>
    <c:plotVisOnly val="1"/>
    <c:dispBlanksAs val="gap"/>
    <c:showDLblsOverMax val="0"/>
  </c:chart>
  <c:spPr>
    <a:noFill/>
    <a:ln>
      <a:noFill/>
    </a:ln>
    <a:effectLst/>
  </c:spPr>
  <c:txPr>
    <a:bodyPr/>
    <a:lstStyle/>
    <a:p>
      <a:pPr>
        <a:defRPr/>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4283" cy="495300"/>
          </a:xfrm>
          <a:prstGeom prst="rect">
            <a:avLst/>
          </a:prstGeom>
        </p:spPr>
        <p:txBody>
          <a:bodyPr vert="horz" lIns="91440" tIns="45720" rIns="91440" bIns="45720" rtlCol="0"/>
          <a:lstStyle>
            <a:lvl1pPr algn="l">
              <a:defRPr sz="1200"/>
            </a:lvl1pPr>
          </a:lstStyle>
          <a:p>
            <a:endParaRPr lang="de-DE" dirty="0">
              <a:latin typeface="Arial" pitchFamily="34" charset="0"/>
              <a:cs typeface="Arial" pitchFamily="34" charset="0"/>
            </a:endParaRPr>
          </a:p>
        </p:txBody>
      </p:sp>
      <p:sp>
        <p:nvSpPr>
          <p:cNvPr id="3" name="Datumsplatzhalter 2"/>
          <p:cNvSpPr>
            <a:spLocks noGrp="1"/>
          </p:cNvSpPr>
          <p:nvPr>
            <p:ph type="dt" sz="quarter" idx="1"/>
          </p:nvPr>
        </p:nvSpPr>
        <p:spPr>
          <a:xfrm>
            <a:off x="3848645" y="0"/>
            <a:ext cx="2944283" cy="495300"/>
          </a:xfrm>
          <a:prstGeom prst="rect">
            <a:avLst/>
          </a:prstGeom>
        </p:spPr>
        <p:txBody>
          <a:bodyPr vert="horz" lIns="91440" tIns="45720" rIns="91440" bIns="45720" rtlCol="0"/>
          <a:lstStyle>
            <a:lvl1pPr algn="r">
              <a:defRPr sz="1200"/>
            </a:lvl1pPr>
          </a:lstStyle>
          <a:p>
            <a:endParaRPr lang="de-DE" dirty="0">
              <a:latin typeface="Arial" pitchFamily="34" charset="0"/>
              <a:cs typeface="Arial" pitchFamily="34" charset="0"/>
            </a:endParaRPr>
          </a:p>
        </p:txBody>
      </p:sp>
      <p:sp>
        <p:nvSpPr>
          <p:cNvPr id="4" name="Fußzeilenplatzhalter 3"/>
          <p:cNvSpPr>
            <a:spLocks noGrp="1"/>
          </p:cNvSpPr>
          <p:nvPr>
            <p:ph type="ftr" sz="quarter" idx="2"/>
          </p:nvPr>
        </p:nvSpPr>
        <p:spPr>
          <a:xfrm>
            <a:off x="0" y="9408981"/>
            <a:ext cx="2944283" cy="495300"/>
          </a:xfrm>
          <a:prstGeom prst="rect">
            <a:avLst/>
          </a:prstGeom>
        </p:spPr>
        <p:txBody>
          <a:bodyPr vert="horz" lIns="91440" tIns="45720" rIns="91440" bIns="45720" rtlCol="0" anchor="b"/>
          <a:lstStyle>
            <a:lvl1pPr algn="l">
              <a:defRPr sz="1200"/>
            </a:lvl1pPr>
          </a:lstStyle>
          <a:p>
            <a:endParaRPr lang="de-DE">
              <a:latin typeface="Arial" pitchFamily="34" charset="0"/>
              <a:cs typeface="Arial" pitchFamily="34" charset="0"/>
            </a:endParaRPr>
          </a:p>
        </p:txBody>
      </p:sp>
      <p:sp>
        <p:nvSpPr>
          <p:cNvPr id="5" name="Foliennummernplatzhalter 4"/>
          <p:cNvSpPr>
            <a:spLocks noGrp="1"/>
          </p:cNvSpPr>
          <p:nvPr>
            <p:ph type="sldNum" sz="quarter" idx="3"/>
          </p:nvPr>
        </p:nvSpPr>
        <p:spPr>
          <a:xfrm>
            <a:off x="3848645" y="9408981"/>
            <a:ext cx="2944283" cy="495300"/>
          </a:xfrm>
          <a:prstGeom prst="rect">
            <a:avLst/>
          </a:prstGeom>
        </p:spPr>
        <p:txBody>
          <a:bodyPr vert="horz" lIns="91440" tIns="45720" rIns="91440" bIns="45720" rtlCol="0" anchor="b"/>
          <a:lstStyle>
            <a:lvl1pPr algn="r">
              <a:defRPr sz="1200"/>
            </a:lvl1pPr>
          </a:lstStyle>
          <a:p>
            <a:fld id="{8D186466-5020-480F-98D6-C4C83B2E2945}" type="slidenum">
              <a:rPr lang="de-DE" smtClean="0">
                <a:latin typeface="Arial" pitchFamily="34" charset="0"/>
                <a:cs typeface="Arial" pitchFamily="34" charset="0"/>
              </a:rPr>
              <a:t>‹#›</a:t>
            </a:fld>
            <a:endParaRPr lang="de-DE">
              <a:latin typeface="Arial" pitchFamily="34" charset="0"/>
              <a:cs typeface="Arial" pitchFamily="34" charset="0"/>
            </a:endParaRPr>
          </a:p>
        </p:txBody>
      </p:sp>
    </p:spTree>
    <p:extLst>
      <p:ext uri="{BB962C8B-B14F-4D97-AF65-F5344CB8AC3E}">
        <p14:creationId xmlns:p14="http://schemas.microsoft.com/office/powerpoint/2010/main" val="3616287946"/>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44283" cy="495300"/>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de-DE" dirty="0"/>
          </a:p>
        </p:txBody>
      </p:sp>
      <p:sp>
        <p:nvSpPr>
          <p:cNvPr id="3" name="Datumsplatzhalter 2"/>
          <p:cNvSpPr>
            <a:spLocks noGrp="1"/>
          </p:cNvSpPr>
          <p:nvPr>
            <p:ph type="dt" idx="1"/>
          </p:nvPr>
        </p:nvSpPr>
        <p:spPr>
          <a:xfrm>
            <a:off x="3848645" y="0"/>
            <a:ext cx="2944283" cy="495300"/>
          </a:xfrm>
          <a:prstGeom prst="rect">
            <a:avLst/>
          </a:prstGeom>
        </p:spPr>
        <p:txBody>
          <a:bodyPr vert="horz" lIns="91440" tIns="45720" rIns="91440" bIns="45720" rtlCol="0"/>
          <a:lstStyle>
            <a:lvl1pPr algn="r">
              <a:defRPr sz="1200">
                <a:latin typeface="Arial" pitchFamily="34" charset="0"/>
                <a:cs typeface="Arial" pitchFamily="34" charset="0"/>
              </a:defRPr>
            </a:lvl1pPr>
          </a:lstStyle>
          <a:p>
            <a:endParaRPr lang="de-DE" dirty="0"/>
          </a:p>
        </p:txBody>
      </p:sp>
      <p:sp>
        <p:nvSpPr>
          <p:cNvPr id="4" name="Folienbildplatzhalter 3"/>
          <p:cNvSpPr>
            <a:spLocks noGrp="1" noRot="1" noChangeAspect="1"/>
          </p:cNvSpPr>
          <p:nvPr>
            <p:ph type="sldImg" idx="2"/>
          </p:nvPr>
        </p:nvSpPr>
        <p:spPr>
          <a:xfrm>
            <a:off x="96838" y="742950"/>
            <a:ext cx="6600825" cy="3714750"/>
          </a:xfrm>
          <a:prstGeom prst="rect">
            <a:avLst/>
          </a:prstGeom>
          <a:noFill/>
          <a:ln w="12700">
            <a:solidFill>
              <a:prstClr val="black"/>
            </a:solidFill>
          </a:ln>
        </p:spPr>
        <p:txBody>
          <a:bodyPr vert="horz" lIns="91440" tIns="45720" rIns="91440" bIns="45720" rtlCol="0" anchor="ctr"/>
          <a:lstStyle/>
          <a:p>
            <a:endParaRPr lang="de-DE"/>
          </a:p>
        </p:txBody>
      </p:sp>
      <p:sp>
        <p:nvSpPr>
          <p:cNvPr id="7" name="Foliennummernplatzhalter 6"/>
          <p:cNvSpPr>
            <a:spLocks noGrp="1"/>
          </p:cNvSpPr>
          <p:nvPr>
            <p:ph type="sldNum" sz="quarter" idx="5"/>
          </p:nvPr>
        </p:nvSpPr>
        <p:spPr>
          <a:xfrm>
            <a:off x="3848645" y="9408981"/>
            <a:ext cx="2944283" cy="495300"/>
          </a:xfrm>
          <a:prstGeom prst="rect">
            <a:avLst/>
          </a:prstGeom>
        </p:spPr>
        <p:txBody>
          <a:bodyPr vert="horz" lIns="91440" tIns="45720" rIns="91440" bIns="45720" rtlCol="0" anchor="b"/>
          <a:lstStyle>
            <a:lvl1pPr algn="r">
              <a:defRPr sz="1200">
                <a:latin typeface="Arial" pitchFamily="34" charset="0"/>
                <a:cs typeface="Arial" pitchFamily="34" charset="0"/>
              </a:defRPr>
            </a:lvl1pPr>
          </a:lstStyle>
          <a:p>
            <a:fld id="{8FF7B9E9-6F9D-4999-8E35-8BAD09A8460E}" type="slidenum">
              <a:rPr lang="de-DE" smtClean="0"/>
              <a:pPr/>
              <a:t>‹#›</a:t>
            </a:fld>
            <a:endParaRPr lang="de-DE"/>
          </a:p>
        </p:txBody>
      </p:sp>
      <p:sp>
        <p:nvSpPr>
          <p:cNvPr id="8" name="Fußzeilenplatzhalter 7"/>
          <p:cNvSpPr>
            <a:spLocks noGrp="1"/>
          </p:cNvSpPr>
          <p:nvPr>
            <p:ph type="ftr" sz="quarter" idx="4"/>
          </p:nvPr>
        </p:nvSpPr>
        <p:spPr>
          <a:xfrm>
            <a:off x="0" y="9408981"/>
            <a:ext cx="2944283" cy="495300"/>
          </a:xfrm>
          <a:prstGeom prst="rect">
            <a:avLst/>
          </a:prstGeom>
        </p:spPr>
        <p:txBody>
          <a:bodyPr vert="horz" lIns="91440" tIns="45720" rIns="91440" bIns="45720" rtlCol="0" anchor="b"/>
          <a:lstStyle>
            <a:lvl1pPr algn="l">
              <a:defRPr sz="1200"/>
            </a:lvl1pPr>
          </a:lstStyle>
          <a:p>
            <a:endParaRPr lang="de-DE"/>
          </a:p>
        </p:txBody>
      </p:sp>
      <p:sp>
        <p:nvSpPr>
          <p:cNvPr id="9" name="Notizenplatzhalter 8">
            <a:extLst>
              <a:ext uri="{FF2B5EF4-FFF2-40B4-BE49-F238E27FC236}">
                <a16:creationId xmlns:a16="http://schemas.microsoft.com/office/drawing/2014/main" id="{2CC29542-AB49-E66C-FF79-007411F3679D}"/>
              </a:ext>
            </a:extLst>
          </p:cNvPr>
          <p:cNvSpPr>
            <a:spLocks noGrp="1"/>
          </p:cNvSpPr>
          <p:nvPr>
            <p:ph type="body" sz="quarter" idx="3"/>
          </p:nvPr>
        </p:nvSpPr>
        <p:spPr>
          <a:xfrm>
            <a:off x="679450" y="4767263"/>
            <a:ext cx="5435600" cy="3900487"/>
          </a:xfrm>
          <a:prstGeom prst="rect">
            <a:avLst/>
          </a:prstGeom>
        </p:spPr>
        <p:txBody>
          <a:bodyPr vert="horz" lIns="0" tIns="0" rIns="0" bIns="0" rtlCol="0"/>
          <a:lstStyle/>
          <a:p>
            <a:pPr lvl="0"/>
            <a:r>
              <a:rPr lang="de-DE" altLang="ko-KR" dirty="0"/>
              <a:t>Mastertextformat bearbeiten</a:t>
            </a:r>
          </a:p>
          <a:p>
            <a:pPr lvl="1"/>
            <a:r>
              <a:rPr lang="de-DE" altLang="ko-KR" dirty="0"/>
              <a:t>Zweite Ebene</a:t>
            </a:r>
          </a:p>
          <a:p>
            <a:pPr lvl="2"/>
            <a:r>
              <a:rPr lang="de-DE" altLang="ko-KR" dirty="0"/>
              <a:t>Dritte Ebene</a:t>
            </a:r>
          </a:p>
          <a:p>
            <a:pPr lvl="3"/>
            <a:r>
              <a:rPr lang="de-DE" altLang="ko-KR" dirty="0"/>
              <a:t>Vierte Ebene</a:t>
            </a:r>
          </a:p>
        </p:txBody>
      </p:sp>
    </p:spTree>
    <p:extLst>
      <p:ext uri="{BB962C8B-B14F-4D97-AF65-F5344CB8AC3E}">
        <p14:creationId xmlns:p14="http://schemas.microsoft.com/office/powerpoint/2010/main" val="3609412146"/>
      </p:ext>
    </p:extLst>
  </p:cSld>
  <p:clrMap bg1="lt1" tx1="dk1" bg2="lt2" tx2="dk2" accent1="accent1" accent2="accent2" accent3="accent3" accent4="accent4" accent5="accent5" accent6="accent6" hlink="hlink" folHlink="folHlink"/>
  <p:hf hdr="0" dt="0"/>
  <p:notesStyle>
    <a:lvl1pPr marL="177800" indent="-177800" algn="l" defTabSz="914400" rtl="0" eaLnBrk="1" latinLnBrk="0" hangingPunct="1">
      <a:buClr>
        <a:schemeClr val="accent1"/>
      </a:buClr>
      <a:buFont typeface="Wingdings" panose="05000000000000000000" pitchFamily="2" charset="2"/>
      <a:buChar char="§"/>
      <a:defRPr lang="de-DE" sz="1200" kern="1200" noProof="0" smtClean="0">
        <a:solidFill>
          <a:schemeClr val="tx1"/>
        </a:solidFill>
        <a:latin typeface="Arial" pitchFamily="34" charset="0"/>
        <a:ea typeface="+mn-ea"/>
        <a:cs typeface="Arial" pitchFamily="34" charset="0"/>
      </a:defRPr>
    </a:lvl1pPr>
    <a:lvl2pPr marL="358775" indent="-180975" algn="l" defTabSz="914400" rtl="0" eaLnBrk="1" latinLnBrk="0" hangingPunct="1">
      <a:spcBef>
        <a:spcPts val="600"/>
      </a:spcBef>
      <a:buClr>
        <a:schemeClr val="accent1"/>
      </a:buClr>
      <a:buSzPct val="80000"/>
      <a:buFont typeface="Wingdings 3" panose="05040102010807070707" pitchFamily="18" charset="2"/>
      <a:buChar char=""/>
      <a:defRPr lang="de-DE" sz="1200" kern="1200" noProof="0" smtClean="0">
        <a:solidFill>
          <a:schemeClr val="tx1"/>
        </a:solidFill>
        <a:latin typeface="Arial" pitchFamily="34" charset="0"/>
        <a:ea typeface="+mn-ea"/>
        <a:cs typeface="Arial" pitchFamily="34" charset="0"/>
      </a:defRPr>
    </a:lvl2pPr>
    <a:lvl3pPr marL="538163" indent="-179388" algn="l" defTabSz="914400" rtl="0" eaLnBrk="1" latinLnBrk="0" hangingPunct="1">
      <a:spcBef>
        <a:spcPts val="300"/>
      </a:spcBef>
      <a:buClr>
        <a:schemeClr val="accent1"/>
      </a:buClr>
      <a:buFont typeface="Arial" panose="020B0604020202020204" pitchFamily="34" charset="0"/>
      <a:buChar char="•"/>
      <a:defRPr lang="de-DE" sz="1200" kern="1200" noProof="0" smtClean="0">
        <a:solidFill>
          <a:schemeClr val="tx1"/>
        </a:solidFill>
        <a:latin typeface="Arial" pitchFamily="34" charset="0"/>
        <a:ea typeface="+mn-ea"/>
        <a:cs typeface="Arial" pitchFamily="34" charset="0"/>
      </a:defRPr>
    </a:lvl3pPr>
    <a:lvl4pPr marL="719138" indent="-180975" algn="l" defTabSz="914400" rtl="0" eaLnBrk="1" latinLnBrk="0" hangingPunct="1">
      <a:spcBef>
        <a:spcPts val="150"/>
      </a:spcBef>
      <a:buClr>
        <a:schemeClr val="accent1"/>
      </a:buClr>
      <a:buSzPct val="80000"/>
      <a:buFont typeface="Arial" panose="020B0604020202020204" pitchFamily="34" charset="0"/>
      <a:buChar char="−"/>
      <a:defRPr lang="de-DE" sz="1200" kern="1200" noProof="0" smtClean="0">
        <a:solidFill>
          <a:schemeClr val="tx1"/>
        </a:solidFill>
        <a:latin typeface="Arial" pitchFamily="34" charset="0"/>
        <a:ea typeface="+mn-ea"/>
        <a:cs typeface="Arial" pitchFamily="34" charset="0"/>
      </a:defRPr>
    </a:lvl4pPr>
    <a:lvl5pPr marL="1828800" algn="l" defTabSz="914400" rtl="0" eaLnBrk="1" latinLnBrk="0" hangingPunct="1">
      <a:defRPr lang="de-DE" sz="1200" kern="1200" noProof="0" dirty="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3120" userDrawn="1">
          <p15:clr>
            <a:srgbClr val="F26B43"/>
          </p15:clr>
        </p15:guide>
        <p15:guide id="2" pos="2140" userDrawn="1">
          <p15:clr>
            <a:srgbClr val="F26B43"/>
          </p15:clr>
        </p15:guide>
      </p15:sldGuideLst>
    </p:ext>
  </p:extLst>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FF7B9E9-6F9D-4999-8E35-8BAD09A8460E}" type="slidenum">
              <a:rPr lang="de-DE" smtClean="0"/>
              <a:pPr/>
              <a:t>1</a:t>
            </a:fld>
            <a:endParaRPr lang="de-DE" dirty="0"/>
          </a:p>
        </p:txBody>
      </p:sp>
      <p:sp>
        <p:nvSpPr>
          <p:cNvPr id="5" name="Footer Placeholder 4"/>
          <p:cNvSpPr>
            <a:spLocks noGrp="1"/>
          </p:cNvSpPr>
          <p:nvPr>
            <p:ph type="ftr" sz="quarter" idx="4"/>
          </p:nvPr>
        </p:nvSpPr>
        <p:spPr/>
        <p:txBody>
          <a:bodyPr/>
          <a:lstStyle/>
          <a:p>
            <a:endParaRPr lang="de-DE" dirty="0"/>
          </a:p>
        </p:txBody>
      </p:sp>
    </p:spTree>
    <p:extLst>
      <p:ext uri="{BB962C8B-B14F-4D97-AF65-F5344CB8AC3E}">
        <p14:creationId xmlns:p14="http://schemas.microsoft.com/office/powerpoint/2010/main" val="32325608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8FF7B9E9-6F9D-4999-8E35-8BAD09A8460E}" type="slidenum">
              <a:rPr lang="de-DE" smtClean="0"/>
              <a:pPr/>
              <a:t>2</a:t>
            </a:fld>
            <a:endParaRPr lang="de-DE" dirty="0"/>
          </a:p>
        </p:txBody>
      </p:sp>
      <p:sp>
        <p:nvSpPr>
          <p:cNvPr id="5" name="Footer Placeholder 4"/>
          <p:cNvSpPr>
            <a:spLocks noGrp="1"/>
          </p:cNvSpPr>
          <p:nvPr>
            <p:ph type="ftr" sz="quarter" idx="4"/>
          </p:nvPr>
        </p:nvSpPr>
        <p:spPr/>
        <p:txBody>
          <a:bodyPr/>
          <a:lstStyle/>
          <a:p>
            <a:endParaRPr lang="de-DE" dirty="0"/>
          </a:p>
        </p:txBody>
      </p:sp>
    </p:spTree>
    <p:extLst>
      <p:ext uri="{BB962C8B-B14F-4D97-AF65-F5344CB8AC3E}">
        <p14:creationId xmlns:p14="http://schemas.microsoft.com/office/powerpoint/2010/main" val="10340816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FF7B9E9-6F9D-4999-8E35-8BAD09A8460E}" type="slidenum">
              <a:rPr lang="de-DE" smtClean="0"/>
              <a:pPr/>
              <a:t>3</a:t>
            </a:fld>
            <a:endParaRPr lang="de-DE"/>
          </a:p>
        </p:txBody>
      </p:sp>
      <p:sp>
        <p:nvSpPr>
          <p:cNvPr id="5" name="Footer Placeholder 4"/>
          <p:cNvSpPr>
            <a:spLocks noGrp="1"/>
          </p:cNvSpPr>
          <p:nvPr>
            <p:ph type="ftr" sz="quarter" idx="4"/>
          </p:nvPr>
        </p:nvSpPr>
        <p:spPr/>
        <p:txBody>
          <a:bodyPr/>
          <a:lstStyle/>
          <a:p>
            <a:endParaRPr lang="de-DE"/>
          </a:p>
        </p:txBody>
      </p:sp>
    </p:spTree>
    <p:extLst>
      <p:ext uri="{BB962C8B-B14F-4D97-AF65-F5344CB8AC3E}">
        <p14:creationId xmlns:p14="http://schemas.microsoft.com/office/powerpoint/2010/main" val="36526347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FF7B9E9-6F9D-4999-8E35-8BAD09A8460E}" type="slidenum">
              <a:rPr lang="de-DE" smtClean="0"/>
              <a:pPr/>
              <a:t>4</a:t>
            </a:fld>
            <a:endParaRPr lang="de-DE"/>
          </a:p>
        </p:txBody>
      </p:sp>
      <p:sp>
        <p:nvSpPr>
          <p:cNvPr id="5" name="Footer Placeholder 4"/>
          <p:cNvSpPr>
            <a:spLocks noGrp="1"/>
          </p:cNvSpPr>
          <p:nvPr>
            <p:ph type="ftr" sz="quarter" idx="4"/>
          </p:nvPr>
        </p:nvSpPr>
        <p:spPr/>
        <p:txBody>
          <a:bodyPr/>
          <a:lstStyle/>
          <a:p>
            <a:endParaRPr lang="de-DE"/>
          </a:p>
        </p:txBody>
      </p:sp>
    </p:spTree>
    <p:extLst>
      <p:ext uri="{BB962C8B-B14F-4D97-AF65-F5344CB8AC3E}">
        <p14:creationId xmlns:p14="http://schemas.microsoft.com/office/powerpoint/2010/main" val="12503437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F7B9E9-6F9D-4999-8E35-8BAD09A8460E}" type="slidenum">
              <a:rPr lang="de-DE" smtClean="0"/>
              <a:pPr/>
              <a:t>5</a:t>
            </a:fld>
            <a:endParaRPr lang="de-DE"/>
          </a:p>
        </p:txBody>
      </p:sp>
      <p:sp>
        <p:nvSpPr>
          <p:cNvPr id="5" name="Footer Placeholder 4"/>
          <p:cNvSpPr>
            <a:spLocks noGrp="1"/>
          </p:cNvSpPr>
          <p:nvPr>
            <p:ph type="ftr" sz="quarter" idx="4"/>
          </p:nvPr>
        </p:nvSpPr>
        <p:spPr/>
        <p:txBody>
          <a:bodyPr/>
          <a:lstStyle/>
          <a:p>
            <a:endParaRPr lang="de-DE"/>
          </a:p>
        </p:txBody>
      </p:sp>
    </p:spTree>
    <p:extLst>
      <p:ext uri="{BB962C8B-B14F-4D97-AF65-F5344CB8AC3E}">
        <p14:creationId xmlns:p14="http://schemas.microsoft.com/office/powerpoint/2010/main" val="37782276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F7B9E9-6F9D-4999-8E35-8BAD09A8460E}" type="slidenum">
              <a:rPr lang="de-DE" smtClean="0"/>
              <a:pPr/>
              <a:t>7</a:t>
            </a:fld>
            <a:endParaRPr lang="de-DE"/>
          </a:p>
        </p:txBody>
      </p:sp>
      <p:sp>
        <p:nvSpPr>
          <p:cNvPr id="5" name="Footer Placeholder 4"/>
          <p:cNvSpPr>
            <a:spLocks noGrp="1"/>
          </p:cNvSpPr>
          <p:nvPr>
            <p:ph type="ftr" sz="quarter" idx="4"/>
          </p:nvPr>
        </p:nvSpPr>
        <p:spPr/>
        <p:txBody>
          <a:bodyPr/>
          <a:lstStyle/>
          <a:p>
            <a:endParaRPr lang="de-DE"/>
          </a:p>
        </p:txBody>
      </p:sp>
    </p:spTree>
    <p:extLst>
      <p:ext uri="{BB962C8B-B14F-4D97-AF65-F5344CB8AC3E}">
        <p14:creationId xmlns:p14="http://schemas.microsoft.com/office/powerpoint/2010/main" val="6855290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8FF7B9E9-6F9D-4999-8E35-8BAD09A8460E}" type="slidenum">
              <a:rPr lang="de-DE" smtClean="0"/>
              <a:pPr/>
              <a:t>8</a:t>
            </a:fld>
            <a:endParaRPr lang="de-DE"/>
          </a:p>
        </p:txBody>
      </p:sp>
      <p:sp>
        <p:nvSpPr>
          <p:cNvPr id="5" name="Fußzeilenplatzhalter 4"/>
          <p:cNvSpPr>
            <a:spLocks noGrp="1"/>
          </p:cNvSpPr>
          <p:nvPr>
            <p:ph type="ftr" sz="quarter" idx="4"/>
          </p:nvPr>
        </p:nvSpPr>
        <p:spPr/>
        <p:txBody>
          <a:bodyPr/>
          <a:lstStyle/>
          <a:p>
            <a:endParaRPr lang="de-DE"/>
          </a:p>
        </p:txBody>
      </p:sp>
    </p:spTree>
    <p:extLst>
      <p:ext uri="{BB962C8B-B14F-4D97-AF65-F5344CB8AC3E}">
        <p14:creationId xmlns:p14="http://schemas.microsoft.com/office/powerpoint/2010/main" val="42228941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8FF7B9E9-6F9D-4999-8E35-8BAD09A8460E}" type="slidenum">
              <a:rPr lang="de-DE" smtClean="0"/>
              <a:pPr/>
              <a:t>9</a:t>
            </a:fld>
            <a:endParaRPr lang="de-DE"/>
          </a:p>
        </p:txBody>
      </p:sp>
      <p:sp>
        <p:nvSpPr>
          <p:cNvPr id="5" name="Footer Placeholder 4"/>
          <p:cNvSpPr>
            <a:spLocks noGrp="1"/>
          </p:cNvSpPr>
          <p:nvPr>
            <p:ph type="ftr" sz="quarter" idx="4"/>
          </p:nvPr>
        </p:nvSpPr>
        <p:spPr/>
        <p:txBody>
          <a:bodyPr/>
          <a:lstStyle/>
          <a:p>
            <a:endParaRPr lang="de-DE"/>
          </a:p>
        </p:txBody>
      </p:sp>
    </p:spTree>
    <p:extLst>
      <p:ext uri="{BB962C8B-B14F-4D97-AF65-F5344CB8AC3E}">
        <p14:creationId xmlns:p14="http://schemas.microsoft.com/office/powerpoint/2010/main" val="36028621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C2257-A019-5383-F70E-74C7A7D6A40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255C7E0-1B0B-2482-27AE-48445BE91958}"/>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D72345A-178E-AEF9-64C6-79E191300908}"/>
              </a:ext>
            </a:extLst>
          </p:cNvPr>
          <p:cNvSpPr>
            <a:spLocks noGrp="1"/>
          </p:cNvSpPr>
          <p:nvPr>
            <p:ph type="body" idx="1"/>
          </p:nvPr>
        </p:nvSpPr>
        <p:spPr/>
        <p:txBody>
          <a:bodyPr/>
          <a:lstStyle/>
          <a:p>
            <a:endParaRPr lang="de-DE"/>
          </a:p>
        </p:txBody>
      </p:sp>
      <p:sp>
        <p:nvSpPr>
          <p:cNvPr id="4" name="Foliennummernplatzhalter 3">
            <a:extLst>
              <a:ext uri="{FF2B5EF4-FFF2-40B4-BE49-F238E27FC236}">
                <a16:creationId xmlns:a16="http://schemas.microsoft.com/office/drawing/2014/main" id="{1BE94603-FDF1-858E-37BD-090157AF649E}"/>
              </a:ext>
            </a:extLst>
          </p:cNvPr>
          <p:cNvSpPr>
            <a:spLocks noGrp="1"/>
          </p:cNvSpPr>
          <p:nvPr>
            <p:ph type="sldNum" sz="quarter" idx="10"/>
          </p:nvPr>
        </p:nvSpPr>
        <p:spPr/>
        <p:txBody>
          <a:bodyPr/>
          <a:lstStyle/>
          <a:p>
            <a:fld id="{8FF7B9E9-6F9D-4999-8E35-8BAD09A8460E}" type="slidenum">
              <a:rPr lang="de-DE" smtClean="0"/>
              <a:pPr/>
              <a:t>10</a:t>
            </a:fld>
            <a:endParaRPr lang="de-DE"/>
          </a:p>
        </p:txBody>
      </p:sp>
      <p:sp>
        <p:nvSpPr>
          <p:cNvPr id="5" name="Fußzeilenplatzhalter 4">
            <a:extLst>
              <a:ext uri="{FF2B5EF4-FFF2-40B4-BE49-F238E27FC236}">
                <a16:creationId xmlns:a16="http://schemas.microsoft.com/office/drawing/2014/main" id="{8B4369DF-0399-891A-46B6-EB3B78B8E781}"/>
              </a:ext>
            </a:extLst>
          </p:cNvPr>
          <p:cNvSpPr>
            <a:spLocks noGrp="1"/>
          </p:cNvSpPr>
          <p:nvPr>
            <p:ph type="ftr" sz="quarter" idx="11"/>
          </p:nvPr>
        </p:nvSpPr>
        <p:spPr/>
        <p:txBody>
          <a:bodyPr/>
          <a:lstStyle/>
          <a:p>
            <a:endParaRPr lang="de-DE"/>
          </a:p>
        </p:txBody>
      </p:sp>
    </p:spTree>
    <p:extLst>
      <p:ext uri="{BB962C8B-B14F-4D97-AF65-F5344CB8AC3E}">
        <p14:creationId xmlns:p14="http://schemas.microsoft.com/office/powerpoint/2010/main" val="35925220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BDC02-28EF-9D77-C94E-53BF026A7E5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998F467-BC99-05AF-A85B-47A22CAE157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C82BF64-F7E1-C4D4-404F-FB41EE3AB8EA}"/>
              </a:ext>
            </a:extLst>
          </p:cNvPr>
          <p:cNvSpPr>
            <a:spLocks noGrp="1"/>
          </p:cNvSpPr>
          <p:nvPr>
            <p:ph type="body" idx="1"/>
          </p:nvPr>
        </p:nvSpPr>
        <p:spPr>
          <a:xfrm>
            <a:off x="679450" y="4705350"/>
            <a:ext cx="5435600" cy="4457700"/>
          </a:xfrm>
          <a:prstGeom prst="rect">
            <a:avLst/>
          </a:prstGeom>
        </p:spPr>
        <p:txBody>
          <a:bodyPr/>
          <a:lstStyle/>
          <a:p>
            <a:endParaRPr lang="de-DE"/>
          </a:p>
        </p:txBody>
      </p:sp>
      <p:sp>
        <p:nvSpPr>
          <p:cNvPr id="4" name="Foliennummernplatzhalter 3">
            <a:extLst>
              <a:ext uri="{FF2B5EF4-FFF2-40B4-BE49-F238E27FC236}">
                <a16:creationId xmlns:a16="http://schemas.microsoft.com/office/drawing/2014/main" id="{F6FE4BC2-B351-C751-CDD5-775AFCA8215C}"/>
              </a:ext>
            </a:extLst>
          </p:cNvPr>
          <p:cNvSpPr>
            <a:spLocks noGrp="1"/>
          </p:cNvSpPr>
          <p:nvPr>
            <p:ph type="sldNum" sz="quarter" idx="10"/>
          </p:nvPr>
        </p:nvSpPr>
        <p:spPr/>
        <p:txBody>
          <a:bodyPr/>
          <a:lstStyle/>
          <a:p>
            <a:fld id="{8FF7B9E9-6F9D-4999-8E35-8BAD09A8460E}" type="slidenum">
              <a:rPr lang="de-DE" smtClean="0"/>
              <a:pPr/>
              <a:t>11</a:t>
            </a:fld>
            <a:endParaRPr lang="de-DE"/>
          </a:p>
        </p:txBody>
      </p:sp>
      <p:sp>
        <p:nvSpPr>
          <p:cNvPr id="5" name="Fußzeilenplatzhalter 4">
            <a:extLst>
              <a:ext uri="{FF2B5EF4-FFF2-40B4-BE49-F238E27FC236}">
                <a16:creationId xmlns:a16="http://schemas.microsoft.com/office/drawing/2014/main" id="{9F2F38C3-1A4F-1A78-8DB3-6A3AAA280678}"/>
              </a:ext>
            </a:extLst>
          </p:cNvPr>
          <p:cNvSpPr>
            <a:spLocks noGrp="1"/>
          </p:cNvSpPr>
          <p:nvPr>
            <p:ph type="ftr" sz="quarter" idx="11"/>
          </p:nvPr>
        </p:nvSpPr>
        <p:spPr/>
        <p:txBody>
          <a:bodyPr/>
          <a:lstStyle/>
          <a:p>
            <a:endParaRPr lang="de-DE"/>
          </a:p>
        </p:txBody>
      </p:sp>
    </p:spTree>
    <p:extLst>
      <p:ext uri="{BB962C8B-B14F-4D97-AF65-F5344CB8AC3E}">
        <p14:creationId xmlns:p14="http://schemas.microsoft.com/office/powerpoint/2010/main" val="4479990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a:p>
        </p:txBody>
      </p:sp>
      <p:sp>
        <p:nvSpPr>
          <p:cNvPr id="4" name="Slide Number Placeholder 3"/>
          <p:cNvSpPr>
            <a:spLocks noGrp="1"/>
          </p:cNvSpPr>
          <p:nvPr>
            <p:ph type="sldNum" sz="quarter" idx="5"/>
          </p:nvPr>
        </p:nvSpPr>
        <p:spPr/>
        <p:txBody>
          <a:bodyPr/>
          <a:lstStyle/>
          <a:p>
            <a:fld id="{8FF7B9E9-6F9D-4999-8E35-8BAD09A8460E}" type="slidenum">
              <a:rPr lang="de-DE" smtClean="0"/>
              <a:pPr/>
              <a:t>13</a:t>
            </a:fld>
            <a:endParaRPr lang="de-DE"/>
          </a:p>
        </p:txBody>
      </p:sp>
      <p:sp>
        <p:nvSpPr>
          <p:cNvPr id="5" name="Footer Placeholder 4"/>
          <p:cNvSpPr>
            <a:spLocks noGrp="1"/>
          </p:cNvSpPr>
          <p:nvPr>
            <p:ph type="ftr" sz="quarter" idx="4"/>
          </p:nvPr>
        </p:nvSpPr>
        <p:spPr/>
        <p:txBody>
          <a:bodyPr/>
          <a:lstStyle/>
          <a:p>
            <a:endParaRPr lang="de-DE"/>
          </a:p>
        </p:txBody>
      </p:sp>
    </p:spTree>
    <p:extLst>
      <p:ext uri="{BB962C8B-B14F-4D97-AF65-F5344CB8AC3E}">
        <p14:creationId xmlns:p14="http://schemas.microsoft.com/office/powerpoint/2010/main" val="260054515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a:p>
        </p:txBody>
      </p:sp>
      <p:sp>
        <p:nvSpPr>
          <p:cNvPr id="4" name="Foliennummernplatzhalter 3"/>
          <p:cNvSpPr>
            <a:spLocks noGrp="1"/>
          </p:cNvSpPr>
          <p:nvPr>
            <p:ph type="sldNum" sz="quarter" idx="5"/>
          </p:nvPr>
        </p:nvSpPr>
        <p:spPr/>
        <p:txBody>
          <a:bodyPr/>
          <a:lstStyle/>
          <a:p>
            <a:fld id="{8FF7B9E9-6F9D-4999-8E35-8BAD09A8460E}" type="slidenum">
              <a:rPr lang="de-DE" smtClean="0"/>
              <a:pPr/>
              <a:t>14</a:t>
            </a:fld>
            <a:endParaRPr lang="de-DE"/>
          </a:p>
        </p:txBody>
      </p:sp>
      <p:sp>
        <p:nvSpPr>
          <p:cNvPr id="5" name="Fußzeilenplatzhalter 4"/>
          <p:cNvSpPr>
            <a:spLocks noGrp="1"/>
          </p:cNvSpPr>
          <p:nvPr>
            <p:ph type="ftr" sz="quarter" idx="4"/>
          </p:nvPr>
        </p:nvSpPr>
        <p:spPr/>
        <p:txBody>
          <a:bodyPr/>
          <a:lstStyle/>
          <a:p>
            <a:endParaRPr lang="de-DE"/>
          </a:p>
        </p:txBody>
      </p:sp>
    </p:spTree>
    <p:extLst>
      <p:ext uri="{BB962C8B-B14F-4D97-AF65-F5344CB8AC3E}">
        <p14:creationId xmlns:p14="http://schemas.microsoft.com/office/powerpoint/2010/main" val="412666527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8FF7B9E9-6F9D-4999-8E35-8BAD09A8460E}" type="slidenum">
              <a:rPr lang="de-DE" smtClean="0"/>
              <a:pPr/>
              <a:t>16</a:t>
            </a:fld>
            <a:endParaRPr lang="de-DE"/>
          </a:p>
        </p:txBody>
      </p:sp>
      <p:sp>
        <p:nvSpPr>
          <p:cNvPr id="5" name="Footer Placeholder 4"/>
          <p:cNvSpPr>
            <a:spLocks noGrp="1"/>
          </p:cNvSpPr>
          <p:nvPr>
            <p:ph type="ftr" sz="quarter" idx="4"/>
          </p:nvPr>
        </p:nvSpPr>
        <p:spPr/>
        <p:txBody>
          <a:bodyPr/>
          <a:lstStyle/>
          <a:p>
            <a:endParaRPr lang="de-DE"/>
          </a:p>
        </p:txBody>
      </p:sp>
    </p:spTree>
    <p:extLst>
      <p:ext uri="{BB962C8B-B14F-4D97-AF65-F5344CB8AC3E}">
        <p14:creationId xmlns:p14="http://schemas.microsoft.com/office/powerpoint/2010/main" val="175772440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a:xfrm>
            <a:off x="679450" y="4705350"/>
            <a:ext cx="5435600" cy="4457700"/>
          </a:xfrm>
          <a:prstGeom prst="rect">
            <a:avLst/>
          </a:prstGeom>
        </p:spPr>
        <p:txBody>
          <a:bodyPr/>
          <a:lstStyle/>
          <a:p>
            <a:endParaRPr lang="de-DE"/>
          </a:p>
        </p:txBody>
      </p:sp>
      <p:sp>
        <p:nvSpPr>
          <p:cNvPr id="5" name="Foliennummernplatzhalter 4"/>
          <p:cNvSpPr>
            <a:spLocks noGrp="1"/>
          </p:cNvSpPr>
          <p:nvPr>
            <p:ph type="sldNum" sz="quarter" idx="11"/>
          </p:nvPr>
        </p:nvSpPr>
        <p:spPr/>
        <p:txBody>
          <a:bodyPr/>
          <a:lstStyle/>
          <a:p>
            <a:fld id="{8FF7B9E9-6F9D-4999-8E35-8BAD09A8460E}" type="slidenum">
              <a:rPr lang="de-DE" smtClean="0"/>
              <a:pPr/>
              <a:t>22</a:t>
            </a:fld>
            <a:endParaRPr lang="de-DE"/>
          </a:p>
        </p:txBody>
      </p:sp>
    </p:spTree>
    <p:extLst>
      <p:ext uri="{BB962C8B-B14F-4D97-AF65-F5344CB8AC3E}">
        <p14:creationId xmlns:p14="http://schemas.microsoft.com/office/powerpoint/2010/main" val="167253922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8FF7B9E9-6F9D-4999-8E35-8BAD09A8460E}" type="slidenum">
              <a:rPr lang="de-DE" smtClean="0"/>
              <a:pPr/>
              <a:t>26</a:t>
            </a:fld>
            <a:endParaRPr lang="de-DE"/>
          </a:p>
        </p:txBody>
      </p:sp>
      <p:sp>
        <p:nvSpPr>
          <p:cNvPr id="5" name="Fußzeilenplatzhalter 4"/>
          <p:cNvSpPr>
            <a:spLocks noGrp="1"/>
          </p:cNvSpPr>
          <p:nvPr>
            <p:ph type="ftr" sz="quarter" idx="4"/>
          </p:nvPr>
        </p:nvSpPr>
        <p:spPr/>
        <p:txBody>
          <a:bodyPr/>
          <a:lstStyle/>
          <a:p>
            <a:endParaRPr lang="de-DE"/>
          </a:p>
        </p:txBody>
      </p:sp>
    </p:spTree>
    <p:extLst>
      <p:ext uri="{BB962C8B-B14F-4D97-AF65-F5344CB8AC3E}">
        <p14:creationId xmlns:p14="http://schemas.microsoft.com/office/powerpoint/2010/main" val="161923196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8FF7B9E9-6F9D-4999-8E35-8BAD09A8460E}" type="slidenum">
              <a:rPr lang="de-DE" smtClean="0"/>
              <a:pPr/>
              <a:t>30</a:t>
            </a:fld>
            <a:endParaRPr lang="de-DE"/>
          </a:p>
        </p:txBody>
      </p:sp>
      <p:sp>
        <p:nvSpPr>
          <p:cNvPr id="5" name="Fußzeilenplatzhalter 4"/>
          <p:cNvSpPr>
            <a:spLocks noGrp="1"/>
          </p:cNvSpPr>
          <p:nvPr>
            <p:ph type="ftr" sz="quarter" idx="4"/>
          </p:nvPr>
        </p:nvSpPr>
        <p:spPr/>
        <p:txBody>
          <a:bodyPr/>
          <a:lstStyle/>
          <a:p>
            <a:endParaRPr lang="de-DE"/>
          </a:p>
        </p:txBody>
      </p:sp>
    </p:spTree>
    <p:extLst>
      <p:ext uri="{BB962C8B-B14F-4D97-AF65-F5344CB8AC3E}">
        <p14:creationId xmlns:p14="http://schemas.microsoft.com/office/powerpoint/2010/main" val="377200510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8FF7B9E9-6F9D-4999-8E35-8BAD09A8460E}" type="slidenum">
              <a:rPr lang="de-DE" smtClean="0"/>
              <a:pPr/>
              <a:t>32</a:t>
            </a:fld>
            <a:endParaRPr lang="de-DE"/>
          </a:p>
        </p:txBody>
      </p:sp>
      <p:sp>
        <p:nvSpPr>
          <p:cNvPr id="5" name="Fußzeilenplatzhalter 4"/>
          <p:cNvSpPr>
            <a:spLocks noGrp="1"/>
          </p:cNvSpPr>
          <p:nvPr>
            <p:ph type="ftr" sz="quarter" idx="4"/>
          </p:nvPr>
        </p:nvSpPr>
        <p:spPr/>
        <p:txBody>
          <a:bodyPr/>
          <a:lstStyle/>
          <a:p>
            <a:endParaRPr lang="de-DE"/>
          </a:p>
        </p:txBody>
      </p:sp>
    </p:spTree>
    <p:extLst>
      <p:ext uri="{BB962C8B-B14F-4D97-AF65-F5344CB8AC3E}">
        <p14:creationId xmlns:p14="http://schemas.microsoft.com/office/powerpoint/2010/main" val="38203348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de-DE" dirty="0"/>
          </a:p>
        </p:txBody>
      </p:sp>
      <p:sp>
        <p:nvSpPr>
          <p:cNvPr id="4" name="Foliennummernplatzhalter 3"/>
          <p:cNvSpPr>
            <a:spLocks noGrp="1"/>
          </p:cNvSpPr>
          <p:nvPr>
            <p:ph type="sldNum" sz="quarter" idx="5"/>
          </p:nvPr>
        </p:nvSpPr>
        <p:spPr/>
        <p:txBody>
          <a:bodyPr/>
          <a:lstStyle/>
          <a:p>
            <a:fld id="{8FF7B9E9-6F9D-4999-8E35-8BAD09A8460E}" type="slidenum">
              <a:rPr lang="de-DE" smtClean="0"/>
              <a:pPr/>
              <a:t>33</a:t>
            </a:fld>
            <a:endParaRPr lang="de-DE"/>
          </a:p>
        </p:txBody>
      </p:sp>
      <p:sp>
        <p:nvSpPr>
          <p:cNvPr id="5" name="Fußzeilenplatzhalter 4"/>
          <p:cNvSpPr>
            <a:spLocks noGrp="1"/>
          </p:cNvSpPr>
          <p:nvPr>
            <p:ph type="ftr" sz="quarter" idx="4"/>
          </p:nvPr>
        </p:nvSpPr>
        <p:spPr/>
        <p:txBody>
          <a:bodyPr/>
          <a:lstStyle/>
          <a:p>
            <a:endParaRPr lang="de-DE"/>
          </a:p>
        </p:txBody>
      </p:sp>
    </p:spTree>
    <p:extLst>
      <p:ext uri="{BB962C8B-B14F-4D97-AF65-F5344CB8AC3E}">
        <p14:creationId xmlns:p14="http://schemas.microsoft.com/office/powerpoint/2010/main" val="13121504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9C2257-A019-5383-F70E-74C7A7D6A40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B255C7E0-1B0B-2482-27AE-48445BE91958}"/>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D72345A-178E-AEF9-64C6-79E191300908}"/>
              </a:ext>
            </a:extLst>
          </p:cNvPr>
          <p:cNvSpPr>
            <a:spLocks noGrp="1"/>
          </p:cNvSpPr>
          <p:nvPr>
            <p:ph type="body" idx="1"/>
          </p:nvPr>
        </p:nvSpPr>
        <p:spPr>
          <a:xfrm>
            <a:off x="679450" y="4705350"/>
            <a:ext cx="5435600" cy="4457700"/>
          </a:xfrm>
          <a:prstGeom prst="rect">
            <a:avLst/>
          </a:prstGeom>
        </p:spPr>
        <p:txBody>
          <a:bodyPr/>
          <a:lstStyle/>
          <a:p>
            <a:endParaRPr lang="de-DE"/>
          </a:p>
        </p:txBody>
      </p:sp>
      <p:sp>
        <p:nvSpPr>
          <p:cNvPr id="4" name="Foliennummernplatzhalter 3">
            <a:extLst>
              <a:ext uri="{FF2B5EF4-FFF2-40B4-BE49-F238E27FC236}">
                <a16:creationId xmlns:a16="http://schemas.microsoft.com/office/drawing/2014/main" id="{1BE94603-FDF1-858E-37BD-090157AF649E}"/>
              </a:ext>
            </a:extLst>
          </p:cNvPr>
          <p:cNvSpPr>
            <a:spLocks noGrp="1"/>
          </p:cNvSpPr>
          <p:nvPr>
            <p:ph type="sldNum" sz="quarter" idx="10"/>
          </p:nvPr>
        </p:nvSpPr>
        <p:spPr/>
        <p:txBody>
          <a:bodyPr/>
          <a:lstStyle/>
          <a:p>
            <a:fld id="{8FF7B9E9-6F9D-4999-8E35-8BAD09A8460E}" type="slidenum">
              <a:rPr lang="de-DE" smtClean="0"/>
              <a:pPr/>
              <a:t>34</a:t>
            </a:fld>
            <a:endParaRPr lang="de-DE"/>
          </a:p>
        </p:txBody>
      </p:sp>
      <p:sp>
        <p:nvSpPr>
          <p:cNvPr id="5" name="Fußzeilenplatzhalter 4">
            <a:extLst>
              <a:ext uri="{FF2B5EF4-FFF2-40B4-BE49-F238E27FC236}">
                <a16:creationId xmlns:a16="http://schemas.microsoft.com/office/drawing/2014/main" id="{8B4369DF-0399-891A-46B6-EB3B78B8E781}"/>
              </a:ext>
            </a:extLst>
          </p:cNvPr>
          <p:cNvSpPr>
            <a:spLocks noGrp="1"/>
          </p:cNvSpPr>
          <p:nvPr>
            <p:ph type="ftr" sz="quarter" idx="11"/>
          </p:nvPr>
        </p:nvSpPr>
        <p:spPr/>
        <p:txBody>
          <a:bodyPr/>
          <a:lstStyle/>
          <a:p>
            <a:endParaRPr lang="de-DE"/>
          </a:p>
        </p:txBody>
      </p:sp>
    </p:spTree>
    <p:extLst>
      <p:ext uri="{BB962C8B-B14F-4D97-AF65-F5344CB8AC3E}">
        <p14:creationId xmlns:p14="http://schemas.microsoft.com/office/powerpoint/2010/main" val="35925220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BDC02-28EF-9D77-C94E-53BF026A7E5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998F467-BC99-05AF-A85B-47A22CAE157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2C82BF64-F7E1-C4D4-404F-FB41EE3AB8EA}"/>
              </a:ext>
            </a:extLst>
          </p:cNvPr>
          <p:cNvSpPr>
            <a:spLocks noGrp="1"/>
          </p:cNvSpPr>
          <p:nvPr>
            <p:ph type="body" idx="1"/>
          </p:nvPr>
        </p:nvSpPr>
        <p:spPr>
          <a:xfrm>
            <a:off x="679450" y="4705350"/>
            <a:ext cx="5435600" cy="4457700"/>
          </a:xfrm>
          <a:prstGeom prst="rect">
            <a:avLst/>
          </a:prstGeom>
        </p:spPr>
        <p:txBody>
          <a:bodyPr/>
          <a:lstStyle/>
          <a:p>
            <a:endParaRPr lang="de-DE"/>
          </a:p>
        </p:txBody>
      </p:sp>
      <p:sp>
        <p:nvSpPr>
          <p:cNvPr id="4" name="Foliennummernplatzhalter 3">
            <a:extLst>
              <a:ext uri="{FF2B5EF4-FFF2-40B4-BE49-F238E27FC236}">
                <a16:creationId xmlns:a16="http://schemas.microsoft.com/office/drawing/2014/main" id="{F6FE4BC2-B351-C751-CDD5-775AFCA8215C}"/>
              </a:ext>
            </a:extLst>
          </p:cNvPr>
          <p:cNvSpPr>
            <a:spLocks noGrp="1"/>
          </p:cNvSpPr>
          <p:nvPr>
            <p:ph type="sldNum" sz="quarter" idx="10"/>
          </p:nvPr>
        </p:nvSpPr>
        <p:spPr/>
        <p:txBody>
          <a:bodyPr/>
          <a:lstStyle/>
          <a:p>
            <a:fld id="{8FF7B9E9-6F9D-4999-8E35-8BAD09A8460E}" type="slidenum">
              <a:rPr lang="de-DE" smtClean="0"/>
              <a:pPr/>
              <a:t>35</a:t>
            </a:fld>
            <a:endParaRPr lang="de-DE"/>
          </a:p>
        </p:txBody>
      </p:sp>
      <p:sp>
        <p:nvSpPr>
          <p:cNvPr id="5" name="Fußzeilenplatzhalter 4">
            <a:extLst>
              <a:ext uri="{FF2B5EF4-FFF2-40B4-BE49-F238E27FC236}">
                <a16:creationId xmlns:a16="http://schemas.microsoft.com/office/drawing/2014/main" id="{9F2F38C3-1A4F-1A78-8DB3-6A3AAA280678}"/>
              </a:ext>
            </a:extLst>
          </p:cNvPr>
          <p:cNvSpPr>
            <a:spLocks noGrp="1"/>
          </p:cNvSpPr>
          <p:nvPr>
            <p:ph type="ftr" sz="quarter" idx="11"/>
          </p:nvPr>
        </p:nvSpPr>
        <p:spPr/>
        <p:txBody>
          <a:bodyPr/>
          <a:lstStyle/>
          <a:p>
            <a:endParaRPr lang="de-DE"/>
          </a:p>
        </p:txBody>
      </p:sp>
    </p:spTree>
    <p:extLst>
      <p:ext uri="{BB962C8B-B14F-4D97-AF65-F5344CB8AC3E}">
        <p14:creationId xmlns:p14="http://schemas.microsoft.com/office/powerpoint/2010/main" val="55893427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a:xfrm>
            <a:off x="679450" y="4705350"/>
            <a:ext cx="5435600" cy="4457700"/>
          </a:xfrm>
          <a:prstGeom prst="rect">
            <a:avLst/>
          </a:prstGeom>
        </p:spPr>
        <p:txBody>
          <a:bodyPr/>
          <a:lstStyle/>
          <a:p>
            <a:endParaRPr lang="ko-KR" altLang="de-DE"/>
          </a:p>
        </p:txBody>
      </p:sp>
      <p:sp>
        <p:nvSpPr>
          <p:cNvPr id="4" name="Foliennummernplatzhalter 3"/>
          <p:cNvSpPr>
            <a:spLocks noGrp="1"/>
          </p:cNvSpPr>
          <p:nvPr>
            <p:ph type="sldNum" sz="quarter" idx="5"/>
          </p:nvPr>
        </p:nvSpPr>
        <p:spPr/>
        <p:txBody>
          <a:bodyPr/>
          <a:lstStyle/>
          <a:p>
            <a:fld id="{8FF7B9E9-6F9D-4999-8E35-8BAD09A8460E}" type="slidenum">
              <a:rPr lang="de-DE" smtClean="0"/>
              <a:pPr/>
              <a:t>38</a:t>
            </a:fld>
            <a:endParaRPr lang="de-DE"/>
          </a:p>
        </p:txBody>
      </p:sp>
      <p:sp>
        <p:nvSpPr>
          <p:cNvPr id="5" name="Fußzeilenplatzhalter 4"/>
          <p:cNvSpPr>
            <a:spLocks noGrp="1"/>
          </p:cNvSpPr>
          <p:nvPr>
            <p:ph type="ftr" sz="quarter" idx="4"/>
          </p:nvPr>
        </p:nvSpPr>
        <p:spPr/>
        <p:txBody>
          <a:bodyPr/>
          <a:lstStyle/>
          <a:p>
            <a:endParaRPr lang="de-DE"/>
          </a:p>
        </p:txBody>
      </p:sp>
    </p:spTree>
    <p:extLst>
      <p:ext uri="{BB962C8B-B14F-4D97-AF65-F5344CB8AC3E}">
        <p14:creationId xmlns:p14="http://schemas.microsoft.com/office/powerpoint/2010/main" val="186473668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a:xfrm>
            <a:off x="679450" y="4705350"/>
            <a:ext cx="5435600" cy="4457700"/>
          </a:xfrm>
          <a:prstGeom prst="rect">
            <a:avLst/>
          </a:prstGeom>
        </p:spPr>
        <p:txBody>
          <a:bodyPr/>
          <a:lstStyle/>
          <a:p>
            <a:endParaRPr lang="de-DE"/>
          </a:p>
        </p:txBody>
      </p:sp>
      <p:sp>
        <p:nvSpPr>
          <p:cNvPr id="4" name="Foliennummernplatzhalter 3"/>
          <p:cNvSpPr>
            <a:spLocks noGrp="1"/>
          </p:cNvSpPr>
          <p:nvPr>
            <p:ph type="sldNum" sz="quarter" idx="5"/>
          </p:nvPr>
        </p:nvSpPr>
        <p:spPr/>
        <p:txBody>
          <a:bodyPr/>
          <a:lstStyle/>
          <a:p>
            <a:fld id="{8FF7B9E9-6F9D-4999-8E35-8BAD09A8460E}" type="slidenum">
              <a:rPr lang="de-DE" smtClean="0"/>
              <a:pPr/>
              <a:t>39</a:t>
            </a:fld>
            <a:endParaRPr lang="de-DE"/>
          </a:p>
        </p:txBody>
      </p:sp>
      <p:sp>
        <p:nvSpPr>
          <p:cNvPr id="5" name="Fußzeilenplatzhalter 4"/>
          <p:cNvSpPr>
            <a:spLocks noGrp="1"/>
          </p:cNvSpPr>
          <p:nvPr>
            <p:ph type="ftr" sz="quarter" idx="4"/>
          </p:nvPr>
        </p:nvSpPr>
        <p:spPr/>
        <p:txBody>
          <a:bodyPr/>
          <a:lstStyle/>
          <a:p>
            <a:endParaRPr lang="de-DE"/>
          </a:p>
        </p:txBody>
      </p:sp>
    </p:spTree>
    <p:extLst>
      <p:ext uri="{BB962C8B-B14F-4D97-AF65-F5344CB8AC3E}">
        <p14:creationId xmlns:p14="http://schemas.microsoft.com/office/powerpoint/2010/main" val="412666527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9F28C-9A03-C9B8-7EA5-4D58D1DA090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59673C38-AAD8-9FFE-FE98-16656F2820C0}"/>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84E29F15-D8E6-0533-9713-1E14B602CFFD}"/>
              </a:ext>
            </a:extLst>
          </p:cNvPr>
          <p:cNvSpPr>
            <a:spLocks noGrp="1"/>
          </p:cNvSpPr>
          <p:nvPr>
            <p:ph type="body" idx="1"/>
          </p:nvPr>
        </p:nvSpPr>
        <p:spPr>
          <a:xfrm>
            <a:off x="679450" y="4705350"/>
            <a:ext cx="5435600" cy="4457700"/>
          </a:xfrm>
          <a:prstGeom prst="rect">
            <a:avLst/>
          </a:prstGeom>
        </p:spPr>
        <p:txBody>
          <a:bodyPr/>
          <a:lstStyle/>
          <a:p>
            <a:endParaRPr lang="de-DE" dirty="0"/>
          </a:p>
        </p:txBody>
      </p:sp>
      <p:sp>
        <p:nvSpPr>
          <p:cNvPr id="4" name="Foliennummernplatzhalter 3">
            <a:extLst>
              <a:ext uri="{FF2B5EF4-FFF2-40B4-BE49-F238E27FC236}">
                <a16:creationId xmlns:a16="http://schemas.microsoft.com/office/drawing/2014/main" id="{E1DBA717-9282-D656-7096-C65D562C6217}"/>
              </a:ext>
            </a:extLst>
          </p:cNvPr>
          <p:cNvSpPr>
            <a:spLocks noGrp="1"/>
          </p:cNvSpPr>
          <p:nvPr>
            <p:ph type="sldNum" sz="quarter" idx="10"/>
          </p:nvPr>
        </p:nvSpPr>
        <p:spPr/>
        <p:txBody>
          <a:bodyPr/>
          <a:lstStyle/>
          <a:p>
            <a:fld id="{8FF7B9E9-6F9D-4999-8E35-8BAD09A8460E}" type="slidenum">
              <a:rPr lang="de-DE" smtClean="0"/>
              <a:pPr/>
              <a:t>43</a:t>
            </a:fld>
            <a:endParaRPr lang="de-DE"/>
          </a:p>
        </p:txBody>
      </p:sp>
      <p:sp>
        <p:nvSpPr>
          <p:cNvPr id="5" name="Fußzeilenplatzhalter 4">
            <a:extLst>
              <a:ext uri="{FF2B5EF4-FFF2-40B4-BE49-F238E27FC236}">
                <a16:creationId xmlns:a16="http://schemas.microsoft.com/office/drawing/2014/main" id="{84FAB74C-D457-FDB9-E277-D53CAEB300FC}"/>
              </a:ext>
            </a:extLst>
          </p:cNvPr>
          <p:cNvSpPr>
            <a:spLocks noGrp="1"/>
          </p:cNvSpPr>
          <p:nvPr>
            <p:ph type="ftr" sz="quarter" idx="11"/>
          </p:nvPr>
        </p:nvSpPr>
        <p:spPr/>
        <p:txBody>
          <a:bodyPr/>
          <a:lstStyle/>
          <a:p>
            <a:endParaRPr lang="de-DE"/>
          </a:p>
        </p:txBody>
      </p:sp>
    </p:spTree>
    <p:extLst>
      <p:ext uri="{BB962C8B-B14F-4D97-AF65-F5344CB8AC3E}">
        <p14:creationId xmlns:p14="http://schemas.microsoft.com/office/powerpoint/2010/main" val="37532913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CA132-A72A-3B49-1E59-EA30626A2563}"/>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C2D66AA1-C24F-0A10-F933-69DE1C21438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A2264AE-EBD5-E920-CF99-020C0468EED2}"/>
              </a:ext>
            </a:extLst>
          </p:cNvPr>
          <p:cNvSpPr>
            <a:spLocks noGrp="1"/>
          </p:cNvSpPr>
          <p:nvPr>
            <p:ph type="body" idx="1"/>
          </p:nvPr>
        </p:nvSpPr>
        <p:spPr>
          <a:xfrm>
            <a:off x="679450" y="4705350"/>
            <a:ext cx="5435600" cy="4457700"/>
          </a:xfrm>
          <a:prstGeom prst="rect">
            <a:avLst/>
          </a:prstGeom>
        </p:spPr>
        <p:txBody>
          <a:bodyPr/>
          <a:lstStyle/>
          <a:p>
            <a:endParaRPr lang="de-DE"/>
          </a:p>
        </p:txBody>
      </p:sp>
      <p:sp>
        <p:nvSpPr>
          <p:cNvPr id="4" name="Foliennummernplatzhalter 3">
            <a:extLst>
              <a:ext uri="{FF2B5EF4-FFF2-40B4-BE49-F238E27FC236}">
                <a16:creationId xmlns:a16="http://schemas.microsoft.com/office/drawing/2014/main" id="{F8BCA2A9-5D4C-AC4E-F857-E4BCD22492D7}"/>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8FF7B9E9-6F9D-4999-8E35-8BAD09A8460E}" type="slidenum">
              <a:rPr kumimoji="0" lang="de-DE" sz="1200" b="0" i="0" u="none" strike="noStrike" kern="1200" cap="none" spc="0" normalizeH="0" baseline="0" noProof="0" smtClean="0">
                <a:ln>
                  <a:noFill/>
                </a:ln>
                <a:solidFill>
                  <a:srgbClr val="000000"/>
                </a:solidFill>
                <a:effectLst/>
                <a:uLnTx/>
                <a:uFillTx/>
                <a:latin typeface="Arial" pitchFamily="34" charset="0"/>
                <a:ea typeface="+mn-ea"/>
                <a:cs typeface="Arial" pitchFamily="34" charset="0"/>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de-DE" sz="1200" b="0" i="0" u="none" strike="noStrike" kern="1200" cap="none" spc="0" normalizeH="0" baseline="0" noProof="0">
              <a:ln>
                <a:noFill/>
              </a:ln>
              <a:solidFill>
                <a:srgbClr val="000000"/>
              </a:solidFill>
              <a:effectLst/>
              <a:uLnTx/>
              <a:uFillTx/>
              <a:latin typeface="Arial" pitchFamily="34" charset="0"/>
              <a:ea typeface="+mn-ea"/>
              <a:cs typeface="Arial" pitchFamily="34" charset="0"/>
            </a:endParaRPr>
          </a:p>
        </p:txBody>
      </p:sp>
      <p:sp>
        <p:nvSpPr>
          <p:cNvPr id="5" name="Fußzeilenplatzhalter 4">
            <a:extLst>
              <a:ext uri="{FF2B5EF4-FFF2-40B4-BE49-F238E27FC236}">
                <a16:creationId xmlns:a16="http://schemas.microsoft.com/office/drawing/2014/main" id="{0B648873-8B61-059E-DFDB-3A2A4CDC6B57}"/>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0" i="0" u="none" strike="noStrike" kern="1200" cap="none" spc="0" normalizeH="0" baseline="0" noProof="0">
              <a:ln>
                <a:noFill/>
              </a:ln>
              <a:solidFill>
                <a:srgbClr val="000000"/>
              </a:solidFill>
              <a:effectLst/>
              <a:uLnTx/>
              <a:uFillTx/>
              <a:latin typeface="Arial"/>
              <a:ea typeface="+mn-ea"/>
              <a:cs typeface="+mn-cs"/>
            </a:endParaRPr>
          </a:p>
        </p:txBody>
      </p:sp>
    </p:spTree>
    <p:extLst>
      <p:ext uri="{BB962C8B-B14F-4D97-AF65-F5344CB8AC3E}">
        <p14:creationId xmlns:p14="http://schemas.microsoft.com/office/powerpoint/2010/main" val="428159739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a:xfrm>
            <a:off x="679450" y="4705350"/>
            <a:ext cx="5435600" cy="4457700"/>
          </a:xfrm>
          <a:prstGeom prst="rect">
            <a:avLst/>
          </a:prstGeom>
        </p:spPr>
        <p:txBody>
          <a:bodyPr/>
          <a:lstStyle/>
          <a:p>
            <a:endParaRPr lang="de-DE" dirty="0"/>
          </a:p>
        </p:txBody>
      </p:sp>
      <p:sp>
        <p:nvSpPr>
          <p:cNvPr id="4" name="Foliennummernplatzhalter 3"/>
          <p:cNvSpPr>
            <a:spLocks noGrp="1"/>
          </p:cNvSpPr>
          <p:nvPr>
            <p:ph type="sldNum" sz="quarter" idx="5"/>
          </p:nvPr>
        </p:nvSpPr>
        <p:spPr/>
        <p:txBody>
          <a:bodyPr/>
          <a:lstStyle/>
          <a:p>
            <a:fld id="{8FF7B9E9-6F9D-4999-8E35-8BAD09A8460E}" type="slidenum">
              <a:rPr lang="de-DE" smtClean="0"/>
              <a:pPr/>
              <a:t>47</a:t>
            </a:fld>
            <a:endParaRPr lang="de-DE"/>
          </a:p>
        </p:txBody>
      </p:sp>
      <p:sp>
        <p:nvSpPr>
          <p:cNvPr id="5" name="Fußzeilenplatzhalter 4"/>
          <p:cNvSpPr>
            <a:spLocks noGrp="1"/>
          </p:cNvSpPr>
          <p:nvPr>
            <p:ph type="ftr" sz="quarter" idx="4"/>
          </p:nvPr>
        </p:nvSpPr>
        <p:spPr/>
        <p:txBody>
          <a:bodyPr/>
          <a:lstStyle/>
          <a:p>
            <a:endParaRPr lang="de-DE"/>
          </a:p>
        </p:txBody>
      </p:sp>
    </p:spTree>
    <p:extLst>
      <p:ext uri="{BB962C8B-B14F-4D97-AF65-F5344CB8AC3E}">
        <p14:creationId xmlns:p14="http://schemas.microsoft.com/office/powerpoint/2010/main" val="109356156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C28A7F-DD7D-9F4D-C1FD-487D0431113E}"/>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B066AE4-4EB3-734D-9468-21A34569F56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B7B480D9-3BA4-AEAF-4072-1BFBADE5013B}"/>
              </a:ext>
            </a:extLst>
          </p:cNvPr>
          <p:cNvSpPr>
            <a:spLocks noGrp="1"/>
          </p:cNvSpPr>
          <p:nvPr>
            <p:ph type="body" idx="1"/>
          </p:nvPr>
        </p:nvSpPr>
        <p:spPr>
          <a:xfrm>
            <a:off x="679450" y="4705350"/>
            <a:ext cx="5435600" cy="4457700"/>
          </a:xfrm>
          <a:prstGeom prst="rect">
            <a:avLst/>
          </a:prstGeom>
        </p:spPr>
        <p:txBody>
          <a:bodyPr/>
          <a:lstStyle/>
          <a:p>
            <a:endParaRPr lang="de-DE"/>
          </a:p>
        </p:txBody>
      </p:sp>
      <p:sp>
        <p:nvSpPr>
          <p:cNvPr id="4" name="Foliennummernplatzhalter 3">
            <a:extLst>
              <a:ext uri="{FF2B5EF4-FFF2-40B4-BE49-F238E27FC236}">
                <a16:creationId xmlns:a16="http://schemas.microsoft.com/office/drawing/2014/main" id="{7A5BAC02-BE56-3797-0304-69700BECC7A4}"/>
              </a:ext>
            </a:extLst>
          </p:cNvPr>
          <p:cNvSpPr>
            <a:spLocks noGrp="1"/>
          </p:cNvSpPr>
          <p:nvPr>
            <p:ph type="sldNum" sz="quarter" idx="10"/>
          </p:nvPr>
        </p:nvSpPr>
        <p:spPr/>
        <p:txBody>
          <a:bodyPr/>
          <a:lstStyle/>
          <a:p>
            <a:fld id="{8FF7B9E9-6F9D-4999-8E35-8BAD09A8460E}" type="slidenum">
              <a:rPr lang="de-DE" smtClean="0"/>
              <a:pPr/>
              <a:t>50</a:t>
            </a:fld>
            <a:endParaRPr lang="de-DE"/>
          </a:p>
        </p:txBody>
      </p:sp>
      <p:sp>
        <p:nvSpPr>
          <p:cNvPr id="5" name="Fußzeilenplatzhalter 4">
            <a:extLst>
              <a:ext uri="{FF2B5EF4-FFF2-40B4-BE49-F238E27FC236}">
                <a16:creationId xmlns:a16="http://schemas.microsoft.com/office/drawing/2014/main" id="{7CAF934A-9FF2-9222-5AE4-F66B195BDB59}"/>
              </a:ext>
            </a:extLst>
          </p:cNvPr>
          <p:cNvSpPr>
            <a:spLocks noGrp="1"/>
          </p:cNvSpPr>
          <p:nvPr>
            <p:ph type="ftr" sz="quarter" idx="11"/>
          </p:nvPr>
        </p:nvSpPr>
        <p:spPr/>
        <p:txBody>
          <a:bodyPr/>
          <a:lstStyle/>
          <a:p>
            <a:endParaRPr lang="de-DE"/>
          </a:p>
        </p:txBody>
      </p:sp>
    </p:spTree>
    <p:extLst>
      <p:ext uri="{BB962C8B-B14F-4D97-AF65-F5344CB8AC3E}">
        <p14:creationId xmlns:p14="http://schemas.microsoft.com/office/powerpoint/2010/main" val="390186658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3D63E-6EA8-9D8E-2529-F1A52126EC80}"/>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E8C0AFF-3F3C-D72A-F741-41C2D657F4CA}"/>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D08931FF-E4A4-CDD5-A716-718EB8A4607E}"/>
              </a:ext>
            </a:extLst>
          </p:cNvPr>
          <p:cNvSpPr>
            <a:spLocks noGrp="1"/>
          </p:cNvSpPr>
          <p:nvPr>
            <p:ph type="body" idx="1"/>
          </p:nvPr>
        </p:nvSpPr>
        <p:spPr>
          <a:xfrm>
            <a:off x="679450" y="4705350"/>
            <a:ext cx="5435600" cy="4457700"/>
          </a:xfrm>
          <a:prstGeom prst="rect">
            <a:avLst/>
          </a:prstGeom>
        </p:spPr>
        <p:txBody>
          <a:bodyPr/>
          <a:lstStyle/>
          <a:p>
            <a:endParaRPr lang="de-DE"/>
          </a:p>
        </p:txBody>
      </p:sp>
      <p:sp>
        <p:nvSpPr>
          <p:cNvPr id="4" name="Foliennummernplatzhalter 3">
            <a:extLst>
              <a:ext uri="{FF2B5EF4-FFF2-40B4-BE49-F238E27FC236}">
                <a16:creationId xmlns:a16="http://schemas.microsoft.com/office/drawing/2014/main" id="{FF6C5CF5-6873-48F9-5274-B16B62879D44}"/>
              </a:ext>
            </a:extLst>
          </p:cNvPr>
          <p:cNvSpPr>
            <a:spLocks noGrp="1"/>
          </p:cNvSpPr>
          <p:nvPr>
            <p:ph type="sldNum" sz="quarter" idx="10"/>
          </p:nvPr>
        </p:nvSpPr>
        <p:spPr/>
        <p:txBody>
          <a:bodyPr/>
          <a:lstStyle/>
          <a:p>
            <a:fld id="{8FF7B9E9-6F9D-4999-8E35-8BAD09A8460E}" type="slidenum">
              <a:rPr lang="de-DE" smtClean="0"/>
              <a:pPr/>
              <a:t>56</a:t>
            </a:fld>
            <a:endParaRPr lang="de-DE"/>
          </a:p>
        </p:txBody>
      </p:sp>
      <p:sp>
        <p:nvSpPr>
          <p:cNvPr id="5" name="Fußzeilenplatzhalter 4">
            <a:extLst>
              <a:ext uri="{FF2B5EF4-FFF2-40B4-BE49-F238E27FC236}">
                <a16:creationId xmlns:a16="http://schemas.microsoft.com/office/drawing/2014/main" id="{C2930921-617C-39D6-82A4-2A18027C6671}"/>
              </a:ext>
            </a:extLst>
          </p:cNvPr>
          <p:cNvSpPr>
            <a:spLocks noGrp="1"/>
          </p:cNvSpPr>
          <p:nvPr>
            <p:ph type="ftr" sz="quarter" idx="11"/>
          </p:nvPr>
        </p:nvSpPr>
        <p:spPr/>
        <p:txBody>
          <a:bodyPr/>
          <a:lstStyle/>
          <a:p>
            <a:endParaRPr lang="de-DE"/>
          </a:p>
        </p:txBody>
      </p:sp>
    </p:spTree>
    <p:extLst>
      <p:ext uri="{BB962C8B-B14F-4D97-AF65-F5344CB8AC3E}">
        <p14:creationId xmlns:p14="http://schemas.microsoft.com/office/powerpoint/2010/main" val="14659871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a:xfrm>
            <a:off x="679450" y="4705350"/>
            <a:ext cx="5435600" cy="4457700"/>
          </a:xfrm>
          <a:prstGeom prst="rect">
            <a:avLst/>
          </a:prstGeom>
        </p:spPr>
        <p:txBody>
          <a:bodyPr/>
          <a:lstStyle/>
          <a:p>
            <a:endParaRPr lang="ko-KR" altLang="de-DE" dirty="0"/>
          </a:p>
        </p:txBody>
      </p:sp>
      <p:sp>
        <p:nvSpPr>
          <p:cNvPr id="4" name="Foliennummernplatzhalter 3"/>
          <p:cNvSpPr>
            <a:spLocks noGrp="1"/>
          </p:cNvSpPr>
          <p:nvPr>
            <p:ph type="sldNum" sz="quarter" idx="5"/>
          </p:nvPr>
        </p:nvSpPr>
        <p:spPr/>
        <p:txBody>
          <a:bodyPr/>
          <a:lstStyle/>
          <a:p>
            <a:fld id="{8FF7B9E9-6F9D-4999-8E35-8BAD09A8460E}" type="slidenum">
              <a:rPr lang="de-DE" smtClean="0"/>
              <a:pPr/>
              <a:t>59</a:t>
            </a:fld>
            <a:endParaRPr lang="de-DE"/>
          </a:p>
        </p:txBody>
      </p:sp>
      <p:sp>
        <p:nvSpPr>
          <p:cNvPr id="5" name="Fußzeilenplatzhalter 4"/>
          <p:cNvSpPr>
            <a:spLocks noGrp="1"/>
          </p:cNvSpPr>
          <p:nvPr>
            <p:ph type="ftr" sz="quarter" idx="4"/>
          </p:nvPr>
        </p:nvSpPr>
        <p:spPr/>
        <p:txBody>
          <a:bodyPr/>
          <a:lstStyle/>
          <a:p>
            <a:endParaRPr lang="de-DE"/>
          </a:p>
        </p:txBody>
      </p:sp>
    </p:spTree>
    <p:extLst>
      <p:ext uri="{BB962C8B-B14F-4D97-AF65-F5344CB8AC3E}">
        <p14:creationId xmlns:p14="http://schemas.microsoft.com/office/powerpoint/2010/main" val="48108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254F75-C6D9-1788-15DA-C31F0B59EA6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F28579C2-20B5-158F-7797-D09982DBEF6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F8FA7D2-9F24-FC78-FAC7-C4707DBEEF3B}"/>
              </a:ext>
            </a:extLst>
          </p:cNvPr>
          <p:cNvSpPr>
            <a:spLocks noGrp="1"/>
          </p:cNvSpPr>
          <p:nvPr>
            <p:ph type="body" idx="1"/>
          </p:nvPr>
        </p:nvSpPr>
        <p:spPr>
          <a:xfrm>
            <a:off x="679450" y="4705350"/>
            <a:ext cx="5435600" cy="4457700"/>
          </a:xfrm>
          <a:prstGeom prst="rect">
            <a:avLst/>
          </a:prstGeom>
        </p:spPr>
        <p:txBody>
          <a:bodyPr/>
          <a:lstStyle/>
          <a:p>
            <a:endParaRPr lang="de-DE"/>
          </a:p>
        </p:txBody>
      </p:sp>
      <p:sp>
        <p:nvSpPr>
          <p:cNvPr id="4" name="Foliennummernplatzhalter 3">
            <a:extLst>
              <a:ext uri="{FF2B5EF4-FFF2-40B4-BE49-F238E27FC236}">
                <a16:creationId xmlns:a16="http://schemas.microsoft.com/office/drawing/2014/main" id="{0D074912-DC76-EC9A-A7CA-AF872C1F3690}"/>
              </a:ext>
            </a:extLst>
          </p:cNvPr>
          <p:cNvSpPr>
            <a:spLocks noGrp="1"/>
          </p:cNvSpPr>
          <p:nvPr>
            <p:ph type="sldNum" sz="quarter" idx="10"/>
          </p:nvPr>
        </p:nvSpPr>
        <p:spPr/>
        <p:txBody>
          <a:bodyPr/>
          <a:lstStyle/>
          <a:p>
            <a:fld id="{8FF7B9E9-6F9D-4999-8E35-8BAD09A8460E}" type="slidenum">
              <a:rPr lang="de-DE" smtClean="0"/>
              <a:pPr/>
              <a:t>61</a:t>
            </a:fld>
            <a:endParaRPr lang="de-DE"/>
          </a:p>
        </p:txBody>
      </p:sp>
      <p:sp>
        <p:nvSpPr>
          <p:cNvPr id="5" name="Fußzeilenplatzhalter 4">
            <a:extLst>
              <a:ext uri="{FF2B5EF4-FFF2-40B4-BE49-F238E27FC236}">
                <a16:creationId xmlns:a16="http://schemas.microsoft.com/office/drawing/2014/main" id="{4FE506F2-7A28-5D31-6803-9B52CE9A0B55}"/>
              </a:ext>
            </a:extLst>
          </p:cNvPr>
          <p:cNvSpPr>
            <a:spLocks noGrp="1"/>
          </p:cNvSpPr>
          <p:nvPr>
            <p:ph type="ftr" sz="quarter" idx="11"/>
          </p:nvPr>
        </p:nvSpPr>
        <p:spPr/>
        <p:txBody>
          <a:bodyPr/>
          <a:lstStyle/>
          <a:p>
            <a:endParaRPr lang="de-DE"/>
          </a:p>
        </p:txBody>
      </p:sp>
    </p:spTree>
    <p:extLst>
      <p:ext uri="{BB962C8B-B14F-4D97-AF65-F5344CB8AC3E}">
        <p14:creationId xmlns:p14="http://schemas.microsoft.com/office/powerpoint/2010/main" val="396131244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9BBD82-E8BB-C040-A4CD-7383389F79C4}"/>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13582A93-ABEF-6FAD-B455-0C48E6C22DA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A4FA6688-E990-6A61-59D1-9F75B0686EE7}"/>
              </a:ext>
            </a:extLst>
          </p:cNvPr>
          <p:cNvSpPr>
            <a:spLocks noGrp="1"/>
          </p:cNvSpPr>
          <p:nvPr>
            <p:ph type="body" idx="1"/>
          </p:nvPr>
        </p:nvSpPr>
        <p:spPr>
          <a:xfrm>
            <a:off x="679450" y="4705350"/>
            <a:ext cx="5435600" cy="4457700"/>
          </a:xfrm>
          <a:prstGeom prst="rect">
            <a:avLst/>
          </a:prstGeom>
        </p:spPr>
        <p:txBody>
          <a:bodyPr/>
          <a:lstStyle/>
          <a:p>
            <a:endParaRPr lang="de-DE"/>
          </a:p>
        </p:txBody>
      </p:sp>
      <p:sp>
        <p:nvSpPr>
          <p:cNvPr id="4" name="Foliennummernplatzhalter 3">
            <a:extLst>
              <a:ext uri="{FF2B5EF4-FFF2-40B4-BE49-F238E27FC236}">
                <a16:creationId xmlns:a16="http://schemas.microsoft.com/office/drawing/2014/main" id="{C90A1A2E-C9DA-36EE-4138-25624C1B2732}"/>
              </a:ext>
            </a:extLst>
          </p:cNvPr>
          <p:cNvSpPr>
            <a:spLocks noGrp="1"/>
          </p:cNvSpPr>
          <p:nvPr>
            <p:ph type="sldNum" sz="quarter" idx="10"/>
          </p:nvPr>
        </p:nvSpPr>
        <p:spPr/>
        <p:txBody>
          <a:bodyPr/>
          <a:lstStyle/>
          <a:p>
            <a:fld id="{8FF7B9E9-6F9D-4999-8E35-8BAD09A8460E}" type="slidenum">
              <a:rPr lang="de-DE" smtClean="0"/>
              <a:pPr/>
              <a:t>62</a:t>
            </a:fld>
            <a:endParaRPr lang="de-DE"/>
          </a:p>
        </p:txBody>
      </p:sp>
      <p:sp>
        <p:nvSpPr>
          <p:cNvPr id="5" name="Fußzeilenplatzhalter 4">
            <a:extLst>
              <a:ext uri="{FF2B5EF4-FFF2-40B4-BE49-F238E27FC236}">
                <a16:creationId xmlns:a16="http://schemas.microsoft.com/office/drawing/2014/main" id="{76B01767-27AE-2CF3-15F5-CE0C5A792214}"/>
              </a:ext>
            </a:extLst>
          </p:cNvPr>
          <p:cNvSpPr>
            <a:spLocks noGrp="1"/>
          </p:cNvSpPr>
          <p:nvPr>
            <p:ph type="ftr" sz="quarter" idx="11"/>
          </p:nvPr>
        </p:nvSpPr>
        <p:spPr/>
        <p:txBody>
          <a:bodyPr/>
          <a:lstStyle/>
          <a:p>
            <a:endParaRPr lang="de-DE"/>
          </a:p>
        </p:txBody>
      </p:sp>
    </p:spTree>
    <p:extLst>
      <p:ext uri="{BB962C8B-B14F-4D97-AF65-F5344CB8AC3E}">
        <p14:creationId xmlns:p14="http://schemas.microsoft.com/office/powerpoint/2010/main" val="320214058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319B4-0B42-EB4F-4AEC-9AAAA8D5E628}"/>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759137E3-7C3A-CC4F-25EA-9F09DA84B395}"/>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6DAB7CE4-9983-6F15-144B-FA5427656DC1}"/>
              </a:ext>
            </a:extLst>
          </p:cNvPr>
          <p:cNvSpPr>
            <a:spLocks noGrp="1"/>
          </p:cNvSpPr>
          <p:nvPr>
            <p:ph type="body" idx="1"/>
          </p:nvPr>
        </p:nvSpPr>
        <p:spPr>
          <a:xfrm>
            <a:off x="679450" y="4705350"/>
            <a:ext cx="5435600" cy="4457700"/>
          </a:xfrm>
          <a:prstGeom prst="rect">
            <a:avLst/>
          </a:prstGeom>
        </p:spPr>
        <p:txBody>
          <a:bodyPr/>
          <a:lstStyle/>
          <a:p>
            <a:endParaRPr lang="de-DE"/>
          </a:p>
        </p:txBody>
      </p:sp>
      <p:sp>
        <p:nvSpPr>
          <p:cNvPr id="4" name="Foliennummernplatzhalter 3">
            <a:extLst>
              <a:ext uri="{FF2B5EF4-FFF2-40B4-BE49-F238E27FC236}">
                <a16:creationId xmlns:a16="http://schemas.microsoft.com/office/drawing/2014/main" id="{408761FD-E1A8-1110-785F-398AC42E18AB}"/>
              </a:ext>
            </a:extLst>
          </p:cNvPr>
          <p:cNvSpPr>
            <a:spLocks noGrp="1"/>
          </p:cNvSpPr>
          <p:nvPr>
            <p:ph type="sldNum" sz="quarter" idx="10"/>
          </p:nvPr>
        </p:nvSpPr>
        <p:spPr/>
        <p:txBody>
          <a:bodyPr/>
          <a:lstStyle/>
          <a:p>
            <a:fld id="{8FF7B9E9-6F9D-4999-8E35-8BAD09A8460E}" type="slidenum">
              <a:rPr lang="de-DE" smtClean="0"/>
              <a:pPr/>
              <a:t>63</a:t>
            </a:fld>
            <a:endParaRPr lang="de-DE"/>
          </a:p>
        </p:txBody>
      </p:sp>
      <p:sp>
        <p:nvSpPr>
          <p:cNvPr id="5" name="Fußzeilenplatzhalter 4">
            <a:extLst>
              <a:ext uri="{FF2B5EF4-FFF2-40B4-BE49-F238E27FC236}">
                <a16:creationId xmlns:a16="http://schemas.microsoft.com/office/drawing/2014/main" id="{BC8A55C1-1C5F-CBF0-4843-2517D0C24FE9}"/>
              </a:ext>
            </a:extLst>
          </p:cNvPr>
          <p:cNvSpPr>
            <a:spLocks noGrp="1"/>
          </p:cNvSpPr>
          <p:nvPr>
            <p:ph type="ftr" sz="quarter" idx="11"/>
          </p:nvPr>
        </p:nvSpPr>
        <p:spPr/>
        <p:txBody>
          <a:bodyPr/>
          <a:lstStyle/>
          <a:p>
            <a:endParaRPr lang="de-DE"/>
          </a:p>
        </p:txBody>
      </p:sp>
    </p:spTree>
    <p:extLst>
      <p:ext uri="{BB962C8B-B14F-4D97-AF65-F5344CB8AC3E}">
        <p14:creationId xmlns:p14="http://schemas.microsoft.com/office/powerpoint/2010/main" val="14091763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BE75C-1B7E-93CC-C906-EF51482F5DED}"/>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02DC0F29-4809-E044-BA37-E3DD0F83931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56FD7F2B-10C5-802F-33AA-CA0351917715}"/>
              </a:ext>
            </a:extLst>
          </p:cNvPr>
          <p:cNvSpPr>
            <a:spLocks noGrp="1"/>
          </p:cNvSpPr>
          <p:nvPr>
            <p:ph type="body" idx="1"/>
          </p:nvPr>
        </p:nvSpPr>
        <p:spPr>
          <a:xfrm>
            <a:off x="679450" y="4705350"/>
            <a:ext cx="5435600" cy="4457700"/>
          </a:xfrm>
          <a:prstGeom prst="rect">
            <a:avLst/>
          </a:prstGeom>
        </p:spPr>
        <p:txBody>
          <a:bodyPr/>
          <a:lstStyle/>
          <a:p>
            <a:endParaRPr lang="de-DE"/>
          </a:p>
        </p:txBody>
      </p:sp>
      <p:sp>
        <p:nvSpPr>
          <p:cNvPr id="4" name="Foliennummernplatzhalter 3">
            <a:extLst>
              <a:ext uri="{FF2B5EF4-FFF2-40B4-BE49-F238E27FC236}">
                <a16:creationId xmlns:a16="http://schemas.microsoft.com/office/drawing/2014/main" id="{3654C2F2-EDCF-40BC-870E-68D8B69C2F1A}"/>
              </a:ext>
            </a:extLst>
          </p:cNvPr>
          <p:cNvSpPr>
            <a:spLocks noGrp="1"/>
          </p:cNvSpPr>
          <p:nvPr>
            <p:ph type="sldNum" sz="quarter" idx="10"/>
          </p:nvPr>
        </p:nvSpPr>
        <p:spPr/>
        <p:txBody>
          <a:bodyPr/>
          <a:lstStyle/>
          <a:p>
            <a:fld id="{8FF7B9E9-6F9D-4999-8E35-8BAD09A8460E}" type="slidenum">
              <a:rPr lang="de-DE" smtClean="0"/>
              <a:pPr/>
              <a:t>64</a:t>
            </a:fld>
            <a:endParaRPr lang="de-DE"/>
          </a:p>
        </p:txBody>
      </p:sp>
      <p:sp>
        <p:nvSpPr>
          <p:cNvPr id="5" name="Fußzeilenplatzhalter 4">
            <a:extLst>
              <a:ext uri="{FF2B5EF4-FFF2-40B4-BE49-F238E27FC236}">
                <a16:creationId xmlns:a16="http://schemas.microsoft.com/office/drawing/2014/main" id="{13C564A6-DFDF-0EC0-802E-737228820C8E}"/>
              </a:ext>
            </a:extLst>
          </p:cNvPr>
          <p:cNvSpPr>
            <a:spLocks noGrp="1"/>
          </p:cNvSpPr>
          <p:nvPr>
            <p:ph type="ftr" sz="quarter" idx="11"/>
          </p:nvPr>
        </p:nvSpPr>
        <p:spPr/>
        <p:txBody>
          <a:bodyPr/>
          <a:lstStyle/>
          <a:p>
            <a:endParaRPr lang="de-DE"/>
          </a:p>
        </p:txBody>
      </p:sp>
    </p:spTree>
    <p:extLst>
      <p:ext uri="{BB962C8B-B14F-4D97-AF65-F5344CB8AC3E}">
        <p14:creationId xmlns:p14="http://schemas.microsoft.com/office/powerpoint/2010/main" val="23738300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3BBBBC-9A6F-882B-D7C6-500268304962}"/>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84E2B9A-9235-0E68-1C59-13F67CC98554}"/>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104358D7-CA35-9DB0-E7C5-F2EA99C79CF2}"/>
              </a:ext>
            </a:extLst>
          </p:cNvPr>
          <p:cNvSpPr>
            <a:spLocks noGrp="1"/>
          </p:cNvSpPr>
          <p:nvPr>
            <p:ph type="body" idx="1"/>
          </p:nvPr>
        </p:nvSpPr>
        <p:spPr>
          <a:xfrm>
            <a:off x="679450" y="4705350"/>
            <a:ext cx="5435600" cy="4457700"/>
          </a:xfrm>
          <a:prstGeom prst="rect">
            <a:avLst/>
          </a:prstGeom>
        </p:spPr>
        <p:txBody>
          <a:bodyPr/>
          <a:lstStyle/>
          <a:p>
            <a:endParaRPr lang="de-DE"/>
          </a:p>
        </p:txBody>
      </p:sp>
      <p:sp>
        <p:nvSpPr>
          <p:cNvPr id="4" name="Foliennummernplatzhalter 3">
            <a:extLst>
              <a:ext uri="{FF2B5EF4-FFF2-40B4-BE49-F238E27FC236}">
                <a16:creationId xmlns:a16="http://schemas.microsoft.com/office/drawing/2014/main" id="{32380A44-0CFF-7A0F-ABB4-AF59819E1D6D}"/>
              </a:ext>
            </a:extLst>
          </p:cNvPr>
          <p:cNvSpPr>
            <a:spLocks noGrp="1"/>
          </p:cNvSpPr>
          <p:nvPr>
            <p:ph type="sldNum" sz="quarter" idx="10"/>
          </p:nvPr>
        </p:nvSpPr>
        <p:spPr/>
        <p:txBody>
          <a:bodyPr/>
          <a:lstStyle/>
          <a:p>
            <a:fld id="{8FF7B9E9-6F9D-4999-8E35-8BAD09A8460E}" type="slidenum">
              <a:rPr lang="de-DE" smtClean="0"/>
              <a:pPr/>
              <a:t>65</a:t>
            </a:fld>
            <a:endParaRPr lang="de-DE"/>
          </a:p>
        </p:txBody>
      </p:sp>
      <p:sp>
        <p:nvSpPr>
          <p:cNvPr id="5" name="Fußzeilenplatzhalter 4">
            <a:extLst>
              <a:ext uri="{FF2B5EF4-FFF2-40B4-BE49-F238E27FC236}">
                <a16:creationId xmlns:a16="http://schemas.microsoft.com/office/drawing/2014/main" id="{D9FF927F-FAAF-5C85-78B9-8025CF5A379E}"/>
              </a:ext>
            </a:extLst>
          </p:cNvPr>
          <p:cNvSpPr>
            <a:spLocks noGrp="1"/>
          </p:cNvSpPr>
          <p:nvPr>
            <p:ph type="ftr" sz="quarter" idx="11"/>
          </p:nvPr>
        </p:nvSpPr>
        <p:spPr/>
        <p:txBody>
          <a:bodyPr/>
          <a:lstStyle/>
          <a:p>
            <a:endParaRPr lang="de-DE"/>
          </a:p>
        </p:txBody>
      </p:sp>
    </p:spTree>
    <p:extLst>
      <p:ext uri="{BB962C8B-B14F-4D97-AF65-F5344CB8AC3E}">
        <p14:creationId xmlns:p14="http://schemas.microsoft.com/office/powerpoint/2010/main" val="393804950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64A7A-59AA-A80D-56D2-0A3A05BB8F71}"/>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EF1EAD51-25D7-80D0-FD35-E196D64CE201}"/>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76D60CCE-7510-6270-B3EC-7E43645F96D6}"/>
              </a:ext>
            </a:extLst>
          </p:cNvPr>
          <p:cNvSpPr>
            <a:spLocks noGrp="1"/>
          </p:cNvSpPr>
          <p:nvPr>
            <p:ph type="body" idx="1"/>
          </p:nvPr>
        </p:nvSpPr>
        <p:spPr>
          <a:xfrm>
            <a:off x="679450" y="4705350"/>
            <a:ext cx="5435600" cy="4457700"/>
          </a:xfrm>
          <a:prstGeom prst="rect">
            <a:avLst/>
          </a:prstGeom>
        </p:spPr>
        <p:txBody>
          <a:bodyPr/>
          <a:lstStyle/>
          <a:p>
            <a:endParaRPr lang="de-DE"/>
          </a:p>
        </p:txBody>
      </p:sp>
      <p:sp>
        <p:nvSpPr>
          <p:cNvPr id="4" name="Foliennummernplatzhalter 3">
            <a:extLst>
              <a:ext uri="{FF2B5EF4-FFF2-40B4-BE49-F238E27FC236}">
                <a16:creationId xmlns:a16="http://schemas.microsoft.com/office/drawing/2014/main" id="{31653388-6E6C-E175-2DFB-2A2C06616C20}"/>
              </a:ext>
            </a:extLst>
          </p:cNvPr>
          <p:cNvSpPr>
            <a:spLocks noGrp="1"/>
          </p:cNvSpPr>
          <p:nvPr>
            <p:ph type="sldNum" sz="quarter" idx="10"/>
          </p:nvPr>
        </p:nvSpPr>
        <p:spPr/>
        <p:txBody>
          <a:bodyPr/>
          <a:lstStyle/>
          <a:p>
            <a:fld id="{8FF7B9E9-6F9D-4999-8E35-8BAD09A8460E}" type="slidenum">
              <a:rPr lang="de-DE" smtClean="0"/>
              <a:pPr/>
              <a:t>66</a:t>
            </a:fld>
            <a:endParaRPr lang="de-DE"/>
          </a:p>
        </p:txBody>
      </p:sp>
      <p:sp>
        <p:nvSpPr>
          <p:cNvPr id="5" name="Fußzeilenplatzhalter 4">
            <a:extLst>
              <a:ext uri="{FF2B5EF4-FFF2-40B4-BE49-F238E27FC236}">
                <a16:creationId xmlns:a16="http://schemas.microsoft.com/office/drawing/2014/main" id="{6D7B7F3E-3F26-AC73-C07E-06DE0B762E49}"/>
              </a:ext>
            </a:extLst>
          </p:cNvPr>
          <p:cNvSpPr>
            <a:spLocks noGrp="1"/>
          </p:cNvSpPr>
          <p:nvPr>
            <p:ph type="ftr" sz="quarter" idx="11"/>
          </p:nvPr>
        </p:nvSpPr>
        <p:spPr/>
        <p:txBody>
          <a:bodyPr/>
          <a:lstStyle/>
          <a:p>
            <a:endParaRPr lang="de-DE"/>
          </a:p>
        </p:txBody>
      </p:sp>
    </p:spTree>
    <p:extLst>
      <p:ext uri="{BB962C8B-B14F-4D97-AF65-F5344CB8AC3E}">
        <p14:creationId xmlns:p14="http://schemas.microsoft.com/office/powerpoint/2010/main" val="244683473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051F81-0F3B-7899-8DC3-5891B69828C6}"/>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24938799-0D9A-BFB9-1F25-B47F14E0F70E}"/>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E1B50787-B504-D0F3-8C9F-F742BAFD620F}"/>
              </a:ext>
            </a:extLst>
          </p:cNvPr>
          <p:cNvSpPr>
            <a:spLocks noGrp="1"/>
          </p:cNvSpPr>
          <p:nvPr>
            <p:ph type="body" idx="1"/>
          </p:nvPr>
        </p:nvSpPr>
        <p:spPr>
          <a:xfrm>
            <a:off x="679450" y="4705350"/>
            <a:ext cx="5435600" cy="4457700"/>
          </a:xfrm>
          <a:prstGeom prst="rect">
            <a:avLst/>
          </a:prstGeom>
        </p:spPr>
        <p:txBody>
          <a:bodyPr/>
          <a:lstStyle/>
          <a:p>
            <a:endParaRPr lang="de-DE"/>
          </a:p>
        </p:txBody>
      </p:sp>
      <p:sp>
        <p:nvSpPr>
          <p:cNvPr id="4" name="Foliennummernplatzhalter 3">
            <a:extLst>
              <a:ext uri="{FF2B5EF4-FFF2-40B4-BE49-F238E27FC236}">
                <a16:creationId xmlns:a16="http://schemas.microsoft.com/office/drawing/2014/main" id="{3522DA12-3E0A-3A83-FC37-E2A399916DFA}"/>
              </a:ext>
            </a:extLst>
          </p:cNvPr>
          <p:cNvSpPr>
            <a:spLocks noGrp="1"/>
          </p:cNvSpPr>
          <p:nvPr>
            <p:ph type="sldNum" sz="quarter" idx="10"/>
          </p:nvPr>
        </p:nvSpPr>
        <p:spPr/>
        <p:txBody>
          <a:bodyPr/>
          <a:lstStyle/>
          <a:p>
            <a:fld id="{8FF7B9E9-6F9D-4999-8E35-8BAD09A8460E}" type="slidenum">
              <a:rPr lang="de-DE" smtClean="0"/>
              <a:pPr/>
              <a:t>67</a:t>
            </a:fld>
            <a:endParaRPr lang="de-DE"/>
          </a:p>
        </p:txBody>
      </p:sp>
      <p:sp>
        <p:nvSpPr>
          <p:cNvPr id="5" name="Fußzeilenplatzhalter 4">
            <a:extLst>
              <a:ext uri="{FF2B5EF4-FFF2-40B4-BE49-F238E27FC236}">
                <a16:creationId xmlns:a16="http://schemas.microsoft.com/office/drawing/2014/main" id="{A05A5328-835F-8938-54C1-3B5FAFDAF184}"/>
              </a:ext>
            </a:extLst>
          </p:cNvPr>
          <p:cNvSpPr>
            <a:spLocks noGrp="1"/>
          </p:cNvSpPr>
          <p:nvPr>
            <p:ph type="ftr" sz="quarter" idx="11"/>
          </p:nvPr>
        </p:nvSpPr>
        <p:spPr/>
        <p:txBody>
          <a:bodyPr/>
          <a:lstStyle/>
          <a:p>
            <a:endParaRPr lang="de-DE"/>
          </a:p>
        </p:txBody>
      </p:sp>
    </p:spTree>
    <p:extLst>
      <p:ext uri="{BB962C8B-B14F-4D97-AF65-F5344CB8AC3E}">
        <p14:creationId xmlns:p14="http://schemas.microsoft.com/office/powerpoint/2010/main" val="4009825008"/>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3728C-07FA-7619-09A4-0558F98A7EC9}"/>
            </a:ext>
          </a:extLst>
        </p:cNvPr>
        <p:cNvGrpSpPr/>
        <p:nvPr/>
      </p:nvGrpSpPr>
      <p:grpSpPr>
        <a:xfrm>
          <a:off x="0" y="0"/>
          <a:ext cx="0" cy="0"/>
          <a:chOff x="0" y="0"/>
          <a:chExt cx="0" cy="0"/>
        </a:xfrm>
      </p:grpSpPr>
      <p:sp>
        <p:nvSpPr>
          <p:cNvPr id="2" name="Folienbildplatzhalter 1">
            <a:extLst>
              <a:ext uri="{FF2B5EF4-FFF2-40B4-BE49-F238E27FC236}">
                <a16:creationId xmlns:a16="http://schemas.microsoft.com/office/drawing/2014/main" id="{967A405D-5D53-38BB-BBEF-ADAA0E3B5507}"/>
              </a:ext>
            </a:extLst>
          </p:cNvPr>
          <p:cNvSpPr>
            <a:spLocks noGrp="1" noRot="1" noChangeAspect="1"/>
          </p:cNvSpPr>
          <p:nvPr>
            <p:ph type="sldImg"/>
          </p:nvPr>
        </p:nvSpPr>
        <p:spPr/>
      </p:sp>
      <p:sp>
        <p:nvSpPr>
          <p:cNvPr id="3" name="Notizenplatzhalter 2">
            <a:extLst>
              <a:ext uri="{FF2B5EF4-FFF2-40B4-BE49-F238E27FC236}">
                <a16:creationId xmlns:a16="http://schemas.microsoft.com/office/drawing/2014/main" id="{94EB8BD1-EF6D-1DBF-E747-83A25AED4AC9}"/>
              </a:ext>
            </a:extLst>
          </p:cNvPr>
          <p:cNvSpPr>
            <a:spLocks noGrp="1"/>
          </p:cNvSpPr>
          <p:nvPr>
            <p:ph type="body" idx="1"/>
          </p:nvPr>
        </p:nvSpPr>
        <p:spPr>
          <a:xfrm>
            <a:off x="679450" y="4705350"/>
            <a:ext cx="5435600" cy="4457700"/>
          </a:xfrm>
          <a:prstGeom prst="rect">
            <a:avLst/>
          </a:prstGeom>
        </p:spPr>
        <p:txBody>
          <a:bodyPr/>
          <a:lstStyle/>
          <a:p>
            <a:endParaRPr lang="de-DE" dirty="0"/>
          </a:p>
        </p:txBody>
      </p:sp>
      <p:sp>
        <p:nvSpPr>
          <p:cNvPr id="4" name="Foliennummernplatzhalter 3">
            <a:extLst>
              <a:ext uri="{FF2B5EF4-FFF2-40B4-BE49-F238E27FC236}">
                <a16:creationId xmlns:a16="http://schemas.microsoft.com/office/drawing/2014/main" id="{FE490CB1-F772-A7B7-015A-5282F363D012}"/>
              </a:ext>
            </a:extLst>
          </p:cNvPr>
          <p:cNvSpPr>
            <a:spLocks noGrp="1"/>
          </p:cNvSpPr>
          <p:nvPr>
            <p:ph type="sldNum" sz="quarter" idx="10"/>
          </p:nvPr>
        </p:nvSpPr>
        <p:spPr/>
        <p:txBody>
          <a:bodyPr/>
          <a:lstStyle/>
          <a:p>
            <a:fld id="{8FF7B9E9-6F9D-4999-8E35-8BAD09A8460E}" type="slidenum">
              <a:rPr lang="de-DE" smtClean="0"/>
              <a:pPr/>
              <a:t>68</a:t>
            </a:fld>
            <a:endParaRPr lang="de-DE"/>
          </a:p>
        </p:txBody>
      </p:sp>
      <p:sp>
        <p:nvSpPr>
          <p:cNvPr id="5" name="Fußzeilenplatzhalter 4">
            <a:extLst>
              <a:ext uri="{FF2B5EF4-FFF2-40B4-BE49-F238E27FC236}">
                <a16:creationId xmlns:a16="http://schemas.microsoft.com/office/drawing/2014/main" id="{EB07303F-FA2C-BC1C-BC87-4B278F2980CB}"/>
              </a:ext>
            </a:extLst>
          </p:cNvPr>
          <p:cNvSpPr>
            <a:spLocks noGrp="1"/>
          </p:cNvSpPr>
          <p:nvPr>
            <p:ph type="ftr" sz="quarter" idx="11"/>
          </p:nvPr>
        </p:nvSpPr>
        <p:spPr/>
        <p:txBody>
          <a:bodyPr/>
          <a:lstStyle/>
          <a:p>
            <a:endParaRPr lang="de-DE"/>
          </a:p>
        </p:txBody>
      </p:sp>
    </p:spTree>
    <p:extLst>
      <p:ext uri="{BB962C8B-B14F-4D97-AF65-F5344CB8AC3E}">
        <p14:creationId xmlns:p14="http://schemas.microsoft.com/office/powerpoint/2010/main" val="239414031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hemeOverride" Target="../theme/themeOverride3.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hemeOverride" Target="../theme/themeOverride4.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Master" Target="../slideMasters/slideMaster1.xml"/><Relationship Id="rId1" Type="http://schemas.openxmlformats.org/officeDocument/2006/relationships/themeOverride" Target="../theme/themeOverride5.xml"/></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age 01">
    <p:spTree>
      <p:nvGrpSpPr>
        <p:cNvPr id="1" name=""/>
        <p:cNvGrpSpPr/>
        <p:nvPr/>
      </p:nvGrpSpPr>
      <p:grpSpPr>
        <a:xfrm>
          <a:off x="0" y="0"/>
          <a:ext cx="0" cy="0"/>
          <a:chOff x="0" y="0"/>
          <a:chExt cx="0" cy="0"/>
        </a:xfrm>
      </p:grpSpPr>
      <p:grpSp>
        <p:nvGrpSpPr>
          <p:cNvPr id="8" name="Gruppieren 7">
            <a:extLst>
              <a:ext uri="{FF2B5EF4-FFF2-40B4-BE49-F238E27FC236}">
                <a16:creationId xmlns:a16="http://schemas.microsoft.com/office/drawing/2014/main" id="{FD2D36E0-C6DE-9564-FF82-E8713BA9F25A}"/>
              </a:ext>
            </a:extLst>
          </p:cNvPr>
          <p:cNvGrpSpPr/>
          <p:nvPr userDrawn="1"/>
        </p:nvGrpSpPr>
        <p:grpSpPr>
          <a:xfrm>
            <a:off x="8924665" y="5122179"/>
            <a:ext cx="3265748" cy="1080000"/>
            <a:chOff x="5995995" y="4687321"/>
            <a:chExt cx="3265748" cy="1080000"/>
          </a:xfrm>
        </p:grpSpPr>
        <p:sp>
          <p:nvSpPr>
            <p:cNvPr id="9" name="Rechteck 8">
              <a:extLst>
                <a:ext uri="{FF2B5EF4-FFF2-40B4-BE49-F238E27FC236}">
                  <a16:creationId xmlns:a16="http://schemas.microsoft.com/office/drawing/2014/main" id="{AB6F5254-DF05-2B0C-82A1-CE164BDEAF1E}"/>
                </a:ext>
              </a:extLst>
            </p:cNvPr>
            <p:cNvSpPr>
              <a:spLocks noChangeAspect="1"/>
            </p:cNvSpPr>
            <p:nvPr userDrawn="1"/>
          </p:nvSpPr>
          <p:spPr>
            <a:xfrm>
              <a:off x="5995995" y="4687321"/>
              <a:ext cx="3265748" cy="10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0" name="Grafik 9">
              <a:extLst>
                <a:ext uri="{FF2B5EF4-FFF2-40B4-BE49-F238E27FC236}">
                  <a16:creationId xmlns:a16="http://schemas.microsoft.com/office/drawing/2014/main" id="{A9F5A28A-CAE5-74D2-2162-32FA5AC0C420}"/>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68213" y="4950637"/>
              <a:ext cx="1619425" cy="586722"/>
            </a:xfrm>
            <a:prstGeom prst="rect">
              <a:avLst/>
            </a:prstGeom>
          </p:spPr>
        </p:pic>
      </p:grpSp>
      <p:sp>
        <p:nvSpPr>
          <p:cNvPr id="3" name="Textplatzhalter 40">
            <a:extLst>
              <a:ext uri="{FF2B5EF4-FFF2-40B4-BE49-F238E27FC236}">
                <a16:creationId xmlns:a16="http://schemas.microsoft.com/office/drawing/2014/main" id="{FB4C24EA-809E-7828-898F-232436BF7891}"/>
              </a:ext>
            </a:extLst>
          </p:cNvPr>
          <p:cNvSpPr>
            <a:spLocks noGrp="1"/>
          </p:cNvSpPr>
          <p:nvPr>
            <p:ph type="body" sz="quarter" idx="14" hasCustomPrompt="1"/>
          </p:nvPr>
        </p:nvSpPr>
        <p:spPr>
          <a:xfrm>
            <a:off x="514349" y="2176739"/>
            <a:ext cx="5580064" cy="433139"/>
          </a:xfrm>
          <a:prstGeom prst="rect">
            <a:avLst/>
          </a:prstGeom>
        </p:spPr>
        <p:txBody>
          <a:bodyPr lIns="0" tIns="0" rIns="0" bIns="0" anchor="t"/>
          <a:lstStyle>
            <a:lvl1pPr marL="0" indent="0">
              <a:lnSpc>
                <a:spcPct val="110000"/>
              </a:lnSpc>
              <a:spcBef>
                <a:spcPts val="0"/>
              </a:spcBef>
              <a:buNone/>
              <a:defRPr sz="32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February 00, 2025</a:t>
            </a:r>
            <a:endParaRPr lang="de-DE" dirty="0"/>
          </a:p>
        </p:txBody>
      </p:sp>
      <p:sp>
        <p:nvSpPr>
          <p:cNvPr id="4" name="Textplatzhalter 5">
            <a:extLst>
              <a:ext uri="{FF2B5EF4-FFF2-40B4-BE49-F238E27FC236}">
                <a16:creationId xmlns:a16="http://schemas.microsoft.com/office/drawing/2014/main" id="{5699F051-64C8-60F2-4AF7-277EC9FBD7F9}"/>
              </a:ext>
            </a:extLst>
          </p:cNvPr>
          <p:cNvSpPr>
            <a:spLocks noGrp="1"/>
          </p:cNvSpPr>
          <p:nvPr>
            <p:ph type="body" sz="quarter" idx="15" hasCustomPrompt="1"/>
          </p:nvPr>
        </p:nvSpPr>
        <p:spPr>
          <a:xfrm>
            <a:off x="514349" y="514287"/>
            <a:ext cx="5580857" cy="1286506"/>
          </a:xfrm>
          <a:prstGeom prst="rect">
            <a:avLst/>
          </a:prstGeom>
        </p:spPr>
        <p:txBody>
          <a:bodyPr wrap="square" lIns="0" tIns="0" rIns="0" bIns="0">
            <a:spAutoFit/>
          </a:bodyPr>
          <a:lstStyle>
            <a:lvl1pPr marL="0" indent="0">
              <a:lnSpc>
                <a:spcPct val="95000"/>
              </a:lnSpc>
              <a:spcBef>
                <a:spcPts val="0"/>
              </a:spcBef>
              <a:buNone/>
              <a:defRPr sz="4400" b="1">
                <a:solidFill>
                  <a:schemeClr val="tx1"/>
                </a:solidFill>
              </a:defRPr>
            </a:lvl1pPr>
            <a:lvl2pPr marL="0" indent="0">
              <a:buNone/>
              <a:defRPr sz="4400" b="1">
                <a:solidFill>
                  <a:schemeClr val="accent1"/>
                </a:solidFill>
              </a:defRPr>
            </a:lvl2pPr>
            <a:lvl3pPr marL="0" indent="0">
              <a:buNone/>
              <a:defRPr sz="4400" b="1">
                <a:solidFill>
                  <a:schemeClr val="accent1"/>
                </a:solidFill>
              </a:defRPr>
            </a:lvl3pPr>
            <a:lvl4pPr marL="0" indent="0">
              <a:buNone/>
              <a:defRPr sz="4400" b="1">
                <a:solidFill>
                  <a:schemeClr val="accent1"/>
                </a:solidFill>
              </a:defRPr>
            </a:lvl4pPr>
            <a:lvl5pPr marL="0" indent="0">
              <a:buNone/>
              <a:defRPr sz="4400" b="1">
                <a:solidFill>
                  <a:schemeClr val="accent1"/>
                </a:solidFill>
              </a:defRPr>
            </a:lvl5pPr>
          </a:lstStyle>
          <a:p>
            <a:pPr lvl="0"/>
            <a:r>
              <a:rPr lang="de-DE" altLang="ko-KR" dirty="0"/>
              <a:t>Lorem Ipsum </a:t>
            </a:r>
            <a:r>
              <a:rPr lang="de-DE" altLang="ko-KR" dirty="0" err="1"/>
              <a:t>dolormit</a:t>
            </a:r>
            <a:r>
              <a:rPr lang="de-DE" altLang="ko-KR" dirty="0"/>
              <a:t> </a:t>
            </a:r>
            <a:r>
              <a:rPr lang="de-DE" altLang="ko-KR" dirty="0" err="1"/>
              <a:t>amet</a:t>
            </a:r>
            <a:r>
              <a:rPr lang="de-DE" altLang="ko-KR" dirty="0"/>
              <a:t> </a:t>
            </a:r>
            <a:r>
              <a:rPr lang="de-DE" altLang="ko-KR" dirty="0" err="1"/>
              <a:t>tusa</a:t>
            </a:r>
            <a:endParaRPr lang="ko-KR" altLang="de-DE" dirty="0"/>
          </a:p>
        </p:txBody>
      </p:sp>
    </p:spTree>
    <p:extLst>
      <p:ext uri="{BB962C8B-B14F-4D97-AF65-F5344CB8AC3E}">
        <p14:creationId xmlns:p14="http://schemas.microsoft.com/office/powerpoint/2010/main" val="1041874969"/>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age 02">
    <p:spTree>
      <p:nvGrpSpPr>
        <p:cNvPr id="1" name=""/>
        <p:cNvGrpSpPr/>
        <p:nvPr/>
      </p:nvGrpSpPr>
      <p:grpSpPr>
        <a:xfrm>
          <a:off x="0" y="0"/>
          <a:ext cx="0" cy="0"/>
          <a:chOff x="0" y="0"/>
          <a:chExt cx="0" cy="0"/>
        </a:xfrm>
      </p:grpSpPr>
      <p:grpSp>
        <p:nvGrpSpPr>
          <p:cNvPr id="4" name="Gruppieren 2">
            <a:extLst>
              <a:ext uri="{FF2B5EF4-FFF2-40B4-BE49-F238E27FC236}">
                <a16:creationId xmlns:a16="http://schemas.microsoft.com/office/drawing/2014/main" id="{A33E546F-1A49-E514-BD9F-48DBF18E86C4}"/>
              </a:ext>
            </a:extLst>
          </p:cNvPr>
          <p:cNvGrpSpPr/>
          <p:nvPr userDrawn="1"/>
        </p:nvGrpSpPr>
        <p:grpSpPr>
          <a:xfrm>
            <a:off x="-10104793" y="620713"/>
            <a:ext cx="16199999" cy="1080000"/>
            <a:chOff x="6137407" y="3368287"/>
            <a:chExt cx="16199999" cy="1080000"/>
          </a:xfrm>
        </p:grpSpPr>
        <p:grpSp>
          <p:nvGrpSpPr>
            <p:cNvPr id="5" name="Gruppieren 3">
              <a:extLst>
                <a:ext uri="{FF2B5EF4-FFF2-40B4-BE49-F238E27FC236}">
                  <a16:creationId xmlns:a16="http://schemas.microsoft.com/office/drawing/2014/main" id="{1DA8D723-221C-1966-F10D-7A23A2AD5792}"/>
                </a:ext>
              </a:extLst>
            </p:cNvPr>
            <p:cNvGrpSpPr/>
            <p:nvPr/>
          </p:nvGrpSpPr>
          <p:grpSpPr>
            <a:xfrm>
              <a:off x="6137407" y="3368287"/>
              <a:ext cx="16199999" cy="1080000"/>
              <a:chOff x="-6603521" y="864000"/>
              <a:chExt cx="16199999" cy="1080000"/>
            </a:xfrm>
          </p:grpSpPr>
          <p:sp>
            <p:nvSpPr>
              <p:cNvPr id="10" name="Rechteck 12">
                <a:extLst>
                  <a:ext uri="{FF2B5EF4-FFF2-40B4-BE49-F238E27FC236}">
                    <a16:creationId xmlns:a16="http://schemas.microsoft.com/office/drawing/2014/main" id="{CFF6D006-F3C0-0977-6792-54B4F56CA91F}"/>
                  </a:ext>
                </a:extLst>
              </p:cNvPr>
              <p:cNvSpPr/>
              <p:nvPr userDrawn="1"/>
            </p:nvSpPr>
            <p:spPr>
              <a:xfrm>
                <a:off x="-6603521" y="864000"/>
                <a:ext cx="16199999" cy="10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11" name="Grafik 13">
                <a:extLst>
                  <a:ext uri="{FF2B5EF4-FFF2-40B4-BE49-F238E27FC236}">
                    <a16:creationId xmlns:a16="http://schemas.microsoft.com/office/drawing/2014/main" id="{392237D4-8B71-2CC8-34B5-E84FFD88B6F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7644" y="1137683"/>
                <a:ext cx="1619425" cy="586722"/>
              </a:xfrm>
              <a:prstGeom prst="rect">
                <a:avLst/>
              </a:prstGeom>
            </p:spPr>
          </p:pic>
        </p:grpSp>
        <p:pic>
          <p:nvPicPr>
            <p:cNvPr id="6" name="Grafik 5">
              <a:extLst>
                <a:ext uri="{FF2B5EF4-FFF2-40B4-BE49-F238E27FC236}">
                  <a16:creationId xmlns:a16="http://schemas.microsoft.com/office/drawing/2014/main" id="{0783352D-D05D-37B1-B5B1-6BA45BFEC2A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462922" y="3641970"/>
              <a:ext cx="1619425" cy="586722"/>
            </a:xfrm>
            <a:prstGeom prst="rect">
              <a:avLst/>
            </a:prstGeom>
          </p:spPr>
        </p:pic>
      </p:grpSp>
      <p:sp>
        <p:nvSpPr>
          <p:cNvPr id="30" name="Textplatzhalter 40">
            <a:extLst>
              <a:ext uri="{FF2B5EF4-FFF2-40B4-BE49-F238E27FC236}">
                <a16:creationId xmlns:a16="http://schemas.microsoft.com/office/drawing/2014/main" id="{0ECD9EA6-53DD-52F4-229E-41815936E73F}"/>
              </a:ext>
            </a:extLst>
          </p:cNvPr>
          <p:cNvSpPr>
            <a:spLocks noGrp="1"/>
          </p:cNvSpPr>
          <p:nvPr>
            <p:ph type="body" sz="quarter" idx="17" hasCustomPrompt="1"/>
          </p:nvPr>
        </p:nvSpPr>
        <p:spPr>
          <a:xfrm>
            <a:off x="515756" y="4421313"/>
            <a:ext cx="5399450" cy="433139"/>
          </a:xfrm>
          <a:prstGeom prst="rect">
            <a:avLst/>
          </a:prstGeom>
        </p:spPr>
        <p:txBody>
          <a:bodyPr lIns="0" tIns="0" rIns="0" bIns="0" anchor="t"/>
          <a:lstStyle>
            <a:lvl1pPr marL="0" indent="0">
              <a:lnSpc>
                <a:spcPct val="110000"/>
              </a:lnSpc>
              <a:spcBef>
                <a:spcPts val="0"/>
              </a:spcBef>
              <a:buNone/>
              <a:defRPr sz="32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February 00, 2025</a:t>
            </a:r>
            <a:endParaRPr lang="de-DE" dirty="0"/>
          </a:p>
        </p:txBody>
      </p:sp>
      <p:sp>
        <p:nvSpPr>
          <p:cNvPr id="34" name="Textplatzhalter 5">
            <a:extLst>
              <a:ext uri="{FF2B5EF4-FFF2-40B4-BE49-F238E27FC236}">
                <a16:creationId xmlns:a16="http://schemas.microsoft.com/office/drawing/2014/main" id="{C2430061-3100-D381-4930-9091423CDCF5}"/>
              </a:ext>
            </a:extLst>
          </p:cNvPr>
          <p:cNvSpPr>
            <a:spLocks noGrp="1"/>
          </p:cNvSpPr>
          <p:nvPr>
            <p:ph type="body" sz="quarter" idx="15" hasCustomPrompt="1"/>
          </p:nvPr>
        </p:nvSpPr>
        <p:spPr>
          <a:xfrm>
            <a:off x="515756" y="2107514"/>
            <a:ext cx="5399450" cy="1929759"/>
          </a:xfrm>
          <a:prstGeom prst="rect">
            <a:avLst/>
          </a:prstGeom>
        </p:spPr>
        <p:txBody>
          <a:bodyPr wrap="square" lIns="0" tIns="0" rIns="0" bIns="0">
            <a:spAutoFit/>
          </a:bodyPr>
          <a:lstStyle>
            <a:lvl1pPr marL="0" indent="0">
              <a:lnSpc>
                <a:spcPct val="95000"/>
              </a:lnSpc>
              <a:spcBef>
                <a:spcPts val="0"/>
              </a:spcBef>
              <a:buNone/>
              <a:defRPr sz="4400" b="1">
                <a:solidFill>
                  <a:schemeClr val="tx1"/>
                </a:solidFill>
              </a:defRPr>
            </a:lvl1pPr>
            <a:lvl2pPr marL="0" indent="0">
              <a:buNone/>
              <a:defRPr sz="4400" b="1">
                <a:solidFill>
                  <a:schemeClr val="accent1"/>
                </a:solidFill>
              </a:defRPr>
            </a:lvl2pPr>
            <a:lvl3pPr marL="0" indent="0">
              <a:buNone/>
              <a:defRPr sz="4400" b="1">
                <a:solidFill>
                  <a:schemeClr val="accent1"/>
                </a:solidFill>
              </a:defRPr>
            </a:lvl3pPr>
            <a:lvl4pPr marL="0" indent="0">
              <a:buNone/>
              <a:defRPr sz="4400" b="1">
                <a:solidFill>
                  <a:schemeClr val="accent1"/>
                </a:solidFill>
              </a:defRPr>
            </a:lvl4pPr>
            <a:lvl5pPr marL="0" indent="0">
              <a:buNone/>
              <a:defRPr sz="4400" b="1">
                <a:solidFill>
                  <a:schemeClr val="accent1"/>
                </a:solidFill>
              </a:defRPr>
            </a:lvl5pPr>
          </a:lstStyle>
          <a:p>
            <a:pPr lvl="0"/>
            <a:r>
              <a:rPr lang="de-DE" altLang="ko-KR" dirty="0"/>
              <a:t>Lorem Ipsum </a:t>
            </a:r>
            <a:r>
              <a:rPr lang="de-DE" altLang="ko-KR" dirty="0" err="1"/>
              <a:t>dolormit</a:t>
            </a:r>
            <a:br>
              <a:rPr lang="de-DE" altLang="ko-KR" dirty="0"/>
            </a:br>
            <a:r>
              <a:rPr lang="de-DE" altLang="ko-KR" dirty="0" err="1"/>
              <a:t>amet</a:t>
            </a:r>
            <a:r>
              <a:rPr lang="de-DE" altLang="ko-KR" dirty="0"/>
              <a:t> </a:t>
            </a:r>
            <a:r>
              <a:rPr lang="de-DE" altLang="ko-KR" dirty="0" err="1"/>
              <a:t>avensis</a:t>
            </a:r>
            <a:r>
              <a:rPr lang="de-DE" altLang="ko-KR" dirty="0"/>
              <a:t> </a:t>
            </a:r>
            <a:r>
              <a:rPr lang="de-DE" altLang="ko-KR" dirty="0" err="1"/>
              <a:t>tusa</a:t>
            </a:r>
            <a:r>
              <a:rPr lang="de-DE" altLang="ko-KR" dirty="0"/>
              <a:t>.</a:t>
            </a:r>
            <a:endParaRPr lang="ko-KR" altLang="de-DE" dirty="0"/>
          </a:p>
        </p:txBody>
      </p:sp>
    </p:spTree>
    <p:extLst>
      <p:ext uri="{BB962C8B-B14F-4D97-AF65-F5344CB8AC3E}">
        <p14:creationId xmlns:p14="http://schemas.microsoft.com/office/powerpoint/2010/main" val="63577500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page 03">
    <p:spTree>
      <p:nvGrpSpPr>
        <p:cNvPr id="1" name=""/>
        <p:cNvGrpSpPr/>
        <p:nvPr/>
      </p:nvGrpSpPr>
      <p:grpSpPr>
        <a:xfrm>
          <a:off x="0" y="0"/>
          <a:ext cx="0" cy="0"/>
          <a:chOff x="0" y="0"/>
          <a:chExt cx="0" cy="0"/>
        </a:xfrm>
      </p:grpSpPr>
      <p:sp>
        <p:nvSpPr>
          <p:cNvPr id="4" name="Textplatzhalter 40">
            <a:extLst>
              <a:ext uri="{FF2B5EF4-FFF2-40B4-BE49-F238E27FC236}">
                <a16:creationId xmlns:a16="http://schemas.microsoft.com/office/drawing/2014/main" id="{FFA3126C-4F4B-EA16-5B38-A09A5441EB30}"/>
              </a:ext>
            </a:extLst>
          </p:cNvPr>
          <p:cNvSpPr>
            <a:spLocks noGrp="1"/>
          </p:cNvSpPr>
          <p:nvPr>
            <p:ph type="body" sz="quarter" idx="17" hasCustomPrompt="1"/>
          </p:nvPr>
        </p:nvSpPr>
        <p:spPr>
          <a:xfrm>
            <a:off x="515756" y="3341313"/>
            <a:ext cx="5399450" cy="433139"/>
          </a:xfrm>
          <a:prstGeom prst="rect">
            <a:avLst/>
          </a:prstGeom>
        </p:spPr>
        <p:txBody>
          <a:bodyPr lIns="0" tIns="0" rIns="0" bIns="0" anchor="t"/>
          <a:lstStyle>
            <a:lvl1pPr marL="0" indent="0">
              <a:lnSpc>
                <a:spcPct val="110000"/>
              </a:lnSpc>
              <a:spcBef>
                <a:spcPts val="0"/>
              </a:spcBef>
              <a:buNone/>
              <a:defRPr sz="32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February 00, 2025</a:t>
            </a:r>
            <a:endParaRPr lang="de-DE" dirty="0"/>
          </a:p>
        </p:txBody>
      </p:sp>
      <p:sp>
        <p:nvSpPr>
          <p:cNvPr id="6" name="Textplatzhalter 5">
            <a:extLst>
              <a:ext uri="{FF2B5EF4-FFF2-40B4-BE49-F238E27FC236}">
                <a16:creationId xmlns:a16="http://schemas.microsoft.com/office/drawing/2014/main" id="{D95D58D0-7FCE-54A3-9F63-D8C258C5DB83}"/>
              </a:ext>
            </a:extLst>
          </p:cNvPr>
          <p:cNvSpPr>
            <a:spLocks noGrp="1"/>
          </p:cNvSpPr>
          <p:nvPr>
            <p:ph type="body" sz="quarter" idx="15" hasCustomPrompt="1"/>
          </p:nvPr>
        </p:nvSpPr>
        <p:spPr>
          <a:xfrm>
            <a:off x="515756" y="1027514"/>
            <a:ext cx="5399450" cy="1929759"/>
          </a:xfrm>
          <a:prstGeom prst="rect">
            <a:avLst/>
          </a:prstGeom>
        </p:spPr>
        <p:txBody>
          <a:bodyPr wrap="square" lIns="0" tIns="0" rIns="0" bIns="0">
            <a:spAutoFit/>
          </a:bodyPr>
          <a:lstStyle>
            <a:lvl1pPr marL="0" indent="0">
              <a:lnSpc>
                <a:spcPct val="95000"/>
              </a:lnSpc>
              <a:spcBef>
                <a:spcPts val="0"/>
              </a:spcBef>
              <a:buNone/>
              <a:defRPr sz="4400" b="1">
                <a:solidFill>
                  <a:schemeClr val="tx1"/>
                </a:solidFill>
              </a:defRPr>
            </a:lvl1pPr>
            <a:lvl2pPr marL="0" indent="0">
              <a:buNone/>
              <a:defRPr sz="4400" b="1">
                <a:solidFill>
                  <a:schemeClr val="accent1"/>
                </a:solidFill>
              </a:defRPr>
            </a:lvl2pPr>
            <a:lvl3pPr marL="0" indent="0">
              <a:buNone/>
              <a:defRPr sz="4400" b="1">
                <a:solidFill>
                  <a:schemeClr val="accent1"/>
                </a:solidFill>
              </a:defRPr>
            </a:lvl3pPr>
            <a:lvl4pPr marL="0" indent="0">
              <a:buNone/>
              <a:defRPr sz="4400" b="1">
                <a:solidFill>
                  <a:schemeClr val="accent1"/>
                </a:solidFill>
              </a:defRPr>
            </a:lvl4pPr>
            <a:lvl5pPr marL="0" indent="0">
              <a:buNone/>
              <a:defRPr sz="4400" b="1">
                <a:solidFill>
                  <a:schemeClr val="accent1"/>
                </a:solidFill>
              </a:defRPr>
            </a:lvl5pPr>
          </a:lstStyle>
          <a:p>
            <a:pPr lvl="0"/>
            <a:r>
              <a:rPr lang="de-DE" altLang="ko-KR" dirty="0"/>
              <a:t>Lorem Ipsum </a:t>
            </a:r>
            <a:r>
              <a:rPr lang="de-DE" altLang="ko-KR" dirty="0" err="1"/>
              <a:t>dolormit</a:t>
            </a:r>
            <a:br>
              <a:rPr lang="de-DE" altLang="ko-KR" dirty="0"/>
            </a:br>
            <a:r>
              <a:rPr lang="de-DE" altLang="ko-KR" dirty="0" err="1"/>
              <a:t>amet</a:t>
            </a:r>
            <a:r>
              <a:rPr lang="de-DE" altLang="ko-KR" dirty="0"/>
              <a:t> </a:t>
            </a:r>
            <a:r>
              <a:rPr lang="de-DE" altLang="ko-KR" dirty="0" err="1"/>
              <a:t>avensis</a:t>
            </a:r>
            <a:r>
              <a:rPr lang="de-DE" altLang="ko-KR" dirty="0"/>
              <a:t> </a:t>
            </a:r>
            <a:r>
              <a:rPr lang="de-DE" altLang="ko-KR" dirty="0" err="1"/>
              <a:t>tusa</a:t>
            </a:r>
            <a:r>
              <a:rPr lang="de-DE" altLang="ko-KR" dirty="0"/>
              <a:t>.</a:t>
            </a:r>
            <a:endParaRPr lang="ko-KR" altLang="de-DE" dirty="0"/>
          </a:p>
        </p:txBody>
      </p:sp>
      <p:grpSp>
        <p:nvGrpSpPr>
          <p:cNvPr id="2" name="Gruppieren 2">
            <a:extLst>
              <a:ext uri="{FF2B5EF4-FFF2-40B4-BE49-F238E27FC236}">
                <a16:creationId xmlns:a16="http://schemas.microsoft.com/office/drawing/2014/main" id="{E0D8FDA1-0B5A-CDFC-A2E6-2C1BD31D874C}"/>
              </a:ext>
            </a:extLst>
          </p:cNvPr>
          <p:cNvGrpSpPr/>
          <p:nvPr userDrawn="1"/>
        </p:nvGrpSpPr>
        <p:grpSpPr>
          <a:xfrm>
            <a:off x="-10104793" y="4507326"/>
            <a:ext cx="16199999" cy="1080000"/>
            <a:chOff x="6137407" y="3368287"/>
            <a:chExt cx="16199999" cy="1080000"/>
          </a:xfrm>
        </p:grpSpPr>
        <p:grpSp>
          <p:nvGrpSpPr>
            <p:cNvPr id="5" name="Gruppieren 3">
              <a:extLst>
                <a:ext uri="{FF2B5EF4-FFF2-40B4-BE49-F238E27FC236}">
                  <a16:creationId xmlns:a16="http://schemas.microsoft.com/office/drawing/2014/main" id="{4EDF1181-55C3-9BFB-FC1C-7F5A18774187}"/>
                </a:ext>
              </a:extLst>
            </p:cNvPr>
            <p:cNvGrpSpPr/>
            <p:nvPr/>
          </p:nvGrpSpPr>
          <p:grpSpPr>
            <a:xfrm>
              <a:off x="6137407" y="3368287"/>
              <a:ext cx="16199999" cy="1080000"/>
              <a:chOff x="-6603521" y="864000"/>
              <a:chExt cx="16199999" cy="1080000"/>
            </a:xfrm>
          </p:grpSpPr>
          <p:sp>
            <p:nvSpPr>
              <p:cNvPr id="8" name="Rechteck 12">
                <a:extLst>
                  <a:ext uri="{FF2B5EF4-FFF2-40B4-BE49-F238E27FC236}">
                    <a16:creationId xmlns:a16="http://schemas.microsoft.com/office/drawing/2014/main" id="{5DAD48B5-5416-3679-5594-D4E66E8E91B3}"/>
                  </a:ext>
                </a:extLst>
              </p:cNvPr>
              <p:cNvSpPr/>
              <p:nvPr userDrawn="1"/>
            </p:nvSpPr>
            <p:spPr>
              <a:xfrm>
                <a:off x="-6603521" y="864000"/>
                <a:ext cx="16199999" cy="10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9" name="Grafik 13">
                <a:extLst>
                  <a:ext uri="{FF2B5EF4-FFF2-40B4-BE49-F238E27FC236}">
                    <a16:creationId xmlns:a16="http://schemas.microsoft.com/office/drawing/2014/main" id="{D308FDC4-932F-3D02-FECB-E060B7076D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7644" y="1137683"/>
                <a:ext cx="1619425" cy="586722"/>
              </a:xfrm>
              <a:prstGeom prst="rect">
                <a:avLst/>
              </a:prstGeom>
            </p:spPr>
          </p:pic>
        </p:grpSp>
        <p:pic>
          <p:nvPicPr>
            <p:cNvPr id="7" name="Grafik 6">
              <a:extLst>
                <a:ext uri="{FF2B5EF4-FFF2-40B4-BE49-F238E27FC236}">
                  <a16:creationId xmlns:a16="http://schemas.microsoft.com/office/drawing/2014/main" id="{BA89EDE6-14A4-FAEE-AFAE-A408220644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462922" y="3641970"/>
              <a:ext cx="1619425" cy="586722"/>
            </a:xfrm>
            <a:prstGeom prst="rect">
              <a:avLst/>
            </a:prstGeom>
          </p:spPr>
        </p:pic>
      </p:grpSp>
    </p:spTree>
    <p:extLst>
      <p:ext uri="{BB962C8B-B14F-4D97-AF65-F5344CB8AC3E}">
        <p14:creationId xmlns:p14="http://schemas.microsoft.com/office/powerpoint/2010/main" val="285522209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age 04">
    <p:spTree>
      <p:nvGrpSpPr>
        <p:cNvPr id="1" name=""/>
        <p:cNvGrpSpPr/>
        <p:nvPr/>
      </p:nvGrpSpPr>
      <p:grpSpPr>
        <a:xfrm>
          <a:off x="0" y="0"/>
          <a:ext cx="0" cy="0"/>
          <a:chOff x="0" y="0"/>
          <a:chExt cx="0" cy="0"/>
        </a:xfrm>
      </p:grpSpPr>
      <p:sp>
        <p:nvSpPr>
          <p:cNvPr id="5" name="Textplatzhalter 40">
            <a:extLst>
              <a:ext uri="{FF2B5EF4-FFF2-40B4-BE49-F238E27FC236}">
                <a16:creationId xmlns:a16="http://schemas.microsoft.com/office/drawing/2014/main" id="{A587714A-916A-15BF-78D2-2592E5A0ACEA}"/>
              </a:ext>
            </a:extLst>
          </p:cNvPr>
          <p:cNvSpPr>
            <a:spLocks noGrp="1"/>
          </p:cNvSpPr>
          <p:nvPr>
            <p:ph type="body" sz="quarter" idx="17" hasCustomPrompt="1"/>
          </p:nvPr>
        </p:nvSpPr>
        <p:spPr>
          <a:xfrm>
            <a:off x="6367453" y="4554692"/>
            <a:ext cx="5308610" cy="433139"/>
          </a:xfrm>
          <a:prstGeom prst="rect">
            <a:avLst/>
          </a:prstGeom>
        </p:spPr>
        <p:txBody>
          <a:bodyPr lIns="0" tIns="0" rIns="0" bIns="0" anchor="t"/>
          <a:lstStyle>
            <a:lvl1pPr marL="0" indent="0">
              <a:lnSpc>
                <a:spcPct val="110000"/>
              </a:lnSpc>
              <a:spcBef>
                <a:spcPts val="0"/>
              </a:spcBef>
              <a:buNone/>
              <a:defRPr sz="32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February 00, 2025</a:t>
            </a:r>
            <a:endParaRPr lang="de-DE" dirty="0"/>
          </a:p>
        </p:txBody>
      </p:sp>
      <p:sp>
        <p:nvSpPr>
          <p:cNvPr id="17" name="Textplatzhalter 5">
            <a:extLst>
              <a:ext uri="{FF2B5EF4-FFF2-40B4-BE49-F238E27FC236}">
                <a16:creationId xmlns:a16="http://schemas.microsoft.com/office/drawing/2014/main" id="{994B0DB9-6B8A-2A86-3FFF-2E59E825C2FA}"/>
              </a:ext>
            </a:extLst>
          </p:cNvPr>
          <p:cNvSpPr>
            <a:spLocks noGrp="1"/>
          </p:cNvSpPr>
          <p:nvPr>
            <p:ph type="body" sz="quarter" idx="15" hasCustomPrompt="1"/>
          </p:nvPr>
        </p:nvSpPr>
        <p:spPr>
          <a:xfrm>
            <a:off x="6367453" y="2240893"/>
            <a:ext cx="5308610" cy="1929759"/>
          </a:xfrm>
          <a:prstGeom prst="rect">
            <a:avLst/>
          </a:prstGeom>
        </p:spPr>
        <p:txBody>
          <a:bodyPr wrap="square" lIns="0" tIns="0" rIns="0" bIns="0">
            <a:spAutoFit/>
          </a:bodyPr>
          <a:lstStyle>
            <a:lvl1pPr marL="0" indent="0">
              <a:lnSpc>
                <a:spcPct val="95000"/>
              </a:lnSpc>
              <a:spcBef>
                <a:spcPts val="0"/>
              </a:spcBef>
              <a:buNone/>
              <a:defRPr sz="4400" b="1">
                <a:solidFill>
                  <a:schemeClr val="tx1"/>
                </a:solidFill>
              </a:defRPr>
            </a:lvl1pPr>
            <a:lvl2pPr marL="0" indent="0">
              <a:buNone/>
              <a:defRPr sz="4400" b="1">
                <a:solidFill>
                  <a:schemeClr val="accent1"/>
                </a:solidFill>
              </a:defRPr>
            </a:lvl2pPr>
            <a:lvl3pPr marL="0" indent="0">
              <a:buNone/>
              <a:defRPr sz="4400" b="1">
                <a:solidFill>
                  <a:schemeClr val="accent1"/>
                </a:solidFill>
              </a:defRPr>
            </a:lvl3pPr>
            <a:lvl4pPr marL="0" indent="0">
              <a:buNone/>
              <a:defRPr sz="4400" b="1">
                <a:solidFill>
                  <a:schemeClr val="accent1"/>
                </a:solidFill>
              </a:defRPr>
            </a:lvl4pPr>
            <a:lvl5pPr marL="0" indent="0">
              <a:buNone/>
              <a:defRPr sz="4400" b="1">
                <a:solidFill>
                  <a:schemeClr val="accent1"/>
                </a:solidFill>
              </a:defRPr>
            </a:lvl5pPr>
          </a:lstStyle>
          <a:p>
            <a:pPr lvl="0"/>
            <a:r>
              <a:rPr lang="de-DE" altLang="ko-KR" dirty="0"/>
              <a:t>Lorem Ipsum </a:t>
            </a:r>
            <a:r>
              <a:rPr lang="de-DE" altLang="ko-KR" dirty="0" err="1"/>
              <a:t>dolormit</a:t>
            </a:r>
            <a:br>
              <a:rPr lang="de-DE" altLang="ko-KR" dirty="0"/>
            </a:br>
            <a:r>
              <a:rPr lang="de-DE" altLang="ko-KR" dirty="0" err="1"/>
              <a:t>amet</a:t>
            </a:r>
            <a:r>
              <a:rPr lang="de-DE" altLang="ko-KR" dirty="0"/>
              <a:t> </a:t>
            </a:r>
            <a:r>
              <a:rPr lang="de-DE" altLang="ko-KR" dirty="0" err="1"/>
              <a:t>avensis</a:t>
            </a:r>
            <a:r>
              <a:rPr lang="de-DE" altLang="ko-KR" dirty="0"/>
              <a:t> </a:t>
            </a:r>
            <a:r>
              <a:rPr lang="de-DE" altLang="ko-KR" dirty="0" err="1"/>
              <a:t>tusa</a:t>
            </a:r>
            <a:r>
              <a:rPr lang="de-DE" altLang="ko-KR" dirty="0"/>
              <a:t>.</a:t>
            </a:r>
            <a:endParaRPr lang="ko-KR" altLang="de-DE" dirty="0"/>
          </a:p>
        </p:txBody>
      </p:sp>
      <p:grpSp>
        <p:nvGrpSpPr>
          <p:cNvPr id="3" name="Gruppieren 2">
            <a:extLst>
              <a:ext uri="{FF2B5EF4-FFF2-40B4-BE49-F238E27FC236}">
                <a16:creationId xmlns:a16="http://schemas.microsoft.com/office/drawing/2014/main" id="{000418AF-3030-B0C3-080C-37AA6A2DE20D}"/>
              </a:ext>
            </a:extLst>
          </p:cNvPr>
          <p:cNvGrpSpPr/>
          <p:nvPr userDrawn="1"/>
        </p:nvGrpSpPr>
        <p:grpSpPr>
          <a:xfrm>
            <a:off x="6094413" y="620713"/>
            <a:ext cx="16199999" cy="1080000"/>
            <a:chOff x="6137407" y="3368287"/>
            <a:chExt cx="16199999" cy="1080000"/>
          </a:xfrm>
        </p:grpSpPr>
        <p:grpSp>
          <p:nvGrpSpPr>
            <p:cNvPr id="4" name="Gruppieren 3">
              <a:extLst>
                <a:ext uri="{FF2B5EF4-FFF2-40B4-BE49-F238E27FC236}">
                  <a16:creationId xmlns:a16="http://schemas.microsoft.com/office/drawing/2014/main" id="{97CA67F1-EF25-B590-7986-72B0664E5630}"/>
                </a:ext>
              </a:extLst>
            </p:cNvPr>
            <p:cNvGrpSpPr/>
            <p:nvPr/>
          </p:nvGrpSpPr>
          <p:grpSpPr>
            <a:xfrm>
              <a:off x="6137407" y="3368287"/>
              <a:ext cx="16199999" cy="1080000"/>
              <a:chOff x="-6603521" y="864000"/>
              <a:chExt cx="16199999" cy="1080000"/>
            </a:xfrm>
          </p:grpSpPr>
          <p:sp>
            <p:nvSpPr>
              <p:cNvPr id="7" name="Rechteck 12">
                <a:extLst>
                  <a:ext uri="{FF2B5EF4-FFF2-40B4-BE49-F238E27FC236}">
                    <a16:creationId xmlns:a16="http://schemas.microsoft.com/office/drawing/2014/main" id="{277B291C-A40E-3E19-0B15-822F0AEB5FDC}"/>
                  </a:ext>
                </a:extLst>
              </p:cNvPr>
              <p:cNvSpPr/>
              <p:nvPr userDrawn="1"/>
            </p:nvSpPr>
            <p:spPr>
              <a:xfrm>
                <a:off x="-6603521" y="864000"/>
                <a:ext cx="16199999" cy="10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8" name="Grafik 13">
                <a:extLst>
                  <a:ext uri="{FF2B5EF4-FFF2-40B4-BE49-F238E27FC236}">
                    <a16:creationId xmlns:a16="http://schemas.microsoft.com/office/drawing/2014/main" id="{24B156A9-F614-30B6-FFF3-650E3B8BAED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7644" y="1137683"/>
                <a:ext cx="1619425" cy="586722"/>
              </a:xfrm>
              <a:prstGeom prst="rect">
                <a:avLst/>
              </a:prstGeom>
            </p:spPr>
          </p:pic>
        </p:grpSp>
        <p:pic>
          <p:nvPicPr>
            <p:cNvPr id="6" name="Grafik 5">
              <a:extLst>
                <a:ext uri="{FF2B5EF4-FFF2-40B4-BE49-F238E27FC236}">
                  <a16:creationId xmlns:a16="http://schemas.microsoft.com/office/drawing/2014/main" id="{7BC6D55D-9926-69D2-6642-54CBF939F1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462922" y="3641970"/>
              <a:ext cx="1619425" cy="586722"/>
            </a:xfrm>
            <a:prstGeom prst="rect">
              <a:avLst/>
            </a:prstGeom>
          </p:spPr>
        </p:pic>
      </p:grpSp>
    </p:spTree>
    <p:extLst>
      <p:ext uri="{BB962C8B-B14F-4D97-AF65-F5344CB8AC3E}">
        <p14:creationId xmlns:p14="http://schemas.microsoft.com/office/powerpoint/2010/main" val="203735745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age 05">
    <p:spTree>
      <p:nvGrpSpPr>
        <p:cNvPr id="1" name=""/>
        <p:cNvGrpSpPr/>
        <p:nvPr/>
      </p:nvGrpSpPr>
      <p:grpSpPr>
        <a:xfrm>
          <a:off x="0" y="0"/>
          <a:ext cx="0" cy="0"/>
          <a:chOff x="0" y="0"/>
          <a:chExt cx="0" cy="0"/>
        </a:xfrm>
      </p:grpSpPr>
      <p:sp>
        <p:nvSpPr>
          <p:cNvPr id="5" name="Textplatzhalter 40">
            <a:extLst>
              <a:ext uri="{FF2B5EF4-FFF2-40B4-BE49-F238E27FC236}">
                <a16:creationId xmlns:a16="http://schemas.microsoft.com/office/drawing/2014/main" id="{F109E62C-436C-375B-8B12-4FD9E1DC8A72}"/>
              </a:ext>
            </a:extLst>
          </p:cNvPr>
          <p:cNvSpPr>
            <a:spLocks noGrp="1"/>
          </p:cNvSpPr>
          <p:nvPr>
            <p:ph type="body" sz="quarter" idx="17" hasCustomPrompt="1"/>
          </p:nvPr>
        </p:nvSpPr>
        <p:spPr>
          <a:xfrm>
            <a:off x="6377820" y="3390386"/>
            <a:ext cx="5298243" cy="433139"/>
          </a:xfrm>
          <a:prstGeom prst="rect">
            <a:avLst/>
          </a:prstGeom>
        </p:spPr>
        <p:txBody>
          <a:bodyPr lIns="0" tIns="0" rIns="0" bIns="0" anchor="t"/>
          <a:lstStyle>
            <a:lvl1pPr marL="0" indent="0">
              <a:lnSpc>
                <a:spcPct val="110000"/>
              </a:lnSpc>
              <a:spcBef>
                <a:spcPts val="0"/>
              </a:spcBef>
              <a:buNone/>
              <a:defRPr sz="3200">
                <a:solidFill>
                  <a:schemeClr val="tx1"/>
                </a:solidFill>
              </a:defRPr>
            </a:lvl1pPr>
            <a:lvl2pPr marL="457200" indent="0">
              <a:buNone/>
              <a:defRPr/>
            </a:lvl2pPr>
            <a:lvl3pPr marL="914400" indent="0">
              <a:buNone/>
              <a:defRPr/>
            </a:lvl3pPr>
            <a:lvl4pPr marL="1371600" indent="0">
              <a:buNone/>
              <a:defRPr/>
            </a:lvl4pPr>
            <a:lvl5pPr marL="1828800" indent="0">
              <a:buNone/>
              <a:defRPr/>
            </a:lvl5pPr>
          </a:lstStyle>
          <a:p>
            <a:pPr lvl="0"/>
            <a:r>
              <a:rPr lang="en-US" dirty="0"/>
              <a:t>February 00, 2025</a:t>
            </a:r>
            <a:endParaRPr lang="de-DE" dirty="0"/>
          </a:p>
        </p:txBody>
      </p:sp>
      <p:sp>
        <p:nvSpPr>
          <p:cNvPr id="14" name="Textplatzhalter 5">
            <a:extLst>
              <a:ext uri="{FF2B5EF4-FFF2-40B4-BE49-F238E27FC236}">
                <a16:creationId xmlns:a16="http://schemas.microsoft.com/office/drawing/2014/main" id="{6939526A-A099-6F24-DF11-62A3C4822795}"/>
              </a:ext>
            </a:extLst>
          </p:cNvPr>
          <p:cNvSpPr>
            <a:spLocks noGrp="1"/>
          </p:cNvSpPr>
          <p:nvPr>
            <p:ph type="body" sz="quarter" idx="15" hasCustomPrompt="1"/>
          </p:nvPr>
        </p:nvSpPr>
        <p:spPr>
          <a:xfrm>
            <a:off x="6377820" y="1076586"/>
            <a:ext cx="5298243" cy="1929759"/>
          </a:xfrm>
          <a:prstGeom prst="rect">
            <a:avLst/>
          </a:prstGeom>
        </p:spPr>
        <p:txBody>
          <a:bodyPr wrap="square" lIns="0" tIns="0" rIns="0" bIns="0">
            <a:spAutoFit/>
          </a:bodyPr>
          <a:lstStyle>
            <a:lvl1pPr marL="0" indent="0">
              <a:lnSpc>
                <a:spcPct val="95000"/>
              </a:lnSpc>
              <a:spcBef>
                <a:spcPts val="0"/>
              </a:spcBef>
              <a:buNone/>
              <a:defRPr sz="4400" b="1">
                <a:solidFill>
                  <a:schemeClr val="tx1"/>
                </a:solidFill>
              </a:defRPr>
            </a:lvl1pPr>
            <a:lvl2pPr marL="0" indent="0">
              <a:buNone/>
              <a:defRPr sz="4400" b="1">
                <a:solidFill>
                  <a:schemeClr val="accent1"/>
                </a:solidFill>
              </a:defRPr>
            </a:lvl2pPr>
            <a:lvl3pPr marL="0" indent="0">
              <a:buNone/>
              <a:defRPr sz="4400" b="1">
                <a:solidFill>
                  <a:schemeClr val="accent1"/>
                </a:solidFill>
              </a:defRPr>
            </a:lvl3pPr>
            <a:lvl4pPr marL="0" indent="0">
              <a:buNone/>
              <a:defRPr sz="4400" b="1">
                <a:solidFill>
                  <a:schemeClr val="accent1"/>
                </a:solidFill>
              </a:defRPr>
            </a:lvl4pPr>
            <a:lvl5pPr marL="0" indent="0">
              <a:buNone/>
              <a:defRPr sz="4400" b="1">
                <a:solidFill>
                  <a:schemeClr val="accent1"/>
                </a:solidFill>
              </a:defRPr>
            </a:lvl5pPr>
          </a:lstStyle>
          <a:p>
            <a:pPr lvl="0"/>
            <a:r>
              <a:rPr lang="de-DE" altLang="ko-KR" dirty="0"/>
              <a:t>Lorem Ipsum </a:t>
            </a:r>
            <a:r>
              <a:rPr lang="de-DE" altLang="ko-KR" dirty="0" err="1"/>
              <a:t>dolormit</a:t>
            </a:r>
            <a:br>
              <a:rPr lang="de-DE" altLang="ko-KR" dirty="0"/>
            </a:br>
            <a:r>
              <a:rPr lang="de-DE" altLang="ko-KR" dirty="0" err="1"/>
              <a:t>amet</a:t>
            </a:r>
            <a:r>
              <a:rPr lang="de-DE" altLang="ko-KR" dirty="0"/>
              <a:t> </a:t>
            </a:r>
            <a:r>
              <a:rPr lang="de-DE" altLang="ko-KR" dirty="0" err="1"/>
              <a:t>avensis</a:t>
            </a:r>
            <a:r>
              <a:rPr lang="de-DE" altLang="ko-KR" dirty="0"/>
              <a:t> </a:t>
            </a:r>
            <a:r>
              <a:rPr lang="de-DE" altLang="ko-KR" dirty="0" err="1"/>
              <a:t>tusa</a:t>
            </a:r>
            <a:r>
              <a:rPr lang="de-DE" altLang="ko-KR" dirty="0"/>
              <a:t>.</a:t>
            </a:r>
            <a:endParaRPr lang="ko-KR" altLang="de-DE" dirty="0"/>
          </a:p>
        </p:txBody>
      </p:sp>
      <p:grpSp>
        <p:nvGrpSpPr>
          <p:cNvPr id="3" name="Gruppieren 2">
            <a:extLst>
              <a:ext uri="{FF2B5EF4-FFF2-40B4-BE49-F238E27FC236}">
                <a16:creationId xmlns:a16="http://schemas.microsoft.com/office/drawing/2014/main" id="{BF78B61A-993D-05C8-DC86-6A3150EAC560}"/>
              </a:ext>
            </a:extLst>
          </p:cNvPr>
          <p:cNvGrpSpPr/>
          <p:nvPr userDrawn="1"/>
        </p:nvGrpSpPr>
        <p:grpSpPr>
          <a:xfrm>
            <a:off x="6104196" y="4507326"/>
            <a:ext cx="16199999" cy="1080000"/>
            <a:chOff x="6137407" y="3368287"/>
            <a:chExt cx="16199999" cy="1080000"/>
          </a:xfrm>
        </p:grpSpPr>
        <p:grpSp>
          <p:nvGrpSpPr>
            <p:cNvPr id="4" name="Gruppieren 3">
              <a:extLst>
                <a:ext uri="{FF2B5EF4-FFF2-40B4-BE49-F238E27FC236}">
                  <a16:creationId xmlns:a16="http://schemas.microsoft.com/office/drawing/2014/main" id="{BDAF0DCF-2A2C-23CD-C22E-3599D545D7A4}"/>
                </a:ext>
              </a:extLst>
            </p:cNvPr>
            <p:cNvGrpSpPr/>
            <p:nvPr/>
          </p:nvGrpSpPr>
          <p:grpSpPr>
            <a:xfrm>
              <a:off x="6137407" y="3368287"/>
              <a:ext cx="16199999" cy="1080000"/>
              <a:chOff x="-6603521" y="864000"/>
              <a:chExt cx="16199999" cy="1080000"/>
            </a:xfrm>
          </p:grpSpPr>
          <p:sp>
            <p:nvSpPr>
              <p:cNvPr id="7" name="Rechteck 12">
                <a:extLst>
                  <a:ext uri="{FF2B5EF4-FFF2-40B4-BE49-F238E27FC236}">
                    <a16:creationId xmlns:a16="http://schemas.microsoft.com/office/drawing/2014/main" id="{DF48FD91-8498-0024-97B4-691469B70466}"/>
                  </a:ext>
                </a:extLst>
              </p:cNvPr>
              <p:cNvSpPr/>
              <p:nvPr userDrawn="1"/>
            </p:nvSpPr>
            <p:spPr>
              <a:xfrm>
                <a:off x="-6603521" y="864000"/>
                <a:ext cx="16199999" cy="108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dirty="0"/>
              </a:p>
            </p:txBody>
          </p:sp>
          <p:pic>
            <p:nvPicPr>
              <p:cNvPr id="8" name="Grafik 13">
                <a:extLst>
                  <a:ext uri="{FF2B5EF4-FFF2-40B4-BE49-F238E27FC236}">
                    <a16:creationId xmlns:a16="http://schemas.microsoft.com/office/drawing/2014/main" id="{D2BC30E8-52FD-8526-F6CC-8D09FD6046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37644" y="1137683"/>
                <a:ext cx="1619425" cy="586722"/>
              </a:xfrm>
              <a:prstGeom prst="rect">
                <a:avLst/>
              </a:prstGeom>
            </p:spPr>
          </p:pic>
        </p:grpSp>
        <p:pic>
          <p:nvPicPr>
            <p:cNvPr id="6" name="Grafik 5">
              <a:extLst>
                <a:ext uri="{FF2B5EF4-FFF2-40B4-BE49-F238E27FC236}">
                  <a16:creationId xmlns:a16="http://schemas.microsoft.com/office/drawing/2014/main" id="{218F4F9D-BA6D-A0AE-C412-17AB160ED0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462922" y="3641970"/>
              <a:ext cx="1619425" cy="586722"/>
            </a:xfrm>
            <a:prstGeom prst="rect">
              <a:avLst/>
            </a:prstGeom>
          </p:spPr>
        </p:pic>
      </p:grpSp>
    </p:spTree>
    <p:extLst>
      <p:ext uri="{BB962C8B-B14F-4D97-AF65-F5344CB8AC3E}">
        <p14:creationId xmlns:p14="http://schemas.microsoft.com/office/powerpoint/2010/main" val="409096881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age individual">
    <p:spTree>
      <p:nvGrpSpPr>
        <p:cNvPr id="1" name=""/>
        <p:cNvGrpSpPr/>
        <p:nvPr/>
      </p:nvGrpSpPr>
      <p:grpSpPr>
        <a:xfrm>
          <a:off x="0" y="0"/>
          <a:ext cx="0" cy="0"/>
          <a:chOff x="0" y="0"/>
          <a:chExt cx="0" cy="0"/>
        </a:xfrm>
      </p:grpSpPr>
    </p:spTree>
    <p:extLst>
      <p:ext uri="{BB962C8B-B14F-4D97-AF65-F5344CB8AC3E}">
        <p14:creationId xmlns:p14="http://schemas.microsoft.com/office/powerpoint/2010/main" val="2773140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elplatzhalter 4">
            <a:extLst>
              <a:ext uri="{FF2B5EF4-FFF2-40B4-BE49-F238E27FC236}">
                <a16:creationId xmlns:a16="http://schemas.microsoft.com/office/drawing/2014/main" id="{BE0DB9A9-269D-1154-374C-163838CCA3F3}"/>
              </a:ext>
            </a:extLst>
          </p:cNvPr>
          <p:cNvSpPr>
            <a:spLocks noGrp="1"/>
          </p:cNvSpPr>
          <p:nvPr>
            <p:ph type="title"/>
          </p:nvPr>
        </p:nvSpPr>
        <p:spPr>
          <a:xfrm>
            <a:off x="514800" y="540000"/>
            <a:ext cx="11161263" cy="817200"/>
          </a:xfrm>
          <a:prstGeom prst="rect">
            <a:avLst/>
          </a:prstGeom>
        </p:spPr>
        <p:txBody>
          <a:bodyPr vert="horz" lIns="0" tIns="0" rIns="0" bIns="0" rtlCol="0" anchor="t" anchorCtr="0">
            <a:noAutofit/>
          </a:bodyPr>
          <a:lstStyle/>
          <a:p>
            <a:r>
              <a:rPr lang="de-DE" dirty="0"/>
              <a:t>Titelmasterformat durch Klicken bearbeiten</a:t>
            </a:r>
          </a:p>
        </p:txBody>
      </p:sp>
      <p:sp>
        <p:nvSpPr>
          <p:cNvPr id="14" name="Inhaltsplatzhalter 13">
            <a:extLst>
              <a:ext uri="{FF2B5EF4-FFF2-40B4-BE49-F238E27FC236}">
                <a16:creationId xmlns:a16="http://schemas.microsoft.com/office/drawing/2014/main" id="{6E5AADEE-308F-47F8-9498-861C09F83B9F}"/>
              </a:ext>
            </a:extLst>
          </p:cNvPr>
          <p:cNvSpPr>
            <a:spLocks noGrp="1"/>
          </p:cNvSpPr>
          <p:nvPr>
            <p:ph sz="quarter" idx="10"/>
          </p:nvPr>
        </p:nvSpPr>
        <p:spPr>
          <a:xfrm>
            <a:off x="514350" y="2024063"/>
            <a:ext cx="11161713" cy="4176712"/>
          </a:xfrm>
        </p:spPr>
        <p:txBody>
          <a:bodyPr/>
          <a:lstStyle/>
          <a:p>
            <a:pPr lvl="0"/>
            <a:r>
              <a:rPr lang="de-DE" altLang="ko-KR" dirty="0"/>
              <a:t>Mastertextformat bearbeiten</a:t>
            </a:r>
          </a:p>
          <a:p>
            <a:pPr lvl="1"/>
            <a:r>
              <a:rPr lang="de-DE" altLang="ko-KR" dirty="0"/>
              <a:t>Zweite Ebene</a:t>
            </a:r>
          </a:p>
          <a:p>
            <a:pPr lvl="2"/>
            <a:r>
              <a:rPr lang="de-DE" altLang="ko-KR" dirty="0"/>
              <a:t>Dritte Ebene</a:t>
            </a:r>
          </a:p>
          <a:p>
            <a:pPr lvl="3"/>
            <a:r>
              <a:rPr lang="de-DE" altLang="ko-KR" dirty="0"/>
              <a:t>Vierte Ebene</a:t>
            </a:r>
          </a:p>
        </p:txBody>
      </p:sp>
      <p:sp>
        <p:nvSpPr>
          <p:cNvPr id="3" name="Datumsplatzhalter 5">
            <a:extLst>
              <a:ext uri="{FF2B5EF4-FFF2-40B4-BE49-F238E27FC236}">
                <a16:creationId xmlns:a16="http://schemas.microsoft.com/office/drawing/2014/main" id="{AA698BFD-574D-15D8-CC18-1853182CF43F}"/>
              </a:ext>
            </a:extLst>
          </p:cNvPr>
          <p:cNvSpPr>
            <a:spLocks noGrp="1"/>
          </p:cNvSpPr>
          <p:nvPr>
            <p:ph type="dt" sz="half" idx="2"/>
          </p:nvPr>
        </p:nvSpPr>
        <p:spPr>
          <a:xfrm>
            <a:off x="973097" y="6545435"/>
            <a:ext cx="468126" cy="149589"/>
          </a:xfrm>
          <a:prstGeom prst="rect">
            <a:avLst/>
          </a:prstGeom>
        </p:spPr>
        <p:txBody>
          <a:bodyPr wrap="none" lIns="0" tIns="0" rIns="0" bIns="0" anchor="b"/>
          <a:lstStyle>
            <a:lvl1pPr>
              <a:defRPr sz="800"/>
            </a:lvl1pPr>
          </a:lstStyle>
          <a:p>
            <a:fld id="{65010B03-D230-4701-9F37-B6F131066B93}" type="datetime1">
              <a:rPr lang="de-DE" smtClean="0"/>
              <a:pPr/>
              <a:t>04.03.2026</a:t>
            </a:fld>
            <a:endParaRPr lang="de-DE"/>
          </a:p>
        </p:txBody>
      </p:sp>
      <p:sp>
        <p:nvSpPr>
          <p:cNvPr id="4" name="Fußzeilenplatzhalter 6">
            <a:extLst>
              <a:ext uri="{FF2B5EF4-FFF2-40B4-BE49-F238E27FC236}">
                <a16:creationId xmlns:a16="http://schemas.microsoft.com/office/drawing/2014/main" id="{D252C76C-F64E-33BD-07AE-04A61FC2AB3A}"/>
              </a:ext>
            </a:extLst>
          </p:cNvPr>
          <p:cNvSpPr>
            <a:spLocks noGrp="1"/>
          </p:cNvSpPr>
          <p:nvPr>
            <p:ph type="ftr" sz="quarter" idx="3"/>
          </p:nvPr>
        </p:nvSpPr>
        <p:spPr>
          <a:xfrm>
            <a:off x="1655337" y="6545136"/>
            <a:ext cx="3364269" cy="149589"/>
          </a:xfrm>
          <a:prstGeom prst="rect">
            <a:avLst/>
          </a:prstGeom>
        </p:spPr>
        <p:txBody>
          <a:bodyPr lIns="0" tIns="0" rIns="0" bIns="0" anchor="b"/>
          <a:lstStyle>
            <a:lvl1pPr>
              <a:defRPr sz="800">
                <a:solidFill>
                  <a:srgbClr val="000000"/>
                </a:solidFill>
              </a:defRPr>
            </a:lvl1pPr>
          </a:lstStyle>
          <a:p>
            <a:r>
              <a:rPr lang="de-DE"/>
              <a:t>|  Optionale Zusatzinformationen</a:t>
            </a:r>
          </a:p>
        </p:txBody>
      </p:sp>
      <p:sp>
        <p:nvSpPr>
          <p:cNvPr id="5" name="Foliennummernplatzhalter 7">
            <a:extLst>
              <a:ext uri="{FF2B5EF4-FFF2-40B4-BE49-F238E27FC236}">
                <a16:creationId xmlns:a16="http://schemas.microsoft.com/office/drawing/2014/main" id="{2DD19409-F982-F34F-1FF0-52302257EF49}"/>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a:t>
            </a:fld>
            <a:endParaRPr lang="de-DE" dirty="0"/>
          </a:p>
        </p:txBody>
      </p:sp>
    </p:spTree>
    <p:extLst>
      <p:ext uri="{BB962C8B-B14F-4D97-AF65-F5344CB8AC3E}">
        <p14:creationId xmlns:p14="http://schemas.microsoft.com/office/powerpoint/2010/main" val="1417007542"/>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2-column">
    <p:spTree>
      <p:nvGrpSpPr>
        <p:cNvPr id="1" name=""/>
        <p:cNvGrpSpPr/>
        <p:nvPr/>
      </p:nvGrpSpPr>
      <p:grpSpPr>
        <a:xfrm>
          <a:off x="0" y="0"/>
          <a:ext cx="0" cy="0"/>
          <a:chOff x="0" y="0"/>
          <a:chExt cx="0" cy="0"/>
        </a:xfrm>
      </p:grpSpPr>
      <p:sp>
        <p:nvSpPr>
          <p:cNvPr id="2" name="Titelplatzhalter 4">
            <a:extLst>
              <a:ext uri="{FF2B5EF4-FFF2-40B4-BE49-F238E27FC236}">
                <a16:creationId xmlns:a16="http://schemas.microsoft.com/office/drawing/2014/main" id="{BE0DB9A9-269D-1154-374C-163838CCA3F3}"/>
              </a:ext>
            </a:extLst>
          </p:cNvPr>
          <p:cNvSpPr>
            <a:spLocks noGrp="1"/>
          </p:cNvSpPr>
          <p:nvPr>
            <p:ph type="title"/>
          </p:nvPr>
        </p:nvSpPr>
        <p:spPr>
          <a:xfrm>
            <a:off x="514800" y="540000"/>
            <a:ext cx="11161263" cy="817200"/>
          </a:xfrm>
          <a:prstGeom prst="rect">
            <a:avLst/>
          </a:prstGeom>
        </p:spPr>
        <p:txBody>
          <a:bodyPr vert="horz" lIns="0" tIns="0" rIns="0" bIns="0" rtlCol="0" anchor="t" anchorCtr="0">
            <a:noAutofit/>
          </a:bodyPr>
          <a:lstStyle/>
          <a:p>
            <a:r>
              <a:rPr lang="de-DE" dirty="0"/>
              <a:t>Titelmasterformat durch Klicken bearbeiten</a:t>
            </a:r>
          </a:p>
        </p:txBody>
      </p:sp>
      <p:sp>
        <p:nvSpPr>
          <p:cNvPr id="7" name="Inhaltsplatzhalter 13">
            <a:extLst>
              <a:ext uri="{FF2B5EF4-FFF2-40B4-BE49-F238E27FC236}">
                <a16:creationId xmlns:a16="http://schemas.microsoft.com/office/drawing/2014/main" id="{34BFD92E-E553-B8D8-62BC-38D9FC7EDA4B}"/>
              </a:ext>
            </a:extLst>
          </p:cNvPr>
          <p:cNvSpPr>
            <a:spLocks noGrp="1"/>
          </p:cNvSpPr>
          <p:nvPr>
            <p:ph sz="quarter" idx="10"/>
          </p:nvPr>
        </p:nvSpPr>
        <p:spPr>
          <a:xfrm>
            <a:off x="514349" y="2024063"/>
            <a:ext cx="5492751" cy="4176712"/>
          </a:xfrm>
        </p:spPr>
        <p:txBody>
          <a:bodyPr/>
          <a:lstStyle/>
          <a:p>
            <a:pPr lvl="0"/>
            <a:r>
              <a:rPr lang="de-DE" altLang="ko-KR" dirty="0"/>
              <a:t>Mastertextformat bearbeiten</a:t>
            </a:r>
          </a:p>
          <a:p>
            <a:pPr lvl="1"/>
            <a:r>
              <a:rPr lang="de-DE" altLang="ko-KR" dirty="0"/>
              <a:t>Zweite Ebene</a:t>
            </a:r>
          </a:p>
          <a:p>
            <a:pPr lvl="2"/>
            <a:r>
              <a:rPr lang="de-DE" altLang="ko-KR" dirty="0"/>
              <a:t>Dritte Ebene</a:t>
            </a:r>
          </a:p>
          <a:p>
            <a:pPr lvl="3"/>
            <a:r>
              <a:rPr lang="de-DE" altLang="ko-KR" dirty="0"/>
              <a:t>Vierte Ebene</a:t>
            </a:r>
          </a:p>
        </p:txBody>
      </p:sp>
      <p:sp>
        <p:nvSpPr>
          <p:cNvPr id="9" name="Inhaltsplatzhalter 13">
            <a:extLst>
              <a:ext uri="{FF2B5EF4-FFF2-40B4-BE49-F238E27FC236}">
                <a16:creationId xmlns:a16="http://schemas.microsoft.com/office/drawing/2014/main" id="{78FF46EF-DAEF-0717-50E6-8B69B6409A4F}"/>
              </a:ext>
            </a:extLst>
          </p:cNvPr>
          <p:cNvSpPr>
            <a:spLocks noGrp="1"/>
          </p:cNvSpPr>
          <p:nvPr>
            <p:ph sz="quarter" idx="11"/>
          </p:nvPr>
        </p:nvSpPr>
        <p:spPr>
          <a:xfrm>
            <a:off x="6188075" y="2024063"/>
            <a:ext cx="5487989" cy="4176712"/>
          </a:xfrm>
        </p:spPr>
        <p:txBody>
          <a:bodyPr/>
          <a:lstStyle/>
          <a:p>
            <a:pPr lvl="0"/>
            <a:r>
              <a:rPr lang="de-DE" altLang="ko-KR" dirty="0"/>
              <a:t>Mastertextformat bearbeiten</a:t>
            </a:r>
          </a:p>
          <a:p>
            <a:pPr lvl="1"/>
            <a:r>
              <a:rPr lang="de-DE" altLang="ko-KR" dirty="0"/>
              <a:t>Zweite Ebene</a:t>
            </a:r>
          </a:p>
          <a:p>
            <a:pPr lvl="2"/>
            <a:r>
              <a:rPr lang="de-DE" altLang="ko-KR" dirty="0"/>
              <a:t>Dritte Ebene</a:t>
            </a:r>
          </a:p>
          <a:p>
            <a:pPr lvl="3"/>
            <a:r>
              <a:rPr lang="de-DE" altLang="ko-KR" dirty="0"/>
              <a:t>Vierte Ebene</a:t>
            </a:r>
          </a:p>
        </p:txBody>
      </p:sp>
      <p:sp>
        <p:nvSpPr>
          <p:cNvPr id="3" name="Datumsplatzhalter 5">
            <a:extLst>
              <a:ext uri="{FF2B5EF4-FFF2-40B4-BE49-F238E27FC236}">
                <a16:creationId xmlns:a16="http://schemas.microsoft.com/office/drawing/2014/main" id="{5447EC8E-B32A-94D7-E34F-37245F227D07}"/>
              </a:ext>
            </a:extLst>
          </p:cNvPr>
          <p:cNvSpPr>
            <a:spLocks noGrp="1"/>
          </p:cNvSpPr>
          <p:nvPr>
            <p:ph type="dt" sz="half" idx="2"/>
          </p:nvPr>
        </p:nvSpPr>
        <p:spPr>
          <a:xfrm>
            <a:off x="973097" y="6545435"/>
            <a:ext cx="468126" cy="149589"/>
          </a:xfrm>
          <a:prstGeom prst="rect">
            <a:avLst/>
          </a:prstGeom>
        </p:spPr>
        <p:txBody>
          <a:bodyPr wrap="none" lIns="0" tIns="0" rIns="0" bIns="0" anchor="b"/>
          <a:lstStyle>
            <a:lvl1pPr>
              <a:defRPr sz="800"/>
            </a:lvl1pPr>
          </a:lstStyle>
          <a:p>
            <a:fld id="{65010B03-D230-4701-9F37-B6F131066B93}" type="datetime1">
              <a:rPr lang="de-DE" smtClean="0"/>
              <a:pPr/>
              <a:t>04.03.2026</a:t>
            </a:fld>
            <a:endParaRPr lang="de-DE"/>
          </a:p>
        </p:txBody>
      </p:sp>
      <p:sp>
        <p:nvSpPr>
          <p:cNvPr id="4" name="Fußzeilenplatzhalter 6">
            <a:extLst>
              <a:ext uri="{FF2B5EF4-FFF2-40B4-BE49-F238E27FC236}">
                <a16:creationId xmlns:a16="http://schemas.microsoft.com/office/drawing/2014/main" id="{3973FD1A-E177-A3C4-B7AC-179D6E97F0EF}"/>
              </a:ext>
            </a:extLst>
          </p:cNvPr>
          <p:cNvSpPr>
            <a:spLocks noGrp="1"/>
          </p:cNvSpPr>
          <p:nvPr>
            <p:ph type="ftr" sz="quarter" idx="3"/>
          </p:nvPr>
        </p:nvSpPr>
        <p:spPr>
          <a:xfrm>
            <a:off x="1655337" y="6545136"/>
            <a:ext cx="3364269" cy="149589"/>
          </a:xfrm>
          <a:prstGeom prst="rect">
            <a:avLst/>
          </a:prstGeom>
        </p:spPr>
        <p:txBody>
          <a:bodyPr lIns="0" tIns="0" rIns="0" bIns="0" anchor="b"/>
          <a:lstStyle>
            <a:lvl1pPr>
              <a:defRPr sz="800">
                <a:solidFill>
                  <a:srgbClr val="000000"/>
                </a:solidFill>
              </a:defRPr>
            </a:lvl1pPr>
          </a:lstStyle>
          <a:p>
            <a:r>
              <a:rPr lang="de-DE"/>
              <a:t>|  Optionale Zusatzinformationen</a:t>
            </a:r>
          </a:p>
        </p:txBody>
      </p:sp>
      <p:sp>
        <p:nvSpPr>
          <p:cNvPr id="5" name="Foliennummernplatzhalter 7">
            <a:extLst>
              <a:ext uri="{FF2B5EF4-FFF2-40B4-BE49-F238E27FC236}">
                <a16:creationId xmlns:a16="http://schemas.microsoft.com/office/drawing/2014/main" id="{3E188552-A815-D7AE-2691-8CA46BDB8D18}"/>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a:t>
            </a:fld>
            <a:endParaRPr lang="de-DE" dirty="0"/>
          </a:p>
        </p:txBody>
      </p:sp>
    </p:spTree>
    <p:extLst>
      <p:ext uri="{BB962C8B-B14F-4D97-AF65-F5344CB8AC3E}">
        <p14:creationId xmlns:p14="http://schemas.microsoft.com/office/powerpoint/2010/main" val="2422467583"/>
      </p:ext>
    </p:extLst>
  </p:cSld>
  <p:clrMapOvr>
    <a:masterClrMapping/>
  </p:clrMapOvr>
  <p:hf hdr="0"/>
  <p:extLst>
    <p:ext uri="{DCECCB84-F9BA-43D5-87BE-67443E8EF086}">
      <p15:sldGuideLst xmlns:p15="http://schemas.microsoft.com/office/powerpoint/2012/main">
        <p15:guide id="1" pos="3782">
          <p15:clr>
            <a:srgbClr val="FBAE40"/>
          </p15:clr>
        </p15:guide>
        <p15:guide id="2" pos="3895">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and content 3-column">
    <p:spTree>
      <p:nvGrpSpPr>
        <p:cNvPr id="1" name=""/>
        <p:cNvGrpSpPr/>
        <p:nvPr/>
      </p:nvGrpSpPr>
      <p:grpSpPr>
        <a:xfrm>
          <a:off x="0" y="0"/>
          <a:ext cx="0" cy="0"/>
          <a:chOff x="0" y="0"/>
          <a:chExt cx="0" cy="0"/>
        </a:xfrm>
      </p:grpSpPr>
      <p:sp>
        <p:nvSpPr>
          <p:cNvPr id="2" name="Titelplatzhalter 4">
            <a:extLst>
              <a:ext uri="{FF2B5EF4-FFF2-40B4-BE49-F238E27FC236}">
                <a16:creationId xmlns:a16="http://schemas.microsoft.com/office/drawing/2014/main" id="{BE0DB9A9-269D-1154-374C-163838CCA3F3}"/>
              </a:ext>
            </a:extLst>
          </p:cNvPr>
          <p:cNvSpPr>
            <a:spLocks noGrp="1"/>
          </p:cNvSpPr>
          <p:nvPr>
            <p:ph type="title"/>
          </p:nvPr>
        </p:nvSpPr>
        <p:spPr>
          <a:xfrm>
            <a:off x="514800" y="540000"/>
            <a:ext cx="11161263" cy="817200"/>
          </a:xfrm>
          <a:prstGeom prst="rect">
            <a:avLst/>
          </a:prstGeom>
        </p:spPr>
        <p:txBody>
          <a:bodyPr vert="horz" lIns="0" tIns="0" rIns="0" bIns="0" rtlCol="0" anchor="t" anchorCtr="0">
            <a:noAutofit/>
          </a:bodyPr>
          <a:lstStyle/>
          <a:p>
            <a:r>
              <a:rPr lang="de-DE" dirty="0"/>
              <a:t>Titelmasterformat durch Klicken bearbeiten</a:t>
            </a:r>
          </a:p>
        </p:txBody>
      </p:sp>
      <p:sp>
        <p:nvSpPr>
          <p:cNvPr id="9" name="Inhaltsplatzhalter 13">
            <a:extLst>
              <a:ext uri="{FF2B5EF4-FFF2-40B4-BE49-F238E27FC236}">
                <a16:creationId xmlns:a16="http://schemas.microsoft.com/office/drawing/2014/main" id="{18D5100E-18B5-2E50-16B5-0F2C06CF66F0}"/>
              </a:ext>
            </a:extLst>
          </p:cNvPr>
          <p:cNvSpPr>
            <a:spLocks noGrp="1"/>
          </p:cNvSpPr>
          <p:nvPr>
            <p:ph sz="quarter" idx="11"/>
          </p:nvPr>
        </p:nvSpPr>
        <p:spPr>
          <a:xfrm>
            <a:off x="514351" y="2024063"/>
            <a:ext cx="3600450" cy="4176712"/>
          </a:xfrm>
        </p:spPr>
        <p:txBody>
          <a:bodyPr/>
          <a:lstStyle/>
          <a:p>
            <a:pPr lvl="0"/>
            <a:r>
              <a:rPr lang="de-DE" altLang="ko-KR" dirty="0"/>
              <a:t>Mastertextformat bearbeiten</a:t>
            </a:r>
          </a:p>
          <a:p>
            <a:pPr lvl="1"/>
            <a:r>
              <a:rPr lang="de-DE" altLang="ko-KR" dirty="0"/>
              <a:t>Zweite Ebene</a:t>
            </a:r>
          </a:p>
          <a:p>
            <a:pPr lvl="2"/>
            <a:r>
              <a:rPr lang="de-DE" altLang="ko-KR" dirty="0"/>
              <a:t>Dritte Ebene</a:t>
            </a:r>
          </a:p>
          <a:p>
            <a:pPr lvl="3"/>
            <a:r>
              <a:rPr lang="de-DE" altLang="ko-KR" dirty="0"/>
              <a:t>Vierte Ebene</a:t>
            </a:r>
          </a:p>
        </p:txBody>
      </p:sp>
      <p:sp>
        <p:nvSpPr>
          <p:cNvPr id="10" name="Inhaltsplatzhalter 13">
            <a:extLst>
              <a:ext uri="{FF2B5EF4-FFF2-40B4-BE49-F238E27FC236}">
                <a16:creationId xmlns:a16="http://schemas.microsoft.com/office/drawing/2014/main" id="{6056FD14-F3C4-7548-62CC-BEF3D74B8E70}"/>
              </a:ext>
            </a:extLst>
          </p:cNvPr>
          <p:cNvSpPr>
            <a:spLocks noGrp="1"/>
          </p:cNvSpPr>
          <p:nvPr>
            <p:ph sz="quarter" idx="12"/>
          </p:nvPr>
        </p:nvSpPr>
        <p:spPr>
          <a:xfrm>
            <a:off x="4295775" y="2024063"/>
            <a:ext cx="3600450" cy="4176712"/>
          </a:xfrm>
        </p:spPr>
        <p:txBody>
          <a:bodyPr/>
          <a:lstStyle/>
          <a:p>
            <a:pPr lvl="0"/>
            <a:r>
              <a:rPr lang="de-DE" altLang="ko-KR" dirty="0"/>
              <a:t>Mastertextformat bearbeiten</a:t>
            </a:r>
          </a:p>
          <a:p>
            <a:pPr lvl="1"/>
            <a:r>
              <a:rPr lang="de-DE" altLang="ko-KR" dirty="0"/>
              <a:t>Zweite Ebene</a:t>
            </a:r>
          </a:p>
          <a:p>
            <a:pPr lvl="2"/>
            <a:r>
              <a:rPr lang="de-DE" altLang="ko-KR" dirty="0"/>
              <a:t>Dritte Ebene</a:t>
            </a:r>
          </a:p>
          <a:p>
            <a:pPr lvl="3"/>
            <a:r>
              <a:rPr lang="de-DE" altLang="ko-KR" dirty="0"/>
              <a:t>Vierte Ebene</a:t>
            </a:r>
          </a:p>
        </p:txBody>
      </p:sp>
      <p:sp>
        <p:nvSpPr>
          <p:cNvPr id="11" name="Inhaltsplatzhalter 13">
            <a:extLst>
              <a:ext uri="{FF2B5EF4-FFF2-40B4-BE49-F238E27FC236}">
                <a16:creationId xmlns:a16="http://schemas.microsoft.com/office/drawing/2014/main" id="{2B281ED2-3754-FBED-A8D9-0CE0CCEACF34}"/>
              </a:ext>
            </a:extLst>
          </p:cNvPr>
          <p:cNvSpPr>
            <a:spLocks noGrp="1"/>
          </p:cNvSpPr>
          <p:nvPr>
            <p:ph sz="quarter" idx="13"/>
          </p:nvPr>
        </p:nvSpPr>
        <p:spPr>
          <a:xfrm>
            <a:off x="8075613" y="2024063"/>
            <a:ext cx="3600450" cy="4176712"/>
          </a:xfrm>
        </p:spPr>
        <p:txBody>
          <a:bodyPr/>
          <a:lstStyle/>
          <a:p>
            <a:pPr lvl="0"/>
            <a:r>
              <a:rPr lang="de-DE" altLang="ko-KR" dirty="0"/>
              <a:t>Mastertextformat bearbeiten</a:t>
            </a:r>
          </a:p>
          <a:p>
            <a:pPr lvl="1"/>
            <a:r>
              <a:rPr lang="de-DE" altLang="ko-KR" dirty="0"/>
              <a:t>Zweite Ebene</a:t>
            </a:r>
          </a:p>
          <a:p>
            <a:pPr lvl="2"/>
            <a:r>
              <a:rPr lang="de-DE" altLang="ko-KR" dirty="0"/>
              <a:t>Dritte Ebene</a:t>
            </a:r>
          </a:p>
          <a:p>
            <a:pPr lvl="3"/>
            <a:r>
              <a:rPr lang="de-DE" altLang="ko-KR" dirty="0"/>
              <a:t>Vierte Ebene</a:t>
            </a:r>
          </a:p>
        </p:txBody>
      </p:sp>
      <p:sp>
        <p:nvSpPr>
          <p:cNvPr id="3" name="Datumsplatzhalter 5">
            <a:extLst>
              <a:ext uri="{FF2B5EF4-FFF2-40B4-BE49-F238E27FC236}">
                <a16:creationId xmlns:a16="http://schemas.microsoft.com/office/drawing/2014/main" id="{26126200-952D-5AA9-4BE2-433E23FAE9E6}"/>
              </a:ext>
            </a:extLst>
          </p:cNvPr>
          <p:cNvSpPr>
            <a:spLocks noGrp="1"/>
          </p:cNvSpPr>
          <p:nvPr>
            <p:ph type="dt" sz="half" idx="2"/>
          </p:nvPr>
        </p:nvSpPr>
        <p:spPr>
          <a:xfrm>
            <a:off x="973097" y="6545435"/>
            <a:ext cx="468126" cy="149589"/>
          </a:xfrm>
          <a:prstGeom prst="rect">
            <a:avLst/>
          </a:prstGeom>
        </p:spPr>
        <p:txBody>
          <a:bodyPr wrap="none" lIns="0" tIns="0" rIns="0" bIns="0" anchor="b"/>
          <a:lstStyle>
            <a:lvl1pPr>
              <a:defRPr sz="800"/>
            </a:lvl1pPr>
          </a:lstStyle>
          <a:p>
            <a:fld id="{65010B03-D230-4701-9F37-B6F131066B93}" type="datetime1">
              <a:rPr lang="de-DE" smtClean="0"/>
              <a:pPr/>
              <a:t>04.03.2026</a:t>
            </a:fld>
            <a:endParaRPr lang="de-DE"/>
          </a:p>
        </p:txBody>
      </p:sp>
      <p:sp>
        <p:nvSpPr>
          <p:cNvPr id="4" name="Fußzeilenplatzhalter 6">
            <a:extLst>
              <a:ext uri="{FF2B5EF4-FFF2-40B4-BE49-F238E27FC236}">
                <a16:creationId xmlns:a16="http://schemas.microsoft.com/office/drawing/2014/main" id="{07841496-9D8B-EE4C-CC98-C0E1FF8DECCC}"/>
              </a:ext>
            </a:extLst>
          </p:cNvPr>
          <p:cNvSpPr>
            <a:spLocks noGrp="1"/>
          </p:cNvSpPr>
          <p:nvPr>
            <p:ph type="ftr" sz="quarter" idx="3"/>
          </p:nvPr>
        </p:nvSpPr>
        <p:spPr>
          <a:xfrm>
            <a:off x="1655337" y="6545136"/>
            <a:ext cx="3364269" cy="149589"/>
          </a:xfrm>
          <a:prstGeom prst="rect">
            <a:avLst/>
          </a:prstGeom>
        </p:spPr>
        <p:txBody>
          <a:bodyPr lIns="0" tIns="0" rIns="0" bIns="0" anchor="b"/>
          <a:lstStyle>
            <a:lvl1pPr>
              <a:defRPr sz="800">
                <a:solidFill>
                  <a:srgbClr val="000000"/>
                </a:solidFill>
              </a:defRPr>
            </a:lvl1pPr>
          </a:lstStyle>
          <a:p>
            <a:r>
              <a:rPr lang="de-DE"/>
              <a:t>|  Optionale Zusatzinformationen</a:t>
            </a:r>
          </a:p>
        </p:txBody>
      </p:sp>
      <p:sp>
        <p:nvSpPr>
          <p:cNvPr id="5" name="Foliennummernplatzhalter 7">
            <a:extLst>
              <a:ext uri="{FF2B5EF4-FFF2-40B4-BE49-F238E27FC236}">
                <a16:creationId xmlns:a16="http://schemas.microsoft.com/office/drawing/2014/main" id="{D900C107-B8FB-690E-CB33-B659A9CF1060}"/>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a:t>
            </a:fld>
            <a:endParaRPr lang="de-DE" dirty="0"/>
          </a:p>
        </p:txBody>
      </p:sp>
    </p:spTree>
    <p:extLst>
      <p:ext uri="{BB962C8B-B14F-4D97-AF65-F5344CB8AC3E}">
        <p14:creationId xmlns:p14="http://schemas.microsoft.com/office/powerpoint/2010/main" val="3741785873"/>
      </p:ext>
    </p:extLst>
  </p:cSld>
  <p:clrMapOvr>
    <a:masterClrMapping/>
  </p:clrMapOvr>
  <p:hf hdr="0"/>
  <p:extLst>
    <p:ext uri="{DCECCB84-F9BA-43D5-87BE-67443E8EF086}">
      <p15:sldGuideLst xmlns:p15="http://schemas.microsoft.com/office/powerpoint/2012/main">
        <p15:guide id="1" pos="2592">
          <p15:clr>
            <a:srgbClr val="FBAE40"/>
          </p15:clr>
        </p15:guide>
        <p15:guide id="2" pos="2706">
          <p15:clr>
            <a:srgbClr val="FBAE40"/>
          </p15:clr>
        </p15:guide>
        <p15:guide id="3" pos="4973">
          <p15:clr>
            <a:srgbClr val="FBAE40"/>
          </p15:clr>
        </p15:guide>
        <p15:guide id="4" pos="5087">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4-column">
    <p:spTree>
      <p:nvGrpSpPr>
        <p:cNvPr id="1" name=""/>
        <p:cNvGrpSpPr/>
        <p:nvPr/>
      </p:nvGrpSpPr>
      <p:grpSpPr>
        <a:xfrm>
          <a:off x="0" y="0"/>
          <a:ext cx="0" cy="0"/>
          <a:chOff x="0" y="0"/>
          <a:chExt cx="0" cy="0"/>
        </a:xfrm>
      </p:grpSpPr>
      <p:sp>
        <p:nvSpPr>
          <p:cNvPr id="2" name="Titelplatzhalter 4">
            <a:extLst>
              <a:ext uri="{FF2B5EF4-FFF2-40B4-BE49-F238E27FC236}">
                <a16:creationId xmlns:a16="http://schemas.microsoft.com/office/drawing/2014/main" id="{BE0DB9A9-269D-1154-374C-163838CCA3F3}"/>
              </a:ext>
            </a:extLst>
          </p:cNvPr>
          <p:cNvSpPr>
            <a:spLocks noGrp="1"/>
          </p:cNvSpPr>
          <p:nvPr>
            <p:ph type="title"/>
          </p:nvPr>
        </p:nvSpPr>
        <p:spPr>
          <a:xfrm>
            <a:off x="514800" y="540000"/>
            <a:ext cx="11161263" cy="817200"/>
          </a:xfrm>
          <a:prstGeom prst="rect">
            <a:avLst/>
          </a:prstGeom>
        </p:spPr>
        <p:txBody>
          <a:bodyPr vert="horz" lIns="0" tIns="0" rIns="0" bIns="0" rtlCol="0" anchor="t" anchorCtr="0">
            <a:noAutofit/>
          </a:bodyPr>
          <a:lstStyle/>
          <a:p>
            <a:r>
              <a:rPr lang="de-DE" dirty="0"/>
              <a:t>Titelmasterformat durch Klicken bearbeiten</a:t>
            </a:r>
          </a:p>
        </p:txBody>
      </p:sp>
      <p:sp>
        <p:nvSpPr>
          <p:cNvPr id="12" name="Inhaltsplatzhalter 13">
            <a:extLst>
              <a:ext uri="{FF2B5EF4-FFF2-40B4-BE49-F238E27FC236}">
                <a16:creationId xmlns:a16="http://schemas.microsoft.com/office/drawing/2014/main" id="{CEB528F2-0313-CFB8-A79B-A4FF7D318F8B}"/>
              </a:ext>
            </a:extLst>
          </p:cNvPr>
          <p:cNvSpPr>
            <a:spLocks noGrp="1"/>
          </p:cNvSpPr>
          <p:nvPr>
            <p:ph sz="quarter" idx="11"/>
          </p:nvPr>
        </p:nvSpPr>
        <p:spPr>
          <a:xfrm>
            <a:off x="514351" y="2024063"/>
            <a:ext cx="2651123" cy="4176712"/>
          </a:xfrm>
        </p:spPr>
        <p:txBody>
          <a:bodyPr/>
          <a:lstStyle/>
          <a:p>
            <a:pPr lvl="0"/>
            <a:r>
              <a:rPr lang="de-DE" altLang="ko-KR" dirty="0"/>
              <a:t>Mastertextformat bearbeiten</a:t>
            </a:r>
          </a:p>
          <a:p>
            <a:pPr lvl="1"/>
            <a:r>
              <a:rPr lang="de-DE" altLang="ko-KR" dirty="0"/>
              <a:t>Zweite Ebene</a:t>
            </a:r>
          </a:p>
          <a:p>
            <a:pPr lvl="2"/>
            <a:r>
              <a:rPr lang="de-DE" altLang="ko-KR" dirty="0"/>
              <a:t>Dritte Ebene</a:t>
            </a:r>
          </a:p>
          <a:p>
            <a:pPr lvl="3"/>
            <a:r>
              <a:rPr lang="de-DE" altLang="ko-KR" dirty="0"/>
              <a:t>Vierte Ebene</a:t>
            </a:r>
          </a:p>
        </p:txBody>
      </p:sp>
      <p:sp>
        <p:nvSpPr>
          <p:cNvPr id="13" name="Inhaltsplatzhalter 13">
            <a:extLst>
              <a:ext uri="{FF2B5EF4-FFF2-40B4-BE49-F238E27FC236}">
                <a16:creationId xmlns:a16="http://schemas.microsoft.com/office/drawing/2014/main" id="{3D033606-A14C-268B-9318-FDB17966C539}"/>
              </a:ext>
            </a:extLst>
          </p:cNvPr>
          <p:cNvSpPr>
            <a:spLocks noGrp="1"/>
          </p:cNvSpPr>
          <p:nvPr>
            <p:ph sz="quarter" idx="12"/>
          </p:nvPr>
        </p:nvSpPr>
        <p:spPr>
          <a:xfrm>
            <a:off x="3354082" y="2024063"/>
            <a:ext cx="2651124" cy="4176712"/>
          </a:xfrm>
        </p:spPr>
        <p:txBody>
          <a:bodyPr/>
          <a:lstStyle/>
          <a:p>
            <a:pPr lvl="0"/>
            <a:r>
              <a:rPr lang="de-DE" altLang="ko-KR" dirty="0"/>
              <a:t>Mastertextformat bearbeiten</a:t>
            </a:r>
          </a:p>
          <a:p>
            <a:pPr lvl="1"/>
            <a:r>
              <a:rPr lang="de-DE" altLang="ko-KR" dirty="0"/>
              <a:t>Zweite Ebene</a:t>
            </a:r>
          </a:p>
          <a:p>
            <a:pPr lvl="2"/>
            <a:r>
              <a:rPr lang="de-DE" altLang="ko-KR" dirty="0"/>
              <a:t>Dritte Ebene</a:t>
            </a:r>
          </a:p>
          <a:p>
            <a:pPr lvl="3"/>
            <a:r>
              <a:rPr lang="de-DE" altLang="ko-KR" dirty="0"/>
              <a:t>Vierte Ebene</a:t>
            </a:r>
          </a:p>
        </p:txBody>
      </p:sp>
      <p:sp>
        <p:nvSpPr>
          <p:cNvPr id="14" name="Inhaltsplatzhalter 13">
            <a:extLst>
              <a:ext uri="{FF2B5EF4-FFF2-40B4-BE49-F238E27FC236}">
                <a16:creationId xmlns:a16="http://schemas.microsoft.com/office/drawing/2014/main" id="{2744B7B8-3B40-1BE1-089D-48AAC8BB1B4B}"/>
              </a:ext>
            </a:extLst>
          </p:cNvPr>
          <p:cNvSpPr>
            <a:spLocks noGrp="1"/>
          </p:cNvSpPr>
          <p:nvPr>
            <p:ph sz="quarter" idx="13"/>
          </p:nvPr>
        </p:nvSpPr>
        <p:spPr>
          <a:xfrm>
            <a:off x="6191251" y="2024063"/>
            <a:ext cx="2651124" cy="4176712"/>
          </a:xfrm>
        </p:spPr>
        <p:txBody>
          <a:bodyPr/>
          <a:lstStyle/>
          <a:p>
            <a:pPr lvl="0"/>
            <a:r>
              <a:rPr lang="de-DE" altLang="ko-KR" dirty="0"/>
              <a:t>Mastertextformat bearbeiten</a:t>
            </a:r>
          </a:p>
          <a:p>
            <a:pPr lvl="1"/>
            <a:r>
              <a:rPr lang="de-DE" altLang="ko-KR" dirty="0"/>
              <a:t>Zweite Ebene</a:t>
            </a:r>
          </a:p>
          <a:p>
            <a:pPr lvl="2"/>
            <a:r>
              <a:rPr lang="de-DE" altLang="ko-KR" dirty="0"/>
              <a:t>Dritte Ebene</a:t>
            </a:r>
          </a:p>
          <a:p>
            <a:pPr lvl="3"/>
            <a:r>
              <a:rPr lang="de-DE" altLang="ko-KR" dirty="0"/>
              <a:t>Vierte Ebene</a:t>
            </a:r>
          </a:p>
        </p:txBody>
      </p:sp>
      <p:sp>
        <p:nvSpPr>
          <p:cNvPr id="15" name="Inhaltsplatzhalter 13">
            <a:extLst>
              <a:ext uri="{FF2B5EF4-FFF2-40B4-BE49-F238E27FC236}">
                <a16:creationId xmlns:a16="http://schemas.microsoft.com/office/drawing/2014/main" id="{846E62C4-9FDB-AB88-B789-72A48403446E}"/>
              </a:ext>
            </a:extLst>
          </p:cNvPr>
          <p:cNvSpPr>
            <a:spLocks noGrp="1"/>
          </p:cNvSpPr>
          <p:nvPr>
            <p:ph sz="quarter" idx="14"/>
          </p:nvPr>
        </p:nvSpPr>
        <p:spPr>
          <a:xfrm>
            <a:off x="9023350" y="2024063"/>
            <a:ext cx="2660649" cy="4176712"/>
          </a:xfrm>
        </p:spPr>
        <p:txBody>
          <a:bodyPr/>
          <a:lstStyle/>
          <a:p>
            <a:pPr lvl="0"/>
            <a:r>
              <a:rPr lang="de-DE" altLang="ko-KR" dirty="0"/>
              <a:t>Mastertextformat bearbeiten</a:t>
            </a:r>
          </a:p>
          <a:p>
            <a:pPr lvl="1"/>
            <a:r>
              <a:rPr lang="de-DE" altLang="ko-KR" dirty="0"/>
              <a:t>Zweite Ebene</a:t>
            </a:r>
          </a:p>
          <a:p>
            <a:pPr lvl="2"/>
            <a:r>
              <a:rPr lang="de-DE" altLang="ko-KR" dirty="0"/>
              <a:t>Dritte Ebene</a:t>
            </a:r>
          </a:p>
          <a:p>
            <a:pPr lvl="3"/>
            <a:r>
              <a:rPr lang="de-DE" altLang="ko-KR" dirty="0"/>
              <a:t>Vierte Ebene</a:t>
            </a:r>
          </a:p>
        </p:txBody>
      </p:sp>
      <p:sp>
        <p:nvSpPr>
          <p:cNvPr id="3" name="Datumsplatzhalter 5">
            <a:extLst>
              <a:ext uri="{FF2B5EF4-FFF2-40B4-BE49-F238E27FC236}">
                <a16:creationId xmlns:a16="http://schemas.microsoft.com/office/drawing/2014/main" id="{CC6F5F30-860B-4F67-E7E7-52643621EC9B}"/>
              </a:ext>
            </a:extLst>
          </p:cNvPr>
          <p:cNvSpPr>
            <a:spLocks noGrp="1"/>
          </p:cNvSpPr>
          <p:nvPr>
            <p:ph type="dt" sz="half" idx="2"/>
          </p:nvPr>
        </p:nvSpPr>
        <p:spPr>
          <a:xfrm>
            <a:off x="973097" y="6545435"/>
            <a:ext cx="468126" cy="149589"/>
          </a:xfrm>
          <a:prstGeom prst="rect">
            <a:avLst/>
          </a:prstGeom>
        </p:spPr>
        <p:txBody>
          <a:bodyPr wrap="none" lIns="0" tIns="0" rIns="0" bIns="0" anchor="b"/>
          <a:lstStyle>
            <a:lvl1pPr>
              <a:defRPr sz="800"/>
            </a:lvl1pPr>
          </a:lstStyle>
          <a:p>
            <a:fld id="{65010B03-D230-4701-9F37-B6F131066B93}" type="datetime1">
              <a:rPr lang="de-DE" smtClean="0"/>
              <a:pPr/>
              <a:t>04.03.2026</a:t>
            </a:fld>
            <a:endParaRPr lang="de-DE"/>
          </a:p>
        </p:txBody>
      </p:sp>
      <p:sp>
        <p:nvSpPr>
          <p:cNvPr id="4" name="Fußzeilenplatzhalter 6">
            <a:extLst>
              <a:ext uri="{FF2B5EF4-FFF2-40B4-BE49-F238E27FC236}">
                <a16:creationId xmlns:a16="http://schemas.microsoft.com/office/drawing/2014/main" id="{58077ADA-A94B-DD4C-FD4F-FCD033A5C004}"/>
              </a:ext>
            </a:extLst>
          </p:cNvPr>
          <p:cNvSpPr>
            <a:spLocks noGrp="1"/>
          </p:cNvSpPr>
          <p:nvPr>
            <p:ph type="ftr" sz="quarter" idx="3"/>
          </p:nvPr>
        </p:nvSpPr>
        <p:spPr>
          <a:xfrm>
            <a:off x="1655337" y="6545136"/>
            <a:ext cx="3364269" cy="149589"/>
          </a:xfrm>
          <a:prstGeom prst="rect">
            <a:avLst/>
          </a:prstGeom>
        </p:spPr>
        <p:txBody>
          <a:bodyPr lIns="0" tIns="0" rIns="0" bIns="0" anchor="b"/>
          <a:lstStyle>
            <a:lvl1pPr>
              <a:defRPr sz="800">
                <a:solidFill>
                  <a:srgbClr val="000000"/>
                </a:solidFill>
              </a:defRPr>
            </a:lvl1pPr>
          </a:lstStyle>
          <a:p>
            <a:r>
              <a:rPr lang="de-DE"/>
              <a:t>|  Optionale Zusatzinformationen</a:t>
            </a:r>
          </a:p>
        </p:txBody>
      </p:sp>
      <p:sp>
        <p:nvSpPr>
          <p:cNvPr id="5" name="Foliennummernplatzhalter 7">
            <a:extLst>
              <a:ext uri="{FF2B5EF4-FFF2-40B4-BE49-F238E27FC236}">
                <a16:creationId xmlns:a16="http://schemas.microsoft.com/office/drawing/2014/main" id="{5BDADEC9-BFD2-6891-1384-52F50D6483B9}"/>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a:t>
            </a:fld>
            <a:endParaRPr lang="de-DE" dirty="0"/>
          </a:p>
        </p:txBody>
      </p:sp>
    </p:spTree>
    <p:extLst>
      <p:ext uri="{BB962C8B-B14F-4D97-AF65-F5344CB8AC3E}">
        <p14:creationId xmlns:p14="http://schemas.microsoft.com/office/powerpoint/2010/main" val="176393179"/>
      </p:ext>
    </p:extLst>
  </p:cSld>
  <p:clrMapOvr>
    <a:masterClrMapping/>
  </p:clrMapOvr>
  <p:hf hdr="0"/>
  <p:extLst>
    <p:ext uri="{DCECCB84-F9BA-43D5-87BE-67443E8EF086}">
      <p15:sldGuideLst xmlns:p15="http://schemas.microsoft.com/office/powerpoint/2012/main">
        <p15:guide id="1" pos="1994">
          <p15:clr>
            <a:srgbClr val="FBAE40"/>
          </p15:clr>
        </p15:guide>
        <p15:guide id="2" pos="2108">
          <p15:clr>
            <a:srgbClr val="FBAE40"/>
          </p15:clr>
        </p15:guide>
        <p15:guide id="3" pos="5570">
          <p15:clr>
            <a:srgbClr val="FBAE40"/>
          </p15:clr>
        </p15:guide>
        <p15:guide id="4" pos="5684">
          <p15:clr>
            <a:srgbClr val="FBAE40"/>
          </p15:clr>
        </p15:guide>
        <p15:guide id="5" pos="3782">
          <p15:clr>
            <a:srgbClr val="FBAE40"/>
          </p15:clr>
        </p15:guide>
        <p15:guide id="6" pos="3895">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content split screen">
    <p:spTree>
      <p:nvGrpSpPr>
        <p:cNvPr id="1" name=""/>
        <p:cNvGrpSpPr/>
        <p:nvPr/>
      </p:nvGrpSpPr>
      <p:grpSpPr>
        <a:xfrm>
          <a:off x="0" y="0"/>
          <a:ext cx="0" cy="0"/>
          <a:chOff x="0" y="0"/>
          <a:chExt cx="0" cy="0"/>
        </a:xfrm>
      </p:grpSpPr>
      <p:sp>
        <p:nvSpPr>
          <p:cNvPr id="6" name="Rechteck 5">
            <a:extLst>
              <a:ext uri="{FF2B5EF4-FFF2-40B4-BE49-F238E27FC236}">
                <a16:creationId xmlns:a16="http://schemas.microsoft.com/office/drawing/2014/main" id="{1726D7AD-9E4D-5270-1857-DBD86887CD77}"/>
              </a:ext>
            </a:extLst>
          </p:cNvPr>
          <p:cNvSpPr/>
          <p:nvPr userDrawn="1"/>
        </p:nvSpPr>
        <p:spPr>
          <a:xfrm>
            <a:off x="6183313" y="0"/>
            <a:ext cx="6007099"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de-DE"/>
          </a:p>
        </p:txBody>
      </p:sp>
      <p:sp>
        <p:nvSpPr>
          <p:cNvPr id="2" name="Titelplatzhalter 4">
            <a:extLst>
              <a:ext uri="{FF2B5EF4-FFF2-40B4-BE49-F238E27FC236}">
                <a16:creationId xmlns:a16="http://schemas.microsoft.com/office/drawing/2014/main" id="{BE0DB9A9-269D-1154-374C-163838CCA3F3}"/>
              </a:ext>
            </a:extLst>
          </p:cNvPr>
          <p:cNvSpPr>
            <a:spLocks noGrp="1"/>
          </p:cNvSpPr>
          <p:nvPr>
            <p:ph type="title"/>
          </p:nvPr>
        </p:nvSpPr>
        <p:spPr>
          <a:xfrm>
            <a:off x="514800" y="540000"/>
            <a:ext cx="5492300" cy="817200"/>
          </a:xfrm>
          <a:prstGeom prst="rect">
            <a:avLst/>
          </a:prstGeom>
        </p:spPr>
        <p:txBody>
          <a:bodyPr vert="horz" lIns="0" tIns="0" rIns="0" bIns="0" rtlCol="0" anchor="t" anchorCtr="0">
            <a:noAutofit/>
          </a:bodyPr>
          <a:lstStyle/>
          <a:p>
            <a:r>
              <a:rPr lang="de-DE" dirty="0"/>
              <a:t>Titelmasterformat durch Klicken bearbeiten</a:t>
            </a:r>
          </a:p>
        </p:txBody>
      </p:sp>
      <p:sp>
        <p:nvSpPr>
          <p:cNvPr id="7" name="Inhaltsplatzhalter 13">
            <a:extLst>
              <a:ext uri="{FF2B5EF4-FFF2-40B4-BE49-F238E27FC236}">
                <a16:creationId xmlns:a16="http://schemas.microsoft.com/office/drawing/2014/main" id="{34BFD92E-E553-B8D8-62BC-38D9FC7EDA4B}"/>
              </a:ext>
            </a:extLst>
          </p:cNvPr>
          <p:cNvSpPr>
            <a:spLocks noGrp="1"/>
          </p:cNvSpPr>
          <p:nvPr>
            <p:ph sz="quarter" idx="10"/>
          </p:nvPr>
        </p:nvSpPr>
        <p:spPr>
          <a:xfrm>
            <a:off x="514350" y="2024063"/>
            <a:ext cx="5492750" cy="4176712"/>
          </a:xfrm>
        </p:spPr>
        <p:txBody>
          <a:bodyPr/>
          <a:lstStyle/>
          <a:p>
            <a:pPr lvl="0"/>
            <a:r>
              <a:rPr lang="de-DE" altLang="ko-KR" dirty="0"/>
              <a:t>Mastertextformat bearbeiten</a:t>
            </a:r>
          </a:p>
          <a:p>
            <a:pPr lvl="1"/>
            <a:r>
              <a:rPr lang="de-DE" altLang="ko-KR" dirty="0"/>
              <a:t>Zweite Ebene</a:t>
            </a:r>
          </a:p>
          <a:p>
            <a:pPr lvl="2"/>
            <a:r>
              <a:rPr lang="de-DE" altLang="ko-KR" dirty="0"/>
              <a:t>Dritte Ebene</a:t>
            </a:r>
          </a:p>
          <a:p>
            <a:pPr lvl="3"/>
            <a:r>
              <a:rPr lang="de-DE" altLang="ko-KR" dirty="0"/>
              <a:t>Vierte Ebene</a:t>
            </a:r>
          </a:p>
        </p:txBody>
      </p:sp>
      <p:sp>
        <p:nvSpPr>
          <p:cNvPr id="10" name="Inhaltsplatzhalter 13">
            <a:extLst>
              <a:ext uri="{FF2B5EF4-FFF2-40B4-BE49-F238E27FC236}">
                <a16:creationId xmlns:a16="http://schemas.microsoft.com/office/drawing/2014/main" id="{80D8C90A-F1DB-8304-F000-C06A080C5755}"/>
              </a:ext>
            </a:extLst>
          </p:cNvPr>
          <p:cNvSpPr>
            <a:spLocks noGrp="1"/>
          </p:cNvSpPr>
          <p:nvPr>
            <p:ph sz="quarter" idx="11"/>
          </p:nvPr>
        </p:nvSpPr>
        <p:spPr>
          <a:xfrm>
            <a:off x="6183314" y="479041"/>
            <a:ext cx="5492750" cy="5721734"/>
          </a:xfrm>
        </p:spPr>
        <p:txBody>
          <a:bodyPr/>
          <a:lstStyle/>
          <a:p>
            <a:pPr lvl="0"/>
            <a:r>
              <a:rPr lang="de-DE" altLang="ko-KR" dirty="0"/>
              <a:t>Mastertextformat bearbeiten</a:t>
            </a:r>
          </a:p>
          <a:p>
            <a:pPr lvl="1"/>
            <a:r>
              <a:rPr lang="de-DE" altLang="ko-KR" dirty="0"/>
              <a:t>Zweite Ebene</a:t>
            </a:r>
          </a:p>
          <a:p>
            <a:pPr lvl="2"/>
            <a:r>
              <a:rPr lang="de-DE" altLang="ko-KR" dirty="0"/>
              <a:t>Dritte Ebene</a:t>
            </a:r>
          </a:p>
          <a:p>
            <a:pPr lvl="3"/>
            <a:r>
              <a:rPr lang="de-DE" altLang="ko-KR" dirty="0"/>
              <a:t>Vierte Ebene</a:t>
            </a:r>
          </a:p>
        </p:txBody>
      </p:sp>
      <p:sp>
        <p:nvSpPr>
          <p:cNvPr id="4" name="Datumsplatzhalter 5">
            <a:extLst>
              <a:ext uri="{FF2B5EF4-FFF2-40B4-BE49-F238E27FC236}">
                <a16:creationId xmlns:a16="http://schemas.microsoft.com/office/drawing/2014/main" id="{3F768BE6-42CD-54F8-8A82-DE53A07413A1}"/>
              </a:ext>
            </a:extLst>
          </p:cNvPr>
          <p:cNvSpPr>
            <a:spLocks noGrp="1"/>
          </p:cNvSpPr>
          <p:nvPr>
            <p:ph type="dt" sz="half" idx="2"/>
          </p:nvPr>
        </p:nvSpPr>
        <p:spPr>
          <a:xfrm>
            <a:off x="973097" y="6545435"/>
            <a:ext cx="468126" cy="149589"/>
          </a:xfrm>
          <a:prstGeom prst="rect">
            <a:avLst/>
          </a:prstGeom>
        </p:spPr>
        <p:txBody>
          <a:bodyPr wrap="none" lIns="0" tIns="0" rIns="0" bIns="0" anchor="b"/>
          <a:lstStyle>
            <a:lvl1pPr>
              <a:defRPr sz="800"/>
            </a:lvl1pPr>
          </a:lstStyle>
          <a:p>
            <a:fld id="{65010B03-D230-4701-9F37-B6F131066B93}" type="datetime1">
              <a:rPr lang="de-DE" smtClean="0"/>
              <a:pPr/>
              <a:t>04.03.2026</a:t>
            </a:fld>
            <a:endParaRPr lang="de-DE"/>
          </a:p>
        </p:txBody>
      </p:sp>
      <p:sp>
        <p:nvSpPr>
          <p:cNvPr id="8" name="Fußzeilenplatzhalter 6">
            <a:extLst>
              <a:ext uri="{FF2B5EF4-FFF2-40B4-BE49-F238E27FC236}">
                <a16:creationId xmlns:a16="http://schemas.microsoft.com/office/drawing/2014/main" id="{29CCEF47-6C42-4A8C-99C7-FF830391A8C8}"/>
              </a:ext>
            </a:extLst>
          </p:cNvPr>
          <p:cNvSpPr>
            <a:spLocks noGrp="1"/>
          </p:cNvSpPr>
          <p:nvPr>
            <p:ph type="ftr" sz="quarter" idx="3"/>
          </p:nvPr>
        </p:nvSpPr>
        <p:spPr>
          <a:xfrm>
            <a:off x="1655337" y="6545136"/>
            <a:ext cx="3364269" cy="149589"/>
          </a:xfrm>
          <a:prstGeom prst="rect">
            <a:avLst/>
          </a:prstGeom>
        </p:spPr>
        <p:txBody>
          <a:bodyPr lIns="0" tIns="0" rIns="0" bIns="0" anchor="b"/>
          <a:lstStyle>
            <a:lvl1pPr>
              <a:defRPr sz="800">
                <a:solidFill>
                  <a:srgbClr val="000000"/>
                </a:solidFill>
              </a:defRPr>
            </a:lvl1pPr>
          </a:lstStyle>
          <a:p>
            <a:r>
              <a:rPr lang="de-DE"/>
              <a:t>|  Optionale Zusatzinformationen</a:t>
            </a:r>
          </a:p>
        </p:txBody>
      </p:sp>
      <p:sp>
        <p:nvSpPr>
          <p:cNvPr id="9" name="Foliennummernplatzhalter 7">
            <a:extLst>
              <a:ext uri="{FF2B5EF4-FFF2-40B4-BE49-F238E27FC236}">
                <a16:creationId xmlns:a16="http://schemas.microsoft.com/office/drawing/2014/main" id="{4DDB15C0-A357-3335-528B-44825FA76924}"/>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a:t>
            </a:fld>
            <a:endParaRPr lang="de-DE" dirty="0"/>
          </a:p>
        </p:txBody>
      </p:sp>
      <p:pic>
        <p:nvPicPr>
          <p:cNvPr id="5" name="Graphic 7">
            <a:extLst>
              <a:ext uri="{FF2B5EF4-FFF2-40B4-BE49-F238E27FC236}">
                <a16:creationId xmlns:a16="http://schemas.microsoft.com/office/drawing/2014/main" id="{3DC1FD7C-460A-844D-F1F1-E3A293DDD179}"/>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691813" y="6223000"/>
            <a:ext cx="1498600" cy="635000"/>
          </a:xfrm>
          <a:prstGeom prst="rect">
            <a:avLst/>
          </a:prstGeom>
        </p:spPr>
      </p:pic>
    </p:spTree>
    <p:extLst>
      <p:ext uri="{BB962C8B-B14F-4D97-AF65-F5344CB8AC3E}">
        <p14:creationId xmlns:p14="http://schemas.microsoft.com/office/powerpoint/2010/main" val="2902238376"/>
      </p:ext>
    </p:extLst>
  </p:cSld>
  <p:clrMapOvr>
    <a:masterClrMapping/>
  </p:clrMapOvr>
  <p:hf hdr="0"/>
  <p:extLst>
    <p:ext uri="{DCECCB84-F9BA-43D5-87BE-67443E8EF086}">
      <p15:sldGuideLst xmlns:p15="http://schemas.microsoft.com/office/powerpoint/2012/main">
        <p15:guide id="1" pos="3782">
          <p15:clr>
            <a:srgbClr val="FBAE40"/>
          </p15:clr>
        </p15:guide>
        <p15:guide id="2" pos="3895">
          <p15:clr>
            <a:srgbClr val="FBAE40"/>
          </p15:clr>
        </p15:guide>
        <p15:guide id="3" orient="horz" pos="55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light">
    <p:spTree>
      <p:nvGrpSpPr>
        <p:cNvPr id="1" name=""/>
        <p:cNvGrpSpPr/>
        <p:nvPr/>
      </p:nvGrpSpPr>
      <p:grpSpPr>
        <a:xfrm>
          <a:off x="0" y="0"/>
          <a:ext cx="0" cy="0"/>
          <a:chOff x="0" y="0"/>
          <a:chExt cx="0" cy="0"/>
        </a:xfrm>
      </p:grpSpPr>
      <p:sp>
        <p:nvSpPr>
          <p:cNvPr id="5" name="Titelplatzhalter 4">
            <a:extLst>
              <a:ext uri="{FF2B5EF4-FFF2-40B4-BE49-F238E27FC236}">
                <a16:creationId xmlns:a16="http://schemas.microsoft.com/office/drawing/2014/main" id="{FCA68A79-5F77-ED89-78C7-ED2B9F91B8ED}"/>
              </a:ext>
            </a:extLst>
          </p:cNvPr>
          <p:cNvSpPr>
            <a:spLocks noGrp="1"/>
          </p:cNvSpPr>
          <p:nvPr>
            <p:ph type="title"/>
          </p:nvPr>
        </p:nvSpPr>
        <p:spPr>
          <a:xfrm>
            <a:off x="514800" y="540000"/>
            <a:ext cx="11161263" cy="817200"/>
          </a:xfrm>
          <a:prstGeom prst="rect">
            <a:avLst/>
          </a:prstGeom>
        </p:spPr>
        <p:txBody>
          <a:bodyPr vert="horz" lIns="0" tIns="0" rIns="0" bIns="0" rtlCol="0" anchor="t" anchorCtr="0">
            <a:noAutofit/>
          </a:bodyPr>
          <a:lstStyle/>
          <a:p>
            <a:r>
              <a:rPr lang="de-DE" dirty="0"/>
              <a:t>Titelmasterformat durch Klicken bearbeiten</a:t>
            </a:r>
          </a:p>
        </p:txBody>
      </p:sp>
      <p:sp>
        <p:nvSpPr>
          <p:cNvPr id="2" name="Datumsplatzhalter 5">
            <a:extLst>
              <a:ext uri="{FF2B5EF4-FFF2-40B4-BE49-F238E27FC236}">
                <a16:creationId xmlns:a16="http://schemas.microsoft.com/office/drawing/2014/main" id="{F5C8B0CC-C2BA-742E-B16D-79434EA68D96}"/>
              </a:ext>
            </a:extLst>
          </p:cNvPr>
          <p:cNvSpPr>
            <a:spLocks noGrp="1"/>
          </p:cNvSpPr>
          <p:nvPr>
            <p:ph type="dt" sz="half" idx="2"/>
          </p:nvPr>
        </p:nvSpPr>
        <p:spPr>
          <a:xfrm>
            <a:off x="973097" y="6545435"/>
            <a:ext cx="468126" cy="149589"/>
          </a:xfrm>
          <a:prstGeom prst="rect">
            <a:avLst/>
          </a:prstGeom>
        </p:spPr>
        <p:txBody>
          <a:bodyPr wrap="none" lIns="0" tIns="0" rIns="0" bIns="0" anchor="b"/>
          <a:lstStyle>
            <a:lvl1pPr>
              <a:defRPr sz="800"/>
            </a:lvl1pPr>
          </a:lstStyle>
          <a:p>
            <a:fld id="{65010B03-D230-4701-9F37-B6F131066B93}" type="datetime1">
              <a:rPr lang="de-DE" smtClean="0"/>
              <a:pPr/>
              <a:t>04.03.2026</a:t>
            </a:fld>
            <a:endParaRPr lang="de-DE"/>
          </a:p>
        </p:txBody>
      </p:sp>
      <p:sp>
        <p:nvSpPr>
          <p:cNvPr id="3" name="Fußzeilenplatzhalter 6">
            <a:extLst>
              <a:ext uri="{FF2B5EF4-FFF2-40B4-BE49-F238E27FC236}">
                <a16:creationId xmlns:a16="http://schemas.microsoft.com/office/drawing/2014/main" id="{4B8986AD-DD97-17A4-FEDC-E270A8B0E760}"/>
              </a:ext>
            </a:extLst>
          </p:cNvPr>
          <p:cNvSpPr>
            <a:spLocks noGrp="1"/>
          </p:cNvSpPr>
          <p:nvPr>
            <p:ph type="ftr" sz="quarter" idx="3"/>
          </p:nvPr>
        </p:nvSpPr>
        <p:spPr>
          <a:xfrm>
            <a:off x="1655337" y="6545136"/>
            <a:ext cx="3364269" cy="149589"/>
          </a:xfrm>
          <a:prstGeom prst="rect">
            <a:avLst/>
          </a:prstGeom>
        </p:spPr>
        <p:txBody>
          <a:bodyPr lIns="0" tIns="0" rIns="0" bIns="0" anchor="b"/>
          <a:lstStyle>
            <a:lvl1pPr>
              <a:defRPr sz="800">
                <a:solidFill>
                  <a:srgbClr val="000000"/>
                </a:solidFill>
              </a:defRPr>
            </a:lvl1pPr>
          </a:lstStyle>
          <a:p>
            <a:r>
              <a:rPr lang="de-DE"/>
              <a:t>|  Optionale Zusatzinformationen</a:t>
            </a:r>
          </a:p>
        </p:txBody>
      </p:sp>
      <p:sp>
        <p:nvSpPr>
          <p:cNvPr id="4" name="Foliennummernplatzhalter 7">
            <a:extLst>
              <a:ext uri="{FF2B5EF4-FFF2-40B4-BE49-F238E27FC236}">
                <a16:creationId xmlns:a16="http://schemas.microsoft.com/office/drawing/2014/main" id="{C36AE141-1B90-C8A8-74DE-1CE28AA37B4D}"/>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a:t>
            </a:fld>
            <a:endParaRPr lang="de-DE" dirty="0"/>
          </a:p>
        </p:txBody>
      </p:sp>
    </p:spTree>
    <p:extLst>
      <p:ext uri="{BB962C8B-B14F-4D97-AF65-F5344CB8AC3E}">
        <p14:creationId xmlns:p14="http://schemas.microsoft.com/office/powerpoint/2010/main" val="3420080656"/>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white">
    <p:bg>
      <p:bgPr>
        <a:solidFill>
          <a:schemeClr val="bg1"/>
        </a:solidFill>
        <a:effectLst/>
      </p:bgPr>
    </p:bg>
    <p:spTree>
      <p:nvGrpSpPr>
        <p:cNvPr id="1" name=""/>
        <p:cNvGrpSpPr/>
        <p:nvPr/>
      </p:nvGrpSpPr>
      <p:grpSpPr>
        <a:xfrm>
          <a:off x="0" y="0"/>
          <a:ext cx="0" cy="0"/>
          <a:chOff x="0" y="0"/>
          <a:chExt cx="0" cy="0"/>
        </a:xfrm>
      </p:grpSpPr>
      <p:sp>
        <p:nvSpPr>
          <p:cNvPr id="5" name="Titelplatzhalter 4">
            <a:extLst>
              <a:ext uri="{FF2B5EF4-FFF2-40B4-BE49-F238E27FC236}">
                <a16:creationId xmlns:a16="http://schemas.microsoft.com/office/drawing/2014/main" id="{FCA68A79-5F77-ED89-78C7-ED2B9F91B8ED}"/>
              </a:ext>
            </a:extLst>
          </p:cNvPr>
          <p:cNvSpPr>
            <a:spLocks noGrp="1"/>
          </p:cNvSpPr>
          <p:nvPr>
            <p:ph type="title"/>
          </p:nvPr>
        </p:nvSpPr>
        <p:spPr>
          <a:xfrm>
            <a:off x="514800" y="540000"/>
            <a:ext cx="11161263" cy="817200"/>
          </a:xfrm>
          <a:prstGeom prst="rect">
            <a:avLst/>
          </a:prstGeom>
        </p:spPr>
        <p:txBody>
          <a:bodyPr vert="horz" lIns="0" tIns="0" rIns="0" bIns="0" rtlCol="0" anchor="t" anchorCtr="0">
            <a:noAutofit/>
          </a:bodyPr>
          <a:lstStyle/>
          <a:p>
            <a:r>
              <a:rPr lang="de-DE" dirty="0"/>
              <a:t>Titelmasterformat durch Klicken bearbeiten</a:t>
            </a:r>
          </a:p>
        </p:txBody>
      </p:sp>
      <p:sp>
        <p:nvSpPr>
          <p:cNvPr id="2" name="Datumsplatzhalter 5">
            <a:extLst>
              <a:ext uri="{FF2B5EF4-FFF2-40B4-BE49-F238E27FC236}">
                <a16:creationId xmlns:a16="http://schemas.microsoft.com/office/drawing/2014/main" id="{81A472B8-5968-D156-960E-00ED0B96BBA4}"/>
              </a:ext>
            </a:extLst>
          </p:cNvPr>
          <p:cNvSpPr>
            <a:spLocks noGrp="1"/>
          </p:cNvSpPr>
          <p:nvPr>
            <p:ph type="dt" sz="half" idx="2"/>
          </p:nvPr>
        </p:nvSpPr>
        <p:spPr>
          <a:xfrm>
            <a:off x="973097" y="6545435"/>
            <a:ext cx="468126" cy="149589"/>
          </a:xfrm>
          <a:prstGeom prst="rect">
            <a:avLst/>
          </a:prstGeom>
        </p:spPr>
        <p:txBody>
          <a:bodyPr wrap="none" lIns="0" tIns="0" rIns="0" bIns="0" anchor="b"/>
          <a:lstStyle>
            <a:lvl1pPr>
              <a:defRPr sz="800"/>
            </a:lvl1pPr>
          </a:lstStyle>
          <a:p>
            <a:fld id="{65010B03-D230-4701-9F37-B6F131066B93}" type="datetime1">
              <a:rPr lang="de-DE" smtClean="0"/>
              <a:pPr/>
              <a:t>04.03.2026</a:t>
            </a:fld>
            <a:endParaRPr lang="de-DE"/>
          </a:p>
        </p:txBody>
      </p:sp>
      <p:sp>
        <p:nvSpPr>
          <p:cNvPr id="3" name="Fußzeilenplatzhalter 6">
            <a:extLst>
              <a:ext uri="{FF2B5EF4-FFF2-40B4-BE49-F238E27FC236}">
                <a16:creationId xmlns:a16="http://schemas.microsoft.com/office/drawing/2014/main" id="{C40A597C-90B8-C5FC-4286-0E1287BFC0B5}"/>
              </a:ext>
            </a:extLst>
          </p:cNvPr>
          <p:cNvSpPr>
            <a:spLocks noGrp="1"/>
          </p:cNvSpPr>
          <p:nvPr>
            <p:ph type="ftr" sz="quarter" idx="3"/>
          </p:nvPr>
        </p:nvSpPr>
        <p:spPr>
          <a:xfrm>
            <a:off x="1655337" y="6545136"/>
            <a:ext cx="3364269" cy="149589"/>
          </a:xfrm>
          <a:prstGeom prst="rect">
            <a:avLst/>
          </a:prstGeom>
        </p:spPr>
        <p:txBody>
          <a:bodyPr lIns="0" tIns="0" rIns="0" bIns="0" anchor="b"/>
          <a:lstStyle>
            <a:lvl1pPr>
              <a:defRPr sz="800">
                <a:solidFill>
                  <a:srgbClr val="000000"/>
                </a:solidFill>
              </a:defRPr>
            </a:lvl1pPr>
          </a:lstStyle>
          <a:p>
            <a:r>
              <a:rPr lang="de-DE"/>
              <a:t>|  Optionale Zusatzinformationen</a:t>
            </a:r>
          </a:p>
        </p:txBody>
      </p:sp>
      <p:sp>
        <p:nvSpPr>
          <p:cNvPr id="4" name="Foliennummernplatzhalter 7">
            <a:extLst>
              <a:ext uri="{FF2B5EF4-FFF2-40B4-BE49-F238E27FC236}">
                <a16:creationId xmlns:a16="http://schemas.microsoft.com/office/drawing/2014/main" id="{4AD93F70-399A-99B1-0B0C-543E8DF666B2}"/>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a:t>
            </a:fld>
            <a:endParaRPr lang="de-DE" dirty="0"/>
          </a:p>
        </p:txBody>
      </p:sp>
    </p:spTree>
    <p:extLst>
      <p:ext uri="{BB962C8B-B14F-4D97-AF65-F5344CB8AC3E}">
        <p14:creationId xmlns:p14="http://schemas.microsoft.com/office/powerpoint/2010/main" val="2866856157"/>
      </p:ext>
    </p:extLst>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tle dark">
    <p:bg>
      <p:bgPr>
        <a:solidFill>
          <a:schemeClr val="tx1"/>
        </a:solidFill>
        <a:effectLst/>
      </p:bgPr>
    </p:bg>
    <p:spTree>
      <p:nvGrpSpPr>
        <p:cNvPr id="1" name=""/>
        <p:cNvGrpSpPr/>
        <p:nvPr/>
      </p:nvGrpSpPr>
      <p:grpSpPr>
        <a:xfrm>
          <a:off x="0" y="0"/>
          <a:ext cx="0" cy="0"/>
          <a:chOff x="0" y="0"/>
          <a:chExt cx="0" cy="0"/>
        </a:xfrm>
      </p:grpSpPr>
      <p:sp>
        <p:nvSpPr>
          <p:cNvPr id="5" name="Titelplatzhalter 4">
            <a:extLst>
              <a:ext uri="{FF2B5EF4-FFF2-40B4-BE49-F238E27FC236}">
                <a16:creationId xmlns:a16="http://schemas.microsoft.com/office/drawing/2014/main" id="{FCA68A79-5F77-ED89-78C7-ED2B9F91B8ED}"/>
              </a:ext>
            </a:extLst>
          </p:cNvPr>
          <p:cNvSpPr>
            <a:spLocks noGrp="1"/>
          </p:cNvSpPr>
          <p:nvPr>
            <p:ph type="title"/>
          </p:nvPr>
        </p:nvSpPr>
        <p:spPr>
          <a:xfrm>
            <a:off x="514800" y="540000"/>
            <a:ext cx="11161263" cy="817200"/>
          </a:xfrm>
          <a:prstGeom prst="rect">
            <a:avLst/>
          </a:prstGeom>
        </p:spPr>
        <p:txBody>
          <a:bodyPr vert="horz" lIns="0" tIns="0" rIns="0" bIns="0" rtlCol="0" anchor="t" anchorCtr="0">
            <a:noAutofit/>
          </a:bodyPr>
          <a:lstStyle>
            <a:lvl1pPr>
              <a:defRPr>
                <a:solidFill>
                  <a:schemeClr val="bg1"/>
                </a:solidFill>
              </a:defRPr>
            </a:lvl1pPr>
          </a:lstStyle>
          <a:p>
            <a:r>
              <a:rPr lang="de-DE" dirty="0"/>
              <a:t>Titelmasterformat durch Klicken bearbeiten</a:t>
            </a:r>
          </a:p>
        </p:txBody>
      </p:sp>
      <p:pic>
        <p:nvPicPr>
          <p:cNvPr id="14" name="Graphic 13">
            <a:extLst>
              <a:ext uri="{FF2B5EF4-FFF2-40B4-BE49-F238E27FC236}">
                <a16:creationId xmlns:a16="http://schemas.microsoft.com/office/drawing/2014/main" id="{19585EA4-9E92-DEA7-07DB-424EF20E834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691813" y="6223000"/>
            <a:ext cx="1498600" cy="635000"/>
          </a:xfrm>
          <a:prstGeom prst="rect">
            <a:avLst/>
          </a:prstGeom>
        </p:spPr>
      </p:pic>
      <p:sp>
        <p:nvSpPr>
          <p:cNvPr id="2" name="Datumsplatzhalter 5">
            <a:extLst>
              <a:ext uri="{FF2B5EF4-FFF2-40B4-BE49-F238E27FC236}">
                <a16:creationId xmlns:a16="http://schemas.microsoft.com/office/drawing/2014/main" id="{E410BDC1-280A-DCD5-1A3E-D40E475CE6F4}"/>
              </a:ext>
            </a:extLst>
          </p:cNvPr>
          <p:cNvSpPr>
            <a:spLocks noGrp="1"/>
          </p:cNvSpPr>
          <p:nvPr>
            <p:ph type="dt" sz="half" idx="2"/>
          </p:nvPr>
        </p:nvSpPr>
        <p:spPr>
          <a:xfrm>
            <a:off x="973097" y="6545435"/>
            <a:ext cx="468126" cy="149589"/>
          </a:xfrm>
          <a:prstGeom prst="rect">
            <a:avLst/>
          </a:prstGeom>
        </p:spPr>
        <p:txBody>
          <a:bodyPr wrap="none" lIns="0" tIns="0" rIns="0" bIns="0" anchor="b"/>
          <a:lstStyle>
            <a:lvl1pPr>
              <a:defRPr sz="800">
                <a:solidFill>
                  <a:schemeClr val="bg1"/>
                </a:solidFill>
              </a:defRPr>
            </a:lvl1pPr>
          </a:lstStyle>
          <a:p>
            <a:fld id="{65010B03-D230-4701-9F37-B6F131066B93}" type="datetime1">
              <a:rPr lang="de-DE" smtClean="0"/>
              <a:pPr/>
              <a:t>04.03.2026</a:t>
            </a:fld>
            <a:endParaRPr lang="de-DE"/>
          </a:p>
        </p:txBody>
      </p:sp>
      <p:sp>
        <p:nvSpPr>
          <p:cNvPr id="4" name="Fußzeilenplatzhalter 6">
            <a:extLst>
              <a:ext uri="{FF2B5EF4-FFF2-40B4-BE49-F238E27FC236}">
                <a16:creationId xmlns:a16="http://schemas.microsoft.com/office/drawing/2014/main" id="{F86CDF20-9ECB-FD02-0B2D-73F29DA92D9F}"/>
              </a:ext>
            </a:extLst>
          </p:cNvPr>
          <p:cNvSpPr>
            <a:spLocks noGrp="1"/>
          </p:cNvSpPr>
          <p:nvPr>
            <p:ph type="ftr" sz="quarter" idx="3"/>
          </p:nvPr>
        </p:nvSpPr>
        <p:spPr>
          <a:xfrm>
            <a:off x="1655337" y="6545136"/>
            <a:ext cx="3364269" cy="149589"/>
          </a:xfrm>
          <a:prstGeom prst="rect">
            <a:avLst/>
          </a:prstGeom>
        </p:spPr>
        <p:txBody>
          <a:bodyPr lIns="0" tIns="0" rIns="0" bIns="0" anchor="b"/>
          <a:lstStyle>
            <a:lvl1pPr>
              <a:defRPr sz="800">
                <a:solidFill>
                  <a:schemeClr val="bg1"/>
                </a:solidFill>
              </a:defRPr>
            </a:lvl1pPr>
          </a:lstStyle>
          <a:p>
            <a:r>
              <a:rPr lang="de-DE"/>
              <a:t>|  Optionale Zusatzinformationen</a:t>
            </a:r>
          </a:p>
        </p:txBody>
      </p:sp>
      <p:sp>
        <p:nvSpPr>
          <p:cNvPr id="6" name="Foliennummernplatzhalter 7">
            <a:extLst>
              <a:ext uri="{FF2B5EF4-FFF2-40B4-BE49-F238E27FC236}">
                <a16:creationId xmlns:a16="http://schemas.microsoft.com/office/drawing/2014/main" id="{B43641F9-01B6-B546-05D0-BF2AA5562A41}"/>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solidFill>
                  <a:schemeClr val="bg1"/>
                </a:solidFill>
              </a:defRPr>
            </a:lvl1pPr>
          </a:lstStyle>
          <a:p>
            <a:fld id="{82EA1D04-CA53-4DE3-84A8-2B63E41036C9}" type="slidenum">
              <a:rPr lang="de-DE" smtClean="0"/>
              <a:pPr/>
              <a:t>‹#›</a:t>
            </a:fld>
            <a:endParaRPr lang="de-DE" dirty="0"/>
          </a:p>
        </p:txBody>
      </p:sp>
    </p:spTree>
    <p:extLst>
      <p:ext uri="{BB962C8B-B14F-4D97-AF65-F5344CB8AC3E}">
        <p14:creationId xmlns:p14="http://schemas.microsoft.com/office/powerpoint/2010/main" val="2747633036"/>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page">
    <p:spTree>
      <p:nvGrpSpPr>
        <p:cNvPr id="1" name=""/>
        <p:cNvGrpSpPr/>
        <p:nvPr/>
      </p:nvGrpSpPr>
      <p:grpSpPr>
        <a:xfrm>
          <a:off x="0" y="0"/>
          <a:ext cx="0" cy="0"/>
          <a:chOff x="0" y="0"/>
          <a:chExt cx="0" cy="0"/>
        </a:xfrm>
      </p:grpSpPr>
      <p:sp>
        <p:nvSpPr>
          <p:cNvPr id="2" name="Datumsplatzhalter 5">
            <a:extLst>
              <a:ext uri="{FF2B5EF4-FFF2-40B4-BE49-F238E27FC236}">
                <a16:creationId xmlns:a16="http://schemas.microsoft.com/office/drawing/2014/main" id="{970094A2-3D8B-33BE-952B-44B669D11144}"/>
              </a:ext>
            </a:extLst>
          </p:cNvPr>
          <p:cNvSpPr>
            <a:spLocks noGrp="1"/>
          </p:cNvSpPr>
          <p:nvPr>
            <p:ph type="dt" sz="half" idx="2"/>
          </p:nvPr>
        </p:nvSpPr>
        <p:spPr>
          <a:xfrm>
            <a:off x="973097" y="6545435"/>
            <a:ext cx="468126" cy="149589"/>
          </a:xfrm>
          <a:prstGeom prst="rect">
            <a:avLst/>
          </a:prstGeom>
        </p:spPr>
        <p:txBody>
          <a:bodyPr wrap="none" lIns="0" tIns="0" rIns="0" bIns="0" anchor="b"/>
          <a:lstStyle>
            <a:lvl1pPr>
              <a:defRPr sz="800"/>
            </a:lvl1pPr>
          </a:lstStyle>
          <a:p>
            <a:fld id="{65010B03-D230-4701-9F37-B6F131066B93}" type="datetime1">
              <a:rPr lang="de-DE" smtClean="0"/>
              <a:pPr/>
              <a:t>04.03.2026</a:t>
            </a:fld>
            <a:endParaRPr lang="de-DE"/>
          </a:p>
        </p:txBody>
      </p:sp>
      <p:sp>
        <p:nvSpPr>
          <p:cNvPr id="3" name="Fußzeilenplatzhalter 6">
            <a:extLst>
              <a:ext uri="{FF2B5EF4-FFF2-40B4-BE49-F238E27FC236}">
                <a16:creationId xmlns:a16="http://schemas.microsoft.com/office/drawing/2014/main" id="{15506C25-D723-C050-5701-BB1EFA3A5585}"/>
              </a:ext>
            </a:extLst>
          </p:cNvPr>
          <p:cNvSpPr>
            <a:spLocks noGrp="1"/>
          </p:cNvSpPr>
          <p:nvPr>
            <p:ph type="ftr" sz="quarter" idx="3"/>
          </p:nvPr>
        </p:nvSpPr>
        <p:spPr>
          <a:xfrm>
            <a:off x="1655337" y="6545136"/>
            <a:ext cx="3364269" cy="149589"/>
          </a:xfrm>
          <a:prstGeom prst="rect">
            <a:avLst/>
          </a:prstGeom>
        </p:spPr>
        <p:txBody>
          <a:bodyPr lIns="0" tIns="0" rIns="0" bIns="0" anchor="b"/>
          <a:lstStyle>
            <a:lvl1pPr>
              <a:defRPr sz="800">
                <a:solidFill>
                  <a:srgbClr val="000000"/>
                </a:solidFill>
              </a:defRPr>
            </a:lvl1pPr>
          </a:lstStyle>
          <a:p>
            <a:r>
              <a:rPr lang="de-DE"/>
              <a:t>|  Optionale Zusatzinformationen</a:t>
            </a:r>
          </a:p>
        </p:txBody>
      </p:sp>
      <p:sp>
        <p:nvSpPr>
          <p:cNvPr id="4" name="Foliennummernplatzhalter 7">
            <a:extLst>
              <a:ext uri="{FF2B5EF4-FFF2-40B4-BE49-F238E27FC236}">
                <a16:creationId xmlns:a16="http://schemas.microsoft.com/office/drawing/2014/main" id="{FEF96FA3-F722-80AE-0990-FA18D951DD3E}"/>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a:t>
            </a:fld>
            <a:endParaRPr lang="de-DE" dirty="0"/>
          </a:p>
        </p:txBody>
      </p:sp>
    </p:spTree>
    <p:extLst>
      <p:ext uri="{BB962C8B-B14F-4D97-AF65-F5344CB8AC3E}">
        <p14:creationId xmlns:p14="http://schemas.microsoft.com/office/powerpoint/2010/main" val="1709634020"/>
      </p:ext>
    </p:extLst>
  </p:cSld>
  <p:clrMapOvr>
    <a:masterClrMapping/>
  </p:clrMapOvr>
  <p:hf hdr="0"/>
  <p:extLst>
    <p:ext uri="{DCECCB84-F9BA-43D5-87BE-67443E8EF086}">
      <p15:sldGuideLst xmlns:p15="http://schemas.microsoft.com/office/powerpoint/2012/main">
        <p15:guide id="1" pos="2592">
          <p15:clr>
            <a:srgbClr val="FBAE40"/>
          </p15:clr>
        </p15:guide>
        <p15:guide id="2" pos="5087">
          <p15:clr>
            <a:srgbClr val="FBAE40"/>
          </p15:clr>
        </p15:guide>
        <p15:guide id="3" pos="4973">
          <p15:clr>
            <a:srgbClr val="FBAE40"/>
          </p15:clr>
        </p15:guide>
        <p15:guide id="4" pos="270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elplatzhalter 4">
            <a:extLst>
              <a:ext uri="{FF2B5EF4-FFF2-40B4-BE49-F238E27FC236}">
                <a16:creationId xmlns:a16="http://schemas.microsoft.com/office/drawing/2014/main" id="{BE0DB9A9-269D-1154-374C-163838CCA3F3}"/>
              </a:ext>
            </a:extLst>
          </p:cNvPr>
          <p:cNvSpPr>
            <a:spLocks noGrp="1"/>
          </p:cNvSpPr>
          <p:nvPr>
            <p:ph type="title"/>
          </p:nvPr>
        </p:nvSpPr>
        <p:spPr>
          <a:xfrm>
            <a:off x="514800" y="540000"/>
            <a:ext cx="11161263" cy="817200"/>
          </a:xfrm>
          <a:prstGeom prst="rect">
            <a:avLst/>
          </a:prstGeom>
        </p:spPr>
        <p:txBody>
          <a:bodyPr vert="horz" lIns="0" tIns="0" rIns="0" bIns="0" rtlCol="0" anchor="t" anchorCtr="0">
            <a:noAutofit/>
          </a:bodyPr>
          <a:lstStyle/>
          <a:p>
            <a:r>
              <a:rPr lang="de-DE" dirty="0"/>
              <a:t>Titelmasterformat durch Klicken bearbeiten</a:t>
            </a:r>
          </a:p>
        </p:txBody>
      </p:sp>
      <p:sp>
        <p:nvSpPr>
          <p:cNvPr id="6" name="Datumsplatzhalter 5">
            <a:extLst>
              <a:ext uri="{FF2B5EF4-FFF2-40B4-BE49-F238E27FC236}">
                <a16:creationId xmlns:a16="http://schemas.microsoft.com/office/drawing/2014/main" id="{22B8FA05-0A14-5F56-9E8C-A51FF59E0D54}"/>
              </a:ext>
            </a:extLst>
          </p:cNvPr>
          <p:cNvSpPr>
            <a:spLocks noGrp="1"/>
          </p:cNvSpPr>
          <p:nvPr>
            <p:ph type="dt" sz="half" idx="2"/>
          </p:nvPr>
        </p:nvSpPr>
        <p:spPr>
          <a:xfrm>
            <a:off x="973097" y="6574465"/>
            <a:ext cx="519373" cy="123111"/>
          </a:xfrm>
          <a:prstGeom prst="rect">
            <a:avLst/>
          </a:prstGeom>
        </p:spPr>
        <p:txBody>
          <a:bodyPr wrap="none" lIns="0" tIns="0" rIns="0" bIns="0">
            <a:spAutoFit/>
          </a:bodyPr>
          <a:lstStyle>
            <a:lvl1pPr>
              <a:defRPr sz="800"/>
            </a:lvl1pPr>
          </a:lstStyle>
          <a:p>
            <a:fld id="{65010B03-D230-4701-9F37-B6F131066B93}" type="datetime1">
              <a:rPr lang="de-DE" smtClean="0"/>
              <a:pPr/>
              <a:t>04.03.2026</a:t>
            </a:fld>
            <a:endParaRPr lang="de-DE" dirty="0"/>
          </a:p>
        </p:txBody>
      </p:sp>
      <p:sp>
        <p:nvSpPr>
          <p:cNvPr id="7" name="Fußzeilenplatzhalter 6">
            <a:extLst>
              <a:ext uri="{FF2B5EF4-FFF2-40B4-BE49-F238E27FC236}">
                <a16:creationId xmlns:a16="http://schemas.microsoft.com/office/drawing/2014/main" id="{D09E87DD-ED39-FEEA-C9FE-29767C7650EE}"/>
              </a:ext>
            </a:extLst>
          </p:cNvPr>
          <p:cNvSpPr>
            <a:spLocks noGrp="1"/>
          </p:cNvSpPr>
          <p:nvPr>
            <p:ph type="ftr" sz="quarter" idx="3"/>
          </p:nvPr>
        </p:nvSpPr>
        <p:spPr>
          <a:xfrm>
            <a:off x="1655337" y="6574465"/>
            <a:ext cx="3364269" cy="123111"/>
          </a:xfrm>
          <a:prstGeom prst="rect">
            <a:avLst/>
          </a:prstGeom>
        </p:spPr>
        <p:txBody>
          <a:bodyPr lIns="0" tIns="0" rIns="0" bIns="0">
            <a:spAutoFit/>
          </a:bodyPr>
          <a:lstStyle>
            <a:lvl1pPr>
              <a:defRPr sz="800">
                <a:solidFill>
                  <a:srgbClr val="000000"/>
                </a:solidFill>
              </a:defRPr>
            </a:lvl1pPr>
          </a:lstStyle>
          <a:p>
            <a:r>
              <a:rPr lang="de-DE" dirty="0"/>
              <a:t>|  Optionale Zusatzinformationen</a:t>
            </a:r>
          </a:p>
        </p:txBody>
      </p:sp>
      <p:sp>
        <p:nvSpPr>
          <p:cNvPr id="8" name="Foliennummernplatzhalter 7">
            <a:extLst>
              <a:ext uri="{FF2B5EF4-FFF2-40B4-BE49-F238E27FC236}">
                <a16:creationId xmlns:a16="http://schemas.microsoft.com/office/drawing/2014/main" id="{2AC911AC-CAC6-676E-3C39-98558A2993F8}"/>
              </a:ext>
            </a:extLst>
          </p:cNvPr>
          <p:cNvSpPr>
            <a:spLocks noGrp="1"/>
          </p:cNvSpPr>
          <p:nvPr>
            <p:ph type="sldNum" sz="quarter" idx="4"/>
          </p:nvPr>
        </p:nvSpPr>
        <p:spPr>
          <a:xfrm>
            <a:off x="514350" y="6574465"/>
            <a:ext cx="384217" cy="123111"/>
          </a:xfrm>
          <a:prstGeom prst="rect">
            <a:avLst/>
          </a:prstGeom>
        </p:spPr>
        <p:txBody>
          <a:bodyPr lIns="0" tIns="0" rIns="0" bIns="0">
            <a:spAutoFit/>
          </a:bodyPr>
          <a:lstStyle>
            <a:lvl1pPr>
              <a:defRPr sz="800" b="1"/>
            </a:lvl1pPr>
          </a:lstStyle>
          <a:p>
            <a:fld id="{82EA1D04-CA53-4DE3-84A8-2B63E41036C9}" type="slidenum">
              <a:rPr lang="de-DE" smtClean="0"/>
              <a:pPr/>
              <a:t>‹#›</a:t>
            </a:fld>
            <a:endParaRPr lang="de-DE" dirty="0"/>
          </a:p>
        </p:txBody>
      </p:sp>
      <p:sp>
        <p:nvSpPr>
          <p:cNvPr id="3" name="Inhaltsplatzhalter 13">
            <a:extLst>
              <a:ext uri="{FF2B5EF4-FFF2-40B4-BE49-F238E27FC236}">
                <a16:creationId xmlns:a16="http://schemas.microsoft.com/office/drawing/2014/main" id="{52F5DDF3-53C8-E1A1-2536-488FE6973A70}"/>
              </a:ext>
            </a:extLst>
          </p:cNvPr>
          <p:cNvSpPr>
            <a:spLocks noGrp="1"/>
          </p:cNvSpPr>
          <p:nvPr>
            <p:ph sz="quarter" idx="10"/>
          </p:nvPr>
        </p:nvSpPr>
        <p:spPr>
          <a:xfrm>
            <a:off x="514350" y="1962071"/>
            <a:ext cx="11161713" cy="4238704"/>
          </a:xfrm>
        </p:spPr>
        <p:txBody>
          <a:bodyPr/>
          <a:lstStyle/>
          <a:p>
            <a:pPr lvl="0"/>
            <a:r>
              <a:rPr lang="de-DE" altLang="ko-KR" dirty="0"/>
              <a:t>Mastertextformat bearbeiten</a:t>
            </a:r>
          </a:p>
          <a:p>
            <a:pPr lvl="1"/>
            <a:r>
              <a:rPr lang="de-DE" altLang="ko-KR" dirty="0"/>
              <a:t>Zweite Ebene</a:t>
            </a:r>
          </a:p>
          <a:p>
            <a:pPr lvl="2"/>
            <a:r>
              <a:rPr lang="de-DE" altLang="ko-KR" dirty="0"/>
              <a:t>Dritte Ebene</a:t>
            </a:r>
          </a:p>
          <a:p>
            <a:pPr lvl="3"/>
            <a:r>
              <a:rPr lang="de-DE" altLang="ko-KR" dirty="0"/>
              <a:t>Vierte Ebene</a:t>
            </a:r>
          </a:p>
        </p:txBody>
      </p:sp>
    </p:spTree>
    <p:extLst>
      <p:ext uri="{BB962C8B-B14F-4D97-AF65-F5344CB8AC3E}">
        <p14:creationId xmlns:p14="http://schemas.microsoft.com/office/powerpoint/2010/main" val="4266954730"/>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2-column">
    <p:spTree>
      <p:nvGrpSpPr>
        <p:cNvPr id="1" name=""/>
        <p:cNvGrpSpPr/>
        <p:nvPr/>
      </p:nvGrpSpPr>
      <p:grpSpPr>
        <a:xfrm>
          <a:off x="0" y="0"/>
          <a:ext cx="0" cy="0"/>
          <a:chOff x="0" y="0"/>
          <a:chExt cx="0" cy="0"/>
        </a:xfrm>
      </p:grpSpPr>
      <p:sp>
        <p:nvSpPr>
          <p:cNvPr id="2" name="Titelplatzhalter 4">
            <a:extLst>
              <a:ext uri="{FF2B5EF4-FFF2-40B4-BE49-F238E27FC236}">
                <a16:creationId xmlns:a16="http://schemas.microsoft.com/office/drawing/2014/main" id="{BE0DB9A9-269D-1154-374C-163838CCA3F3}"/>
              </a:ext>
            </a:extLst>
          </p:cNvPr>
          <p:cNvSpPr>
            <a:spLocks noGrp="1"/>
          </p:cNvSpPr>
          <p:nvPr>
            <p:ph type="title"/>
          </p:nvPr>
        </p:nvSpPr>
        <p:spPr>
          <a:xfrm>
            <a:off x="514800" y="540000"/>
            <a:ext cx="11161263" cy="817200"/>
          </a:xfrm>
          <a:prstGeom prst="rect">
            <a:avLst/>
          </a:prstGeom>
        </p:spPr>
        <p:txBody>
          <a:bodyPr vert="horz" lIns="0" tIns="0" rIns="0" bIns="0" rtlCol="0" anchor="t" anchorCtr="0">
            <a:noAutofit/>
          </a:bodyPr>
          <a:lstStyle/>
          <a:p>
            <a:r>
              <a:rPr lang="de-DE" dirty="0"/>
              <a:t>Titelmasterformat durch Klicken bearbeiten</a:t>
            </a:r>
          </a:p>
        </p:txBody>
      </p:sp>
      <p:sp>
        <p:nvSpPr>
          <p:cNvPr id="6" name="Datumsplatzhalter 5">
            <a:extLst>
              <a:ext uri="{FF2B5EF4-FFF2-40B4-BE49-F238E27FC236}">
                <a16:creationId xmlns:a16="http://schemas.microsoft.com/office/drawing/2014/main" id="{64C2BEBB-6A5A-5596-AE96-22D6ADDC1EED}"/>
              </a:ext>
            </a:extLst>
          </p:cNvPr>
          <p:cNvSpPr>
            <a:spLocks noGrp="1"/>
          </p:cNvSpPr>
          <p:nvPr>
            <p:ph type="dt" sz="half" idx="2"/>
          </p:nvPr>
        </p:nvSpPr>
        <p:spPr>
          <a:xfrm>
            <a:off x="973097" y="6574465"/>
            <a:ext cx="519373" cy="123111"/>
          </a:xfrm>
          <a:prstGeom prst="rect">
            <a:avLst/>
          </a:prstGeom>
        </p:spPr>
        <p:txBody>
          <a:bodyPr wrap="none" lIns="0" tIns="0" rIns="0" bIns="0">
            <a:spAutoFit/>
          </a:bodyPr>
          <a:lstStyle>
            <a:lvl1pPr>
              <a:defRPr sz="800"/>
            </a:lvl1pPr>
          </a:lstStyle>
          <a:p>
            <a:fld id="{65010B03-D230-4701-9F37-B6F131066B93}" type="datetime1">
              <a:rPr lang="de-DE" smtClean="0"/>
              <a:pPr/>
              <a:t>04.03.2026</a:t>
            </a:fld>
            <a:endParaRPr lang="de-DE" dirty="0"/>
          </a:p>
        </p:txBody>
      </p:sp>
      <p:sp>
        <p:nvSpPr>
          <p:cNvPr id="8" name="Fußzeilenplatzhalter 6">
            <a:extLst>
              <a:ext uri="{FF2B5EF4-FFF2-40B4-BE49-F238E27FC236}">
                <a16:creationId xmlns:a16="http://schemas.microsoft.com/office/drawing/2014/main" id="{70D23B18-6E26-9B06-2908-33F7553F12E8}"/>
              </a:ext>
            </a:extLst>
          </p:cNvPr>
          <p:cNvSpPr>
            <a:spLocks noGrp="1"/>
          </p:cNvSpPr>
          <p:nvPr>
            <p:ph type="ftr" sz="quarter" idx="3"/>
          </p:nvPr>
        </p:nvSpPr>
        <p:spPr>
          <a:xfrm>
            <a:off x="1655337" y="6574465"/>
            <a:ext cx="3364269" cy="123111"/>
          </a:xfrm>
          <a:prstGeom prst="rect">
            <a:avLst/>
          </a:prstGeom>
        </p:spPr>
        <p:txBody>
          <a:bodyPr lIns="0" tIns="0" rIns="0" bIns="0">
            <a:spAutoFit/>
          </a:bodyPr>
          <a:lstStyle>
            <a:lvl1pPr>
              <a:defRPr sz="800">
                <a:solidFill>
                  <a:srgbClr val="000000"/>
                </a:solidFill>
              </a:defRPr>
            </a:lvl1pPr>
          </a:lstStyle>
          <a:p>
            <a:r>
              <a:rPr lang="de-DE" dirty="0"/>
              <a:t>|  Optionale Zusatzinformationen</a:t>
            </a:r>
          </a:p>
        </p:txBody>
      </p:sp>
      <p:sp>
        <p:nvSpPr>
          <p:cNvPr id="10" name="Foliennummernplatzhalter 7">
            <a:extLst>
              <a:ext uri="{FF2B5EF4-FFF2-40B4-BE49-F238E27FC236}">
                <a16:creationId xmlns:a16="http://schemas.microsoft.com/office/drawing/2014/main" id="{67FC4BA5-D575-380C-6BEF-21D482A65ED1}"/>
              </a:ext>
            </a:extLst>
          </p:cNvPr>
          <p:cNvSpPr>
            <a:spLocks noGrp="1"/>
          </p:cNvSpPr>
          <p:nvPr>
            <p:ph type="sldNum" sz="quarter" idx="4"/>
          </p:nvPr>
        </p:nvSpPr>
        <p:spPr>
          <a:xfrm>
            <a:off x="514350" y="6574465"/>
            <a:ext cx="384217" cy="123111"/>
          </a:xfrm>
          <a:prstGeom prst="rect">
            <a:avLst/>
          </a:prstGeom>
        </p:spPr>
        <p:txBody>
          <a:bodyPr lIns="0" tIns="0" rIns="0" bIns="0">
            <a:spAutoFit/>
          </a:bodyPr>
          <a:lstStyle>
            <a:lvl1pPr>
              <a:defRPr sz="800" b="1"/>
            </a:lvl1pPr>
          </a:lstStyle>
          <a:p>
            <a:fld id="{82EA1D04-CA53-4DE3-84A8-2B63E41036C9}" type="slidenum">
              <a:rPr lang="de-DE" smtClean="0"/>
              <a:pPr/>
              <a:t>‹#›</a:t>
            </a:fld>
            <a:endParaRPr lang="de-DE" dirty="0"/>
          </a:p>
        </p:txBody>
      </p:sp>
      <p:sp>
        <p:nvSpPr>
          <p:cNvPr id="5" name="Inhaltsplatzhalter 13">
            <a:extLst>
              <a:ext uri="{FF2B5EF4-FFF2-40B4-BE49-F238E27FC236}">
                <a16:creationId xmlns:a16="http://schemas.microsoft.com/office/drawing/2014/main" id="{D58B48A9-3C0B-D7B4-50A9-3ED0176E7F6C}"/>
              </a:ext>
            </a:extLst>
          </p:cNvPr>
          <p:cNvSpPr>
            <a:spLocks noGrp="1"/>
          </p:cNvSpPr>
          <p:nvPr>
            <p:ph sz="quarter" idx="10"/>
          </p:nvPr>
        </p:nvSpPr>
        <p:spPr>
          <a:xfrm>
            <a:off x="514349" y="1962071"/>
            <a:ext cx="5492751" cy="4238704"/>
          </a:xfrm>
        </p:spPr>
        <p:txBody>
          <a:bodyPr/>
          <a:lstStyle/>
          <a:p>
            <a:pPr lvl="0"/>
            <a:r>
              <a:rPr lang="de-DE" altLang="ko-KR" dirty="0"/>
              <a:t>Mastertextformat bearbeiten</a:t>
            </a:r>
          </a:p>
          <a:p>
            <a:pPr lvl="1"/>
            <a:r>
              <a:rPr lang="de-DE" altLang="ko-KR" dirty="0"/>
              <a:t>Zweite Ebene</a:t>
            </a:r>
          </a:p>
          <a:p>
            <a:pPr lvl="2"/>
            <a:r>
              <a:rPr lang="de-DE" altLang="ko-KR" dirty="0"/>
              <a:t>Dritte Ebene</a:t>
            </a:r>
          </a:p>
          <a:p>
            <a:pPr lvl="3"/>
            <a:r>
              <a:rPr lang="de-DE" altLang="ko-KR" dirty="0"/>
              <a:t>Vierte Ebene</a:t>
            </a:r>
          </a:p>
        </p:txBody>
      </p:sp>
      <p:sp>
        <p:nvSpPr>
          <p:cNvPr id="7" name="Inhaltsplatzhalter 13">
            <a:extLst>
              <a:ext uri="{FF2B5EF4-FFF2-40B4-BE49-F238E27FC236}">
                <a16:creationId xmlns:a16="http://schemas.microsoft.com/office/drawing/2014/main" id="{344CFA20-DCC8-CC57-8C9C-5BD1753CD585}"/>
              </a:ext>
            </a:extLst>
          </p:cNvPr>
          <p:cNvSpPr>
            <a:spLocks noGrp="1"/>
          </p:cNvSpPr>
          <p:nvPr>
            <p:ph sz="quarter" idx="11"/>
          </p:nvPr>
        </p:nvSpPr>
        <p:spPr>
          <a:xfrm>
            <a:off x="6188075" y="1962071"/>
            <a:ext cx="5487989" cy="4238704"/>
          </a:xfrm>
        </p:spPr>
        <p:txBody>
          <a:bodyPr/>
          <a:lstStyle/>
          <a:p>
            <a:pPr lvl="0"/>
            <a:r>
              <a:rPr lang="de-DE" altLang="ko-KR" dirty="0"/>
              <a:t>Mastertextformat bearbeiten</a:t>
            </a:r>
          </a:p>
          <a:p>
            <a:pPr lvl="1"/>
            <a:r>
              <a:rPr lang="de-DE" altLang="ko-KR" dirty="0"/>
              <a:t>Zweite Ebene</a:t>
            </a:r>
          </a:p>
          <a:p>
            <a:pPr lvl="2"/>
            <a:r>
              <a:rPr lang="de-DE" altLang="ko-KR" dirty="0"/>
              <a:t>Dritte Ebene</a:t>
            </a:r>
          </a:p>
          <a:p>
            <a:pPr lvl="3"/>
            <a:r>
              <a:rPr lang="de-DE" altLang="ko-KR" dirty="0"/>
              <a:t>Vierte Ebene</a:t>
            </a:r>
          </a:p>
        </p:txBody>
      </p:sp>
    </p:spTree>
    <p:extLst>
      <p:ext uri="{BB962C8B-B14F-4D97-AF65-F5344CB8AC3E}">
        <p14:creationId xmlns:p14="http://schemas.microsoft.com/office/powerpoint/2010/main" val="910293123"/>
      </p:ext>
    </p:extLst>
  </p:cSld>
  <p:clrMapOvr>
    <a:masterClrMapping/>
  </p:clrMapOvr>
  <p:hf hdr="0"/>
  <p:extLst>
    <p:ext uri="{DCECCB84-F9BA-43D5-87BE-67443E8EF086}">
      <p15:sldGuideLst xmlns:p15="http://schemas.microsoft.com/office/powerpoint/2012/main">
        <p15:guide id="1" pos="3782" userDrawn="1">
          <p15:clr>
            <a:srgbClr val="FBAE40"/>
          </p15:clr>
        </p15:guide>
        <p15:guide id="2" pos="3896" userDrawn="1">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content 3-column">
    <p:spTree>
      <p:nvGrpSpPr>
        <p:cNvPr id="1" name=""/>
        <p:cNvGrpSpPr/>
        <p:nvPr/>
      </p:nvGrpSpPr>
      <p:grpSpPr>
        <a:xfrm>
          <a:off x="0" y="0"/>
          <a:ext cx="0" cy="0"/>
          <a:chOff x="0" y="0"/>
          <a:chExt cx="0" cy="0"/>
        </a:xfrm>
      </p:grpSpPr>
      <p:sp>
        <p:nvSpPr>
          <p:cNvPr id="2" name="Titelplatzhalter 4">
            <a:extLst>
              <a:ext uri="{FF2B5EF4-FFF2-40B4-BE49-F238E27FC236}">
                <a16:creationId xmlns:a16="http://schemas.microsoft.com/office/drawing/2014/main" id="{BE0DB9A9-269D-1154-374C-163838CCA3F3}"/>
              </a:ext>
            </a:extLst>
          </p:cNvPr>
          <p:cNvSpPr>
            <a:spLocks noGrp="1"/>
          </p:cNvSpPr>
          <p:nvPr>
            <p:ph type="title"/>
          </p:nvPr>
        </p:nvSpPr>
        <p:spPr>
          <a:xfrm>
            <a:off x="514800" y="540000"/>
            <a:ext cx="11161263" cy="817200"/>
          </a:xfrm>
          <a:prstGeom prst="rect">
            <a:avLst/>
          </a:prstGeom>
        </p:spPr>
        <p:txBody>
          <a:bodyPr vert="horz" lIns="0" tIns="0" rIns="0" bIns="0" rtlCol="0" anchor="t" anchorCtr="0">
            <a:noAutofit/>
          </a:bodyPr>
          <a:lstStyle/>
          <a:p>
            <a:r>
              <a:rPr lang="de-DE" dirty="0"/>
              <a:t>Titelmasterformat durch Klicken bearbeiten</a:t>
            </a:r>
          </a:p>
        </p:txBody>
      </p:sp>
      <p:sp>
        <p:nvSpPr>
          <p:cNvPr id="6" name="Datumsplatzhalter 5">
            <a:extLst>
              <a:ext uri="{FF2B5EF4-FFF2-40B4-BE49-F238E27FC236}">
                <a16:creationId xmlns:a16="http://schemas.microsoft.com/office/drawing/2014/main" id="{D0CD7E1A-9A3E-BCBC-3B0C-31083D76C591}"/>
              </a:ext>
            </a:extLst>
          </p:cNvPr>
          <p:cNvSpPr>
            <a:spLocks noGrp="1"/>
          </p:cNvSpPr>
          <p:nvPr>
            <p:ph type="dt" sz="half" idx="2"/>
          </p:nvPr>
        </p:nvSpPr>
        <p:spPr>
          <a:xfrm>
            <a:off x="973097" y="6574465"/>
            <a:ext cx="519373" cy="123111"/>
          </a:xfrm>
          <a:prstGeom prst="rect">
            <a:avLst/>
          </a:prstGeom>
        </p:spPr>
        <p:txBody>
          <a:bodyPr wrap="none" lIns="0" tIns="0" rIns="0" bIns="0">
            <a:spAutoFit/>
          </a:bodyPr>
          <a:lstStyle>
            <a:lvl1pPr>
              <a:defRPr sz="800"/>
            </a:lvl1pPr>
          </a:lstStyle>
          <a:p>
            <a:fld id="{65010B03-D230-4701-9F37-B6F131066B93}" type="datetime1">
              <a:rPr lang="de-DE" smtClean="0"/>
              <a:pPr/>
              <a:t>04.03.2026</a:t>
            </a:fld>
            <a:endParaRPr lang="de-DE" dirty="0"/>
          </a:p>
        </p:txBody>
      </p:sp>
      <p:sp>
        <p:nvSpPr>
          <p:cNvPr id="7" name="Fußzeilenplatzhalter 6">
            <a:extLst>
              <a:ext uri="{FF2B5EF4-FFF2-40B4-BE49-F238E27FC236}">
                <a16:creationId xmlns:a16="http://schemas.microsoft.com/office/drawing/2014/main" id="{071520EF-BF4E-8126-AF07-5836591E06C4}"/>
              </a:ext>
            </a:extLst>
          </p:cNvPr>
          <p:cNvSpPr>
            <a:spLocks noGrp="1"/>
          </p:cNvSpPr>
          <p:nvPr>
            <p:ph type="ftr" sz="quarter" idx="3"/>
          </p:nvPr>
        </p:nvSpPr>
        <p:spPr>
          <a:xfrm>
            <a:off x="1655337" y="6574465"/>
            <a:ext cx="3364269" cy="123111"/>
          </a:xfrm>
          <a:prstGeom prst="rect">
            <a:avLst/>
          </a:prstGeom>
        </p:spPr>
        <p:txBody>
          <a:bodyPr lIns="0" tIns="0" rIns="0" bIns="0">
            <a:spAutoFit/>
          </a:bodyPr>
          <a:lstStyle>
            <a:lvl1pPr>
              <a:defRPr sz="800">
                <a:solidFill>
                  <a:srgbClr val="000000"/>
                </a:solidFill>
              </a:defRPr>
            </a:lvl1pPr>
          </a:lstStyle>
          <a:p>
            <a:r>
              <a:rPr lang="de-DE" dirty="0"/>
              <a:t>|  Optionale Zusatzinformationen</a:t>
            </a:r>
          </a:p>
        </p:txBody>
      </p:sp>
      <p:sp>
        <p:nvSpPr>
          <p:cNvPr id="8" name="Foliennummernplatzhalter 7">
            <a:extLst>
              <a:ext uri="{FF2B5EF4-FFF2-40B4-BE49-F238E27FC236}">
                <a16:creationId xmlns:a16="http://schemas.microsoft.com/office/drawing/2014/main" id="{7546B035-A572-EEB5-E484-3E454B5D23DC}"/>
              </a:ext>
            </a:extLst>
          </p:cNvPr>
          <p:cNvSpPr>
            <a:spLocks noGrp="1"/>
          </p:cNvSpPr>
          <p:nvPr>
            <p:ph type="sldNum" sz="quarter" idx="4"/>
          </p:nvPr>
        </p:nvSpPr>
        <p:spPr>
          <a:xfrm>
            <a:off x="514350" y="6574465"/>
            <a:ext cx="384217" cy="123111"/>
          </a:xfrm>
          <a:prstGeom prst="rect">
            <a:avLst/>
          </a:prstGeom>
        </p:spPr>
        <p:txBody>
          <a:bodyPr lIns="0" tIns="0" rIns="0" bIns="0">
            <a:spAutoFit/>
          </a:bodyPr>
          <a:lstStyle>
            <a:lvl1pPr>
              <a:defRPr sz="800" b="1"/>
            </a:lvl1pPr>
          </a:lstStyle>
          <a:p>
            <a:fld id="{82EA1D04-CA53-4DE3-84A8-2B63E41036C9}" type="slidenum">
              <a:rPr lang="de-DE" smtClean="0"/>
              <a:pPr/>
              <a:t>‹#›</a:t>
            </a:fld>
            <a:endParaRPr lang="de-DE" dirty="0"/>
          </a:p>
        </p:txBody>
      </p:sp>
      <p:sp>
        <p:nvSpPr>
          <p:cNvPr id="3" name="Inhaltsplatzhalter 13">
            <a:extLst>
              <a:ext uri="{FF2B5EF4-FFF2-40B4-BE49-F238E27FC236}">
                <a16:creationId xmlns:a16="http://schemas.microsoft.com/office/drawing/2014/main" id="{4F58C2C2-A2B3-ACDB-7F86-4AD6B38220B6}"/>
              </a:ext>
            </a:extLst>
          </p:cNvPr>
          <p:cNvSpPr>
            <a:spLocks noGrp="1"/>
          </p:cNvSpPr>
          <p:nvPr>
            <p:ph sz="quarter" idx="11"/>
          </p:nvPr>
        </p:nvSpPr>
        <p:spPr>
          <a:xfrm>
            <a:off x="514351" y="1962071"/>
            <a:ext cx="3600450" cy="4238704"/>
          </a:xfrm>
        </p:spPr>
        <p:txBody>
          <a:bodyPr/>
          <a:lstStyle/>
          <a:p>
            <a:pPr lvl="0"/>
            <a:r>
              <a:rPr lang="de-DE" altLang="ko-KR" dirty="0"/>
              <a:t>Mastertextformat bearbeiten</a:t>
            </a:r>
          </a:p>
          <a:p>
            <a:pPr lvl="1"/>
            <a:r>
              <a:rPr lang="de-DE" altLang="ko-KR" dirty="0"/>
              <a:t>Zweite Ebene</a:t>
            </a:r>
          </a:p>
          <a:p>
            <a:pPr lvl="2"/>
            <a:r>
              <a:rPr lang="de-DE" altLang="ko-KR" dirty="0"/>
              <a:t>Dritte Ebene</a:t>
            </a:r>
          </a:p>
          <a:p>
            <a:pPr lvl="3"/>
            <a:r>
              <a:rPr lang="de-DE" altLang="ko-KR" dirty="0"/>
              <a:t>Vierte Ebene</a:t>
            </a:r>
          </a:p>
        </p:txBody>
      </p:sp>
      <p:sp>
        <p:nvSpPr>
          <p:cNvPr id="4" name="Inhaltsplatzhalter 13">
            <a:extLst>
              <a:ext uri="{FF2B5EF4-FFF2-40B4-BE49-F238E27FC236}">
                <a16:creationId xmlns:a16="http://schemas.microsoft.com/office/drawing/2014/main" id="{B6EBC1AA-CF04-0352-18EC-8E239FE797B8}"/>
              </a:ext>
            </a:extLst>
          </p:cNvPr>
          <p:cNvSpPr>
            <a:spLocks noGrp="1"/>
          </p:cNvSpPr>
          <p:nvPr>
            <p:ph sz="quarter" idx="12"/>
          </p:nvPr>
        </p:nvSpPr>
        <p:spPr>
          <a:xfrm>
            <a:off x="4295775" y="1962071"/>
            <a:ext cx="3600450" cy="4238704"/>
          </a:xfrm>
        </p:spPr>
        <p:txBody>
          <a:bodyPr/>
          <a:lstStyle/>
          <a:p>
            <a:pPr lvl="0"/>
            <a:r>
              <a:rPr lang="de-DE" altLang="ko-KR" dirty="0"/>
              <a:t>Mastertextformat bearbeiten</a:t>
            </a:r>
          </a:p>
          <a:p>
            <a:pPr lvl="1"/>
            <a:r>
              <a:rPr lang="de-DE" altLang="ko-KR" dirty="0"/>
              <a:t>Zweite Ebene</a:t>
            </a:r>
          </a:p>
          <a:p>
            <a:pPr lvl="2"/>
            <a:r>
              <a:rPr lang="de-DE" altLang="ko-KR" dirty="0"/>
              <a:t>Dritte Ebene</a:t>
            </a:r>
          </a:p>
          <a:p>
            <a:pPr lvl="3"/>
            <a:r>
              <a:rPr lang="de-DE" altLang="ko-KR" dirty="0"/>
              <a:t>Vierte Ebene</a:t>
            </a:r>
          </a:p>
        </p:txBody>
      </p:sp>
      <p:sp>
        <p:nvSpPr>
          <p:cNvPr id="5" name="Inhaltsplatzhalter 13">
            <a:extLst>
              <a:ext uri="{FF2B5EF4-FFF2-40B4-BE49-F238E27FC236}">
                <a16:creationId xmlns:a16="http://schemas.microsoft.com/office/drawing/2014/main" id="{A76E6AF3-9FAE-C58A-B39E-68DFF7D7B61D}"/>
              </a:ext>
            </a:extLst>
          </p:cNvPr>
          <p:cNvSpPr>
            <a:spLocks noGrp="1"/>
          </p:cNvSpPr>
          <p:nvPr>
            <p:ph sz="quarter" idx="13"/>
          </p:nvPr>
        </p:nvSpPr>
        <p:spPr>
          <a:xfrm>
            <a:off x="8075613" y="1962071"/>
            <a:ext cx="3600450" cy="4238704"/>
          </a:xfrm>
        </p:spPr>
        <p:txBody>
          <a:bodyPr/>
          <a:lstStyle/>
          <a:p>
            <a:pPr lvl="0"/>
            <a:r>
              <a:rPr lang="de-DE" altLang="ko-KR" dirty="0"/>
              <a:t>Mastertextformat bearbeiten</a:t>
            </a:r>
          </a:p>
          <a:p>
            <a:pPr lvl="1"/>
            <a:r>
              <a:rPr lang="de-DE" altLang="ko-KR" dirty="0"/>
              <a:t>Zweite Ebene</a:t>
            </a:r>
          </a:p>
          <a:p>
            <a:pPr lvl="2"/>
            <a:r>
              <a:rPr lang="de-DE" altLang="ko-KR" dirty="0"/>
              <a:t>Dritte Ebene</a:t>
            </a:r>
          </a:p>
          <a:p>
            <a:pPr lvl="3"/>
            <a:r>
              <a:rPr lang="de-DE" altLang="ko-KR" dirty="0"/>
              <a:t>Vierte Ebene</a:t>
            </a:r>
          </a:p>
        </p:txBody>
      </p:sp>
    </p:spTree>
    <p:extLst>
      <p:ext uri="{BB962C8B-B14F-4D97-AF65-F5344CB8AC3E}">
        <p14:creationId xmlns:p14="http://schemas.microsoft.com/office/powerpoint/2010/main" val="2227172563"/>
      </p:ext>
    </p:extLst>
  </p:cSld>
  <p:clrMapOvr>
    <a:masterClrMapping/>
  </p:clrMapOvr>
  <p:hf hdr="0"/>
  <p:extLst>
    <p:ext uri="{DCECCB84-F9BA-43D5-87BE-67443E8EF086}">
      <p15:sldGuideLst xmlns:p15="http://schemas.microsoft.com/office/powerpoint/2012/main">
        <p15:guide id="1" pos="2592">
          <p15:clr>
            <a:srgbClr val="FBAE40"/>
          </p15:clr>
        </p15:guide>
        <p15:guide id="2" pos="2706">
          <p15:clr>
            <a:srgbClr val="FBAE40"/>
          </p15:clr>
        </p15:guide>
        <p15:guide id="3" pos="4973">
          <p15:clr>
            <a:srgbClr val="FBAE40"/>
          </p15:clr>
        </p15:guide>
        <p15:guide id="4" pos="5087">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content 4-column">
    <p:spTree>
      <p:nvGrpSpPr>
        <p:cNvPr id="1" name=""/>
        <p:cNvGrpSpPr/>
        <p:nvPr/>
      </p:nvGrpSpPr>
      <p:grpSpPr>
        <a:xfrm>
          <a:off x="0" y="0"/>
          <a:ext cx="0" cy="0"/>
          <a:chOff x="0" y="0"/>
          <a:chExt cx="0" cy="0"/>
        </a:xfrm>
      </p:grpSpPr>
      <p:sp>
        <p:nvSpPr>
          <p:cNvPr id="2" name="Titelplatzhalter 4">
            <a:extLst>
              <a:ext uri="{FF2B5EF4-FFF2-40B4-BE49-F238E27FC236}">
                <a16:creationId xmlns:a16="http://schemas.microsoft.com/office/drawing/2014/main" id="{BE0DB9A9-269D-1154-374C-163838CCA3F3}"/>
              </a:ext>
            </a:extLst>
          </p:cNvPr>
          <p:cNvSpPr>
            <a:spLocks noGrp="1"/>
          </p:cNvSpPr>
          <p:nvPr>
            <p:ph type="title"/>
          </p:nvPr>
        </p:nvSpPr>
        <p:spPr>
          <a:xfrm>
            <a:off x="514800" y="540000"/>
            <a:ext cx="11161263" cy="817200"/>
          </a:xfrm>
          <a:prstGeom prst="rect">
            <a:avLst/>
          </a:prstGeom>
        </p:spPr>
        <p:txBody>
          <a:bodyPr vert="horz" lIns="0" tIns="0" rIns="0" bIns="0" rtlCol="0" anchor="t" anchorCtr="0">
            <a:noAutofit/>
          </a:bodyPr>
          <a:lstStyle/>
          <a:p>
            <a:r>
              <a:rPr lang="de-DE" dirty="0"/>
              <a:t>Titelmasterformat durch Klicken bearbeiten</a:t>
            </a:r>
          </a:p>
        </p:txBody>
      </p:sp>
      <p:sp>
        <p:nvSpPr>
          <p:cNvPr id="6" name="Datumsplatzhalter 5">
            <a:extLst>
              <a:ext uri="{FF2B5EF4-FFF2-40B4-BE49-F238E27FC236}">
                <a16:creationId xmlns:a16="http://schemas.microsoft.com/office/drawing/2014/main" id="{8E662F5E-5A0B-2A84-29F4-F1E7502C7339}"/>
              </a:ext>
            </a:extLst>
          </p:cNvPr>
          <p:cNvSpPr>
            <a:spLocks noGrp="1"/>
          </p:cNvSpPr>
          <p:nvPr>
            <p:ph type="dt" sz="half" idx="2"/>
          </p:nvPr>
        </p:nvSpPr>
        <p:spPr>
          <a:xfrm>
            <a:off x="973097" y="6574465"/>
            <a:ext cx="519373" cy="123111"/>
          </a:xfrm>
          <a:prstGeom prst="rect">
            <a:avLst/>
          </a:prstGeom>
        </p:spPr>
        <p:txBody>
          <a:bodyPr wrap="none" lIns="0" tIns="0" rIns="0" bIns="0">
            <a:spAutoFit/>
          </a:bodyPr>
          <a:lstStyle>
            <a:lvl1pPr>
              <a:defRPr sz="800"/>
            </a:lvl1pPr>
          </a:lstStyle>
          <a:p>
            <a:fld id="{65010B03-D230-4701-9F37-B6F131066B93}" type="datetime1">
              <a:rPr lang="de-DE" smtClean="0"/>
              <a:pPr/>
              <a:t>04.03.2026</a:t>
            </a:fld>
            <a:endParaRPr lang="de-DE" dirty="0"/>
          </a:p>
        </p:txBody>
      </p:sp>
      <p:sp>
        <p:nvSpPr>
          <p:cNvPr id="7" name="Fußzeilenplatzhalter 6">
            <a:extLst>
              <a:ext uri="{FF2B5EF4-FFF2-40B4-BE49-F238E27FC236}">
                <a16:creationId xmlns:a16="http://schemas.microsoft.com/office/drawing/2014/main" id="{77ED0295-81A2-65CC-6FAE-3160650FA72D}"/>
              </a:ext>
            </a:extLst>
          </p:cNvPr>
          <p:cNvSpPr>
            <a:spLocks noGrp="1"/>
          </p:cNvSpPr>
          <p:nvPr>
            <p:ph type="ftr" sz="quarter" idx="3"/>
          </p:nvPr>
        </p:nvSpPr>
        <p:spPr>
          <a:xfrm>
            <a:off x="1655337" y="6574465"/>
            <a:ext cx="3364269" cy="123111"/>
          </a:xfrm>
          <a:prstGeom prst="rect">
            <a:avLst/>
          </a:prstGeom>
        </p:spPr>
        <p:txBody>
          <a:bodyPr lIns="0" tIns="0" rIns="0" bIns="0">
            <a:spAutoFit/>
          </a:bodyPr>
          <a:lstStyle>
            <a:lvl1pPr>
              <a:defRPr sz="800">
                <a:solidFill>
                  <a:srgbClr val="000000"/>
                </a:solidFill>
              </a:defRPr>
            </a:lvl1pPr>
          </a:lstStyle>
          <a:p>
            <a:r>
              <a:rPr lang="de-DE" dirty="0"/>
              <a:t>|  Optionale Zusatzinformationen</a:t>
            </a:r>
          </a:p>
        </p:txBody>
      </p:sp>
      <p:sp>
        <p:nvSpPr>
          <p:cNvPr id="8" name="Foliennummernplatzhalter 7">
            <a:extLst>
              <a:ext uri="{FF2B5EF4-FFF2-40B4-BE49-F238E27FC236}">
                <a16:creationId xmlns:a16="http://schemas.microsoft.com/office/drawing/2014/main" id="{E6B048E5-2FFE-396D-9558-6838B1198230}"/>
              </a:ext>
            </a:extLst>
          </p:cNvPr>
          <p:cNvSpPr>
            <a:spLocks noGrp="1"/>
          </p:cNvSpPr>
          <p:nvPr>
            <p:ph type="sldNum" sz="quarter" idx="4"/>
          </p:nvPr>
        </p:nvSpPr>
        <p:spPr>
          <a:xfrm>
            <a:off x="514350" y="6574465"/>
            <a:ext cx="384217" cy="123111"/>
          </a:xfrm>
          <a:prstGeom prst="rect">
            <a:avLst/>
          </a:prstGeom>
        </p:spPr>
        <p:txBody>
          <a:bodyPr lIns="0" tIns="0" rIns="0" bIns="0">
            <a:spAutoFit/>
          </a:bodyPr>
          <a:lstStyle>
            <a:lvl1pPr>
              <a:defRPr sz="800" b="1"/>
            </a:lvl1pPr>
          </a:lstStyle>
          <a:p>
            <a:fld id="{82EA1D04-CA53-4DE3-84A8-2B63E41036C9}" type="slidenum">
              <a:rPr lang="de-DE" smtClean="0"/>
              <a:pPr/>
              <a:t>‹#›</a:t>
            </a:fld>
            <a:endParaRPr lang="de-DE" dirty="0"/>
          </a:p>
        </p:txBody>
      </p:sp>
      <p:sp>
        <p:nvSpPr>
          <p:cNvPr id="10" name="Inhaltsplatzhalter 13">
            <a:extLst>
              <a:ext uri="{FF2B5EF4-FFF2-40B4-BE49-F238E27FC236}">
                <a16:creationId xmlns:a16="http://schemas.microsoft.com/office/drawing/2014/main" id="{34EF2399-0082-71D2-3317-4CE0426664AC}"/>
              </a:ext>
            </a:extLst>
          </p:cNvPr>
          <p:cNvSpPr>
            <a:spLocks noGrp="1"/>
          </p:cNvSpPr>
          <p:nvPr>
            <p:ph sz="quarter" idx="11"/>
          </p:nvPr>
        </p:nvSpPr>
        <p:spPr>
          <a:xfrm>
            <a:off x="514351" y="1962071"/>
            <a:ext cx="2651123" cy="4238704"/>
          </a:xfrm>
        </p:spPr>
        <p:txBody>
          <a:bodyPr/>
          <a:lstStyle/>
          <a:p>
            <a:pPr lvl="0"/>
            <a:r>
              <a:rPr lang="de-DE" altLang="ko-KR" dirty="0"/>
              <a:t>Mastertextformat bearbeiten</a:t>
            </a:r>
          </a:p>
          <a:p>
            <a:pPr lvl="1"/>
            <a:r>
              <a:rPr lang="de-DE" altLang="ko-KR" dirty="0"/>
              <a:t>Zweite Ebene</a:t>
            </a:r>
          </a:p>
          <a:p>
            <a:pPr lvl="2"/>
            <a:r>
              <a:rPr lang="de-DE" altLang="ko-KR" dirty="0"/>
              <a:t>Dritte Ebene</a:t>
            </a:r>
          </a:p>
          <a:p>
            <a:pPr lvl="3"/>
            <a:r>
              <a:rPr lang="de-DE" altLang="ko-KR" dirty="0"/>
              <a:t>Vierte Ebene</a:t>
            </a:r>
          </a:p>
        </p:txBody>
      </p:sp>
      <p:sp>
        <p:nvSpPr>
          <p:cNvPr id="11" name="Inhaltsplatzhalter 13">
            <a:extLst>
              <a:ext uri="{FF2B5EF4-FFF2-40B4-BE49-F238E27FC236}">
                <a16:creationId xmlns:a16="http://schemas.microsoft.com/office/drawing/2014/main" id="{7A26D571-8591-3248-9A54-86E697B9B73B}"/>
              </a:ext>
            </a:extLst>
          </p:cNvPr>
          <p:cNvSpPr>
            <a:spLocks noGrp="1"/>
          </p:cNvSpPr>
          <p:nvPr>
            <p:ph sz="quarter" idx="12"/>
          </p:nvPr>
        </p:nvSpPr>
        <p:spPr>
          <a:xfrm>
            <a:off x="3354082" y="1962071"/>
            <a:ext cx="2651124" cy="4238704"/>
          </a:xfrm>
        </p:spPr>
        <p:txBody>
          <a:bodyPr/>
          <a:lstStyle/>
          <a:p>
            <a:pPr lvl="0"/>
            <a:r>
              <a:rPr lang="de-DE" altLang="ko-KR" dirty="0"/>
              <a:t>Mastertextformat bearbeiten</a:t>
            </a:r>
          </a:p>
          <a:p>
            <a:pPr lvl="1"/>
            <a:r>
              <a:rPr lang="de-DE" altLang="ko-KR" dirty="0"/>
              <a:t>Zweite Ebene</a:t>
            </a:r>
          </a:p>
          <a:p>
            <a:pPr lvl="2"/>
            <a:r>
              <a:rPr lang="de-DE" altLang="ko-KR" dirty="0"/>
              <a:t>Dritte Ebene</a:t>
            </a:r>
          </a:p>
          <a:p>
            <a:pPr lvl="3"/>
            <a:r>
              <a:rPr lang="de-DE" altLang="ko-KR" dirty="0"/>
              <a:t>Vierte Ebene</a:t>
            </a:r>
          </a:p>
        </p:txBody>
      </p:sp>
      <p:sp>
        <p:nvSpPr>
          <p:cNvPr id="12" name="Inhaltsplatzhalter 13">
            <a:extLst>
              <a:ext uri="{FF2B5EF4-FFF2-40B4-BE49-F238E27FC236}">
                <a16:creationId xmlns:a16="http://schemas.microsoft.com/office/drawing/2014/main" id="{B825D6E6-26AE-5DDC-E48F-C13C7D5AC49D}"/>
              </a:ext>
            </a:extLst>
          </p:cNvPr>
          <p:cNvSpPr>
            <a:spLocks noGrp="1"/>
          </p:cNvSpPr>
          <p:nvPr>
            <p:ph sz="quarter" idx="13"/>
          </p:nvPr>
        </p:nvSpPr>
        <p:spPr>
          <a:xfrm>
            <a:off x="6181726" y="1962071"/>
            <a:ext cx="2660649" cy="4238704"/>
          </a:xfrm>
        </p:spPr>
        <p:txBody>
          <a:bodyPr/>
          <a:lstStyle/>
          <a:p>
            <a:pPr lvl="0"/>
            <a:r>
              <a:rPr lang="de-DE" altLang="ko-KR" dirty="0"/>
              <a:t>Mastertextformat bearbeiten</a:t>
            </a:r>
          </a:p>
          <a:p>
            <a:pPr lvl="1"/>
            <a:r>
              <a:rPr lang="de-DE" altLang="ko-KR" dirty="0"/>
              <a:t>Zweite Ebene</a:t>
            </a:r>
          </a:p>
          <a:p>
            <a:pPr lvl="2"/>
            <a:r>
              <a:rPr lang="de-DE" altLang="ko-KR" dirty="0"/>
              <a:t>Dritte Ebene</a:t>
            </a:r>
          </a:p>
          <a:p>
            <a:pPr lvl="3"/>
            <a:r>
              <a:rPr lang="de-DE" altLang="ko-KR" dirty="0"/>
              <a:t>Vierte Ebene</a:t>
            </a:r>
          </a:p>
        </p:txBody>
      </p:sp>
      <p:sp>
        <p:nvSpPr>
          <p:cNvPr id="13" name="Inhaltsplatzhalter 13">
            <a:extLst>
              <a:ext uri="{FF2B5EF4-FFF2-40B4-BE49-F238E27FC236}">
                <a16:creationId xmlns:a16="http://schemas.microsoft.com/office/drawing/2014/main" id="{0BC4B844-B76A-1508-0D16-20FFFCA57DE2}"/>
              </a:ext>
            </a:extLst>
          </p:cNvPr>
          <p:cNvSpPr>
            <a:spLocks noGrp="1"/>
          </p:cNvSpPr>
          <p:nvPr>
            <p:ph sz="quarter" idx="14"/>
          </p:nvPr>
        </p:nvSpPr>
        <p:spPr>
          <a:xfrm>
            <a:off x="9023350" y="1962071"/>
            <a:ext cx="2660649" cy="4238704"/>
          </a:xfrm>
        </p:spPr>
        <p:txBody>
          <a:bodyPr/>
          <a:lstStyle/>
          <a:p>
            <a:pPr lvl="0"/>
            <a:r>
              <a:rPr lang="de-DE" altLang="ko-KR" dirty="0"/>
              <a:t>Mastertextformat bearbeiten</a:t>
            </a:r>
          </a:p>
          <a:p>
            <a:pPr lvl="1"/>
            <a:r>
              <a:rPr lang="de-DE" altLang="ko-KR" dirty="0"/>
              <a:t>Zweite Ebene</a:t>
            </a:r>
          </a:p>
          <a:p>
            <a:pPr lvl="2"/>
            <a:r>
              <a:rPr lang="de-DE" altLang="ko-KR" dirty="0"/>
              <a:t>Dritte Ebene</a:t>
            </a:r>
          </a:p>
          <a:p>
            <a:pPr lvl="3"/>
            <a:r>
              <a:rPr lang="de-DE" altLang="ko-KR" dirty="0"/>
              <a:t>Vierte Ebene</a:t>
            </a:r>
          </a:p>
        </p:txBody>
      </p:sp>
    </p:spTree>
    <p:extLst>
      <p:ext uri="{BB962C8B-B14F-4D97-AF65-F5344CB8AC3E}">
        <p14:creationId xmlns:p14="http://schemas.microsoft.com/office/powerpoint/2010/main" val="2963404539"/>
      </p:ext>
    </p:extLst>
  </p:cSld>
  <p:clrMapOvr>
    <a:masterClrMapping/>
  </p:clrMapOvr>
  <p:hf hdr="0"/>
  <p:extLst>
    <p:ext uri="{DCECCB84-F9BA-43D5-87BE-67443E8EF086}">
      <p15:sldGuideLst xmlns:p15="http://schemas.microsoft.com/office/powerpoint/2012/main">
        <p15:guide id="1" pos="1990" userDrawn="1">
          <p15:clr>
            <a:srgbClr val="FBAE40"/>
          </p15:clr>
        </p15:guide>
        <p15:guide id="2" pos="2108" userDrawn="1">
          <p15:clr>
            <a:srgbClr val="FBAE40"/>
          </p15:clr>
        </p15:guide>
        <p15:guide id="3" pos="5570" userDrawn="1">
          <p15:clr>
            <a:srgbClr val="FBAE40"/>
          </p15:clr>
        </p15:guide>
        <p15:guide id="4" pos="5684" userDrawn="1">
          <p15:clr>
            <a:srgbClr val="FBAE40"/>
          </p15:clr>
        </p15:guide>
        <p15:guide id="5" pos="3782" userDrawn="1">
          <p15:clr>
            <a:srgbClr val="FBAE40"/>
          </p15:clr>
        </p15:guide>
        <p15:guide id="6" pos="3896"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content split screen">
    <p:spTree>
      <p:nvGrpSpPr>
        <p:cNvPr id="1" name=""/>
        <p:cNvGrpSpPr/>
        <p:nvPr/>
      </p:nvGrpSpPr>
      <p:grpSpPr>
        <a:xfrm>
          <a:off x="0" y="0"/>
          <a:ext cx="0" cy="0"/>
          <a:chOff x="0" y="0"/>
          <a:chExt cx="0" cy="0"/>
        </a:xfrm>
      </p:grpSpPr>
      <p:sp>
        <p:nvSpPr>
          <p:cNvPr id="2" name="Rechteck 1">
            <a:extLst>
              <a:ext uri="{FF2B5EF4-FFF2-40B4-BE49-F238E27FC236}">
                <a16:creationId xmlns:a16="http://schemas.microsoft.com/office/drawing/2014/main" id="{83F23318-C419-E4F2-A4EC-CE97F5004CEA}"/>
              </a:ext>
            </a:extLst>
          </p:cNvPr>
          <p:cNvSpPr/>
          <p:nvPr userDrawn="1"/>
        </p:nvSpPr>
        <p:spPr>
          <a:xfrm>
            <a:off x="6183313" y="0"/>
            <a:ext cx="6007099"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de-DE"/>
          </a:p>
        </p:txBody>
      </p:sp>
      <p:sp>
        <p:nvSpPr>
          <p:cNvPr id="3" name="Titelplatzhalter 4">
            <a:extLst>
              <a:ext uri="{FF2B5EF4-FFF2-40B4-BE49-F238E27FC236}">
                <a16:creationId xmlns:a16="http://schemas.microsoft.com/office/drawing/2014/main" id="{BAA62183-C6FB-4B87-F966-A6D06B27E3A4}"/>
              </a:ext>
            </a:extLst>
          </p:cNvPr>
          <p:cNvSpPr>
            <a:spLocks noGrp="1"/>
          </p:cNvSpPr>
          <p:nvPr>
            <p:ph type="title"/>
          </p:nvPr>
        </p:nvSpPr>
        <p:spPr>
          <a:xfrm>
            <a:off x="514800" y="540000"/>
            <a:ext cx="5492300" cy="817200"/>
          </a:xfrm>
          <a:prstGeom prst="rect">
            <a:avLst/>
          </a:prstGeom>
        </p:spPr>
        <p:txBody>
          <a:bodyPr vert="horz" lIns="0" tIns="0" rIns="0" bIns="0" rtlCol="0" anchor="t" anchorCtr="0">
            <a:noAutofit/>
          </a:bodyPr>
          <a:lstStyle/>
          <a:p>
            <a:r>
              <a:rPr lang="de-DE" dirty="0"/>
              <a:t>Titelmasterformat durch Klicken bearbeiten</a:t>
            </a:r>
          </a:p>
        </p:txBody>
      </p:sp>
      <p:sp>
        <p:nvSpPr>
          <p:cNvPr id="6" name="Inhaltsplatzhalter 13">
            <a:extLst>
              <a:ext uri="{FF2B5EF4-FFF2-40B4-BE49-F238E27FC236}">
                <a16:creationId xmlns:a16="http://schemas.microsoft.com/office/drawing/2014/main" id="{DC1F6153-777B-CBFC-E708-BB6463D992C3}"/>
              </a:ext>
            </a:extLst>
          </p:cNvPr>
          <p:cNvSpPr>
            <a:spLocks noGrp="1"/>
          </p:cNvSpPr>
          <p:nvPr>
            <p:ph sz="quarter" idx="10"/>
          </p:nvPr>
        </p:nvSpPr>
        <p:spPr>
          <a:xfrm>
            <a:off x="514350" y="1962071"/>
            <a:ext cx="5492750" cy="4238704"/>
          </a:xfrm>
        </p:spPr>
        <p:txBody>
          <a:bodyPr/>
          <a:lstStyle/>
          <a:p>
            <a:pPr lvl="0"/>
            <a:r>
              <a:rPr lang="de-DE" altLang="ko-KR" dirty="0"/>
              <a:t>Mastertextformat bearbeiten</a:t>
            </a:r>
          </a:p>
          <a:p>
            <a:pPr lvl="1"/>
            <a:r>
              <a:rPr lang="de-DE" altLang="ko-KR" dirty="0"/>
              <a:t>Zweite Ebene</a:t>
            </a:r>
          </a:p>
          <a:p>
            <a:pPr lvl="2"/>
            <a:r>
              <a:rPr lang="de-DE" altLang="ko-KR" dirty="0"/>
              <a:t>Dritte Ebene</a:t>
            </a:r>
          </a:p>
          <a:p>
            <a:pPr lvl="3"/>
            <a:r>
              <a:rPr lang="de-DE" altLang="ko-KR" dirty="0"/>
              <a:t>Vierte Ebene</a:t>
            </a:r>
          </a:p>
        </p:txBody>
      </p:sp>
      <p:sp>
        <p:nvSpPr>
          <p:cNvPr id="7" name="Inhaltsplatzhalter 13">
            <a:extLst>
              <a:ext uri="{FF2B5EF4-FFF2-40B4-BE49-F238E27FC236}">
                <a16:creationId xmlns:a16="http://schemas.microsoft.com/office/drawing/2014/main" id="{9C4A3C26-1859-E08A-417F-8622EBA251F5}"/>
              </a:ext>
            </a:extLst>
          </p:cNvPr>
          <p:cNvSpPr>
            <a:spLocks noGrp="1"/>
          </p:cNvSpPr>
          <p:nvPr>
            <p:ph sz="quarter" idx="11"/>
          </p:nvPr>
        </p:nvSpPr>
        <p:spPr>
          <a:xfrm>
            <a:off x="6327312" y="556531"/>
            <a:ext cx="5348751" cy="5644244"/>
          </a:xfrm>
        </p:spPr>
        <p:txBody>
          <a:bodyPr/>
          <a:lstStyle/>
          <a:p>
            <a:pPr lvl="0"/>
            <a:r>
              <a:rPr lang="de-DE" altLang="ko-KR" dirty="0"/>
              <a:t>Mastertextformat bearbeiten</a:t>
            </a:r>
          </a:p>
          <a:p>
            <a:pPr lvl="1"/>
            <a:r>
              <a:rPr lang="de-DE" altLang="ko-KR" dirty="0"/>
              <a:t>Zweite Ebene</a:t>
            </a:r>
          </a:p>
          <a:p>
            <a:pPr lvl="2"/>
            <a:r>
              <a:rPr lang="de-DE" altLang="ko-KR" dirty="0"/>
              <a:t>Dritte Ebene</a:t>
            </a:r>
          </a:p>
          <a:p>
            <a:pPr lvl="3"/>
            <a:r>
              <a:rPr lang="de-DE" altLang="ko-KR" dirty="0"/>
              <a:t>Vierte Ebene</a:t>
            </a:r>
          </a:p>
        </p:txBody>
      </p:sp>
      <p:sp>
        <p:nvSpPr>
          <p:cNvPr id="9" name="Datumsplatzhalter 5">
            <a:extLst>
              <a:ext uri="{FF2B5EF4-FFF2-40B4-BE49-F238E27FC236}">
                <a16:creationId xmlns:a16="http://schemas.microsoft.com/office/drawing/2014/main" id="{85F58A7F-CD35-BEF9-3E26-8794D8285EBA}"/>
              </a:ext>
            </a:extLst>
          </p:cNvPr>
          <p:cNvSpPr>
            <a:spLocks noGrp="1"/>
          </p:cNvSpPr>
          <p:nvPr>
            <p:ph type="dt" sz="half" idx="2"/>
          </p:nvPr>
        </p:nvSpPr>
        <p:spPr>
          <a:xfrm>
            <a:off x="973097" y="6574465"/>
            <a:ext cx="519373" cy="123111"/>
          </a:xfrm>
          <a:prstGeom prst="rect">
            <a:avLst/>
          </a:prstGeom>
        </p:spPr>
        <p:txBody>
          <a:bodyPr wrap="none" lIns="0" tIns="0" rIns="0" bIns="0">
            <a:spAutoFit/>
          </a:bodyPr>
          <a:lstStyle>
            <a:lvl1pPr>
              <a:defRPr sz="800"/>
            </a:lvl1pPr>
          </a:lstStyle>
          <a:p>
            <a:fld id="{65010B03-D230-4701-9F37-B6F131066B93}" type="datetime1">
              <a:rPr lang="de-DE" smtClean="0"/>
              <a:pPr/>
              <a:t>04.03.2026</a:t>
            </a:fld>
            <a:endParaRPr lang="de-DE" dirty="0"/>
          </a:p>
        </p:txBody>
      </p:sp>
      <p:sp>
        <p:nvSpPr>
          <p:cNvPr id="11" name="Fußzeilenplatzhalter 6">
            <a:extLst>
              <a:ext uri="{FF2B5EF4-FFF2-40B4-BE49-F238E27FC236}">
                <a16:creationId xmlns:a16="http://schemas.microsoft.com/office/drawing/2014/main" id="{88DE52ED-920A-B08A-0DF3-967010575E8A}"/>
              </a:ext>
            </a:extLst>
          </p:cNvPr>
          <p:cNvSpPr>
            <a:spLocks noGrp="1"/>
          </p:cNvSpPr>
          <p:nvPr>
            <p:ph type="ftr" sz="quarter" idx="3"/>
          </p:nvPr>
        </p:nvSpPr>
        <p:spPr>
          <a:xfrm>
            <a:off x="1655337" y="6574465"/>
            <a:ext cx="3364269" cy="123111"/>
          </a:xfrm>
          <a:prstGeom prst="rect">
            <a:avLst/>
          </a:prstGeom>
        </p:spPr>
        <p:txBody>
          <a:bodyPr lIns="0" tIns="0" rIns="0" bIns="0">
            <a:spAutoFit/>
          </a:bodyPr>
          <a:lstStyle>
            <a:lvl1pPr>
              <a:defRPr sz="800">
                <a:solidFill>
                  <a:srgbClr val="000000"/>
                </a:solidFill>
              </a:defRPr>
            </a:lvl1pPr>
          </a:lstStyle>
          <a:p>
            <a:r>
              <a:rPr lang="de-DE" dirty="0"/>
              <a:t>|  Optionale Zusatzinformationen</a:t>
            </a:r>
          </a:p>
        </p:txBody>
      </p:sp>
      <p:sp>
        <p:nvSpPr>
          <p:cNvPr id="12" name="Foliennummernplatzhalter 7">
            <a:extLst>
              <a:ext uri="{FF2B5EF4-FFF2-40B4-BE49-F238E27FC236}">
                <a16:creationId xmlns:a16="http://schemas.microsoft.com/office/drawing/2014/main" id="{472EB6D8-2F47-AABC-CB8A-BFAC02688FF6}"/>
              </a:ext>
            </a:extLst>
          </p:cNvPr>
          <p:cNvSpPr>
            <a:spLocks noGrp="1"/>
          </p:cNvSpPr>
          <p:nvPr>
            <p:ph type="sldNum" sz="quarter" idx="4"/>
          </p:nvPr>
        </p:nvSpPr>
        <p:spPr>
          <a:xfrm>
            <a:off x="514350" y="6574465"/>
            <a:ext cx="384217" cy="123111"/>
          </a:xfrm>
          <a:prstGeom prst="rect">
            <a:avLst/>
          </a:prstGeom>
        </p:spPr>
        <p:txBody>
          <a:bodyPr lIns="0" tIns="0" rIns="0" bIns="0">
            <a:spAutoFit/>
          </a:bodyPr>
          <a:lstStyle>
            <a:lvl1pPr>
              <a:defRPr sz="800" b="1"/>
            </a:lvl1pPr>
          </a:lstStyle>
          <a:p>
            <a:fld id="{82EA1D04-CA53-4DE3-84A8-2B63E41036C9}" type="slidenum">
              <a:rPr lang="de-DE" smtClean="0"/>
              <a:pPr/>
              <a:t>‹#›</a:t>
            </a:fld>
            <a:endParaRPr lang="de-DE" dirty="0"/>
          </a:p>
        </p:txBody>
      </p:sp>
      <p:pic>
        <p:nvPicPr>
          <p:cNvPr id="4" name="Graphic 7">
            <a:extLst>
              <a:ext uri="{FF2B5EF4-FFF2-40B4-BE49-F238E27FC236}">
                <a16:creationId xmlns:a16="http://schemas.microsoft.com/office/drawing/2014/main" id="{75937313-B7CC-3380-EFB7-14996484E426}"/>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691813" y="6223000"/>
            <a:ext cx="1498600" cy="635000"/>
          </a:xfrm>
          <a:prstGeom prst="rect">
            <a:avLst/>
          </a:prstGeom>
        </p:spPr>
      </p:pic>
    </p:spTree>
    <p:extLst>
      <p:ext uri="{BB962C8B-B14F-4D97-AF65-F5344CB8AC3E}">
        <p14:creationId xmlns:p14="http://schemas.microsoft.com/office/powerpoint/2010/main" val="3602958738"/>
      </p:ext>
    </p:extLst>
  </p:cSld>
  <p:clrMapOvr>
    <a:masterClrMapping/>
  </p:clrMapOvr>
  <p:hf hdr="0"/>
  <p:extLst>
    <p:ext uri="{DCECCB84-F9BA-43D5-87BE-67443E8EF086}">
      <p15:sldGuideLst xmlns:p15="http://schemas.microsoft.com/office/powerpoint/2012/main">
        <p15:guide id="1" pos="3782" userDrawn="1">
          <p15:clr>
            <a:srgbClr val="FBAE40"/>
          </p15:clr>
        </p15:guide>
        <p15:guide id="2" pos="3896" userDrawn="1">
          <p15:clr>
            <a:srgbClr val="FBAE40"/>
          </p15:clr>
        </p15:guide>
        <p15:guide id="3" orient="horz" pos="55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light">
    <p:spTree>
      <p:nvGrpSpPr>
        <p:cNvPr id="1" name=""/>
        <p:cNvGrpSpPr/>
        <p:nvPr/>
      </p:nvGrpSpPr>
      <p:grpSpPr>
        <a:xfrm>
          <a:off x="0" y="0"/>
          <a:ext cx="0" cy="0"/>
          <a:chOff x="0" y="0"/>
          <a:chExt cx="0" cy="0"/>
        </a:xfrm>
      </p:grpSpPr>
      <p:sp>
        <p:nvSpPr>
          <p:cNvPr id="5" name="Titelplatzhalter 4">
            <a:extLst>
              <a:ext uri="{FF2B5EF4-FFF2-40B4-BE49-F238E27FC236}">
                <a16:creationId xmlns:a16="http://schemas.microsoft.com/office/drawing/2014/main" id="{FCA68A79-5F77-ED89-78C7-ED2B9F91B8ED}"/>
              </a:ext>
            </a:extLst>
          </p:cNvPr>
          <p:cNvSpPr>
            <a:spLocks noGrp="1"/>
          </p:cNvSpPr>
          <p:nvPr>
            <p:ph type="title"/>
          </p:nvPr>
        </p:nvSpPr>
        <p:spPr>
          <a:xfrm>
            <a:off x="514800" y="540000"/>
            <a:ext cx="11161263" cy="817200"/>
          </a:xfrm>
          <a:prstGeom prst="rect">
            <a:avLst/>
          </a:prstGeom>
        </p:spPr>
        <p:txBody>
          <a:bodyPr vert="horz" lIns="0" tIns="0" rIns="0" bIns="0" rtlCol="0" anchor="t" anchorCtr="0">
            <a:noAutofit/>
          </a:bodyPr>
          <a:lstStyle/>
          <a:p>
            <a:r>
              <a:rPr lang="de-DE" dirty="0"/>
              <a:t>Titelmasterformat durch Klicken bearbeiten</a:t>
            </a:r>
          </a:p>
        </p:txBody>
      </p:sp>
      <p:sp>
        <p:nvSpPr>
          <p:cNvPr id="6" name="Datumsplatzhalter 5">
            <a:extLst>
              <a:ext uri="{FF2B5EF4-FFF2-40B4-BE49-F238E27FC236}">
                <a16:creationId xmlns:a16="http://schemas.microsoft.com/office/drawing/2014/main" id="{D5746E2C-68FA-CEC2-B621-798F65954C7F}"/>
              </a:ext>
            </a:extLst>
          </p:cNvPr>
          <p:cNvSpPr>
            <a:spLocks noGrp="1"/>
          </p:cNvSpPr>
          <p:nvPr>
            <p:ph type="dt" sz="half" idx="2"/>
          </p:nvPr>
        </p:nvSpPr>
        <p:spPr>
          <a:xfrm>
            <a:off x="973097" y="6574465"/>
            <a:ext cx="519373" cy="123111"/>
          </a:xfrm>
          <a:prstGeom prst="rect">
            <a:avLst/>
          </a:prstGeom>
        </p:spPr>
        <p:txBody>
          <a:bodyPr wrap="none" lIns="0" tIns="0" rIns="0" bIns="0">
            <a:spAutoFit/>
          </a:bodyPr>
          <a:lstStyle>
            <a:lvl1pPr>
              <a:defRPr sz="800"/>
            </a:lvl1pPr>
          </a:lstStyle>
          <a:p>
            <a:fld id="{65010B03-D230-4701-9F37-B6F131066B93}" type="datetime1">
              <a:rPr lang="de-DE" smtClean="0"/>
              <a:pPr/>
              <a:t>04.03.2026</a:t>
            </a:fld>
            <a:endParaRPr lang="de-DE" dirty="0"/>
          </a:p>
        </p:txBody>
      </p:sp>
      <p:sp>
        <p:nvSpPr>
          <p:cNvPr id="7" name="Fußzeilenplatzhalter 6">
            <a:extLst>
              <a:ext uri="{FF2B5EF4-FFF2-40B4-BE49-F238E27FC236}">
                <a16:creationId xmlns:a16="http://schemas.microsoft.com/office/drawing/2014/main" id="{84B06CFF-54C6-56EA-41F3-AC10EC8675CF}"/>
              </a:ext>
            </a:extLst>
          </p:cNvPr>
          <p:cNvSpPr>
            <a:spLocks noGrp="1"/>
          </p:cNvSpPr>
          <p:nvPr>
            <p:ph type="ftr" sz="quarter" idx="3"/>
          </p:nvPr>
        </p:nvSpPr>
        <p:spPr>
          <a:xfrm>
            <a:off x="1655337" y="6574465"/>
            <a:ext cx="3364269" cy="123111"/>
          </a:xfrm>
          <a:prstGeom prst="rect">
            <a:avLst/>
          </a:prstGeom>
        </p:spPr>
        <p:txBody>
          <a:bodyPr lIns="0" tIns="0" rIns="0" bIns="0">
            <a:spAutoFit/>
          </a:bodyPr>
          <a:lstStyle>
            <a:lvl1pPr>
              <a:defRPr sz="800">
                <a:solidFill>
                  <a:srgbClr val="000000"/>
                </a:solidFill>
              </a:defRPr>
            </a:lvl1pPr>
          </a:lstStyle>
          <a:p>
            <a:r>
              <a:rPr lang="de-DE" dirty="0"/>
              <a:t>|  Optionale Zusatzinformationen</a:t>
            </a:r>
          </a:p>
        </p:txBody>
      </p:sp>
      <p:sp>
        <p:nvSpPr>
          <p:cNvPr id="8" name="Foliennummernplatzhalter 7">
            <a:extLst>
              <a:ext uri="{FF2B5EF4-FFF2-40B4-BE49-F238E27FC236}">
                <a16:creationId xmlns:a16="http://schemas.microsoft.com/office/drawing/2014/main" id="{825A8906-39F6-E14E-1E36-5CD91FD792AD}"/>
              </a:ext>
            </a:extLst>
          </p:cNvPr>
          <p:cNvSpPr>
            <a:spLocks noGrp="1"/>
          </p:cNvSpPr>
          <p:nvPr>
            <p:ph type="sldNum" sz="quarter" idx="4"/>
          </p:nvPr>
        </p:nvSpPr>
        <p:spPr>
          <a:xfrm>
            <a:off x="514350" y="6574465"/>
            <a:ext cx="384217" cy="123111"/>
          </a:xfrm>
          <a:prstGeom prst="rect">
            <a:avLst/>
          </a:prstGeom>
        </p:spPr>
        <p:txBody>
          <a:bodyPr lIns="0" tIns="0" rIns="0" bIns="0">
            <a:spAutoFit/>
          </a:bodyPr>
          <a:lstStyle>
            <a:lvl1pPr>
              <a:defRPr sz="800" b="1"/>
            </a:lvl1pPr>
          </a:lstStyle>
          <a:p>
            <a:fld id="{82EA1D04-CA53-4DE3-84A8-2B63E41036C9}" type="slidenum">
              <a:rPr lang="de-DE" smtClean="0"/>
              <a:pPr/>
              <a:t>‹#›</a:t>
            </a:fld>
            <a:endParaRPr lang="de-DE" dirty="0"/>
          </a:p>
        </p:txBody>
      </p:sp>
    </p:spTree>
    <p:extLst>
      <p:ext uri="{BB962C8B-B14F-4D97-AF65-F5344CB8AC3E}">
        <p14:creationId xmlns:p14="http://schemas.microsoft.com/office/powerpoint/2010/main" val="1504342896"/>
      </p:ext>
    </p:extLst>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white">
    <p:bg>
      <p:bgPr>
        <a:solidFill>
          <a:schemeClr val="bg1"/>
        </a:solidFill>
        <a:effectLst/>
      </p:bgPr>
    </p:bg>
    <p:spTree>
      <p:nvGrpSpPr>
        <p:cNvPr id="1" name=""/>
        <p:cNvGrpSpPr/>
        <p:nvPr/>
      </p:nvGrpSpPr>
      <p:grpSpPr>
        <a:xfrm>
          <a:off x="0" y="0"/>
          <a:ext cx="0" cy="0"/>
          <a:chOff x="0" y="0"/>
          <a:chExt cx="0" cy="0"/>
        </a:xfrm>
      </p:grpSpPr>
      <p:sp>
        <p:nvSpPr>
          <p:cNvPr id="5" name="Titelplatzhalter 4">
            <a:extLst>
              <a:ext uri="{FF2B5EF4-FFF2-40B4-BE49-F238E27FC236}">
                <a16:creationId xmlns:a16="http://schemas.microsoft.com/office/drawing/2014/main" id="{FCA68A79-5F77-ED89-78C7-ED2B9F91B8ED}"/>
              </a:ext>
            </a:extLst>
          </p:cNvPr>
          <p:cNvSpPr>
            <a:spLocks noGrp="1"/>
          </p:cNvSpPr>
          <p:nvPr>
            <p:ph type="title"/>
          </p:nvPr>
        </p:nvSpPr>
        <p:spPr>
          <a:xfrm>
            <a:off x="514800" y="540000"/>
            <a:ext cx="11161263" cy="817200"/>
          </a:xfrm>
          <a:prstGeom prst="rect">
            <a:avLst/>
          </a:prstGeom>
        </p:spPr>
        <p:txBody>
          <a:bodyPr vert="horz" lIns="0" tIns="0" rIns="0" bIns="0" rtlCol="0" anchor="t" anchorCtr="0">
            <a:noAutofit/>
          </a:bodyPr>
          <a:lstStyle/>
          <a:p>
            <a:r>
              <a:rPr lang="de-DE" dirty="0"/>
              <a:t>Titelmasterformat durch Klicken bearbeiten</a:t>
            </a:r>
          </a:p>
        </p:txBody>
      </p:sp>
      <p:sp>
        <p:nvSpPr>
          <p:cNvPr id="6" name="Datumsplatzhalter 5">
            <a:extLst>
              <a:ext uri="{FF2B5EF4-FFF2-40B4-BE49-F238E27FC236}">
                <a16:creationId xmlns:a16="http://schemas.microsoft.com/office/drawing/2014/main" id="{CC5D123C-311D-0451-2AC9-498463D0B217}"/>
              </a:ext>
            </a:extLst>
          </p:cNvPr>
          <p:cNvSpPr>
            <a:spLocks noGrp="1"/>
          </p:cNvSpPr>
          <p:nvPr>
            <p:ph type="dt" sz="half" idx="2"/>
          </p:nvPr>
        </p:nvSpPr>
        <p:spPr>
          <a:xfrm>
            <a:off x="973097" y="6574465"/>
            <a:ext cx="519373" cy="123111"/>
          </a:xfrm>
          <a:prstGeom prst="rect">
            <a:avLst/>
          </a:prstGeom>
        </p:spPr>
        <p:txBody>
          <a:bodyPr wrap="none" lIns="0" tIns="0" rIns="0" bIns="0">
            <a:spAutoFit/>
          </a:bodyPr>
          <a:lstStyle>
            <a:lvl1pPr>
              <a:defRPr sz="800"/>
            </a:lvl1pPr>
          </a:lstStyle>
          <a:p>
            <a:fld id="{65010B03-D230-4701-9F37-B6F131066B93}" type="datetime1">
              <a:rPr lang="de-DE" smtClean="0"/>
              <a:pPr/>
              <a:t>04.03.2026</a:t>
            </a:fld>
            <a:endParaRPr lang="de-DE" dirty="0"/>
          </a:p>
        </p:txBody>
      </p:sp>
      <p:sp>
        <p:nvSpPr>
          <p:cNvPr id="7" name="Fußzeilenplatzhalter 6">
            <a:extLst>
              <a:ext uri="{FF2B5EF4-FFF2-40B4-BE49-F238E27FC236}">
                <a16:creationId xmlns:a16="http://schemas.microsoft.com/office/drawing/2014/main" id="{9972FC1B-4F36-C587-181D-E460951D6F22}"/>
              </a:ext>
            </a:extLst>
          </p:cNvPr>
          <p:cNvSpPr>
            <a:spLocks noGrp="1"/>
          </p:cNvSpPr>
          <p:nvPr>
            <p:ph type="ftr" sz="quarter" idx="3"/>
          </p:nvPr>
        </p:nvSpPr>
        <p:spPr>
          <a:xfrm>
            <a:off x="1655337" y="6574465"/>
            <a:ext cx="3364269" cy="123111"/>
          </a:xfrm>
          <a:prstGeom prst="rect">
            <a:avLst/>
          </a:prstGeom>
        </p:spPr>
        <p:txBody>
          <a:bodyPr lIns="0" tIns="0" rIns="0" bIns="0">
            <a:spAutoFit/>
          </a:bodyPr>
          <a:lstStyle>
            <a:lvl1pPr>
              <a:defRPr sz="800">
                <a:solidFill>
                  <a:srgbClr val="000000"/>
                </a:solidFill>
              </a:defRPr>
            </a:lvl1pPr>
          </a:lstStyle>
          <a:p>
            <a:r>
              <a:rPr lang="de-DE" dirty="0"/>
              <a:t>|  Optionale Zusatzinformationen</a:t>
            </a:r>
          </a:p>
        </p:txBody>
      </p:sp>
      <p:sp>
        <p:nvSpPr>
          <p:cNvPr id="8" name="Foliennummernplatzhalter 7">
            <a:extLst>
              <a:ext uri="{FF2B5EF4-FFF2-40B4-BE49-F238E27FC236}">
                <a16:creationId xmlns:a16="http://schemas.microsoft.com/office/drawing/2014/main" id="{C7764061-CA6C-A003-CC4B-1E987C0AEFEF}"/>
              </a:ext>
            </a:extLst>
          </p:cNvPr>
          <p:cNvSpPr>
            <a:spLocks noGrp="1"/>
          </p:cNvSpPr>
          <p:nvPr>
            <p:ph type="sldNum" sz="quarter" idx="4"/>
          </p:nvPr>
        </p:nvSpPr>
        <p:spPr>
          <a:xfrm>
            <a:off x="514350" y="6574465"/>
            <a:ext cx="384217" cy="123111"/>
          </a:xfrm>
          <a:prstGeom prst="rect">
            <a:avLst/>
          </a:prstGeom>
        </p:spPr>
        <p:txBody>
          <a:bodyPr lIns="0" tIns="0" rIns="0" bIns="0">
            <a:spAutoFit/>
          </a:bodyPr>
          <a:lstStyle>
            <a:lvl1pPr>
              <a:defRPr sz="800" b="1"/>
            </a:lvl1pPr>
          </a:lstStyle>
          <a:p>
            <a:fld id="{82EA1D04-CA53-4DE3-84A8-2B63E41036C9}" type="slidenum">
              <a:rPr lang="de-DE" smtClean="0"/>
              <a:pPr/>
              <a:t>‹#›</a:t>
            </a:fld>
            <a:endParaRPr lang="de-DE" dirty="0"/>
          </a:p>
        </p:txBody>
      </p:sp>
    </p:spTree>
    <p:extLst>
      <p:ext uri="{BB962C8B-B14F-4D97-AF65-F5344CB8AC3E}">
        <p14:creationId xmlns:p14="http://schemas.microsoft.com/office/powerpoint/2010/main" val="2097372058"/>
      </p:ext>
    </p:extLst>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dark">
    <p:bg>
      <p:bgPr>
        <a:solidFill>
          <a:schemeClr val="tx1"/>
        </a:solidFill>
        <a:effectLst/>
      </p:bgPr>
    </p:bg>
    <p:spTree>
      <p:nvGrpSpPr>
        <p:cNvPr id="1" name=""/>
        <p:cNvGrpSpPr/>
        <p:nvPr/>
      </p:nvGrpSpPr>
      <p:grpSpPr>
        <a:xfrm>
          <a:off x="0" y="0"/>
          <a:ext cx="0" cy="0"/>
          <a:chOff x="0" y="0"/>
          <a:chExt cx="0" cy="0"/>
        </a:xfrm>
      </p:grpSpPr>
      <p:sp>
        <p:nvSpPr>
          <p:cNvPr id="5" name="Titelplatzhalter 4">
            <a:extLst>
              <a:ext uri="{FF2B5EF4-FFF2-40B4-BE49-F238E27FC236}">
                <a16:creationId xmlns:a16="http://schemas.microsoft.com/office/drawing/2014/main" id="{FCA68A79-5F77-ED89-78C7-ED2B9F91B8ED}"/>
              </a:ext>
            </a:extLst>
          </p:cNvPr>
          <p:cNvSpPr>
            <a:spLocks noGrp="1"/>
          </p:cNvSpPr>
          <p:nvPr>
            <p:ph type="title"/>
          </p:nvPr>
        </p:nvSpPr>
        <p:spPr>
          <a:xfrm>
            <a:off x="514800" y="540000"/>
            <a:ext cx="11161263" cy="817200"/>
          </a:xfrm>
          <a:prstGeom prst="rect">
            <a:avLst/>
          </a:prstGeom>
        </p:spPr>
        <p:txBody>
          <a:bodyPr vert="horz" lIns="0" tIns="0" rIns="0" bIns="0" rtlCol="0" anchor="t" anchorCtr="0">
            <a:noAutofit/>
          </a:bodyPr>
          <a:lstStyle>
            <a:lvl1pPr>
              <a:defRPr>
                <a:solidFill>
                  <a:schemeClr val="bg1"/>
                </a:solidFill>
              </a:defRPr>
            </a:lvl1pPr>
          </a:lstStyle>
          <a:p>
            <a:r>
              <a:rPr lang="de-DE" dirty="0"/>
              <a:t>Titelmasterformat durch Klicken bearbeiten</a:t>
            </a:r>
          </a:p>
        </p:txBody>
      </p:sp>
      <p:sp>
        <p:nvSpPr>
          <p:cNvPr id="7" name="Datumsplatzhalter 5">
            <a:extLst>
              <a:ext uri="{FF2B5EF4-FFF2-40B4-BE49-F238E27FC236}">
                <a16:creationId xmlns:a16="http://schemas.microsoft.com/office/drawing/2014/main" id="{4A701D8A-6855-9730-370C-9E0A9DA84D60}"/>
              </a:ext>
            </a:extLst>
          </p:cNvPr>
          <p:cNvSpPr>
            <a:spLocks noGrp="1"/>
          </p:cNvSpPr>
          <p:nvPr>
            <p:ph type="dt" sz="half" idx="2"/>
          </p:nvPr>
        </p:nvSpPr>
        <p:spPr>
          <a:xfrm>
            <a:off x="973097" y="6574465"/>
            <a:ext cx="519373" cy="123111"/>
          </a:xfrm>
          <a:prstGeom prst="rect">
            <a:avLst/>
          </a:prstGeom>
        </p:spPr>
        <p:txBody>
          <a:bodyPr wrap="none" lIns="0" tIns="0" rIns="0" bIns="0">
            <a:spAutoFit/>
          </a:bodyPr>
          <a:lstStyle>
            <a:lvl1pPr>
              <a:defRPr sz="800">
                <a:solidFill>
                  <a:schemeClr val="bg1"/>
                </a:solidFill>
              </a:defRPr>
            </a:lvl1pPr>
          </a:lstStyle>
          <a:p>
            <a:fld id="{65010B03-D230-4701-9F37-B6F131066B93}" type="datetime1">
              <a:rPr lang="de-DE" smtClean="0"/>
              <a:pPr/>
              <a:t>04.03.2026</a:t>
            </a:fld>
            <a:endParaRPr lang="de-DE" dirty="0"/>
          </a:p>
        </p:txBody>
      </p:sp>
      <p:sp>
        <p:nvSpPr>
          <p:cNvPr id="8" name="Fußzeilenplatzhalter 6">
            <a:extLst>
              <a:ext uri="{FF2B5EF4-FFF2-40B4-BE49-F238E27FC236}">
                <a16:creationId xmlns:a16="http://schemas.microsoft.com/office/drawing/2014/main" id="{DC429671-A09A-016C-D8C1-C35A1594EA88}"/>
              </a:ext>
            </a:extLst>
          </p:cNvPr>
          <p:cNvSpPr>
            <a:spLocks noGrp="1"/>
          </p:cNvSpPr>
          <p:nvPr>
            <p:ph type="ftr" sz="quarter" idx="3"/>
          </p:nvPr>
        </p:nvSpPr>
        <p:spPr>
          <a:xfrm>
            <a:off x="1655337" y="6574465"/>
            <a:ext cx="3364269" cy="123111"/>
          </a:xfrm>
          <a:prstGeom prst="rect">
            <a:avLst/>
          </a:prstGeom>
        </p:spPr>
        <p:txBody>
          <a:bodyPr lIns="0" tIns="0" rIns="0" bIns="0">
            <a:spAutoFit/>
          </a:bodyPr>
          <a:lstStyle>
            <a:lvl1pPr>
              <a:defRPr sz="800">
                <a:solidFill>
                  <a:schemeClr val="bg1"/>
                </a:solidFill>
              </a:defRPr>
            </a:lvl1pPr>
          </a:lstStyle>
          <a:p>
            <a:r>
              <a:rPr lang="de-DE"/>
              <a:t>|  Optionale Zusatzinformationen</a:t>
            </a:r>
            <a:endParaRPr lang="de-DE" dirty="0"/>
          </a:p>
        </p:txBody>
      </p:sp>
      <p:sp>
        <p:nvSpPr>
          <p:cNvPr id="9" name="Foliennummernplatzhalter 7">
            <a:extLst>
              <a:ext uri="{FF2B5EF4-FFF2-40B4-BE49-F238E27FC236}">
                <a16:creationId xmlns:a16="http://schemas.microsoft.com/office/drawing/2014/main" id="{5E06B4AD-46CF-CBF4-D59E-9B9246C2A072}"/>
              </a:ext>
            </a:extLst>
          </p:cNvPr>
          <p:cNvSpPr>
            <a:spLocks noGrp="1"/>
          </p:cNvSpPr>
          <p:nvPr>
            <p:ph type="sldNum" sz="quarter" idx="4"/>
          </p:nvPr>
        </p:nvSpPr>
        <p:spPr>
          <a:xfrm>
            <a:off x="514350" y="6574465"/>
            <a:ext cx="384217" cy="123111"/>
          </a:xfrm>
          <a:prstGeom prst="rect">
            <a:avLst/>
          </a:prstGeom>
        </p:spPr>
        <p:txBody>
          <a:bodyPr lIns="0" tIns="0" rIns="0" bIns="0">
            <a:spAutoFit/>
          </a:bodyPr>
          <a:lstStyle>
            <a:lvl1pPr>
              <a:defRPr sz="800" b="1">
                <a:solidFill>
                  <a:schemeClr val="bg1"/>
                </a:solidFill>
              </a:defRPr>
            </a:lvl1pPr>
          </a:lstStyle>
          <a:p>
            <a:fld id="{82EA1D04-CA53-4DE3-84A8-2B63E41036C9}" type="slidenum">
              <a:rPr lang="de-DE" smtClean="0"/>
              <a:pPr/>
              <a:t>‹#›</a:t>
            </a:fld>
            <a:endParaRPr lang="de-DE" dirty="0"/>
          </a:p>
        </p:txBody>
      </p:sp>
      <p:pic>
        <p:nvPicPr>
          <p:cNvPr id="13" name="Grafik 12">
            <a:extLst>
              <a:ext uri="{FF2B5EF4-FFF2-40B4-BE49-F238E27FC236}">
                <a16:creationId xmlns:a16="http://schemas.microsoft.com/office/drawing/2014/main" id="{B27CB06B-986D-2B29-D345-79ECD199A80D}"/>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685463" y="6219825"/>
            <a:ext cx="1504950" cy="638175"/>
          </a:xfrm>
          <a:prstGeom prst="rect">
            <a:avLst/>
          </a:prstGeom>
        </p:spPr>
      </p:pic>
    </p:spTree>
    <p:extLst>
      <p:ext uri="{BB962C8B-B14F-4D97-AF65-F5344CB8AC3E}">
        <p14:creationId xmlns:p14="http://schemas.microsoft.com/office/powerpoint/2010/main" val="3014758349"/>
      </p:ext>
    </p:extLst>
  </p:cSld>
  <p:clrMapOvr>
    <a:masterClrMapping/>
  </p:clrMapOvr>
  <p:hf hdr="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page">
    <p:spTree>
      <p:nvGrpSpPr>
        <p:cNvPr id="1" name=""/>
        <p:cNvGrpSpPr/>
        <p:nvPr/>
      </p:nvGrpSpPr>
      <p:grpSpPr>
        <a:xfrm>
          <a:off x="0" y="0"/>
          <a:ext cx="0" cy="0"/>
          <a:chOff x="0" y="0"/>
          <a:chExt cx="0" cy="0"/>
        </a:xfrm>
      </p:grpSpPr>
      <p:sp>
        <p:nvSpPr>
          <p:cNvPr id="4" name="Datumsplatzhalter 5">
            <a:extLst>
              <a:ext uri="{FF2B5EF4-FFF2-40B4-BE49-F238E27FC236}">
                <a16:creationId xmlns:a16="http://schemas.microsoft.com/office/drawing/2014/main" id="{6FB06E86-BBA2-B9C2-6984-5A8E65ABFE17}"/>
              </a:ext>
            </a:extLst>
          </p:cNvPr>
          <p:cNvSpPr>
            <a:spLocks noGrp="1"/>
          </p:cNvSpPr>
          <p:nvPr>
            <p:ph type="dt" sz="half" idx="2"/>
          </p:nvPr>
        </p:nvSpPr>
        <p:spPr>
          <a:xfrm>
            <a:off x="973097" y="6574465"/>
            <a:ext cx="519373" cy="123111"/>
          </a:xfrm>
          <a:prstGeom prst="rect">
            <a:avLst/>
          </a:prstGeom>
        </p:spPr>
        <p:txBody>
          <a:bodyPr wrap="none" lIns="0" tIns="0" rIns="0" bIns="0">
            <a:spAutoFit/>
          </a:bodyPr>
          <a:lstStyle>
            <a:lvl1pPr>
              <a:defRPr sz="800"/>
            </a:lvl1pPr>
          </a:lstStyle>
          <a:p>
            <a:fld id="{65010B03-D230-4701-9F37-B6F131066B93}" type="datetime1">
              <a:rPr lang="de-DE" smtClean="0"/>
              <a:pPr/>
              <a:t>04.03.2026</a:t>
            </a:fld>
            <a:endParaRPr lang="de-DE" dirty="0"/>
          </a:p>
        </p:txBody>
      </p:sp>
      <p:sp>
        <p:nvSpPr>
          <p:cNvPr id="6" name="Fußzeilenplatzhalter 6">
            <a:extLst>
              <a:ext uri="{FF2B5EF4-FFF2-40B4-BE49-F238E27FC236}">
                <a16:creationId xmlns:a16="http://schemas.microsoft.com/office/drawing/2014/main" id="{D2EAC7BA-A5C3-535D-2E9C-B6A605DC6262}"/>
              </a:ext>
            </a:extLst>
          </p:cNvPr>
          <p:cNvSpPr>
            <a:spLocks noGrp="1"/>
          </p:cNvSpPr>
          <p:nvPr>
            <p:ph type="ftr" sz="quarter" idx="3"/>
          </p:nvPr>
        </p:nvSpPr>
        <p:spPr>
          <a:xfrm>
            <a:off x="1655337" y="6574465"/>
            <a:ext cx="3364269" cy="123111"/>
          </a:xfrm>
          <a:prstGeom prst="rect">
            <a:avLst/>
          </a:prstGeom>
        </p:spPr>
        <p:txBody>
          <a:bodyPr lIns="0" tIns="0" rIns="0" bIns="0">
            <a:spAutoFit/>
          </a:bodyPr>
          <a:lstStyle>
            <a:lvl1pPr>
              <a:defRPr sz="800">
                <a:solidFill>
                  <a:srgbClr val="000000"/>
                </a:solidFill>
              </a:defRPr>
            </a:lvl1pPr>
          </a:lstStyle>
          <a:p>
            <a:r>
              <a:rPr lang="de-DE" dirty="0"/>
              <a:t>|  Optionale Zusatzinformationen</a:t>
            </a:r>
          </a:p>
        </p:txBody>
      </p:sp>
      <p:sp>
        <p:nvSpPr>
          <p:cNvPr id="7" name="Foliennummernplatzhalter 7">
            <a:extLst>
              <a:ext uri="{FF2B5EF4-FFF2-40B4-BE49-F238E27FC236}">
                <a16:creationId xmlns:a16="http://schemas.microsoft.com/office/drawing/2014/main" id="{4C29F0B1-A62E-061C-8980-2600AEEAC059}"/>
              </a:ext>
            </a:extLst>
          </p:cNvPr>
          <p:cNvSpPr>
            <a:spLocks noGrp="1"/>
          </p:cNvSpPr>
          <p:nvPr>
            <p:ph type="sldNum" sz="quarter" idx="4"/>
          </p:nvPr>
        </p:nvSpPr>
        <p:spPr>
          <a:xfrm>
            <a:off x="514350" y="6574465"/>
            <a:ext cx="384217" cy="123111"/>
          </a:xfrm>
          <a:prstGeom prst="rect">
            <a:avLst/>
          </a:prstGeom>
        </p:spPr>
        <p:txBody>
          <a:bodyPr lIns="0" tIns="0" rIns="0" bIns="0">
            <a:spAutoFit/>
          </a:bodyPr>
          <a:lstStyle>
            <a:lvl1pPr>
              <a:defRPr sz="800" b="1"/>
            </a:lvl1pPr>
          </a:lstStyle>
          <a:p>
            <a:fld id="{82EA1D04-CA53-4DE3-84A8-2B63E41036C9}" type="slidenum">
              <a:rPr lang="de-DE" smtClean="0"/>
              <a:pPr/>
              <a:t>‹#›</a:t>
            </a:fld>
            <a:endParaRPr lang="de-DE" dirty="0"/>
          </a:p>
        </p:txBody>
      </p:sp>
    </p:spTree>
    <p:extLst>
      <p:ext uri="{BB962C8B-B14F-4D97-AF65-F5344CB8AC3E}">
        <p14:creationId xmlns:p14="http://schemas.microsoft.com/office/powerpoint/2010/main" val="748041859"/>
      </p:ext>
    </p:extLst>
  </p:cSld>
  <p:clrMapOvr>
    <a:masterClrMapping/>
  </p:clrMapOvr>
  <p:hf hdr="0"/>
  <p:extLst>
    <p:ext uri="{DCECCB84-F9BA-43D5-87BE-67443E8EF086}">
      <p15:sldGuideLst xmlns:p15="http://schemas.microsoft.com/office/powerpoint/2012/main">
        <p15:guide id="1" pos="2592">
          <p15:clr>
            <a:srgbClr val="FBAE40"/>
          </p15:clr>
        </p15:guide>
        <p15:guide id="2" pos="5087">
          <p15:clr>
            <a:srgbClr val="FBAE40"/>
          </p15:clr>
        </p15:guide>
        <p15:guide id="3" pos="4973">
          <p15:clr>
            <a:srgbClr val="FBAE40"/>
          </p15:clr>
        </p15:guide>
        <p15:guide id="4" pos="2706">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BASF_Finale">
    <p:bg>
      <p:bgPr>
        <a:solidFill>
          <a:schemeClr val="accent1"/>
        </a:solidFill>
        <a:effectLst/>
      </p:bgPr>
    </p:bg>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AA48BB3E-A1F8-4F4B-BC11-253B6E01908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037439" y="2317598"/>
            <a:ext cx="6183516" cy="2234254"/>
          </a:xfrm>
          <a:prstGeom prst="rect">
            <a:avLst/>
          </a:prstGeom>
        </p:spPr>
      </p:pic>
    </p:spTree>
    <p:extLst>
      <p:ext uri="{BB962C8B-B14F-4D97-AF65-F5344CB8AC3E}">
        <p14:creationId xmlns:p14="http://schemas.microsoft.com/office/powerpoint/2010/main" val="796658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image" Target="../media/image2.svg"/><Relationship Id="rId5" Type="http://schemas.openxmlformats.org/officeDocument/2006/relationships/slideLayout" Target="../slideLayouts/slideLayout11.xml"/><Relationship Id="rId10" Type="http://schemas.openxmlformats.org/officeDocument/2006/relationships/theme" Target="../theme/theme2.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image" Target="../media/image2.svg"/><Relationship Id="rId5" Type="http://schemas.openxmlformats.org/officeDocument/2006/relationships/slideLayout" Target="../slideLayouts/slideLayout20.xml"/><Relationship Id="rId10" Type="http://schemas.openxmlformats.org/officeDocument/2006/relationships/theme" Target="../theme/theme3.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3" Type="http://schemas.openxmlformats.org/officeDocument/2006/relationships/tags" Target="../tags/tag2.xml"/><Relationship Id="rId2" Type="http://schemas.openxmlformats.org/officeDocument/2006/relationships/theme" Target="../theme/theme4.xml"/><Relationship Id="rId1" Type="http://schemas.openxmlformats.org/officeDocument/2006/relationships/slideLayout" Target="../slideLayouts/slideLayout25.xml"/><Relationship Id="rId5" Type="http://schemas.openxmlformats.org/officeDocument/2006/relationships/image" Target="../media/image5.emf"/><Relationship Id="rId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5"/>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179010"/>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Lst>
  <p:hf sldNum="0" hdr="0" ftr="0" dt="0"/>
  <p:txStyles>
    <p:titleStyle>
      <a:lvl1pPr algn="l" defTabSz="914309" rtl="0" eaLnBrk="1" latinLnBrk="0" hangingPunct="1">
        <a:lnSpc>
          <a:spcPct val="90000"/>
        </a:lnSpc>
        <a:spcBef>
          <a:spcPct val="0"/>
        </a:spcBef>
        <a:buNone/>
        <a:defRPr sz="4400" kern="1200">
          <a:solidFill>
            <a:srgbClr val="000000"/>
          </a:solidFill>
          <a:latin typeface="+mj-lt"/>
          <a:ea typeface="+mj-ea"/>
          <a:cs typeface="+mj-cs"/>
        </a:defRPr>
      </a:lvl1pPr>
    </p:titleStyle>
    <p:bodyStyle>
      <a:lvl1pPr marL="228577" indent="-228577" algn="l" defTabSz="914309" rtl="0" eaLnBrk="1" latinLnBrk="0" hangingPunct="1">
        <a:lnSpc>
          <a:spcPct val="90000"/>
        </a:lnSpc>
        <a:spcBef>
          <a:spcPts val="1000"/>
        </a:spcBef>
        <a:buClr>
          <a:schemeClr val="accent1"/>
        </a:buClr>
        <a:buFont typeface="Wingdings" panose="05000000000000000000" pitchFamily="2" charset="2"/>
        <a:buChar char=""/>
        <a:defRPr sz="2000" kern="1200" baseline="0">
          <a:solidFill>
            <a:schemeClr val="tx1"/>
          </a:solidFill>
          <a:latin typeface="+mn-lt"/>
          <a:ea typeface="+mn-ea"/>
          <a:cs typeface="+mn-cs"/>
        </a:defRPr>
      </a:lvl1pPr>
      <a:lvl2pPr marL="685731" indent="-228577" algn="l" defTabSz="914309" rtl="0" eaLnBrk="1" latinLnBrk="0" hangingPunct="1">
        <a:lnSpc>
          <a:spcPct val="90000"/>
        </a:lnSpc>
        <a:spcBef>
          <a:spcPts val="500"/>
        </a:spcBef>
        <a:buClr>
          <a:schemeClr val="accent1"/>
        </a:buClr>
        <a:buFont typeface="Wingdings 3" panose="05040102010807070707" pitchFamily="18" charset="2"/>
        <a:buChar char=""/>
        <a:defRPr sz="2000" kern="1200" baseline="0">
          <a:solidFill>
            <a:schemeClr val="tx1"/>
          </a:solidFill>
          <a:latin typeface="+mn-lt"/>
          <a:ea typeface="+mn-ea"/>
          <a:cs typeface="+mn-cs"/>
        </a:defRPr>
      </a:lvl2pPr>
      <a:lvl3pPr marL="1142886" indent="-228577" algn="l" defTabSz="914309" rtl="0" eaLnBrk="1" latinLnBrk="0" hangingPunct="1">
        <a:lnSpc>
          <a:spcPct val="90000"/>
        </a:lnSpc>
        <a:spcBef>
          <a:spcPts val="500"/>
        </a:spcBef>
        <a:buClr>
          <a:schemeClr val="accent1"/>
        </a:buClr>
        <a:buFont typeface="Wingdings" panose="05000000000000000000" pitchFamily="2" charset="2"/>
        <a:buChar char=""/>
        <a:defRPr sz="2000" kern="1200" baseline="0">
          <a:solidFill>
            <a:schemeClr val="tx1"/>
          </a:solidFill>
          <a:latin typeface="+mn-lt"/>
          <a:ea typeface="+mn-ea"/>
          <a:cs typeface="+mn-cs"/>
        </a:defRPr>
      </a:lvl3pPr>
      <a:lvl4pPr marL="1600040" indent="-228577" algn="l" defTabSz="914309" rtl="0" eaLnBrk="1" latinLnBrk="0" hangingPunct="1">
        <a:lnSpc>
          <a:spcPct val="90000"/>
        </a:lnSpc>
        <a:spcBef>
          <a:spcPts val="500"/>
        </a:spcBef>
        <a:buClr>
          <a:schemeClr val="tx1"/>
        </a:buClr>
        <a:buFont typeface="Arial" panose="020B0604020202020204" pitchFamily="34" charset="0"/>
        <a:buChar char="–"/>
        <a:defRPr sz="2000" kern="1200" baseline="0">
          <a:solidFill>
            <a:schemeClr val="tx1"/>
          </a:solidFill>
          <a:latin typeface="+mn-lt"/>
          <a:ea typeface="+mn-ea"/>
          <a:cs typeface="+mn-cs"/>
        </a:defRPr>
      </a:lvl4pPr>
      <a:lvl5pPr marL="2057194" indent="-228577" algn="l" defTabSz="914309" rtl="0" eaLnBrk="1" latinLnBrk="0" hangingPunct="1">
        <a:lnSpc>
          <a:spcPct val="90000"/>
        </a:lnSpc>
        <a:spcBef>
          <a:spcPts val="500"/>
        </a:spcBef>
        <a:buClr>
          <a:schemeClr val="tx1"/>
        </a:buClr>
        <a:buFont typeface="Arial" panose="020B0604020202020204" pitchFamily="34" charset="0"/>
        <a:buChar char="–"/>
        <a:defRPr sz="2000" kern="1200" baseline="0">
          <a:solidFill>
            <a:schemeClr val="tx1"/>
          </a:solidFill>
          <a:latin typeface="+mn-lt"/>
          <a:ea typeface="+mn-ea"/>
          <a:cs typeface="+mn-cs"/>
        </a:defRPr>
      </a:lvl5pPr>
      <a:lvl6pPr marL="2514349" indent="-228577" algn="l" defTabSz="914309" rtl="0" eaLnBrk="1" latinLnBrk="0" hangingPunct="1">
        <a:lnSpc>
          <a:spcPct val="90000"/>
        </a:lnSpc>
        <a:spcBef>
          <a:spcPts val="500"/>
        </a:spcBef>
        <a:buFont typeface="Arial" panose="020B0604020202020204" pitchFamily="34" charset="0"/>
        <a:buChar char="•"/>
        <a:defRPr sz="2000" kern="1200" baseline="0">
          <a:solidFill>
            <a:schemeClr val="tx1"/>
          </a:solidFill>
          <a:latin typeface="+mn-lt"/>
          <a:ea typeface="+mn-ea"/>
          <a:cs typeface="+mn-cs"/>
        </a:defRPr>
      </a:lvl6pPr>
      <a:lvl7pPr marL="2971503" indent="-228577" algn="l" defTabSz="914309" rtl="0" eaLnBrk="1" latinLnBrk="0" hangingPunct="1">
        <a:lnSpc>
          <a:spcPct val="90000"/>
        </a:lnSpc>
        <a:spcBef>
          <a:spcPts val="500"/>
        </a:spcBef>
        <a:buFont typeface="Arial" panose="020B0604020202020204" pitchFamily="34" charset="0"/>
        <a:buChar char="•"/>
        <a:defRPr sz="2000" kern="1200" baseline="0">
          <a:solidFill>
            <a:schemeClr val="tx1"/>
          </a:solidFill>
          <a:latin typeface="+mn-lt"/>
          <a:ea typeface="+mn-ea"/>
          <a:cs typeface="+mn-cs"/>
        </a:defRPr>
      </a:lvl7pPr>
      <a:lvl8pPr marL="3428657" indent="-228577" algn="l" defTabSz="914309" rtl="0" eaLnBrk="1" latinLnBrk="0" hangingPunct="1">
        <a:lnSpc>
          <a:spcPct val="90000"/>
        </a:lnSpc>
        <a:spcBef>
          <a:spcPts val="500"/>
        </a:spcBef>
        <a:buFont typeface="Arial" panose="020B0604020202020204" pitchFamily="34" charset="0"/>
        <a:buChar char="•"/>
        <a:defRPr sz="2000" kern="1200" baseline="0">
          <a:solidFill>
            <a:schemeClr val="tx1"/>
          </a:solidFill>
          <a:latin typeface="+mn-lt"/>
          <a:ea typeface="+mn-ea"/>
          <a:cs typeface="+mn-cs"/>
        </a:defRPr>
      </a:lvl8pPr>
      <a:lvl9pPr marL="3885811" indent="-228577" algn="l" defTabSz="914309" rtl="0" eaLnBrk="1" latinLnBrk="0" hangingPunct="1">
        <a:lnSpc>
          <a:spcPct val="90000"/>
        </a:lnSpc>
        <a:spcBef>
          <a:spcPts val="500"/>
        </a:spcBef>
        <a:buFont typeface="Arial" panose="020B0604020202020204" pitchFamily="34" charset="0"/>
        <a:buChar char="•"/>
        <a:defRPr sz="2000" kern="1200" baseline="0">
          <a:solidFill>
            <a:schemeClr val="tx1"/>
          </a:solidFill>
          <a:latin typeface="+mn-lt"/>
          <a:ea typeface="+mn-ea"/>
          <a:cs typeface="+mn-cs"/>
        </a:defRPr>
      </a:lvl9pPr>
    </p:bodyStyle>
    <p:otherStyle>
      <a:defPPr>
        <a:defRPr lang="de-DE"/>
      </a:defPPr>
      <a:lvl1pPr marL="0" algn="l" defTabSz="914309" rtl="0" eaLnBrk="1" latinLnBrk="0" hangingPunct="1">
        <a:defRPr sz="1800" kern="1200">
          <a:solidFill>
            <a:schemeClr val="tx1"/>
          </a:solidFill>
          <a:latin typeface="+mn-lt"/>
          <a:ea typeface="+mn-ea"/>
          <a:cs typeface="+mn-cs"/>
        </a:defRPr>
      </a:lvl1pPr>
      <a:lvl2pPr marL="457154" algn="l" defTabSz="914309" rtl="0" eaLnBrk="1" latinLnBrk="0" hangingPunct="1">
        <a:defRPr sz="1800" kern="1200">
          <a:solidFill>
            <a:schemeClr val="tx1"/>
          </a:solidFill>
          <a:latin typeface="+mn-lt"/>
          <a:ea typeface="+mn-ea"/>
          <a:cs typeface="+mn-cs"/>
        </a:defRPr>
      </a:lvl2pPr>
      <a:lvl3pPr marL="914309" algn="l" defTabSz="914309" rtl="0" eaLnBrk="1" latinLnBrk="0" hangingPunct="1">
        <a:defRPr sz="1800" kern="1200">
          <a:solidFill>
            <a:schemeClr val="tx1"/>
          </a:solidFill>
          <a:latin typeface="+mn-lt"/>
          <a:ea typeface="+mn-ea"/>
          <a:cs typeface="+mn-cs"/>
        </a:defRPr>
      </a:lvl3pPr>
      <a:lvl4pPr marL="1371463" algn="l" defTabSz="914309" rtl="0" eaLnBrk="1" latinLnBrk="0" hangingPunct="1">
        <a:defRPr sz="1800" kern="1200">
          <a:solidFill>
            <a:schemeClr val="tx1"/>
          </a:solidFill>
          <a:latin typeface="+mn-lt"/>
          <a:ea typeface="+mn-ea"/>
          <a:cs typeface="+mn-cs"/>
        </a:defRPr>
      </a:lvl4pPr>
      <a:lvl5pPr marL="1828617" algn="l" defTabSz="914309" rtl="0" eaLnBrk="1" latinLnBrk="0" hangingPunct="1">
        <a:defRPr sz="1800" kern="1200">
          <a:solidFill>
            <a:schemeClr val="tx1"/>
          </a:solidFill>
          <a:latin typeface="+mn-lt"/>
          <a:ea typeface="+mn-ea"/>
          <a:cs typeface="+mn-cs"/>
        </a:defRPr>
      </a:lvl5pPr>
      <a:lvl6pPr marL="2285771" algn="l" defTabSz="914309" rtl="0" eaLnBrk="1" latinLnBrk="0" hangingPunct="1">
        <a:defRPr sz="1800" kern="1200">
          <a:solidFill>
            <a:schemeClr val="tx1"/>
          </a:solidFill>
          <a:latin typeface="+mn-lt"/>
          <a:ea typeface="+mn-ea"/>
          <a:cs typeface="+mn-cs"/>
        </a:defRPr>
      </a:lvl6pPr>
      <a:lvl7pPr marL="2742926" algn="l" defTabSz="914309" rtl="0" eaLnBrk="1" latinLnBrk="0" hangingPunct="1">
        <a:defRPr sz="1800" kern="1200">
          <a:solidFill>
            <a:schemeClr val="tx1"/>
          </a:solidFill>
          <a:latin typeface="+mn-lt"/>
          <a:ea typeface="+mn-ea"/>
          <a:cs typeface="+mn-cs"/>
        </a:defRPr>
      </a:lvl7pPr>
      <a:lvl8pPr marL="3200080" algn="l" defTabSz="914309" rtl="0" eaLnBrk="1" latinLnBrk="0" hangingPunct="1">
        <a:defRPr sz="1800" kern="1200">
          <a:solidFill>
            <a:schemeClr val="tx1"/>
          </a:solidFill>
          <a:latin typeface="+mn-lt"/>
          <a:ea typeface="+mn-ea"/>
          <a:cs typeface="+mn-cs"/>
        </a:defRPr>
      </a:lvl8pPr>
      <a:lvl9pPr marL="3657234" algn="l" defTabSz="914309"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1">
          <p15:clr>
            <a:srgbClr val="F26B43"/>
          </p15:clr>
        </p15:guide>
        <p15:guide id="2" pos="324">
          <p15:clr>
            <a:srgbClr val="F26B43"/>
          </p15:clr>
        </p15:guide>
        <p15:guide id="3" pos="7355">
          <p15:clr>
            <a:srgbClr val="F26B43"/>
          </p15:clr>
        </p15:guide>
        <p15:guide id="4" orient="horz" pos="390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accent5"/>
        </a:solidFill>
        <a:effectLst/>
      </p:bgPr>
    </p:bg>
    <p:spTree>
      <p:nvGrpSpPr>
        <p:cNvPr id="1" name=""/>
        <p:cNvGrpSpPr/>
        <p:nvPr/>
      </p:nvGrpSpPr>
      <p:grpSpPr>
        <a:xfrm>
          <a:off x="0" y="0"/>
          <a:ext cx="0" cy="0"/>
          <a:chOff x="0" y="0"/>
          <a:chExt cx="0" cy="0"/>
        </a:xfrm>
      </p:grpSpPr>
      <p:sp>
        <p:nvSpPr>
          <p:cNvPr id="15" name="Titelplatzhalter 4">
            <a:extLst>
              <a:ext uri="{FF2B5EF4-FFF2-40B4-BE49-F238E27FC236}">
                <a16:creationId xmlns:a16="http://schemas.microsoft.com/office/drawing/2014/main" id="{69953FA8-7320-4389-8473-636297A22DCF}"/>
              </a:ext>
            </a:extLst>
          </p:cNvPr>
          <p:cNvSpPr>
            <a:spLocks noGrp="1"/>
          </p:cNvSpPr>
          <p:nvPr>
            <p:ph type="title"/>
          </p:nvPr>
        </p:nvSpPr>
        <p:spPr>
          <a:xfrm>
            <a:off x="514800" y="540000"/>
            <a:ext cx="11161263" cy="818686"/>
          </a:xfrm>
          <a:prstGeom prst="rect">
            <a:avLst/>
          </a:prstGeom>
        </p:spPr>
        <p:txBody>
          <a:bodyPr vert="horz" lIns="0" tIns="0" rIns="0" bIns="0" rtlCol="0" anchor="t" anchorCtr="0">
            <a:noAutofit/>
          </a:bodyPr>
          <a:lstStyle/>
          <a:p>
            <a:r>
              <a:rPr lang="de-DE" dirty="0"/>
              <a:t>Titelmasterformat durch Klicken bearbeiten</a:t>
            </a:r>
          </a:p>
        </p:txBody>
      </p:sp>
      <p:sp>
        <p:nvSpPr>
          <p:cNvPr id="2" name="Datumsplatzhalter 5">
            <a:extLst>
              <a:ext uri="{FF2B5EF4-FFF2-40B4-BE49-F238E27FC236}">
                <a16:creationId xmlns:a16="http://schemas.microsoft.com/office/drawing/2014/main" id="{678D08FA-D876-0B00-90DD-C6108F61FD1E}"/>
              </a:ext>
            </a:extLst>
          </p:cNvPr>
          <p:cNvSpPr>
            <a:spLocks noGrp="1"/>
          </p:cNvSpPr>
          <p:nvPr>
            <p:ph type="dt" sz="half" idx="2"/>
          </p:nvPr>
        </p:nvSpPr>
        <p:spPr>
          <a:xfrm>
            <a:off x="973097" y="6574465"/>
            <a:ext cx="519373" cy="123111"/>
          </a:xfrm>
          <a:prstGeom prst="rect">
            <a:avLst/>
          </a:prstGeom>
        </p:spPr>
        <p:txBody>
          <a:bodyPr wrap="none" lIns="0" tIns="0" rIns="0" bIns="0">
            <a:spAutoFit/>
          </a:bodyPr>
          <a:lstStyle>
            <a:lvl1pPr>
              <a:defRPr sz="800"/>
            </a:lvl1pPr>
          </a:lstStyle>
          <a:p>
            <a:fld id="{65010B03-D230-4701-9F37-B6F131066B93}" type="datetime1">
              <a:rPr lang="de-DE" smtClean="0"/>
              <a:pPr/>
              <a:t>04.03.2026</a:t>
            </a:fld>
            <a:endParaRPr lang="de-DE" dirty="0"/>
          </a:p>
        </p:txBody>
      </p:sp>
      <p:sp>
        <p:nvSpPr>
          <p:cNvPr id="3" name="Fußzeilenplatzhalter 6">
            <a:extLst>
              <a:ext uri="{FF2B5EF4-FFF2-40B4-BE49-F238E27FC236}">
                <a16:creationId xmlns:a16="http://schemas.microsoft.com/office/drawing/2014/main" id="{580AA292-40B9-5A46-88D8-0FF75F419640}"/>
              </a:ext>
            </a:extLst>
          </p:cNvPr>
          <p:cNvSpPr>
            <a:spLocks noGrp="1"/>
          </p:cNvSpPr>
          <p:nvPr>
            <p:ph type="ftr" sz="quarter" idx="3"/>
          </p:nvPr>
        </p:nvSpPr>
        <p:spPr>
          <a:xfrm>
            <a:off x="1655337" y="6574465"/>
            <a:ext cx="3364269" cy="123111"/>
          </a:xfrm>
          <a:prstGeom prst="rect">
            <a:avLst/>
          </a:prstGeom>
        </p:spPr>
        <p:txBody>
          <a:bodyPr lIns="0" tIns="0" rIns="0" bIns="0">
            <a:spAutoFit/>
          </a:bodyPr>
          <a:lstStyle>
            <a:lvl1pPr>
              <a:defRPr sz="800">
                <a:solidFill>
                  <a:srgbClr val="000000"/>
                </a:solidFill>
              </a:defRPr>
            </a:lvl1pPr>
          </a:lstStyle>
          <a:p>
            <a:r>
              <a:rPr lang="de-DE" dirty="0"/>
              <a:t>|  Optionale Zusatzinformationen</a:t>
            </a:r>
          </a:p>
        </p:txBody>
      </p:sp>
      <p:sp>
        <p:nvSpPr>
          <p:cNvPr id="4" name="Foliennummernplatzhalter 7">
            <a:extLst>
              <a:ext uri="{FF2B5EF4-FFF2-40B4-BE49-F238E27FC236}">
                <a16:creationId xmlns:a16="http://schemas.microsoft.com/office/drawing/2014/main" id="{A7D3398C-4677-F79F-529A-707E7FE40CB6}"/>
              </a:ext>
            </a:extLst>
          </p:cNvPr>
          <p:cNvSpPr>
            <a:spLocks noGrp="1"/>
          </p:cNvSpPr>
          <p:nvPr>
            <p:ph type="sldNum" sz="quarter" idx="4"/>
          </p:nvPr>
        </p:nvSpPr>
        <p:spPr>
          <a:xfrm>
            <a:off x="514350" y="6574465"/>
            <a:ext cx="384217" cy="123111"/>
          </a:xfrm>
          <a:prstGeom prst="rect">
            <a:avLst/>
          </a:prstGeom>
        </p:spPr>
        <p:txBody>
          <a:bodyPr lIns="0" tIns="0" rIns="0" bIns="0">
            <a:spAutoFit/>
          </a:bodyPr>
          <a:lstStyle>
            <a:lvl1pPr>
              <a:defRPr sz="800" b="1"/>
            </a:lvl1pPr>
          </a:lstStyle>
          <a:p>
            <a:fld id="{82EA1D04-CA53-4DE3-84A8-2B63E41036C9}" type="slidenum">
              <a:rPr lang="de-DE" smtClean="0"/>
              <a:pPr/>
              <a:t>‹#›</a:t>
            </a:fld>
            <a:endParaRPr lang="de-DE" dirty="0"/>
          </a:p>
        </p:txBody>
      </p:sp>
      <p:sp>
        <p:nvSpPr>
          <p:cNvPr id="7" name="Textplatzhalter 6">
            <a:extLst>
              <a:ext uri="{FF2B5EF4-FFF2-40B4-BE49-F238E27FC236}">
                <a16:creationId xmlns:a16="http://schemas.microsoft.com/office/drawing/2014/main" id="{D8F924FE-8B67-DD22-3EF9-B6B78A81AFCC}"/>
              </a:ext>
            </a:extLst>
          </p:cNvPr>
          <p:cNvSpPr>
            <a:spLocks noGrp="1"/>
          </p:cNvSpPr>
          <p:nvPr>
            <p:ph type="body" idx="1"/>
          </p:nvPr>
        </p:nvSpPr>
        <p:spPr>
          <a:xfrm>
            <a:off x="514350" y="2024063"/>
            <a:ext cx="11161713" cy="4176712"/>
          </a:xfrm>
          <a:prstGeom prst="rect">
            <a:avLst/>
          </a:prstGeom>
          <a:solidFill>
            <a:schemeClr val="bg1"/>
          </a:solidFill>
        </p:spPr>
        <p:txBody>
          <a:bodyPr vert="horz" lIns="144000" tIns="144000" rIns="144000" bIns="14400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p:txBody>
      </p:sp>
      <p:pic>
        <p:nvPicPr>
          <p:cNvPr id="6" name="Graphic 7">
            <a:extLst>
              <a:ext uri="{FF2B5EF4-FFF2-40B4-BE49-F238E27FC236}">
                <a16:creationId xmlns:a16="http://schemas.microsoft.com/office/drawing/2014/main" id="{7A71D73A-2A78-2C40-D86D-A4F8199DFCAA}"/>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10691813" y="6223000"/>
            <a:ext cx="1498600" cy="635000"/>
          </a:xfrm>
          <a:prstGeom prst="rect">
            <a:avLst/>
          </a:prstGeom>
        </p:spPr>
      </p:pic>
    </p:spTree>
    <p:extLst>
      <p:ext uri="{BB962C8B-B14F-4D97-AF65-F5344CB8AC3E}">
        <p14:creationId xmlns:p14="http://schemas.microsoft.com/office/powerpoint/2010/main" val="4013257654"/>
      </p:ext>
    </p:extLst>
  </p:cSld>
  <p:clrMap bg1="lt1" tx1="dk1" bg2="lt2" tx2="dk2" accent1="accent1" accent2="accent2" accent3="accent3" accent4="accent4" accent5="accent5" accent6="accent6" hlink="hlink" folHlink="folHlink"/>
  <p:sldLayoutIdLst>
    <p:sldLayoutId id="2147483771" r:id="rId1"/>
    <p:sldLayoutId id="2147483772" r:id="rId2"/>
    <p:sldLayoutId id="2147483773" r:id="rId3"/>
    <p:sldLayoutId id="2147483774" r:id="rId4"/>
    <p:sldLayoutId id="2147483775" r:id="rId5"/>
    <p:sldLayoutId id="2147483776" r:id="rId6"/>
    <p:sldLayoutId id="2147483777" r:id="rId7"/>
    <p:sldLayoutId id="2147483778" r:id="rId8"/>
    <p:sldLayoutId id="2147483779" r:id="rId9"/>
  </p:sldLayoutIdLst>
  <p:hf hdr="0"/>
  <p:txStyles>
    <p:titleStyle>
      <a:lvl1pPr algn="l" defTabSz="914309" rtl="0" eaLnBrk="1" latinLnBrk="0" hangingPunct="1">
        <a:lnSpc>
          <a:spcPct val="95000"/>
        </a:lnSpc>
        <a:spcBef>
          <a:spcPts val="0"/>
        </a:spcBef>
        <a:spcAft>
          <a:spcPts val="0"/>
        </a:spcAft>
        <a:buNone/>
        <a:defRPr sz="2800" b="1" i="0" kern="1200">
          <a:solidFill>
            <a:schemeClr val="tx1"/>
          </a:solidFill>
          <a:latin typeface="Arial" panose="020B0604020202020204" pitchFamily="34" charset="0"/>
          <a:ea typeface="+mj-ea"/>
          <a:cs typeface="+mj-cs"/>
        </a:defRPr>
      </a:lvl1pPr>
    </p:titleStyle>
    <p:bodyStyle>
      <a:lvl1pPr marL="180000" marR="0" indent="-180000" algn="l" defTabSz="914400" rtl="0" eaLnBrk="1" fontAlgn="base" latinLnBrk="0" hangingPunct="1">
        <a:lnSpc>
          <a:spcPct val="110000"/>
        </a:lnSpc>
        <a:spcBef>
          <a:spcPts val="1200"/>
        </a:spcBef>
        <a:spcAft>
          <a:spcPct val="0"/>
        </a:spcAft>
        <a:buClr>
          <a:srgbClr val="65AC1E"/>
        </a:buClr>
        <a:buSzTx/>
        <a:buFont typeface="Wingdings" panose="05000000000000000000" pitchFamily="2" charset="2"/>
        <a:buChar char="§"/>
        <a:tabLst/>
        <a:defRPr sz="2000" b="0" i="0" kern="1200" baseline="0">
          <a:solidFill>
            <a:schemeClr val="tx1"/>
          </a:solidFill>
          <a:latin typeface="Arial" panose="020B0604020202020204" pitchFamily="34" charset="0"/>
          <a:ea typeface="+mn-ea"/>
          <a:cs typeface="+mn-cs"/>
        </a:defRPr>
      </a:lvl1pPr>
      <a:lvl2pPr marL="446400" marR="0" indent="-270000" algn="l" defTabSz="914400" rtl="0" eaLnBrk="1" fontAlgn="base" latinLnBrk="0" hangingPunct="1">
        <a:lnSpc>
          <a:spcPct val="110000"/>
        </a:lnSpc>
        <a:spcBef>
          <a:spcPts val="600"/>
        </a:spcBef>
        <a:spcAft>
          <a:spcPct val="0"/>
        </a:spcAft>
        <a:buClr>
          <a:srgbClr val="65AC1E"/>
        </a:buClr>
        <a:buSzPct val="80000"/>
        <a:buFont typeface="Wingdings 3" panose="05040102010807070707" pitchFamily="18" charset="2"/>
        <a:buChar char=""/>
        <a:tabLst/>
        <a:defRPr sz="2000" b="0" i="0" kern="1200" baseline="0">
          <a:solidFill>
            <a:schemeClr val="tx1"/>
          </a:solidFill>
          <a:latin typeface="Arial" panose="020B0604020202020204" pitchFamily="34" charset="0"/>
          <a:ea typeface="+mn-ea"/>
          <a:cs typeface="+mn-cs"/>
        </a:defRPr>
      </a:lvl2pPr>
      <a:lvl3pPr marL="630000" marR="0" indent="-180000" algn="l" defTabSz="914400" rtl="0" eaLnBrk="1" fontAlgn="base" latinLnBrk="0" hangingPunct="1">
        <a:lnSpc>
          <a:spcPct val="110000"/>
        </a:lnSpc>
        <a:spcBef>
          <a:spcPts val="300"/>
        </a:spcBef>
        <a:spcAft>
          <a:spcPts val="0"/>
        </a:spcAft>
        <a:buClr>
          <a:srgbClr val="65AC1E"/>
        </a:buClr>
        <a:buSzPct val="95000"/>
        <a:buFont typeface="Arial" panose="020B0604020202020204" pitchFamily="34" charset="0"/>
        <a:buChar char="•"/>
        <a:tabLst/>
        <a:defRPr sz="2000" b="0" i="0" kern="1200" baseline="0">
          <a:solidFill>
            <a:schemeClr val="tx1"/>
          </a:solidFill>
          <a:latin typeface="Arial" panose="020B0604020202020204" pitchFamily="34" charset="0"/>
          <a:ea typeface="+mn-ea"/>
          <a:cs typeface="+mn-cs"/>
        </a:defRPr>
      </a:lvl3pPr>
      <a:lvl4pPr marL="810000" marR="0" indent="-180000" algn="l" defTabSz="914400" rtl="0" eaLnBrk="1" fontAlgn="base" latinLnBrk="0" hangingPunct="1">
        <a:lnSpc>
          <a:spcPct val="110000"/>
        </a:lnSpc>
        <a:spcBef>
          <a:spcPts val="100"/>
        </a:spcBef>
        <a:spcAft>
          <a:spcPct val="0"/>
        </a:spcAft>
        <a:buClr>
          <a:srgbClr val="65AC1E"/>
        </a:buClr>
        <a:buSzPct val="80000"/>
        <a:buFont typeface="Arial" panose="020B0604020202020204" pitchFamily="34" charset="0"/>
        <a:buChar char="−"/>
        <a:tabLst/>
        <a:defRPr sz="2000" b="0" i="0" kern="1200" baseline="0">
          <a:solidFill>
            <a:schemeClr val="tx1"/>
          </a:solidFill>
          <a:latin typeface="Arial" panose="020B0604020202020204" pitchFamily="34" charset="0"/>
          <a:ea typeface="+mn-ea"/>
          <a:cs typeface="+mn-cs"/>
        </a:defRPr>
      </a:lvl4pPr>
      <a:lvl5pPr marL="1623438" indent="-266373" algn="l" defTabSz="914309" rtl="0" eaLnBrk="1" latinLnBrk="0" hangingPunct="1">
        <a:lnSpc>
          <a:spcPct val="95000"/>
        </a:lnSpc>
        <a:spcBef>
          <a:spcPts val="0"/>
        </a:spcBef>
        <a:spcAft>
          <a:spcPts val="0"/>
        </a:spcAft>
        <a:buClr>
          <a:schemeClr val="tx1"/>
        </a:buClr>
        <a:buSzPct val="100000"/>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5pPr>
      <a:lvl6pPr marL="2080592"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6pPr>
      <a:lvl7pPr marL="2537746"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7pPr>
      <a:lvl8pPr marL="2994900"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8pPr>
      <a:lvl9pPr marL="3452055"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9pPr>
    </p:bodyStyle>
    <p:otherStyle>
      <a:defPPr>
        <a:defRPr lang="de-DE"/>
      </a:defPPr>
      <a:lvl1pPr marL="0" algn="l" defTabSz="914309" rtl="0" eaLnBrk="1" latinLnBrk="0" hangingPunct="1">
        <a:defRPr sz="1800" kern="1200">
          <a:solidFill>
            <a:schemeClr val="tx1"/>
          </a:solidFill>
          <a:latin typeface="+mn-lt"/>
          <a:ea typeface="+mn-ea"/>
          <a:cs typeface="+mn-cs"/>
        </a:defRPr>
      </a:lvl1pPr>
      <a:lvl2pPr marL="457154" algn="l" defTabSz="914309" rtl="0" eaLnBrk="1" latinLnBrk="0" hangingPunct="1">
        <a:defRPr sz="1800" kern="1200">
          <a:solidFill>
            <a:schemeClr val="tx1"/>
          </a:solidFill>
          <a:latin typeface="+mn-lt"/>
          <a:ea typeface="+mn-ea"/>
          <a:cs typeface="+mn-cs"/>
        </a:defRPr>
      </a:lvl2pPr>
      <a:lvl3pPr marL="914309" algn="l" defTabSz="914309" rtl="0" eaLnBrk="1" latinLnBrk="0" hangingPunct="1">
        <a:defRPr sz="1800" kern="1200">
          <a:solidFill>
            <a:schemeClr val="tx1"/>
          </a:solidFill>
          <a:latin typeface="+mn-lt"/>
          <a:ea typeface="+mn-ea"/>
          <a:cs typeface="+mn-cs"/>
        </a:defRPr>
      </a:lvl3pPr>
      <a:lvl4pPr marL="1371463" algn="l" defTabSz="914309" rtl="0" eaLnBrk="1" latinLnBrk="0" hangingPunct="1">
        <a:defRPr sz="1800" kern="1200">
          <a:solidFill>
            <a:schemeClr val="tx1"/>
          </a:solidFill>
          <a:latin typeface="+mn-lt"/>
          <a:ea typeface="+mn-ea"/>
          <a:cs typeface="+mn-cs"/>
        </a:defRPr>
      </a:lvl4pPr>
      <a:lvl5pPr marL="1828617" algn="l" defTabSz="914309" rtl="0" eaLnBrk="1" latinLnBrk="0" hangingPunct="1">
        <a:defRPr sz="1800" kern="1200">
          <a:solidFill>
            <a:schemeClr val="tx1"/>
          </a:solidFill>
          <a:latin typeface="+mn-lt"/>
          <a:ea typeface="+mn-ea"/>
          <a:cs typeface="+mn-cs"/>
        </a:defRPr>
      </a:lvl5pPr>
      <a:lvl6pPr marL="2285771" algn="l" defTabSz="914309" rtl="0" eaLnBrk="1" latinLnBrk="0" hangingPunct="1">
        <a:defRPr sz="1800" kern="1200">
          <a:solidFill>
            <a:schemeClr val="tx1"/>
          </a:solidFill>
          <a:latin typeface="+mn-lt"/>
          <a:ea typeface="+mn-ea"/>
          <a:cs typeface="+mn-cs"/>
        </a:defRPr>
      </a:lvl6pPr>
      <a:lvl7pPr marL="2742926" algn="l" defTabSz="914309" rtl="0" eaLnBrk="1" latinLnBrk="0" hangingPunct="1">
        <a:defRPr sz="1800" kern="1200">
          <a:solidFill>
            <a:schemeClr val="tx1"/>
          </a:solidFill>
          <a:latin typeface="+mn-lt"/>
          <a:ea typeface="+mn-ea"/>
          <a:cs typeface="+mn-cs"/>
        </a:defRPr>
      </a:lvl7pPr>
      <a:lvl8pPr marL="3200080" algn="l" defTabSz="914309" rtl="0" eaLnBrk="1" latinLnBrk="0" hangingPunct="1">
        <a:defRPr sz="1800" kern="1200">
          <a:solidFill>
            <a:schemeClr val="tx1"/>
          </a:solidFill>
          <a:latin typeface="+mn-lt"/>
          <a:ea typeface="+mn-ea"/>
          <a:cs typeface="+mn-cs"/>
        </a:defRPr>
      </a:lvl8pPr>
      <a:lvl9pPr marL="3657234" algn="l" defTabSz="914309"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7355" userDrawn="1">
          <p15:clr>
            <a:srgbClr val="F26B43"/>
          </p15:clr>
        </p15:guide>
        <p15:guide id="7" orient="horz" pos="4201" userDrawn="1">
          <p15:clr>
            <a:srgbClr val="F26B43"/>
          </p15:clr>
        </p15:guide>
        <p15:guide id="8" orient="horz" pos="4032" userDrawn="1">
          <p15:clr>
            <a:srgbClr val="F26B43"/>
          </p15:clr>
        </p15:guide>
        <p15:guide id="9" orient="horz" pos="1275" userDrawn="1">
          <p15:clr>
            <a:srgbClr val="F26B43"/>
          </p15:clr>
        </p15:guide>
        <p15:guide id="10" pos="324" userDrawn="1">
          <p15:clr>
            <a:srgbClr val="F26B43"/>
          </p15:clr>
        </p15:guide>
        <p15:guide id="11" orient="horz" pos="3906" userDrawn="1">
          <p15:clr>
            <a:srgbClr val="F26B43"/>
          </p15:clr>
        </p15:guide>
        <p15:guide id="12" orient="horz" pos="391" userDrawn="1">
          <p15:clr>
            <a:srgbClr val="F26B43"/>
          </p15:clr>
        </p15:guide>
        <p15:guide id="13" orient="horz" pos="55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accent5"/>
        </a:solidFill>
        <a:effectLst/>
      </p:bgPr>
    </p:bg>
    <p:spTree>
      <p:nvGrpSpPr>
        <p:cNvPr id="1" name=""/>
        <p:cNvGrpSpPr/>
        <p:nvPr/>
      </p:nvGrpSpPr>
      <p:grpSpPr>
        <a:xfrm>
          <a:off x="0" y="0"/>
          <a:ext cx="0" cy="0"/>
          <a:chOff x="0" y="0"/>
          <a:chExt cx="0" cy="0"/>
        </a:xfrm>
      </p:grpSpPr>
      <p:sp>
        <p:nvSpPr>
          <p:cNvPr id="15" name="Titelplatzhalter 4">
            <a:extLst>
              <a:ext uri="{FF2B5EF4-FFF2-40B4-BE49-F238E27FC236}">
                <a16:creationId xmlns:a16="http://schemas.microsoft.com/office/drawing/2014/main" id="{69953FA8-7320-4389-8473-636297A22DCF}"/>
              </a:ext>
            </a:extLst>
          </p:cNvPr>
          <p:cNvSpPr>
            <a:spLocks noGrp="1"/>
          </p:cNvSpPr>
          <p:nvPr>
            <p:ph type="title"/>
          </p:nvPr>
        </p:nvSpPr>
        <p:spPr>
          <a:xfrm>
            <a:off x="514800" y="540000"/>
            <a:ext cx="11161263" cy="818686"/>
          </a:xfrm>
          <a:prstGeom prst="rect">
            <a:avLst/>
          </a:prstGeom>
        </p:spPr>
        <p:txBody>
          <a:bodyPr vert="horz" lIns="0" tIns="0" rIns="0" bIns="0" rtlCol="0" anchor="t" anchorCtr="0">
            <a:noAutofit/>
          </a:bodyPr>
          <a:lstStyle/>
          <a:p>
            <a:r>
              <a:rPr lang="de-DE" dirty="0"/>
              <a:t>Titelmasterformat durch Klicken bearbeiten</a:t>
            </a:r>
          </a:p>
        </p:txBody>
      </p:sp>
      <p:sp>
        <p:nvSpPr>
          <p:cNvPr id="2" name="Datumsplatzhalter 5">
            <a:extLst>
              <a:ext uri="{FF2B5EF4-FFF2-40B4-BE49-F238E27FC236}">
                <a16:creationId xmlns:a16="http://schemas.microsoft.com/office/drawing/2014/main" id="{678D08FA-D876-0B00-90DD-C6108F61FD1E}"/>
              </a:ext>
            </a:extLst>
          </p:cNvPr>
          <p:cNvSpPr>
            <a:spLocks noGrp="1"/>
          </p:cNvSpPr>
          <p:nvPr>
            <p:ph type="dt" sz="half" idx="2"/>
          </p:nvPr>
        </p:nvSpPr>
        <p:spPr>
          <a:xfrm>
            <a:off x="973097" y="6574465"/>
            <a:ext cx="519373" cy="123111"/>
          </a:xfrm>
          <a:prstGeom prst="rect">
            <a:avLst/>
          </a:prstGeom>
        </p:spPr>
        <p:txBody>
          <a:bodyPr wrap="none" lIns="0" tIns="0" rIns="0" bIns="0">
            <a:spAutoFit/>
          </a:bodyPr>
          <a:lstStyle>
            <a:lvl1pPr>
              <a:defRPr sz="800"/>
            </a:lvl1pPr>
          </a:lstStyle>
          <a:p>
            <a:fld id="{65010B03-D230-4701-9F37-B6F131066B93}" type="datetime1">
              <a:rPr lang="de-DE" smtClean="0"/>
              <a:pPr/>
              <a:t>04.03.2026</a:t>
            </a:fld>
            <a:endParaRPr lang="de-DE" dirty="0"/>
          </a:p>
        </p:txBody>
      </p:sp>
      <p:sp>
        <p:nvSpPr>
          <p:cNvPr id="3" name="Fußzeilenplatzhalter 6">
            <a:extLst>
              <a:ext uri="{FF2B5EF4-FFF2-40B4-BE49-F238E27FC236}">
                <a16:creationId xmlns:a16="http://schemas.microsoft.com/office/drawing/2014/main" id="{580AA292-40B9-5A46-88D8-0FF75F419640}"/>
              </a:ext>
            </a:extLst>
          </p:cNvPr>
          <p:cNvSpPr>
            <a:spLocks noGrp="1"/>
          </p:cNvSpPr>
          <p:nvPr>
            <p:ph type="ftr" sz="quarter" idx="3"/>
          </p:nvPr>
        </p:nvSpPr>
        <p:spPr>
          <a:xfrm>
            <a:off x="1655337" y="6574465"/>
            <a:ext cx="3364269" cy="123111"/>
          </a:xfrm>
          <a:prstGeom prst="rect">
            <a:avLst/>
          </a:prstGeom>
        </p:spPr>
        <p:txBody>
          <a:bodyPr lIns="0" tIns="0" rIns="0" bIns="0">
            <a:spAutoFit/>
          </a:bodyPr>
          <a:lstStyle>
            <a:lvl1pPr>
              <a:defRPr sz="800">
                <a:solidFill>
                  <a:srgbClr val="000000"/>
                </a:solidFill>
              </a:defRPr>
            </a:lvl1pPr>
          </a:lstStyle>
          <a:p>
            <a:r>
              <a:rPr lang="de-DE" dirty="0"/>
              <a:t>|  Optionale Zusatzinformationen</a:t>
            </a:r>
          </a:p>
        </p:txBody>
      </p:sp>
      <p:sp>
        <p:nvSpPr>
          <p:cNvPr id="4" name="Foliennummernplatzhalter 7">
            <a:extLst>
              <a:ext uri="{FF2B5EF4-FFF2-40B4-BE49-F238E27FC236}">
                <a16:creationId xmlns:a16="http://schemas.microsoft.com/office/drawing/2014/main" id="{A7D3398C-4677-F79F-529A-707E7FE40CB6}"/>
              </a:ext>
            </a:extLst>
          </p:cNvPr>
          <p:cNvSpPr>
            <a:spLocks noGrp="1"/>
          </p:cNvSpPr>
          <p:nvPr>
            <p:ph type="sldNum" sz="quarter" idx="4"/>
          </p:nvPr>
        </p:nvSpPr>
        <p:spPr>
          <a:xfrm>
            <a:off x="514350" y="6574465"/>
            <a:ext cx="384217" cy="123111"/>
          </a:xfrm>
          <a:prstGeom prst="rect">
            <a:avLst/>
          </a:prstGeom>
        </p:spPr>
        <p:txBody>
          <a:bodyPr lIns="0" tIns="0" rIns="0" bIns="0">
            <a:spAutoFit/>
          </a:bodyPr>
          <a:lstStyle>
            <a:lvl1pPr>
              <a:defRPr sz="800" b="1"/>
            </a:lvl1pPr>
          </a:lstStyle>
          <a:p>
            <a:fld id="{82EA1D04-CA53-4DE3-84A8-2B63E41036C9}" type="slidenum">
              <a:rPr lang="de-DE" smtClean="0"/>
              <a:pPr/>
              <a:t>‹#›</a:t>
            </a:fld>
            <a:endParaRPr lang="de-DE" dirty="0"/>
          </a:p>
        </p:txBody>
      </p:sp>
      <p:sp>
        <p:nvSpPr>
          <p:cNvPr id="7" name="Textplatzhalter 6">
            <a:extLst>
              <a:ext uri="{FF2B5EF4-FFF2-40B4-BE49-F238E27FC236}">
                <a16:creationId xmlns:a16="http://schemas.microsoft.com/office/drawing/2014/main" id="{D8F924FE-8B67-DD22-3EF9-B6B78A81AFCC}"/>
              </a:ext>
            </a:extLst>
          </p:cNvPr>
          <p:cNvSpPr>
            <a:spLocks noGrp="1"/>
          </p:cNvSpPr>
          <p:nvPr>
            <p:ph type="body" idx="1"/>
          </p:nvPr>
        </p:nvSpPr>
        <p:spPr>
          <a:xfrm>
            <a:off x="514350" y="1962793"/>
            <a:ext cx="11161713" cy="4237981"/>
          </a:xfrm>
          <a:prstGeom prst="rect">
            <a:avLst/>
          </a:prstGeom>
          <a:noFill/>
        </p:spPr>
        <p:txBody>
          <a:bodyPr vert="horz" lIns="0" tIns="0" rIns="0" bIns="0" rtlCol="0">
            <a:noAutofit/>
          </a:bodyPr>
          <a:lstStyle/>
          <a:p>
            <a:pPr lvl="0"/>
            <a:r>
              <a:rPr lang="de-DE" dirty="0"/>
              <a:t>Mastertextformat bearbeiten</a:t>
            </a:r>
          </a:p>
          <a:p>
            <a:pPr lvl="1"/>
            <a:r>
              <a:rPr lang="de-DE" dirty="0"/>
              <a:t>Zweite Ebene</a:t>
            </a:r>
          </a:p>
          <a:p>
            <a:pPr lvl="2"/>
            <a:r>
              <a:rPr lang="de-DE" dirty="0"/>
              <a:t>Dritte Ebene</a:t>
            </a:r>
          </a:p>
          <a:p>
            <a:pPr lvl="3"/>
            <a:r>
              <a:rPr lang="de-DE" dirty="0"/>
              <a:t>Vierte Ebene</a:t>
            </a:r>
          </a:p>
        </p:txBody>
      </p:sp>
      <p:pic>
        <p:nvPicPr>
          <p:cNvPr id="8" name="Graphic 7">
            <a:extLst>
              <a:ext uri="{FF2B5EF4-FFF2-40B4-BE49-F238E27FC236}">
                <a16:creationId xmlns:a16="http://schemas.microsoft.com/office/drawing/2014/main" id="{18A5ECE7-AA1B-0ADE-9511-A829C6ECD36A}"/>
              </a:ext>
            </a:extLst>
          </p:cNvPr>
          <p:cNvPicPr>
            <a:picLocks noChangeAspect="1"/>
          </p:cNvPicPr>
          <p:nvPr userDrawn="1"/>
        </p:nvPicPr>
        <p:blipFill>
          <a:blip>
            <a:extLst>
              <a:ext uri="{96DAC541-7B7A-43D3-8B79-37D633B846F1}">
                <asvg:svgBlip xmlns:asvg="http://schemas.microsoft.com/office/drawing/2016/SVG/main" r:embed="rId11"/>
              </a:ext>
            </a:extLst>
          </a:blip>
          <a:stretch>
            <a:fillRect/>
          </a:stretch>
        </p:blipFill>
        <p:spPr>
          <a:xfrm>
            <a:off x="10691813" y="6223000"/>
            <a:ext cx="1498600" cy="635000"/>
          </a:xfrm>
          <a:prstGeom prst="rect">
            <a:avLst/>
          </a:prstGeom>
        </p:spPr>
      </p:pic>
    </p:spTree>
    <p:extLst>
      <p:ext uri="{BB962C8B-B14F-4D97-AF65-F5344CB8AC3E}">
        <p14:creationId xmlns:p14="http://schemas.microsoft.com/office/powerpoint/2010/main" val="2755324839"/>
      </p:ext>
    </p:extLst>
  </p:cSld>
  <p:clrMap bg1="lt1" tx1="dk1" bg2="lt2" tx2="dk2" accent1="accent1" accent2="accent2" accent3="accent3" accent4="accent4" accent5="accent5" accent6="accent6" hlink="hlink" folHlink="folHlink"/>
  <p:sldLayoutIdLst>
    <p:sldLayoutId id="2147483762" r:id="rId1"/>
    <p:sldLayoutId id="2147483763" r:id="rId2"/>
    <p:sldLayoutId id="2147483764" r:id="rId3"/>
    <p:sldLayoutId id="2147483765" r:id="rId4"/>
    <p:sldLayoutId id="2147483766" r:id="rId5"/>
    <p:sldLayoutId id="2147483767" r:id="rId6"/>
    <p:sldLayoutId id="2147483768" r:id="rId7"/>
    <p:sldLayoutId id="2147483769" r:id="rId8"/>
    <p:sldLayoutId id="2147483770" r:id="rId9"/>
  </p:sldLayoutIdLst>
  <p:hf hdr="0"/>
  <p:txStyles>
    <p:titleStyle>
      <a:lvl1pPr algn="l" defTabSz="914309" rtl="0" eaLnBrk="1" latinLnBrk="0" hangingPunct="1">
        <a:lnSpc>
          <a:spcPct val="95000"/>
        </a:lnSpc>
        <a:spcBef>
          <a:spcPts val="0"/>
        </a:spcBef>
        <a:spcAft>
          <a:spcPts val="0"/>
        </a:spcAft>
        <a:buNone/>
        <a:defRPr sz="2800" b="1" i="0" kern="1200">
          <a:solidFill>
            <a:schemeClr val="tx1"/>
          </a:solidFill>
          <a:latin typeface="Arial" panose="020B0604020202020204" pitchFamily="34" charset="0"/>
          <a:ea typeface="+mj-ea"/>
          <a:cs typeface="+mj-cs"/>
        </a:defRPr>
      </a:lvl1pPr>
    </p:titleStyle>
    <p:bodyStyle>
      <a:lvl1pPr marL="180000" marR="0" indent="-180000" algn="l" defTabSz="914400" rtl="0" eaLnBrk="1" fontAlgn="base" latinLnBrk="0" hangingPunct="1">
        <a:lnSpc>
          <a:spcPct val="110000"/>
        </a:lnSpc>
        <a:spcBef>
          <a:spcPts val="1200"/>
        </a:spcBef>
        <a:spcAft>
          <a:spcPct val="0"/>
        </a:spcAft>
        <a:buClr>
          <a:srgbClr val="65AC1E"/>
        </a:buClr>
        <a:buSzTx/>
        <a:buFont typeface="Wingdings" panose="05000000000000000000" pitchFamily="2" charset="2"/>
        <a:buChar char="§"/>
        <a:tabLst/>
        <a:defRPr sz="2000" b="0" i="0" kern="1200" baseline="0">
          <a:solidFill>
            <a:schemeClr val="tx1"/>
          </a:solidFill>
          <a:latin typeface="Arial" panose="020B0604020202020204" pitchFamily="34" charset="0"/>
          <a:ea typeface="+mn-ea"/>
          <a:cs typeface="+mn-cs"/>
        </a:defRPr>
      </a:lvl1pPr>
      <a:lvl2pPr marL="446400" marR="0" indent="-270000" algn="l" defTabSz="914400" rtl="0" eaLnBrk="1" fontAlgn="base" latinLnBrk="0" hangingPunct="1">
        <a:lnSpc>
          <a:spcPct val="110000"/>
        </a:lnSpc>
        <a:spcBef>
          <a:spcPts val="600"/>
        </a:spcBef>
        <a:spcAft>
          <a:spcPct val="0"/>
        </a:spcAft>
        <a:buClr>
          <a:srgbClr val="65AC1E"/>
        </a:buClr>
        <a:buSzPct val="80000"/>
        <a:buFont typeface="Wingdings 3" panose="05040102010807070707" pitchFamily="18" charset="2"/>
        <a:buChar char=""/>
        <a:tabLst/>
        <a:defRPr sz="2000" b="0" i="0" kern="1200" baseline="0">
          <a:solidFill>
            <a:schemeClr val="tx1"/>
          </a:solidFill>
          <a:latin typeface="Arial" panose="020B0604020202020204" pitchFamily="34" charset="0"/>
          <a:ea typeface="+mn-ea"/>
          <a:cs typeface="+mn-cs"/>
        </a:defRPr>
      </a:lvl2pPr>
      <a:lvl3pPr marL="630000" marR="0" indent="-180000" algn="l" defTabSz="914400" rtl="0" eaLnBrk="1" fontAlgn="base" latinLnBrk="0" hangingPunct="1">
        <a:lnSpc>
          <a:spcPct val="110000"/>
        </a:lnSpc>
        <a:spcBef>
          <a:spcPts val="300"/>
        </a:spcBef>
        <a:spcAft>
          <a:spcPts val="0"/>
        </a:spcAft>
        <a:buClr>
          <a:srgbClr val="65AC1E"/>
        </a:buClr>
        <a:buSzPct val="95000"/>
        <a:buFont typeface="Arial" panose="020B0604020202020204" pitchFamily="34" charset="0"/>
        <a:buChar char="•"/>
        <a:tabLst/>
        <a:defRPr sz="2000" b="0" i="0" kern="1200" baseline="0">
          <a:solidFill>
            <a:schemeClr val="tx1"/>
          </a:solidFill>
          <a:latin typeface="Arial" panose="020B0604020202020204" pitchFamily="34" charset="0"/>
          <a:ea typeface="+mn-ea"/>
          <a:cs typeface="+mn-cs"/>
        </a:defRPr>
      </a:lvl3pPr>
      <a:lvl4pPr marL="810000" marR="0" indent="-180000" algn="l" defTabSz="914400" rtl="0" eaLnBrk="1" fontAlgn="base" latinLnBrk="0" hangingPunct="1">
        <a:lnSpc>
          <a:spcPct val="110000"/>
        </a:lnSpc>
        <a:spcBef>
          <a:spcPts val="100"/>
        </a:spcBef>
        <a:spcAft>
          <a:spcPct val="0"/>
        </a:spcAft>
        <a:buClr>
          <a:srgbClr val="65AC1E"/>
        </a:buClr>
        <a:buSzPct val="80000"/>
        <a:buFont typeface="Arial" panose="020B0604020202020204" pitchFamily="34" charset="0"/>
        <a:buChar char="−"/>
        <a:tabLst/>
        <a:defRPr sz="2000" b="0" i="0" kern="1200" baseline="0">
          <a:solidFill>
            <a:schemeClr val="tx1"/>
          </a:solidFill>
          <a:latin typeface="Arial" panose="020B0604020202020204" pitchFamily="34" charset="0"/>
          <a:ea typeface="+mn-ea"/>
          <a:cs typeface="+mn-cs"/>
        </a:defRPr>
      </a:lvl4pPr>
      <a:lvl5pPr marL="1623438" indent="-266373" algn="l" defTabSz="914309" rtl="0" eaLnBrk="1" latinLnBrk="0" hangingPunct="1">
        <a:lnSpc>
          <a:spcPct val="95000"/>
        </a:lnSpc>
        <a:spcBef>
          <a:spcPts val="0"/>
        </a:spcBef>
        <a:spcAft>
          <a:spcPts val="0"/>
        </a:spcAft>
        <a:buClr>
          <a:schemeClr val="tx1"/>
        </a:buClr>
        <a:buSzPct val="100000"/>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5pPr>
      <a:lvl6pPr marL="2080592"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6pPr>
      <a:lvl7pPr marL="2537746"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7pPr>
      <a:lvl8pPr marL="2994900"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8pPr>
      <a:lvl9pPr marL="3452055"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9pPr>
    </p:bodyStyle>
    <p:otherStyle>
      <a:defPPr>
        <a:defRPr lang="de-DE"/>
      </a:defPPr>
      <a:lvl1pPr marL="0" algn="l" defTabSz="914309" rtl="0" eaLnBrk="1" latinLnBrk="0" hangingPunct="1">
        <a:defRPr sz="1800" kern="1200">
          <a:solidFill>
            <a:schemeClr val="tx1"/>
          </a:solidFill>
          <a:latin typeface="+mn-lt"/>
          <a:ea typeface="+mn-ea"/>
          <a:cs typeface="+mn-cs"/>
        </a:defRPr>
      </a:lvl1pPr>
      <a:lvl2pPr marL="457154" algn="l" defTabSz="914309" rtl="0" eaLnBrk="1" latinLnBrk="0" hangingPunct="1">
        <a:defRPr sz="1800" kern="1200">
          <a:solidFill>
            <a:schemeClr val="tx1"/>
          </a:solidFill>
          <a:latin typeface="+mn-lt"/>
          <a:ea typeface="+mn-ea"/>
          <a:cs typeface="+mn-cs"/>
        </a:defRPr>
      </a:lvl2pPr>
      <a:lvl3pPr marL="914309" algn="l" defTabSz="914309" rtl="0" eaLnBrk="1" latinLnBrk="0" hangingPunct="1">
        <a:defRPr sz="1800" kern="1200">
          <a:solidFill>
            <a:schemeClr val="tx1"/>
          </a:solidFill>
          <a:latin typeface="+mn-lt"/>
          <a:ea typeface="+mn-ea"/>
          <a:cs typeface="+mn-cs"/>
        </a:defRPr>
      </a:lvl3pPr>
      <a:lvl4pPr marL="1371463" algn="l" defTabSz="914309" rtl="0" eaLnBrk="1" latinLnBrk="0" hangingPunct="1">
        <a:defRPr sz="1800" kern="1200">
          <a:solidFill>
            <a:schemeClr val="tx1"/>
          </a:solidFill>
          <a:latin typeface="+mn-lt"/>
          <a:ea typeface="+mn-ea"/>
          <a:cs typeface="+mn-cs"/>
        </a:defRPr>
      </a:lvl4pPr>
      <a:lvl5pPr marL="1828617" algn="l" defTabSz="914309" rtl="0" eaLnBrk="1" latinLnBrk="0" hangingPunct="1">
        <a:defRPr sz="1800" kern="1200">
          <a:solidFill>
            <a:schemeClr val="tx1"/>
          </a:solidFill>
          <a:latin typeface="+mn-lt"/>
          <a:ea typeface="+mn-ea"/>
          <a:cs typeface="+mn-cs"/>
        </a:defRPr>
      </a:lvl5pPr>
      <a:lvl6pPr marL="2285771" algn="l" defTabSz="914309" rtl="0" eaLnBrk="1" latinLnBrk="0" hangingPunct="1">
        <a:defRPr sz="1800" kern="1200">
          <a:solidFill>
            <a:schemeClr val="tx1"/>
          </a:solidFill>
          <a:latin typeface="+mn-lt"/>
          <a:ea typeface="+mn-ea"/>
          <a:cs typeface="+mn-cs"/>
        </a:defRPr>
      </a:lvl6pPr>
      <a:lvl7pPr marL="2742926" algn="l" defTabSz="914309" rtl="0" eaLnBrk="1" latinLnBrk="0" hangingPunct="1">
        <a:defRPr sz="1800" kern="1200">
          <a:solidFill>
            <a:schemeClr val="tx1"/>
          </a:solidFill>
          <a:latin typeface="+mn-lt"/>
          <a:ea typeface="+mn-ea"/>
          <a:cs typeface="+mn-cs"/>
        </a:defRPr>
      </a:lvl7pPr>
      <a:lvl8pPr marL="3200080" algn="l" defTabSz="914309" rtl="0" eaLnBrk="1" latinLnBrk="0" hangingPunct="1">
        <a:defRPr sz="1800" kern="1200">
          <a:solidFill>
            <a:schemeClr val="tx1"/>
          </a:solidFill>
          <a:latin typeface="+mn-lt"/>
          <a:ea typeface="+mn-ea"/>
          <a:cs typeface="+mn-cs"/>
        </a:defRPr>
      </a:lvl8pPr>
      <a:lvl9pPr marL="3657234" algn="l" defTabSz="914309"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7355" userDrawn="1">
          <p15:clr>
            <a:srgbClr val="F26B43"/>
          </p15:clr>
        </p15:guide>
        <p15:guide id="7" orient="horz" pos="4201" userDrawn="1">
          <p15:clr>
            <a:srgbClr val="F26B43"/>
          </p15:clr>
        </p15:guide>
        <p15:guide id="8" orient="horz" pos="4032" userDrawn="1">
          <p15:clr>
            <a:srgbClr val="F26B43"/>
          </p15:clr>
        </p15:guide>
        <p15:guide id="9" orient="horz" pos="1275" userDrawn="1">
          <p15:clr>
            <a:srgbClr val="F26B43"/>
          </p15:clr>
        </p15:guide>
        <p15:guide id="10" pos="324" userDrawn="1">
          <p15:clr>
            <a:srgbClr val="F26B43"/>
          </p15:clr>
        </p15:guide>
        <p15:guide id="11" orient="horz" pos="3906" userDrawn="1">
          <p15:clr>
            <a:srgbClr val="F26B43"/>
          </p15:clr>
        </p15:guide>
        <p15:guide id="12" orient="horz" pos="391" userDrawn="1">
          <p15:clr>
            <a:srgbClr val="F26B43"/>
          </p15:clr>
        </p15:guide>
        <p15:guide id="13" orient="horz" pos="55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graphicFrame>
        <p:nvGraphicFramePr>
          <p:cNvPr id="2" name="Objekt 1" hidden="1"/>
          <p:cNvGraphicFramePr>
            <a:graphicFrameLocks noChangeAspect="1"/>
          </p:cNvGraphicFramePr>
          <p:nvPr>
            <p:custDataLst>
              <p:tags r:id="rId3"/>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Folie" r:id="rId4" imgW="270" imgH="270" progId="TCLayout.ActiveDocument.1">
                  <p:embed/>
                </p:oleObj>
              </mc:Choice>
              <mc:Fallback>
                <p:oleObj name="think-cell Folie" r:id="rId4" imgW="270" imgH="270" progId="TCLayout.ActiveDocument.1">
                  <p:embed/>
                  <p:pic>
                    <p:nvPicPr>
                      <p:cNvPr id="2" name="Objek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Tree>
    <p:extLst>
      <p:ext uri="{BB962C8B-B14F-4D97-AF65-F5344CB8AC3E}">
        <p14:creationId xmlns:p14="http://schemas.microsoft.com/office/powerpoint/2010/main" val="468641792"/>
      </p:ext>
    </p:extLst>
  </p:cSld>
  <p:clrMap bg1="lt1" tx1="dk1" bg2="lt2" tx2="dk2" accent1="accent1" accent2="accent2" accent3="accent3" accent4="accent4" accent5="accent5" accent6="accent6" hlink="hlink" folHlink="folHlink"/>
  <p:sldLayoutIdLst>
    <p:sldLayoutId id="2147483734" r:id="rId1"/>
  </p:sldLayoutIdLst>
  <p:hf hdr="0" ftr="0" dt="0"/>
  <p:txStyles>
    <p:titleStyle>
      <a:lvl1pPr algn="l" defTabSz="914400" rtl="0" eaLnBrk="1" latinLnBrk="0" hangingPunct="1">
        <a:lnSpc>
          <a:spcPct val="100000"/>
        </a:lnSpc>
        <a:spcBef>
          <a:spcPct val="110000"/>
        </a:spcBef>
        <a:spcAft>
          <a:spcPct val="110000"/>
        </a:spcAft>
        <a:buNone/>
        <a:defRPr sz="3000" b="1" i="0" kern="1200">
          <a:solidFill>
            <a:srgbClr val="000000"/>
          </a:solidFill>
          <a:latin typeface="Arial"/>
          <a:ea typeface="+mj-ea"/>
          <a:cs typeface="+mj-cs"/>
        </a:defRPr>
      </a:lvl1pPr>
    </p:titleStyle>
    <p:bodyStyle>
      <a:lvl1pPr marL="342900" indent="-342900" algn="l" defTabSz="914400" rtl="0" eaLnBrk="1" latinLnBrk="0" hangingPunct="1">
        <a:lnSpc>
          <a:spcPct val="110000"/>
        </a:lnSpc>
        <a:spcBef>
          <a:spcPts val="0"/>
        </a:spcBef>
        <a:spcAft>
          <a:spcPct val="50000"/>
        </a:spcAft>
        <a:buClr>
          <a:schemeClr val="accent1"/>
        </a:buClr>
        <a:buFont typeface="Wingdings"/>
        <a:buChar char="n"/>
        <a:defRPr sz="2000" b="0" i="0" kern="1200">
          <a:solidFill>
            <a:schemeClr val="tx1"/>
          </a:solidFill>
          <a:latin typeface="Arial"/>
          <a:ea typeface="+mn-ea"/>
          <a:cs typeface="+mn-cs"/>
        </a:defRPr>
      </a:lvl1pPr>
      <a:lvl2pPr marL="742950" indent="-285750" algn="l" defTabSz="914400" rtl="0" eaLnBrk="1" latinLnBrk="0" hangingPunct="1">
        <a:lnSpc>
          <a:spcPct val="110000"/>
        </a:lnSpc>
        <a:spcBef>
          <a:spcPts val="0"/>
        </a:spcBef>
        <a:spcAft>
          <a:spcPct val="50000"/>
        </a:spcAft>
        <a:buClr>
          <a:schemeClr val="accent1"/>
        </a:buClr>
        <a:buFont typeface="Wingdings"/>
        <a:buChar char="n"/>
        <a:defRPr sz="2000" b="0" i="0" kern="1200">
          <a:solidFill>
            <a:schemeClr val="tx1"/>
          </a:solidFill>
          <a:latin typeface="Arial"/>
          <a:ea typeface="+mn-ea"/>
          <a:cs typeface="+mn-cs"/>
        </a:defRPr>
      </a:lvl2pPr>
      <a:lvl3pPr marL="1143000" indent="-228600" algn="l" defTabSz="914400" rtl="0" eaLnBrk="1" latinLnBrk="0" hangingPunct="1">
        <a:lnSpc>
          <a:spcPct val="110000"/>
        </a:lnSpc>
        <a:spcBef>
          <a:spcPts val="0"/>
        </a:spcBef>
        <a:spcAft>
          <a:spcPct val="50000"/>
        </a:spcAft>
        <a:buClr>
          <a:schemeClr val="tx1"/>
        </a:buClr>
        <a:buFontTx/>
        <a:buChar char="–"/>
        <a:defRPr sz="2000" b="0" i="0" kern="1200">
          <a:solidFill>
            <a:schemeClr val="tx1"/>
          </a:solidFill>
          <a:latin typeface="Arial"/>
          <a:ea typeface="+mn-ea"/>
          <a:cs typeface="+mn-cs"/>
        </a:defRPr>
      </a:lvl3pPr>
      <a:lvl4pPr marL="1600200" indent="-228600" algn="l" defTabSz="914400" rtl="0" eaLnBrk="1" latinLnBrk="0" hangingPunct="1">
        <a:lnSpc>
          <a:spcPct val="110000"/>
        </a:lnSpc>
        <a:spcBef>
          <a:spcPts val="0"/>
        </a:spcBef>
        <a:spcAft>
          <a:spcPct val="50000"/>
        </a:spcAft>
        <a:buClr>
          <a:schemeClr val="tx1"/>
        </a:buClr>
        <a:buFontTx/>
        <a:buChar char="–"/>
        <a:defRPr sz="2000" b="0" i="0" kern="1200">
          <a:solidFill>
            <a:schemeClr val="tx1"/>
          </a:solidFill>
          <a:latin typeface="Arial"/>
          <a:ea typeface="+mn-ea"/>
          <a:cs typeface="+mn-cs"/>
        </a:defRPr>
      </a:lvl4pPr>
      <a:lvl5pPr marL="2057400" indent="-228600" algn="l" defTabSz="914400" rtl="0" eaLnBrk="1" latinLnBrk="0" hangingPunct="1">
        <a:lnSpc>
          <a:spcPct val="110000"/>
        </a:lnSpc>
        <a:spcBef>
          <a:spcPts val="0"/>
        </a:spcBef>
        <a:spcAft>
          <a:spcPct val="50000"/>
        </a:spcAft>
        <a:buClr>
          <a:schemeClr val="tx1"/>
        </a:buClr>
        <a:buFontTx/>
        <a:buChar char="–"/>
        <a:defRPr sz="2000" b="0" i="0" kern="1200">
          <a:solidFill>
            <a:schemeClr val="tx1"/>
          </a:solidFill>
          <a:latin typeface="Arial"/>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39"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14.xml"/><Relationship Id="rId4" Type="http://schemas.openxmlformats.org/officeDocument/2006/relationships/image" Target="../media/image9.svg"/></Relationships>
</file>

<file path=ppt/slides/_rels/slide8.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2.sv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9.svg"/></Relationships>
</file>

<file path=ppt/slides/_rels/slide14.xml.rels><?xml version="1.0" encoding="UTF-8" standalone="yes"?>
<Relationships xmlns="http://schemas.openxmlformats.org/package/2006/relationships"><Relationship Id="rId3" Type="http://schemas.openxmlformats.org/officeDocument/2006/relationships/image" Target="../media/image14.webp"/><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5.jp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2.xml"/><Relationship Id="rId1" Type="http://schemas.openxmlformats.org/officeDocument/2006/relationships/tags" Target="../tags/tag3.xml"/><Relationship Id="rId5" Type="http://schemas.openxmlformats.org/officeDocument/2006/relationships/image" Target="../media/image16.emf"/><Relationship Id="rId4" Type="http://schemas.openxmlformats.org/officeDocument/2006/relationships/oleObject" Target="../embeddings/oleObject2.bin"/></Relationships>
</file>

<file path=ppt/slides/_rels/slide2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0.jpg"/><Relationship Id="rId1" Type="http://schemas.openxmlformats.org/officeDocument/2006/relationships/slideLayout" Target="../slideLayouts/slideLayout9.xml"/></Relationships>
</file>

<file path=ppt/slides/_rels/slide26.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17.svg"/></Relationships>
</file>

<file path=ppt/slides/_rels/slide2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image" Target="../media/image18.jpg"/><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jpg"/><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4.webp"/><Relationship Id="rId1" Type="http://schemas.openxmlformats.org/officeDocument/2006/relationships/slideLayout" Target="../slideLayouts/slideLayout14.xml"/></Relationships>
</file>

<file path=ppt/slides/_rels/slide30.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6.xml"/><Relationship Id="rId1" Type="http://schemas.openxmlformats.org/officeDocument/2006/relationships/slideLayout" Target="../slideLayouts/slideLayout14.xml"/><Relationship Id="rId4" Type="http://schemas.openxmlformats.org/officeDocument/2006/relationships/image" Target="../media/image9.svg"/></Relationships>
</file>

<file path=ppt/slides/_rels/slide31.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5.jpg"/><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7.svg"/></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39.xml.rels><?xml version="1.0" encoding="UTF-8" standalone="yes"?>
<Relationships xmlns="http://schemas.openxmlformats.org/package/2006/relationships"><Relationship Id="rId3" Type="http://schemas.openxmlformats.org/officeDocument/2006/relationships/image" Target="../media/image14.webp"/><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0.jp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2" Type="http://schemas.openxmlformats.org/officeDocument/2006/relationships/image" Target="../media/image21.svg"/><Relationship Id="rId1" Type="http://schemas.openxmlformats.org/officeDocument/2006/relationships/slideLayout" Target="../slideLayouts/slideLayout9.xml"/></Relationships>
</file>

<file path=ppt/slides/_rels/slide43.xml.rels><?xml version="1.0" encoding="UTF-8" standalone="yes"?>
<Relationships xmlns="http://schemas.openxmlformats.org/package/2006/relationships"><Relationship Id="rId13" Type="http://schemas.openxmlformats.org/officeDocument/2006/relationships/tags" Target="../tags/tag16.xml"/><Relationship Id="rId18" Type="http://schemas.openxmlformats.org/officeDocument/2006/relationships/tags" Target="../tags/tag21.xml"/><Relationship Id="rId26" Type="http://schemas.openxmlformats.org/officeDocument/2006/relationships/tags" Target="../tags/tag29.xml"/><Relationship Id="rId3" Type="http://schemas.openxmlformats.org/officeDocument/2006/relationships/tags" Target="../tags/tag6.xml"/><Relationship Id="rId21" Type="http://schemas.openxmlformats.org/officeDocument/2006/relationships/tags" Target="../tags/tag24.xml"/><Relationship Id="rId34" Type="http://schemas.openxmlformats.org/officeDocument/2006/relationships/chart" Target="../charts/chart7.xml"/><Relationship Id="rId7" Type="http://schemas.openxmlformats.org/officeDocument/2006/relationships/tags" Target="../tags/tag10.xml"/><Relationship Id="rId12" Type="http://schemas.openxmlformats.org/officeDocument/2006/relationships/tags" Target="../tags/tag15.xml"/><Relationship Id="rId17" Type="http://schemas.openxmlformats.org/officeDocument/2006/relationships/tags" Target="../tags/tag20.xml"/><Relationship Id="rId25" Type="http://schemas.openxmlformats.org/officeDocument/2006/relationships/tags" Target="../tags/tag28.xml"/><Relationship Id="rId33" Type="http://schemas.openxmlformats.org/officeDocument/2006/relationships/chart" Target="../charts/chart6.xml"/><Relationship Id="rId2" Type="http://schemas.openxmlformats.org/officeDocument/2006/relationships/tags" Target="../tags/tag5.xml"/><Relationship Id="rId16" Type="http://schemas.openxmlformats.org/officeDocument/2006/relationships/tags" Target="../tags/tag19.xml"/><Relationship Id="rId20" Type="http://schemas.openxmlformats.org/officeDocument/2006/relationships/tags" Target="../tags/tag23.xml"/><Relationship Id="rId29" Type="http://schemas.openxmlformats.org/officeDocument/2006/relationships/chart" Target="../charts/chart2.xml"/><Relationship Id="rId1" Type="http://schemas.openxmlformats.org/officeDocument/2006/relationships/tags" Target="../tags/tag4.xml"/><Relationship Id="rId6" Type="http://schemas.openxmlformats.org/officeDocument/2006/relationships/tags" Target="../tags/tag9.xml"/><Relationship Id="rId11" Type="http://schemas.openxmlformats.org/officeDocument/2006/relationships/tags" Target="../tags/tag14.xml"/><Relationship Id="rId24" Type="http://schemas.openxmlformats.org/officeDocument/2006/relationships/tags" Target="../tags/tag27.xml"/><Relationship Id="rId32" Type="http://schemas.openxmlformats.org/officeDocument/2006/relationships/chart" Target="../charts/chart5.xml"/><Relationship Id="rId5" Type="http://schemas.openxmlformats.org/officeDocument/2006/relationships/tags" Target="../tags/tag8.xml"/><Relationship Id="rId15" Type="http://schemas.openxmlformats.org/officeDocument/2006/relationships/tags" Target="../tags/tag18.xml"/><Relationship Id="rId23" Type="http://schemas.openxmlformats.org/officeDocument/2006/relationships/tags" Target="../tags/tag26.xml"/><Relationship Id="rId28" Type="http://schemas.openxmlformats.org/officeDocument/2006/relationships/notesSlide" Target="../notesSlides/notesSlide23.xml"/><Relationship Id="rId10" Type="http://schemas.openxmlformats.org/officeDocument/2006/relationships/tags" Target="../tags/tag13.xml"/><Relationship Id="rId19" Type="http://schemas.openxmlformats.org/officeDocument/2006/relationships/tags" Target="../tags/tag22.xml"/><Relationship Id="rId31" Type="http://schemas.openxmlformats.org/officeDocument/2006/relationships/chart" Target="../charts/chart4.xml"/><Relationship Id="rId4" Type="http://schemas.openxmlformats.org/officeDocument/2006/relationships/tags" Target="../tags/tag7.xml"/><Relationship Id="rId9" Type="http://schemas.openxmlformats.org/officeDocument/2006/relationships/tags" Target="../tags/tag12.xml"/><Relationship Id="rId14" Type="http://schemas.openxmlformats.org/officeDocument/2006/relationships/tags" Target="../tags/tag17.xml"/><Relationship Id="rId22" Type="http://schemas.openxmlformats.org/officeDocument/2006/relationships/tags" Target="../tags/tag25.xml"/><Relationship Id="rId27" Type="http://schemas.openxmlformats.org/officeDocument/2006/relationships/slideLayout" Target="../slideLayouts/slideLayout9.xml"/><Relationship Id="rId30" Type="http://schemas.openxmlformats.org/officeDocument/2006/relationships/chart" Target="../charts/chart3.xml"/><Relationship Id="rId8" Type="http://schemas.openxmlformats.org/officeDocument/2006/relationships/tags" Target="../tags/tag11.xml"/></Relationships>
</file>

<file path=ppt/slides/_rels/slide44.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12.svg"/></Relationships>
</file>

<file path=ppt/slides/_rels/slide45.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chart" Target="../charts/chart9.xml"/><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chart" Target="../charts/chart10.xml"/><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3" Type="http://schemas.openxmlformats.org/officeDocument/2006/relationships/chart" Target="../charts/chart11.xml"/><Relationship Id="rId2" Type="http://schemas.openxmlformats.org/officeDocument/2006/relationships/notesSlide" Target="../notesSlides/notesSlide25.xml"/><Relationship Id="rId1" Type="http://schemas.openxmlformats.org/officeDocument/2006/relationships/slideLayout" Target="../slideLayouts/slideLayout9.xml"/><Relationship Id="rId5" Type="http://schemas.openxmlformats.org/officeDocument/2006/relationships/chart" Target="../charts/chart12.xml"/><Relationship Id="rId4" Type="http://schemas.openxmlformats.org/officeDocument/2006/relationships/image" Target="../media/image12.svg"/></Relationships>
</file>

<file path=ppt/slides/_rels/slide48.xml.rels><?xml version="1.0" encoding="UTF-8" standalone="yes"?>
<Relationships xmlns="http://schemas.openxmlformats.org/package/2006/relationships"><Relationship Id="rId8" Type="http://schemas.openxmlformats.org/officeDocument/2006/relationships/tags" Target="../tags/tag37.xml"/><Relationship Id="rId13" Type="http://schemas.openxmlformats.org/officeDocument/2006/relationships/chart" Target="../charts/chart13.xml"/><Relationship Id="rId3" Type="http://schemas.openxmlformats.org/officeDocument/2006/relationships/tags" Target="../tags/tag32.xml"/><Relationship Id="rId7" Type="http://schemas.openxmlformats.org/officeDocument/2006/relationships/tags" Target="../tags/tag36.xml"/><Relationship Id="rId12" Type="http://schemas.openxmlformats.org/officeDocument/2006/relationships/slideLayout" Target="../slideLayouts/slideLayout9.xml"/><Relationship Id="rId2" Type="http://schemas.openxmlformats.org/officeDocument/2006/relationships/tags" Target="../tags/tag31.xml"/><Relationship Id="rId1" Type="http://schemas.openxmlformats.org/officeDocument/2006/relationships/tags" Target="../tags/tag30.xml"/><Relationship Id="rId6" Type="http://schemas.openxmlformats.org/officeDocument/2006/relationships/tags" Target="../tags/tag35.xml"/><Relationship Id="rId11" Type="http://schemas.openxmlformats.org/officeDocument/2006/relationships/tags" Target="../tags/tag40.xml"/><Relationship Id="rId5" Type="http://schemas.openxmlformats.org/officeDocument/2006/relationships/tags" Target="../tags/tag34.xml"/><Relationship Id="rId15" Type="http://schemas.openxmlformats.org/officeDocument/2006/relationships/chart" Target="../charts/chart15.xml"/><Relationship Id="rId10" Type="http://schemas.openxmlformats.org/officeDocument/2006/relationships/tags" Target="../tags/tag39.xml"/><Relationship Id="rId4" Type="http://schemas.openxmlformats.org/officeDocument/2006/relationships/tags" Target="../tags/tag33.xml"/><Relationship Id="rId9" Type="http://schemas.openxmlformats.org/officeDocument/2006/relationships/tags" Target="../tags/tag38.xml"/><Relationship Id="rId14" Type="http://schemas.openxmlformats.org/officeDocument/2006/relationships/chart" Target="../charts/chart14.xml"/></Relationships>
</file>

<file path=ppt/slides/_rels/slide4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14.webp"/><Relationship Id="rId1" Type="http://schemas.openxmlformats.org/officeDocument/2006/relationships/slideLayout" Target="../slideLayouts/slideLayout14.xml"/></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10.xml"/><Relationship Id="rId1" Type="http://schemas.openxmlformats.org/officeDocument/2006/relationships/tags" Target="../tags/tag41.xml"/><Relationship Id="rId4" Type="http://schemas.openxmlformats.org/officeDocument/2006/relationships/image" Target="../media/image22.jpeg"/></Relationships>
</file>

<file path=ppt/slides/_rels/slide5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0.jpg"/><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0.jpg"/><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20.jpg"/><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5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7.xml"/><Relationship Id="rId1" Type="http://schemas.openxmlformats.org/officeDocument/2006/relationships/slideLayout" Target="../slideLayouts/slideLayout10.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57.xml.rels><?xml version="1.0" encoding="UTF-8" standalone="yes"?>
<Relationships xmlns="http://schemas.openxmlformats.org/package/2006/relationships"><Relationship Id="rId3" Type="http://schemas.openxmlformats.org/officeDocument/2006/relationships/image" Target="../media/image28.jpeg"/><Relationship Id="rId7" Type="http://schemas.openxmlformats.org/officeDocument/2006/relationships/image" Target="../media/image31.jpeg"/><Relationship Id="rId2" Type="http://schemas.openxmlformats.org/officeDocument/2006/relationships/image" Target="../media/image27.jpeg"/><Relationship Id="rId1" Type="http://schemas.openxmlformats.org/officeDocument/2006/relationships/slideLayout" Target="../slideLayouts/slideLayout7.xml"/><Relationship Id="rId6" Type="http://schemas.microsoft.com/office/2007/relationships/hdphoto" Target="../media/hdphoto1.wdp"/><Relationship Id="rId5" Type="http://schemas.openxmlformats.org/officeDocument/2006/relationships/image" Target="../media/image30.jpeg"/><Relationship Id="rId4" Type="http://schemas.openxmlformats.org/officeDocument/2006/relationships/image" Target="../media/image29.jpeg"/></Relationships>
</file>

<file path=ppt/slides/_rels/slide58.xml.rels><?xml version="1.0" encoding="UTF-8" standalone="yes"?>
<Relationships xmlns="http://schemas.openxmlformats.org/package/2006/relationships"><Relationship Id="rId3" Type="http://schemas.openxmlformats.org/officeDocument/2006/relationships/chart" Target="../charts/chart16.xml"/><Relationship Id="rId2" Type="http://schemas.openxmlformats.org/officeDocument/2006/relationships/slideLayout" Target="../slideLayouts/slideLayout12.xml"/><Relationship Id="rId1" Type="http://schemas.openxmlformats.org/officeDocument/2006/relationships/tags" Target="../tags/tag42.xml"/><Relationship Id="rId4" Type="http://schemas.openxmlformats.org/officeDocument/2006/relationships/chart" Target="../charts/chart17.xml"/></Relationships>
</file>

<file path=ppt/slides/_rels/slide5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notesSlide" Target="../notesSlides/notesSlide28.xml"/><Relationship Id="rId1" Type="http://schemas.openxmlformats.org/officeDocument/2006/relationships/slideLayout" Target="../slideLayouts/slideLayout1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platzhalter 1">
            <a:extLst>
              <a:ext uri="{FF2B5EF4-FFF2-40B4-BE49-F238E27FC236}">
                <a16:creationId xmlns:a16="http://schemas.microsoft.com/office/drawing/2014/main" id="{3F553B6D-E3E2-7384-66C2-CB63A4470FE1}"/>
              </a:ext>
            </a:extLst>
          </p:cNvPr>
          <p:cNvSpPr>
            <a:spLocks noGrp="1"/>
          </p:cNvSpPr>
          <p:nvPr>
            <p:ph type="body" sz="quarter" idx="15"/>
          </p:nvPr>
        </p:nvSpPr>
        <p:spPr>
          <a:xfrm>
            <a:off x="514349" y="514287"/>
            <a:ext cx="5580857" cy="643253"/>
          </a:xfrm>
        </p:spPr>
        <p:txBody>
          <a:bodyPr/>
          <a:lstStyle/>
          <a:p>
            <a:r>
              <a:rPr lang="en-US" dirty="0"/>
              <a:t>Presentation Guide</a:t>
            </a:r>
          </a:p>
        </p:txBody>
      </p:sp>
      <p:cxnSp>
        <p:nvCxnSpPr>
          <p:cNvPr id="20" name="Gerader Verbinder 5">
            <a:extLst>
              <a:ext uri="{FF2B5EF4-FFF2-40B4-BE49-F238E27FC236}">
                <a16:creationId xmlns:a16="http://schemas.microsoft.com/office/drawing/2014/main" id="{3301AACB-8E6E-FBCB-B04D-8A4BEAFBCDA6}"/>
              </a:ext>
            </a:extLst>
          </p:cNvPr>
          <p:cNvCxnSpPr>
            <a:cxnSpLocks/>
          </p:cNvCxnSpPr>
          <p:nvPr/>
        </p:nvCxnSpPr>
        <p:spPr>
          <a:xfrm>
            <a:off x="514348" y="1341946"/>
            <a:ext cx="72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 Placeholder 2">
            <a:extLst>
              <a:ext uri="{FF2B5EF4-FFF2-40B4-BE49-F238E27FC236}">
                <a16:creationId xmlns:a16="http://schemas.microsoft.com/office/drawing/2014/main" id="{3FE2604A-BDCA-67E4-BBF6-16CE830C9816}"/>
              </a:ext>
            </a:extLst>
          </p:cNvPr>
          <p:cNvSpPr txBox="1">
            <a:spLocks/>
          </p:cNvSpPr>
          <p:nvPr/>
        </p:nvSpPr>
        <p:spPr>
          <a:xfrm>
            <a:off x="513780" y="1590812"/>
            <a:ext cx="5746343" cy="2998465"/>
          </a:xfrm>
          <a:prstGeom prst="rect">
            <a:avLst/>
          </a:prstGeom>
        </p:spPr>
        <p:txBody>
          <a:bodyPr lIns="0" tIns="0" rIns="0" bIns="0"/>
          <a:lstStyle>
            <a:lvl1pPr marL="228577" indent="-228577" algn="l" defTabSz="914309" rtl="0" eaLnBrk="1" latinLnBrk="0" hangingPunct="1">
              <a:lnSpc>
                <a:spcPct val="90000"/>
              </a:lnSpc>
              <a:spcBef>
                <a:spcPts val="1000"/>
              </a:spcBef>
              <a:buClr>
                <a:schemeClr val="accent1"/>
              </a:buClr>
              <a:buFont typeface="Wingdings" panose="05000000000000000000" pitchFamily="2" charset="2"/>
              <a:buChar char=""/>
              <a:defRPr sz="2000" kern="1200" baseline="0">
                <a:solidFill>
                  <a:schemeClr val="tx1"/>
                </a:solidFill>
                <a:latin typeface="+mn-lt"/>
                <a:ea typeface="+mn-ea"/>
                <a:cs typeface="+mn-cs"/>
              </a:defRPr>
            </a:lvl1pPr>
            <a:lvl2pPr marL="685731" indent="-228577" algn="l" defTabSz="914309" rtl="0" eaLnBrk="1" latinLnBrk="0" hangingPunct="1">
              <a:lnSpc>
                <a:spcPct val="90000"/>
              </a:lnSpc>
              <a:spcBef>
                <a:spcPts val="500"/>
              </a:spcBef>
              <a:buClr>
                <a:schemeClr val="accent1"/>
              </a:buClr>
              <a:buFont typeface="Wingdings 3" panose="05040102010807070707" pitchFamily="18" charset="2"/>
              <a:buChar char=""/>
              <a:defRPr sz="2000" kern="1200" baseline="0">
                <a:solidFill>
                  <a:schemeClr val="tx1"/>
                </a:solidFill>
                <a:latin typeface="+mn-lt"/>
                <a:ea typeface="+mn-ea"/>
                <a:cs typeface="+mn-cs"/>
              </a:defRPr>
            </a:lvl2pPr>
            <a:lvl3pPr marL="1142886" indent="-228577" algn="l" defTabSz="914309" rtl="0" eaLnBrk="1" latinLnBrk="0" hangingPunct="1">
              <a:lnSpc>
                <a:spcPct val="90000"/>
              </a:lnSpc>
              <a:spcBef>
                <a:spcPts val="500"/>
              </a:spcBef>
              <a:buClr>
                <a:schemeClr val="accent1"/>
              </a:buClr>
              <a:buFont typeface="Wingdings" panose="05000000000000000000" pitchFamily="2" charset="2"/>
              <a:buChar char=""/>
              <a:defRPr sz="2000" kern="1200" baseline="0">
                <a:solidFill>
                  <a:schemeClr val="tx1"/>
                </a:solidFill>
                <a:latin typeface="+mn-lt"/>
                <a:ea typeface="+mn-ea"/>
                <a:cs typeface="+mn-cs"/>
              </a:defRPr>
            </a:lvl3pPr>
            <a:lvl4pPr marL="1600040" indent="-228577" algn="l" defTabSz="914309" rtl="0" eaLnBrk="1" latinLnBrk="0" hangingPunct="1">
              <a:lnSpc>
                <a:spcPct val="90000"/>
              </a:lnSpc>
              <a:spcBef>
                <a:spcPts val="500"/>
              </a:spcBef>
              <a:buClr>
                <a:schemeClr val="tx1"/>
              </a:buClr>
              <a:buFont typeface="Arial" panose="020B0604020202020204" pitchFamily="34" charset="0"/>
              <a:buChar char="–"/>
              <a:defRPr sz="2000" kern="1200" baseline="0">
                <a:solidFill>
                  <a:schemeClr val="tx1"/>
                </a:solidFill>
                <a:latin typeface="+mn-lt"/>
                <a:ea typeface="+mn-ea"/>
                <a:cs typeface="+mn-cs"/>
              </a:defRPr>
            </a:lvl4pPr>
            <a:lvl5pPr marL="2057194" indent="-228577" algn="l" defTabSz="914309" rtl="0" eaLnBrk="1" latinLnBrk="0" hangingPunct="1">
              <a:lnSpc>
                <a:spcPct val="90000"/>
              </a:lnSpc>
              <a:spcBef>
                <a:spcPts val="500"/>
              </a:spcBef>
              <a:buClr>
                <a:schemeClr val="tx1"/>
              </a:buClr>
              <a:buFont typeface="Arial" panose="020B0604020202020204" pitchFamily="34" charset="0"/>
              <a:buChar char="–"/>
              <a:defRPr sz="2000" kern="1200" baseline="0">
                <a:solidFill>
                  <a:schemeClr val="tx1"/>
                </a:solidFill>
                <a:latin typeface="+mn-lt"/>
                <a:ea typeface="+mn-ea"/>
                <a:cs typeface="+mn-cs"/>
              </a:defRPr>
            </a:lvl5pPr>
            <a:lvl6pPr marL="2514349" indent="-228577" algn="l" defTabSz="914309" rtl="0" eaLnBrk="1" latinLnBrk="0" hangingPunct="1">
              <a:lnSpc>
                <a:spcPct val="90000"/>
              </a:lnSpc>
              <a:spcBef>
                <a:spcPts val="500"/>
              </a:spcBef>
              <a:buFont typeface="Arial" panose="020B0604020202020204" pitchFamily="34" charset="0"/>
              <a:buChar char="•"/>
              <a:defRPr sz="2000" kern="1200" baseline="0">
                <a:solidFill>
                  <a:schemeClr val="tx1"/>
                </a:solidFill>
                <a:latin typeface="+mn-lt"/>
                <a:ea typeface="+mn-ea"/>
                <a:cs typeface="+mn-cs"/>
              </a:defRPr>
            </a:lvl6pPr>
            <a:lvl7pPr marL="2971503" indent="-228577" algn="l" defTabSz="914309" rtl="0" eaLnBrk="1" latinLnBrk="0" hangingPunct="1">
              <a:lnSpc>
                <a:spcPct val="90000"/>
              </a:lnSpc>
              <a:spcBef>
                <a:spcPts val="500"/>
              </a:spcBef>
              <a:buFont typeface="Arial" panose="020B0604020202020204" pitchFamily="34" charset="0"/>
              <a:buChar char="•"/>
              <a:defRPr sz="2000" kern="1200" baseline="0">
                <a:solidFill>
                  <a:schemeClr val="tx1"/>
                </a:solidFill>
                <a:latin typeface="+mn-lt"/>
                <a:ea typeface="+mn-ea"/>
                <a:cs typeface="+mn-cs"/>
              </a:defRPr>
            </a:lvl7pPr>
            <a:lvl8pPr marL="3428657" indent="-228577" algn="l" defTabSz="914309" rtl="0" eaLnBrk="1" latinLnBrk="0" hangingPunct="1">
              <a:lnSpc>
                <a:spcPct val="90000"/>
              </a:lnSpc>
              <a:spcBef>
                <a:spcPts val="500"/>
              </a:spcBef>
              <a:buFont typeface="Arial" panose="020B0604020202020204" pitchFamily="34" charset="0"/>
              <a:buChar char="•"/>
              <a:defRPr sz="2000" kern="1200" baseline="0">
                <a:solidFill>
                  <a:schemeClr val="tx1"/>
                </a:solidFill>
                <a:latin typeface="+mn-lt"/>
                <a:ea typeface="+mn-ea"/>
                <a:cs typeface="+mn-cs"/>
              </a:defRPr>
            </a:lvl8pPr>
            <a:lvl9pPr marL="3885811" indent="-228577" algn="l" defTabSz="914309" rtl="0" eaLnBrk="1" latinLnBrk="0" hangingPunct="1">
              <a:lnSpc>
                <a:spcPct val="90000"/>
              </a:lnSpc>
              <a:spcBef>
                <a:spcPts val="500"/>
              </a:spcBef>
              <a:buFont typeface="Arial" panose="020B0604020202020204" pitchFamily="34" charset="0"/>
              <a:buChar char="•"/>
              <a:defRPr sz="2000" kern="1200" baseline="0">
                <a:solidFill>
                  <a:schemeClr val="tx1"/>
                </a:solidFill>
                <a:latin typeface="+mn-lt"/>
                <a:ea typeface="+mn-ea"/>
                <a:cs typeface="+mn-cs"/>
              </a:defRPr>
            </a:lvl9pPr>
          </a:lstStyle>
          <a:p>
            <a:pPr marL="0" indent="0" algn="l">
              <a:lnSpc>
                <a:spcPct val="95000"/>
              </a:lnSpc>
              <a:buNone/>
            </a:pPr>
            <a:r>
              <a:rPr lang="en-GB" sz="2800" dirty="0">
                <a:latin typeface="Arial" panose="020B0604020202020204" pitchFamily="34" charset="0"/>
                <a:cs typeface="Arial" panose="020B0604020202020204" pitchFamily="34" charset="0"/>
              </a:rPr>
              <a:t>This guide and example slides are designed to inspire and inform, offering a flexible framework to help you create engaging presentations.</a:t>
            </a:r>
          </a:p>
        </p:txBody>
      </p:sp>
    </p:spTree>
    <p:extLst>
      <p:ext uri="{BB962C8B-B14F-4D97-AF65-F5344CB8AC3E}">
        <p14:creationId xmlns:p14="http://schemas.microsoft.com/office/powerpoint/2010/main" val="36281700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CE83F2F-FE4E-F668-CDE7-422EB1114AAF}"/>
              </a:ext>
            </a:extLst>
          </p:cNvPr>
          <p:cNvSpPr>
            <a:spLocks noGrp="1"/>
          </p:cNvSpPr>
          <p:nvPr>
            <p:ph type="title"/>
          </p:nvPr>
        </p:nvSpPr>
        <p:spPr/>
        <p:txBody>
          <a:bodyPr/>
          <a:lstStyle/>
          <a:p>
            <a:r>
              <a:rPr lang="en-US" dirty="0"/>
              <a:t>Three Key PowerPoint Design Updates</a:t>
            </a:r>
          </a:p>
        </p:txBody>
      </p:sp>
      <p:sp>
        <p:nvSpPr>
          <p:cNvPr id="10" name="Text Placeholder 2">
            <a:extLst>
              <a:ext uri="{FF2B5EF4-FFF2-40B4-BE49-F238E27FC236}">
                <a16:creationId xmlns:a16="http://schemas.microsoft.com/office/drawing/2014/main" id="{4EA258D2-6755-78ED-7833-A70BBF023925}"/>
              </a:ext>
            </a:extLst>
          </p:cNvPr>
          <p:cNvSpPr txBox="1">
            <a:spLocks/>
          </p:cNvSpPr>
          <p:nvPr/>
        </p:nvSpPr>
        <p:spPr>
          <a:xfrm>
            <a:off x="513781" y="1945823"/>
            <a:ext cx="3601020" cy="2998465"/>
          </a:xfrm>
          <a:prstGeom prst="rect">
            <a:avLst/>
          </a:prstGeom>
        </p:spPr>
        <p:txBody>
          <a:bodyPr lIns="0" tIns="0" rIns="0" bIns="0"/>
          <a:lstStyle>
            <a:lvl1pPr marL="228577" indent="-228577" algn="l" defTabSz="914309" rtl="0" eaLnBrk="1" latinLnBrk="0" hangingPunct="1">
              <a:lnSpc>
                <a:spcPct val="90000"/>
              </a:lnSpc>
              <a:spcBef>
                <a:spcPts val="1000"/>
              </a:spcBef>
              <a:buClr>
                <a:schemeClr val="accent1"/>
              </a:buClr>
              <a:buFont typeface="Wingdings" panose="05000000000000000000" pitchFamily="2" charset="2"/>
              <a:buChar char=""/>
              <a:defRPr sz="2000" kern="1200" baseline="0">
                <a:solidFill>
                  <a:schemeClr val="tx1"/>
                </a:solidFill>
                <a:latin typeface="+mn-lt"/>
                <a:ea typeface="+mn-ea"/>
                <a:cs typeface="+mn-cs"/>
              </a:defRPr>
            </a:lvl1pPr>
            <a:lvl2pPr marL="685731" indent="-228577" algn="l" defTabSz="914309" rtl="0" eaLnBrk="1" latinLnBrk="0" hangingPunct="1">
              <a:lnSpc>
                <a:spcPct val="90000"/>
              </a:lnSpc>
              <a:spcBef>
                <a:spcPts val="500"/>
              </a:spcBef>
              <a:buClr>
                <a:schemeClr val="accent1"/>
              </a:buClr>
              <a:buFont typeface="Wingdings 3" panose="05040102010807070707" pitchFamily="18" charset="2"/>
              <a:buChar char=""/>
              <a:defRPr sz="2000" kern="1200" baseline="0">
                <a:solidFill>
                  <a:schemeClr val="tx1"/>
                </a:solidFill>
                <a:latin typeface="+mn-lt"/>
                <a:ea typeface="+mn-ea"/>
                <a:cs typeface="+mn-cs"/>
              </a:defRPr>
            </a:lvl2pPr>
            <a:lvl3pPr marL="1142886" indent="-228577" algn="l" defTabSz="914309" rtl="0" eaLnBrk="1" latinLnBrk="0" hangingPunct="1">
              <a:lnSpc>
                <a:spcPct val="90000"/>
              </a:lnSpc>
              <a:spcBef>
                <a:spcPts val="500"/>
              </a:spcBef>
              <a:buClr>
                <a:schemeClr val="accent1"/>
              </a:buClr>
              <a:buFont typeface="Wingdings" panose="05000000000000000000" pitchFamily="2" charset="2"/>
              <a:buChar char=""/>
              <a:defRPr sz="2000" kern="1200" baseline="0">
                <a:solidFill>
                  <a:schemeClr val="tx1"/>
                </a:solidFill>
                <a:latin typeface="+mn-lt"/>
                <a:ea typeface="+mn-ea"/>
                <a:cs typeface="+mn-cs"/>
              </a:defRPr>
            </a:lvl3pPr>
            <a:lvl4pPr marL="1600040" indent="-228577" algn="l" defTabSz="914309" rtl="0" eaLnBrk="1" latinLnBrk="0" hangingPunct="1">
              <a:lnSpc>
                <a:spcPct val="90000"/>
              </a:lnSpc>
              <a:spcBef>
                <a:spcPts val="500"/>
              </a:spcBef>
              <a:buClr>
                <a:schemeClr val="tx1"/>
              </a:buClr>
              <a:buFont typeface="Arial" panose="020B0604020202020204" pitchFamily="34" charset="0"/>
              <a:buChar char="–"/>
              <a:defRPr sz="2000" kern="1200" baseline="0">
                <a:solidFill>
                  <a:schemeClr val="tx1"/>
                </a:solidFill>
                <a:latin typeface="+mn-lt"/>
                <a:ea typeface="+mn-ea"/>
                <a:cs typeface="+mn-cs"/>
              </a:defRPr>
            </a:lvl4pPr>
            <a:lvl5pPr marL="2057194" indent="-228577" algn="l" defTabSz="914309" rtl="0" eaLnBrk="1" latinLnBrk="0" hangingPunct="1">
              <a:lnSpc>
                <a:spcPct val="90000"/>
              </a:lnSpc>
              <a:spcBef>
                <a:spcPts val="500"/>
              </a:spcBef>
              <a:buClr>
                <a:schemeClr val="tx1"/>
              </a:buClr>
              <a:buFont typeface="Arial" panose="020B0604020202020204" pitchFamily="34" charset="0"/>
              <a:buChar char="–"/>
              <a:defRPr sz="2000" kern="1200" baseline="0">
                <a:solidFill>
                  <a:schemeClr val="tx1"/>
                </a:solidFill>
                <a:latin typeface="+mn-lt"/>
                <a:ea typeface="+mn-ea"/>
                <a:cs typeface="+mn-cs"/>
              </a:defRPr>
            </a:lvl5pPr>
            <a:lvl6pPr marL="2514349" indent="-228577" algn="l" defTabSz="914309" rtl="0" eaLnBrk="1" latinLnBrk="0" hangingPunct="1">
              <a:lnSpc>
                <a:spcPct val="90000"/>
              </a:lnSpc>
              <a:spcBef>
                <a:spcPts val="500"/>
              </a:spcBef>
              <a:buFont typeface="Arial" panose="020B0604020202020204" pitchFamily="34" charset="0"/>
              <a:buChar char="•"/>
              <a:defRPr sz="2000" kern="1200" baseline="0">
                <a:solidFill>
                  <a:schemeClr val="tx1"/>
                </a:solidFill>
                <a:latin typeface="+mn-lt"/>
                <a:ea typeface="+mn-ea"/>
                <a:cs typeface="+mn-cs"/>
              </a:defRPr>
            </a:lvl6pPr>
            <a:lvl7pPr marL="2971503" indent="-228577" algn="l" defTabSz="914309" rtl="0" eaLnBrk="1" latinLnBrk="0" hangingPunct="1">
              <a:lnSpc>
                <a:spcPct val="90000"/>
              </a:lnSpc>
              <a:spcBef>
                <a:spcPts val="500"/>
              </a:spcBef>
              <a:buFont typeface="Arial" panose="020B0604020202020204" pitchFamily="34" charset="0"/>
              <a:buChar char="•"/>
              <a:defRPr sz="2000" kern="1200" baseline="0">
                <a:solidFill>
                  <a:schemeClr val="tx1"/>
                </a:solidFill>
                <a:latin typeface="+mn-lt"/>
                <a:ea typeface="+mn-ea"/>
                <a:cs typeface="+mn-cs"/>
              </a:defRPr>
            </a:lvl7pPr>
            <a:lvl8pPr marL="3428657" indent="-228577" algn="l" defTabSz="914309" rtl="0" eaLnBrk="1" latinLnBrk="0" hangingPunct="1">
              <a:lnSpc>
                <a:spcPct val="90000"/>
              </a:lnSpc>
              <a:spcBef>
                <a:spcPts val="500"/>
              </a:spcBef>
              <a:buFont typeface="Arial" panose="020B0604020202020204" pitchFamily="34" charset="0"/>
              <a:buChar char="•"/>
              <a:defRPr sz="2000" kern="1200" baseline="0">
                <a:solidFill>
                  <a:schemeClr val="tx1"/>
                </a:solidFill>
                <a:latin typeface="+mn-lt"/>
                <a:ea typeface="+mn-ea"/>
                <a:cs typeface="+mn-cs"/>
              </a:defRPr>
            </a:lvl8pPr>
            <a:lvl9pPr marL="3885811" indent="-228577" algn="l" defTabSz="914309" rtl="0" eaLnBrk="1" latinLnBrk="0" hangingPunct="1">
              <a:lnSpc>
                <a:spcPct val="90000"/>
              </a:lnSpc>
              <a:spcBef>
                <a:spcPts val="500"/>
              </a:spcBef>
              <a:buFont typeface="Arial" panose="020B0604020202020204" pitchFamily="34" charset="0"/>
              <a:buChar char="•"/>
              <a:defRPr sz="2000" kern="1200" baseline="0">
                <a:solidFill>
                  <a:schemeClr val="tx1"/>
                </a:solidFill>
                <a:latin typeface="+mn-lt"/>
                <a:ea typeface="+mn-ea"/>
                <a:cs typeface="+mn-cs"/>
              </a:defRPr>
            </a:lvl9pPr>
          </a:lstStyle>
          <a:p>
            <a:pPr marL="0" indent="0" algn="l">
              <a:lnSpc>
                <a:spcPct val="95000"/>
              </a:lnSpc>
              <a:buNone/>
            </a:pPr>
            <a:r>
              <a:rPr lang="en-GB" sz="3200" b="1" dirty="0">
                <a:latin typeface="Arial" panose="020B0604020202020204" pitchFamily="34" charset="0"/>
                <a:cs typeface="Arial" panose="020B0604020202020204" pitchFamily="34" charset="0"/>
              </a:rPr>
              <a:t>Tints</a:t>
            </a:r>
            <a:endParaRPr lang="en-GB" sz="2800" b="1" dirty="0">
              <a:latin typeface="Arial" panose="020B0604020202020204" pitchFamily="34" charset="0"/>
              <a:cs typeface="Arial" panose="020B0604020202020204" pitchFamily="34" charset="0"/>
            </a:endParaRPr>
          </a:p>
          <a:p>
            <a:pPr marL="0" indent="0" algn="l">
              <a:lnSpc>
                <a:spcPct val="95000"/>
              </a:lnSpc>
              <a:buNone/>
            </a:pPr>
            <a:r>
              <a:rPr lang="en-GB" sz="2400" dirty="0">
                <a:latin typeface="Arial" panose="020B0604020202020204" pitchFamily="34" charset="0"/>
                <a:cs typeface="Arial" panose="020B0604020202020204" pitchFamily="34" charset="0"/>
              </a:rPr>
              <a:t>Tinted slide backgrounds use BASF </a:t>
            </a:r>
            <a:r>
              <a:rPr lang="en-GB" sz="2400" dirty="0" err="1">
                <a:latin typeface="Arial" panose="020B0604020202020204" pitchFamily="34" charset="0"/>
                <a:cs typeface="Arial" panose="020B0604020202020204" pitchFamily="34" charset="0"/>
              </a:rPr>
              <a:t>colors</a:t>
            </a:r>
            <a:r>
              <a:rPr lang="en-GB" sz="2400" dirty="0">
                <a:latin typeface="Arial" panose="020B0604020202020204" pitchFamily="34" charset="0"/>
                <a:cs typeface="Arial" panose="020B0604020202020204" pitchFamily="34" charset="0"/>
              </a:rPr>
              <a:t> to </a:t>
            </a:r>
            <a:br>
              <a:rPr lang="en-GB" sz="2400" dirty="0">
                <a:latin typeface="Arial" panose="020B0604020202020204" pitchFamily="34" charset="0"/>
                <a:cs typeface="Arial" panose="020B0604020202020204" pitchFamily="34" charset="0"/>
              </a:rPr>
            </a:br>
            <a:r>
              <a:rPr lang="en-GB" sz="2400" dirty="0">
                <a:latin typeface="Arial" panose="020B0604020202020204" pitchFamily="34" charset="0"/>
                <a:cs typeface="Arial" panose="020B0604020202020204" pitchFamily="34" charset="0"/>
              </a:rPr>
              <a:t>create a modern, fresh and professional image. </a:t>
            </a:r>
            <a:br>
              <a:rPr lang="en-GB" sz="2400" dirty="0">
                <a:latin typeface="Arial" panose="020B0604020202020204" pitchFamily="34" charset="0"/>
                <a:cs typeface="Arial" panose="020B0604020202020204" pitchFamily="34" charset="0"/>
              </a:rPr>
            </a:br>
            <a:r>
              <a:rPr lang="en-GB" sz="2400" dirty="0">
                <a:latin typeface="Arial" panose="020B0604020202020204" pitchFamily="34" charset="0"/>
                <a:cs typeface="Arial" panose="020B0604020202020204" pitchFamily="34" charset="0"/>
              </a:rPr>
              <a:t>They can hold white boxes for highlighting </a:t>
            </a:r>
            <a:br>
              <a:rPr lang="en-GB" sz="2400" dirty="0">
                <a:latin typeface="Arial" panose="020B0604020202020204" pitchFamily="34" charset="0"/>
                <a:cs typeface="Arial" panose="020B0604020202020204" pitchFamily="34" charset="0"/>
              </a:rPr>
            </a:br>
            <a:r>
              <a:rPr lang="en-GB" sz="2400" dirty="0">
                <a:latin typeface="Arial" panose="020B0604020202020204" pitchFamily="34" charset="0"/>
                <a:cs typeface="Arial" panose="020B0604020202020204" pitchFamily="34" charset="0"/>
              </a:rPr>
              <a:t>key information and support large, bright screens.</a:t>
            </a:r>
          </a:p>
        </p:txBody>
      </p:sp>
      <p:sp>
        <p:nvSpPr>
          <p:cNvPr id="13" name="Text Placeholder 2">
            <a:extLst>
              <a:ext uri="{FF2B5EF4-FFF2-40B4-BE49-F238E27FC236}">
                <a16:creationId xmlns:a16="http://schemas.microsoft.com/office/drawing/2014/main" id="{07E362C4-4372-A5EF-BEAA-6A465452110E}"/>
              </a:ext>
            </a:extLst>
          </p:cNvPr>
          <p:cNvSpPr txBox="1">
            <a:spLocks/>
          </p:cNvSpPr>
          <p:nvPr/>
        </p:nvSpPr>
        <p:spPr>
          <a:xfrm>
            <a:off x="4295775" y="1945823"/>
            <a:ext cx="3601020" cy="2998465"/>
          </a:xfrm>
          <a:prstGeom prst="rect">
            <a:avLst/>
          </a:prstGeom>
        </p:spPr>
        <p:txBody>
          <a:bodyPr lIns="0" tIns="0" rIns="0" bIns="0"/>
          <a:lstStyle>
            <a:lvl1pPr marL="228577" indent="-228577" algn="l" defTabSz="914309" rtl="0" eaLnBrk="1" latinLnBrk="0" hangingPunct="1">
              <a:lnSpc>
                <a:spcPct val="90000"/>
              </a:lnSpc>
              <a:spcBef>
                <a:spcPts val="1000"/>
              </a:spcBef>
              <a:buClr>
                <a:schemeClr val="accent1"/>
              </a:buClr>
              <a:buFont typeface="Wingdings" panose="05000000000000000000" pitchFamily="2" charset="2"/>
              <a:buChar char=""/>
              <a:defRPr sz="2000" kern="1200" baseline="0">
                <a:solidFill>
                  <a:schemeClr val="tx1"/>
                </a:solidFill>
                <a:latin typeface="+mn-lt"/>
                <a:ea typeface="+mn-ea"/>
                <a:cs typeface="+mn-cs"/>
              </a:defRPr>
            </a:lvl1pPr>
            <a:lvl2pPr marL="685731" indent="-228577" algn="l" defTabSz="914309" rtl="0" eaLnBrk="1" latinLnBrk="0" hangingPunct="1">
              <a:lnSpc>
                <a:spcPct val="90000"/>
              </a:lnSpc>
              <a:spcBef>
                <a:spcPts val="500"/>
              </a:spcBef>
              <a:buClr>
                <a:schemeClr val="accent1"/>
              </a:buClr>
              <a:buFont typeface="Wingdings 3" panose="05040102010807070707" pitchFamily="18" charset="2"/>
              <a:buChar char=""/>
              <a:defRPr sz="2000" kern="1200" baseline="0">
                <a:solidFill>
                  <a:schemeClr val="tx1"/>
                </a:solidFill>
                <a:latin typeface="+mn-lt"/>
                <a:ea typeface="+mn-ea"/>
                <a:cs typeface="+mn-cs"/>
              </a:defRPr>
            </a:lvl2pPr>
            <a:lvl3pPr marL="1142886" indent="-228577" algn="l" defTabSz="914309" rtl="0" eaLnBrk="1" latinLnBrk="0" hangingPunct="1">
              <a:lnSpc>
                <a:spcPct val="90000"/>
              </a:lnSpc>
              <a:spcBef>
                <a:spcPts val="500"/>
              </a:spcBef>
              <a:buClr>
                <a:schemeClr val="accent1"/>
              </a:buClr>
              <a:buFont typeface="Wingdings" panose="05000000000000000000" pitchFamily="2" charset="2"/>
              <a:buChar char=""/>
              <a:defRPr sz="2000" kern="1200" baseline="0">
                <a:solidFill>
                  <a:schemeClr val="tx1"/>
                </a:solidFill>
                <a:latin typeface="+mn-lt"/>
                <a:ea typeface="+mn-ea"/>
                <a:cs typeface="+mn-cs"/>
              </a:defRPr>
            </a:lvl3pPr>
            <a:lvl4pPr marL="1600040" indent="-228577" algn="l" defTabSz="914309" rtl="0" eaLnBrk="1" latinLnBrk="0" hangingPunct="1">
              <a:lnSpc>
                <a:spcPct val="90000"/>
              </a:lnSpc>
              <a:spcBef>
                <a:spcPts val="500"/>
              </a:spcBef>
              <a:buClr>
                <a:schemeClr val="tx1"/>
              </a:buClr>
              <a:buFont typeface="Arial" panose="020B0604020202020204" pitchFamily="34" charset="0"/>
              <a:buChar char="–"/>
              <a:defRPr sz="2000" kern="1200" baseline="0">
                <a:solidFill>
                  <a:schemeClr val="tx1"/>
                </a:solidFill>
                <a:latin typeface="+mn-lt"/>
                <a:ea typeface="+mn-ea"/>
                <a:cs typeface="+mn-cs"/>
              </a:defRPr>
            </a:lvl4pPr>
            <a:lvl5pPr marL="2057194" indent="-228577" algn="l" defTabSz="914309" rtl="0" eaLnBrk="1" latinLnBrk="0" hangingPunct="1">
              <a:lnSpc>
                <a:spcPct val="90000"/>
              </a:lnSpc>
              <a:spcBef>
                <a:spcPts val="500"/>
              </a:spcBef>
              <a:buClr>
                <a:schemeClr val="tx1"/>
              </a:buClr>
              <a:buFont typeface="Arial" panose="020B0604020202020204" pitchFamily="34" charset="0"/>
              <a:buChar char="–"/>
              <a:defRPr sz="2000" kern="1200" baseline="0">
                <a:solidFill>
                  <a:schemeClr val="tx1"/>
                </a:solidFill>
                <a:latin typeface="+mn-lt"/>
                <a:ea typeface="+mn-ea"/>
                <a:cs typeface="+mn-cs"/>
              </a:defRPr>
            </a:lvl5pPr>
            <a:lvl6pPr marL="2514349" indent="-228577" algn="l" defTabSz="914309" rtl="0" eaLnBrk="1" latinLnBrk="0" hangingPunct="1">
              <a:lnSpc>
                <a:spcPct val="90000"/>
              </a:lnSpc>
              <a:spcBef>
                <a:spcPts val="500"/>
              </a:spcBef>
              <a:buFont typeface="Arial" panose="020B0604020202020204" pitchFamily="34" charset="0"/>
              <a:buChar char="•"/>
              <a:defRPr sz="2000" kern="1200" baseline="0">
                <a:solidFill>
                  <a:schemeClr val="tx1"/>
                </a:solidFill>
                <a:latin typeface="+mn-lt"/>
                <a:ea typeface="+mn-ea"/>
                <a:cs typeface="+mn-cs"/>
              </a:defRPr>
            </a:lvl6pPr>
            <a:lvl7pPr marL="2971503" indent="-228577" algn="l" defTabSz="914309" rtl="0" eaLnBrk="1" latinLnBrk="0" hangingPunct="1">
              <a:lnSpc>
                <a:spcPct val="90000"/>
              </a:lnSpc>
              <a:spcBef>
                <a:spcPts val="500"/>
              </a:spcBef>
              <a:buFont typeface="Arial" panose="020B0604020202020204" pitchFamily="34" charset="0"/>
              <a:buChar char="•"/>
              <a:defRPr sz="2000" kern="1200" baseline="0">
                <a:solidFill>
                  <a:schemeClr val="tx1"/>
                </a:solidFill>
                <a:latin typeface="+mn-lt"/>
                <a:ea typeface="+mn-ea"/>
                <a:cs typeface="+mn-cs"/>
              </a:defRPr>
            </a:lvl7pPr>
            <a:lvl8pPr marL="3428657" indent="-228577" algn="l" defTabSz="914309" rtl="0" eaLnBrk="1" latinLnBrk="0" hangingPunct="1">
              <a:lnSpc>
                <a:spcPct val="90000"/>
              </a:lnSpc>
              <a:spcBef>
                <a:spcPts val="500"/>
              </a:spcBef>
              <a:buFont typeface="Arial" panose="020B0604020202020204" pitchFamily="34" charset="0"/>
              <a:buChar char="•"/>
              <a:defRPr sz="2000" kern="1200" baseline="0">
                <a:solidFill>
                  <a:schemeClr val="tx1"/>
                </a:solidFill>
                <a:latin typeface="+mn-lt"/>
                <a:ea typeface="+mn-ea"/>
                <a:cs typeface="+mn-cs"/>
              </a:defRPr>
            </a:lvl8pPr>
            <a:lvl9pPr marL="3885811" indent="-228577" algn="l" defTabSz="914309" rtl="0" eaLnBrk="1" latinLnBrk="0" hangingPunct="1">
              <a:lnSpc>
                <a:spcPct val="90000"/>
              </a:lnSpc>
              <a:spcBef>
                <a:spcPts val="500"/>
              </a:spcBef>
              <a:buFont typeface="Arial" panose="020B0604020202020204" pitchFamily="34" charset="0"/>
              <a:buChar char="•"/>
              <a:defRPr sz="2000" kern="1200" baseline="0">
                <a:solidFill>
                  <a:schemeClr val="tx1"/>
                </a:solidFill>
                <a:latin typeface="+mn-lt"/>
                <a:ea typeface="+mn-ea"/>
                <a:cs typeface="+mn-cs"/>
              </a:defRPr>
            </a:lvl9pPr>
          </a:lstStyle>
          <a:p>
            <a:pPr marL="0" indent="0" algn="l">
              <a:lnSpc>
                <a:spcPct val="95000"/>
              </a:lnSpc>
              <a:buNone/>
            </a:pPr>
            <a:r>
              <a:rPr lang="en-GB" sz="3200" b="1" dirty="0">
                <a:latin typeface="Arial" panose="020B0604020202020204" pitchFamily="34" charset="0"/>
                <a:cs typeface="Arial" panose="020B0604020202020204" pitchFamily="34" charset="0"/>
              </a:rPr>
              <a:t>Logo</a:t>
            </a:r>
          </a:p>
          <a:p>
            <a:pPr marL="0" indent="0" algn="l">
              <a:lnSpc>
                <a:spcPct val="95000"/>
              </a:lnSpc>
              <a:buNone/>
            </a:pPr>
            <a:r>
              <a:rPr lang="en-GB" sz="2400" dirty="0">
                <a:latin typeface="Arial" panose="020B0604020202020204" pitchFamily="34" charset="0"/>
                <a:cs typeface="Arial" panose="020B0604020202020204" pitchFamily="34" charset="0"/>
              </a:rPr>
              <a:t>On all other slides apart from the title and end slides, the logo is now separate from the logo </a:t>
            </a:r>
            <a:br>
              <a:rPr lang="en-GB" sz="2400" dirty="0">
                <a:latin typeface="Arial" panose="020B0604020202020204" pitchFamily="34" charset="0"/>
                <a:cs typeface="Arial" panose="020B0604020202020204" pitchFamily="34" charset="0"/>
              </a:rPr>
            </a:br>
            <a:r>
              <a:rPr lang="en-GB" sz="2400" dirty="0">
                <a:latin typeface="Arial" panose="020B0604020202020204" pitchFamily="34" charset="0"/>
                <a:cs typeface="Arial" panose="020B0604020202020204" pitchFamily="34" charset="0"/>
              </a:rPr>
              <a:t>bar – similar to office communications. Alongside BASF </a:t>
            </a:r>
            <a:r>
              <a:rPr lang="en-GB" sz="2400" dirty="0" err="1">
                <a:latin typeface="Arial" panose="020B0604020202020204" pitchFamily="34" charset="0"/>
                <a:cs typeface="Arial" panose="020B0604020202020204" pitchFamily="34" charset="0"/>
              </a:rPr>
              <a:t>colors</a:t>
            </a:r>
            <a:r>
              <a:rPr lang="en-GB" sz="2400" dirty="0">
                <a:latin typeface="Arial" panose="020B0604020202020204" pitchFamily="34" charset="0"/>
                <a:cs typeface="Arial" panose="020B0604020202020204" pitchFamily="34" charset="0"/>
              </a:rPr>
              <a:t>, this maintains a confident corporate presence.</a:t>
            </a:r>
          </a:p>
        </p:txBody>
      </p:sp>
      <p:sp>
        <p:nvSpPr>
          <p:cNvPr id="14" name="Text Placeholder 2">
            <a:extLst>
              <a:ext uri="{FF2B5EF4-FFF2-40B4-BE49-F238E27FC236}">
                <a16:creationId xmlns:a16="http://schemas.microsoft.com/office/drawing/2014/main" id="{9B3BAA95-12DD-A1D7-2981-F7AA09154D71}"/>
              </a:ext>
            </a:extLst>
          </p:cNvPr>
          <p:cNvSpPr txBox="1">
            <a:spLocks/>
          </p:cNvSpPr>
          <p:nvPr/>
        </p:nvSpPr>
        <p:spPr>
          <a:xfrm>
            <a:off x="8075043" y="1945823"/>
            <a:ext cx="3601020" cy="3624283"/>
          </a:xfrm>
          <a:prstGeom prst="rect">
            <a:avLst/>
          </a:prstGeom>
        </p:spPr>
        <p:txBody>
          <a:bodyPr lIns="0" tIns="0" rIns="0" bIns="0"/>
          <a:lstStyle>
            <a:lvl1pPr marL="228577" indent="-228577" algn="l" defTabSz="914309" rtl="0" eaLnBrk="1" latinLnBrk="0" hangingPunct="1">
              <a:lnSpc>
                <a:spcPct val="90000"/>
              </a:lnSpc>
              <a:spcBef>
                <a:spcPts val="1000"/>
              </a:spcBef>
              <a:buClr>
                <a:schemeClr val="accent1"/>
              </a:buClr>
              <a:buFont typeface="Wingdings" panose="05000000000000000000" pitchFamily="2" charset="2"/>
              <a:buChar char=""/>
              <a:defRPr sz="2000" kern="1200" baseline="0">
                <a:solidFill>
                  <a:schemeClr val="tx1"/>
                </a:solidFill>
                <a:latin typeface="+mn-lt"/>
                <a:ea typeface="+mn-ea"/>
                <a:cs typeface="+mn-cs"/>
              </a:defRPr>
            </a:lvl1pPr>
            <a:lvl2pPr marL="685731" indent="-228577" algn="l" defTabSz="914309" rtl="0" eaLnBrk="1" latinLnBrk="0" hangingPunct="1">
              <a:lnSpc>
                <a:spcPct val="90000"/>
              </a:lnSpc>
              <a:spcBef>
                <a:spcPts val="500"/>
              </a:spcBef>
              <a:buClr>
                <a:schemeClr val="accent1"/>
              </a:buClr>
              <a:buFont typeface="Wingdings 3" panose="05040102010807070707" pitchFamily="18" charset="2"/>
              <a:buChar char=""/>
              <a:defRPr sz="2000" kern="1200" baseline="0">
                <a:solidFill>
                  <a:schemeClr val="tx1"/>
                </a:solidFill>
                <a:latin typeface="+mn-lt"/>
                <a:ea typeface="+mn-ea"/>
                <a:cs typeface="+mn-cs"/>
              </a:defRPr>
            </a:lvl2pPr>
            <a:lvl3pPr marL="1142886" indent="-228577" algn="l" defTabSz="914309" rtl="0" eaLnBrk="1" latinLnBrk="0" hangingPunct="1">
              <a:lnSpc>
                <a:spcPct val="90000"/>
              </a:lnSpc>
              <a:spcBef>
                <a:spcPts val="500"/>
              </a:spcBef>
              <a:buClr>
                <a:schemeClr val="accent1"/>
              </a:buClr>
              <a:buFont typeface="Wingdings" panose="05000000000000000000" pitchFamily="2" charset="2"/>
              <a:buChar char=""/>
              <a:defRPr sz="2000" kern="1200" baseline="0">
                <a:solidFill>
                  <a:schemeClr val="tx1"/>
                </a:solidFill>
                <a:latin typeface="+mn-lt"/>
                <a:ea typeface="+mn-ea"/>
                <a:cs typeface="+mn-cs"/>
              </a:defRPr>
            </a:lvl3pPr>
            <a:lvl4pPr marL="1600040" indent="-228577" algn="l" defTabSz="914309" rtl="0" eaLnBrk="1" latinLnBrk="0" hangingPunct="1">
              <a:lnSpc>
                <a:spcPct val="90000"/>
              </a:lnSpc>
              <a:spcBef>
                <a:spcPts val="500"/>
              </a:spcBef>
              <a:buClr>
                <a:schemeClr val="tx1"/>
              </a:buClr>
              <a:buFont typeface="Arial" panose="020B0604020202020204" pitchFamily="34" charset="0"/>
              <a:buChar char="–"/>
              <a:defRPr sz="2000" kern="1200" baseline="0">
                <a:solidFill>
                  <a:schemeClr val="tx1"/>
                </a:solidFill>
                <a:latin typeface="+mn-lt"/>
                <a:ea typeface="+mn-ea"/>
                <a:cs typeface="+mn-cs"/>
              </a:defRPr>
            </a:lvl4pPr>
            <a:lvl5pPr marL="2057194" indent="-228577" algn="l" defTabSz="914309" rtl="0" eaLnBrk="1" latinLnBrk="0" hangingPunct="1">
              <a:lnSpc>
                <a:spcPct val="90000"/>
              </a:lnSpc>
              <a:spcBef>
                <a:spcPts val="500"/>
              </a:spcBef>
              <a:buClr>
                <a:schemeClr val="tx1"/>
              </a:buClr>
              <a:buFont typeface="Arial" panose="020B0604020202020204" pitchFamily="34" charset="0"/>
              <a:buChar char="–"/>
              <a:defRPr sz="2000" kern="1200" baseline="0">
                <a:solidFill>
                  <a:schemeClr val="tx1"/>
                </a:solidFill>
                <a:latin typeface="+mn-lt"/>
                <a:ea typeface="+mn-ea"/>
                <a:cs typeface="+mn-cs"/>
              </a:defRPr>
            </a:lvl5pPr>
            <a:lvl6pPr marL="2514349" indent="-228577" algn="l" defTabSz="914309" rtl="0" eaLnBrk="1" latinLnBrk="0" hangingPunct="1">
              <a:lnSpc>
                <a:spcPct val="90000"/>
              </a:lnSpc>
              <a:spcBef>
                <a:spcPts val="500"/>
              </a:spcBef>
              <a:buFont typeface="Arial" panose="020B0604020202020204" pitchFamily="34" charset="0"/>
              <a:buChar char="•"/>
              <a:defRPr sz="2000" kern="1200" baseline="0">
                <a:solidFill>
                  <a:schemeClr val="tx1"/>
                </a:solidFill>
                <a:latin typeface="+mn-lt"/>
                <a:ea typeface="+mn-ea"/>
                <a:cs typeface="+mn-cs"/>
              </a:defRPr>
            </a:lvl6pPr>
            <a:lvl7pPr marL="2971503" indent="-228577" algn="l" defTabSz="914309" rtl="0" eaLnBrk="1" latinLnBrk="0" hangingPunct="1">
              <a:lnSpc>
                <a:spcPct val="90000"/>
              </a:lnSpc>
              <a:spcBef>
                <a:spcPts val="500"/>
              </a:spcBef>
              <a:buFont typeface="Arial" panose="020B0604020202020204" pitchFamily="34" charset="0"/>
              <a:buChar char="•"/>
              <a:defRPr sz="2000" kern="1200" baseline="0">
                <a:solidFill>
                  <a:schemeClr val="tx1"/>
                </a:solidFill>
                <a:latin typeface="+mn-lt"/>
                <a:ea typeface="+mn-ea"/>
                <a:cs typeface="+mn-cs"/>
              </a:defRPr>
            </a:lvl7pPr>
            <a:lvl8pPr marL="3428657" indent="-228577" algn="l" defTabSz="914309" rtl="0" eaLnBrk="1" latinLnBrk="0" hangingPunct="1">
              <a:lnSpc>
                <a:spcPct val="90000"/>
              </a:lnSpc>
              <a:spcBef>
                <a:spcPts val="500"/>
              </a:spcBef>
              <a:buFont typeface="Arial" panose="020B0604020202020204" pitchFamily="34" charset="0"/>
              <a:buChar char="•"/>
              <a:defRPr sz="2000" kern="1200" baseline="0">
                <a:solidFill>
                  <a:schemeClr val="tx1"/>
                </a:solidFill>
                <a:latin typeface="+mn-lt"/>
                <a:ea typeface="+mn-ea"/>
                <a:cs typeface="+mn-cs"/>
              </a:defRPr>
            </a:lvl8pPr>
            <a:lvl9pPr marL="3885811" indent="-228577" algn="l" defTabSz="914309" rtl="0" eaLnBrk="1" latinLnBrk="0" hangingPunct="1">
              <a:lnSpc>
                <a:spcPct val="90000"/>
              </a:lnSpc>
              <a:spcBef>
                <a:spcPts val="500"/>
              </a:spcBef>
              <a:buFont typeface="Arial" panose="020B0604020202020204" pitchFamily="34" charset="0"/>
              <a:buChar char="•"/>
              <a:defRPr sz="2000" kern="1200" baseline="0">
                <a:solidFill>
                  <a:schemeClr val="tx1"/>
                </a:solidFill>
                <a:latin typeface="+mn-lt"/>
                <a:ea typeface="+mn-ea"/>
                <a:cs typeface="+mn-cs"/>
              </a:defRPr>
            </a:lvl9pPr>
          </a:lstStyle>
          <a:p>
            <a:pPr marL="0" indent="0" algn="l">
              <a:lnSpc>
                <a:spcPct val="95000"/>
              </a:lnSpc>
              <a:buNone/>
            </a:pPr>
            <a:r>
              <a:rPr lang="en-GB" sz="3200" b="1" dirty="0">
                <a:latin typeface="Arial" panose="020B0604020202020204" pitchFamily="34" charset="0"/>
                <a:cs typeface="Arial" panose="020B0604020202020204" pitchFamily="34" charset="0"/>
              </a:rPr>
              <a:t>Grid</a:t>
            </a:r>
          </a:p>
          <a:p>
            <a:pPr marL="0" indent="0" algn="l">
              <a:lnSpc>
                <a:spcPct val="95000"/>
              </a:lnSpc>
              <a:buNone/>
            </a:pPr>
            <a:r>
              <a:rPr lang="en-GB" sz="2400" dirty="0">
                <a:latin typeface="Arial" panose="020B0604020202020204" pitchFamily="34" charset="0"/>
                <a:cs typeface="Arial" panose="020B0604020202020204" pitchFamily="34" charset="0"/>
              </a:rPr>
              <a:t>Column grids allow for creativity with consistency, across varied content. Wider margins and flexible title placement create cleaner slides with ample space for design. </a:t>
            </a:r>
          </a:p>
        </p:txBody>
      </p:sp>
      <p:sp>
        <p:nvSpPr>
          <p:cNvPr id="15" name="Foliennummernplatzhalter 7">
            <a:extLst>
              <a:ext uri="{FF2B5EF4-FFF2-40B4-BE49-F238E27FC236}">
                <a16:creationId xmlns:a16="http://schemas.microsoft.com/office/drawing/2014/main" id="{00492389-6773-C91F-FBC1-8D281C702CE3}"/>
              </a:ext>
            </a:extLst>
          </p:cNvPr>
          <p:cNvSpPr>
            <a:spLocks noGrp="1"/>
          </p:cNvSpPr>
          <p:nvPr>
            <p:ph type="sldNum" sz="quarter" idx="4"/>
          </p:nvPr>
        </p:nvSpPr>
        <p:spPr>
          <a:xfrm>
            <a:off x="514350" y="6549723"/>
            <a:ext cx="384217" cy="151200"/>
          </a:xfrm>
          <a:prstGeom prst="rect">
            <a:avLst/>
          </a:prstGeom>
        </p:spPr>
        <p:txBody>
          <a:bodyPr lIns="0" tIns="0" rIns="0" bIns="0" anchor="b"/>
          <a:lstStyle>
            <a:lvl1pPr>
              <a:defRPr sz="800" b="1"/>
            </a:lvl1pPr>
          </a:lstStyle>
          <a:p>
            <a:fld id="{82EA1D04-CA53-4DE3-84A8-2B63E41036C9}" type="slidenum">
              <a:rPr lang="de-DE" smtClean="0"/>
              <a:pPr/>
              <a:t>2</a:t>
            </a:fld>
            <a:endParaRPr lang="de-DE"/>
          </a:p>
        </p:txBody>
      </p:sp>
    </p:spTree>
    <p:extLst>
      <p:ext uri="{BB962C8B-B14F-4D97-AF65-F5344CB8AC3E}">
        <p14:creationId xmlns:p14="http://schemas.microsoft.com/office/powerpoint/2010/main" val="1136431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el 15">
            <a:extLst>
              <a:ext uri="{FF2B5EF4-FFF2-40B4-BE49-F238E27FC236}">
                <a16:creationId xmlns:a16="http://schemas.microsoft.com/office/drawing/2014/main" id="{34E51466-56C8-A369-27D4-77B2C230E8E2}"/>
              </a:ext>
            </a:extLst>
          </p:cNvPr>
          <p:cNvSpPr>
            <a:spLocks noGrp="1"/>
          </p:cNvSpPr>
          <p:nvPr>
            <p:ph type="title"/>
          </p:nvPr>
        </p:nvSpPr>
        <p:spPr>
          <a:xfrm>
            <a:off x="514801" y="540000"/>
            <a:ext cx="3597846" cy="817200"/>
          </a:xfrm>
        </p:spPr>
        <p:txBody>
          <a:bodyPr/>
          <a:lstStyle/>
          <a:p>
            <a:r>
              <a:rPr lang="en-GB" dirty="0"/>
              <a:t>Best Practice</a:t>
            </a:r>
            <a:endParaRPr lang="en-US" dirty="0"/>
          </a:p>
        </p:txBody>
      </p:sp>
      <p:sp>
        <p:nvSpPr>
          <p:cNvPr id="24" name="Foliennummernplatzhalter 7">
            <a:extLst>
              <a:ext uri="{FF2B5EF4-FFF2-40B4-BE49-F238E27FC236}">
                <a16:creationId xmlns:a16="http://schemas.microsoft.com/office/drawing/2014/main" id="{5706DB5D-C5D4-42DB-90E4-5CD0E839A952}"/>
              </a:ext>
            </a:extLst>
          </p:cNvPr>
          <p:cNvSpPr>
            <a:spLocks noGrp="1"/>
          </p:cNvSpPr>
          <p:nvPr>
            <p:ph type="sldNum" sz="quarter" idx="4"/>
          </p:nvPr>
        </p:nvSpPr>
        <p:spPr>
          <a:xfrm>
            <a:off x="514350" y="6549723"/>
            <a:ext cx="384217" cy="151200"/>
          </a:xfrm>
          <a:prstGeom prst="rect">
            <a:avLst/>
          </a:prstGeom>
        </p:spPr>
        <p:txBody>
          <a:bodyPr lIns="0" tIns="0" rIns="0" bIns="0" anchor="b"/>
          <a:lstStyle>
            <a:lvl1pPr>
              <a:defRPr sz="800" b="1"/>
            </a:lvl1pPr>
          </a:lstStyle>
          <a:p>
            <a:fld id="{82EA1D04-CA53-4DE3-84A8-2B63E41036C9}" type="slidenum">
              <a:rPr lang="de-DE" smtClean="0"/>
              <a:pPr/>
              <a:t>3</a:t>
            </a:fld>
            <a:endParaRPr lang="de-DE"/>
          </a:p>
        </p:txBody>
      </p:sp>
      <p:sp>
        <p:nvSpPr>
          <p:cNvPr id="11" name="TextBox 10">
            <a:extLst>
              <a:ext uri="{FF2B5EF4-FFF2-40B4-BE49-F238E27FC236}">
                <a16:creationId xmlns:a16="http://schemas.microsoft.com/office/drawing/2014/main" id="{94A11FDE-509F-49BF-770D-2F89C388B5A3}"/>
              </a:ext>
            </a:extLst>
          </p:cNvPr>
          <p:cNvSpPr txBox="1"/>
          <p:nvPr/>
        </p:nvSpPr>
        <p:spPr>
          <a:xfrm>
            <a:off x="513781" y="5986841"/>
            <a:ext cx="11162281" cy="276999"/>
          </a:xfrm>
          <a:prstGeom prst="rect">
            <a:avLst/>
          </a:prstGeom>
          <a:noFill/>
        </p:spPr>
        <p:txBody>
          <a:bodyPr wrap="square" lIns="0" tIns="0" rIns="0" bIns="0" anchor="b">
            <a:spAutoFit/>
          </a:bodyPr>
          <a:lstStyle/>
          <a:p>
            <a:pPr marL="0" indent="0" algn="l">
              <a:buNone/>
            </a:pPr>
            <a:r>
              <a:rPr lang="en-GB" b="1" dirty="0">
                <a:latin typeface="Arial" panose="020B0604020202020204" pitchFamily="34" charset="0"/>
                <a:cs typeface="Arial" panose="020B0604020202020204" pitchFamily="34" charset="0"/>
              </a:rPr>
              <a:t>Please delete the guide slides and tip boxes when creating your presentation.</a:t>
            </a:r>
          </a:p>
        </p:txBody>
      </p:sp>
      <p:grpSp>
        <p:nvGrpSpPr>
          <p:cNvPr id="2" name="Group 1">
            <a:extLst>
              <a:ext uri="{FF2B5EF4-FFF2-40B4-BE49-F238E27FC236}">
                <a16:creationId xmlns:a16="http://schemas.microsoft.com/office/drawing/2014/main" id="{E830D7DF-9714-249F-A8B8-0461C30AFF1B}"/>
              </a:ext>
            </a:extLst>
          </p:cNvPr>
          <p:cNvGrpSpPr/>
          <p:nvPr/>
        </p:nvGrpSpPr>
        <p:grpSpPr>
          <a:xfrm>
            <a:off x="514345" y="621430"/>
            <a:ext cx="11159112" cy="4836251"/>
            <a:chOff x="514345" y="621430"/>
            <a:chExt cx="11159112" cy="4836251"/>
          </a:xfrm>
        </p:grpSpPr>
        <p:sp>
          <p:nvSpPr>
            <p:cNvPr id="3" name="Rectangle 22">
              <a:extLst>
                <a:ext uri="{FF2B5EF4-FFF2-40B4-BE49-F238E27FC236}">
                  <a16:creationId xmlns:a16="http://schemas.microsoft.com/office/drawing/2014/main" id="{4AF3959B-BC6F-1F3A-A932-199B38DC984E}"/>
                </a:ext>
              </a:extLst>
            </p:cNvPr>
            <p:cNvSpPr/>
            <p:nvPr/>
          </p:nvSpPr>
          <p:spPr>
            <a:xfrm>
              <a:off x="514345" y="3834081"/>
              <a:ext cx="3598865" cy="1623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nchorCtr="0">
              <a:noAutofit/>
            </a:bodyPr>
            <a:lstStyle/>
            <a:p>
              <a:pPr>
                <a:lnSpc>
                  <a:spcPct val="95000"/>
                </a:lnSpc>
                <a:spcAft>
                  <a:spcPts val="600"/>
                </a:spcAft>
              </a:pPr>
              <a:r>
                <a:rPr lang="en-GB" sz="1600" b="1" dirty="0">
                  <a:solidFill>
                    <a:schemeClr val="tx1"/>
                  </a:solidFill>
                  <a:latin typeface="Arial" panose="020B0604020202020204" pitchFamily="34" charset="0"/>
                  <a:cs typeface="Arial" panose="020B0604020202020204" pitchFamily="34" charset="0"/>
                </a:rPr>
                <a:t>Clear Layouts</a:t>
              </a:r>
            </a:p>
            <a:p>
              <a:pPr>
                <a:lnSpc>
                  <a:spcPct val="95000"/>
                </a:lnSpc>
                <a:spcAft>
                  <a:spcPts val="600"/>
                </a:spcAft>
              </a:pPr>
              <a:r>
                <a:rPr lang="en-GB" sz="1400" b="0" dirty="0">
                  <a:solidFill>
                    <a:schemeClr val="tx1"/>
                  </a:solidFill>
                  <a:latin typeface="Arial" panose="020B0604020202020204" pitchFamily="34" charset="0"/>
                  <a:cs typeface="Arial" panose="020B0604020202020204" pitchFamily="34" charset="0"/>
                </a:rPr>
                <a:t>Avoid overcrowding slides with too much content. White space improves readability and focus. Open areas help content stand out, creating a clean, professional look.</a:t>
              </a:r>
            </a:p>
          </p:txBody>
        </p:sp>
        <p:sp>
          <p:nvSpPr>
            <p:cNvPr id="5" name="Rectangle 5">
              <a:extLst>
                <a:ext uri="{FF2B5EF4-FFF2-40B4-BE49-F238E27FC236}">
                  <a16:creationId xmlns:a16="http://schemas.microsoft.com/office/drawing/2014/main" id="{53FAAF24-DA06-14CC-1A2B-2F8B72961ECE}"/>
                </a:ext>
              </a:extLst>
            </p:cNvPr>
            <p:cNvSpPr/>
            <p:nvPr/>
          </p:nvSpPr>
          <p:spPr>
            <a:xfrm>
              <a:off x="515369" y="2024063"/>
              <a:ext cx="3599429" cy="162574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nchorCtr="0">
              <a:noAutofit/>
            </a:bodyPr>
            <a:lstStyle/>
            <a:p>
              <a:pPr marL="0" marR="0" lvl="0" indent="0" algn="l" defTabSz="914400" rtl="0" eaLnBrk="1" fontAlgn="auto" latinLnBrk="0" hangingPunct="1">
                <a:lnSpc>
                  <a:spcPct val="95000"/>
                </a:lnSpc>
                <a:spcBef>
                  <a:spcPts val="0"/>
                </a:spcBef>
                <a:spcAft>
                  <a:spcPts val="60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Arial" panose="020B0604020202020204"/>
                  <a:cs typeface="Arial"/>
                </a:rPr>
                <a:t>Structured Slides</a:t>
              </a:r>
            </a:p>
            <a:p>
              <a:pPr marL="0" marR="0" lvl="0" indent="0" algn="l" defTabSz="914400" rtl="0" eaLnBrk="1" fontAlgn="auto" latinLnBrk="0" hangingPunct="1">
                <a:lnSpc>
                  <a:spcPct val="95000"/>
                </a:lnSpc>
                <a:spcBef>
                  <a:spcPts val="0"/>
                </a:spcBef>
                <a:spcAft>
                  <a:spcPts val="600"/>
                </a:spcAft>
                <a:buClrTx/>
                <a:buSzTx/>
                <a:buFontTx/>
                <a:buNone/>
                <a:tabLst/>
                <a:defRPr/>
              </a:pPr>
              <a:r>
                <a:rPr kumimoji="0" lang="en-GB" sz="1400" b="0" i="0" u="none" strike="noStrike" kern="1200" cap="none" spc="0" normalizeH="0" baseline="0" noProof="0" dirty="0">
                  <a:ln>
                    <a:noFill/>
                  </a:ln>
                  <a:solidFill>
                    <a:srgbClr val="000000"/>
                  </a:solidFill>
                  <a:effectLst/>
                  <a:uLnTx/>
                  <a:uFillTx/>
                  <a:latin typeface="Arial" panose="020B0604020202020204"/>
                  <a:cs typeface="Arial"/>
                </a:rPr>
                <a:t>The grid keeps layouts structured and consistent while allowing flexibility. The various column options help arrange content to fit your needs. Feel free to use the grid creatively.</a:t>
              </a:r>
            </a:p>
          </p:txBody>
        </p:sp>
        <p:sp>
          <p:nvSpPr>
            <p:cNvPr id="6" name="Rectangle 6">
              <a:extLst>
                <a:ext uri="{FF2B5EF4-FFF2-40B4-BE49-F238E27FC236}">
                  <a16:creationId xmlns:a16="http://schemas.microsoft.com/office/drawing/2014/main" id="{52050A31-6375-94F8-665E-F46FC1C82ADB}"/>
                </a:ext>
              </a:extLst>
            </p:cNvPr>
            <p:cNvSpPr/>
            <p:nvPr/>
          </p:nvSpPr>
          <p:spPr>
            <a:xfrm>
              <a:off x="4293618" y="3834081"/>
              <a:ext cx="3599429" cy="1623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nchorCtr="0">
              <a:noAutofit/>
            </a:bodyPr>
            <a:lstStyle/>
            <a:p>
              <a:pPr>
                <a:lnSpc>
                  <a:spcPct val="95000"/>
                </a:lnSpc>
                <a:spcAft>
                  <a:spcPts val="600"/>
                </a:spcAft>
              </a:pPr>
              <a:r>
                <a:rPr lang="en-GB" sz="1600" b="1" dirty="0">
                  <a:solidFill>
                    <a:schemeClr val="tx1"/>
                  </a:solidFill>
                  <a:latin typeface="Arial" panose="020B0604020202020204" pitchFamily="34" charset="0"/>
                  <a:cs typeface="Arial" panose="020B0604020202020204" pitchFamily="34" charset="0"/>
                </a:rPr>
                <a:t>Effective Titles</a:t>
              </a:r>
            </a:p>
            <a:p>
              <a:pPr>
                <a:lnSpc>
                  <a:spcPct val="95000"/>
                </a:lnSpc>
                <a:spcAft>
                  <a:spcPts val="600"/>
                </a:spcAft>
              </a:pPr>
              <a:r>
                <a:rPr lang="en-GB" sz="1400" b="0" dirty="0">
                  <a:solidFill>
                    <a:schemeClr val="tx1"/>
                  </a:solidFill>
                  <a:latin typeface="Arial" panose="020B0604020202020204" pitchFamily="34" charset="0"/>
                  <a:cs typeface="Arial" panose="020B0604020202020204" pitchFamily="34" charset="0"/>
                </a:rPr>
                <a:t>Keep slide titles clear and concise. </a:t>
              </a:r>
              <a:br>
                <a:rPr lang="en-GB" sz="1400" b="0" dirty="0">
                  <a:solidFill>
                    <a:schemeClr val="tx1"/>
                  </a:solidFill>
                  <a:latin typeface="Arial" panose="020B0604020202020204" pitchFamily="34" charset="0"/>
                  <a:cs typeface="Arial" panose="020B0604020202020204" pitchFamily="34" charset="0"/>
                </a:rPr>
              </a:br>
              <a:r>
                <a:rPr lang="en-GB" sz="1400" b="0" dirty="0">
                  <a:solidFill>
                    <a:schemeClr val="tx1"/>
                  </a:solidFill>
                  <a:latin typeface="Arial" panose="020B0604020202020204" pitchFamily="34" charset="0"/>
                  <a:cs typeface="Arial" panose="020B0604020202020204" pitchFamily="34" charset="0"/>
                </a:rPr>
                <a:t>A good guideline is to avoid them stretching across the entire slide width. And when in narrow columns, limit titles </a:t>
              </a:r>
              <a:br>
                <a:rPr lang="en-GB" sz="1400" b="0" dirty="0">
                  <a:solidFill>
                    <a:schemeClr val="tx1"/>
                  </a:solidFill>
                  <a:latin typeface="Arial" panose="020B0604020202020204" pitchFamily="34" charset="0"/>
                  <a:cs typeface="Arial" panose="020B0604020202020204" pitchFamily="34" charset="0"/>
                </a:rPr>
              </a:br>
              <a:r>
                <a:rPr lang="en-GB" sz="1400" b="0" dirty="0">
                  <a:solidFill>
                    <a:schemeClr val="tx1"/>
                  </a:solidFill>
                  <a:latin typeface="Arial" panose="020B0604020202020204" pitchFamily="34" charset="0"/>
                  <a:cs typeface="Arial" panose="020B0604020202020204" pitchFamily="34" charset="0"/>
                </a:rPr>
                <a:t>to three or four lines at most.</a:t>
              </a:r>
              <a:endParaRPr lang="en-GB" sz="1400" dirty="0"/>
            </a:p>
          </p:txBody>
        </p:sp>
        <p:sp>
          <p:nvSpPr>
            <p:cNvPr id="7" name="Rectangle 7">
              <a:extLst>
                <a:ext uri="{FF2B5EF4-FFF2-40B4-BE49-F238E27FC236}">
                  <a16:creationId xmlns:a16="http://schemas.microsoft.com/office/drawing/2014/main" id="{9D4964C3-B0D0-76AD-F7EC-CC02E15A715B}"/>
                </a:ext>
              </a:extLst>
            </p:cNvPr>
            <p:cNvSpPr/>
            <p:nvPr/>
          </p:nvSpPr>
          <p:spPr>
            <a:xfrm>
              <a:off x="8075612" y="3834081"/>
              <a:ext cx="3597275" cy="16236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nchorCtr="0">
              <a:noAutofit/>
            </a:bodyPr>
            <a:lstStyle/>
            <a:p>
              <a:pPr marL="0" marR="0" lvl="0" indent="0" defTabSz="914400" eaLnBrk="1" fontAlgn="auto" latinLnBrk="0" hangingPunct="1">
                <a:lnSpc>
                  <a:spcPct val="95000"/>
                </a:lnSpc>
                <a:spcBef>
                  <a:spcPts val="0"/>
                </a:spcBef>
                <a:spcAft>
                  <a:spcPts val="600"/>
                </a:spcAft>
                <a:buClrTx/>
                <a:buSzTx/>
                <a:buFontTx/>
                <a:buNone/>
                <a:tabLst/>
                <a:defRPr/>
              </a:pPr>
              <a:r>
                <a:rPr kumimoji="0" lang="en-US" sz="1600" b="1" i="0" u="none" strike="noStrike" kern="0" cap="none" spc="0" normalizeH="0" baseline="0" noProof="0" dirty="0">
                  <a:ln>
                    <a:noFill/>
                  </a:ln>
                  <a:solidFill>
                    <a:srgbClr val="000000"/>
                  </a:solidFill>
                  <a:effectLst/>
                  <a:uLnTx/>
                  <a:uFillTx/>
                  <a:latin typeface="Arial" panose="020B0604020202020204"/>
                  <a:cs typeface="Arial"/>
                </a:rPr>
                <a:t>Engaging Text</a:t>
              </a:r>
            </a:p>
            <a:p>
              <a:pPr marL="0" marR="0" lvl="0" indent="0" defTabSz="914400" eaLnBrk="1" fontAlgn="auto" latinLnBrk="0" hangingPunct="1">
                <a:lnSpc>
                  <a:spcPct val="95000"/>
                </a:lnSpc>
                <a:spcBef>
                  <a:spcPts val="0"/>
                </a:spcBef>
                <a:spcAft>
                  <a:spcPts val="600"/>
                </a:spcAft>
                <a:buClrTx/>
                <a:buSzTx/>
                <a:buFontTx/>
                <a:buNone/>
                <a:tabLst/>
                <a:defRPr/>
              </a:pPr>
              <a:r>
                <a:rPr lang="en-GB" sz="1400" b="0" dirty="0">
                  <a:solidFill>
                    <a:schemeClr val="tx1"/>
                  </a:solidFill>
                  <a:latin typeface="Arial" panose="020B0604020202020204" pitchFamily="34" charset="0"/>
                  <a:cs typeface="Arial" panose="020B0604020202020204" pitchFamily="34" charset="0"/>
                </a:rPr>
                <a:t>Keep text short to improve readability and engagement. Focus on memorable key points and avoid long paragraphs. </a:t>
              </a:r>
              <a:r>
                <a:rPr lang="en-GB" sz="1400" dirty="0">
                  <a:solidFill>
                    <a:schemeClr val="tx1"/>
                  </a:solidFill>
                  <a:latin typeface="Arial" panose="020B0604020202020204" pitchFamily="34" charset="0"/>
                  <a:cs typeface="Arial" panose="020B0604020202020204" pitchFamily="34" charset="0"/>
                </a:rPr>
                <a:t>Text can be placed freely, with and without white boxes.</a:t>
              </a:r>
              <a:endParaRPr lang="en-GB" sz="1400" b="0" dirty="0">
                <a:solidFill>
                  <a:schemeClr val="tx1"/>
                </a:solidFill>
                <a:latin typeface="Arial" panose="020B0604020202020204" pitchFamily="34" charset="0"/>
                <a:cs typeface="Arial" panose="020B0604020202020204" pitchFamily="34" charset="0"/>
              </a:endParaRPr>
            </a:p>
          </p:txBody>
        </p:sp>
        <p:sp>
          <p:nvSpPr>
            <p:cNvPr id="12" name="Rectangle 11">
              <a:extLst>
                <a:ext uri="{FF2B5EF4-FFF2-40B4-BE49-F238E27FC236}">
                  <a16:creationId xmlns:a16="http://schemas.microsoft.com/office/drawing/2014/main" id="{0D8617B5-D3D0-1EFB-2DE0-44DDC4DA6F5B}"/>
                </a:ext>
              </a:extLst>
            </p:cNvPr>
            <p:cNvSpPr/>
            <p:nvPr/>
          </p:nvSpPr>
          <p:spPr>
            <a:xfrm>
              <a:off x="4295489" y="621430"/>
              <a:ext cx="3597845" cy="304003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nchorCtr="0">
              <a:noAutofit/>
            </a:bodyPr>
            <a:lstStyle/>
            <a:p>
              <a:pPr>
                <a:lnSpc>
                  <a:spcPct val="95000"/>
                </a:lnSpc>
                <a:spcAft>
                  <a:spcPts val="600"/>
                </a:spcAft>
              </a:pPr>
              <a:r>
                <a:rPr lang="en-GB" sz="1600" b="1" dirty="0">
                  <a:solidFill>
                    <a:schemeClr val="tx1"/>
                  </a:solidFill>
                  <a:latin typeface="Arial" panose="020B0604020202020204" pitchFamily="34" charset="0"/>
                  <a:cs typeface="Arial" panose="020B0604020202020204" pitchFamily="34" charset="0"/>
                </a:rPr>
                <a:t>Modern Backgrounds</a:t>
              </a:r>
            </a:p>
            <a:p>
              <a:pPr>
                <a:lnSpc>
                  <a:spcPct val="95000"/>
                </a:lnSpc>
                <a:spcAft>
                  <a:spcPts val="600"/>
                </a:spcAft>
              </a:pPr>
              <a:r>
                <a:rPr lang="en-GB" sz="1400" b="0" dirty="0">
                  <a:solidFill>
                    <a:schemeClr val="tx1"/>
                  </a:solidFill>
                  <a:latin typeface="Arial" panose="020B0604020202020204" pitchFamily="34" charset="0"/>
                  <a:cs typeface="Arial" panose="020B0604020202020204" pitchFamily="34" charset="0"/>
                </a:rPr>
                <a:t>Use tints instead of dark </a:t>
              </a:r>
              <a:r>
                <a:rPr lang="en-GB" sz="1400" b="0" dirty="0" err="1">
                  <a:solidFill>
                    <a:schemeClr val="tx1"/>
                  </a:solidFill>
                  <a:latin typeface="Arial" panose="020B0604020202020204" pitchFamily="34" charset="0"/>
                  <a:cs typeface="Arial" panose="020B0604020202020204" pitchFamily="34" charset="0"/>
                </a:rPr>
                <a:t>colors</a:t>
              </a:r>
              <a:r>
                <a:rPr lang="en-GB" sz="1400" b="0" dirty="0">
                  <a:solidFill>
                    <a:schemeClr val="tx1"/>
                  </a:solidFill>
                  <a:latin typeface="Arial" panose="020B0604020202020204" pitchFamily="34" charset="0"/>
                  <a:cs typeface="Arial" panose="020B0604020202020204" pitchFamily="34" charset="0"/>
                </a:rPr>
                <a:t> for a fresh, modern look. Tints may be changed for specific cases but always keep them light. White elements can be added for contrast and clarity. </a:t>
              </a:r>
            </a:p>
            <a:p>
              <a:pPr>
                <a:lnSpc>
                  <a:spcPct val="95000"/>
                </a:lnSpc>
                <a:spcAft>
                  <a:spcPts val="600"/>
                </a:spcAft>
              </a:pPr>
              <a:r>
                <a:rPr lang="en-US" sz="1400" b="0" dirty="0">
                  <a:solidFill>
                    <a:schemeClr val="tx1"/>
                  </a:solidFill>
                  <a:latin typeface="Arial" panose="020B0604020202020204" pitchFamily="34" charset="0"/>
                  <a:cs typeface="Arial" panose="020B0604020202020204" pitchFamily="34" charset="0"/>
                </a:rPr>
                <a:t>Please note, the lighter colors are not accessible to all people. To ensure accessibility we recommend using a </a:t>
              </a:r>
              <a:br>
                <a:rPr lang="en-US" sz="1400" b="0" dirty="0">
                  <a:solidFill>
                    <a:schemeClr val="tx1"/>
                  </a:solidFill>
                  <a:latin typeface="Arial" panose="020B0604020202020204" pitchFamily="34" charset="0"/>
                  <a:cs typeface="Arial" panose="020B0604020202020204" pitchFamily="34" charset="0"/>
                </a:rPr>
              </a:br>
              <a:r>
                <a:rPr lang="en-US" sz="1400" b="0" dirty="0">
                  <a:solidFill>
                    <a:schemeClr val="tx1"/>
                  </a:solidFill>
                  <a:latin typeface="Arial" panose="020B0604020202020204" pitchFamily="34" charset="0"/>
                  <a:cs typeface="Arial" panose="020B0604020202020204" pitchFamily="34" charset="0"/>
                </a:rPr>
                <a:t>black font color on lighter colors such </a:t>
              </a:r>
              <a:br>
                <a:rPr lang="en-US" sz="1400" b="0" dirty="0">
                  <a:solidFill>
                    <a:schemeClr val="tx1"/>
                  </a:solidFill>
                  <a:latin typeface="Arial" panose="020B0604020202020204" pitchFamily="34" charset="0"/>
                  <a:cs typeface="Arial" panose="020B0604020202020204" pitchFamily="34" charset="0"/>
                </a:rPr>
              </a:br>
              <a:r>
                <a:rPr lang="en-US" sz="1400" b="0" dirty="0">
                  <a:solidFill>
                    <a:schemeClr val="tx1"/>
                  </a:solidFill>
                  <a:latin typeface="Arial" panose="020B0604020202020204" pitchFamily="34" charset="0"/>
                  <a:cs typeface="Arial" panose="020B0604020202020204" pitchFamily="34" charset="0"/>
                </a:rPr>
                <a:t>as Light </a:t>
              </a:r>
              <a:r>
                <a:rPr lang="en-US" sz="1400" dirty="0">
                  <a:solidFill>
                    <a:schemeClr val="tx1"/>
                  </a:solidFill>
                  <a:latin typeface="Arial" panose="020B0604020202020204" pitchFamily="34" charset="0"/>
                  <a:cs typeface="Arial" panose="020B0604020202020204" pitchFamily="34" charset="0"/>
                </a:rPr>
                <a:t>G</a:t>
              </a:r>
              <a:r>
                <a:rPr lang="en-US" sz="1400" b="0" dirty="0">
                  <a:solidFill>
                    <a:schemeClr val="tx1"/>
                  </a:solidFill>
                  <a:latin typeface="Arial" panose="020B0604020202020204" pitchFamily="34" charset="0"/>
                  <a:cs typeface="Arial" panose="020B0604020202020204" pitchFamily="34" charset="0"/>
                </a:rPr>
                <a:t>reen, Light </a:t>
              </a:r>
              <a:r>
                <a:rPr lang="en-US" sz="1400" dirty="0">
                  <a:solidFill>
                    <a:schemeClr val="tx1"/>
                  </a:solidFill>
                  <a:latin typeface="Arial" panose="020B0604020202020204" pitchFamily="34" charset="0"/>
                  <a:cs typeface="Arial" panose="020B0604020202020204" pitchFamily="34" charset="0"/>
                </a:rPr>
                <a:t>B</a:t>
              </a:r>
              <a:r>
                <a:rPr lang="en-US" sz="1400" b="0" dirty="0">
                  <a:solidFill>
                    <a:schemeClr val="tx1"/>
                  </a:solidFill>
                  <a:latin typeface="Arial" panose="020B0604020202020204" pitchFamily="34" charset="0"/>
                  <a:cs typeface="Arial" panose="020B0604020202020204" pitchFamily="34" charset="0"/>
                </a:rPr>
                <a:t>lue and Orange.</a:t>
              </a:r>
              <a:endParaRPr lang="en-GB" sz="1400" dirty="0"/>
            </a:p>
          </p:txBody>
        </p:sp>
        <p:sp>
          <p:nvSpPr>
            <p:cNvPr id="17" name="Rectangle 4">
              <a:extLst>
                <a:ext uri="{FF2B5EF4-FFF2-40B4-BE49-F238E27FC236}">
                  <a16:creationId xmlns:a16="http://schemas.microsoft.com/office/drawing/2014/main" id="{369F751E-0588-158A-A9E3-12C5C180F024}"/>
                </a:ext>
              </a:extLst>
            </p:cNvPr>
            <p:cNvSpPr/>
            <p:nvPr/>
          </p:nvSpPr>
          <p:spPr>
            <a:xfrm>
              <a:off x="8075612" y="630899"/>
              <a:ext cx="3597845" cy="30305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44000" tIns="144000" rIns="144000" bIns="144000" rtlCol="0" anchor="t" anchorCtr="0">
              <a:noAutofit/>
            </a:bodyPr>
            <a:lstStyle/>
            <a:p>
              <a:pPr>
                <a:lnSpc>
                  <a:spcPct val="95000"/>
                </a:lnSpc>
                <a:spcAft>
                  <a:spcPts val="600"/>
                </a:spcAft>
              </a:pPr>
              <a:r>
                <a:rPr lang="en-GB" sz="1600" b="1" dirty="0">
                  <a:solidFill>
                    <a:schemeClr val="tx1"/>
                  </a:solidFill>
                  <a:latin typeface="Arial" panose="020B0604020202020204" pitchFamily="34" charset="0"/>
                  <a:cs typeface="Arial" panose="020B0604020202020204" pitchFamily="34" charset="0"/>
                </a:rPr>
                <a:t>Consistent Branding</a:t>
              </a:r>
            </a:p>
            <a:p>
              <a:pPr>
                <a:lnSpc>
                  <a:spcPct val="95000"/>
                </a:lnSpc>
                <a:spcAft>
                  <a:spcPts val="600"/>
                </a:spcAft>
              </a:pPr>
              <a:r>
                <a:rPr lang="en-GB" sz="1400" b="0" dirty="0">
                  <a:solidFill>
                    <a:schemeClr val="tx1"/>
                  </a:solidFill>
                  <a:latin typeface="Arial" panose="020B0604020202020204" pitchFamily="34" charset="0"/>
                  <a:cs typeface="Arial" panose="020B0604020202020204" pitchFamily="34" charset="0"/>
                </a:rPr>
                <a:t>The logo bar must always appear on title slides. For inside slides, use a black or white logo depending on the background, </a:t>
              </a:r>
              <a:r>
                <a:rPr lang="en-GB" sz="1400" dirty="0">
                  <a:solidFill>
                    <a:schemeClr val="tx1"/>
                  </a:solidFill>
                  <a:latin typeface="Arial" panose="020B0604020202020204" pitchFamily="34" charset="0"/>
                  <a:cs typeface="Arial" panose="020B0604020202020204" pitchFamily="34" charset="0"/>
                </a:rPr>
                <a:t>not a logo</a:t>
              </a:r>
              <a:r>
                <a:rPr lang="en-GB" sz="1400" b="0" dirty="0">
                  <a:solidFill>
                    <a:schemeClr val="tx1"/>
                  </a:solidFill>
                  <a:latin typeface="Arial" panose="020B0604020202020204" pitchFamily="34" charset="0"/>
                  <a:cs typeface="Arial" panose="020B0604020202020204" pitchFamily="34" charset="0"/>
                </a:rPr>
                <a:t> bar. Every presentation ends with a logo slide.</a:t>
              </a:r>
            </a:p>
            <a:p>
              <a:pPr>
                <a:lnSpc>
                  <a:spcPct val="95000"/>
                </a:lnSpc>
                <a:spcAft>
                  <a:spcPts val="600"/>
                </a:spcAft>
              </a:pPr>
              <a:r>
                <a:rPr lang="en-GB" sz="1400" b="1" dirty="0">
                  <a:solidFill>
                    <a:schemeClr val="tx1"/>
                  </a:solidFill>
                  <a:latin typeface="Arial" panose="020B0604020202020204" pitchFamily="34" charset="0"/>
                  <a:cs typeface="Arial" panose="020B0604020202020204" pitchFamily="34" charset="0"/>
                </a:rPr>
                <a:t>This applies to PowerPoint presentations only </a:t>
              </a:r>
              <a:r>
                <a:rPr lang="en-GB" sz="1400" dirty="0">
                  <a:solidFill>
                    <a:schemeClr val="tx1"/>
                  </a:solidFill>
                  <a:latin typeface="Arial" panose="020B0604020202020204" pitchFamily="34" charset="0"/>
                  <a:cs typeface="Arial" panose="020B0604020202020204" pitchFamily="34" charset="0"/>
                </a:rPr>
                <a:t>and does not affect branding in other media.</a:t>
              </a:r>
              <a:endParaRPr lang="en-GB" sz="1400" dirty="0"/>
            </a:p>
          </p:txBody>
        </p:sp>
      </p:grpSp>
    </p:spTree>
    <p:extLst>
      <p:ext uri="{BB962C8B-B14F-4D97-AF65-F5344CB8AC3E}">
        <p14:creationId xmlns:p14="http://schemas.microsoft.com/office/powerpoint/2010/main" val="51361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platzhalter 5">
            <a:extLst>
              <a:ext uri="{FF2B5EF4-FFF2-40B4-BE49-F238E27FC236}">
                <a16:creationId xmlns:a16="http://schemas.microsoft.com/office/drawing/2014/main" id="{7C47045A-FEC6-3C39-06B0-D4379C8A5F2B}"/>
              </a:ext>
            </a:extLst>
          </p:cNvPr>
          <p:cNvSpPr>
            <a:spLocks noGrp="1"/>
          </p:cNvSpPr>
          <p:nvPr>
            <p:ph type="body" sz="quarter" idx="15"/>
          </p:nvPr>
        </p:nvSpPr>
        <p:spPr>
          <a:xfrm>
            <a:off x="514349" y="514287"/>
            <a:ext cx="5580857" cy="643253"/>
          </a:xfrm>
        </p:spPr>
        <p:txBody>
          <a:bodyPr/>
          <a:lstStyle/>
          <a:p>
            <a:r>
              <a:rPr lang="en-US" dirty="0"/>
              <a:t>Slide Inspiration</a:t>
            </a:r>
          </a:p>
        </p:txBody>
      </p:sp>
      <p:cxnSp>
        <p:nvCxnSpPr>
          <p:cNvPr id="20" name="Gerader Verbinder 5">
            <a:extLst>
              <a:ext uri="{FF2B5EF4-FFF2-40B4-BE49-F238E27FC236}">
                <a16:creationId xmlns:a16="http://schemas.microsoft.com/office/drawing/2014/main" id="{3301AACB-8E6E-FBCB-B04D-8A4BEAFBCDA6}"/>
              </a:ext>
            </a:extLst>
          </p:cNvPr>
          <p:cNvCxnSpPr>
            <a:cxnSpLocks/>
          </p:cNvCxnSpPr>
          <p:nvPr/>
        </p:nvCxnSpPr>
        <p:spPr>
          <a:xfrm>
            <a:off x="514348" y="1341946"/>
            <a:ext cx="72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 Placeholder 2">
            <a:extLst>
              <a:ext uri="{FF2B5EF4-FFF2-40B4-BE49-F238E27FC236}">
                <a16:creationId xmlns:a16="http://schemas.microsoft.com/office/drawing/2014/main" id="{3FE2604A-BDCA-67E4-BBF6-16CE830C9816}"/>
              </a:ext>
            </a:extLst>
          </p:cNvPr>
          <p:cNvSpPr txBox="1">
            <a:spLocks/>
          </p:cNvSpPr>
          <p:nvPr/>
        </p:nvSpPr>
        <p:spPr>
          <a:xfrm>
            <a:off x="513780" y="1590812"/>
            <a:ext cx="6570308" cy="2998465"/>
          </a:xfrm>
          <a:prstGeom prst="rect">
            <a:avLst/>
          </a:prstGeom>
        </p:spPr>
        <p:txBody>
          <a:bodyPr lIns="0" tIns="0" rIns="0" bIns="0"/>
          <a:lstStyle>
            <a:lvl1pPr marL="228577" indent="-228577" algn="l" defTabSz="914309" rtl="0" eaLnBrk="1" latinLnBrk="0" hangingPunct="1">
              <a:lnSpc>
                <a:spcPct val="90000"/>
              </a:lnSpc>
              <a:spcBef>
                <a:spcPts val="1000"/>
              </a:spcBef>
              <a:buClr>
                <a:schemeClr val="accent1"/>
              </a:buClr>
              <a:buFont typeface="Wingdings" panose="05000000000000000000" pitchFamily="2" charset="2"/>
              <a:buChar char=""/>
              <a:defRPr sz="2000" kern="1200" baseline="0">
                <a:solidFill>
                  <a:schemeClr val="tx1"/>
                </a:solidFill>
                <a:latin typeface="+mn-lt"/>
                <a:ea typeface="+mn-ea"/>
                <a:cs typeface="+mn-cs"/>
              </a:defRPr>
            </a:lvl1pPr>
            <a:lvl2pPr marL="685731" indent="-228577" algn="l" defTabSz="914309" rtl="0" eaLnBrk="1" latinLnBrk="0" hangingPunct="1">
              <a:lnSpc>
                <a:spcPct val="90000"/>
              </a:lnSpc>
              <a:spcBef>
                <a:spcPts val="500"/>
              </a:spcBef>
              <a:buClr>
                <a:schemeClr val="accent1"/>
              </a:buClr>
              <a:buFont typeface="Wingdings 3" panose="05040102010807070707" pitchFamily="18" charset="2"/>
              <a:buChar char=""/>
              <a:defRPr sz="2000" kern="1200" baseline="0">
                <a:solidFill>
                  <a:schemeClr val="tx1"/>
                </a:solidFill>
                <a:latin typeface="+mn-lt"/>
                <a:ea typeface="+mn-ea"/>
                <a:cs typeface="+mn-cs"/>
              </a:defRPr>
            </a:lvl2pPr>
            <a:lvl3pPr marL="1142886" indent="-228577" algn="l" defTabSz="914309" rtl="0" eaLnBrk="1" latinLnBrk="0" hangingPunct="1">
              <a:lnSpc>
                <a:spcPct val="90000"/>
              </a:lnSpc>
              <a:spcBef>
                <a:spcPts val="500"/>
              </a:spcBef>
              <a:buClr>
                <a:schemeClr val="accent1"/>
              </a:buClr>
              <a:buFont typeface="Wingdings" panose="05000000000000000000" pitchFamily="2" charset="2"/>
              <a:buChar char=""/>
              <a:defRPr sz="2000" kern="1200" baseline="0">
                <a:solidFill>
                  <a:schemeClr val="tx1"/>
                </a:solidFill>
                <a:latin typeface="+mn-lt"/>
                <a:ea typeface="+mn-ea"/>
                <a:cs typeface="+mn-cs"/>
              </a:defRPr>
            </a:lvl3pPr>
            <a:lvl4pPr marL="1600040" indent="-228577" algn="l" defTabSz="914309" rtl="0" eaLnBrk="1" latinLnBrk="0" hangingPunct="1">
              <a:lnSpc>
                <a:spcPct val="90000"/>
              </a:lnSpc>
              <a:spcBef>
                <a:spcPts val="500"/>
              </a:spcBef>
              <a:buClr>
                <a:schemeClr val="tx1"/>
              </a:buClr>
              <a:buFont typeface="Arial" panose="020B0604020202020204" pitchFamily="34" charset="0"/>
              <a:buChar char="–"/>
              <a:defRPr sz="2000" kern="1200" baseline="0">
                <a:solidFill>
                  <a:schemeClr val="tx1"/>
                </a:solidFill>
                <a:latin typeface="+mn-lt"/>
                <a:ea typeface="+mn-ea"/>
                <a:cs typeface="+mn-cs"/>
              </a:defRPr>
            </a:lvl4pPr>
            <a:lvl5pPr marL="2057194" indent="-228577" algn="l" defTabSz="914309" rtl="0" eaLnBrk="1" latinLnBrk="0" hangingPunct="1">
              <a:lnSpc>
                <a:spcPct val="90000"/>
              </a:lnSpc>
              <a:spcBef>
                <a:spcPts val="500"/>
              </a:spcBef>
              <a:buClr>
                <a:schemeClr val="tx1"/>
              </a:buClr>
              <a:buFont typeface="Arial" panose="020B0604020202020204" pitchFamily="34" charset="0"/>
              <a:buChar char="–"/>
              <a:defRPr sz="2000" kern="1200" baseline="0">
                <a:solidFill>
                  <a:schemeClr val="tx1"/>
                </a:solidFill>
                <a:latin typeface="+mn-lt"/>
                <a:ea typeface="+mn-ea"/>
                <a:cs typeface="+mn-cs"/>
              </a:defRPr>
            </a:lvl5pPr>
            <a:lvl6pPr marL="2514349" indent="-228577" algn="l" defTabSz="914309" rtl="0" eaLnBrk="1" latinLnBrk="0" hangingPunct="1">
              <a:lnSpc>
                <a:spcPct val="90000"/>
              </a:lnSpc>
              <a:spcBef>
                <a:spcPts val="500"/>
              </a:spcBef>
              <a:buFont typeface="Arial" panose="020B0604020202020204" pitchFamily="34" charset="0"/>
              <a:buChar char="•"/>
              <a:defRPr sz="2000" kern="1200" baseline="0">
                <a:solidFill>
                  <a:schemeClr val="tx1"/>
                </a:solidFill>
                <a:latin typeface="+mn-lt"/>
                <a:ea typeface="+mn-ea"/>
                <a:cs typeface="+mn-cs"/>
              </a:defRPr>
            </a:lvl6pPr>
            <a:lvl7pPr marL="2971503" indent="-228577" algn="l" defTabSz="914309" rtl="0" eaLnBrk="1" latinLnBrk="0" hangingPunct="1">
              <a:lnSpc>
                <a:spcPct val="90000"/>
              </a:lnSpc>
              <a:spcBef>
                <a:spcPts val="500"/>
              </a:spcBef>
              <a:buFont typeface="Arial" panose="020B0604020202020204" pitchFamily="34" charset="0"/>
              <a:buChar char="•"/>
              <a:defRPr sz="2000" kern="1200" baseline="0">
                <a:solidFill>
                  <a:schemeClr val="tx1"/>
                </a:solidFill>
                <a:latin typeface="+mn-lt"/>
                <a:ea typeface="+mn-ea"/>
                <a:cs typeface="+mn-cs"/>
              </a:defRPr>
            </a:lvl7pPr>
            <a:lvl8pPr marL="3428657" indent="-228577" algn="l" defTabSz="914309" rtl="0" eaLnBrk="1" latinLnBrk="0" hangingPunct="1">
              <a:lnSpc>
                <a:spcPct val="90000"/>
              </a:lnSpc>
              <a:spcBef>
                <a:spcPts val="500"/>
              </a:spcBef>
              <a:buFont typeface="Arial" panose="020B0604020202020204" pitchFamily="34" charset="0"/>
              <a:buChar char="•"/>
              <a:defRPr sz="2000" kern="1200" baseline="0">
                <a:solidFill>
                  <a:schemeClr val="tx1"/>
                </a:solidFill>
                <a:latin typeface="+mn-lt"/>
                <a:ea typeface="+mn-ea"/>
                <a:cs typeface="+mn-cs"/>
              </a:defRPr>
            </a:lvl8pPr>
            <a:lvl9pPr marL="3885811" indent="-228577" algn="l" defTabSz="914309" rtl="0" eaLnBrk="1" latinLnBrk="0" hangingPunct="1">
              <a:lnSpc>
                <a:spcPct val="90000"/>
              </a:lnSpc>
              <a:spcBef>
                <a:spcPts val="500"/>
              </a:spcBef>
              <a:buFont typeface="Arial" panose="020B0604020202020204" pitchFamily="34" charset="0"/>
              <a:buChar char="•"/>
              <a:defRPr sz="2000" kern="1200" baseline="0">
                <a:solidFill>
                  <a:schemeClr val="tx1"/>
                </a:solidFill>
                <a:latin typeface="+mn-lt"/>
                <a:ea typeface="+mn-ea"/>
                <a:cs typeface="+mn-cs"/>
              </a:defRPr>
            </a:lvl9pPr>
          </a:lstStyle>
          <a:p>
            <a:pPr marL="0" indent="0" algn="l">
              <a:lnSpc>
                <a:spcPct val="95000"/>
              </a:lnSpc>
              <a:spcBef>
                <a:spcPts val="1600"/>
              </a:spcBef>
              <a:buNone/>
            </a:pPr>
            <a:r>
              <a:rPr lang="en-GB" sz="2800" dirty="0">
                <a:latin typeface="Arial" panose="020B0604020202020204" pitchFamily="34" charset="0"/>
                <a:cs typeface="Arial" panose="020B0604020202020204" pitchFamily="34" charset="0"/>
              </a:rPr>
              <a:t>The following slides showcase the key updates and best practice. Each includes tip boxes to highlight important features.</a:t>
            </a:r>
          </a:p>
          <a:p>
            <a:pPr marL="0" indent="0" algn="l">
              <a:lnSpc>
                <a:spcPct val="95000"/>
              </a:lnSpc>
              <a:spcBef>
                <a:spcPts val="1600"/>
              </a:spcBef>
              <a:buNone/>
            </a:pPr>
            <a:r>
              <a:rPr lang="en-GB" sz="2800" dirty="0">
                <a:latin typeface="Arial" panose="020B0604020202020204" pitchFamily="34" charset="0"/>
                <a:cs typeface="Arial" panose="020B0604020202020204" pitchFamily="34" charset="0"/>
              </a:rPr>
              <a:t>Master template slides, are available from slide 17 onwards.</a:t>
            </a:r>
          </a:p>
        </p:txBody>
      </p:sp>
      <p:grpSp>
        <p:nvGrpSpPr>
          <p:cNvPr id="2" name="Group 1">
            <a:extLst>
              <a:ext uri="{FF2B5EF4-FFF2-40B4-BE49-F238E27FC236}">
                <a16:creationId xmlns:a16="http://schemas.microsoft.com/office/drawing/2014/main" id="{2F57F829-1447-1C9A-18E0-979A2C12CB64}"/>
              </a:ext>
            </a:extLst>
          </p:cNvPr>
          <p:cNvGrpSpPr/>
          <p:nvPr/>
        </p:nvGrpSpPr>
        <p:grpSpPr>
          <a:xfrm>
            <a:off x="514350" y="5178206"/>
            <a:ext cx="2683808" cy="1022569"/>
            <a:chOff x="-2716306" y="0"/>
            <a:chExt cx="2683808" cy="1022569"/>
          </a:xfrm>
          <a:solidFill>
            <a:schemeClr val="accent4"/>
          </a:solidFill>
        </p:grpSpPr>
        <p:sp>
          <p:nvSpPr>
            <p:cNvPr id="3" name="Rectangle 2">
              <a:extLst>
                <a:ext uri="{FF2B5EF4-FFF2-40B4-BE49-F238E27FC236}">
                  <a16:creationId xmlns:a16="http://schemas.microsoft.com/office/drawing/2014/main" id="{299431B0-A23C-DD2B-02BC-A24F48B08F0F}"/>
                </a:ext>
              </a:extLst>
            </p:cNvPr>
            <p:cNvSpPr/>
            <p:nvPr/>
          </p:nvSpPr>
          <p:spPr>
            <a:xfrm>
              <a:off x="-2716306" y="0"/>
              <a:ext cx="2339904" cy="102256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t">
              <a:spAutoFit/>
            </a:bodyPr>
            <a:lstStyle/>
            <a:p>
              <a:pPr>
                <a:spcBef>
                  <a:spcPts val="600"/>
                </a:spcBef>
              </a:pPr>
              <a:r>
                <a:rPr lang="en-US" sz="1600" b="1" dirty="0">
                  <a:solidFill>
                    <a:schemeClr val="tx1"/>
                  </a:solidFill>
                </a:rPr>
                <a:t>Tip Box</a:t>
              </a:r>
            </a:p>
            <a:p>
              <a:pPr>
                <a:spcBef>
                  <a:spcPts val="600"/>
                </a:spcBef>
              </a:pPr>
              <a:r>
                <a:rPr lang="en-US" sz="1200" dirty="0">
                  <a:solidFill>
                    <a:schemeClr val="tx1"/>
                  </a:solidFill>
                </a:rPr>
                <a:t>Tip boxes like these appear beside the following slides, highlighting key features.</a:t>
              </a:r>
            </a:p>
          </p:txBody>
        </p:sp>
        <p:sp>
          <p:nvSpPr>
            <p:cNvPr id="4" name="Triangle 3">
              <a:extLst>
                <a:ext uri="{FF2B5EF4-FFF2-40B4-BE49-F238E27FC236}">
                  <a16:creationId xmlns:a16="http://schemas.microsoft.com/office/drawing/2014/main" id="{E0003317-38BF-56B3-CB13-068997C9C4CE}"/>
                </a:ext>
              </a:extLst>
            </p:cNvPr>
            <p:cNvSpPr/>
            <p:nvPr/>
          </p:nvSpPr>
          <p:spPr>
            <a:xfrm rot="5400000">
              <a:off x="-403914" y="339332"/>
              <a:ext cx="398928" cy="34390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013330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ECC47-BCE2-CA7D-64EB-09C103EFC25F}"/>
            </a:ext>
          </a:extLst>
        </p:cNvPr>
        <p:cNvGrpSpPr/>
        <p:nvPr/>
      </p:nvGrpSpPr>
      <p:grpSpPr>
        <a:xfrm>
          <a:off x="0" y="0"/>
          <a:ext cx="0" cy="0"/>
          <a:chOff x="0" y="0"/>
          <a:chExt cx="0" cy="0"/>
        </a:xfrm>
      </p:grpSpPr>
      <p:pic>
        <p:nvPicPr>
          <p:cNvPr id="3" name="Grafik 2" descr="Ein Bild, das Himmel, Industrie, Fabrik, draußen enthält.&#10;&#10;Automatisch generierte Beschreibung">
            <a:extLst>
              <a:ext uri="{FF2B5EF4-FFF2-40B4-BE49-F238E27FC236}">
                <a16:creationId xmlns:a16="http://schemas.microsoft.com/office/drawing/2014/main" id="{AD2621F8-9632-B9F5-8248-0DBBD1486AD7}"/>
              </a:ext>
            </a:extLst>
          </p:cNvPr>
          <p:cNvPicPr>
            <a:picLocks noChangeAspect="1"/>
          </p:cNvPicPr>
          <p:nvPr/>
        </p:nvPicPr>
        <p:blipFill>
          <a:blip r:embed="rId3">
            <a:extLst>
              <a:ext uri="{28A0092B-C50C-407E-A947-70E740481C1C}">
                <a14:useLocalDpi xmlns:a14="http://schemas.microsoft.com/office/drawing/2010/main" val="0"/>
              </a:ext>
            </a:extLst>
          </a:blip>
          <a:srcRect r="7532" b="21969"/>
          <a:stretch/>
        </p:blipFill>
        <p:spPr>
          <a:xfrm>
            <a:off x="-1" y="0"/>
            <a:ext cx="12190414" cy="6858000"/>
          </a:xfrm>
          <a:prstGeom prst="rect">
            <a:avLst/>
          </a:prstGeom>
          <a:noFill/>
        </p:spPr>
      </p:pic>
      <p:grpSp>
        <p:nvGrpSpPr>
          <p:cNvPr id="10" name="Gruppieren 9">
            <a:extLst>
              <a:ext uri="{FF2B5EF4-FFF2-40B4-BE49-F238E27FC236}">
                <a16:creationId xmlns:a16="http://schemas.microsoft.com/office/drawing/2014/main" id="{5A2A1E76-4A0A-5985-CEF8-FD606D267C2E}"/>
              </a:ext>
            </a:extLst>
          </p:cNvPr>
          <p:cNvGrpSpPr/>
          <p:nvPr/>
        </p:nvGrpSpPr>
        <p:grpSpPr>
          <a:xfrm>
            <a:off x="8924665" y="5128529"/>
            <a:ext cx="3265748" cy="1080000"/>
            <a:chOff x="5995995" y="4687321"/>
            <a:chExt cx="3265748" cy="1080000"/>
          </a:xfrm>
        </p:grpSpPr>
        <p:sp>
          <p:nvSpPr>
            <p:cNvPr id="11" name="Rechteck 10">
              <a:extLst>
                <a:ext uri="{FF2B5EF4-FFF2-40B4-BE49-F238E27FC236}">
                  <a16:creationId xmlns:a16="http://schemas.microsoft.com/office/drawing/2014/main" id="{5A3134C9-BD95-D3E5-51C2-3FB54DF6B91A}"/>
                </a:ext>
              </a:extLst>
            </p:cNvPr>
            <p:cNvSpPr>
              <a:spLocks noChangeAspect="1"/>
            </p:cNvSpPr>
            <p:nvPr userDrawn="1"/>
          </p:nvSpPr>
          <p:spPr>
            <a:xfrm>
              <a:off x="5995995" y="4687321"/>
              <a:ext cx="3265748" cy="10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pic>
          <p:nvPicPr>
            <p:cNvPr id="12" name="Grafik 11">
              <a:extLst>
                <a:ext uri="{FF2B5EF4-FFF2-40B4-BE49-F238E27FC236}">
                  <a16:creationId xmlns:a16="http://schemas.microsoft.com/office/drawing/2014/main" id="{9FB1E7E7-AB41-EDDD-ABF5-7B0D2D36239E}"/>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6268213" y="4950637"/>
              <a:ext cx="1619425" cy="586722"/>
            </a:xfrm>
            <a:prstGeom prst="rect">
              <a:avLst/>
            </a:prstGeom>
          </p:spPr>
        </p:pic>
      </p:grpSp>
      <p:sp>
        <p:nvSpPr>
          <p:cNvPr id="23" name="Textplatzhalter 22">
            <a:extLst>
              <a:ext uri="{FF2B5EF4-FFF2-40B4-BE49-F238E27FC236}">
                <a16:creationId xmlns:a16="http://schemas.microsoft.com/office/drawing/2014/main" id="{4115E452-F1A6-B652-B9C4-6DA855DC8579}"/>
              </a:ext>
            </a:extLst>
          </p:cNvPr>
          <p:cNvSpPr>
            <a:spLocks noGrp="1"/>
          </p:cNvSpPr>
          <p:nvPr>
            <p:ph type="body" sz="quarter" idx="14"/>
          </p:nvPr>
        </p:nvSpPr>
        <p:spPr>
          <a:xfrm>
            <a:off x="514349" y="2176739"/>
            <a:ext cx="5580064" cy="433139"/>
          </a:xfrm>
        </p:spPr>
        <p:txBody>
          <a:bodyPr/>
          <a:lstStyle/>
          <a:p>
            <a:r>
              <a:rPr lang="en-US" dirty="0">
                <a:solidFill>
                  <a:schemeClr val="bg1"/>
                </a:solidFill>
              </a:rPr>
              <a:t>February 19, 2025</a:t>
            </a:r>
            <a:endParaRPr lang="de-DE" dirty="0">
              <a:solidFill>
                <a:schemeClr val="bg1"/>
              </a:solidFill>
            </a:endParaRPr>
          </a:p>
        </p:txBody>
      </p:sp>
      <p:sp>
        <p:nvSpPr>
          <p:cNvPr id="13" name="Textplatzhalter 12">
            <a:extLst>
              <a:ext uri="{FF2B5EF4-FFF2-40B4-BE49-F238E27FC236}">
                <a16:creationId xmlns:a16="http://schemas.microsoft.com/office/drawing/2014/main" id="{126E94D6-3C2E-1D03-2AEB-DE0359024D8A}"/>
              </a:ext>
            </a:extLst>
          </p:cNvPr>
          <p:cNvSpPr>
            <a:spLocks noGrp="1"/>
          </p:cNvSpPr>
          <p:nvPr>
            <p:ph type="body" sz="quarter" idx="15"/>
          </p:nvPr>
        </p:nvSpPr>
        <p:spPr>
          <a:xfrm>
            <a:off x="514349" y="514287"/>
            <a:ext cx="5580857" cy="1286506"/>
          </a:xfrm>
        </p:spPr>
        <p:txBody>
          <a:bodyPr/>
          <a:lstStyle/>
          <a:p>
            <a:r>
              <a:rPr lang="de-DE" dirty="0" err="1">
                <a:solidFill>
                  <a:schemeClr val="bg1"/>
                </a:solidFill>
              </a:rPr>
              <a:t>Lorem</a:t>
            </a:r>
            <a:r>
              <a:rPr lang="de-DE" dirty="0">
                <a:solidFill>
                  <a:schemeClr val="bg1"/>
                </a:solidFill>
              </a:rPr>
              <a:t> </a:t>
            </a:r>
            <a:r>
              <a:rPr lang="de-DE" dirty="0" err="1">
                <a:solidFill>
                  <a:schemeClr val="bg1"/>
                </a:solidFill>
              </a:rPr>
              <a:t>ipsum</a:t>
            </a:r>
            <a:r>
              <a:rPr lang="de-DE" dirty="0">
                <a:solidFill>
                  <a:schemeClr val="bg1"/>
                </a:solidFill>
              </a:rPr>
              <a:t> </a:t>
            </a:r>
            <a:r>
              <a:rPr lang="de-DE" dirty="0" err="1">
                <a:solidFill>
                  <a:schemeClr val="bg1"/>
                </a:solidFill>
              </a:rPr>
              <a:t>dolor</a:t>
            </a:r>
            <a:r>
              <a:rPr lang="de-DE" dirty="0">
                <a:solidFill>
                  <a:schemeClr val="bg1"/>
                </a:solidFill>
              </a:rPr>
              <a:t> </a:t>
            </a:r>
            <a:br>
              <a:rPr lang="de-DE" dirty="0">
                <a:solidFill>
                  <a:schemeClr val="bg1"/>
                </a:solidFill>
              </a:rPr>
            </a:br>
            <a:r>
              <a:rPr lang="de-DE" dirty="0" err="1">
                <a:solidFill>
                  <a:schemeClr val="bg1"/>
                </a:solidFill>
              </a:rPr>
              <a:t>sit</a:t>
            </a:r>
            <a:r>
              <a:rPr lang="de-DE" dirty="0">
                <a:solidFill>
                  <a:schemeClr val="bg1"/>
                </a:solidFill>
              </a:rPr>
              <a:t> </a:t>
            </a:r>
            <a:r>
              <a:rPr lang="de-DE" dirty="0" err="1">
                <a:solidFill>
                  <a:schemeClr val="bg1"/>
                </a:solidFill>
              </a:rPr>
              <a:t>amet</a:t>
            </a:r>
            <a:r>
              <a:rPr lang="de-DE" dirty="0">
                <a:solidFill>
                  <a:schemeClr val="bg1"/>
                </a:solidFill>
              </a:rPr>
              <a:t> </a:t>
            </a:r>
            <a:r>
              <a:rPr lang="de-DE" dirty="0" err="1">
                <a:solidFill>
                  <a:schemeClr val="bg1"/>
                </a:solidFill>
              </a:rPr>
              <a:t>consetetur</a:t>
            </a:r>
            <a:endParaRPr lang="en-US" dirty="0">
              <a:solidFill>
                <a:schemeClr val="bg1"/>
              </a:solidFill>
            </a:endParaRPr>
          </a:p>
        </p:txBody>
      </p:sp>
      <p:grpSp>
        <p:nvGrpSpPr>
          <p:cNvPr id="5" name="Group 5">
            <a:extLst>
              <a:ext uri="{FF2B5EF4-FFF2-40B4-BE49-F238E27FC236}">
                <a16:creationId xmlns:a16="http://schemas.microsoft.com/office/drawing/2014/main" id="{D3A4CCC9-A29C-180F-2C2F-BED3D7D4C294}"/>
              </a:ext>
            </a:extLst>
          </p:cNvPr>
          <p:cNvGrpSpPr/>
          <p:nvPr/>
        </p:nvGrpSpPr>
        <p:grpSpPr>
          <a:xfrm>
            <a:off x="-2716306" y="3281725"/>
            <a:ext cx="2683808" cy="1022569"/>
            <a:chOff x="-2716306" y="0"/>
            <a:chExt cx="2683808" cy="1022569"/>
          </a:xfrm>
          <a:solidFill>
            <a:schemeClr val="accent4"/>
          </a:solidFill>
        </p:grpSpPr>
        <p:sp>
          <p:nvSpPr>
            <p:cNvPr id="7" name="Rectangle 2">
              <a:extLst>
                <a:ext uri="{FF2B5EF4-FFF2-40B4-BE49-F238E27FC236}">
                  <a16:creationId xmlns:a16="http://schemas.microsoft.com/office/drawing/2014/main" id="{D844A5E2-10F0-FC0E-9DD6-BAB884D89E3B}"/>
                </a:ext>
              </a:extLst>
            </p:cNvPr>
            <p:cNvSpPr/>
            <p:nvPr/>
          </p:nvSpPr>
          <p:spPr>
            <a:xfrm>
              <a:off x="-2716306" y="0"/>
              <a:ext cx="2339904" cy="102256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t">
              <a:spAutoFit/>
            </a:bodyPr>
            <a:lstStyle/>
            <a:p>
              <a:pPr>
                <a:spcBef>
                  <a:spcPts val="600"/>
                </a:spcBef>
              </a:pPr>
              <a:r>
                <a:rPr lang="en-US" sz="1600" b="1" dirty="0">
                  <a:solidFill>
                    <a:schemeClr val="tx1"/>
                  </a:solidFill>
                </a:rPr>
                <a:t>Key Visual</a:t>
              </a:r>
            </a:p>
            <a:p>
              <a:pPr>
                <a:spcBef>
                  <a:spcPts val="600"/>
                </a:spcBef>
              </a:pPr>
              <a:r>
                <a:rPr lang="en-US" sz="1200" dirty="0">
                  <a:solidFill>
                    <a:schemeClr val="tx1"/>
                  </a:solidFill>
                </a:rPr>
                <a:t>Ensure text does not touch the Key Visual, maintaining clear separation.</a:t>
              </a:r>
            </a:p>
          </p:txBody>
        </p:sp>
        <p:sp>
          <p:nvSpPr>
            <p:cNvPr id="9" name="Triangle 3">
              <a:extLst>
                <a:ext uri="{FF2B5EF4-FFF2-40B4-BE49-F238E27FC236}">
                  <a16:creationId xmlns:a16="http://schemas.microsoft.com/office/drawing/2014/main" id="{5191C54D-D080-F172-629C-572546A3DAC7}"/>
                </a:ext>
              </a:extLst>
            </p:cNvPr>
            <p:cNvSpPr/>
            <p:nvPr/>
          </p:nvSpPr>
          <p:spPr>
            <a:xfrm rot="5400000">
              <a:off x="-403914" y="339332"/>
              <a:ext cx="398928" cy="34390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8AA14070-872E-ED94-6823-FA083DC24029}"/>
              </a:ext>
            </a:extLst>
          </p:cNvPr>
          <p:cNvGrpSpPr/>
          <p:nvPr/>
        </p:nvGrpSpPr>
        <p:grpSpPr>
          <a:xfrm>
            <a:off x="-2716306" y="1073783"/>
            <a:ext cx="2683808" cy="1838177"/>
            <a:chOff x="-2716306" y="0"/>
            <a:chExt cx="2683808" cy="1838177"/>
          </a:xfrm>
          <a:solidFill>
            <a:schemeClr val="accent4"/>
          </a:solidFill>
        </p:grpSpPr>
        <p:sp>
          <p:nvSpPr>
            <p:cNvPr id="16" name="Rectangle 15">
              <a:extLst>
                <a:ext uri="{FF2B5EF4-FFF2-40B4-BE49-F238E27FC236}">
                  <a16:creationId xmlns:a16="http://schemas.microsoft.com/office/drawing/2014/main" id="{45FFF896-E8D2-355B-35AF-A3C3D0D9A2EA}"/>
                </a:ext>
              </a:extLst>
            </p:cNvPr>
            <p:cNvSpPr/>
            <p:nvPr/>
          </p:nvSpPr>
          <p:spPr>
            <a:xfrm>
              <a:off x="-2716306" y="0"/>
              <a:ext cx="2339904" cy="1838177"/>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t">
              <a:spAutoFit/>
            </a:bodyPr>
            <a:lstStyle/>
            <a:p>
              <a:pPr>
                <a:spcBef>
                  <a:spcPts val="600"/>
                </a:spcBef>
              </a:pPr>
              <a:r>
                <a:rPr lang="en-US" sz="1600" b="1" dirty="0">
                  <a:solidFill>
                    <a:schemeClr val="tx1"/>
                  </a:solidFill>
                </a:rPr>
                <a:t>Title Slide</a:t>
              </a:r>
            </a:p>
            <a:p>
              <a:pPr>
                <a:spcBef>
                  <a:spcPts val="600"/>
                </a:spcBef>
              </a:pPr>
              <a:r>
                <a:rPr lang="en-US" sz="1200" dirty="0">
                  <a:solidFill>
                    <a:schemeClr val="tx1"/>
                  </a:solidFill>
                </a:rPr>
                <a:t>Strong imagery helps introduce your presentation’s topic effectively.</a:t>
              </a:r>
            </a:p>
            <a:p>
              <a:pPr>
                <a:spcBef>
                  <a:spcPts val="600"/>
                </a:spcBef>
              </a:pPr>
              <a:r>
                <a:rPr lang="en-US" sz="1200" dirty="0">
                  <a:solidFill>
                    <a:schemeClr val="tx1"/>
                  </a:solidFill>
                </a:rPr>
                <a:t>Use a thick dash (2 cm wide, </a:t>
              </a:r>
              <a:br>
                <a:rPr lang="en-US" sz="1200" dirty="0">
                  <a:solidFill>
                    <a:schemeClr val="tx1"/>
                  </a:solidFill>
                </a:rPr>
              </a:br>
              <a:r>
                <a:rPr lang="en-US" sz="1200" dirty="0">
                  <a:solidFill>
                    <a:schemeClr val="tx1"/>
                  </a:solidFill>
                </a:rPr>
                <a:t>3 pt thick) on title slides to clearly separate the subject from the date.</a:t>
              </a:r>
            </a:p>
          </p:txBody>
        </p:sp>
        <p:sp>
          <p:nvSpPr>
            <p:cNvPr id="17" name="Triangle 16">
              <a:extLst>
                <a:ext uri="{FF2B5EF4-FFF2-40B4-BE49-F238E27FC236}">
                  <a16:creationId xmlns:a16="http://schemas.microsoft.com/office/drawing/2014/main" id="{80EEBEE4-9482-E0BA-4CF8-7B046B915FBB}"/>
                </a:ext>
              </a:extLst>
            </p:cNvPr>
            <p:cNvSpPr/>
            <p:nvPr/>
          </p:nvSpPr>
          <p:spPr>
            <a:xfrm rot="5400000">
              <a:off x="-403914" y="747136"/>
              <a:ext cx="398928" cy="34390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18" name="Gerader Verbinder 17">
            <a:extLst>
              <a:ext uri="{FF2B5EF4-FFF2-40B4-BE49-F238E27FC236}">
                <a16:creationId xmlns:a16="http://schemas.microsoft.com/office/drawing/2014/main" id="{EBD0FD18-138E-4B60-7D8D-887436FD519F}"/>
              </a:ext>
            </a:extLst>
          </p:cNvPr>
          <p:cNvCxnSpPr>
            <a:cxnSpLocks/>
          </p:cNvCxnSpPr>
          <p:nvPr/>
        </p:nvCxnSpPr>
        <p:spPr>
          <a:xfrm>
            <a:off x="514348" y="1992872"/>
            <a:ext cx="7200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69149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FE5FC-8D64-90BC-6BD3-5CAEE63F215F}"/>
            </a:ext>
          </a:extLst>
        </p:cNvPr>
        <p:cNvGrpSpPr/>
        <p:nvPr/>
      </p:nvGrpSpPr>
      <p:grpSpPr>
        <a:xfrm>
          <a:off x="0" y="0"/>
          <a:ext cx="0" cy="0"/>
          <a:chOff x="0" y="0"/>
          <a:chExt cx="0" cy="0"/>
        </a:xfrm>
      </p:grpSpPr>
      <p:grpSp>
        <p:nvGrpSpPr>
          <p:cNvPr id="6" name="Gruppieren 5">
            <a:extLst>
              <a:ext uri="{FF2B5EF4-FFF2-40B4-BE49-F238E27FC236}">
                <a16:creationId xmlns:a16="http://schemas.microsoft.com/office/drawing/2014/main" id="{757FE817-868E-F56D-9EB8-3E327FDBC434}"/>
              </a:ext>
            </a:extLst>
          </p:cNvPr>
          <p:cNvGrpSpPr/>
          <p:nvPr/>
        </p:nvGrpSpPr>
        <p:grpSpPr>
          <a:xfrm>
            <a:off x="514350" y="2024062"/>
            <a:ext cx="11161713" cy="621944"/>
            <a:chOff x="514350" y="1470253"/>
            <a:chExt cx="11161713" cy="621944"/>
          </a:xfrm>
        </p:grpSpPr>
        <p:sp>
          <p:nvSpPr>
            <p:cNvPr id="20" name="Rechteck 19">
              <a:extLst>
                <a:ext uri="{FF2B5EF4-FFF2-40B4-BE49-F238E27FC236}">
                  <a16:creationId xmlns:a16="http://schemas.microsoft.com/office/drawing/2014/main" id="{41A61CAD-AC15-594D-37FC-D4A518DF37EC}"/>
                </a:ext>
              </a:extLst>
            </p:cNvPr>
            <p:cNvSpPr/>
            <p:nvPr/>
          </p:nvSpPr>
          <p:spPr>
            <a:xfrm>
              <a:off x="1234346" y="1470253"/>
              <a:ext cx="10441717" cy="6219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r>
                <a:rPr lang="en-US" sz="2800">
                  <a:solidFill>
                    <a:schemeClr val="tx1"/>
                  </a:solidFill>
                </a:rPr>
                <a:t>Lorem ipsum dolor sit </a:t>
              </a:r>
              <a:r>
                <a:rPr lang="en-US" sz="2800" err="1">
                  <a:solidFill>
                    <a:schemeClr val="tx1"/>
                  </a:solidFill>
                </a:rPr>
                <a:t>amet</a:t>
              </a:r>
              <a:r>
                <a:rPr lang="en-US" sz="2800">
                  <a:solidFill>
                    <a:schemeClr val="tx1"/>
                  </a:solidFill>
                </a:rPr>
                <a:t>, </a:t>
              </a:r>
              <a:r>
                <a:rPr lang="en-US" sz="2800" err="1">
                  <a:solidFill>
                    <a:schemeClr val="tx1"/>
                  </a:solidFill>
                </a:rPr>
                <a:t>consetetur</a:t>
              </a:r>
              <a:r>
                <a:rPr lang="en-US" sz="2800">
                  <a:solidFill>
                    <a:schemeClr val="tx1"/>
                  </a:solidFill>
                </a:rPr>
                <a:t> </a:t>
              </a:r>
              <a:r>
                <a:rPr lang="en-US" sz="2800" err="1">
                  <a:solidFill>
                    <a:schemeClr val="tx1"/>
                  </a:solidFill>
                </a:rPr>
                <a:t>sadipscing</a:t>
              </a:r>
              <a:r>
                <a:rPr lang="en-US" sz="2800">
                  <a:solidFill>
                    <a:schemeClr val="tx1"/>
                  </a:solidFill>
                </a:rPr>
                <a:t> </a:t>
              </a:r>
              <a:r>
                <a:rPr lang="en-US" sz="2800" err="1">
                  <a:solidFill>
                    <a:schemeClr val="tx1"/>
                  </a:solidFill>
                </a:rPr>
                <a:t>elitr</a:t>
              </a:r>
              <a:endParaRPr lang="en-US" sz="2800">
                <a:solidFill>
                  <a:schemeClr val="tx1"/>
                </a:solidFill>
              </a:endParaRPr>
            </a:p>
          </p:txBody>
        </p:sp>
        <p:sp>
          <p:nvSpPr>
            <p:cNvPr id="25" name="Rechteck 24">
              <a:extLst>
                <a:ext uri="{FF2B5EF4-FFF2-40B4-BE49-F238E27FC236}">
                  <a16:creationId xmlns:a16="http://schemas.microsoft.com/office/drawing/2014/main" id="{38C996F1-2B53-9F12-E002-3CFFF9B739D0}"/>
                </a:ext>
              </a:extLst>
            </p:cNvPr>
            <p:cNvSpPr/>
            <p:nvPr/>
          </p:nvSpPr>
          <p:spPr>
            <a:xfrm>
              <a:off x="514350" y="1470253"/>
              <a:ext cx="720000" cy="6219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r>
                <a:rPr lang="de-DE" sz="3200" b="1">
                  <a:solidFill>
                    <a:schemeClr val="accent1"/>
                  </a:solidFill>
                </a:rPr>
                <a:t>1.</a:t>
              </a:r>
              <a:endParaRPr lang="en-US" sz="3200" b="1">
                <a:solidFill>
                  <a:schemeClr val="accent1"/>
                </a:solidFill>
              </a:endParaRPr>
            </a:p>
          </p:txBody>
        </p:sp>
      </p:grpSp>
      <p:grpSp>
        <p:nvGrpSpPr>
          <p:cNvPr id="26" name="Gruppieren 25">
            <a:extLst>
              <a:ext uri="{FF2B5EF4-FFF2-40B4-BE49-F238E27FC236}">
                <a16:creationId xmlns:a16="http://schemas.microsoft.com/office/drawing/2014/main" id="{1D4B623A-2121-AFA9-8C65-7624D4EB82B2}"/>
              </a:ext>
            </a:extLst>
          </p:cNvPr>
          <p:cNvGrpSpPr/>
          <p:nvPr/>
        </p:nvGrpSpPr>
        <p:grpSpPr>
          <a:xfrm>
            <a:off x="528904" y="2756908"/>
            <a:ext cx="11161713" cy="621944"/>
            <a:chOff x="514350" y="1470253"/>
            <a:chExt cx="11161713" cy="621944"/>
          </a:xfrm>
        </p:grpSpPr>
        <p:sp>
          <p:nvSpPr>
            <p:cNvPr id="27" name="Rechteck 26">
              <a:extLst>
                <a:ext uri="{FF2B5EF4-FFF2-40B4-BE49-F238E27FC236}">
                  <a16:creationId xmlns:a16="http://schemas.microsoft.com/office/drawing/2014/main" id="{D1E667C1-640A-F5DD-E8D5-994F975967D2}"/>
                </a:ext>
              </a:extLst>
            </p:cNvPr>
            <p:cNvSpPr/>
            <p:nvPr/>
          </p:nvSpPr>
          <p:spPr>
            <a:xfrm>
              <a:off x="1234346" y="1470253"/>
              <a:ext cx="10441717" cy="6219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r>
                <a:rPr lang="en-US" sz="2800">
                  <a:solidFill>
                    <a:schemeClr val="tx1"/>
                  </a:solidFill>
                </a:rPr>
                <a:t>Lorem ipsum dolor sit </a:t>
              </a:r>
              <a:r>
                <a:rPr lang="en-US" sz="2800" err="1">
                  <a:solidFill>
                    <a:schemeClr val="tx1"/>
                  </a:solidFill>
                </a:rPr>
                <a:t>amet</a:t>
              </a:r>
              <a:r>
                <a:rPr lang="en-US" sz="2800">
                  <a:solidFill>
                    <a:schemeClr val="tx1"/>
                  </a:solidFill>
                </a:rPr>
                <a:t>, </a:t>
              </a:r>
              <a:r>
                <a:rPr lang="en-US" sz="2800" err="1">
                  <a:solidFill>
                    <a:schemeClr val="tx1"/>
                  </a:solidFill>
                </a:rPr>
                <a:t>consetetur</a:t>
              </a:r>
              <a:r>
                <a:rPr lang="en-US" sz="2800">
                  <a:solidFill>
                    <a:schemeClr val="tx1"/>
                  </a:solidFill>
                </a:rPr>
                <a:t> </a:t>
              </a:r>
              <a:r>
                <a:rPr lang="en-US" sz="2800" err="1">
                  <a:solidFill>
                    <a:schemeClr val="tx1"/>
                  </a:solidFill>
                </a:rPr>
                <a:t>sadipscing</a:t>
              </a:r>
              <a:r>
                <a:rPr lang="en-US" sz="2800">
                  <a:solidFill>
                    <a:schemeClr val="tx1"/>
                  </a:solidFill>
                </a:rPr>
                <a:t> </a:t>
              </a:r>
              <a:r>
                <a:rPr lang="en-US" sz="2800" err="1">
                  <a:solidFill>
                    <a:schemeClr val="tx1"/>
                  </a:solidFill>
                </a:rPr>
                <a:t>elitr</a:t>
              </a:r>
              <a:endParaRPr lang="en-US" sz="2800">
                <a:solidFill>
                  <a:schemeClr val="tx1"/>
                </a:solidFill>
              </a:endParaRPr>
            </a:p>
          </p:txBody>
        </p:sp>
        <p:sp>
          <p:nvSpPr>
            <p:cNvPr id="28" name="Rechteck 27">
              <a:extLst>
                <a:ext uri="{FF2B5EF4-FFF2-40B4-BE49-F238E27FC236}">
                  <a16:creationId xmlns:a16="http://schemas.microsoft.com/office/drawing/2014/main" id="{1C6911BF-10A8-0944-D548-C902F95D0177}"/>
                </a:ext>
              </a:extLst>
            </p:cNvPr>
            <p:cNvSpPr/>
            <p:nvPr/>
          </p:nvSpPr>
          <p:spPr>
            <a:xfrm>
              <a:off x="514350" y="1470253"/>
              <a:ext cx="720000" cy="6219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r>
                <a:rPr lang="de-DE" sz="3200" b="1">
                  <a:solidFill>
                    <a:schemeClr val="accent1"/>
                  </a:solidFill>
                </a:rPr>
                <a:t>2.</a:t>
              </a:r>
              <a:endParaRPr lang="en-US" sz="3200" b="1">
                <a:solidFill>
                  <a:schemeClr val="accent1"/>
                </a:solidFill>
              </a:endParaRPr>
            </a:p>
          </p:txBody>
        </p:sp>
      </p:grpSp>
      <p:grpSp>
        <p:nvGrpSpPr>
          <p:cNvPr id="29" name="Gruppieren 28">
            <a:extLst>
              <a:ext uri="{FF2B5EF4-FFF2-40B4-BE49-F238E27FC236}">
                <a16:creationId xmlns:a16="http://schemas.microsoft.com/office/drawing/2014/main" id="{37E01EB3-66DC-173A-50D9-EF94556C604C}"/>
              </a:ext>
            </a:extLst>
          </p:cNvPr>
          <p:cNvGrpSpPr/>
          <p:nvPr/>
        </p:nvGrpSpPr>
        <p:grpSpPr>
          <a:xfrm>
            <a:off x="528904" y="3489754"/>
            <a:ext cx="11161714" cy="621944"/>
            <a:chOff x="514350" y="1470253"/>
            <a:chExt cx="11161714" cy="621944"/>
          </a:xfrm>
        </p:grpSpPr>
        <p:sp>
          <p:nvSpPr>
            <p:cNvPr id="30" name="Rechteck 29">
              <a:extLst>
                <a:ext uri="{FF2B5EF4-FFF2-40B4-BE49-F238E27FC236}">
                  <a16:creationId xmlns:a16="http://schemas.microsoft.com/office/drawing/2014/main" id="{B04BC5AF-DA52-811D-4D5F-8CCB7BF1CBCD}"/>
                </a:ext>
              </a:extLst>
            </p:cNvPr>
            <p:cNvSpPr/>
            <p:nvPr/>
          </p:nvSpPr>
          <p:spPr>
            <a:xfrm>
              <a:off x="1234348" y="1470253"/>
              <a:ext cx="10441716" cy="6219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r>
                <a:rPr lang="en-US" sz="2800">
                  <a:solidFill>
                    <a:schemeClr val="tx1"/>
                  </a:solidFill>
                </a:rPr>
                <a:t>Lorem ipsum dolor sit </a:t>
              </a:r>
              <a:r>
                <a:rPr lang="en-US" sz="2800" err="1">
                  <a:solidFill>
                    <a:schemeClr val="tx1"/>
                  </a:solidFill>
                </a:rPr>
                <a:t>amet</a:t>
              </a:r>
              <a:r>
                <a:rPr lang="en-US" sz="2800">
                  <a:solidFill>
                    <a:schemeClr val="tx1"/>
                  </a:solidFill>
                </a:rPr>
                <a:t>, </a:t>
              </a:r>
              <a:r>
                <a:rPr lang="en-US" sz="2800" err="1">
                  <a:solidFill>
                    <a:schemeClr val="tx1"/>
                  </a:solidFill>
                </a:rPr>
                <a:t>consetetur</a:t>
              </a:r>
              <a:r>
                <a:rPr lang="en-US" sz="2800">
                  <a:solidFill>
                    <a:schemeClr val="tx1"/>
                  </a:solidFill>
                </a:rPr>
                <a:t> </a:t>
              </a:r>
              <a:r>
                <a:rPr lang="en-US" sz="2800" err="1">
                  <a:solidFill>
                    <a:schemeClr val="tx1"/>
                  </a:solidFill>
                </a:rPr>
                <a:t>sadipscing</a:t>
              </a:r>
              <a:r>
                <a:rPr lang="en-US" sz="2800">
                  <a:solidFill>
                    <a:schemeClr val="tx1"/>
                  </a:solidFill>
                </a:rPr>
                <a:t> </a:t>
              </a:r>
              <a:r>
                <a:rPr lang="en-US" sz="2800" err="1">
                  <a:solidFill>
                    <a:schemeClr val="tx1"/>
                  </a:solidFill>
                </a:rPr>
                <a:t>elitr</a:t>
              </a:r>
              <a:endParaRPr lang="en-US" sz="2800">
                <a:solidFill>
                  <a:schemeClr val="tx1"/>
                </a:solidFill>
              </a:endParaRPr>
            </a:p>
          </p:txBody>
        </p:sp>
        <p:sp>
          <p:nvSpPr>
            <p:cNvPr id="31" name="Rechteck 30">
              <a:extLst>
                <a:ext uri="{FF2B5EF4-FFF2-40B4-BE49-F238E27FC236}">
                  <a16:creationId xmlns:a16="http://schemas.microsoft.com/office/drawing/2014/main" id="{6B13012D-F1EA-F307-8E12-489B41DB8394}"/>
                </a:ext>
              </a:extLst>
            </p:cNvPr>
            <p:cNvSpPr/>
            <p:nvPr/>
          </p:nvSpPr>
          <p:spPr>
            <a:xfrm>
              <a:off x="514350" y="1470253"/>
              <a:ext cx="720000" cy="6219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r>
                <a:rPr lang="de-DE" sz="3200" b="1">
                  <a:solidFill>
                    <a:schemeClr val="accent1"/>
                  </a:solidFill>
                </a:rPr>
                <a:t>3.</a:t>
              </a:r>
              <a:endParaRPr lang="en-US" sz="3200" b="1">
                <a:solidFill>
                  <a:schemeClr val="accent1"/>
                </a:solidFill>
              </a:endParaRPr>
            </a:p>
          </p:txBody>
        </p:sp>
      </p:grpSp>
      <p:grpSp>
        <p:nvGrpSpPr>
          <p:cNvPr id="32" name="Gruppieren 31">
            <a:extLst>
              <a:ext uri="{FF2B5EF4-FFF2-40B4-BE49-F238E27FC236}">
                <a16:creationId xmlns:a16="http://schemas.microsoft.com/office/drawing/2014/main" id="{84488A2C-3929-40C9-E238-2207180941CD}"/>
              </a:ext>
            </a:extLst>
          </p:cNvPr>
          <p:cNvGrpSpPr/>
          <p:nvPr/>
        </p:nvGrpSpPr>
        <p:grpSpPr>
          <a:xfrm>
            <a:off x="528904" y="4222600"/>
            <a:ext cx="11161713" cy="621944"/>
            <a:chOff x="514350" y="1470253"/>
            <a:chExt cx="11161713" cy="621944"/>
          </a:xfrm>
        </p:grpSpPr>
        <p:sp>
          <p:nvSpPr>
            <p:cNvPr id="33" name="Rechteck 32">
              <a:extLst>
                <a:ext uri="{FF2B5EF4-FFF2-40B4-BE49-F238E27FC236}">
                  <a16:creationId xmlns:a16="http://schemas.microsoft.com/office/drawing/2014/main" id="{52A815A0-2CFD-A219-B123-7553F74016AD}"/>
                </a:ext>
              </a:extLst>
            </p:cNvPr>
            <p:cNvSpPr/>
            <p:nvPr/>
          </p:nvSpPr>
          <p:spPr>
            <a:xfrm>
              <a:off x="1234348" y="1470253"/>
              <a:ext cx="10441715" cy="6219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r>
                <a:rPr lang="en-US" sz="2800">
                  <a:solidFill>
                    <a:schemeClr val="tx1"/>
                  </a:solidFill>
                </a:rPr>
                <a:t>Lorem ipsum dolor sit </a:t>
              </a:r>
              <a:r>
                <a:rPr lang="en-US" sz="2800" err="1">
                  <a:solidFill>
                    <a:schemeClr val="tx1"/>
                  </a:solidFill>
                </a:rPr>
                <a:t>amet</a:t>
              </a:r>
              <a:r>
                <a:rPr lang="en-US" sz="2800">
                  <a:solidFill>
                    <a:schemeClr val="tx1"/>
                  </a:solidFill>
                </a:rPr>
                <a:t>, </a:t>
              </a:r>
              <a:r>
                <a:rPr lang="en-US" sz="2800" err="1">
                  <a:solidFill>
                    <a:schemeClr val="tx1"/>
                  </a:solidFill>
                </a:rPr>
                <a:t>consetetur</a:t>
              </a:r>
              <a:r>
                <a:rPr lang="en-US" sz="2800">
                  <a:solidFill>
                    <a:schemeClr val="tx1"/>
                  </a:solidFill>
                </a:rPr>
                <a:t> </a:t>
              </a:r>
              <a:r>
                <a:rPr lang="en-US" sz="2800" err="1">
                  <a:solidFill>
                    <a:schemeClr val="tx1"/>
                  </a:solidFill>
                </a:rPr>
                <a:t>sadipscing</a:t>
              </a:r>
              <a:r>
                <a:rPr lang="en-US" sz="2800">
                  <a:solidFill>
                    <a:schemeClr val="tx1"/>
                  </a:solidFill>
                </a:rPr>
                <a:t> </a:t>
              </a:r>
              <a:r>
                <a:rPr lang="en-US" sz="2800" err="1">
                  <a:solidFill>
                    <a:schemeClr val="tx1"/>
                  </a:solidFill>
                </a:rPr>
                <a:t>elitr</a:t>
              </a:r>
              <a:endParaRPr lang="en-US" sz="2800">
                <a:solidFill>
                  <a:schemeClr val="tx1"/>
                </a:solidFill>
              </a:endParaRPr>
            </a:p>
          </p:txBody>
        </p:sp>
        <p:sp>
          <p:nvSpPr>
            <p:cNvPr id="34" name="Rechteck 33">
              <a:extLst>
                <a:ext uri="{FF2B5EF4-FFF2-40B4-BE49-F238E27FC236}">
                  <a16:creationId xmlns:a16="http://schemas.microsoft.com/office/drawing/2014/main" id="{165DC7CB-EAF4-7D30-43ED-02404A471D41}"/>
                </a:ext>
              </a:extLst>
            </p:cNvPr>
            <p:cNvSpPr/>
            <p:nvPr/>
          </p:nvSpPr>
          <p:spPr>
            <a:xfrm>
              <a:off x="514350" y="1470253"/>
              <a:ext cx="720000" cy="6219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r>
                <a:rPr lang="de-DE" sz="3200" b="1">
                  <a:solidFill>
                    <a:schemeClr val="accent1"/>
                  </a:solidFill>
                </a:rPr>
                <a:t>4.</a:t>
              </a:r>
              <a:endParaRPr lang="en-US" sz="3200" b="1">
                <a:solidFill>
                  <a:schemeClr val="accent1"/>
                </a:solidFill>
              </a:endParaRPr>
            </a:p>
          </p:txBody>
        </p:sp>
      </p:grpSp>
      <p:grpSp>
        <p:nvGrpSpPr>
          <p:cNvPr id="35" name="Gruppieren 34">
            <a:extLst>
              <a:ext uri="{FF2B5EF4-FFF2-40B4-BE49-F238E27FC236}">
                <a16:creationId xmlns:a16="http://schemas.microsoft.com/office/drawing/2014/main" id="{3672E5F0-72D7-A55D-3B3C-8F420C4CDAE7}"/>
              </a:ext>
            </a:extLst>
          </p:cNvPr>
          <p:cNvGrpSpPr/>
          <p:nvPr/>
        </p:nvGrpSpPr>
        <p:grpSpPr>
          <a:xfrm>
            <a:off x="528904" y="4955447"/>
            <a:ext cx="11161714" cy="621944"/>
            <a:chOff x="514350" y="1470253"/>
            <a:chExt cx="11161714" cy="621944"/>
          </a:xfrm>
        </p:grpSpPr>
        <p:sp>
          <p:nvSpPr>
            <p:cNvPr id="36" name="Rechteck 35">
              <a:extLst>
                <a:ext uri="{FF2B5EF4-FFF2-40B4-BE49-F238E27FC236}">
                  <a16:creationId xmlns:a16="http://schemas.microsoft.com/office/drawing/2014/main" id="{61979593-7E5B-5FD6-DC85-60A3DAF36479}"/>
                </a:ext>
              </a:extLst>
            </p:cNvPr>
            <p:cNvSpPr/>
            <p:nvPr/>
          </p:nvSpPr>
          <p:spPr>
            <a:xfrm>
              <a:off x="1234350" y="1470253"/>
              <a:ext cx="10441714" cy="6219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r>
                <a:rPr lang="en-US" sz="2800">
                  <a:solidFill>
                    <a:schemeClr val="tx1"/>
                  </a:solidFill>
                </a:rPr>
                <a:t>Lorem ipsum dolor sit </a:t>
              </a:r>
              <a:r>
                <a:rPr lang="en-US" sz="2800" err="1">
                  <a:solidFill>
                    <a:schemeClr val="tx1"/>
                  </a:solidFill>
                </a:rPr>
                <a:t>amet</a:t>
              </a:r>
              <a:r>
                <a:rPr lang="en-US" sz="2800">
                  <a:solidFill>
                    <a:schemeClr val="tx1"/>
                  </a:solidFill>
                </a:rPr>
                <a:t>, </a:t>
              </a:r>
              <a:r>
                <a:rPr lang="en-US" sz="2800" err="1">
                  <a:solidFill>
                    <a:schemeClr val="tx1"/>
                  </a:solidFill>
                </a:rPr>
                <a:t>consetetur</a:t>
              </a:r>
              <a:r>
                <a:rPr lang="en-US" sz="2800">
                  <a:solidFill>
                    <a:schemeClr val="tx1"/>
                  </a:solidFill>
                </a:rPr>
                <a:t> </a:t>
              </a:r>
              <a:r>
                <a:rPr lang="en-US" sz="2800" err="1">
                  <a:solidFill>
                    <a:schemeClr val="tx1"/>
                  </a:solidFill>
                </a:rPr>
                <a:t>sadipscing</a:t>
              </a:r>
              <a:r>
                <a:rPr lang="en-US" sz="2800">
                  <a:solidFill>
                    <a:schemeClr val="tx1"/>
                  </a:solidFill>
                </a:rPr>
                <a:t> </a:t>
              </a:r>
              <a:r>
                <a:rPr lang="en-US" sz="2800" err="1">
                  <a:solidFill>
                    <a:schemeClr val="tx1"/>
                  </a:solidFill>
                </a:rPr>
                <a:t>elitr</a:t>
              </a:r>
              <a:endParaRPr lang="en-US" sz="2800">
                <a:solidFill>
                  <a:schemeClr val="tx1"/>
                </a:solidFill>
              </a:endParaRPr>
            </a:p>
          </p:txBody>
        </p:sp>
        <p:sp>
          <p:nvSpPr>
            <p:cNvPr id="37" name="Rechteck 36">
              <a:extLst>
                <a:ext uri="{FF2B5EF4-FFF2-40B4-BE49-F238E27FC236}">
                  <a16:creationId xmlns:a16="http://schemas.microsoft.com/office/drawing/2014/main" id="{67D31809-A0F9-7730-0482-4F49327E3113}"/>
                </a:ext>
              </a:extLst>
            </p:cNvPr>
            <p:cNvSpPr/>
            <p:nvPr/>
          </p:nvSpPr>
          <p:spPr>
            <a:xfrm>
              <a:off x="514350" y="1470253"/>
              <a:ext cx="720000" cy="6219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r>
                <a:rPr lang="de-DE" sz="3200" b="1">
                  <a:solidFill>
                    <a:schemeClr val="accent1"/>
                  </a:solidFill>
                </a:rPr>
                <a:t>5.</a:t>
              </a:r>
              <a:endParaRPr lang="en-US" sz="3200" b="1">
                <a:solidFill>
                  <a:schemeClr val="accent1"/>
                </a:solidFill>
              </a:endParaRPr>
            </a:p>
          </p:txBody>
        </p:sp>
      </p:grpSp>
      <p:sp>
        <p:nvSpPr>
          <p:cNvPr id="2" name="Rechteck 1">
            <a:extLst>
              <a:ext uri="{FF2B5EF4-FFF2-40B4-BE49-F238E27FC236}">
                <a16:creationId xmlns:a16="http://schemas.microsoft.com/office/drawing/2014/main" id="{29BBB457-7C9D-22D1-90D2-8BDA69086356}"/>
              </a:ext>
            </a:extLst>
          </p:cNvPr>
          <p:cNvSpPr/>
          <p:nvPr/>
        </p:nvSpPr>
        <p:spPr>
          <a:xfrm>
            <a:off x="514350" y="3489754"/>
            <a:ext cx="11176268" cy="2087637"/>
          </a:xfrm>
          <a:prstGeom prst="rect">
            <a:avLst/>
          </a:prstGeom>
          <a:solidFill>
            <a:schemeClr val="accent5">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hteck 16">
            <a:extLst>
              <a:ext uri="{FF2B5EF4-FFF2-40B4-BE49-F238E27FC236}">
                <a16:creationId xmlns:a16="http://schemas.microsoft.com/office/drawing/2014/main" id="{64F067B3-EAD8-C5C4-0996-D972D83996F1}"/>
              </a:ext>
            </a:extLst>
          </p:cNvPr>
          <p:cNvSpPr/>
          <p:nvPr/>
        </p:nvSpPr>
        <p:spPr>
          <a:xfrm>
            <a:off x="514350" y="2024063"/>
            <a:ext cx="11176268" cy="621943"/>
          </a:xfrm>
          <a:prstGeom prst="rect">
            <a:avLst/>
          </a:prstGeom>
          <a:solidFill>
            <a:schemeClr val="accent5">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el 6">
            <a:extLst>
              <a:ext uri="{FF2B5EF4-FFF2-40B4-BE49-F238E27FC236}">
                <a16:creationId xmlns:a16="http://schemas.microsoft.com/office/drawing/2014/main" id="{A31E8960-846B-CFCE-3B36-FC351E2A1812}"/>
              </a:ext>
            </a:extLst>
          </p:cNvPr>
          <p:cNvSpPr>
            <a:spLocks noGrp="1"/>
          </p:cNvSpPr>
          <p:nvPr>
            <p:ph type="title"/>
          </p:nvPr>
        </p:nvSpPr>
        <p:spPr/>
        <p:txBody>
          <a:bodyPr/>
          <a:lstStyle/>
          <a:p>
            <a:pPr>
              <a:lnSpc>
                <a:spcPct val="95000"/>
              </a:lnSpc>
            </a:pPr>
            <a:r>
              <a:rPr lang="de-DE" dirty="0"/>
              <a:t>Agenda</a:t>
            </a:r>
            <a:endParaRPr lang="en-US" dirty="0"/>
          </a:p>
        </p:txBody>
      </p:sp>
      <p:grpSp>
        <p:nvGrpSpPr>
          <p:cNvPr id="3" name="Group 2">
            <a:extLst>
              <a:ext uri="{FF2B5EF4-FFF2-40B4-BE49-F238E27FC236}">
                <a16:creationId xmlns:a16="http://schemas.microsoft.com/office/drawing/2014/main" id="{159EE38E-C838-C1F1-6F5F-AED718CD405D}"/>
              </a:ext>
            </a:extLst>
          </p:cNvPr>
          <p:cNvGrpSpPr/>
          <p:nvPr/>
        </p:nvGrpSpPr>
        <p:grpSpPr>
          <a:xfrm>
            <a:off x="-2716306" y="2148791"/>
            <a:ext cx="2683808" cy="1838177"/>
            <a:chOff x="-2716306" y="0"/>
            <a:chExt cx="2683808" cy="1838177"/>
          </a:xfrm>
          <a:solidFill>
            <a:schemeClr val="accent4"/>
          </a:solidFill>
        </p:grpSpPr>
        <p:sp>
          <p:nvSpPr>
            <p:cNvPr id="4" name="Rectangle 3">
              <a:extLst>
                <a:ext uri="{FF2B5EF4-FFF2-40B4-BE49-F238E27FC236}">
                  <a16:creationId xmlns:a16="http://schemas.microsoft.com/office/drawing/2014/main" id="{419879FB-0790-52F9-59EF-E83E4109A9E9}"/>
                </a:ext>
              </a:extLst>
            </p:cNvPr>
            <p:cNvSpPr/>
            <p:nvPr/>
          </p:nvSpPr>
          <p:spPr>
            <a:xfrm>
              <a:off x="-2716306" y="0"/>
              <a:ext cx="2339904" cy="1838177"/>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t">
              <a:spAutoFit/>
            </a:bodyPr>
            <a:lstStyle/>
            <a:p>
              <a:pPr>
                <a:spcBef>
                  <a:spcPts val="600"/>
                </a:spcBef>
              </a:pPr>
              <a:r>
                <a:rPr lang="en-US" sz="1600" b="1" dirty="0">
                  <a:solidFill>
                    <a:schemeClr val="tx1"/>
                  </a:solidFill>
                </a:rPr>
                <a:t>Agenda Slide</a:t>
              </a:r>
            </a:p>
            <a:p>
              <a:pPr>
                <a:spcBef>
                  <a:spcPts val="600"/>
                </a:spcBef>
              </a:pPr>
              <a:r>
                <a:rPr lang="en-US" sz="1200" dirty="0">
                  <a:solidFill>
                    <a:schemeClr val="tx1"/>
                  </a:solidFill>
                </a:rPr>
                <a:t>Agenda slides can be reused as section dividers by fading boxes.</a:t>
              </a:r>
            </a:p>
            <a:p>
              <a:pPr>
                <a:spcBef>
                  <a:spcPts val="600"/>
                </a:spcBef>
              </a:pPr>
              <a:r>
                <a:rPr lang="en-US" sz="1200" dirty="0">
                  <a:solidFill>
                    <a:schemeClr val="tx1"/>
                  </a:solidFill>
                </a:rPr>
                <a:t>Fading elements highlight the current position in the presentation as a new section begins.</a:t>
              </a:r>
            </a:p>
          </p:txBody>
        </p:sp>
        <p:sp>
          <p:nvSpPr>
            <p:cNvPr id="8" name="Triangle 7">
              <a:extLst>
                <a:ext uri="{FF2B5EF4-FFF2-40B4-BE49-F238E27FC236}">
                  <a16:creationId xmlns:a16="http://schemas.microsoft.com/office/drawing/2014/main" id="{E1B3787F-BCC0-669E-1943-BFFFA721D10C}"/>
                </a:ext>
              </a:extLst>
            </p:cNvPr>
            <p:cNvSpPr/>
            <p:nvPr/>
          </p:nvSpPr>
          <p:spPr>
            <a:xfrm rot="5400000">
              <a:off x="-403914" y="747136"/>
              <a:ext cx="398928" cy="34390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0" name="Foliennummernplatzhalter 7">
            <a:extLst>
              <a:ext uri="{FF2B5EF4-FFF2-40B4-BE49-F238E27FC236}">
                <a16:creationId xmlns:a16="http://schemas.microsoft.com/office/drawing/2014/main" id="{BEAE1B97-AD23-23D3-2D0B-BF8826FFF8B9}"/>
              </a:ext>
            </a:extLst>
          </p:cNvPr>
          <p:cNvSpPr>
            <a:spLocks noGrp="1"/>
          </p:cNvSpPr>
          <p:nvPr>
            <p:ph type="sldNum" sz="quarter" idx="4"/>
          </p:nvPr>
        </p:nvSpPr>
        <p:spPr>
          <a:xfrm>
            <a:off x="514350" y="6549723"/>
            <a:ext cx="384217" cy="151200"/>
          </a:xfrm>
          <a:prstGeom prst="rect">
            <a:avLst/>
          </a:prstGeom>
        </p:spPr>
        <p:txBody>
          <a:bodyPr lIns="0" tIns="0" rIns="0" bIns="0" anchor="b"/>
          <a:lstStyle>
            <a:lvl1pPr>
              <a:defRPr sz="800" b="1"/>
            </a:lvl1pPr>
          </a:lstStyle>
          <a:p>
            <a:fld id="{82EA1D04-CA53-4DE3-84A8-2B63E41036C9}" type="slidenum">
              <a:rPr lang="de-DE" smtClean="0"/>
              <a:pPr/>
              <a:t>6</a:t>
            </a:fld>
            <a:endParaRPr lang="de-DE" dirty="0"/>
          </a:p>
        </p:txBody>
      </p:sp>
    </p:spTree>
    <p:extLst>
      <p:ext uri="{BB962C8B-B14F-4D97-AF65-F5344CB8AC3E}">
        <p14:creationId xmlns:p14="http://schemas.microsoft.com/office/powerpoint/2010/main" val="36850348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090698A8-3482-13C4-95E7-1112BD7176BE}"/>
              </a:ext>
            </a:extLst>
          </p:cNvPr>
          <p:cNvPicPr>
            <a:picLocks noChangeAspect="1"/>
          </p:cNvPicPr>
          <p:nvPr/>
        </p:nvPicPr>
        <p:blipFill rotWithShape="1">
          <a:blip r:embed="rId3">
            <a:extLst>
              <a:ext uri="{28A0092B-C50C-407E-A947-70E740481C1C}">
                <a14:useLocalDpi xmlns:a14="http://schemas.microsoft.com/office/drawing/2010/main" val="0"/>
              </a:ext>
            </a:extLst>
          </a:blip>
          <a:srcRect l="3343" r="3341"/>
          <a:stretch/>
        </p:blipFill>
        <p:spPr>
          <a:xfrm>
            <a:off x="-1" y="-1"/>
            <a:ext cx="12190413" cy="6858001"/>
          </a:xfrm>
          <a:prstGeom prst="rect">
            <a:avLst/>
          </a:prstGeom>
        </p:spPr>
      </p:pic>
      <p:pic>
        <p:nvPicPr>
          <p:cNvPr id="6" name="Graphic 5">
            <a:extLst>
              <a:ext uri="{FF2B5EF4-FFF2-40B4-BE49-F238E27FC236}">
                <a16:creationId xmlns:a16="http://schemas.microsoft.com/office/drawing/2014/main" id="{D4506564-6068-92D3-6B43-A8EA10BBDE70}"/>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91813" y="6223000"/>
            <a:ext cx="1498600" cy="635000"/>
          </a:xfrm>
          <a:prstGeom prst="rect">
            <a:avLst/>
          </a:prstGeom>
        </p:spPr>
      </p:pic>
      <p:sp>
        <p:nvSpPr>
          <p:cNvPr id="13" name="Foliennummernplatzhalter 7">
            <a:extLst>
              <a:ext uri="{FF2B5EF4-FFF2-40B4-BE49-F238E27FC236}">
                <a16:creationId xmlns:a16="http://schemas.microsoft.com/office/drawing/2014/main" id="{40A4773D-60D4-3A46-EE27-AB72F3A85591}"/>
              </a:ext>
            </a:extLst>
          </p:cNvPr>
          <p:cNvSpPr>
            <a:spLocks noGrp="1"/>
          </p:cNvSpPr>
          <p:nvPr>
            <p:ph type="sldNum" sz="quarter" idx="4"/>
          </p:nvPr>
        </p:nvSpPr>
        <p:spPr>
          <a:xfrm>
            <a:off x="514350" y="6549723"/>
            <a:ext cx="384217" cy="151200"/>
          </a:xfrm>
          <a:prstGeom prst="rect">
            <a:avLst/>
          </a:prstGeom>
        </p:spPr>
        <p:txBody>
          <a:bodyPr lIns="0" tIns="0" rIns="0" bIns="0" anchor="b"/>
          <a:lstStyle>
            <a:lvl1pPr>
              <a:defRPr sz="800" b="1"/>
            </a:lvl1pPr>
          </a:lstStyle>
          <a:p>
            <a:fld id="{82EA1D04-CA53-4DE3-84A8-2B63E41036C9}" type="slidenum">
              <a:rPr lang="de-DE" smtClean="0">
                <a:solidFill>
                  <a:schemeClr val="bg1"/>
                </a:solidFill>
              </a:rPr>
              <a:pPr/>
              <a:t>7</a:t>
            </a:fld>
            <a:endParaRPr lang="de-DE">
              <a:solidFill>
                <a:schemeClr val="bg1"/>
              </a:solidFill>
            </a:endParaRPr>
          </a:p>
        </p:txBody>
      </p:sp>
      <p:grpSp>
        <p:nvGrpSpPr>
          <p:cNvPr id="12" name="Group 2">
            <a:extLst>
              <a:ext uri="{FF2B5EF4-FFF2-40B4-BE49-F238E27FC236}">
                <a16:creationId xmlns:a16="http://schemas.microsoft.com/office/drawing/2014/main" id="{158717B6-4EBD-3817-03E2-E3146C0BC628}"/>
              </a:ext>
            </a:extLst>
          </p:cNvPr>
          <p:cNvGrpSpPr/>
          <p:nvPr/>
        </p:nvGrpSpPr>
        <p:grpSpPr>
          <a:xfrm>
            <a:off x="-2716306" y="361398"/>
            <a:ext cx="2683808" cy="2022843"/>
            <a:chOff x="-2716306" y="0"/>
            <a:chExt cx="2683808" cy="2022843"/>
          </a:xfrm>
          <a:solidFill>
            <a:schemeClr val="accent4"/>
          </a:solidFill>
        </p:grpSpPr>
        <p:sp>
          <p:nvSpPr>
            <p:cNvPr id="15" name="Rectangle 3">
              <a:extLst>
                <a:ext uri="{FF2B5EF4-FFF2-40B4-BE49-F238E27FC236}">
                  <a16:creationId xmlns:a16="http://schemas.microsoft.com/office/drawing/2014/main" id="{90ACC343-F493-D4C0-450A-A377D3E060D6}"/>
                </a:ext>
              </a:extLst>
            </p:cNvPr>
            <p:cNvSpPr/>
            <p:nvPr/>
          </p:nvSpPr>
          <p:spPr>
            <a:xfrm>
              <a:off x="-2716306" y="0"/>
              <a:ext cx="2339904" cy="2022843"/>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t">
              <a:spAutoFit/>
            </a:bodyPr>
            <a:lstStyle/>
            <a:p>
              <a:pPr>
                <a:spcBef>
                  <a:spcPts val="600"/>
                </a:spcBef>
              </a:pPr>
              <a:r>
                <a:rPr lang="en-US" sz="1600" b="1" dirty="0">
                  <a:solidFill>
                    <a:schemeClr val="tx1"/>
                  </a:solidFill>
                </a:rPr>
                <a:t>Impact Slide</a:t>
              </a:r>
            </a:p>
            <a:p>
              <a:pPr>
                <a:spcBef>
                  <a:spcPts val="600"/>
                </a:spcBef>
              </a:pPr>
              <a:r>
                <a:rPr lang="en-US" sz="1200" dirty="0">
                  <a:solidFill>
                    <a:schemeClr val="tx1"/>
                  </a:solidFill>
                </a:rPr>
                <a:t>Large text and background images create big impactful statements and help to make important points.</a:t>
              </a:r>
            </a:p>
            <a:p>
              <a:pPr>
                <a:spcBef>
                  <a:spcPts val="600"/>
                </a:spcBef>
              </a:pPr>
              <a:r>
                <a:rPr lang="en-US" sz="1200" dirty="0">
                  <a:solidFill>
                    <a:schemeClr val="tx1"/>
                  </a:solidFill>
                </a:rPr>
                <a:t>Text should be in a BASF color, black, or white, chosen based on the contrast provided by the background image.</a:t>
              </a:r>
            </a:p>
          </p:txBody>
        </p:sp>
        <p:sp>
          <p:nvSpPr>
            <p:cNvPr id="16" name="Triangle 4">
              <a:extLst>
                <a:ext uri="{FF2B5EF4-FFF2-40B4-BE49-F238E27FC236}">
                  <a16:creationId xmlns:a16="http://schemas.microsoft.com/office/drawing/2014/main" id="{D0B4F0BE-3BEA-8948-F45A-FAA1D331B83D}"/>
                </a:ext>
              </a:extLst>
            </p:cNvPr>
            <p:cNvSpPr/>
            <p:nvPr/>
          </p:nvSpPr>
          <p:spPr>
            <a:xfrm rot="5400000">
              <a:off x="-403914" y="839469"/>
              <a:ext cx="398928" cy="34390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8">
            <a:extLst>
              <a:ext uri="{FF2B5EF4-FFF2-40B4-BE49-F238E27FC236}">
                <a16:creationId xmlns:a16="http://schemas.microsoft.com/office/drawing/2014/main" id="{3417A911-8F4A-3DA9-3B51-8D3F17BE0C22}"/>
              </a:ext>
            </a:extLst>
          </p:cNvPr>
          <p:cNvGrpSpPr/>
          <p:nvPr/>
        </p:nvGrpSpPr>
        <p:grpSpPr>
          <a:xfrm>
            <a:off x="-2716306" y="6020096"/>
            <a:ext cx="2683808" cy="837904"/>
            <a:chOff x="-2716306" y="0"/>
            <a:chExt cx="2683808" cy="837904"/>
          </a:xfrm>
          <a:solidFill>
            <a:schemeClr val="accent4"/>
          </a:solidFill>
        </p:grpSpPr>
        <p:sp>
          <p:nvSpPr>
            <p:cNvPr id="18" name="Rectangle 9">
              <a:extLst>
                <a:ext uri="{FF2B5EF4-FFF2-40B4-BE49-F238E27FC236}">
                  <a16:creationId xmlns:a16="http://schemas.microsoft.com/office/drawing/2014/main" id="{9D3626F0-417A-60CD-80B8-08233F4EBAAC}"/>
                </a:ext>
              </a:extLst>
            </p:cNvPr>
            <p:cNvSpPr/>
            <p:nvPr/>
          </p:nvSpPr>
          <p:spPr>
            <a:xfrm>
              <a:off x="-2716306" y="0"/>
              <a:ext cx="2339904" cy="837904"/>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t">
              <a:spAutoFit/>
            </a:bodyPr>
            <a:lstStyle/>
            <a:p>
              <a:pPr>
                <a:spcBef>
                  <a:spcPts val="600"/>
                </a:spcBef>
              </a:pPr>
              <a:r>
                <a:rPr lang="en-US" sz="1600" b="1" dirty="0">
                  <a:solidFill>
                    <a:schemeClr val="tx1"/>
                  </a:solidFill>
                </a:rPr>
                <a:t>Footer and Logo</a:t>
              </a:r>
            </a:p>
            <a:p>
              <a:pPr>
                <a:spcBef>
                  <a:spcPts val="600"/>
                </a:spcBef>
              </a:pPr>
              <a:r>
                <a:rPr lang="en-US" sz="1200" dirty="0">
                  <a:solidFill>
                    <a:schemeClr val="tx1"/>
                  </a:solidFill>
                </a:rPr>
                <a:t>On darker slides, the footer and logo are white.</a:t>
              </a:r>
            </a:p>
          </p:txBody>
        </p:sp>
        <p:sp>
          <p:nvSpPr>
            <p:cNvPr id="19" name="Triangle 10">
              <a:extLst>
                <a:ext uri="{FF2B5EF4-FFF2-40B4-BE49-F238E27FC236}">
                  <a16:creationId xmlns:a16="http://schemas.microsoft.com/office/drawing/2014/main" id="{3817093D-0058-91BB-7ED9-5D03BF775964}"/>
                </a:ext>
              </a:extLst>
            </p:cNvPr>
            <p:cNvSpPr/>
            <p:nvPr/>
          </p:nvSpPr>
          <p:spPr>
            <a:xfrm rot="5400000">
              <a:off x="-403914" y="247000"/>
              <a:ext cx="398928" cy="34390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0" name="Textfeld 19">
            <a:extLst>
              <a:ext uri="{FF2B5EF4-FFF2-40B4-BE49-F238E27FC236}">
                <a16:creationId xmlns:a16="http://schemas.microsoft.com/office/drawing/2014/main" id="{C68315B1-8A91-5F36-4B83-E40EBC1EF34F}"/>
              </a:ext>
            </a:extLst>
          </p:cNvPr>
          <p:cNvSpPr txBox="1"/>
          <p:nvPr/>
        </p:nvSpPr>
        <p:spPr>
          <a:xfrm>
            <a:off x="514350" y="593678"/>
            <a:ext cx="11161712" cy="1681229"/>
          </a:xfrm>
          <a:prstGeom prst="rect">
            <a:avLst/>
          </a:prstGeom>
          <a:noFill/>
        </p:spPr>
        <p:txBody>
          <a:bodyPr wrap="square" lIns="0" tIns="0" rIns="0" bIns="0" rtlCol="0">
            <a:spAutoFit/>
          </a:bodyPr>
          <a:lstStyle/>
          <a:p>
            <a:pPr algn="ctr">
              <a:lnSpc>
                <a:spcPct val="95000"/>
              </a:lnSpc>
            </a:pPr>
            <a:r>
              <a:rPr lang="de-DE" sz="11500" b="1" dirty="0" err="1">
                <a:solidFill>
                  <a:schemeClr val="bg1"/>
                </a:solidFill>
              </a:rPr>
              <a:t>Lorem</a:t>
            </a:r>
            <a:r>
              <a:rPr lang="de-DE" sz="11500" b="1" dirty="0">
                <a:solidFill>
                  <a:schemeClr val="bg1"/>
                </a:solidFill>
              </a:rPr>
              <a:t> Ipsum</a:t>
            </a:r>
            <a:endParaRPr lang="en-US" sz="11500" b="1" dirty="0">
              <a:solidFill>
                <a:schemeClr val="bg1"/>
              </a:solidFill>
            </a:endParaRPr>
          </a:p>
        </p:txBody>
      </p:sp>
    </p:spTree>
    <p:extLst>
      <p:ext uri="{BB962C8B-B14F-4D97-AF65-F5344CB8AC3E}">
        <p14:creationId xmlns:p14="http://schemas.microsoft.com/office/powerpoint/2010/main" val="18874315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9AC6796E-70DE-73FE-726F-FDF5A45D4097}"/>
              </a:ext>
            </a:extLst>
          </p:cNvPr>
          <p:cNvSpPr/>
          <p:nvPr/>
        </p:nvSpPr>
        <p:spPr>
          <a:xfrm>
            <a:off x="4114800" y="620713"/>
            <a:ext cx="7561263" cy="558006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feld 7">
            <a:extLst>
              <a:ext uri="{FF2B5EF4-FFF2-40B4-BE49-F238E27FC236}">
                <a16:creationId xmlns:a16="http://schemas.microsoft.com/office/drawing/2014/main" id="{63B24C8F-6834-CC44-A3BB-9D39D7401D50}"/>
              </a:ext>
            </a:extLst>
          </p:cNvPr>
          <p:cNvSpPr txBox="1"/>
          <p:nvPr/>
        </p:nvSpPr>
        <p:spPr>
          <a:xfrm>
            <a:off x="4305300" y="1155874"/>
            <a:ext cx="6856414" cy="3216265"/>
          </a:xfrm>
          <a:prstGeom prst="rect">
            <a:avLst/>
          </a:prstGeom>
          <a:noFill/>
        </p:spPr>
        <p:txBody>
          <a:bodyPr wrap="square" lIns="0" tIns="0" rIns="0" bIns="0" rtlCol="0">
            <a:spAutoFit/>
          </a:bodyPr>
          <a:lstStyle/>
          <a:p>
            <a:pPr marL="304800" indent="-304800">
              <a:lnSpc>
                <a:spcPct val="95000"/>
              </a:lnSpc>
              <a:buSzPct val="200000"/>
            </a:pPr>
            <a:r>
              <a:rPr lang="en-US" sz="4400" b="1" dirty="0"/>
              <a:t>“Lorem ipsum dolor sit </a:t>
            </a:r>
            <a:r>
              <a:rPr lang="en-US" sz="4400" b="1" dirty="0" err="1"/>
              <a:t>amet</a:t>
            </a:r>
            <a:r>
              <a:rPr lang="en-US" sz="4400" b="1" dirty="0"/>
              <a:t>, </a:t>
            </a:r>
            <a:r>
              <a:rPr lang="en-US" sz="4400" b="1" dirty="0" err="1"/>
              <a:t>consetetur</a:t>
            </a:r>
            <a:r>
              <a:rPr lang="en-US" sz="4400" b="1" dirty="0"/>
              <a:t> diam </a:t>
            </a:r>
            <a:r>
              <a:rPr lang="en-US" sz="4400" b="1" dirty="0" err="1"/>
              <a:t>sadipscing</a:t>
            </a:r>
            <a:r>
              <a:rPr lang="en-US" sz="4400" b="1" dirty="0"/>
              <a:t> </a:t>
            </a:r>
            <a:r>
              <a:rPr lang="en-US" sz="4400" b="1" dirty="0" err="1"/>
              <a:t>elitr</a:t>
            </a:r>
            <a:r>
              <a:rPr lang="en-US" sz="4400" b="1" dirty="0"/>
              <a:t>, sed </a:t>
            </a:r>
            <a:r>
              <a:rPr lang="en-US" sz="4400" b="1" dirty="0" err="1"/>
              <a:t>nonumy</a:t>
            </a:r>
            <a:r>
              <a:rPr lang="en-US" sz="4400" b="1" dirty="0"/>
              <a:t> </a:t>
            </a:r>
            <a:r>
              <a:rPr lang="en-US" sz="4400" b="1" dirty="0" err="1"/>
              <a:t>eirmod</a:t>
            </a:r>
            <a:r>
              <a:rPr lang="en-US" sz="4400" b="1" dirty="0"/>
              <a:t> </a:t>
            </a:r>
            <a:r>
              <a:rPr lang="en-US" sz="4400" b="1" dirty="0" err="1"/>
              <a:t>tempor</a:t>
            </a:r>
            <a:r>
              <a:rPr lang="en-US" sz="4400" b="1" dirty="0"/>
              <a:t> </a:t>
            </a:r>
            <a:r>
              <a:rPr lang="en-US" sz="4400" b="1" dirty="0" err="1"/>
              <a:t>invidunt</a:t>
            </a:r>
            <a:r>
              <a:rPr lang="en-US" sz="4400" b="1" dirty="0"/>
              <a:t> </a:t>
            </a:r>
            <a:r>
              <a:rPr lang="en-US" sz="4400" b="1" dirty="0" err="1"/>
              <a:t>ut</a:t>
            </a:r>
            <a:r>
              <a:rPr lang="en-US" sz="4400" b="1" dirty="0"/>
              <a:t> labore et”</a:t>
            </a:r>
          </a:p>
        </p:txBody>
      </p:sp>
      <p:cxnSp>
        <p:nvCxnSpPr>
          <p:cNvPr id="9" name="Gerader Verbinder 8">
            <a:extLst>
              <a:ext uri="{FF2B5EF4-FFF2-40B4-BE49-F238E27FC236}">
                <a16:creationId xmlns:a16="http://schemas.microsoft.com/office/drawing/2014/main" id="{DDA870F6-AD26-3641-7D55-F3269AEF24AC}"/>
              </a:ext>
            </a:extLst>
          </p:cNvPr>
          <p:cNvCxnSpPr>
            <a:cxnSpLocks/>
          </p:cNvCxnSpPr>
          <p:nvPr/>
        </p:nvCxnSpPr>
        <p:spPr>
          <a:xfrm>
            <a:off x="4649142" y="4538790"/>
            <a:ext cx="5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feld 9">
            <a:extLst>
              <a:ext uri="{FF2B5EF4-FFF2-40B4-BE49-F238E27FC236}">
                <a16:creationId xmlns:a16="http://schemas.microsoft.com/office/drawing/2014/main" id="{B4CA8C5C-9B37-B4E6-9787-8B4D50379909}"/>
              </a:ext>
            </a:extLst>
          </p:cNvPr>
          <p:cNvSpPr txBox="1"/>
          <p:nvPr/>
        </p:nvSpPr>
        <p:spPr>
          <a:xfrm>
            <a:off x="4649143" y="4788662"/>
            <a:ext cx="6512571" cy="307777"/>
          </a:xfrm>
          <a:prstGeom prst="rect">
            <a:avLst/>
          </a:prstGeom>
          <a:noFill/>
        </p:spPr>
        <p:txBody>
          <a:bodyPr wrap="square" lIns="0" tIns="0" rIns="0" bIns="0" rtlCol="0">
            <a:spAutoFit/>
          </a:bodyPr>
          <a:lstStyle/>
          <a:p>
            <a:r>
              <a:rPr lang="de-DE" sz="2000" i="1"/>
              <a:t>Person </a:t>
            </a:r>
            <a:r>
              <a:rPr lang="de-DE" sz="2000" i="1" err="1"/>
              <a:t>name</a:t>
            </a:r>
            <a:r>
              <a:rPr lang="de-DE" sz="2000" i="1"/>
              <a:t>, </a:t>
            </a:r>
            <a:r>
              <a:rPr lang="de-DE" sz="2000" i="1" err="1"/>
              <a:t>job</a:t>
            </a:r>
            <a:r>
              <a:rPr lang="de-DE" sz="2000" i="1"/>
              <a:t> title</a:t>
            </a:r>
            <a:endParaRPr lang="en-US" sz="2000" i="1" err="1"/>
          </a:p>
        </p:txBody>
      </p:sp>
      <p:pic>
        <p:nvPicPr>
          <p:cNvPr id="16" name="Grafik 15" descr="Ein Bild, das Menschliches Gesicht, Person, Lächeln, Kleidung enthält.&#10;&#10;Automatisch generierte Beschreibung">
            <a:extLst>
              <a:ext uri="{FF2B5EF4-FFF2-40B4-BE49-F238E27FC236}">
                <a16:creationId xmlns:a16="http://schemas.microsoft.com/office/drawing/2014/main" id="{5FF8C627-F207-FED5-58E2-8AFC15CCBE90}"/>
              </a:ext>
            </a:extLst>
          </p:cNvPr>
          <p:cNvPicPr>
            <a:picLocks noChangeAspect="1"/>
          </p:cNvPicPr>
          <p:nvPr/>
        </p:nvPicPr>
        <p:blipFill rotWithShape="1">
          <a:blip r:embed="rId3">
            <a:extLst>
              <a:ext uri="{28A0092B-C50C-407E-A947-70E740481C1C}">
                <a14:useLocalDpi xmlns:a14="http://schemas.microsoft.com/office/drawing/2010/main" val="0"/>
              </a:ext>
            </a:extLst>
          </a:blip>
          <a:srcRect l="25279" t="9178" r="48848" b="30673"/>
          <a:stretch/>
        </p:blipFill>
        <p:spPr>
          <a:xfrm>
            <a:off x="514350" y="620713"/>
            <a:ext cx="3600450" cy="5580062"/>
          </a:xfrm>
          <a:prstGeom prst="rect">
            <a:avLst/>
          </a:prstGeom>
        </p:spPr>
      </p:pic>
      <p:grpSp>
        <p:nvGrpSpPr>
          <p:cNvPr id="3" name="Group 2">
            <a:extLst>
              <a:ext uri="{FF2B5EF4-FFF2-40B4-BE49-F238E27FC236}">
                <a16:creationId xmlns:a16="http://schemas.microsoft.com/office/drawing/2014/main" id="{D3245C3C-BB64-2187-789C-3AECDA786306}"/>
              </a:ext>
            </a:extLst>
          </p:cNvPr>
          <p:cNvGrpSpPr/>
          <p:nvPr/>
        </p:nvGrpSpPr>
        <p:grpSpPr>
          <a:xfrm>
            <a:off x="-2716306" y="1585527"/>
            <a:ext cx="2683808" cy="1207235"/>
            <a:chOff x="-2716306" y="0"/>
            <a:chExt cx="2683808" cy="1207235"/>
          </a:xfrm>
          <a:solidFill>
            <a:schemeClr val="accent4"/>
          </a:solidFill>
        </p:grpSpPr>
        <p:sp>
          <p:nvSpPr>
            <p:cNvPr id="4" name="Rectangle 3">
              <a:extLst>
                <a:ext uri="{FF2B5EF4-FFF2-40B4-BE49-F238E27FC236}">
                  <a16:creationId xmlns:a16="http://schemas.microsoft.com/office/drawing/2014/main" id="{88144C12-85BA-5398-94F4-57F1DC01732A}"/>
                </a:ext>
              </a:extLst>
            </p:cNvPr>
            <p:cNvSpPr/>
            <p:nvPr/>
          </p:nvSpPr>
          <p:spPr>
            <a:xfrm>
              <a:off x="-2716306" y="0"/>
              <a:ext cx="2339904" cy="1207235"/>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t">
              <a:spAutoFit/>
            </a:bodyPr>
            <a:lstStyle/>
            <a:p>
              <a:pPr>
                <a:spcBef>
                  <a:spcPts val="600"/>
                </a:spcBef>
              </a:pPr>
              <a:r>
                <a:rPr lang="en-US" sz="1600" b="1" dirty="0">
                  <a:solidFill>
                    <a:schemeClr val="tx1"/>
                  </a:solidFill>
                </a:rPr>
                <a:t>Framing Slides</a:t>
              </a:r>
            </a:p>
            <a:p>
              <a:pPr>
                <a:spcBef>
                  <a:spcPts val="600"/>
                </a:spcBef>
              </a:pPr>
              <a:r>
                <a:rPr lang="en-US" sz="1200" dirty="0">
                  <a:solidFill>
                    <a:schemeClr val="tx1"/>
                  </a:solidFill>
                </a:rPr>
                <a:t>The grid’s margin can serve as a border to frame impactful slides – this is especially effective for quote slides.</a:t>
              </a:r>
            </a:p>
          </p:txBody>
        </p:sp>
        <p:sp>
          <p:nvSpPr>
            <p:cNvPr id="6" name="Triangle 5">
              <a:extLst>
                <a:ext uri="{FF2B5EF4-FFF2-40B4-BE49-F238E27FC236}">
                  <a16:creationId xmlns:a16="http://schemas.microsoft.com/office/drawing/2014/main" id="{DF45D79B-63D0-8356-B57C-06587AABAC29}"/>
                </a:ext>
              </a:extLst>
            </p:cNvPr>
            <p:cNvSpPr/>
            <p:nvPr/>
          </p:nvSpPr>
          <p:spPr>
            <a:xfrm rot="5400000">
              <a:off x="-403914" y="431665"/>
              <a:ext cx="398928" cy="34390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Foliennummernplatzhalter 7">
            <a:extLst>
              <a:ext uri="{FF2B5EF4-FFF2-40B4-BE49-F238E27FC236}">
                <a16:creationId xmlns:a16="http://schemas.microsoft.com/office/drawing/2014/main" id="{29226F20-EE4A-2A2E-8EC7-DF6FD2CF021F}"/>
              </a:ext>
            </a:extLst>
          </p:cNvPr>
          <p:cNvSpPr>
            <a:spLocks noGrp="1"/>
          </p:cNvSpPr>
          <p:nvPr>
            <p:ph type="sldNum" sz="quarter" idx="4"/>
          </p:nvPr>
        </p:nvSpPr>
        <p:spPr>
          <a:prstGeom prst="rect">
            <a:avLst/>
          </a:prstGeom>
        </p:spPr>
        <p:txBody>
          <a:bodyPr lIns="0" tIns="0" rIns="0" bIns="0" anchor="b"/>
          <a:lstStyle>
            <a:lvl1pPr>
              <a:defRPr sz="800" b="1"/>
            </a:lvl1pPr>
          </a:lstStyle>
          <a:p>
            <a:fld id="{82EA1D04-CA53-4DE3-84A8-2B63E41036C9}" type="slidenum">
              <a:rPr lang="de-DE" smtClean="0"/>
              <a:pPr/>
              <a:t>8</a:t>
            </a:fld>
            <a:endParaRPr lang="de-DE"/>
          </a:p>
        </p:txBody>
      </p:sp>
      <p:grpSp>
        <p:nvGrpSpPr>
          <p:cNvPr id="2" name="Group 1">
            <a:extLst>
              <a:ext uri="{FF2B5EF4-FFF2-40B4-BE49-F238E27FC236}">
                <a16:creationId xmlns:a16="http://schemas.microsoft.com/office/drawing/2014/main" id="{30A8FEBB-2880-24E1-2F4E-6469873BBDE5}"/>
              </a:ext>
            </a:extLst>
          </p:cNvPr>
          <p:cNvGrpSpPr/>
          <p:nvPr/>
        </p:nvGrpSpPr>
        <p:grpSpPr>
          <a:xfrm>
            <a:off x="-2716306" y="3150540"/>
            <a:ext cx="2683808" cy="1945899"/>
            <a:chOff x="-2716306" y="0"/>
            <a:chExt cx="2683808" cy="1945899"/>
          </a:xfrm>
          <a:solidFill>
            <a:schemeClr val="accent4"/>
          </a:solidFill>
        </p:grpSpPr>
        <p:sp>
          <p:nvSpPr>
            <p:cNvPr id="5" name="Rectangle 4">
              <a:extLst>
                <a:ext uri="{FF2B5EF4-FFF2-40B4-BE49-F238E27FC236}">
                  <a16:creationId xmlns:a16="http://schemas.microsoft.com/office/drawing/2014/main" id="{B4C5B4CD-5A3C-6C5A-B470-79FFC459A741}"/>
                </a:ext>
              </a:extLst>
            </p:cNvPr>
            <p:cNvSpPr/>
            <p:nvPr/>
          </p:nvSpPr>
          <p:spPr>
            <a:xfrm>
              <a:off x="-2716306" y="0"/>
              <a:ext cx="2339904" cy="194589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t">
              <a:spAutoFit/>
            </a:bodyPr>
            <a:lstStyle/>
            <a:p>
              <a:pPr>
                <a:spcBef>
                  <a:spcPts val="600"/>
                </a:spcBef>
              </a:pPr>
              <a:r>
                <a:rPr lang="en-US" sz="1600" b="1" dirty="0">
                  <a:solidFill>
                    <a:schemeClr val="tx1"/>
                  </a:solidFill>
                </a:rPr>
                <a:t>Grid Structure</a:t>
              </a:r>
            </a:p>
            <a:p>
              <a:pPr>
                <a:spcBef>
                  <a:spcPts val="600"/>
                </a:spcBef>
              </a:pPr>
              <a:r>
                <a:rPr lang="en-US" sz="1200" dirty="0">
                  <a:solidFill>
                    <a:schemeClr val="tx1"/>
                  </a:solidFill>
                </a:rPr>
                <a:t>The grid ensures structure and consistency. Here, the three-column grid creates spacious content areas, sized and spaced for balance. Templates that display the grid system clearly are available from slide 64 onwards in this Master. </a:t>
              </a:r>
            </a:p>
          </p:txBody>
        </p:sp>
        <p:sp>
          <p:nvSpPr>
            <p:cNvPr id="12" name="Triangle 11">
              <a:extLst>
                <a:ext uri="{FF2B5EF4-FFF2-40B4-BE49-F238E27FC236}">
                  <a16:creationId xmlns:a16="http://schemas.microsoft.com/office/drawing/2014/main" id="{1F7D7DE9-7070-C583-5BA8-2CB01549BC9E}"/>
                </a:ext>
              </a:extLst>
            </p:cNvPr>
            <p:cNvSpPr/>
            <p:nvPr/>
          </p:nvSpPr>
          <p:spPr>
            <a:xfrm rot="5400000">
              <a:off x="-403914" y="800997"/>
              <a:ext cx="398928" cy="34390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1651314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descr="Ein Bild, das Flüssigkeit, transparentes Material, Trinkgefäß, Drink enthält.&#10;&#10;Automatisch generierte Beschreibung">
            <a:extLst>
              <a:ext uri="{FF2B5EF4-FFF2-40B4-BE49-F238E27FC236}">
                <a16:creationId xmlns:a16="http://schemas.microsoft.com/office/drawing/2014/main" id="{6349AE3D-AF66-D398-263C-CBBD2D5D3929}"/>
              </a:ext>
            </a:extLst>
          </p:cNvPr>
          <p:cNvPicPr>
            <a:picLocks noChangeAspect="1"/>
          </p:cNvPicPr>
          <p:nvPr/>
        </p:nvPicPr>
        <p:blipFill rotWithShape="1">
          <a:blip r:embed="rId3">
            <a:extLst>
              <a:ext uri="{28A0092B-C50C-407E-A947-70E740481C1C}">
                <a14:useLocalDpi xmlns:a14="http://schemas.microsoft.com/office/drawing/2010/main" val="0"/>
              </a:ext>
            </a:extLst>
          </a:blip>
          <a:srcRect t="16358" r="10017" b="53717"/>
          <a:stretch/>
        </p:blipFill>
        <p:spPr>
          <a:xfrm>
            <a:off x="521586" y="620713"/>
            <a:ext cx="11154477" cy="5580062"/>
          </a:xfrm>
          <a:prstGeom prst="rect">
            <a:avLst/>
          </a:prstGeom>
        </p:spPr>
      </p:pic>
      <p:sp>
        <p:nvSpPr>
          <p:cNvPr id="10" name="Textfeld 9">
            <a:extLst>
              <a:ext uri="{FF2B5EF4-FFF2-40B4-BE49-F238E27FC236}">
                <a16:creationId xmlns:a16="http://schemas.microsoft.com/office/drawing/2014/main" id="{DE8CB62F-39FC-F070-9393-0405CBA6B0D6}"/>
              </a:ext>
            </a:extLst>
          </p:cNvPr>
          <p:cNvSpPr txBox="1"/>
          <p:nvPr/>
        </p:nvSpPr>
        <p:spPr>
          <a:xfrm>
            <a:off x="1035936" y="979885"/>
            <a:ext cx="5059270" cy="1169551"/>
          </a:xfrm>
          <a:prstGeom prst="rect">
            <a:avLst/>
          </a:prstGeom>
          <a:noFill/>
        </p:spPr>
        <p:txBody>
          <a:bodyPr wrap="square" lIns="0" tIns="0" rIns="0" bIns="0" rtlCol="0">
            <a:spAutoFit/>
          </a:bodyPr>
          <a:lstStyle/>
          <a:p>
            <a:pPr>
              <a:lnSpc>
                <a:spcPct val="95000"/>
              </a:lnSpc>
            </a:pPr>
            <a:r>
              <a:rPr lang="en-GB" sz="4000" b="1" noProof="0" dirty="0">
                <a:solidFill>
                  <a:schemeClr val="bg1"/>
                </a:solidFill>
              </a:rPr>
              <a:t>Lorem ipsum</a:t>
            </a:r>
            <a:br>
              <a:rPr lang="en-GB" sz="4000" b="1" noProof="0" dirty="0">
                <a:solidFill>
                  <a:schemeClr val="bg1"/>
                </a:solidFill>
              </a:rPr>
            </a:br>
            <a:r>
              <a:rPr lang="en-GB" sz="4000" b="1" noProof="0" dirty="0" err="1">
                <a:solidFill>
                  <a:schemeClr val="bg1"/>
                </a:solidFill>
              </a:rPr>
              <a:t>dolor</a:t>
            </a:r>
            <a:r>
              <a:rPr lang="en-GB" sz="4000" b="1" noProof="0" dirty="0">
                <a:solidFill>
                  <a:schemeClr val="bg1"/>
                </a:solidFill>
              </a:rPr>
              <a:t> sit </a:t>
            </a:r>
            <a:r>
              <a:rPr lang="en-GB" sz="4000" b="1" noProof="0" dirty="0" err="1">
                <a:solidFill>
                  <a:schemeClr val="bg1"/>
                </a:solidFill>
              </a:rPr>
              <a:t>amet</a:t>
            </a:r>
            <a:r>
              <a:rPr lang="en-GB" sz="4000" b="1" noProof="0" dirty="0">
                <a:solidFill>
                  <a:schemeClr val="bg1"/>
                </a:solidFill>
              </a:rPr>
              <a:t> et</a:t>
            </a:r>
          </a:p>
        </p:txBody>
      </p:sp>
      <p:grpSp>
        <p:nvGrpSpPr>
          <p:cNvPr id="6" name="Group 5">
            <a:extLst>
              <a:ext uri="{FF2B5EF4-FFF2-40B4-BE49-F238E27FC236}">
                <a16:creationId xmlns:a16="http://schemas.microsoft.com/office/drawing/2014/main" id="{95B0E5E4-08D7-2607-0952-36B364FC9A50}"/>
              </a:ext>
            </a:extLst>
          </p:cNvPr>
          <p:cNvGrpSpPr/>
          <p:nvPr/>
        </p:nvGrpSpPr>
        <p:grpSpPr>
          <a:xfrm>
            <a:off x="-2716306" y="3745816"/>
            <a:ext cx="2683808" cy="1022569"/>
            <a:chOff x="-2716306" y="0"/>
            <a:chExt cx="2683808" cy="1022569"/>
          </a:xfrm>
          <a:solidFill>
            <a:schemeClr val="accent4"/>
          </a:solidFill>
        </p:grpSpPr>
        <p:sp>
          <p:nvSpPr>
            <p:cNvPr id="7" name="Rectangle 6">
              <a:extLst>
                <a:ext uri="{FF2B5EF4-FFF2-40B4-BE49-F238E27FC236}">
                  <a16:creationId xmlns:a16="http://schemas.microsoft.com/office/drawing/2014/main" id="{1C739900-A96F-F9D4-3F09-132958107E13}"/>
                </a:ext>
              </a:extLst>
            </p:cNvPr>
            <p:cNvSpPr/>
            <p:nvPr/>
          </p:nvSpPr>
          <p:spPr>
            <a:xfrm>
              <a:off x="-2716306" y="0"/>
              <a:ext cx="2339904" cy="102256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t">
              <a:spAutoFit/>
            </a:bodyPr>
            <a:lstStyle/>
            <a:p>
              <a:pPr>
                <a:spcBef>
                  <a:spcPts val="600"/>
                </a:spcBef>
              </a:pPr>
              <a:r>
                <a:rPr lang="en-US" sz="1600" b="1" dirty="0">
                  <a:solidFill>
                    <a:schemeClr val="tx1"/>
                  </a:solidFill>
                </a:rPr>
                <a:t>Divider Slide</a:t>
              </a:r>
            </a:p>
            <a:p>
              <a:pPr>
                <a:spcBef>
                  <a:spcPts val="600"/>
                </a:spcBef>
              </a:pPr>
              <a:r>
                <a:rPr lang="en-US" sz="1200" dirty="0">
                  <a:solidFill>
                    <a:schemeClr val="tx1"/>
                  </a:solidFill>
                </a:rPr>
                <a:t>Clearly partitioning sections with dividers helps maintain a well-paced presentation.</a:t>
              </a:r>
            </a:p>
          </p:txBody>
        </p:sp>
        <p:sp>
          <p:nvSpPr>
            <p:cNvPr id="8" name="Triangle 7">
              <a:extLst>
                <a:ext uri="{FF2B5EF4-FFF2-40B4-BE49-F238E27FC236}">
                  <a16:creationId xmlns:a16="http://schemas.microsoft.com/office/drawing/2014/main" id="{A71F58D3-DFFD-B1A5-A745-2523A755DBB6}"/>
                </a:ext>
              </a:extLst>
            </p:cNvPr>
            <p:cNvSpPr/>
            <p:nvPr/>
          </p:nvSpPr>
          <p:spPr>
            <a:xfrm rot="5400000">
              <a:off x="-403914" y="339332"/>
              <a:ext cx="398928" cy="34390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4" name="Group 13">
            <a:extLst>
              <a:ext uri="{FF2B5EF4-FFF2-40B4-BE49-F238E27FC236}">
                <a16:creationId xmlns:a16="http://schemas.microsoft.com/office/drawing/2014/main" id="{DB68C09F-9196-CA4D-1A3A-47FAF9113BC1}"/>
              </a:ext>
            </a:extLst>
          </p:cNvPr>
          <p:cNvGrpSpPr/>
          <p:nvPr/>
        </p:nvGrpSpPr>
        <p:grpSpPr>
          <a:xfrm>
            <a:off x="-2716306" y="2188027"/>
            <a:ext cx="2683808" cy="1207235"/>
            <a:chOff x="-2716306" y="0"/>
            <a:chExt cx="2683808" cy="1207235"/>
          </a:xfrm>
          <a:solidFill>
            <a:schemeClr val="accent4"/>
          </a:solidFill>
        </p:grpSpPr>
        <p:sp>
          <p:nvSpPr>
            <p:cNvPr id="15" name="Rectangle 14">
              <a:extLst>
                <a:ext uri="{FF2B5EF4-FFF2-40B4-BE49-F238E27FC236}">
                  <a16:creationId xmlns:a16="http://schemas.microsoft.com/office/drawing/2014/main" id="{BE1CEF76-B992-FD5F-6770-D5C4D23FF84B}"/>
                </a:ext>
              </a:extLst>
            </p:cNvPr>
            <p:cNvSpPr/>
            <p:nvPr/>
          </p:nvSpPr>
          <p:spPr>
            <a:xfrm>
              <a:off x="-2716306" y="0"/>
              <a:ext cx="2339904" cy="1207235"/>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t">
              <a:spAutoFit/>
            </a:bodyPr>
            <a:lstStyle/>
            <a:p>
              <a:pPr>
                <a:spcBef>
                  <a:spcPts val="600"/>
                </a:spcBef>
              </a:pPr>
              <a:r>
                <a:rPr lang="en-US" sz="1600" b="1" dirty="0">
                  <a:solidFill>
                    <a:schemeClr val="tx1"/>
                  </a:solidFill>
                </a:rPr>
                <a:t>Framing Slides</a:t>
              </a:r>
            </a:p>
            <a:p>
              <a:pPr>
                <a:spcBef>
                  <a:spcPts val="600"/>
                </a:spcBef>
              </a:pPr>
              <a:r>
                <a:rPr lang="en-US" sz="1200" dirty="0">
                  <a:solidFill>
                    <a:schemeClr val="tx1"/>
                  </a:solidFill>
                </a:rPr>
                <a:t>Alternatively, a tinted border can be used, especially when the slide does not already include a tint.</a:t>
              </a:r>
            </a:p>
          </p:txBody>
        </p:sp>
        <p:sp>
          <p:nvSpPr>
            <p:cNvPr id="16" name="Triangle 15">
              <a:extLst>
                <a:ext uri="{FF2B5EF4-FFF2-40B4-BE49-F238E27FC236}">
                  <a16:creationId xmlns:a16="http://schemas.microsoft.com/office/drawing/2014/main" id="{857ABFD4-866E-4B10-8738-13D569CF37EB}"/>
                </a:ext>
              </a:extLst>
            </p:cNvPr>
            <p:cNvSpPr/>
            <p:nvPr/>
          </p:nvSpPr>
          <p:spPr>
            <a:xfrm rot="5400000">
              <a:off x="-403914" y="450855"/>
              <a:ext cx="398928" cy="34390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Foliennummernplatzhalter 7">
            <a:extLst>
              <a:ext uri="{FF2B5EF4-FFF2-40B4-BE49-F238E27FC236}">
                <a16:creationId xmlns:a16="http://schemas.microsoft.com/office/drawing/2014/main" id="{CA9623B2-0AA4-A663-6F53-E496CF796570}"/>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9</a:t>
            </a:fld>
            <a:endParaRPr lang="de-DE"/>
          </a:p>
        </p:txBody>
      </p:sp>
    </p:spTree>
    <p:extLst>
      <p:ext uri="{BB962C8B-B14F-4D97-AF65-F5344CB8AC3E}">
        <p14:creationId xmlns:p14="http://schemas.microsoft.com/office/powerpoint/2010/main" val="581571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17D19-7220-5EC1-13E8-5E36B4FE21D8}"/>
            </a:ext>
          </a:extLst>
        </p:cNvPr>
        <p:cNvGrpSpPr/>
        <p:nvPr/>
      </p:nvGrpSpPr>
      <p:grpSpPr>
        <a:xfrm>
          <a:off x="0" y="0"/>
          <a:ext cx="0" cy="0"/>
          <a:chOff x="0" y="0"/>
          <a:chExt cx="0" cy="0"/>
        </a:xfrm>
      </p:grpSpPr>
      <p:sp>
        <p:nvSpPr>
          <p:cNvPr id="24" name="Titel 23">
            <a:extLst>
              <a:ext uri="{FF2B5EF4-FFF2-40B4-BE49-F238E27FC236}">
                <a16:creationId xmlns:a16="http://schemas.microsoft.com/office/drawing/2014/main" id="{CE83EFA9-F93A-4E2D-5EE7-536A14F94415}"/>
              </a:ext>
            </a:extLst>
          </p:cNvPr>
          <p:cNvSpPr>
            <a:spLocks noGrp="1"/>
          </p:cNvSpPr>
          <p:nvPr>
            <p:ph type="title"/>
          </p:nvPr>
        </p:nvSpPr>
        <p:spPr>
          <a:xfrm>
            <a:off x="514801" y="540000"/>
            <a:ext cx="3600000" cy="817200"/>
          </a:xfrm>
        </p:spPr>
        <p:txBody>
          <a:bodyPr/>
          <a:lstStyle/>
          <a:p>
            <a:pPr>
              <a:lnSpc>
                <a:spcPct val="95000"/>
              </a:lnSpc>
            </a:pPr>
            <a:r>
              <a:rPr lang="de-DE" dirty="0" err="1"/>
              <a:t>Lorem</a:t>
            </a:r>
            <a:r>
              <a:rPr lang="de-DE" dirty="0"/>
              <a:t> </a:t>
            </a:r>
            <a:r>
              <a:rPr lang="de-DE" dirty="0" err="1"/>
              <a:t>ipsum</a:t>
            </a:r>
            <a:r>
              <a:rPr lang="de-DE" dirty="0"/>
              <a:t> </a:t>
            </a:r>
            <a:r>
              <a:rPr lang="de-DE" dirty="0" err="1"/>
              <a:t>etu</a:t>
            </a:r>
            <a:r>
              <a:rPr lang="de-DE" dirty="0"/>
              <a:t>  </a:t>
            </a:r>
            <a:r>
              <a:rPr lang="de-DE" dirty="0" err="1"/>
              <a:t>dolor</a:t>
            </a:r>
            <a:r>
              <a:rPr lang="de-DE" dirty="0"/>
              <a:t> </a:t>
            </a:r>
            <a:r>
              <a:rPr lang="de-DE" dirty="0" err="1"/>
              <a:t>sit</a:t>
            </a:r>
            <a:r>
              <a:rPr lang="de-DE" dirty="0"/>
              <a:t> </a:t>
            </a:r>
            <a:r>
              <a:rPr lang="de-DE" dirty="0" err="1"/>
              <a:t>amet</a:t>
            </a:r>
            <a:r>
              <a:rPr lang="de-DE" dirty="0"/>
              <a:t>, </a:t>
            </a:r>
            <a:br>
              <a:rPr lang="de-DE" dirty="0"/>
            </a:br>
            <a:r>
              <a:rPr lang="de-DE" dirty="0"/>
              <a:t>sed </a:t>
            </a:r>
            <a:r>
              <a:rPr lang="de-DE" dirty="0" err="1"/>
              <a:t>diam</a:t>
            </a:r>
            <a:r>
              <a:rPr lang="de-DE" dirty="0"/>
              <a:t> </a:t>
            </a:r>
            <a:r>
              <a:rPr lang="de-DE" dirty="0" err="1"/>
              <a:t>nonumy</a:t>
            </a:r>
            <a:r>
              <a:rPr lang="de-DE" dirty="0"/>
              <a:t> </a:t>
            </a:r>
            <a:r>
              <a:rPr lang="de-DE" dirty="0" err="1"/>
              <a:t>invidunt</a:t>
            </a:r>
            <a:r>
              <a:rPr lang="de-DE" dirty="0"/>
              <a:t> </a:t>
            </a:r>
            <a:r>
              <a:rPr lang="de-DE" dirty="0" err="1"/>
              <a:t>ut</a:t>
            </a:r>
            <a:r>
              <a:rPr lang="de-DE" dirty="0"/>
              <a:t> </a:t>
            </a:r>
            <a:r>
              <a:rPr lang="de-DE" dirty="0" err="1"/>
              <a:t>labore</a:t>
            </a:r>
            <a:endParaRPr lang="de-DE" dirty="0"/>
          </a:p>
        </p:txBody>
      </p:sp>
      <p:sp>
        <p:nvSpPr>
          <p:cNvPr id="4" name="Rechteck 3">
            <a:extLst>
              <a:ext uri="{FF2B5EF4-FFF2-40B4-BE49-F238E27FC236}">
                <a16:creationId xmlns:a16="http://schemas.microsoft.com/office/drawing/2014/main" id="{D3BE9873-C099-0C7B-C4B2-0F7E37126FBD}"/>
              </a:ext>
            </a:extLst>
          </p:cNvPr>
          <p:cNvSpPr/>
          <p:nvPr/>
        </p:nvSpPr>
        <p:spPr>
          <a:xfrm>
            <a:off x="4294186" y="620713"/>
            <a:ext cx="3600452" cy="175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oAutofit/>
          </a:bodyPr>
          <a:lstStyle/>
          <a:p>
            <a:pPr>
              <a:lnSpc>
                <a:spcPct val="110000"/>
              </a:lnSpc>
            </a:pPr>
            <a:r>
              <a:rPr lang="en-GB" sz="2000" b="1" noProof="0" dirty="0">
                <a:solidFill>
                  <a:schemeClr val="accent1"/>
                </a:solidFill>
              </a:rPr>
              <a:t>Lorem ipsum </a:t>
            </a:r>
            <a:r>
              <a:rPr lang="en-GB" sz="2000" b="1" noProof="0" dirty="0" err="1">
                <a:solidFill>
                  <a:schemeClr val="accent1"/>
                </a:solidFill>
              </a:rPr>
              <a:t>dolor</a:t>
            </a:r>
            <a:r>
              <a:rPr lang="en-GB" sz="2000" b="1" noProof="0" dirty="0">
                <a:solidFill>
                  <a:schemeClr val="accent1"/>
                </a:solidFill>
              </a:rPr>
              <a:t> sit</a:t>
            </a:r>
          </a:p>
          <a:p>
            <a:pPr>
              <a:lnSpc>
                <a:spcPct val="110000"/>
              </a:lnSpc>
            </a:pPr>
            <a:r>
              <a:rPr lang="en-GB" sz="3600" b="1" noProof="0" dirty="0">
                <a:solidFill>
                  <a:schemeClr val="accent1"/>
                </a:solidFill>
              </a:rPr>
              <a:t>€1.234 m</a:t>
            </a:r>
          </a:p>
          <a:p>
            <a:pPr>
              <a:lnSpc>
                <a:spcPct val="110000"/>
              </a:lnSpc>
            </a:pPr>
            <a:r>
              <a:rPr lang="en-GB" sz="2000" b="1" noProof="0" dirty="0">
                <a:solidFill>
                  <a:schemeClr val="tx1"/>
                </a:solidFill>
              </a:rPr>
              <a:t>+5 %</a:t>
            </a:r>
          </a:p>
        </p:txBody>
      </p:sp>
      <p:sp>
        <p:nvSpPr>
          <p:cNvPr id="9" name="Rechteck 8">
            <a:extLst>
              <a:ext uri="{FF2B5EF4-FFF2-40B4-BE49-F238E27FC236}">
                <a16:creationId xmlns:a16="http://schemas.microsoft.com/office/drawing/2014/main" id="{BF6FED81-C316-F02E-86CC-FFC1B9AD5E2B}"/>
              </a:ext>
            </a:extLst>
          </p:cNvPr>
          <p:cNvSpPr/>
          <p:nvPr/>
        </p:nvSpPr>
        <p:spPr>
          <a:xfrm>
            <a:off x="4294186" y="2532345"/>
            <a:ext cx="3600452" cy="175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oAutofit/>
          </a:bodyPr>
          <a:lstStyle/>
          <a:p>
            <a:pPr>
              <a:lnSpc>
                <a:spcPct val="110000"/>
              </a:lnSpc>
            </a:pPr>
            <a:r>
              <a:rPr lang="en-GB" sz="2000" b="1" noProof="0" dirty="0">
                <a:solidFill>
                  <a:schemeClr val="accent1"/>
                </a:solidFill>
              </a:rPr>
              <a:t>Lorem ipsum </a:t>
            </a:r>
            <a:r>
              <a:rPr lang="en-GB" sz="2000" b="1" noProof="0" dirty="0" err="1">
                <a:solidFill>
                  <a:schemeClr val="accent1"/>
                </a:solidFill>
              </a:rPr>
              <a:t>dolor</a:t>
            </a:r>
            <a:r>
              <a:rPr lang="en-GB" sz="2000" b="1" noProof="0" dirty="0">
                <a:solidFill>
                  <a:schemeClr val="accent1"/>
                </a:solidFill>
              </a:rPr>
              <a:t> sit</a:t>
            </a:r>
          </a:p>
          <a:p>
            <a:pPr>
              <a:lnSpc>
                <a:spcPct val="110000"/>
              </a:lnSpc>
            </a:pPr>
            <a:r>
              <a:rPr lang="en-GB" sz="3600" b="1" noProof="0" dirty="0">
                <a:solidFill>
                  <a:schemeClr val="accent1"/>
                </a:solidFill>
              </a:rPr>
              <a:t>€123 m</a:t>
            </a:r>
          </a:p>
          <a:p>
            <a:pPr>
              <a:lnSpc>
                <a:spcPct val="110000"/>
              </a:lnSpc>
            </a:pPr>
            <a:r>
              <a:rPr lang="en-GB" sz="2000" b="1" noProof="0" dirty="0">
                <a:solidFill>
                  <a:schemeClr val="tx1"/>
                </a:solidFill>
              </a:rPr>
              <a:t>+5 %</a:t>
            </a:r>
          </a:p>
        </p:txBody>
      </p:sp>
      <p:sp>
        <p:nvSpPr>
          <p:cNvPr id="10" name="Rechteck 9">
            <a:extLst>
              <a:ext uri="{FF2B5EF4-FFF2-40B4-BE49-F238E27FC236}">
                <a16:creationId xmlns:a16="http://schemas.microsoft.com/office/drawing/2014/main" id="{3F1C81D8-C0C3-9A18-D666-90A74F354109}"/>
              </a:ext>
            </a:extLst>
          </p:cNvPr>
          <p:cNvSpPr/>
          <p:nvPr/>
        </p:nvSpPr>
        <p:spPr>
          <a:xfrm>
            <a:off x="4294186" y="4443976"/>
            <a:ext cx="3600452" cy="175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oAutofit/>
          </a:bodyPr>
          <a:lstStyle/>
          <a:p>
            <a:pPr>
              <a:lnSpc>
                <a:spcPct val="110000"/>
              </a:lnSpc>
            </a:pPr>
            <a:r>
              <a:rPr lang="en-GB" sz="2000" b="1" noProof="0" dirty="0">
                <a:solidFill>
                  <a:schemeClr val="accent1"/>
                </a:solidFill>
              </a:rPr>
              <a:t>Lorem ipsum </a:t>
            </a:r>
            <a:r>
              <a:rPr lang="en-GB" sz="2000" b="1" noProof="0" dirty="0" err="1">
                <a:solidFill>
                  <a:schemeClr val="accent1"/>
                </a:solidFill>
              </a:rPr>
              <a:t>dolor</a:t>
            </a:r>
            <a:r>
              <a:rPr lang="en-GB" sz="2000" b="1" noProof="0" dirty="0">
                <a:solidFill>
                  <a:schemeClr val="accent1"/>
                </a:solidFill>
              </a:rPr>
              <a:t> sit</a:t>
            </a:r>
          </a:p>
          <a:p>
            <a:pPr>
              <a:lnSpc>
                <a:spcPct val="110000"/>
              </a:lnSpc>
            </a:pPr>
            <a:r>
              <a:rPr lang="en-GB" sz="3600" b="1" noProof="0" dirty="0">
                <a:solidFill>
                  <a:schemeClr val="accent1"/>
                </a:solidFill>
              </a:rPr>
              <a:t>€1.234 m</a:t>
            </a:r>
          </a:p>
          <a:p>
            <a:pPr>
              <a:lnSpc>
                <a:spcPct val="110000"/>
              </a:lnSpc>
            </a:pPr>
            <a:r>
              <a:rPr lang="en-GB" sz="2000" b="1" noProof="0" dirty="0">
                <a:solidFill>
                  <a:schemeClr val="tx1"/>
                </a:solidFill>
              </a:rPr>
              <a:t>-5 %</a:t>
            </a:r>
          </a:p>
        </p:txBody>
      </p:sp>
      <p:sp>
        <p:nvSpPr>
          <p:cNvPr id="14" name="Rechteck 13">
            <a:extLst>
              <a:ext uri="{FF2B5EF4-FFF2-40B4-BE49-F238E27FC236}">
                <a16:creationId xmlns:a16="http://schemas.microsoft.com/office/drawing/2014/main" id="{26B78CB1-F34A-0C43-8CD7-CDDC59F590BF}"/>
              </a:ext>
            </a:extLst>
          </p:cNvPr>
          <p:cNvSpPr/>
          <p:nvPr/>
        </p:nvSpPr>
        <p:spPr>
          <a:xfrm>
            <a:off x="8074024" y="620713"/>
            <a:ext cx="3600452" cy="175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oAutofit/>
          </a:bodyPr>
          <a:lstStyle/>
          <a:p>
            <a:pPr>
              <a:lnSpc>
                <a:spcPct val="110000"/>
              </a:lnSpc>
            </a:pPr>
            <a:r>
              <a:rPr lang="en-GB" sz="2000" b="1" noProof="0" dirty="0">
                <a:solidFill>
                  <a:schemeClr val="accent1"/>
                </a:solidFill>
              </a:rPr>
              <a:t>Lorem ipsum </a:t>
            </a:r>
            <a:r>
              <a:rPr lang="en-GB" sz="2000" b="1" noProof="0" dirty="0" err="1">
                <a:solidFill>
                  <a:schemeClr val="accent1"/>
                </a:solidFill>
              </a:rPr>
              <a:t>dolor</a:t>
            </a:r>
            <a:r>
              <a:rPr lang="en-GB" sz="2000" b="1" noProof="0" dirty="0">
                <a:solidFill>
                  <a:schemeClr val="accent1"/>
                </a:solidFill>
              </a:rPr>
              <a:t> sit</a:t>
            </a:r>
          </a:p>
          <a:p>
            <a:pPr>
              <a:lnSpc>
                <a:spcPct val="110000"/>
              </a:lnSpc>
            </a:pPr>
            <a:r>
              <a:rPr lang="en-GB" sz="3600" b="1" noProof="0" dirty="0">
                <a:solidFill>
                  <a:schemeClr val="accent1"/>
                </a:solidFill>
              </a:rPr>
              <a:t>€1.234 m</a:t>
            </a:r>
          </a:p>
          <a:p>
            <a:pPr>
              <a:lnSpc>
                <a:spcPct val="110000"/>
              </a:lnSpc>
            </a:pPr>
            <a:r>
              <a:rPr lang="en-GB" sz="2000" b="1" noProof="0" dirty="0">
                <a:solidFill>
                  <a:schemeClr val="tx1"/>
                </a:solidFill>
              </a:rPr>
              <a:t>+5 %</a:t>
            </a:r>
          </a:p>
        </p:txBody>
      </p:sp>
      <p:sp>
        <p:nvSpPr>
          <p:cNvPr id="15" name="Rechteck 14">
            <a:extLst>
              <a:ext uri="{FF2B5EF4-FFF2-40B4-BE49-F238E27FC236}">
                <a16:creationId xmlns:a16="http://schemas.microsoft.com/office/drawing/2014/main" id="{95C5A406-2B66-31A1-42C8-AC5E7EF8DC3A}"/>
              </a:ext>
            </a:extLst>
          </p:cNvPr>
          <p:cNvSpPr/>
          <p:nvPr/>
        </p:nvSpPr>
        <p:spPr>
          <a:xfrm>
            <a:off x="8074024" y="2532345"/>
            <a:ext cx="3600452" cy="175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oAutofit/>
          </a:bodyPr>
          <a:lstStyle/>
          <a:p>
            <a:pPr>
              <a:lnSpc>
                <a:spcPct val="110000"/>
              </a:lnSpc>
            </a:pPr>
            <a:r>
              <a:rPr lang="en-GB" sz="2000" b="1" noProof="0" dirty="0">
                <a:solidFill>
                  <a:schemeClr val="accent1"/>
                </a:solidFill>
              </a:rPr>
              <a:t>Lorem ipsum </a:t>
            </a:r>
            <a:r>
              <a:rPr lang="en-GB" sz="2000" b="1" noProof="0" dirty="0" err="1">
                <a:solidFill>
                  <a:schemeClr val="accent1"/>
                </a:solidFill>
              </a:rPr>
              <a:t>dolor</a:t>
            </a:r>
            <a:r>
              <a:rPr lang="en-GB" sz="2000" b="1" noProof="0" dirty="0">
                <a:solidFill>
                  <a:schemeClr val="accent1"/>
                </a:solidFill>
              </a:rPr>
              <a:t> sit</a:t>
            </a:r>
          </a:p>
          <a:p>
            <a:pPr>
              <a:lnSpc>
                <a:spcPct val="110000"/>
              </a:lnSpc>
            </a:pPr>
            <a:r>
              <a:rPr lang="en-GB" sz="3600" b="1" noProof="0" dirty="0">
                <a:solidFill>
                  <a:schemeClr val="accent1"/>
                </a:solidFill>
              </a:rPr>
              <a:t>€123 m</a:t>
            </a:r>
          </a:p>
          <a:p>
            <a:pPr>
              <a:lnSpc>
                <a:spcPct val="110000"/>
              </a:lnSpc>
            </a:pPr>
            <a:r>
              <a:rPr lang="en-GB" sz="2000" b="1" noProof="0" dirty="0">
                <a:solidFill>
                  <a:schemeClr val="tx1"/>
                </a:solidFill>
              </a:rPr>
              <a:t>+5 %</a:t>
            </a:r>
          </a:p>
        </p:txBody>
      </p:sp>
      <p:sp>
        <p:nvSpPr>
          <p:cNvPr id="16" name="Rechteck 15">
            <a:extLst>
              <a:ext uri="{FF2B5EF4-FFF2-40B4-BE49-F238E27FC236}">
                <a16:creationId xmlns:a16="http://schemas.microsoft.com/office/drawing/2014/main" id="{EF3ED687-F1C2-78D5-BEBA-36C901F33F76}"/>
              </a:ext>
            </a:extLst>
          </p:cNvPr>
          <p:cNvSpPr/>
          <p:nvPr/>
        </p:nvSpPr>
        <p:spPr>
          <a:xfrm>
            <a:off x="8074024" y="4443976"/>
            <a:ext cx="3600452" cy="175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oAutofit/>
          </a:bodyPr>
          <a:lstStyle/>
          <a:p>
            <a:pPr>
              <a:lnSpc>
                <a:spcPct val="110000"/>
              </a:lnSpc>
            </a:pPr>
            <a:r>
              <a:rPr lang="en-GB" sz="2000" b="1" noProof="0" dirty="0">
                <a:solidFill>
                  <a:schemeClr val="accent1"/>
                </a:solidFill>
              </a:rPr>
              <a:t>Lorem ipsum </a:t>
            </a:r>
            <a:r>
              <a:rPr lang="en-GB" sz="2000" b="1" noProof="0" dirty="0" err="1">
                <a:solidFill>
                  <a:schemeClr val="accent1"/>
                </a:solidFill>
              </a:rPr>
              <a:t>dolor</a:t>
            </a:r>
            <a:r>
              <a:rPr lang="en-GB" sz="2000" b="1" noProof="0" dirty="0">
                <a:solidFill>
                  <a:schemeClr val="accent1"/>
                </a:solidFill>
              </a:rPr>
              <a:t> sit</a:t>
            </a:r>
          </a:p>
          <a:p>
            <a:pPr>
              <a:lnSpc>
                <a:spcPct val="110000"/>
              </a:lnSpc>
            </a:pPr>
            <a:r>
              <a:rPr lang="en-GB" sz="3600" b="1" noProof="0" dirty="0">
                <a:solidFill>
                  <a:schemeClr val="accent1"/>
                </a:solidFill>
              </a:rPr>
              <a:t>€1.234 m</a:t>
            </a:r>
          </a:p>
          <a:p>
            <a:pPr>
              <a:lnSpc>
                <a:spcPct val="110000"/>
              </a:lnSpc>
            </a:pPr>
            <a:r>
              <a:rPr lang="en-GB" sz="2000" b="1" noProof="0" dirty="0">
                <a:solidFill>
                  <a:schemeClr val="tx1"/>
                </a:solidFill>
              </a:rPr>
              <a:t>-5 %</a:t>
            </a:r>
          </a:p>
        </p:txBody>
      </p:sp>
      <p:sp>
        <p:nvSpPr>
          <p:cNvPr id="3" name="Gleichschenkliges Dreieck 16">
            <a:extLst>
              <a:ext uri="{FF2B5EF4-FFF2-40B4-BE49-F238E27FC236}">
                <a16:creationId xmlns:a16="http://schemas.microsoft.com/office/drawing/2014/main" id="{C4FD5B96-AFD6-865F-D608-5AF5692F2B55}"/>
              </a:ext>
            </a:extLst>
          </p:cNvPr>
          <p:cNvSpPr/>
          <p:nvPr/>
        </p:nvSpPr>
        <p:spPr>
          <a:xfrm>
            <a:off x="7267073" y="1799655"/>
            <a:ext cx="447257" cy="397858"/>
          </a:xfrm>
          <a:prstGeom prst="triangle">
            <a:avLst>
              <a:gd name="adj" fmla="val 50000"/>
            </a:avLst>
          </a:prstGeom>
          <a:solidFill>
            <a:srgbClr val="65AC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leichschenkliges Dreieck 16">
            <a:extLst>
              <a:ext uri="{FF2B5EF4-FFF2-40B4-BE49-F238E27FC236}">
                <a16:creationId xmlns:a16="http://schemas.microsoft.com/office/drawing/2014/main" id="{547D326F-758B-9DB0-750C-907133A7B49B}"/>
              </a:ext>
            </a:extLst>
          </p:cNvPr>
          <p:cNvSpPr/>
          <p:nvPr/>
        </p:nvSpPr>
        <p:spPr>
          <a:xfrm>
            <a:off x="11044988" y="1799655"/>
            <a:ext cx="447257" cy="397858"/>
          </a:xfrm>
          <a:prstGeom prst="triangle">
            <a:avLst>
              <a:gd name="adj" fmla="val 50000"/>
            </a:avLst>
          </a:prstGeom>
          <a:solidFill>
            <a:srgbClr val="65AC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Gleichschenkliges Dreieck 16">
            <a:extLst>
              <a:ext uri="{FF2B5EF4-FFF2-40B4-BE49-F238E27FC236}">
                <a16:creationId xmlns:a16="http://schemas.microsoft.com/office/drawing/2014/main" id="{8C9095BC-4257-FC92-1A6E-7CBFD9AB3CAC}"/>
              </a:ext>
            </a:extLst>
          </p:cNvPr>
          <p:cNvSpPr/>
          <p:nvPr/>
        </p:nvSpPr>
        <p:spPr>
          <a:xfrm>
            <a:off x="7267073" y="3712676"/>
            <a:ext cx="447257" cy="397858"/>
          </a:xfrm>
          <a:prstGeom prst="triangle">
            <a:avLst>
              <a:gd name="adj" fmla="val 50000"/>
            </a:avLst>
          </a:prstGeom>
          <a:solidFill>
            <a:srgbClr val="65AC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Gleichschenkliges Dreieck 16">
            <a:extLst>
              <a:ext uri="{FF2B5EF4-FFF2-40B4-BE49-F238E27FC236}">
                <a16:creationId xmlns:a16="http://schemas.microsoft.com/office/drawing/2014/main" id="{C9F77446-E41E-9123-4B83-524B742FAB38}"/>
              </a:ext>
            </a:extLst>
          </p:cNvPr>
          <p:cNvSpPr/>
          <p:nvPr/>
        </p:nvSpPr>
        <p:spPr>
          <a:xfrm>
            <a:off x="11044988" y="3712676"/>
            <a:ext cx="447257" cy="397858"/>
          </a:xfrm>
          <a:prstGeom prst="triangle">
            <a:avLst>
              <a:gd name="adj" fmla="val 50000"/>
            </a:avLst>
          </a:prstGeom>
          <a:solidFill>
            <a:srgbClr val="65AC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Gleichschenkliges Dreieck 16">
            <a:extLst>
              <a:ext uri="{FF2B5EF4-FFF2-40B4-BE49-F238E27FC236}">
                <a16:creationId xmlns:a16="http://schemas.microsoft.com/office/drawing/2014/main" id="{1062C562-D2D7-9ED5-90EB-4EB298CC8AB3}"/>
              </a:ext>
            </a:extLst>
          </p:cNvPr>
          <p:cNvSpPr/>
          <p:nvPr/>
        </p:nvSpPr>
        <p:spPr>
          <a:xfrm rot="10800000">
            <a:off x="7267073" y="5646984"/>
            <a:ext cx="447257" cy="397858"/>
          </a:xfrm>
          <a:prstGeom prst="triangle">
            <a:avLst>
              <a:gd name="adj" fmla="val 50000"/>
            </a:avLst>
          </a:prstGeom>
          <a:solidFill>
            <a:srgbClr val="C50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Gleichschenkliges Dreieck 16">
            <a:extLst>
              <a:ext uri="{FF2B5EF4-FFF2-40B4-BE49-F238E27FC236}">
                <a16:creationId xmlns:a16="http://schemas.microsoft.com/office/drawing/2014/main" id="{D32CB2AC-1A4A-90DA-9CDC-0642FE5F337B}"/>
              </a:ext>
            </a:extLst>
          </p:cNvPr>
          <p:cNvSpPr/>
          <p:nvPr/>
        </p:nvSpPr>
        <p:spPr>
          <a:xfrm rot="10800000">
            <a:off x="11044988" y="5646984"/>
            <a:ext cx="447257" cy="397858"/>
          </a:xfrm>
          <a:prstGeom prst="triangle">
            <a:avLst>
              <a:gd name="adj" fmla="val 50000"/>
            </a:avLst>
          </a:prstGeom>
          <a:solidFill>
            <a:srgbClr val="C50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3" name="Group 22">
            <a:extLst>
              <a:ext uri="{FF2B5EF4-FFF2-40B4-BE49-F238E27FC236}">
                <a16:creationId xmlns:a16="http://schemas.microsoft.com/office/drawing/2014/main" id="{42A1EF9E-721C-23B6-A7FB-94CA179D996E}"/>
              </a:ext>
            </a:extLst>
          </p:cNvPr>
          <p:cNvGrpSpPr/>
          <p:nvPr/>
        </p:nvGrpSpPr>
        <p:grpSpPr>
          <a:xfrm>
            <a:off x="-2716306" y="5322376"/>
            <a:ext cx="2683808" cy="1207235"/>
            <a:chOff x="-2716306" y="0"/>
            <a:chExt cx="2683808" cy="1207235"/>
          </a:xfrm>
          <a:solidFill>
            <a:schemeClr val="accent4"/>
          </a:solidFill>
        </p:grpSpPr>
        <p:sp>
          <p:nvSpPr>
            <p:cNvPr id="25" name="Rectangle 24">
              <a:extLst>
                <a:ext uri="{FF2B5EF4-FFF2-40B4-BE49-F238E27FC236}">
                  <a16:creationId xmlns:a16="http://schemas.microsoft.com/office/drawing/2014/main" id="{9E20E65B-8C79-B3A0-14F8-A440200EA208}"/>
                </a:ext>
              </a:extLst>
            </p:cNvPr>
            <p:cNvSpPr/>
            <p:nvPr/>
          </p:nvSpPr>
          <p:spPr>
            <a:xfrm>
              <a:off x="-2716306" y="0"/>
              <a:ext cx="2339904" cy="1207235"/>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t">
              <a:spAutoFit/>
            </a:bodyPr>
            <a:lstStyle/>
            <a:p>
              <a:pPr>
                <a:spcBef>
                  <a:spcPts val="600"/>
                </a:spcBef>
              </a:pPr>
              <a:r>
                <a:rPr lang="en-US" sz="1600" b="1" dirty="0">
                  <a:solidFill>
                    <a:schemeClr val="tx1"/>
                  </a:solidFill>
                </a:rPr>
                <a:t>Helpful Icons</a:t>
              </a:r>
            </a:p>
            <a:p>
              <a:pPr>
                <a:spcBef>
                  <a:spcPts val="600"/>
                </a:spcBef>
              </a:pPr>
              <a:r>
                <a:rPr lang="en-US" sz="1200" dirty="0">
                  <a:solidFill>
                    <a:schemeClr val="tx1"/>
                  </a:solidFill>
                </a:rPr>
                <a:t>Icons can enhance text by conveying information more quickly, while color can add additional meaning.</a:t>
              </a:r>
            </a:p>
          </p:txBody>
        </p:sp>
        <p:sp>
          <p:nvSpPr>
            <p:cNvPr id="26" name="Triangle 25">
              <a:extLst>
                <a:ext uri="{FF2B5EF4-FFF2-40B4-BE49-F238E27FC236}">
                  <a16:creationId xmlns:a16="http://schemas.microsoft.com/office/drawing/2014/main" id="{6A81E333-E256-3B5F-31EA-2F88D1C736A7}"/>
                </a:ext>
              </a:extLst>
            </p:cNvPr>
            <p:cNvSpPr/>
            <p:nvPr/>
          </p:nvSpPr>
          <p:spPr>
            <a:xfrm rot="5400000">
              <a:off x="-403914" y="431665"/>
              <a:ext cx="398928" cy="34390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21" name="Group 20">
            <a:extLst>
              <a:ext uri="{FF2B5EF4-FFF2-40B4-BE49-F238E27FC236}">
                <a16:creationId xmlns:a16="http://schemas.microsoft.com/office/drawing/2014/main" id="{C238B607-2484-95D5-DB4E-D8FDCAB00268}"/>
              </a:ext>
            </a:extLst>
          </p:cNvPr>
          <p:cNvGrpSpPr/>
          <p:nvPr/>
        </p:nvGrpSpPr>
        <p:grpSpPr>
          <a:xfrm>
            <a:off x="-2716306" y="2640716"/>
            <a:ext cx="2683808" cy="1576567"/>
            <a:chOff x="-2716306" y="0"/>
            <a:chExt cx="2683808" cy="1576567"/>
          </a:xfrm>
          <a:solidFill>
            <a:schemeClr val="accent4"/>
          </a:solidFill>
        </p:grpSpPr>
        <p:sp>
          <p:nvSpPr>
            <p:cNvPr id="22" name="Rectangle 21">
              <a:extLst>
                <a:ext uri="{FF2B5EF4-FFF2-40B4-BE49-F238E27FC236}">
                  <a16:creationId xmlns:a16="http://schemas.microsoft.com/office/drawing/2014/main" id="{15D999B7-C4CF-A5D4-C919-38F2BA9E4178}"/>
                </a:ext>
              </a:extLst>
            </p:cNvPr>
            <p:cNvSpPr/>
            <p:nvPr/>
          </p:nvSpPr>
          <p:spPr>
            <a:xfrm>
              <a:off x="-2716306" y="0"/>
              <a:ext cx="2339904" cy="1576567"/>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t">
              <a:spAutoFit/>
            </a:bodyPr>
            <a:lstStyle/>
            <a:p>
              <a:pPr>
                <a:spcBef>
                  <a:spcPts val="600"/>
                </a:spcBef>
              </a:pPr>
              <a:r>
                <a:rPr lang="en-US" sz="1600" b="1" dirty="0">
                  <a:solidFill>
                    <a:schemeClr val="tx1"/>
                  </a:solidFill>
                </a:rPr>
                <a:t>Flexible Grid</a:t>
              </a:r>
            </a:p>
            <a:p>
              <a:pPr>
                <a:spcBef>
                  <a:spcPts val="600"/>
                </a:spcBef>
              </a:pPr>
              <a:r>
                <a:rPr lang="en-US" sz="1200" dirty="0">
                  <a:solidFill>
                    <a:schemeClr val="tx1"/>
                  </a:solidFill>
                </a:rPr>
                <a:t>The grid allows for creative layouts. Instead of always placing the title across the top, try a column grid with a smaller title and stacked infographics to the side.</a:t>
              </a:r>
            </a:p>
          </p:txBody>
        </p:sp>
        <p:sp>
          <p:nvSpPr>
            <p:cNvPr id="27" name="Triangle 26">
              <a:extLst>
                <a:ext uri="{FF2B5EF4-FFF2-40B4-BE49-F238E27FC236}">
                  <a16:creationId xmlns:a16="http://schemas.microsoft.com/office/drawing/2014/main" id="{EEAE3E72-481B-9948-4468-051EFD513CEA}"/>
                </a:ext>
              </a:extLst>
            </p:cNvPr>
            <p:cNvSpPr/>
            <p:nvPr/>
          </p:nvSpPr>
          <p:spPr>
            <a:xfrm rot="5400000">
              <a:off x="-403914" y="616331"/>
              <a:ext cx="398928" cy="34390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Foliennummernplatzhalter 7">
            <a:extLst>
              <a:ext uri="{FF2B5EF4-FFF2-40B4-BE49-F238E27FC236}">
                <a16:creationId xmlns:a16="http://schemas.microsoft.com/office/drawing/2014/main" id="{47E74D7E-2FD6-4A52-2179-BFA824A5B286}"/>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10</a:t>
            </a:fld>
            <a:endParaRPr lang="de-DE"/>
          </a:p>
        </p:txBody>
      </p:sp>
    </p:spTree>
    <p:extLst>
      <p:ext uri="{BB962C8B-B14F-4D97-AF65-F5344CB8AC3E}">
        <p14:creationId xmlns:p14="http://schemas.microsoft.com/office/powerpoint/2010/main" val="9884003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9FED6-32C0-0036-06FF-979D96F1A9E4}"/>
            </a:ext>
          </a:extLst>
        </p:cNvPr>
        <p:cNvGrpSpPr/>
        <p:nvPr/>
      </p:nvGrpSpPr>
      <p:grpSpPr>
        <a:xfrm>
          <a:off x="0" y="0"/>
          <a:ext cx="0" cy="0"/>
          <a:chOff x="0" y="0"/>
          <a:chExt cx="0" cy="0"/>
        </a:xfrm>
      </p:grpSpPr>
      <p:sp>
        <p:nvSpPr>
          <p:cNvPr id="9" name="Titel 8">
            <a:extLst>
              <a:ext uri="{FF2B5EF4-FFF2-40B4-BE49-F238E27FC236}">
                <a16:creationId xmlns:a16="http://schemas.microsoft.com/office/drawing/2014/main" id="{641F391C-0F37-6FD6-E7DA-39DCFB10D18D}"/>
              </a:ext>
            </a:extLst>
          </p:cNvPr>
          <p:cNvSpPr>
            <a:spLocks noGrp="1"/>
          </p:cNvSpPr>
          <p:nvPr>
            <p:ph type="title"/>
          </p:nvPr>
        </p:nvSpPr>
        <p:spPr>
          <a:xfrm>
            <a:off x="514800" y="540000"/>
            <a:ext cx="3598411" cy="817200"/>
          </a:xfrm>
        </p:spPr>
        <p:txBody>
          <a:bodyPr/>
          <a:lstStyle/>
          <a:p>
            <a:r>
              <a:rPr lang="en-GB" noProof="0" dirty="0"/>
              <a:t>Lorem ipsum </a:t>
            </a:r>
            <a:r>
              <a:rPr lang="en-GB" noProof="0" dirty="0" err="1"/>
              <a:t>etu</a:t>
            </a:r>
            <a:r>
              <a:rPr lang="en-GB" noProof="0" dirty="0"/>
              <a:t>  </a:t>
            </a:r>
            <a:br>
              <a:rPr lang="en-GB" noProof="0" dirty="0"/>
            </a:br>
            <a:r>
              <a:rPr lang="en-GB" noProof="0" dirty="0" err="1"/>
              <a:t>dolor</a:t>
            </a:r>
            <a:r>
              <a:rPr lang="en-GB" noProof="0" dirty="0"/>
              <a:t> sit </a:t>
            </a:r>
            <a:r>
              <a:rPr lang="en-GB" noProof="0" dirty="0" err="1"/>
              <a:t>amet</a:t>
            </a:r>
            <a:r>
              <a:rPr lang="en-GB" noProof="0" dirty="0"/>
              <a:t>, </a:t>
            </a:r>
            <a:br>
              <a:rPr lang="en-GB" noProof="0" dirty="0"/>
            </a:br>
            <a:r>
              <a:rPr lang="en-GB" noProof="0" dirty="0" err="1"/>
              <a:t>sed</a:t>
            </a:r>
            <a:r>
              <a:rPr lang="en-GB" noProof="0" dirty="0"/>
              <a:t> </a:t>
            </a:r>
            <a:r>
              <a:rPr lang="en-GB" noProof="0" dirty="0" err="1"/>
              <a:t>diam</a:t>
            </a:r>
            <a:r>
              <a:rPr lang="en-GB" noProof="0" dirty="0"/>
              <a:t> </a:t>
            </a:r>
            <a:r>
              <a:rPr lang="en-GB" noProof="0" dirty="0" err="1"/>
              <a:t>nonumy</a:t>
            </a:r>
            <a:r>
              <a:rPr lang="en-GB" noProof="0" dirty="0"/>
              <a:t> </a:t>
            </a:r>
            <a:br>
              <a:rPr lang="en-GB" noProof="0" dirty="0"/>
            </a:br>
            <a:r>
              <a:rPr lang="en-GB" noProof="0" dirty="0" err="1"/>
              <a:t>invidunt</a:t>
            </a:r>
            <a:r>
              <a:rPr lang="en-GB" noProof="0" dirty="0"/>
              <a:t> </a:t>
            </a:r>
            <a:r>
              <a:rPr lang="en-GB" noProof="0" dirty="0" err="1"/>
              <a:t>ut</a:t>
            </a:r>
            <a:r>
              <a:rPr lang="en-GB" noProof="0" dirty="0"/>
              <a:t> labore</a:t>
            </a:r>
          </a:p>
        </p:txBody>
      </p:sp>
      <p:sp>
        <p:nvSpPr>
          <p:cNvPr id="14" name="Rechteck 13">
            <a:extLst>
              <a:ext uri="{FF2B5EF4-FFF2-40B4-BE49-F238E27FC236}">
                <a16:creationId xmlns:a16="http://schemas.microsoft.com/office/drawing/2014/main" id="{8F9C221A-A7F8-D474-B973-5BF30CC83C78}"/>
              </a:ext>
            </a:extLst>
          </p:cNvPr>
          <p:cNvSpPr/>
          <p:nvPr/>
        </p:nvSpPr>
        <p:spPr>
          <a:xfrm>
            <a:off x="4294186" y="620713"/>
            <a:ext cx="3600452" cy="1756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144000" rIns="144000" bIns="144000" rtlCol="0" anchor="ctr">
            <a:noAutofit/>
          </a:bodyPr>
          <a:lstStyle/>
          <a:p>
            <a:pPr>
              <a:lnSpc>
                <a:spcPct val="110000"/>
              </a:lnSpc>
              <a:spcBef>
                <a:spcPts val="2400"/>
              </a:spcBef>
            </a:pPr>
            <a:r>
              <a:rPr lang="en-GB" sz="2000" b="1" noProof="0" dirty="0">
                <a:solidFill>
                  <a:schemeClr val="tx1"/>
                </a:solidFill>
              </a:rPr>
              <a:t>Lorem ipsum </a:t>
            </a:r>
            <a:r>
              <a:rPr lang="en-GB" sz="2000" b="1" noProof="0" dirty="0" err="1">
                <a:solidFill>
                  <a:schemeClr val="tx1"/>
                </a:solidFill>
              </a:rPr>
              <a:t>dolor</a:t>
            </a:r>
            <a:r>
              <a:rPr lang="en-GB" sz="2000" b="1" noProof="0" dirty="0">
                <a:solidFill>
                  <a:schemeClr val="tx1"/>
                </a:solidFill>
              </a:rPr>
              <a:t> sit</a:t>
            </a:r>
          </a:p>
          <a:p>
            <a:pPr>
              <a:lnSpc>
                <a:spcPct val="110000"/>
              </a:lnSpc>
              <a:spcBef>
                <a:spcPts val="2400"/>
              </a:spcBef>
            </a:pPr>
            <a:r>
              <a:rPr lang="en-GB" sz="3600" b="1" noProof="0" dirty="0">
                <a:solidFill>
                  <a:schemeClr val="tx1"/>
                </a:solidFill>
              </a:rPr>
              <a:t>€1.234 m</a:t>
            </a:r>
          </a:p>
        </p:txBody>
      </p:sp>
      <p:cxnSp>
        <p:nvCxnSpPr>
          <p:cNvPr id="15" name="Gerader Verbinder 14">
            <a:extLst>
              <a:ext uri="{FF2B5EF4-FFF2-40B4-BE49-F238E27FC236}">
                <a16:creationId xmlns:a16="http://schemas.microsoft.com/office/drawing/2014/main" id="{8E6C9F28-CF25-FF53-CCC5-7DBDC2197AEB}"/>
              </a:ext>
            </a:extLst>
          </p:cNvPr>
          <p:cNvCxnSpPr>
            <a:cxnSpLocks/>
          </p:cNvCxnSpPr>
          <p:nvPr/>
        </p:nvCxnSpPr>
        <p:spPr>
          <a:xfrm>
            <a:off x="4295774" y="1410585"/>
            <a:ext cx="5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Rechteck 15">
            <a:extLst>
              <a:ext uri="{FF2B5EF4-FFF2-40B4-BE49-F238E27FC236}">
                <a16:creationId xmlns:a16="http://schemas.microsoft.com/office/drawing/2014/main" id="{0C2FEFCF-67EA-C768-025F-A715EEBA630C}"/>
              </a:ext>
            </a:extLst>
          </p:cNvPr>
          <p:cNvSpPr/>
          <p:nvPr/>
        </p:nvSpPr>
        <p:spPr>
          <a:xfrm>
            <a:off x="6911838" y="1393807"/>
            <a:ext cx="982800" cy="983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noProof="0" dirty="0">
                <a:solidFill>
                  <a:schemeClr val="accent1"/>
                </a:solidFill>
              </a:rPr>
              <a:t>+5%</a:t>
            </a:r>
          </a:p>
        </p:txBody>
      </p:sp>
      <p:sp>
        <p:nvSpPr>
          <p:cNvPr id="19" name="Rechteck 18">
            <a:extLst>
              <a:ext uri="{FF2B5EF4-FFF2-40B4-BE49-F238E27FC236}">
                <a16:creationId xmlns:a16="http://schemas.microsoft.com/office/drawing/2014/main" id="{DD870197-896C-8EB7-9497-162698640762}"/>
              </a:ext>
            </a:extLst>
          </p:cNvPr>
          <p:cNvSpPr/>
          <p:nvPr/>
        </p:nvSpPr>
        <p:spPr>
          <a:xfrm>
            <a:off x="4294186" y="2532344"/>
            <a:ext cx="3600452" cy="1756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144000" rIns="144000" bIns="144000" rtlCol="0" anchor="ctr">
            <a:noAutofit/>
          </a:bodyPr>
          <a:lstStyle/>
          <a:p>
            <a:pPr>
              <a:lnSpc>
                <a:spcPct val="110000"/>
              </a:lnSpc>
              <a:spcBef>
                <a:spcPts val="2400"/>
              </a:spcBef>
            </a:pPr>
            <a:r>
              <a:rPr lang="en-GB" sz="2000" b="1" noProof="0" dirty="0">
                <a:solidFill>
                  <a:schemeClr val="tx1"/>
                </a:solidFill>
              </a:rPr>
              <a:t>Lorem ipsum </a:t>
            </a:r>
            <a:r>
              <a:rPr lang="en-GB" sz="2000" b="1" noProof="0" dirty="0" err="1">
                <a:solidFill>
                  <a:schemeClr val="tx1"/>
                </a:solidFill>
              </a:rPr>
              <a:t>dolor</a:t>
            </a:r>
            <a:r>
              <a:rPr lang="en-GB" sz="2000" b="1" noProof="0" dirty="0">
                <a:solidFill>
                  <a:schemeClr val="tx1"/>
                </a:solidFill>
              </a:rPr>
              <a:t> sit</a:t>
            </a:r>
          </a:p>
          <a:p>
            <a:pPr>
              <a:lnSpc>
                <a:spcPct val="110000"/>
              </a:lnSpc>
              <a:spcBef>
                <a:spcPts val="2400"/>
              </a:spcBef>
            </a:pPr>
            <a:r>
              <a:rPr lang="en-GB" sz="3600" b="1" noProof="0" dirty="0">
                <a:solidFill>
                  <a:schemeClr val="tx1"/>
                </a:solidFill>
              </a:rPr>
              <a:t>€123 m</a:t>
            </a:r>
          </a:p>
        </p:txBody>
      </p:sp>
      <p:cxnSp>
        <p:nvCxnSpPr>
          <p:cNvPr id="20" name="Gerader Verbinder 19">
            <a:extLst>
              <a:ext uri="{FF2B5EF4-FFF2-40B4-BE49-F238E27FC236}">
                <a16:creationId xmlns:a16="http://schemas.microsoft.com/office/drawing/2014/main" id="{82DB6299-CE0E-8B8E-DEB9-32E13CDFD1A3}"/>
              </a:ext>
            </a:extLst>
          </p:cNvPr>
          <p:cNvCxnSpPr>
            <a:cxnSpLocks/>
          </p:cNvCxnSpPr>
          <p:nvPr/>
        </p:nvCxnSpPr>
        <p:spPr>
          <a:xfrm>
            <a:off x="4295774" y="3322216"/>
            <a:ext cx="5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Rechteck 20">
            <a:extLst>
              <a:ext uri="{FF2B5EF4-FFF2-40B4-BE49-F238E27FC236}">
                <a16:creationId xmlns:a16="http://schemas.microsoft.com/office/drawing/2014/main" id="{E362AE5E-8E35-BAE2-D999-06FD2C26FF62}"/>
              </a:ext>
            </a:extLst>
          </p:cNvPr>
          <p:cNvSpPr/>
          <p:nvPr/>
        </p:nvSpPr>
        <p:spPr>
          <a:xfrm>
            <a:off x="6911838" y="3305438"/>
            <a:ext cx="982800" cy="983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noProof="0" dirty="0">
                <a:solidFill>
                  <a:schemeClr val="accent1"/>
                </a:solidFill>
              </a:rPr>
              <a:t>+5%</a:t>
            </a:r>
          </a:p>
        </p:txBody>
      </p:sp>
      <p:sp>
        <p:nvSpPr>
          <p:cNvPr id="23" name="Rechteck 22">
            <a:extLst>
              <a:ext uri="{FF2B5EF4-FFF2-40B4-BE49-F238E27FC236}">
                <a16:creationId xmlns:a16="http://schemas.microsoft.com/office/drawing/2014/main" id="{2BE06244-0C3A-AB5C-071B-BD2CA944A51D}"/>
              </a:ext>
            </a:extLst>
          </p:cNvPr>
          <p:cNvSpPr/>
          <p:nvPr/>
        </p:nvSpPr>
        <p:spPr>
          <a:xfrm>
            <a:off x="4294186" y="4443975"/>
            <a:ext cx="3600452" cy="1756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144000" rIns="144000" bIns="144000" rtlCol="0" anchor="ctr">
            <a:noAutofit/>
          </a:bodyPr>
          <a:lstStyle/>
          <a:p>
            <a:pPr>
              <a:lnSpc>
                <a:spcPct val="110000"/>
              </a:lnSpc>
              <a:spcBef>
                <a:spcPts val="2400"/>
              </a:spcBef>
            </a:pPr>
            <a:r>
              <a:rPr lang="en-GB" sz="2000" b="1" noProof="0" dirty="0">
                <a:solidFill>
                  <a:schemeClr val="tx1"/>
                </a:solidFill>
              </a:rPr>
              <a:t>Lorem ipsum </a:t>
            </a:r>
            <a:r>
              <a:rPr lang="en-GB" sz="2000" b="1" noProof="0" dirty="0" err="1">
                <a:solidFill>
                  <a:schemeClr val="tx1"/>
                </a:solidFill>
              </a:rPr>
              <a:t>dolor</a:t>
            </a:r>
            <a:r>
              <a:rPr lang="en-GB" sz="2000" b="1" noProof="0" dirty="0">
                <a:solidFill>
                  <a:schemeClr val="tx1"/>
                </a:solidFill>
              </a:rPr>
              <a:t> sit</a:t>
            </a:r>
          </a:p>
          <a:p>
            <a:pPr>
              <a:lnSpc>
                <a:spcPct val="110000"/>
              </a:lnSpc>
              <a:spcBef>
                <a:spcPts val="2400"/>
              </a:spcBef>
            </a:pPr>
            <a:r>
              <a:rPr lang="en-GB" sz="3600" b="1" noProof="0" dirty="0">
                <a:solidFill>
                  <a:schemeClr val="tx1"/>
                </a:solidFill>
              </a:rPr>
              <a:t>€1.234 m</a:t>
            </a:r>
          </a:p>
        </p:txBody>
      </p:sp>
      <p:cxnSp>
        <p:nvCxnSpPr>
          <p:cNvPr id="25" name="Gerader Verbinder 24">
            <a:extLst>
              <a:ext uri="{FF2B5EF4-FFF2-40B4-BE49-F238E27FC236}">
                <a16:creationId xmlns:a16="http://schemas.microsoft.com/office/drawing/2014/main" id="{871D9C49-A1D5-7108-EEE1-F7B386742D9B}"/>
              </a:ext>
            </a:extLst>
          </p:cNvPr>
          <p:cNvCxnSpPr>
            <a:cxnSpLocks/>
          </p:cNvCxnSpPr>
          <p:nvPr/>
        </p:nvCxnSpPr>
        <p:spPr>
          <a:xfrm>
            <a:off x="4295774" y="5233847"/>
            <a:ext cx="5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Rechteck 25">
            <a:extLst>
              <a:ext uri="{FF2B5EF4-FFF2-40B4-BE49-F238E27FC236}">
                <a16:creationId xmlns:a16="http://schemas.microsoft.com/office/drawing/2014/main" id="{9C5DABC4-E66F-D3D6-4EB1-B14F12490AA1}"/>
              </a:ext>
            </a:extLst>
          </p:cNvPr>
          <p:cNvSpPr/>
          <p:nvPr/>
        </p:nvSpPr>
        <p:spPr>
          <a:xfrm>
            <a:off x="6911838" y="5217069"/>
            <a:ext cx="982800" cy="983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noProof="0" dirty="0">
                <a:solidFill>
                  <a:schemeClr val="accent1"/>
                </a:solidFill>
              </a:rPr>
              <a:t>-5%</a:t>
            </a:r>
          </a:p>
        </p:txBody>
      </p:sp>
      <p:sp>
        <p:nvSpPr>
          <p:cNvPr id="28" name="Rechteck 27">
            <a:extLst>
              <a:ext uri="{FF2B5EF4-FFF2-40B4-BE49-F238E27FC236}">
                <a16:creationId xmlns:a16="http://schemas.microsoft.com/office/drawing/2014/main" id="{47333E04-B205-9B15-E341-C5D4079D2639}"/>
              </a:ext>
            </a:extLst>
          </p:cNvPr>
          <p:cNvSpPr/>
          <p:nvPr/>
        </p:nvSpPr>
        <p:spPr>
          <a:xfrm>
            <a:off x="8075613" y="620713"/>
            <a:ext cx="3600452" cy="1756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144000" rIns="144000" bIns="144000" rtlCol="0" anchor="ctr">
            <a:noAutofit/>
          </a:bodyPr>
          <a:lstStyle/>
          <a:p>
            <a:pPr>
              <a:lnSpc>
                <a:spcPct val="110000"/>
              </a:lnSpc>
              <a:spcBef>
                <a:spcPts val="2400"/>
              </a:spcBef>
            </a:pPr>
            <a:r>
              <a:rPr lang="en-GB" sz="2000" b="1" noProof="0" dirty="0">
                <a:solidFill>
                  <a:schemeClr val="tx1"/>
                </a:solidFill>
              </a:rPr>
              <a:t>Lorem ipsum </a:t>
            </a:r>
            <a:r>
              <a:rPr lang="en-GB" sz="2000" b="1" noProof="0" dirty="0" err="1">
                <a:solidFill>
                  <a:schemeClr val="tx1"/>
                </a:solidFill>
              </a:rPr>
              <a:t>dolor</a:t>
            </a:r>
            <a:r>
              <a:rPr lang="en-GB" sz="2000" b="1" noProof="0" dirty="0">
                <a:solidFill>
                  <a:schemeClr val="tx1"/>
                </a:solidFill>
              </a:rPr>
              <a:t> sit</a:t>
            </a:r>
          </a:p>
          <a:p>
            <a:pPr>
              <a:lnSpc>
                <a:spcPct val="110000"/>
              </a:lnSpc>
              <a:spcBef>
                <a:spcPts val="2400"/>
              </a:spcBef>
            </a:pPr>
            <a:r>
              <a:rPr lang="en-GB" sz="3600" b="1" noProof="0" dirty="0">
                <a:solidFill>
                  <a:schemeClr val="tx1"/>
                </a:solidFill>
              </a:rPr>
              <a:t>€1.234 m</a:t>
            </a:r>
          </a:p>
        </p:txBody>
      </p:sp>
      <p:cxnSp>
        <p:nvCxnSpPr>
          <p:cNvPr id="29" name="Gerader Verbinder 28">
            <a:extLst>
              <a:ext uri="{FF2B5EF4-FFF2-40B4-BE49-F238E27FC236}">
                <a16:creationId xmlns:a16="http://schemas.microsoft.com/office/drawing/2014/main" id="{F55C4211-DC62-6652-6950-CBAF60BB9AC5}"/>
              </a:ext>
            </a:extLst>
          </p:cNvPr>
          <p:cNvCxnSpPr>
            <a:cxnSpLocks/>
          </p:cNvCxnSpPr>
          <p:nvPr/>
        </p:nvCxnSpPr>
        <p:spPr>
          <a:xfrm>
            <a:off x="8075612" y="1410585"/>
            <a:ext cx="5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Rechteck 29">
            <a:extLst>
              <a:ext uri="{FF2B5EF4-FFF2-40B4-BE49-F238E27FC236}">
                <a16:creationId xmlns:a16="http://schemas.microsoft.com/office/drawing/2014/main" id="{AEE97997-D72D-329F-3707-A4C8D1DA3E17}"/>
              </a:ext>
            </a:extLst>
          </p:cNvPr>
          <p:cNvSpPr/>
          <p:nvPr/>
        </p:nvSpPr>
        <p:spPr>
          <a:xfrm>
            <a:off x="10693265" y="1393807"/>
            <a:ext cx="982800" cy="983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noProof="0" dirty="0">
                <a:solidFill>
                  <a:schemeClr val="accent1"/>
                </a:solidFill>
              </a:rPr>
              <a:t>+5%</a:t>
            </a:r>
          </a:p>
        </p:txBody>
      </p:sp>
      <p:sp>
        <p:nvSpPr>
          <p:cNvPr id="32" name="Rechteck 31">
            <a:extLst>
              <a:ext uri="{FF2B5EF4-FFF2-40B4-BE49-F238E27FC236}">
                <a16:creationId xmlns:a16="http://schemas.microsoft.com/office/drawing/2014/main" id="{445BB293-2C31-7A4A-377A-CF39E00D34FD}"/>
              </a:ext>
            </a:extLst>
          </p:cNvPr>
          <p:cNvSpPr/>
          <p:nvPr/>
        </p:nvSpPr>
        <p:spPr>
          <a:xfrm>
            <a:off x="8075613" y="2532344"/>
            <a:ext cx="3600452" cy="1756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144000" rIns="144000" bIns="144000" rtlCol="0" anchor="ctr">
            <a:noAutofit/>
          </a:bodyPr>
          <a:lstStyle/>
          <a:p>
            <a:pPr>
              <a:lnSpc>
                <a:spcPct val="110000"/>
              </a:lnSpc>
              <a:spcBef>
                <a:spcPts val="2400"/>
              </a:spcBef>
            </a:pPr>
            <a:r>
              <a:rPr lang="en-GB" sz="2000" b="1" noProof="0" dirty="0">
                <a:solidFill>
                  <a:schemeClr val="tx1"/>
                </a:solidFill>
              </a:rPr>
              <a:t>Lorem ipsum </a:t>
            </a:r>
            <a:r>
              <a:rPr lang="en-GB" sz="2000" b="1" noProof="0" dirty="0" err="1">
                <a:solidFill>
                  <a:schemeClr val="tx1"/>
                </a:solidFill>
              </a:rPr>
              <a:t>dolor</a:t>
            </a:r>
            <a:r>
              <a:rPr lang="en-GB" sz="2000" b="1" noProof="0" dirty="0">
                <a:solidFill>
                  <a:schemeClr val="tx1"/>
                </a:solidFill>
              </a:rPr>
              <a:t> sit</a:t>
            </a:r>
          </a:p>
          <a:p>
            <a:pPr>
              <a:lnSpc>
                <a:spcPct val="110000"/>
              </a:lnSpc>
              <a:spcBef>
                <a:spcPts val="2400"/>
              </a:spcBef>
            </a:pPr>
            <a:r>
              <a:rPr lang="en-GB" sz="3600" b="1" noProof="0" dirty="0">
                <a:solidFill>
                  <a:schemeClr val="tx1"/>
                </a:solidFill>
              </a:rPr>
              <a:t>€123 m</a:t>
            </a:r>
          </a:p>
        </p:txBody>
      </p:sp>
      <p:cxnSp>
        <p:nvCxnSpPr>
          <p:cNvPr id="33" name="Gerader Verbinder 32">
            <a:extLst>
              <a:ext uri="{FF2B5EF4-FFF2-40B4-BE49-F238E27FC236}">
                <a16:creationId xmlns:a16="http://schemas.microsoft.com/office/drawing/2014/main" id="{0E3097EF-D00B-1352-4D92-39F0F6144121}"/>
              </a:ext>
            </a:extLst>
          </p:cNvPr>
          <p:cNvCxnSpPr>
            <a:cxnSpLocks/>
          </p:cNvCxnSpPr>
          <p:nvPr/>
        </p:nvCxnSpPr>
        <p:spPr>
          <a:xfrm>
            <a:off x="8079605" y="3322216"/>
            <a:ext cx="5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4" name="Rechteck 33">
            <a:extLst>
              <a:ext uri="{FF2B5EF4-FFF2-40B4-BE49-F238E27FC236}">
                <a16:creationId xmlns:a16="http://schemas.microsoft.com/office/drawing/2014/main" id="{AD68EC97-C079-7C4A-F695-9DB18743ECFB}"/>
              </a:ext>
            </a:extLst>
          </p:cNvPr>
          <p:cNvSpPr/>
          <p:nvPr/>
        </p:nvSpPr>
        <p:spPr>
          <a:xfrm>
            <a:off x="10693265" y="3305438"/>
            <a:ext cx="982800" cy="983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noProof="0" dirty="0">
                <a:solidFill>
                  <a:schemeClr val="accent1"/>
                </a:solidFill>
              </a:rPr>
              <a:t>+5%</a:t>
            </a:r>
          </a:p>
        </p:txBody>
      </p:sp>
      <p:sp>
        <p:nvSpPr>
          <p:cNvPr id="36" name="Rechteck 35">
            <a:extLst>
              <a:ext uri="{FF2B5EF4-FFF2-40B4-BE49-F238E27FC236}">
                <a16:creationId xmlns:a16="http://schemas.microsoft.com/office/drawing/2014/main" id="{17162FCF-B5A1-BC74-9381-78E93FFCA770}"/>
              </a:ext>
            </a:extLst>
          </p:cNvPr>
          <p:cNvSpPr/>
          <p:nvPr/>
        </p:nvSpPr>
        <p:spPr>
          <a:xfrm>
            <a:off x="8075613" y="4443975"/>
            <a:ext cx="3600452" cy="1756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144000" rIns="144000" bIns="144000" rtlCol="0" anchor="ctr">
            <a:noAutofit/>
          </a:bodyPr>
          <a:lstStyle/>
          <a:p>
            <a:pPr>
              <a:lnSpc>
                <a:spcPct val="110000"/>
              </a:lnSpc>
              <a:spcBef>
                <a:spcPts val="2400"/>
              </a:spcBef>
            </a:pPr>
            <a:r>
              <a:rPr lang="en-GB" sz="2000" b="1" noProof="0" dirty="0">
                <a:solidFill>
                  <a:schemeClr val="tx1"/>
                </a:solidFill>
              </a:rPr>
              <a:t>Lorem ipsum </a:t>
            </a:r>
            <a:r>
              <a:rPr lang="en-GB" sz="2000" b="1" noProof="0" dirty="0" err="1">
                <a:solidFill>
                  <a:schemeClr val="tx1"/>
                </a:solidFill>
              </a:rPr>
              <a:t>dolor</a:t>
            </a:r>
            <a:r>
              <a:rPr lang="en-GB" sz="2000" b="1" noProof="0" dirty="0">
                <a:solidFill>
                  <a:schemeClr val="tx1"/>
                </a:solidFill>
              </a:rPr>
              <a:t> sit</a:t>
            </a:r>
          </a:p>
          <a:p>
            <a:pPr>
              <a:lnSpc>
                <a:spcPct val="110000"/>
              </a:lnSpc>
              <a:spcBef>
                <a:spcPts val="2400"/>
              </a:spcBef>
            </a:pPr>
            <a:r>
              <a:rPr lang="en-GB" sz="3600" b="1" noProof="0" dirty="0">
                <a:solidFill>
                  <a:schemeClr val="tx1"/>
                </a:solidFill>
              </a:rPr>
              <a:t>€1.234 m</a:t>
            </a:r>
          </a:p>
        </p:txBody>
      </p:sp>
      <p:cxnSp>
        <p:nvCxnSpPr>
          <p:cNvPr id="37" name="Gerader Verbinder 36">
            <a:extLst>
              <a:ext uri="{FF2B5EF4-FFF2-40B4-BE49-F238E27FC236}">
                <a16:creationId xmlns:a16="http://schemas.microsoft.com/office/drawing/2014/main" id="{F25A2999-DDAD-D7B1-9E1D-87EB404A85EA}"/>
              </a:ext>
            </a:extLst>
          </p:cNvPr>
          <p:cNvCxnSpPr>
            <a:cxnSpLocks/>
          </p:cNvCxnSpPr>
          <p:nvPr/>
        </p:nvCxnSpPr>
        <p:spPr>
          <a:xfrm>
            <a:off x="8075612" y="5233847"/>
            <a:ext cx="5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Rechteck 37">
            <a:extLst>
              <a:ext uri="{FF2B5EF4-FFF2-40B4-BE49-F238E27FC236}">
                <a16:creationId xmlns:a16="http://schemas.microsoft.com/office/drawing/2014/main" id="{D165A541-932D-9F8E-4AD2-E70B9515CDB4}"/>
              </a:ext>
            </a:extLst>
          </p:cNvPr>
          <p:cNvSpPr/>
          <p:nvPr/>
        </p:nvSpPr>
        <p:spPr>
          <a:xfrm>
            <a:off x="10693265" y="5217069"/>
            <a:ext cx="982800" cy="983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noProof="0" dirty="0">
                <a:solidFill>
                  <a:schemeClr val="accent1"/>
                </a:solidFill>
              </a:rPr>
              <a:t>-5%</a:t>
            </a:r>
          </a:p>
        </p:txBody>
      </p:sp>
      <p:grpSp>
        <p:nvGrpSpPr>
          <p:cNvPr id="5" name="Group 7">
            <a:extLst>
              <a:ext uri="{FF2B5EF4-FFF2-40B4-BE49-F238E27FC236}">
                <a16:creationId xmlns:a16="http://schemas.microsoft.com/office/drawing/2014/main" id="{D980A53B-ABF9-995D-AE5C-ED2DBDD5687C}"/>
              </a:ext>
            </a:extLst>
          </p:cNvPr>
          <p:cNvGrpSpPr/>
          <p:nvPr/>
        </p:nvGrpSpPr>
        <p:grpSpPr>
          <a:xfrm>
            <a:off x="-2716306" y="3859409"/>
            <a:ext cx="2683808" cy="1207235"/>
            <a:chOff x="-2716306" y="0"/>
            <a:chExt cx="2683808" cy="1207235"/>
          </a:xfrm>
          <a:solidFill>
            <a:schemeClr val="accent4"/>
          </a:solidFill>
        </p:grpSpPr>
        <p:sp>
          <p:nvSpPr>
            <p:cNvPr id="7" name="Rectangle 12">
              <a:extLst>
                <a:ext uri="{FF2B5EF4-FFF2-40B4-BE49-F238E27FC236}">
                  <a16:creationId xmlns:a16="http://schemas.microsoft.com/office/drawing/2014/main" id="{5FCB9DF3-1234-8869-1343-0A4E17AD48E7}"/>
                </a:ext>
              </a:extLst>
            </p:cNvPr>
            <p:cNvSpPr/>
            <p:nvPr/>
          </p:nvSpPr>
          <p:spPr>
            <a:xfrm>
              <a:off x="-2716306" y="0"/>
              <a:ext cx="2339904" cy="1207235"/>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t">
              <a:spAutoFit/>
            </a:bodyPr>
            <a:lstStyle/>
            <a:p>
              <a:pPr>
                <a:spcBef>
                  <a:spcPts val="600"/>
                </a:spcBef>
              </a:pPr>
              <a:r>
                <a:rPr lang="en-US" sz="1600" b="1" dirty="0">
                  <a:solidFill>
                    <a:schemeClr val="tx1"/>
                  </a:solidFill>
                </a:rPr>
                <a:t>Aligning Text</a:t>
              </a:r>
            </a:p>
            <a:p>
              <a:pPr>
                <a:spcBef>
                  <a:spcPts val="600"/>
                </a:spcBef>
              </a:pPr>
              <a:r>
                <a:rPr lang="en-US" sz="1200" dirty="0">
                  <a:solidFill>
                    <a:schemeClr val="tx1"/>
                  </a:solidFill>
                </a:rPr>
                <a:t>Columns naturally align text, keeping content structured and clear without it all needing to be placed inside a box.</a:t>
              </a:r>
            </a:p>
          </p:txBody>
        </p:sp>
        <p:sp>
          <p:nvSpPr>
            <p:cNvPr id="8" name="Triangle 16">
              <a:extLst>
                <a:ext uri="{FF2B5EF4-FFF2-40B4-BE49-F238E27FC236}">
                  <a16:creationId xmlns:a16="http://schemas.microsoft.com/office/drawing/2014/main" id="{7646E47E-1D51-3E00-F5E0-0043D2F6132F}"/>
                </a:ext>
              </a:extLst>
            </p:cNvPr>
            <p:cNvSpPr/>
            <p:nvPr/>
          </p:nvSpPr>
          <p:spPr>
            <a:xfrm rot="5400000">
              <a:off x="-403914" y="450855"/>
              <a:ext cx="398928" cy="34390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3" name="Group 17">
            <a:extLst>
              <a:ext uri="{FF2B5EF4-FFF2-40B4-BE49-F238E27FC236}">
                <a16:creationId xmlns:a16="http://schemas.microsoft.com/office/drawing/2014/main" id="{369FE7CE-EFF2-271D-3407-5D4E29498B85}"/>
              </a:ext>
            </a:extLst>
          </p:cNvPr>
          <p:cNvGrpSpPr/>
          <p:nvPr/>
        </p:nvGrpSpPr>
        <p:grpSpPr>
          <a:xfrm>
            <a:off x="-2716306" y="1636268"/>
            <a:ext cx="2683808" cy="1838177"/>
            <a:chOff x="-2716306" y="0"/>
            <a:chExt cx="2683808" cy="1838177"/>
          </a:xfrm>
          <a:solidFill>
            <a:schemeClr val="accent4"/>
          </a:solidFill>
        </p:grpSpPr>
        <p:sp>
          <p:nvSpPr>
            <p:cNvPr id="17" name="Rectangle 21">
              <a:extLst>
                <a:ext uri="{FF2B5EF4-FFF2-40B4-BE49-F238E27FC236}">
                  <a16:creationId xmlns:a16="http://schemas.microsoft.com/office/drawing/2014/main" id="{8E1CEB3F-2FF7-F093-4F5F-B99525F56CEF}"/>
                </a:ext>
              </a:extLst>
            </p:cNvPr>
            <p:cNvSpPr/>
            <p:nvPr/>
          </p:nvSpPr>
          <p:spPr>
            <a:xfrm>
              <a:off x="-2716306" y="0"/>
              <a:ext cx="2339904" cy="1838177"/>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t">
              <a:spAutoFit/>
            </a:bodyPr>
            <a:lstStyle/>
            <a:p>
              <a:pPr>
                <a:spcBef>
                  <a:spcPts val="600"/>
                </a:spcBef>
              </a:pPr>
              <a:r>
                <a:rPr lang="en-US" sz="1600" b="1" dirty="0">
                  <a:solidFill>
                    <a:schemeClr val="tx1"/>
                  </a:solidFill>
                </a:rPr>
                <a:t>Text Hierarchy</a:t>
              </a:r>
            </a:p>
            <a:p>
              <a:pPr>
                <a:spcBef>
                  <a:spcPts val="600"/>
                </a:spcBef>
              </a:pPr>
              <a:r>
                <a:rPr lang="en-US" sz="1200" dirty="0">
                  <a:solidFill>
                    <a:schemeClr val="tx1"/>
                  </a:solidFill>
                </a:rPr>
                <a:t>Using different text sizes establishes a clear hierarchy – larger for key points, smaller for details.</a:t>
              </a:r>
            </a:p>
            <a:p>
              <a:pPr>
                <a:spcBef>
                  <a:spcPts val="600"/>
                </a:spcBef>
              </a:pPr>
              <a:r>
                <a:rPr lang="en-US" sz="1200" dirty="0">
                  <a:solidFill>
                    <a:schemeClr val="tx1"/>
                  </a:solidFill>
                </a:rPr>
                <a:t>A thin dash (1.5 cm wide, 2 pt thick) can be used to separate text for additional structure.</a:t>
              </a:r>
            </a:p>
          </p:txBody>
        </p:sp>
        <p:sp>
          <p:nvSpPr>
            <p:cNvPr id="18" name="Triangle 23">
              <a:extLst>
                <a:ext uri="{FF2B5EF4-FFF2-40B4-BE49-F238E27FC236}">
                  <a16:creationId xmlns:a16="http://schemas.microsoft.com/office/drawing/2014/main" id="{4FF9AF98-8275-A578-C3EA-52CF51B18788}"/>
                </a:ext>
              </a:extLst>
            </p:cNvPr>
            <p:cNvSpPr/>
            <p:nvPr/>
          </p:nvSpPr>
          <p:spPr>
            <a:xfrm rot="5400000">
              <a:off x="-403914" y="747136"/>
              <a:ext cx="398928" cy="34390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Foliennummernplatzhalter 7">
            <a:extLst>
              <a:ext uri="{FF2B5EF4-FFF2-40B4-BE49-F238E27FC236}">
                <a16:creationId xmlns:a16="http://schemas.microsoft.com/office/drawing/2014/main" id="{8545BF13-1973-4C55-7E99-E5AFBC6327D7}"/>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11</a:t>
            </a:fld>
            <a:endParaRPr lang="de-DE"/>
          </a:p>
        </p:txBody>
      </p:sp>
    </p:spTree>
    <p:extLst>
      <p:ext uri="{BB962C8B-B14F-4D97-AF65-F5344CB8AC3E}">
        <p14:creationId xmlns:p14="http://schemas.microsoft.com/office/powerpoint/2010/main" val="33071856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2D180-F2EE-1197-B056-6F5354476C03}"/>
            </a:ext>
          </a:extLst>
        </p:cNvPr>
        <p:cNvGrpSpPr/>
        <p:nvPr/>
      </p:nvGrpSpPr>
      <p:grpSpPr>
        <a:xfrm>
          <a:off x="0" y="0"/>
          <a:ext cx="0" cy="0"/>
          <a:chOff x="0" y="0"/>
          <a:chExt cx="0" cy="0"/>
        </a:xfrm>
      </p:grpSpPr>
      <p:sp>
        <p:nvSpPr>
          <p:cNvPr id="10" name="Rechteck 9">
            <a:extLst>
              <a:ext uri="{FF2B5EF4-FFF2-40B4-BE49-F238E27FC236}">
                <a16:creationId xmlns:a16="http://schemas.microsoft.com/office/drawing/2014/main" id="{FBD29CA9-F4FE-C4F4-B56F-461D2F4EFD56}"/>
              </a:ext>
            </a:extLst>
          </p:cNvPr>
          <p:cNvSpPr/>
          <p:nvPr/>
        </p:nvSpPr>
        <p:spPr>
          <a:xfrm>
            <a:off x="4295775" y="-941"/>
            <a:ext cx="7894638" cy="68589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Arial" panose="020B0604020202020204"/>
              <a:cs typeface="Arial"/>
            </a:endParaRPr>
          </a:p>
        </p:txBody>
      </p:sp>
      <p:sp>
        <p:nvSpPr>
          <p:cNvPr id="7" name="Titel 6">
            <a:extLst>
              <a:ext uri="{FF2B5EF4-FFF2-40B4-BE49-F238E27FC236}">
                <a16:creationId xmlns:a16="http://schemas.microsoft.com/office/drawing/2014/main" id="{DBE349A2-7522-909F-FC1D-9A3B8164B59A}"/>
              </a:ext>
            </a:extLst>
          </p:cNvPr>
          <p:cNvSpPr>
            <a:spLocks noGrp="1"/>
          </p:cNvSpPr>
          <p:nvPr>
            <p:ph type="title"/>
          </p:nvPr>
        </p:nvSpPr>
        <p:spPr>
          <a:xfrm>
            <a:off x="514801" y="540000"/>
            <a:ext cx="3600000" cy="817200"/>
          </a:xfrm>
        </p:spPr>
        <p:txBody>
          <a:bodyPr/>
          <a:lstStyle/>
          <a:p>
            <a:pPr>
              <a:lnSpc>
                <a:spcPct val="95000"/>
              </a:lnSpc>
            </a:pPr>
            <a:r>
              <a:rPr lang="de-DE" dirty="0" err="1"/>
              <a:t>Lorem</a:t>
            </a:r>
            <a:r>
              <a:rPr lang="de-DE" dirty="0"/>
              <a:t> </a:t>
            </a:r>
            <a:r>
              <a:rPr lang="de-DE" dirty="0" err="1"/>
              <a:t>ipsum</a:t>
            </a:r>
            <a:r>
              <a:rPr lang="de-DE" dirty="0"/>
              <a:t> </a:t>
            </a:r>
            <a:r>
              <a:rPr lang="de-DE" dirty="0" err="1"/>
              <a:t>dolor</a:t>
            </a:r>
            <a:r>
              <a:rPr lang="de-DE" dirty="0"/>
              <a:t> </a:t>
            </a:r>
            <a:r>
              <a:rPr lang="de-DE" dirty="0" err="1"/>
              <a:t>sit</a:t>
            </a:r>
            <a:r>
              <a:rPr lang="de-DE" dirty="0"/>
              <a:t> </a:t>
            </a:r>
            <a:r>
              <a:rPr lang="de-DE" dirty="0" err="1"/>
              <a:t>amet</a:t>
            </a:r>
            <a:r>
              <a:rPr lang="de-DE" dirty="0"/>
              <a:t>, </a:t>
            </a:r>
            <a:r>
              <a:rPr lang="de-DE" dirty="0" err="1"/>
              <a:t>consetetur</a:t>
            </a:r>
            <a:r>
              <a:rPr lang="de-DE" dirty="0"/>
              <a:t> </a:t>
            </a:r>
            <a:r>
              <a:rPr lang="de-DE" dirty="0" err="1"/>
              <a:t>sadipscing</a:t>
            </a:r>
            <a:r>
              <a:rPr lang="de-DE" dirty="0"/>
              <a:t> </a:t>
            </a:r>
            <a:r>
              <a:rPr lang="de-DE" dirty="0" err="1"/>
              <a:t>elitr</a:t>
            </a:r>
            <a:r>
              <a:rPr lang="de-DE" dirty="0"/>
              <a:t>, </a:t>
            </a:r>
            <a:br>
              <a:rPr lang="de-DE" dirty="0"/>
            </a:br>
            <a:r>
              <a:rPr lang="de-DE" dirty="0"/>
              <a:t>sed </a:t>
            </a:r>
            <a:r>
              <a:rPr lang="de-DE" dirty="0" err="1"/>
              <a:t>diam</a:t>
            </a:r>
            <a:r>
              <a:rPr lang="de-DE" dirty="0"/>
              <a:t> </a:t>
            </a:r>
            <a:r>
              <a:rPr lang="de-DE" dirty="0" err="1"/>
              <a:t>nonumy</a:t>
            </a:r>
            <a:endParaRPr lang="en-US" dirty="0"/>
          </a:p>
        </p:txBody>
      </p:sp>
      <p:sp>
        <p:nvSpPr>
          <p:cNvPr id="9" name="Textplatzhalter 3">
            <a:extLst>
              <a:ext uri="{FF2B5EF4-FFF2-40B4-BE49-F238E27FC236}">
                <a16:creationId xmlns:a16="http://schemas.microsoft.com/office/drawing/2014/main" id="{518E0703-4BD8-9AF8-FA0D-C1698BAB8FFF}"/>
              </a:ext>
            </a:extLst>
          </p:cNvPr>
          <p:cNvSpPr txBox="1">
            <a:spLocks/>
          </p:cNvSpPr>
          <p:nvPr/>
        </p:nvSpPr>
        <p:spPr>
          <a:xfrm>
            <a:off x="514350" y="3058271"/>
            <a:ext cx="3600450" cy="1988750"/>
          </a:xfrm>
          <a:prstGeom prst="rect">
            <a:avLst/>
          </a:prstGeom>
        </p:spPr>
        <p:txBody>
          <a:bodyPr wrap="square" lIns="0" tIns="0" rIns="0" bIns="0">
            <a:spAutoFit/>
          </a:bodyPr>
          <a:lstStyle>
            <a:lvl1pPr marL="342900" marR="0" indent="-342900" algn="l" defTabSz="914400" rtl="0" eaLnBrk="1" fontAlgn="auto" latinLnBrk="0" hangingPunct="1">
              <a:lnSpc>
                <a:spcPct val="110000"/>
              </a:lnSpc>
              <a:spcBef>
                <a:spcPts val="0"/>
              </a:spcBef>
              <a:spcAft>
                <a:spcPts val="0"/>
              </a:spcAft>
              <a:buClr>
                <a:schemeClr val="accent1"/>
              </a:buClr>
              <a:buSzTx/>
              <a:buFont typeface="Wingdings" panose="05000000000000000000" pitchFamily="2" charset="2"/>
              <a:buChar char="n"/>
              <a:tabLst/>
              <a:defRPr sz="2000" b="0" i="0" kern="1200" baseline="0">
                <a:solidFill>
                  <a:schemeClr val="tx1"/>
                </a:solidFill>
                <a:latin typeface="Arial" panose="020B0604020202020204" pitchFamily="34" charset="0"/>
                <a:ea typeface="+mn-ea"/>
                <a:cs typeface="+mn-cs"/>
              </a:defRPr>
            </a:lvl1pPr>
            <a:lvl2pPr marL="719138" marR="0" indent="-361950" algn="l" defTabSz="914400" rtl="0" eaLnBrk="1" fontAlgn="auto" latinLnBrk="0" hangingPunct="1">
              <a:lnSpc>
                <a:spcPct val="110000"/>
              </a:lnSpc>
              <a:spcBef>
                <a:spcPts val="600"/>
              </a:spcBef>
              <a:spcAft>
                <a:spcPts val="0"/>
              </a:spcAft>
              <a:buClr>
                <a:srgbClr val="004A96"/>
              </a:buClr>
              <a:buSzTx/>
              <a:buFont typeface="Wingdings 3" panose="05040102010807070707" pitchFamily="18" charset="2"/>
              <a:buChar char=""/>
              <a:tabLst/>
              <a:defRPr sz="2000" b="0" i="0" kern="1200" baseline="0">
                <a:solidFill>
                  <a:schemeClr val="tx1"/>
                </a:solidFill>
                <a:latin typeface="Arial" panose="020B0604020202020204" pitchFamily="34" charset="0"/>
                <a:ea typeface="+mn-ea"/>
                <a:cs typeface="+mn-cs"/>
              </a:defRPr>
            </a:lvl2pPr>
            <a:lvl3pPr marL="1074738" marR="0" indent="-355600" algn="l" defTabSz="914400" rtl="0" eaLnBrk="1" fontAlgn="auto" latinLnBrk="0" hangingPunct="1">
              <a:lnSpc>
                <a:spcPct val="110000"/>
              </a:lnSpc>
              <a:spcBef>
                <a:spcPts val="300"/>
              </a:spcBef>
              <a:spcAft>
                <a:spcPts val="0"/>
              </a:spcAft>
              <a:buClr>
                <a:srgbClr val="004A96"/>
              </a:buClr>
              <a:buSzTx/>
              <a:buFont typeface="Arial" panose="020B0604020202020204" pitchFamily="34" charset="0"/>
              <a:buChar char="●"/>
              <a:tabLst/>
              <a:defRPr sz="2000" b="0" i="0" kern="1200" baseline="0">
                <a:solidFill>
                  <a:schemeClr val="tx1"/>
                </a:solidFill>
                <a:latin typeface="Arial" panose="020B0604020202020204" pitchFamily="34" charset="0"/>
                <a:ea typeface="+mn-ea"/>
                <a:cs typeface="+mn-cs"/>
              </a:defRPr>
            </a:lvl3pPr>
            <a:lvl4pPr marL="1436688" marR="0" indent="-361950" algn="l" defTabSz="914400" rtl="0" eaLnBrk="1" fontAlgn="auto" latinLnBrk="0" hangingPunct="1">
              <a:lnSpc>
                <a:spcPct val="110000"/>
              </a:lnSpc>
              <a:spcBef>
                <a:spcPts val="0"/>
              </a:spcBef>
              <a:spcAft>
                <a:spcPct val="50000"/>
              </a:spcAft>
              <a:buClr>
                <a:srgbClr val="004A96"/>
              </a:buClr>
              <a:buSzTx/>
              <a:buFont typeface="Arial" panose="020B0604020202020204" pitchFamily="34" charset="0"/>
              <a:buChar char="−"/>
              <a:tabLst/>
              <a:defRPr sz="2000" b="0" i="0" kern="1200" baseline="0">
                <a:solidFill>
                  <a:schemeClr val="tx1"/>
                </a:solidFill>
                <a:latin typeface="Arial" panose="020B0604020202020204" pitchFamily="34" charset="0"/>
                <a:ea typeface="+mn-ea"/>
                <a:cs typeface="+mn-cs"/>
              </a:defRPr>
            </a:lvl4pPr>
            <a:lvl5pPr marL="1623438" indent="-266373" algn="l" defTabSz="914309" rtl="0" eaLnBrk="1" latinLnBrk="0" hangingPunct="1">
              <a:lnSpc>
                <a:spcPct val="95000"/>
              </a:lnSpc>
              <a:spcBef>
                <a:spcPts val="0"/>
              </a:spcBef>
              <a:spcAft>
                <a:spcPts val="0"/>
              </a:spcAft>
              <a:buClr>
                <a:schemeClr val="tx1"/>
              </a:buClr>
              <a:buSzPct val="100000"/>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5pPr>
            <a:lvl6pPr marL="2080592"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6pPr>
            <a:lvl7pPr marL="2537746"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7pPr>
            <a:lvl8pPr marL="2994900"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8pPr>
            <a:lvl9pPr marL="3452055"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9pPr>
          </a:lstStyle>
          <a:p>
            <a:pPr marL="177800" indent="-177800">
              <a:spcBef>
                <a:spcPts val="600"/>
              </a:spcBef>
              <a:buFont typeface="Wingdings" panose="05000000000000000000" pitchFamily="2" charset="2"/>
              <a:buChar char="§"/>
            </a:pPr>
            <a:r>
              <a:rPr lang="de-DE" sz="1600" dirty="0"/>
              <a:t>Lumas </a:t>
            </a:r>
            <a:r>
              <a:rPr lang="de-DE" sz="1600" dirty="0" err="1"/>
              <a:t>sares</a:t>
            </a:r>
            <a:r>
              <a:rPr lang="de-DE" sz="1600" dirty="0"/>
              <a:t> </a:t>
            </a:r>
            <a:r>
              <a:rPr lang="de-DE" sz="1600" dirty="0" err="1"/>
              <a:t>umars</a:t>
            </a:r>
            <a:endParaRPr lang="de-DE" sz="1600" dirty="0"/>
          </a:p>
          <a:p>
            <a:pPr marL="177800" indent="-177800">
              <a:spcBef>
                <a:spcPts val="600"/>
              </a:spcBef>
              <a:buFont typeface="Wingdings" panose="05000000000000000000" pitchFamily="2" charset="2"/>
              <a:buChar char="§"/>
            </a:pPr>
            <a:r>
              <a:rPr lang="de-DE" sz="1600" dirty="0" err="1"/>
              <a:t>Avenius</a:t>
            </a:r>
            <a:r>
              <a:rPr lang="de-DE" sz="1600" dirty="0"/>
              <a:t> </a:t>
            </a:r>
            <a:r>
              <a:rPr lang="de-DE" sz="1600" dirty="0" err="1"/>
              <a:t>lumars</a:t>
            </a:r>
            <a:r>
              <a:rPr lang="de-DE" sz="1600" dirty="0"/>
              <a:t> </a:t>
            </a:r>
            <a:r>
              <a:rPr lang="de-DE" sz="1600" dirty="0" err="1"/>
              <a:t>tusares</a:t>
            </a:r>
            <a:endParaRPr lang="de-DE" sz="1600" dirty="0"/>
          </a:p>
          <a:p>
            <a:pPr marL="177800" indent="-177800">
              <a:spcBef>
                <a:spcPts val="600"/>
              </a:spcBef>
              <a:buFont typeface="Wingdings" panose="05000000000000000000" pitchFamily="2" charset="2"/>
              <a:buChar char="§"/>
            </a:pPr>
            <a:r>
              <a:rPr lang="de-DE" sz="1600" dirty="0"/>
              <a:t>Marens </a:t>
            </a:r>
            <a:r>
              <a:rPr lang="de-DE" sz="1600" dirty="0" err="1"/>
              <a:t>tus</a:t>
            </a:r>
            <a:r>
              <a:rPr lang="de-DE" sz="1600" dirty="0"/>
              <a:t> </a:t>
            </a:r>
            <a:r>
              <a:rPr lang="de-DE" sz="1600" dirty="0" err="1"/>
              <a:t>amoras</a:t>
            </a:r>
            <a:r>
              <a:rPr lang="de-DE" sz="1600" dirty="0"/>
              <a:t> </a:t>
            </a:r>
            <a:r>
              <a:rPr lang="de-DE" sz="1600" dirty="0" err="1"/>
              <a:t>limers</a:t>
            </a:r>
            <a:endParaRPr lang="de-DE" sz="1600" dirty="0"/>
          </a:p>
          <a:p>
            <a:pPr marL="177800" indent="-177800">
              <a:spcBef>
                <a:spcPts val="600"/>
              </a:spcBef>
              <a:buFont typeface="Wingdings" panose="05000000000000000000" pitchFamily="2" charset="2"/>
              <a:buChar char="§"/>
            </a:pPr>
            <a:r>
              <a:rPr lang="de-DE" sz="1600" dirty="0" err="1"/>
              <a:t>Bolstas</a:t>
            </a:r>
            <a:r>
              <a:rPr lang="de-DE" sz="1600" dirty="0"/>
              <a:t> </a:t>
            </a:r>
            <a:r>
              <a:rPr lang="de-DE" sz="1600" dirty="0" err="1"/>
              <a:t>duses</a:t>
            </a:r>
            <a:r>
              <a:rPr lang="de-DE" sz="1600" dirty="0"/>
              <a:t> </a:t>
            </a:r>
            <a:r>
              <a:rPr lang="de-DE" sz="1600" dirty="0" err="1"/>
              <a:t>amores</a:t>
            </a:r>
            <a:endParaRPr lang="de-DE" sz="1600" dirty="0"/>
          </a:p>
          <a:p>
            <a:pPr marL="177800" indent="-177800">
              <a:spcBef>
                <a:spcPts val="600"/>
              </a:spcBef>
              <a:buFont typeface="Wingdings" panose="05000000000000000000" pitchFamily="2" charset="2"/>
              <a:buChar char="§"/>
            </a:pPr>
            <a:r>
              <a:rPr lang="de-DE" sz="1600" dirty="0"/>
              <a:t>Lumas </a:t>
            </a:r>
            <a:r>
              <a:rPr lang="de-DE" sz="1600" dirty="0" err="1"/>
              <a:t>sares</a:t>
            </a:r>
            <a:r>
              <a:rPr lang="de-DE" sz="1600" dirty="0"/>
              <a:t> </a:t>
            </a:r>
            <a:r>
              <a:rPr lang="de-DE" sz="1600" dirty="0" err="1"/>
              <a:t>umars</a:t>
            </a:r>
            <a:endParaRPr lang="de-DE" sz="1600" dirty="0"/>
          </a:p>
          <a:p>
            <a:pPr marL="177800" indent="-177800">
              <a:spcBef>
                <a:spcPts val="600"/>
              </a:spcBef>
              <a:buFont typeface="Wingdings" panose="05000000000000000000" pitchFamily="2" charset="2"/>
              <a:buChar char="§"/>
            </a:pPr>
            <a:r>
              <a:rPr lang="de-DE" sz="1600" dirty="0" err="1"/>
              <a:t>Avenius</a:t>
            </a:r>
            <a:r>
              <a:rPr lang="de-DE" sz="1600" dirty="0"/>
              <a:t> </a:t>
            </a:r>
            <a:r>
              <a:rPr lang="de-DE" sz="1600" dirty="0" err="1"/>
              <a:t>lumars</a:t>
            </a:r>
            <a:r>
              <a:rPr lang="de-DE" sz="1600" dirty="0"/>
              <a:t> </a:t>
            </a:r>
            <a:r>
              <a:rPr lang="de-DE" sz="1600" dirty="0" err="1"/>
              <a:t>tusares</a:t>
            </a:r>
            <a:endParaRPr lang="de-DE" sz="1600" dirty="0"/>
          </a:p>
        </p:txBody>
      </p:sp>
      <p:cxnSp>
        <p:nvCxnSpPr>
          <p:cNvPr id="11" name="Gerader Verbinder 10">
            <a:extLst>
              <a:ext uri="{FF2B5EF4-FFF2-40B4-BE49-F238E27FC236}">
                <a16:creationId xmlns:a16="http://schemas.microsoft.com/office/drawing/2014/main" id="{37B7B896-56DD-AEA4-BC89-5E1E9EE3B44E}"/>
              </a:ext>
            </a:extLst>
          </p:cNvPr>
          <p:cNvCxnSpPr>
            <a:cxnSpLocks/>
          </p:cNvCxnSpPr>
          <p:nvPr/>
        </p:nvCxnSpPr>
        <p:spPr>
          <a:xfrm>
            <a:off x="514348" y="2803251"/>
            <a:ext cx="5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15" name="Tabelle 14">
            <a:extLst>
              <a:ext uri="{FF2B5EF4-FFF2-40B4-BE49-F238E27FC236}">
                <a16:creationId xmlns:a16="http://schemas.microsoft.com/office/drawing/2014/main" id="{A9A21B4D-4A24-CEDD-DE12-62D9DA6B55B3}"/>
              </a:ext>
            </a:extLst>
          </p:cNvPr>
          <p:cNvGraphicFramePr>
            <a:graphicFrameLocks noGrp="1"/>
          </p:cNvGraphicFramePr>
          <p:nvPr/>
        </p:nvGraphicFramePr>
        <p:xfrm>
          <a:off x="4810123" y="1177732"/>
          <a:ext cx="6865942" cy="1251840"/>
        </p:xfrm>
        <a:graphic>
          <a:graphicData uri="http://schemas.openxmlformats.org/drawingml/2006/table">
            <a:tbl>
              <a:tblPr firstRow="1" bandRow="1">
                <a:tableStyleId>{5C22544A-7EE6-4342-B048-85BDC9FD1C3A}</a:tableStyleId>
              </a:tblPr>
              <a:tblGrid>
                <a:gridCol w="2264682">
                  <a:extLst>
                    <a:ext uri="{9D8B030D-6E8A-4147-A177-3AD203B41FA5}">
                      <a16:colId xmlns:a16="http://schemas.microsoft.com/office/drawing/2014/main" val="1828512030"/>
                    </a:ext>
                  </a:extLst>
                </a:gridCol>
                <a:gridCol w="1150315">
                  <a:extLst>
                    <a:ext uri="{9D8B030D-6E8A-4147-A177-3AD203B41FA5}">
                      <a16:colId xmlns:a16="http://schemas.microsoft.com/office/drawing/2014/main" val="3775910725"/>
                    </a:ext>
                  </a:extLst>
                </a:gridCol>
                <a:gridCol w="1150315">
                  <a:extLst>
                    <a:ext uri="{9D8B030D-6E8A-4147-A177-3AD203B41FA5}">
                      <a16:colId xmlns:a16="http://schemas.microsoft.com/office/drawing/2014/main" val="3562086092"/>
                    </a:ext>
                  </a:extLst>
                </a:gridCol>
                <a:gridCol w="1150315">
                  <a:extLst>
                    <a:ext uri="{9D8B030D-6E8A-4147-A177-3AD203B41FA5}">
                      <a16:colId xmlns:a16="http://schemas.microsoft.com/office/drawing/2014/main" val="3704797128"/>
                    </a:ext>
                  </a:extLst>
                </a:gridCol>
                <a:gridCol w="1150315">
                  <a:extLst>
                    <a:ext uri="{9D8B030D-6E8A-4147-A177-3AD203B41FA5}">
                      <a16:colId xmlns:a16="http://schemas.microsoft.com/office/drawing/2014/main" val="2283567199"/>
                    </a:ext>
                  </a:extLst>
                </a:gridCol>
              </a:tblGrid>
              <a:tr h="432000">
                <a:tc>
                  <a:txBody>
                    <a:bodyPr/>
                    <a:lstStyle/>
                    <a:p>
                      <a:r>
                        <a:rPr lang="de-DE" sz="1600">
                          <a:solidFill>
                            <a:schemeClr val="tx1"/>
                          </a:solidFill>
                        </a:rPr>
                        <a:t>Q3 2024 vs. Q3 2023</a:t>
                      </a:r>
                      <a:endParaRPr lang="en-US" sz="1600">
                        <a:solidFill>
                          <a:schemeClr val="tx1"/>
                        </a:solidFill>
                      </a:endParaRPr>
                    </a:p>
                  </a:txBody>
                  <a:tcPr marL="72000" marR="72000" marT="72000" marB="7200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5"/>
                    </a:solidFill>
                  </a:tcPr>
                </a:tc>
                <a:tc>
                  <a:txBody>
                    <a:bodyPr/>
                    <a:lstStyle/>
                    <a:p>
                      <a:r>
                        <a:rPr lang="de-DE" sz="1600" err="1">
                          <a:solidFill>
                            <a:schemeClr val="tx1"/>
                          </a:solidFill>
                        </a:rPr>
                        <a:t>Volumes</a:t>
                      </a:r>
                      <a:endParaRPr lang="en-US" sz="1600">
                        <a:solidFill>
                          <a:schemeClr val="tx1"/>
                        </a:solidFill>
                      </a:endParaRPr>
                    </a:p>
                  </a:txBody>
                  <a:tcPr marL="72000" marR="72000" marT="72000" marB="7200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5"/>
                    </a:solidFill>
                  </a:tcPr>
                </a:tc>
                <a:tc>
                  <a:txBody>
                    <a:bodyPr/>
                    <a:lstStyle/>
                    <a:p>
                      <a:r>
                        <a:rPr lang="de-DE" sz="1600">
                          <a:solidFill>
                            <a:schemeClr val="tx1"/>
                          </a:solidFill>
                        </a:rPr>
                        <a:t>Prices</a:t>
                      </a:r>
                      <a:endParaRPr lang="en-US" sz="1600">
                        <a:solidFill>
                          <a:schemeClr val="tx1"/>
                        </a:solidFill>
                      </a:endParaRPr>
                    </a:p>
                  </a:txBody>
                  <a:tcPr marL="72000" marR="72000" marT="72000" marB="7200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5"/>
                    </a:solidFill>
                  </a:tcPr>
                </a:tc>
                <a:tc>
                  <a:txBody>
                    <a:bodyPr/>
                    <a:lstStyle/>
                    <a:p>
                      <a:r>
                        <a:rPr lang="de-DE" sz="1600">
                          <a:solidFill>
                            <a:schemeClr val="tx1"/>
                          </a:solidFill>
                        </a:rPr>
                        <a:t>Currency</a:t>
                      </a:r>
                      <a:endParaRPr lang="en-US" sz="1600">
                        <a:solidFill>
                          <a:schemeClr val="tx1"/>
                        </a:solidFill>
                      </a:endParaRPr>
                    </a:p>
                  </a:txBody>
                  <a:tcPr marL="72000" marR="72000" marT="72000" marB="7200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5"/>
                    </a:solidFill>
                  </a:tcPr>
                </a:tc>
                <a:tc>
                  <a:txBody>
                    <a:bodyPr/>
                    <a:lstStyle/>
                    <a:p>
                      <a:r>
                        <a:rPr lang="de-DE" sz="1600">
                          <a:solidFill>
                            <a:schemeClr val="tx1"/>
                          </a:solidFill>
                        </a:rPr>
                        <a:t>Portfolio</a:t>
                      </a:r>
                      <a:endParaRPr lang="en-US" sz="1600">
                        <a:solidFill>
                          <a:schemeClr val="tx1"/>
                        </a:solidFill>
                      </a:endParaRPr>
                    </a:p>
                  </a:txBody>
                  <a:tcPr marL="72000" marR="72000" marT="72000" marB="7200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91874804"/>
                  </a:ext>
                </a:extLst>
              </a:tr>
              <a:tr h="432000">
                <a:tc>
                  <a:txBody>
                    <a:bodyPr/>
                    <a:lstStyle/>
                    <a:p>
                      <a:r>
                        <a:rPr lang="de-DE" sz="1600">
                          <a:solidFill>
                            <a:schemeClr val="tx1"/>
                          </a:solidFill>
                          <a:latin typeface="+mj-lt"/>
                        </a:rPr>
                        <a:t>BASF Group adjusted</a:t>
                      </a:r>
                      <a:r>
                        <a:rPr lang="de-DE" sz="1600" baseline="30000">
                          <a:solidFill>
                            <a:schemeClr val="tx1"/>
                          </a:solidFill>
                          <a:latin typeface="+mj-lt"/>
                        </a:rPr>
                        <a:t>1</a:t>
                      </a:r>
                      <a:endParaRPr lang="en-US" sz="1600" baseline="30000">
                        <a:solidFill>
                          <a:schemeClr val="tx1"/>
                        </a:solidFill>
                        <a:latin typeface="+mj-lt"/>
                      </a:endParaRPr>
                    </a:p>
                  </a:txBody>
                  <a:tcPr marL="72000" marR="72000" marT="72000" marB="7200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5"/>
                    </a:solidFill>
                  </a:tcPr>
                </a:tc>
                <a:tc>
                  <a:txBody>
                    <a:bodyPr/>
                    <a:lstStyle/>
                    <a:p>
                      <a:r>
                        <a:rPr lang="en-US" sz="1600" dirty="0">
                          <a:solidFill>
                            <a:srgbClr val="65AC1E"/>
                          </a:solidFill>
                          <a:latin typeface="+mj-lt"/>
                          <a:cs typeface="Arial" panose="020B0604020202020204" pitchFamily="34" charset="0"/>
                        </a:rPr>
                        <a:t>▲</a:t>
                      </a:r>
                      <a:r>
                        <a:rPr lang="en-US" sz="1600" dirty="0">
                          <a:solidFill>
                            <a:schemeClr val="tx1"/>
                          </a:solidFill>
                          <a:latin typeface="+mj-lt"/>
                          <a:cs typeface="Arial" panose="020B0604020202020204" pitchFamily="34" charset="0"/>
                        </a:rPr>
                        <a:t> 6.8</a:t>
                      </a:r>
                      <a:r>
                        <a:rPr lang="en-US" sz="800" dirty="0">
                          <a:solidFill>
                            <a:schemeClr val="tx1"/>
                          </a:solidFill>
                          <a:latin typeface="+mj-lt"/>
                          <a:cs typeface="Arial" panose="020B0604020202020204" pitchFamily="34" charset="0"/>
                        </a:rPr>
                        <a:t> </a:t>
                      </a:r>
                      <a:r>
                        <a:rPr lang="en-US" sz="1600" dirty="0">
                          <a:solidFill>
                            <a:schemeClr val="tx1"/>
                          </a:solidFill>
                          <a:latin typeface="+mj-lt"/>
                          <a:cs typeface="Arial" panose="020B0604020202020204" pitchFamily="34" charset="0"/>
                        </a:rPr>
                        <a:t>%</a:t>
                      </a:r>
                      <a:endParaRPr lang="en-US" sz="1600" dirty="0">
                        <a:solidFill>
                          <a:schemeClr val="tx1"/>
                        </a:solidFill>
                        <a:latin typeface="+mj-lt"/>
                      </a:endParaRPr>
                    </a:p>
                  </a:txBody>
                  <a:tcPr marL="72000" marR="72000" marT="72000" marB="7200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5"/>
                    </a:solidFill>
                  </a:tcPr>
                </a:tc>
                <a:tc>
                  <a:txBody>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n-US" sz="1600" kern="1200">
                          <a:solidFill>
                            <a:srgbClr val="65AC1E"/>
                          </a:solidFill>
                          <a:latin typeface="+mn-lt"/>
                          <a:ea typeface="+mn-ea"/>
                          <a:cs typeface="Arial" panose="020B0604020202020204" pitchFamily="34" charset="0"/>
                        </a:rPr>
                        <a:t>▲</a:t>
                      </a:r>
                      <a:r>
                        <a:rPr lang="en-US" sz="1600">
                          <a:solidFill>
                            <a:schemeClr val="tx1"/>
                          </a:solidFill>
                          <a:latin typeface="+mj-lt"/>
                          <a:cs typeface="Arial" panose="020B0604020202020204" pitchFamily="34" charset="0"/>
                        </a:rPr>
                        <a:t> 0.4</a:t>
                      </a:r>
                      <a:r>
                        <a:rPr lang="en-US" sz="800">
                          <a:solidFill>
                            <a:schemeClr val="tx1"/>
                          </a:solidFill>
                          <a:latin typeface="+mj-lt"/>
                          <a:cs typeface="Arial" panose="020B0604020202020204" pitchFamily="34" charset="0"/>
                        </a:rPr>
                        <a:t> </a:t>
                      </a:r>
                      <a:r>
                        <a:rPr lang="en-US" sz="1600">
                          <a:solidFill>
                            <a:schemeClr val="tx1"/>
                          </a:solidFill>
                          <a:latin typeface="+mj-lt"/>
                          <a:cs typeface="Arial" panose="020B0604020202020204" pitchFamily="34" charset="0"/>
                        </a:rPr>
                        <a:t>%</a:t>
                      </a:r>
                      <a:endParaRPr lang="en-US" sz="1600">
                        <a:solidFill>
                          <a:schemeClr val="tx1"/>
                        </a:solidFill>
                        <a:latin typeface="+mj-lt"/>
                      </a:endParaRPr>
                    </a:p>
                  </a:txBody>
                  <a:tcPr marL="72000" marR="72000" marT="72000" marB="7200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5"/>
                    </a:solidFill>
                  </a:tcPr>
                </a:tc>
                <a:tc>
                  <a:txBody>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n-US" sz="1600">
                          <a:solidFill>
                            <a:srgbClr val="C50022"/>
                          </a:solidFill>
                          <a:latin typeface="Arial" panose="020B0604020202020204" pitchFamily="34" charset="0"/>
                          <a:cs typeface="Arial" panose="020B0604020202020204" pitchFamily="34" charset="0"/>
                        </a:rPr>
                        <a:t>▼</a:t>
                      </a:r>
                      <a:r>
                        <a:rPr lang="en-US" sz="1600">
                          <a:solidFill>
                            <a:schemeClr val="tx1"/>
                          </a:solidFill>
                          <a:latin typeface="+mj-lt"/>
                          <a:cs typeface="Arial" panose="020B0604020202020204" pitchFamily="34" charset="0"/>
                        </a:rPr>
                        <a:t> -2.9</a:t>
                      </a:r>
                      <a:r>
                        <a:rPr lang="en-US" sz="800">
                          <a:solidFill>
                            <a:schemeClr val="tx1"/>
                          </a:solidFill>
                          <a:latin typeface="+mj-lt"/>
                          <a:cs typeface="Arial" panose="020B0604020202020204" pitchFamily="34" charset="0"/>
                        </a:rPr>
                        <a:t> </a:t>
                      </a:r>
                      <a:r>
                        <a:rPr lang="en-US" sz="1600">
                          <a:solidFill>
                            <a:schemeClr val="tx1"/>
                          </a:solidFill>
                          <a:latin typeface="+mj-lt"/>
                          <a:cs typeface="Arial" panose="020B0604020202020204" pitchFamily="34" charset="0"/>
                        </a:rPr>
                        <a:t>%</a:t>
                      </a:r>
                      <a:endParaRPr lang="en-US" sz="1600">
                        <a:solidFill>
                          <a:schemeClr val="tx1"/>
                        </a:solidFill>
                        <a:latin typeface="+mj-lt"/>
                      </a:endParaRPr>
                    </a:p>
                  </a:txBody>
                  <a:tcPr marL="72000" marR="72000" marT="72000" marB="7200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5"/>
                    </a:solidFill>
                  </a:tcPr>
                </a:tc>
                <a:tc>
                  <a:txBody>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n-US" sz="1600">
                          <a:solidFill>
                            <a:srgbClr val="C50022"/>
                          </a:solidFill>
                          <a:latin typeface="Arial" panose="020B0604020202020204" pitchFamily="34" charset="0"/>
                          <a:cs typeface="Arial" panose="020B0604020202020204" pitchFamily="34" charset="0"/>
                        </a:rPr>
                        <a:t>▼</a:t>
                      </a:r>
                      <a:r>
                        <a:rPr lang="en-US" sz="1600">
                          <a:solidFill>
                            <a:schemeClr val="tx1"/>
                          </a:solidFill>
                          <a:latin typeface="+mj-lt"/>
                          <a:cs typeface="Arial" panose="020B0604020202020204" pitchFamily="34" charset="0"/>
                        </a:rPr>
                        <a:t> -0.1</a:t>
                      </a:r>
                      <a:r>
                        <a:rPr lang="en-US" sz="800">
                          <a:solidFill>
                            <a:schemeClr val="tx1"/>
                          </a:solidFill>
                          <a:latin typeface="+mj-lt"/>
                          <a:cs typeface="Arial" panose="020B0604020202020204" pitchFamily="34" charset="0"/>
                        </a:rPr>
                        <a:t> </a:t>
                      </a:r>
                      <a:r>
                        <a:rPr lang="en-US" sz="1600">
                          <a:solidFill>
                            <a:schemeClr val="tx1"/>
                          </a:solidFill>
                          <a:latin typeface="+mj-lt"/>
                          <a:cs typeface="Arial" panose="020B0604020202020204" pitchFamily="34" charset="0"/>
                        </a:rPr>
                        <a:t>%</a:t>
                      </a:r>
                      <a:endParaRPr lang="en-US" sz="1600">
                        <a:solidFill>
                          <a:schemeClr val="tx1"/>
                        </a:solidFill>
                        <a:latin typeface="+mj-lt"/>
                      </a:endParaRPr>
                    </a:p>
                  </a:txBody>
                  <a:tcPr marL="72000" marR="72000" marT="72000" marB="7200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615572374"/>
                  </a:ext>
                </a:extLst>
              </a:tr>
              <a:tr h="370840">
                <a:tc>
                  <a:txBody>
                    <a:bodyPr/>
                    <a:lstStyle/>
                    <a:p>
                      <a:r>
                        <a:rPr lang="de-DE" sz="1600">
                          <a:solidFill>
                            <a:schemeClr val="tx1"/>
                          </a:solidFill>
                        </a:rPr>
                        <a:t>BASF Group IFRS</a:t>
                      </a:r>
                      <a:r>
                        <a:rPr lang="de-DE" sz="1600" baseline="30000">
                          <a:solidFill>
                            <a:schemeClr val="tx1"/>
                          </a:solidFill>
                        </a:rPr>
                        <a:t>1</a:t>
                      </a:r>
                      <a:r>
                        <a:rPr lang="de-DE" sz="1600">
                          <a:solidFill>
                            <a:schemeClr val="tx1"/>
                          </a:solidFill>
                        </a:rPr>
                        <a:t> </a:t>
                      </a:r>
                      <a:endParaRPr lang="en-US" sz="1600">
                        <a:solidFill>
                          <a:schemeClr val="tx1"/>
                        </a:solidFill>
                      </a:endParaRPr>
                    </a:p>
                  </a:txBody>
                  <a:tcPr marL="72000" marR="72000" marT="72000" marB="720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solidFill>
                  </a:tcPr>
                </a:tc>
                <a:tc>
                  <a:txBody>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n-US" sz="1600">
                          <a:solidFill>
                            <a:srgbClr val="C50022"/>
                          </a:solidFill>
                          <a:latin typeface="Arial" panose="020B0604020202020204" pitchFamily="34" charset="0"/>
                          <a:cs typeface="Arial" panose="020B0604020202020204" pitchFamily="34" charset="0"/>
                        </a:rPr>
                        <a:t>▼</a:t>
                      </a:r>
                      <a:r>
                        <a:rPr lang="en-US" sz="1600">
                          <a:solidFill>
                            <a:schemeClr val="tx1"/>
                          </a:solidFill>
                          <a:latin typeface="Arial" panose="020B0604020202020204" pitchFamily="34" charset="0"/>
                          <a:cs typeface="Arial" panose="020B0604020202020204" pitchFamily="34" charset="0"/>
                        </a:rPr>
                        <a:t> -4.9</a:t>
                      </a:r>
                      <a:r>
                        <a:rPr lang="en-US" sz="800">
                          <a:solidFill>
                            <a:schemeClr val="tx1"/>
                          </a:solidFill>
                          <a:latin typeface="Arial" panose="020B0604020202020204" pitchFamily="34" charset="0"/>
                          <a:cs typeface="Arial" panose="020B0604020202020204" pitchFamily="34" charset="0"/>
                        </a:rPr>
                        <a:t> </a:t>
                      </a:r>
                      <a:r>
                        <a:rPr lang="en-US" sz="1600">
                          <a:solidFill>
                            <a:schemeClr val="tx1"/>
                          </a:solidFill>
                          <a:latin typeface="Arial" panose="020B0604020202020204" pitchFamily="34" charset="0"/>
                          <a:cs typeface="Arial" panose="020B0604020202020204" pitchFamily="34" charset="0"/>
                        </a:rPr>
                        <a:t>%</a:t>
                      </a:r>
                      <a:endParaRPr lang="en-US" sz="1600">
                        <a:solidFill>
                          <a:schemeClr val="tx1"/>
                        </a:solidFill>
                      </a:endParaRPr>
                    </a:p>
                  </a:txBody>
                  <a:tcPr marL="72000" marR="72000" marT="72000" marB="720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solidFill>
                  </a:tcPr>
                </a:tc>
                <a:tc>
                  <a:txBody>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n-US" sz="1600">
                          <a:solidFill>
                            <a:srgbClr val="C50022"/>
                          </a:solidFill>
                          <a:latin typeface="Arial" panose="020B0604020202020204" pitchFamily="34" charset="0"/>
                          <a:cs typeface="Arial" panose="020B0604020202020204" pitchFamily="34" charset="0"/>
                        </a:rPr>
                        <a:t>▼</a:t>
                      </a:r>
                      <a:r>
                        <a:rPr lang="en-US" sz="1600">
                          <a:solidFill>
                            <a:schemeClr val="tx1"/>
                          </a:solidFill>
                          <a:latin typeface="Arial" panose="020B0604020202020204" pitchFamily="34" charset="0"/>
                          <a:cs typeface="Arial" panose="020B0604020202020204" pitchFamily="34" charset="0"/>
                        </a:rPr>
                        <a:t> -2.2</a:t>
                      </a:r>
                      <a:r>
                        <a:rPr lang="en-US" sz="800">
                          <a:solidFill>
                            <a:schemeClr val="tx1"/>
                          </a:solidFill>
                          <a:latin typeface="Arial" panose="020B0604020202020204" pitchFamily="34" charset="0"/>
                          <a:cs typeface="Arial" panose="020B0604020202020204" pitchFamily="34" charset="0"/>
                        </a:rPr>
                        <a:t> </a:t>
                      </a:r>
                      <a:r>
                        <a:rPr lang="en-US" sz="1600">
                          <a:solidFill>
                            <a:schemeClr val="tx1"/>
                          </a:solidFill>
                          <a:latin typeface="Arial" panose="020B0604020202020204" pitchFamily="34" charset="0"/>
                          <a:cs typeface="Arial" panose="020B0604020202020204" pitchFamily="34" charset="0"/>
                        </a:rPr>
                        <a:t>%</a:t>
                      </a:r>
                      <a:endParaRPr lang="en-US" sz="1600">
                        <a:solidFill>
                          <a:schemeClr val="tx1"/>
                        </a:solidFill>
                      </a:endParaRPr>
                    </a:p>
                  </a:txBody>
                  <a:tcPr marL="72000" marR="72000" marT="72000" marB="720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solidFill>
                  </a:tcPr>
                </a:tc>
                <a:tc>
                  <a:txBody>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n-US" sz="1600">
                          <a:solidFill>
                            <a:srgbClr val="C50022"/>
                          </a:solidFill>
                          <a:latin typeface="Arial" panose="020B0604020202020204" pitchFamily="34" charset="0"/>
                          <a:cs typeface="Arial" panose="020B0604020202020204" pitchFamily="34" charset="0"/>
                        </a:rPr>
                        <a:t>▼</a:t>
                      </a:r>
                      <a:r>
                        <a:rPr lang="en-US" sz="1600">
                          <a:solidFill>
                            <a:schemeClr val="tx1"/>
                          </a:solidFill>
                          <a:latin typeface="Arial" panose="020B0604020202020204" pitchFamily="34" charset="0"/>
                          <a:cs typeface="Arial" panose="020B0604020202020204" pitchFamily="34" charset="0"/>
                        </a:rPr>
                        <a:t> -2.6</a:t>
                      </a:r>
                      <a:r>
                        <a:rPr lang="en-US" sz="800">
                          <a:solidFill>
                            <a:schemeClr val="tx1"/>
                          </a:solidFill>
                          <a:latin typeface="Arial" panose="020B0604020202020204" pitchFamily="34" charset="0"/>
                          <a:cs typeface="Arial" panose="020B0604020202020204" pitchFamily="34" charset="0"/>
                        </a:rPr>
                        <a:t> </a:t>
                      </a:r>
                      <a:r>
                        <a:rPr lang="en-US" sz="1600">
                          <a:solidFill>
                            <a:schemeClr val="tx1"/>
                          </a:solidFill>
                          <a:latin typeface="Arial" panose="020B0604020202020204" pitchFamily="34" charset="0"/>
                          <a:cs typeface="Arial" panose="020B0604020202020204" pitchFamily="34" charset="0"/>
                        </a:rPr>
                        <a:t>%</a:t>
                      </a:r>
                      <a:endParaRPr lang="en-US" sz="1600">
                        <a:solidFill>
                          <a:schemeClr val="tx1"/>
                        </a:solidFill>
                      </a:endParaRPr>
                    </a:p>
                  </a:txBody>
                  <a:tcPr marL="72000" marR="72000" marT="72000" marB="720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solidFill>
                  </a:tcPr>
                </a:tc>
                <a:tc>
                  <a:txBody>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n-US" sz="1600" dirty="0">
                          <a:solidFill>
                            <a:srgbClr val="C50022"/>
                          </a:solidFill>
                          <a:latin typeface="Arial" panose="020B0604020202020204" pitchFamily="34" charset="0"/>
                          <a:cs typeface="Arial" panose="020B0604020202020204" pitchFamily="34" charset="0"/>
                        </a:rPr>
                        <a:t>▼</a:t>
                      </a:r>
                      <a:r>
                        <a:rPr lang="en-US" sz="1600" dirty="0">
                          <a:solidFill>
                            <a:schemeClr val="tx1"/>
                          </a:solidFill>
                          <a:latin typeface="Arial" panose="020B0604020202020204" pitchFamily="34" charset="0"/>
                          <a:cs typeface="Arial" panose="020B0604020202020204" pitchFamily="34" charset="0"/>
                        </a:rPr>
                        <a:t> -0.1</a:t>
                      </a:r>
                      <a:r>
                        <a:rPr lang="en-US" sz="800" dirty="0">
                          <a:solidFill>
                            <a:schemeClr val="tx1"/>
                          </a:solidFill>
                          <a:latin typeface="Arial" panose="020B0604020202020204" pitchFamily="34" charset="0"/>
                          <a:cs typeface="Arial" panose="020B0604020202020204" pitchFamily="34" charset="0"/>
                        </a:rPr>
                        <a:t> </a:t>
                      </a:r>
                      <a:r>
                        <a:rPr lang="en-US" sz="1600" dirty="0">
                          <a:solidFill>
                            <a:schemeClr val="tx1"/>
                          </a:solidFill>
                          <a:latin typeface="Arial" panose="020B0604020202020204" pitchFamily="34" charset="0"/>
                          <a:cs typeface="Arial" panose="020B0604020202020204" pitchFamily="34" charset="0"/>
                        </a:rPr>
                        <a:t>%</a:t>
                      </a:r>
                      <a:endParaRPr lang="en-US" sz="1600" dirty="0">
                        <a:solidFill>
                          <a:schemeClr val="tx1"/>
                        </a:solidFill>
                      </a:endParaRPr>
                    </a:p>
                  </a:txBody>
                  <a:tcPr marL="72000" marR="72000" marT="72000" marB="720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837032006"/>
                  </a:ext>
                </a:extLst>
              </a:tr>
            </a:tbl>
          </a:graphicData>
        </a:graphic>
      </p:graphicFrame>
      <p:sp>
        <p:nvSpPr>
          <p:cNvPr id="16" name="Textfeld 15">
            <a:extLst>
              <a:ext uri="{FF2B5EF4-FFF2-40B4-BE49-F238E27FC236}">
                <a16:creationId xmlns:a16="http://schemas.microsoft.com/office/drawing/2014/main" id="{DA15459E-8300-8689-B1D6-CA15A7786ED8}"/>
              </a:ext>
            </a:extLst>
          </p:cNvPr>
          <p:cNvSpPr txBox="1"/>
          <p:nvPr/>
        </p:nvSpPr>
        <p:spPr>
          <a:xfrm>
            <a:off x="4810123" y="570029"/>
            <a:ext cx="6865939" cy="307777"/>
          </a:xfrm>
          <a:prstGeom prst="rect">
            <a:avLst/>
          </a:prstGeom>
          <a:noFill/>
        </p:spPr>
        <p:txBody>
          <a:bodyPr wrap="square" lIns="0" tIns="0" rIns="0" bIns="0" rtlCol="0">
            <a:spAutoFit/>
          </a:bodyPr>
          <a:lstStyle/>
          <a:p>
            <a:r>
              <a:rPr lang="de-DE" sz="2000" b="1" dirty="0"/>
              <a:t>EBITDA </a:t>
            </a:r>
            <a:r>
              <a:rPr lang="de-DE" sz="2000" b="1" dirty="0" err="1"/>
              <a:t>before</a:t>
            </a:r>
            <a:r>
              <a:rPr lang="de-DE" sz="2000" b="1" dirty="0"/>
              <a:t> </a:t>
            </a:r>
            <a:r>
              <a:rPr lang="de-DE" sz="2000" b="1" dirty="0" err="1"/>
              <a:t>special</a:t>
            </a:r>
            <a:r>
              <a:rPr lang="de-DE" sz="2000" b="1" dirty="0"/>
              <a:t> </a:t>
            </a:r>
            <a:r>
              <a:rPr lang="de-DE" sz="2000" b="1" dirty="0" err="1"/>
              <a:t>items</a:t>
            </a:r>
            <a:r>
              <a:rPr lang="de-DE" sz="2000" b="1" dirty="0"/>
              <a:t> </a:t>
            </a:r>
            <a:r>
              <a:rPr lang="de-DE" sz="2000" dirty="0"/>
              <a:t>(</a:t>
            </a:r>
            <a:r>
              <a:rPr lang="de-DE" sz="2000" dirty="0" err="1"/>
              <a:t>million</a:t>
            </a:r>
            <a:r>
              <a:rPr lang="de-DE" sz="2000" dirty="0"/>
              <a:t> </a:t>
            </a:r>
            <a:r>
              <a:rPr lang="en-US" altLang="en-US" sz="2000" dirty="0"/>
              <a:t>€)</a:t>
            </a:r>
            <a:r>
              <a:rPr lang="de-DE" sz="2000" dirty="0"/>
              <a:t> </a:t>
            </a:r>
            <a:endParaRPr lang="en-US" sz="2000" dirty="0"/>
          </a:p>
        </p:txBody>
      </p:sp>
      <p:sp>
        <p:nvSpPr>
          <p:cNvPr id="19" name="Textfeld 18">
            <a:extLst>
              <a:ext uri="{FF2B5EF4-FFF2-40B4-BE49-F238E27FC236}">
                <a16:creationId xmlns:a16="http://schemas.microsoft.com/office/drawing/2014/main" id="{446F237F-4AE9-CDAA-5C3C-5F606812E268}"/>
              </a:ext>
            </a:extLst>
          </p:cNvPr>
          <p:cNvSpPr txBox="1"/>
          <p:nvPr/>
        </p:nvSpPr>
        <p:spPr>
          <a:xfrm>
            <a:off x="4810122" y="2731490"/>
            <a:ext cx="6865939" cy="307777"/>
          </a:xfrm>
          <a:prstGeom prst="rect">
            <a:avLst/>
          </a:prstGeom>
          <a:noFill/>
        </p:spPr>
        <p:txBody>
          <a:bodyPr wrap="square" lIns="0" tIns="0" rIns="0" bIns="0" rtlCol="0">
            <a:spAutoFit/>
          </a:bodyPr>
          <a:lstStyle/>
          <a:p>
            <a:r>
              <a:rPr lang="de-DE" sz="2000" b="1" dirty="0"/>
              <a:t>EBITDA </a:t>
            </a:r>
            <a:r>
              <a:rPr lang="de-DE" sz="2000" b="1" dirty="0" err="1"/>
              <a:t>before</a:t>
            </a:r>
            <a:r>
              <a:rPr lang="de-DE" sz="2000" b="1" dirty="0"/>
              <a:t> </a:t>
            </a:r>
            <a:r>
              <a:rPr lang="de-DE" sz="2000" b="1" dirty="0" err="1"/>
              <a:t>special</a:t>
            </a:r>
            <a:r>
              <a:rPr lang="de-DE" sz="2000" b="1" dirty="0"/>
              <a:t> </a:t>
            </a:r>
            <a:r>
              <a:rPr lang="de-DE" sz="2000" b="1" dirty="0" err="1"/>
              <a:t>items</a:t>
            </a:r>
            <a:r>
              <a:rPr lang="de-DE" sz="2000" b="1" dirty="0"/>
              <a:t> </a:t>
            </a:r>
            <a:r>
              <a:rPr lang="de-DE" sz="2000" dirty="0"/>
              <a:t>(</a:t>
            </a:r>
            <a:r>
              <a:rPr lang="de-DE" sz="2000" dirty="0" err="1"/>
              <a:t>million</a:t>
            </a:r>
            <a:r>
              <a:rPr lang="de-DE" sz="2000" dirty="0"/>
              <a:t> </a:t>
            </a:r>
            <a:r>
              <a:rPr lang="en-US" altLang="en-US" sz="2000" dirty="0"/>
              <a:t>€)</a:t>
            </a:r>
            <a:r>
              <a:rPr lang="de-DE" sz="2000" dirty="0"/>
              <a:t> </a:t>
            </a:r>
            <a:endParaRPr lang="en-US" sz="2000" dirty="0"/>
          </a:p>
        </p:txBody>
      </p:sp>
      <p:grpSp>
        <p:nvGrpSpPr>
          <p:cNvPr id="2" name="Group 1">
            <a:extLst>
              <a:ext uri="{FF2B5EF4-FFF2-40B4-BE49-F238E27FC236}">
                <a16:creationId xmlns:a16="http://schemas.microsoft.com/office/drawing/2014/main" id="{EFBB5D1E-EAD7-EA12-0761-9C87849714D8}"/>
              </a:ext>
            </a:extLst>
          </p:cNvPr>
          <p:cNvGrpSpPr/>
          <p:nvPr/>
        </p:nvGrpSpPr>
        <p:grpSpPr>
          <a:xfrm>
            <a:off x="-2716306" y="1083141"/>
            <a:ext cx="2683808" cy="1022569"/>
            <a:chOff x="-2716306" y="0"/>
            <a:chExt cx="2683808" cy="1022569"/>
          </a:xfrm>
          <a:solidFill>
            <a:schemeClr val="accent4"/>
          </a:solidFill>
        </p:grpSpPr>
        <p:sp>
          <p:nvSpPr>
            <p:cNvPr id="3" name="Rectangle 2">
              <a:extLst>
                <a:ext uri="{FF2B5EF4-FFF2-40B4-BE49-F238E27FC236}">
                  <a16:creationId xmlns:a16="http://schemas.microsoft.com/office/drawing/2014/main" id="{2E994026-58FB-0906-9524-724678B0E8CF}"/>
                </a:ext>
              </a:extLst>
            </p:cNvPr>
            <p:cNvSpPr/>
            <p:nvPr/>
          </p:nvSpPr>
          <p:spPr>
            <a:xfrm>
              <a:off x="-2716306" y="0"/>
              <a:ext cx="2339904" cy="102256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t">
              <a:spAutoFit/>
            </a:bodyPr>
            <a:lstStyle/>
            <a:p>
              <a:pPr>
                <a:spcBef>
                  <a:spcPts val="600"/>
                </a:spcBef>
              </a:pPr>
              <a:r>
                <a:rPr lang="en-US" sz="1600" b="1" dirty="0">
                  <a:solidFill>
                    <a:schemeClr val="tx1"/>
                  </a:solidFill>
                </a:rPr>
                <a:t>Separating Content</a:t>
              </a:r>
            </a:p>
            <a:p>
              <a:pPr>
                <a:spcBef>
                  <a:spcPts val="600"/>
                </a:spcBef>
              </a:pPr>
              <a:r>
                <a:rPr lang="en-US" sz="1200" dirty="0">
                  <a:solidFill>
                    <a:schemeClr val="tx1"/>
                  </a:solidFill>
                </a:rPr>
                <a:t>Keep messaging and data distinct to improve clarity and readability.</a:t>
              </a:r>
            </a:p>
          </p:txBody>
        </p:sp>
        <p:sp>
          <p:nvSpPr>
            <p:cNvPr id="8" name="Triangle 7">
              <a:extLst>
                <a:ext uri="{FF2B5EF4-FFF2-40B4-BE49-F238E27FC236}">
                  <a16:creationId xmlns:a16="http://schemas.microsoft.com/office/drawing/2014/main" id="{30A49E91-CC97-DA76-07D3-1429F04D2246}"/>
                </a:ext>
              </a:extLst>
            </p:cNvPr>
            <p:cNvSpPr/>
            <p:nvPr/>
          </p:nvSpPr>
          <p:spPr>
            <a:xfrm rot="5400000">
              <a:off x="-403914" y="339332"/>
              <a:ext cx="398928" cy="34390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0" name="Graphic 19">
            <a:extLst>
              <a:ext uri="{FF2B5EF4-FFF2-40B4-BE49-F238E27FC236}">
                <a16:creationId xmlns:a16="http://schemas.microsoft.com/office/drawing/2014/main" id="{86552F42-8855-D8FA-93DE-42E3712583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0691813" y="6223000"/>
            <a:ext cx="1498600" cy="635000"/>
          </a:xfrm>
          <a:prstGeom prst="rect">
            <a:avLst/>
          </a:prstGeom>
        </p:spPr>
      </p:pic>
      <p:graphicFrame>
        <p:nvGraphicFramePr>
          <p:cNvPr id="23" name="Diagramm 22">
            <a:extLst>
              <a:ext uri="{FF2B5EF4-FFF2-40B4-BE49-F238E27FC236}">
                <a16:creationId xmlns:a16="http://schemas.microsoft.com/office/drawing/2014/main" id="{C1EA25FC-AB55-054C-F7A2-4CF475EE9B8B}"/>
              </a:ext>
            </a:extLst>
          </p:cNvPr>
          <p:cNvGraphicFramePr/>
          <p:nvPr/>
        </p:nvGraphicFramePr>
        <p:xfrm>
          <a:off x="4810123" y="3171379"/>
          <a:ext cx="6865941" cy="3142926"/>
        </p:xfrm>
        <a:graphic>
          <a:graphicData uri="http://schemas.openxmlformats.org/drawingml/2006/chart">
            <c:chart xmlns:c="http://schemas.openxmlformats.org/drawingml/2006/chart" xmlns:r="http://schemas.openxmlformats.org/officeDocument/2006/relationships" r:id="rId3"/>
          </a:graphicData>
        </a:graphic>
      </p:graphicFrame>
      <p:sp>
        <p:nvSpPr>
          <p:cNvPr id="24" name="Textfeld 23">
            <a:extLst>
              <a:ext uri="{FF2B5EF4-FFF2-40B4-BE49-F238E27FC236}">
                <a16:creationId xmlns:a16="http://schemas.microsoft.com/office/drawing/2014/main" id="{4F329004-96DA-2A59-7FBE-0EFEBA51512E}"/>
              </a:ext>
            </a:extLst>
          </p:cNvPr>
          <p:cNvSpPr txBox="1"/>
          <p:nvPr/>
        </p:nvSpPr>
        <p:spPr>
          <a:xfrm>
            <a:off x="4810123" y="5966865"/>
            <a:ext cx="6865942" cy="233910"/>
          </a:xfrm>
          <a:prstGeom prst="rect">
            <a:avLst/>
          </a:prstGeom>
          <a:noFill/>
        </p:spPr>
        <p:txBody>
          <a:bodyPr wrap="square" lIns="0" tIns="0" rIns="0" bIns="0" rtlCol="0">
            <a:spAutoFit/>
          </a:bodyPr>
          <a:lstStyle/>
          <a:p>
            <a:pPr>
              <a:lnSpc>
                <a:spcPct val="95000"/>
              </a:lnSpc>
            </a:pPr>
            <a:r>
              <a:rPr lang="en-GB" sz="800" baseline="30000" noProof="0" dirty="0"/>
              <a:t>1 </a:t>
            </a:r>
            <a:r>
              <a:rPr lang="en-GB" sz="800" noProof="0" dirty="0"/>
              <a:t>Lorem ipsum </a:t>
            </a:r>
            <a:r>
              <a:rPr lang="en-GB" sz="800" noProof="0" dirty="0" err="1"/>
              <a:t>dolor</a:t>
            </a:r>
            <a:r>
              <a:rPr lang="en-GB" sz="800" noProof="0" dirty="0"/>
              <a:t> sit </a:t>
            </a:r>
            <a:r>
              <a:rPr lang="en-GB" sz="800" noProof="0" dirty="0" err="1"/>
              <a:t>amet</a:t>
            </a:r>
            <a:r>
              <a:rPr lang="en-GB" sz="800" noProof="0" dirty="0"/>
              <a:t>, </a:t>
            </a:r>
            <a:r>
              <a:rPr lang="en-GB" sz="800" noProof="0" dirty="0" err="1"/>
              <a:t>consetetur</a:t>
            </a:r>
            <a:r>
              <a:rPr lang="en-GB" sz="800" noProof="0" dirty="0"/>
              <a:t> </a:t>
            </a:r>
            <a:r>
              <a:rPr lang="en-GB" sz="800" noProof="0" dirty="0" err="1"/>
              <a:t>sadipscing</a:t>
            </a:r>
            <a:r>
              <a:rPr lang="en-GB" sz="800" noProof="0" dirty="0"/>
              <a:t> </a:t>
            </a:r>
            <a:r>
              <a:rPr lang="en-GB" sz="800" noProof="0" dirty="0" err="1"/>
              <a:t>elitr</a:t>
            </a:r>
            <a:r>
              <a:rPr lang="en-GB" sz="800" noProof="0" dirty="0"/>
              <a:t>, </a:t>
            </a:r>
            <a:r>
              <a:rPr lang="en-GB" sz="800" noProof="0" dirty="0" err="1"/>
              <a:t>sed</a:t>
            </a:r>
            <a:r>
              <a:rPr lang="en-GB" sz="800" noProof="0" dirty="0"/>
              <a:t> </a:t>
            </a:r>
            <a:r>
              <a:rPr lang="en-GB" sz="800" noProof="0" dirty="0" err="1"/>
              <a:t>diam</a:t>
            </a:r>
            <a:r>
              <a:rPr lang="en-GB" sz="800" noProof="0" dirty="0"/>
              <a:t> </a:t>
            </a:r>
            <a:r>
              <a:rPr lang="en-GB" sz="800" noProof="0" dirty="0" err="1"/>
              <a:t>nonumy</a:t>
            </a:r>
            <a:r>
              <a:rPr lang="en-GB" sz="800" noProof="0" dirty="0"/>
              <a:t> </a:t>
            </a:r>
            <a:r>
              <a:rPr lang="en-GB" sz="800" noProof="0" dirty="0" err="1"/>
              <a:t>eirmod</a:t>
            </a:r>
            <a:r>
              <a:rPr lang="en-GB" sz="800" noProof="0" dirty="0"/>
              <a:t> </a:t>
            </a:r>
            <a:r>
              <a:rPr lang="en-GB" sz="800" noProof="0" dirty="0" err="1"/>
              <a:t>tempor</a:t>
            </a:r>
            <a:r>
              <a:rPr lang="en-GB" sz="800" noProof="0" dirty="0"/>
              <a:t> </a:t>
            </a:r>
            <a:r>
              <a:rPr lang="en-GB" sz="800" noProof="0" dirty="0" err="1"/>
              <a:t>invidunt</a:t>
            </a:r>
            <a:r>
              <a:rPr lang="en-GB" sz="800" noProof="0" dirty="0"/>
              <a:t> </a:t>
            </a:r>
            <a:r>
              <a:rPr lang="en-GB" sz="800" noProof="0" dirty="0" err="1"/>
              <a:t>ut</a:t>
            </a:r>
            <a:r>
              <a:rPr lang="en-GB" sz="800" noProof="0" dirty="0"/>
              <a:t> labore et dolore magna </a:t>
            </a:r>
            <a:r>
              <a:rPr lang="en-GB" sz="800" noProof="0" dirty="0" err="1"/>
              <a:t>aliquyam</a:t>
            </a:r>
            <a:r>
              <a:rPr lang="en-GB" sz="800" noProof="0" dirty="0"/>
              <a:t> </a:t>
            </a:r>
            <a:r>
              <a:rPr lang="en-GB" sz="800" noProof="0" dirty="0" err="1"/>
              <a:t>erat</a:t>
            </a:r>
            <a:r>
              <a:rPr lang="en-GB" sz="800" noProof="0" dirty="0"/>
              <a:t>, </a:t>
            </a:r>
            <a:r>
              <a:rPr lang="en-GB" sz="800" noProof="0" dirty="0" err="1"/>
              <a:t>sed</a:t>
            </a:r>
            <a:r>
              <a:rPr lang="en-GB" sz="800" noProof="0" dirty="0"/>
              <a:t> </a:t>
            </a:r>
            <a:r>
              <a:rPr lang="en-GB" sz="800" noProof="0" dirty="0" err="1"/>
              <a:t>diam</a:t>
            </a:r>
            <a:r>
              <a:rPr lang="en-GB" sz="800" noProof="0" dirty="0"/>
              <a:t> </a:t>
            </a:r>
            <a:r>
              <a:rPr lang="en-GB" sz="800" noProof="0" dirty="0" err="1"/>
              <a:t>voluptua</a:t>
            </a:r>
            <a:r>
              <a:rPr lang="en-GB" sz="800" noProof="0" dirty="0"/>
              <a:t>. At </a:t>
            </a:r>
            <a:r>
              <a:rPr lang="en-GB" sz="800" noProof="0" dirty="0" err="1"/>
              <a:t>vero</a:t>
            </a:r>
            <a:r>
              <a:rPr lang="en-GB" sz="800" noProof="0" dirty="0"/>
              <a:t> </a:t>
            </a:r>
            <a:r>
              <a:rPr lang="en-GB" sz="800" noProof="0" dirty="0" err="1"/>
              <a:t>eos</a:t>
            </a:r>
            <a:r>
              <a:rPr lang="en-GB" sz="800" noProof="0" dirty="0"/>
              <a:t> et </a:t>
            </a:r>
            <a:r>
              <a:rPr lang="en-GB" sz="800" noProof="0" dirty="0" err="1"/>
              <a:t>accusam</a:t>
            </a:r>
            <a:r>
              <a:rPr lang="en-GB" sz="800" noProof="0" dirty="0"/>
              <a:t> et </a:t>
            </a:r>
            <a:r>
              <a:rPr lang="en-GB" sz="800" noProof="0" dirty="0" err="1"/>
              <a:t>justo</a:t>
            </a:r>
            <a:r>
              <a:rPr lang="en-GB" sz="800" noProof="0" dirty="0"/>
              <a:t> duo </a:t>
            </a:r>
            <a:r>
              <a:rPr lang="en-GB" sz="800" noProof="0" dirty="0" err="1"/>
              <a:t>dolores</a:t>
            </a:r>
            <a:r>
              <a:rPr lang="en-GB" sz="800" noProof="0" dirty="0"/>
              <a:t> et </a:t>
            </a:r>
            <a:r>
              <a:rPr lang="en-GB" sz="800" noProof="0" dirty="0" err="1"/>
              <a:t>ea</a:t>
            </a:r>
            <a:r>
              <a:rPr lang="en-GB" sz="800" noProof="0" dirty="0"/>
              <a:t> </a:t>
            </a:r>
            <a:r>
              <a:rPr lang="en-GB" sz="800" noProof="0" dirty="0" err="1"/>
              <a:t>rebum</a:t>
            </a:r>
            <a:r>
              <a:rPr lang="en-GB" sz="800" noProof="0" dirty="0"/>
              <a:t>. Stet </a:t>
            </a:r>
            <a:r>
              <a:rPr lang="en-GB" sz="800" noProof="0" dirty="0" err="1"/>
              <a:t>clita</a:t>
            </a:r>
            <a:r>
              <a:rPr lang="en-GB" sz="800" noProof="0" dirty="0"/>
              <a:t> </a:t>
            </a:r>
            <a:r>
              <a:rPr lang="en-GB" sz="800" noProof="0" dirty="0" err="1"/>
              <a:t>kasd</a:t>
            </a:r>
            <a:r>
              <a:rPr lang="en-GB" sz="800" noProof="0" dirty="0"/>
              <a:t> </a:t>
            </a:r>
            <a:r>
              <a:rPr lang="en-GB" sz="800" noProof="0" dirty="0" err="1"/>
              <a:t>gubergren</a:t>
            </a:r>
            <a:r>
              <a:rPr lang="en-GB" sz="800" noProof="0" dirty="0"/>
              <a:t>, no sea </a:t>
            </a:r>
            <a:r>
              <a:rPr lang="en-GB" sz="800" noProof="0" dirty="0" err="1"/>
              <a:t>takimata</a:t>
            </a:r>
            <a:r>
              <a:rPr lang="en-GB" sz="800" noProof="0" dirty="0"/>
              <a:t> </a:t>
            </a:r>
            <a:r>
              <a:rPr lang="en-GB" sz="800" noProof="0" dirty="0" err="1"/>
              <a:t>sanctus</a:t>
            </a:r>
            <a:r>
              <a:rPr lang="en-GB" sz="800" noProof="0" dirty="0"/>
              <a:t> </a:t>
            </a:r>
            <a:r>
              <a:rPr lang="en-GB" sz="800" noProof="0" dirty="0" err="1"/>
              <a:t>est</a:t>
            </a:r>
            <a:r>
              <a:rPr lang="en-GB" sz="800" noProof="0" dirty="0"/>
              <a:t> Lorem ipsum </a:t>
            </a:r>
            <a:r>
              <a:rPr lang="en-GB" sz="800" noProof="0" dirty="0" err="1"/>
              <a:t>dolor</a:t>
            </a:r>
            <a:r>
              <a:rPr lang="en-GB" sz="800" noProof="0" dirty="0"/>
              <a:t> sit </a:t>
            </a:r>
            <a:r>
              <a:rPr lang="en-GB" sz="800" noProof="0" dirty="0" err="1"/>
              <a:t>amet</a:t>
            </a:r>
            <a:r>
              <a:rPr lang="en-GB" sz="800" noProof="0" dirty="0"/>
              <a:t>.</a:t>
            </a:r>
          </a:p>
        </p:txBody>
      </p:sp>
      <p:grpSp>
        <p:nvGrpSpPr>
          <p:cNvPr id="12" name="Group 11">
            <a:extLst>
              <a:ext uri="{FF2B5EF4-FFF2-40B4-BE49-F238E27FC236}">
                <a16:creationId xmlns:a16="http://schemas.microsoft.com/office/drawing/2014/main" id="{3ACD583E-B959-16B3-397B-2E38C56F4DBF}"/>
              </a:ext>
            </a:extLst>
          </p:cNvPr>
          <p:cNvGrpSpPr/>
          <p:nvPr/>
        </p:nvGrpSpPr>
        <p:grpSpPr>
          <a:xfrm>
            <a:off x="-2716306" y="4215847"/>
            <a:ext cx="2683808" cy="2207509"/>
            <a:chOff x="-2716306" y="0"/>
            <a:chExt cx="2683808" cy="2207509"/>
          </a:xfrm>
          <a:solidFill>
            <a:schemeClr val="accent4"/>
          </a:solidFill>
        </p:grpSpPr>
        <p:sp>
          <p:nvSpPr>
            <p:cNvPr id="13" name="Rectangle 13">
              <a:extLst>
                <a:ext uri="{FF2B5EF4-FFF2-40B4-BE49-F238E27FC236}">
                  <a16:creationId xmlns:a16="http://schemas.microsoft.com/office/drawing/2014/main" id="{494B2CA5-D073-3FAF-D38B-1D02C530E7B6}"/>
                </a:ext>
              </a:extLst>
            </p:cNvPr>
            <p:cNvSpPr/>
            <p:nvPr/>
          </p:nvSpPr>
          <p:spPr>
            <a:xfrm>
              <a:off x="-2716306" y="0"/>
              <a:ext cx="2339904" cy="220750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t">
              <a:spAutoFit/>
            </a:bodyPr>
            <a:lstStyle/>
            <a:p>
              <a:pPr>
                <a:spcBef>
                  <a:spcPts val="600"/>
                </a:spcBef>
              </a:pPr>
              <a:r>
                <a:rPr lang="en-US" sz="1600" b="1" dirty="0">
                  <a:solidFill>
                    <a:schemeClr val="tx1"/>
                  </a:solidFill>
                </a:rPr>
                <a:t>Visualizing Data</a:t>
              </a:r>
            </a:p>
            <a:p>
              <a:pPr>
                <a:spcBef>
                  <a:spcPts val="600"/>
                </a:spcBef>
              </a:pPr>
              <a:r>
                <a:rPr lang="en-US" sz="1200" dirty="0">
                  <a:solidFill>
                    <a:schemeClr val="tx1"/>
                  </a:solidFill>
                </a:rPr>
                <a:t>Use vertical column charts for figures, as they are easier to interpret than horizontal bar charts.</a:t>
              </a:r>
            </a:p>
            <a:p>
              <a:pPr>
                <a:spcBef>
                  <a:spcPts val="600"/>
                </a:spcBef>
              </a:pPr>
              <a:r>
                <a:rPr lang="en-US" sz="1200" dirty="0">
                  <a:solidFill>
                    <a:schemeClr val="tx1"/>
                  </a:solidFill>
                </a:rPr>
                <a:t>Ensure charts remain light </a:t>
              </a:r>
              <a:br>
                <a:rPr lang="en-US" sz="1200" dirty="0">
                  <a:solidFill>
                    <a:schemeClr val="tx1"/>
                  </a:solidFill>
                </a:rPr>
              </a:br>
              <a:r>
                <a:rPr lang="en-US" sz="1200" dirty="0">
                  <a:solidFill>
                    <a:schemeClr val="tx1"/>
                  </a:solidFill>
                </a:rPr>
                <a:t>and clean by removing unnecessary axis labels. Use contrasting tones to highlight key data points effectively.</a:t>
              </a:r>
            </a:p>
          </p:txBody>
        </p:sp>
        <p:sp>
          <p:nvSpPr>
            <p:cNvPr id="14" name="Triangle 16">
              <a:extLst>
                <a:ext uri="{FF2B5EF4-FFF2-40B4-BE49-F238E27FC236}">
                  <a16:creationId xmlns:a16="http://schemas.microsoft.com/office/drawing/2014/main" id="{54668037-4E0A-3165-2C71-675C6F3ECF7A}"/>
                </a:ext>
              </a:extLst>
            </p:cNvPr>
            <p:cNvSpPr/>
            <p:nvPr/>
          </p:nvSpPr>
          <p:spPr>
            <a:xfrm rot="5400000">
              <a:off x="-403914" y="931802"/>
              <a:ext cx="398928" cy="34390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 name="Foliennummernplatzhalter 7">
            <a:extLst>
              <a:ext uri="{FF2B5EF4-FFF2-40B4-BE49-F238E27FC236}">
                <a16:creationId xmlns:a16="http://schemas.microsoft.com/office/drawing/2014/main" id="{A510F98F-E2F7-1C39-50FC-7622A7C379ED}"/>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12</a:t>
            </a:fld>
            <a:endParaRPr lang="de-DE"/>
          </a:p>
        </p:txBody>
      </p:sp>
    </p:spTree>
    <p:extLst>
      <p:ext uri="{BB962C8B-B14F-4D97-AF65-F5344CB8AC3E}">
        <p14:creationId xmlns:p14="http://schemas.microsoft.com/office/powerpoint/2010/main" val="37327113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descr="Ein Bild, das Flüssigkeit, transparentes Material, Trinkgefäß, Drink enthält.&#10;&#10;Automatisch generierte Beschreibung">
            <a:extLst>
              <a:ext uri="{FF2B5EF4-FFF2-40B4-BE49-F238E27FC236}">
                <a16:creationId xmlns:a16="http://schemas.microsoft.com/office/drawing/2014/main" id="{454A00C8-5769-BDC8-6465-08F5E2DE7D6C}"/>
              </a:ext>
            </a:extLst>
          </p:cNvPr>
          <p:cNvPicPr>
            <a:picLocks noChangeAspect="1"/>
          </p:cNvPicPr>
          <p:nvPr/>
        </p:nvPicPr>
        <p:blipFill rotWithShape="1">
          <a:blip r:embed="rId3">
            <a:extLst>
              <a:ext uri="{28A0092B-C50C-407E-A947-70E740481C1C}">
                <a14:useLocalDpi xmlns:a14="http://schemas.microsoft.com/office/drawing/2010/main" val="0"/>
              </a:ext>
            </a:extLst>
          </a:blip>
          <a:srcRect l="252" t="17625" r="6971" b="47676"/>
          <a:stretch/>
        </p:blipFill>
        <p:spPr>
          <a:xfrm>
            <a:off x="0" y="0"/>
            <a:ext cx="12190413" cy="6858000"/>
          </a:xfrm>
          <a:prstGeom prst="rect">
            <a:avLst/>
          </a:prstGeom>
        </p:spPr>
      </p:pic>
      <p:grpSp>
        <p:nvGrpSpPr>
          <p:cNvPr id="4" name="Group 3">
            <a:extLst>
              <a:ext uri="{FF2B5EF4-FFF2-40B4-BE49-F238E27FC236}">
                <a16:creationId xmlns:a16="http://schemas.microsoft.com/office/drawing/2014/main" id="{E39993D6-21EF-5848-F1B0-CBA8F566ABD1}"/>
              </a:ext>
            </a:extLst>
          </p:cNvPr>
          <p:cNvGrpSpPr/>
          <p:nvPr/>
        </p:nvGrpSpPr>
        <p:grpSpPr>
          <a:xfrm>
            <a:off x="-2716306" y="549995"/>
            <a:ext cx="2683808" cy="1207235"/>
            <a:chOff x="-2716306" y="0"/>
            <a:chExt cx="2683808" cy="1207235"/>
          </a:xfrm>
          <a:solidFill>
            <a:schemeClr val="accent4"/>
          </a:solidFill>
        </p:grpSpPr>
        <p:sp>
          <p:nvSpPr>
            <p:cNvPr id="6" name="Rectangle 5">
              <a:extLst>
                <a:ext uri="{FF2B5EF4-FFF2-40B4-BE49-F238E27FC236}">
                  <a16:creationId xmlns:a16="http://schemas.microsoft.com/office/drawing/2014/main" id="{3964E5BF-854E-8E2B-5F5B-51A2D6486440}"/>
                </a:ext>
              </a:extLst>
            </p:cNvPr>
            <p:cNvSpPr/>
            <p:nvPr/>
          </p:nvSpPr>
          <p:spPr>
            <a:xfrm>
              <a:off x="-2716306" y="0"/>
              <a:ext cx="2339904" cy="1207235"/>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t">
              <a:spAutoFit/>
            </a:bodyPr>
            <a:lstStyle/>
            <a:p>
              <a:pPr>
                <a:spcBef>
                  <a:spcPts val="600"/>
                </a:spcBef>
              </a:pPr>
              <a:r>
                <a:rPr lang="en-US" sz="1600" b="1" dirty="0">
                  <a:solidFill>
                    <a:schemeClr val="tx1"/>
                  </a:solidFill>
                </a:rPr>
                <a:t>Separating Slides</a:t>
              </a:r>
            </a:p>
            <a:p>
              <a:pPr>
                <a:spcBef>
                  <a:spcPts val="600"/>
                </a:spcBef>
              </a:pPr>
              <a:r>
                <a:rPr lang="en-US" sz="1200" dirty="0">
                  <a:solidFill>
                    <a:schemeClr val="tx1"/>
                  </a:solidFill>
                </a:rPr>
                <a:t>Bold slides like this help balance detailed slides, creating a more engaging and dynamic presentation flow.</a:t>
              </a:r>
            </a:p>
          </p:txBody>
        </p:sp>
        <p:sp>
          <p:nvSpPr>
            <p:cNvPr id="7" name="Triangle 6">
              <a:extLst>
                <a:ext uri="{FF2B5EF4-FFF2-40B4-BE49-F238E27FC236}">
                  <a16:creationId xmlns:a16="http://schemas.microsoft.com/office/drawing/2014/main" id="{4534499A-37A5-0D8A-B5B6-FF2FBD9F0AC0}"/>
                </a:ext>
              </a:extLst>
            </p:cNvPr>
            <p:cNvSpPr/>
            <p:nvPr/>
          </p:nvSpPr>
          <p:spPr>
            <a:xfrm rot="5400000">
              <a:off x="-403914" y="431665"/>
              <a:ext cx="398928" cy="34390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0DAAC6F0-2CD6-0297-0355-0486167D54DA}"/>
              </a:ext>
            </a:extLst>
          </p:cNvPr>
          <p:cNvGrpSpPr/>
          <p:nvPr/>
        </p:nvGrpSpPr>
        <p:grpSpPr>
          <a:xfrm>
            <a:off x="-2716306" y="2898748"/>
            <a:ext cx="2683808" cy="1022569"/>
            <a:chOff x="-2716306" y="0"/>
            <a:chExt cx="2683808" cy="1022569"/>
          </a:xfrm>
          <a:solidFill>
            <a:schemeClr val="accent4"/>
          </a:solidFill>
        </p:grpSpPr>
        <p:sp>
          <p:nvSpPr>
            <p:cNvPr id="10" name="Rectangle 9">
              <a:extLst>
                <a:ext uri="{FF2B5EF4-FFF2-40B4-BE49-F238E27FC236}">
                  <a16:creationId xmlns:a16="http://schemas.microsoft.com/office/drawing/2014/main" id="{3108D6AD-39E0-4493-DC3D-D4A700785DDF}"/>
                </a:ext>
              </a:extLst>
            </p:cNvPr>
            <p:cNvSpPr/>
            <p:nvPr/>
          </p:nvSpPr>
          <p:spPr>
            <a:xfrm>
              <a:off x="-2716306" y="0"/>
              <a:ext cx="2339904" cy="102256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t">
              <a:spAutoFit/>
            </a:bodyPr>
            <a:lstStyle/>
            <a:p>
              <a:pPr>
                <a:spcBef>
                  <a:spcPts val="600"/>
                </a:spcBef>
              </a:pPr>
              <a:r>
                <a:rPr lang="en-US" sz="1600" b="1" dirty="0">
                  <a:solidFill>
                    <a:schemeClr val="tx1"/>
                  </a:solidFill>
                </a:rPr>
                <a:t>Background Images</a:t>
              </a:r>
            </a:p>
            <a:p>
              <a:pPr>
                <a:spcBef>
                  <a:spcPts val="600"/>
                </a:spcBef>
              </a:pPr>
              <a:r>
                <a:rPr lang="en-US" sz="1200" dirty="0">
                  <a:solidFill>
                    <a:schemeClr val="tx1"/>
                  </a:solidFill>
                </a:rPr>
                <a:t>Ensure the background image includes a clear area for text to maintain readability.</a:t>
              </a:r>
            </a:p>
          </p:txBody>
        </p:sp>
        <p:sp>
          <p:nvSpPr>
            <p:cNvPr id="17" name="Triangle 16">
              <a:extLst>
                <a:ext uri="{FF2B5EF4-FFF2-40B4-BE49-F238E27FC236}">
                  <a16:creationId xmlns:a16="http://schemas.microsoft.com/office/drawing/2014/main" id="{051C0D86-9745-4B42-DE27-E55CCDAFFD10}"/>
                </a:ext>
              </a:extLst>
            </p:cNvPr>
            <p:cNvSpPr/>
            <p:nvPr/>
          </p:nvSpPr>
          <p:spPr>
            <a:xfrm rot="5400000">
              <a:off x="-403914" y="339332"/>
              <a:ext cx="398928" cy="34390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4" name="Textfeld 13">
            <a:extLst>
              <a:ext uri="{FF2B5EF4-FFF2-40B4-BE49-F238E27FC236}">
                <a16:creationId xmlns:a16="http://schemas.microsoft.com/office/drawing/2014/main" id="{21CD5DA6-A390-C913-57B1-5B6CDB6F14A3}"/>
              </a:ext>
            </a:extLst>
          </p:cNvPr>
          <p:cNvSpPr txBox="1"/>
          <p:nvPr/>
        </p:nvSpPr>
        <p:spPr>
          <a:xfrm>
            <a:off x="529159" y="518252"/>
            <a:ext cx="5566048" cy="1754326"/>
          </a:xfrm>
          <a:prstGeom prst="rect">
            <a:avLst/>
          </a:prstGeom>
          <a:noFill/>
        </p:spPr>
        <p:txBody>
          <a:bodyPr wrap="square" lIns="0" tIns="0" rIns="0" bIns="0" rtlCol="0">
            <a:spAutoFit/>
          </a:bodyPr>
          <a:lstStyle/>
          <a:p>
            <a:pPr>
              <a:lnSpc>
                <a:spcPct val="95000"/>
              </a:lnSpc>
            </a:pPr>
            <a:r>
              <a:rPr lang="en-GB" sz="4000" b="1" noProof="0" dirty="0">
                <a:solidFill>
                  <a:schemeClr val="bg1"/>
                </a:solidFill>
              </a:rPr>
              <a:t>Lorem ipsum </a:t>
            </a:r>
            <a:r>
              <a:rPr lang="en-GB" sz="4000" b="1" noProof="0" dirty="0" err="1">
                <a:solidFill>
                  <a:schemeClr val="bg1"/>
                </a:solidFill>
              </a:rPr>
              <a:t>ut</a:t>
            </a:r>
            <a:r>
              <a:rPr lang="en-GB" sz="4000" b="1" noProof="0" dirty="0">
                <a:solidFill>
                  <a:schemeClr val="bg1"/>
                </a:solidFill>
              </a:rPr>
              <a:t> </a:t>
            </a:r>
            <a:r>
              <a:rPr lang="en-GB" sz="4000" b="1" noProof="0" dirty="0" err="1">
                <a:solidFill>
                  <a:schemeClr val="bg1"/>
                </a:solidFill>
              </a:rPr>
              <a:t>justo</a:t>
            </a:r>
            <a:r>
              <a:rPr lang="en-GB" sz="4000" b="1" noProof="0" dirty="0">
                <a:solidFill>
                  <a:schemeClr val="bg1"/>
                </a:solidFill>
              </a:rPr>
              <a:t> </a:t>
            </a:r>
            <a:r>
              <a:rPr lang="en-GB" sz="4000" b="1" noProof="0" dirty="0" err="1">
                <a:solidFill>
                  <a:schemeClr val="bg1"/>
                </a:solidFill>
              </a:rPr>
              <a:t>dolor</a:t>
            </a:r>
            <a:r>
              <a:rPr lang="en-GB" sz="4000" b="1" noProof="0" dirty="0">
                <a:solidFill>
                  <a:schemeClr val="bg1"/>
                </a:solidFill>
              </a:rPr>
              <a:t> sit </a:t>
            </a:r>
            <a:r>
              <a:rPr lang="en-GB" sz="4000" b="1" noProof="0" dirty="0" err="1">
                <a:solidFill>
                  <a:schemeClr val="bg1"/>
                </a:solidFill>
              </a:rPr>
              <a:t>amet</a:t>
            </a:r>
            <a:r>
              <a:rPr lang="en-GB" sz="4000" b="1" noProof="0" dirty="0">
                <a:solidFill>
                  <a:schemeClr val="bg1"/>
                </a:solidFill>
              </a:rPr>
              <a:t>, et </a:t>
            </a:r>
            <a:r>
              <a:rPr lang="en-GB" sz="4000" b="1" noProof="0" dirty="0" err="1">
                <a:solidFill>
                  <a:schemeClr val="bg1"/>
                </a:solidFill>
              </a:rPr>
              <a:t>justo</a:t>
            </a:r>
            <a:r>
              <a:rPr lang="en-GB" sz="4000" b="1" noProof="0" dirty="0">
                <a:solidFill>
                  <a:schemeClr val="bg1"/>
                </a:solidFill>
              </a:rPr>
              <a:t> </a:t>
            </a:r>
            <a:r>
              <a:rPr lang="en-GB" sz="4000" b="1" noProof="0" dirty="0" err="1">
                <a:solidFill>
                  <a:schemeClr val="bg1"/>
                </a:solidFill>
              </a:rPr>
              <a:t>sadipscing</a:t>
            </a:r>
            <a:r>
              <a:rPr lang="en-GB" sz="4000" b="1" noProof="0" dirty="0">
                <a:solidFill>
                  <a:schemeClr val="bg1"/>
                </a:solidFill>
              </a:rPr>
              <a:t> </a:t>
            </a:r>
            <a:r>
              <a:rPr lang="en-GB" sz="4000" b="1" noProof="0" dirty="0" err="1">
                <a:solidFill>
                  <a:schemeClr val="bg1"/>
                </a:solidFill>
              </a:rPr>
              <a:t>elitr</a:t>
            </a:r>
            <a:endParaRPr lang="en-GB" sz="4000" b="1" noProof="0" dirty="0">
              <a:solidFill>
                <a:schemeClr val="bg1"/>
              </a:solidFill>
            </a:endParaRPr>
          </a:p>
        </p:txBody>
      </p:sp>
      <p:cxnSp>
        <p:nvCxnSpPr>
          <p:cNvPr id="25" name="Gerader Verbinder 14">
            <a:extLst>
              <a:ext uri="{FF2B5EF4-FFF2-40B4-BE49-F238E27FC236}">
                <a16:creationId xmlns:a16="http://schemas.microsoft.com/office/drawing/2014/main" id="{7A349039-D4EE-5E6D-DB3C-0F32F7F4E4EF}"/>
              </a:ext>
            </a:extLst>
          </p:cNvPr>
          <p:cNvCxnSpPr>
            <a:cxnSpLocks/>
          </p:cNvCxnSpPr>
          <p:nvPr/>
        </p:nvCxnSpPr>
        <p:spPr>
          <a:xfrm>
            <a:off x="529159" y="2466435"/>
            <a:ext cx="54000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26" name="Textfeld 15">
            <a:extLst>
              <a:ext uri="{FF2B5EF4-FFF2-40B4-BE49-F238E27FC236}">
                <a16:creationId xmlns:a16="http://schemas.microsoft.com/office/drawing/2014/main" id="{833DA0D6-99F2-3066-C2A2-A9EE3EE14AD9}"/>
              </a:ext>
            </a:extLst>
          </p:cNvPr>
          <p:cNvSpPr txBox="1"/>
          <p:nvPr/>
        </p:nvSpPr>
        <p:spPr>
          <a:xfrm>
            <a:off x="529158" y="2688037"/>
            <a:ext cx="5565600" cy="369332"/>
          </a:xfrm>
          <a:prstGeom prst="rect">
            <a:avLst/>
          </a:prstGeom>
          <a:noFill/>
        </p:spPr>
        <p:txBody>
          <a:bodyPr wrap="square" lIns="0" tIns="0" rIns="0" bIns="0" rtlCol="0">
            <a:spAutoFit/>
          </a:bodyPr>
          <a:lstStyle/>
          <a:p>
            <a:r>
              <a:rPr lang="en-GB" sz="2400" noProof="0" dirty="0">
                <a:solidFill>
                  <a:schemeClr val="bg1"/>
                </a:solidFill>
              </a:rPr>
              <a:t>Lorem Ipsum </a:t>
            </a:r>
            <a:r>
              <a:rPr lang="en-GB" sz="2400" noProof="0" dirty="0" err="1">
                <a:solidFill>
                  <a:schemeClr val="bg1"/>
                </a:solidFill>
              </a:rPr>
              <a:t>dolor</a:t>
            </a:r>
            <a:r>
              <a:rPr lang="en-GB" sz="2400" noProof="0" dirty="0">
                <a:solidFill>
                  <a:schemeClr val="bg1"/>
                </a:solidFill>
              </a:rPr>
              <a:t> sit </a:t>
            </a:r>
            <a:r>
              <a:rPr lang="en-GB" sz="2400" noProof="0" dirty="0" err="1">
                <a:solidFill>
                  <a:schemeClr val="bg1"/>
                </a:solidFill>
              </a:rPr>
              <a:t>amet</a:t>
            </a:r>
            <a:endParaRPr lang="en-GB" sz="2400" noProof="0" dirty="0">
              <a:solidFill>
                <a:schemeClr val="bg1"/>
              </a:solidFill>
            </a:endParaRPr>
          </a:p>
        </p:txBody>
      </p:sp>
      <p:pic>
        <p:nvPicPr>
          <p:cNvPr id="30" name="Graphic 29">
            <a:extLst>
              <a:ext uri="{FF2B5EF4-FFF2-40B4-BE49-F238E27FC236}">
                <a16:creationId xmlns:a16="http://schemas.microsoft.com/office/drawing/2014/main" id="{E195F3C0-2C30-EFFA-BBC3-EF1415EAE0C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91813" y="6223000"/>
            <a:ext cx="1498600" cy="635000"/>
          </a:xfrm>
          <a:prstGeom prst="rect">
            <a:avLst/>
          </a:prstGeom>
        </p:spPr>
      </p:pic>
      <p:sp>
        <p:nvSpPr>
          <p:cNvPr id="2" name="Foliennummernplatzhalter 7">
            <a:extLst>
              <a:ext uri="{FF2B5EF4-FFF2-40B4-BE49-F238E27FC236}">
                <a16:creationId xmlns:a16="http://schemas.microsoft.com/office/drawing/2014/main" id="{08C70DAF-2FC3-1CDF-83B9-40635AF09CDC}"/>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solidFill>
                  <a:schemeClr val="bg1"/>
                </a:solidFill>
              </a:rPr>
              <a:pPr/>
              <a:t>13</a:t>
            </a:fld>
            <a:endParaRPr lang="de-DE">
              <a:solidFill>
                <a:schemeClr val="bg1"/>
              </a:solidFill>
            </a:endParaRPr>
          </a:p>
        </p:txBody>
      </p:sp>
    </p:spTree>
    <p:extLst>
      <p:ext uri="{BB962C8B-B14F-4D97-AF65-F5344CB8AC3E}">
        <p14:creationId xmlns:p14="http://schemas.microsoft.com/office/powerpoint/2010/main" val="2094464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6349FF10-CFDA-C118-D32A-D3C77CFBC2F6}"/>
              </a:ext>
            </a:extLst>
          </p:cNvPr>
          <p:cNvSpPr/>
          <p:nvPr/>
        </p:nvSpPr>
        <p:spPr>
          <a:xfrm>
            <a:off x="4295775" y="2024063"/>
            <a:ext cx="7380287" cy="417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fik 7" descr="Ein Bild, das Himmel, draußen, Wolke, Stadtgebiet enthält.&#10;&#10;KI-generierte Inhalte können fehlerhaft sein.">
            <a:extLst>
              <a:ext uri="{FF2B5EF4-FFF2-40B4-BE49-F238E27FC236}">
                <a16:creationId xmlns:a16="http://schemas.microsoft.com/office/drawing/2014/main" id="{A0DE207D-F8B5-8EFE-0D44-83B4FC46A284}"/>
              </a:ext>
            </a:extLst>
          </p:cNvPr>
          <p:cNvPicPr>
            <a:picLocks noChangeAspect="1"/>
          </p:cNvPicPr>
          <p:nvPr/>
        </p:nvPicPr>
        <p:blipFill>
          <a:blip r:embed="rId3">
            <a:extLst>
              <a:ext uri="{28A0092B-C50C-407E-A947-70E740481C1C}">
                <a14:useLocalDpi xmlns:a14="http://schemas.microsoft.com/office/drawing/2010/main" val="0"/>
              </a:ext>
            </a:extLst>
          </a:blip>
          <a:srcRect l="46275" r="32029" b="45676"/>
          <a:stretch/>
        </p:blipFill>
        <p:spPr>
          <a:xfrm>
            <a:off x="1" y="-1"/>
            <a:ext cx="4114800" cy="6858001"/>
          </a:xfrm>
          <a:prstGeom prst="rect">
            <a:avLst/>
          </a:prstGeom>
        </p:spPr>
      </p:pic>
      <p:sp>
        <p:nvSpPr>
          <p:cNvPr id="2" name="Titel 1">
            <a:extLst>
              <a:ext uri="{FF2B5EF4-FFF2-40B4-BE49-F238E27FC236}">
                <a16:creationId xmlns:a16="http://schemas.microsoft.com/office/drawing/2014/main" id="{EC39ED48-204B-52FB-967F-5DAA14B75EF1}"/>
              </a:ext>
            </a:extLst>
          </p:cNvPr>
          <p:cNvSpPr>
            <a:spLocks noGrp="1"/>
          </p:cNvSpPr>
          <p:nvPr>
            <p:ph type="title"/>
          </p:nvPr>
        </p:nvSpPr>
        <p:spPr>
          <a:xfrm>
            <a:off x="4295775" y="540000"/>
            <a:ext cx="7380288" cy="817200"/>
          </a:xfrm>
        </p:spPr>
        <p:txBody>
          <a:bodyPr/>
          <a:lstStyle/>
          <a:p>
            <a:r>
              <a:rPr lang="en-US" dirty="0"/>
              <a:t>Lorem ipsum dolor sit </a:t>
            </a:r>
            <a:r>
              <a:rPr lang="en-US" dirty="0" err="1"/>
              <a:t>amet</a:t>
            </a:r>
            <a:r>
              <a:rPr lang="en-US" dirty="0"/>
              <a:t>, </a:t>
            </a:r>
            <a:r>
              <a:rPr lang="en-US" dirty="0" err="1"/>
              <a:t>consetetur</a:t>
            </a:r>
            <a:r>
              <a:rPr lang="en-US" dirty="0"/>
              <a:t> </a:t>
            </a:r>
            <a:br>
              <a:rPr lang="en-US" dirty="0"/>
            </a:br>
            <a:r>
              <a:rPr lang="en-US" dirty="0" err="1"/>
              <a:t>sadipscing</a:t>
            </a:r>
            <a:r>
              <a:rPr lang="en-US" dirty="0"/>
              <a:t> </a:t>
            </a:r>
            <a:r>
              <a:rPr lang="en-US" dirty="0" err="1"/>
              <a:t>elitr</a:t>
            </a:r>
            <a:r>
              <a:rPr lang="en-US" dirty="0"/>
              <a:t>, diam </a:t>
            </a:r>
            <a:r>
              <a:rPr lang="en-US" dirty="0" err="1"/>
              <a:t>nonumy</a:t>
            </a:r>
            <a:r>
              <a:rPr lang="en-US" dirty="0"/>
              <a:t> </a:t>
            </a:r>
            <a:r>
              <a:rPr lang="en-US" dirty="0" err="1"/>
              <a:t>eirmod</a:t>
            </a:r>
            <a:r>
              <a:rPr lang="en-US" dirty="0"/>
              <a:t> </a:t>
            </a:r>
            <a:br>
              <a:rPr lang="en-US" dirty="0"/>
            </a:br>
            <a:r>
              <a:rPr lang="en-US" dirty="0" err="1"/>
              <a:t>tempor</a:t>
            </a:r>
            <a:r>
              <a:rPr lang="en-US" dirty="0"/>
              <a:t> </a:t>
            </a:r>
            <a:r>
              <a:rPr lang="en-US" dirty="0" err="1"/>
              <a:t>invidunt</a:t>
            </a:r>
            <a:r>
              <a:rPr lang="en-US" dirty="0"/>
              <a:t> labore et dolore </a:t>
            </a:r>
            <a:r>
              <a:rPr lang="en-US" dirty="0" err="1"/>
              <a:t>vero</a:t>
            </a:r>
            <a:endParaRPr lang="de-DE" dirty="0"/>
          </a:p>
        </p:txBody>
      </p:sp>
      <p:sp>
        <p:nvSpPr>
          <p:cNvPr id="9" name="Textfeld 8">
            <a:extLst>
              <a:ext uri="{FF2B5EF4-FFF2-40B4-BE49-F238E27FC236}">
                <a16:creationId xmlns:a16="http://schemas.microsoft.com/office/drawing/2014/main" id="{9F855698-48E0-6DB1-74C6-E6D8EBA341D7}"/>
              </a:ext>
            </a:extLst>
          </p:cNvPr>
          <p:cNvSpPr txBox="1"/>
          <p:nvPr/>
        </p:nvSpPr>
        <p:spPr>
          <a:xfrm>
            <a:off x="514351" y="1965896"/>
            <a:ext cx="3600450" cy="1754326"/>
          </a:xfrm>
          <a:prstGeom prst="rect">
            <a:avLst/>
          </a:prstGeom>
          <a:noFill/>
        </p:spPr>
        <p:txBody>
          <a:bodyPr wrap="square" lIns="0" tIns="0" rIns="0" bIns="0" rtlCol="0">
            <a:spAutoFit/>
          </a:bodyPr>
          <a:lstStyle/>
          <a:p>
            <a:pPr>
              <a:lnSpc>
                <a:spcPct val="95000"/>
              </a:lnSpc>
            </a:pPr>
            <a:r>
              <a:rPr lang="en-US" sz="2400" dirty="0">
                <a:solidFill>
                  <a:schemeClr val="bg1"/>
                </a:solidFill>
              </a:rPr>
              <a:t>Lorem ipsum </a:t>
            </a:r>
            <a:r>
              <a:rPr lang="en-US" sz="2400" b="1" dirty="0">
                <a:solidFill>
                  <a:schemeClr val="bg1"/>
                </a:solidFill>
              </a:rPr>
              <a:t>dolor </a:t>
            </a:r>
            <a:br>
              <a:rPr lang="en-US" sz="2400" b="1" dirty="0">
                <a:solidFill>
                  <a:schemeClr val="bg1"/>
                </a:solidFill>
              </a:rPr>
            </a:br>
            <a:r>
              <a:rPr lang="en-US" sz="2400" b="1" dirty="0">
                <a:solidFill>
                  <a:schemeClr val="bg1"/>
                </a:solidFill>
              </a:rPr>
              <a:t>sit </a:t>
            </a:r>
            <a:r>
              <a:rPr lang="en-US" sz="2400" b="1" dirty="0" err="1">
                <a:solidFill>
                  <a:schemeClr val="bg1"/>
                </a:solidFill>
              </a:rPr>
              <a:t>amet</a:t>
            </a:r>
            <a:r>
              <a:rPr lang="en-US" sz="2400" b="1" dirty="0">
                <a:solidFill>
                  <a:schemeClr val="bg1"/>
                </a:solidFill>
              </a:rPr>
              <a:t>,</a:t>
            </a:r>
            <a:r>
              <a:rPr lang="en-US" sz="2400" dirty="0">
                <a:solidFill>
                  <a:schemeClr val="bg1"/>
                </a:solidFill>
              </a:rPr>
              <a:t> </a:t>
            </a:r>
            <a:r>
              <a:rPr lang="en-US" sz="2400" dirty="0" err="1">
                <a:solidFill>
                  <a:schemeClr val="bg1"/>
                </a:solidFill>
              </a:rPr>
              <a:t>consetetur</a:t>
            </a:r>
            <a:r>
              <a:rPr lang="en-US" sz="2400" dirty="0">
                <a:solidFill>
                  <a:schemeClr val="bg1"/>
                </a:solidFill>
              </a:rPr>
              <a:t> </a:t>
            </a:r>
            <a:r>
              <a:rPr lang="en-US" sz="2400" b="1" dirty="0" err="1">
                <a:solidFill>
                  <a:schemeClr val="bg1"/>
                </a:solidFill>
              </a:rPr>
              <a:t>sadipscing</a:t>
            </a:r>
            <a:r>
              <a:rPr lang="en-US" sz="2400" b="1" dirty="0">
                <a:solidFill>
                  <a:schemeClr val="bg1"/>
                </a:solidFill>
              </a:rPr>
              <a:t> </a:t>
            </a:r>
            <a:r>
              <a:rPr lang="en-US" sz="2400" b="1" dirty="0" err="1">
                <a:solidFill>
                  <a:schemeClr val="bg1"/>
                </a:solidFill>
              </a:rPr>
              <a:t>elitr</a:t>
            </a:r>
            <a:r>
              <a:rPr lang="en-US" sz="2400" b="1" dirty="0">
                <a:solidFill>
                  <a:schemeClr val="bg1"/>
                </a:solidFill>
              </a:rPr>
              <a:t>, sed </a:t>
            </a:r>
            <a:r>
              <a:rPr lang="en-US" sz="2400" dirty="0">
                <a:solidFill>
                  <a:schemeClr val="bg1"/>
                </a:solidFill>
              </a:rPr>
              <a:t>diam </a:t>
            </a:r>
            <a:r>
              <a:rPr lang="en-US" sz="2400" dirty="0" err="1">
                <a:solidFill>
                  <a:schemeClr val="bg1"/>
                </a:solidFill>
              </a:rPr>
              <a:t>nonumy</a:t>
            </a:r>
            <a:r>
              <a:rPr lang="en-US" sz="2400" dirty="0">
                <a:solidFill>
                  <a:schemeClr val="bg1"/>
                </a:solidFill>
              </a:rPr>
              <a:t> </a:t>
            </a:r>
            <a:r>
              <a:rPr lang="en-US" sz="2400" dirty="0" err="1">
                <a:solidFill>
                  <a:schemeClr val="bg1"/>
                </a:solidFill>
              </a:rPr>
              <a:t>eirmod</a:t>
            </a:r>
            <a:r>
              <a:rPr lang="en-US" sz="2400" dirty="0">
                <a:solidFill>
                  <a:schemeClr val="bg1"/>
                </a:solidFill>
              </a:rPr>
              <a:t> </a:t>
            </a:r>
            <a:r>
              <a:rPr lang="en-US" sz="2400" b="1" dirty="0" err="1">
                <a:solidFill>
                  <a:schemeClr val="bg1"/>
                </a:solidFill>
              </a:rPr>
              <a:t>tempor</a:t>
            </a:r>
            <a:r>
              <a:rPr lang="en-US" sz="2400" b="1" dirty="0">
                <a:solidFill>
                  <a:schemeClr val="bg1"/>
                </a:solidFill>
              </a:rPr>
              <a:t> </a:t>
            </a:r>
            <a:r>
              <a:rPr lang="en-US" sz="2400" b="1" dirty="0" err="1">
                <a:solidFill>
                  <a:schemeClr val="bg1"/>
                </a:solidFill>
              </a:rPr>
              <a:t>invidunt</a:t>
            </a:r>
            <a:r>
              <a:rPr lang="en-US" sz="2400" b="1" dirty="0">
                <a:solidFill>
                  <a:schemeClr val="bg1"/>
                </a:solidFill>
              </a:rPr>
              <a:t> </a:t>
            </a:r>
            <a:r>
              <a:rPr lang="en-US" sz="2400" dirty="0" err="1">
                <a:solidFill>
                  <a:schemeClr val="bg1"/>
                </a:solidFill>
              </a:rPr>
              <a:t>ut</a:t>
            </a:r>
            <a:endParaRPr lang="en-US" sz="2400" baseline="30000" dirty="0">
              <a:solidFill>
                <a:schemeClr val="bg1"/>
              </a:solidFill>
            </a:endParaRPr>
          </a:p>
        </p:txBody>
      </p:sp>
      <p:graphicFrame>
        <p:nvGraphicFramePr>
          <p:cNvPr id="11" name="Tabelle 10">
            <a:extLst>
              <a:ext uri="{FF2B5EF4-FFF2-40B4-BE49-F238E27FC236}">
                <a16:creationId xmlns:a16="http://schemas.microsoft.com/office/drawing/2014/main" id="{6179B24B-0EF7-C576-B9BF-1E7A316198AF}"/>
              </a:ext>
            </a:extLst>
          </p:cNvPr>
          <p:cNvGraphicFramePr>
            <a:graphicFrameLocks noGrp="1"/>
          </p:cNvGraphicFramePr>
          <p:nvPr/>
        </p:nvGraphicFramePr>
        <p:xfrm>
          <a:off x="4439774" y="2166816"/>
          <a:ext cx="7092287" cy="3585879"/>
        </p:xfrm>
        <a:graphic>
          <a:graphicData uri="http://schemas.openxmlformats.org/drawingml/2006/table">
            <a:tbl>
              <a:tblPr firstRow="1" bandRow="1">
                <a:tableStyleId>{5C22544A-7EE6-4342-B048-85BDC9FD1C3A}</a:tableStyleId>
              </a:tblPr>
              <a:tblGrid>
                <a:gridCol w="1866392">
                  <a:extLst>
                    <a:ext uri="{9D8B030D-6E8A-4147-A177-3AD203B41FA5}">
                      <a16:colId xmlns:a16="http://schemas.microsoft.com/office/drawing/2014/main" val="411402726"/>
                    </a:ext>
                  </a:extLst>
                </a:gridCol>
                <a:gridCol w="4255371">
                  <a:extLst>
                    <a:ext uri="{9D8B030D-6E8A-4147-A177-3AD203B41FA5}">
                      <a16:colId xmlns:a16="http://schemas.microsoft.com/office/drawing/2014/main" val="894871734"/>
                    </a:ext>
                  </a:extLst>
                </a:gridCol>
                <a:gridCol w="970524">
                  <a:extLst>
                    <a:ext uri="{9D8B030D-6E8A-4147-A177-3AD203B41FA5}">
                      <a16:colId xmlns:a16="http://schemas.microsoft.com/office/drawing/2014/main" val="1295051906"/>
                    </a:ext>
                  </a:extLst>
                </a:gridCol>
              </a:tblGrid>
              <a:tr h="508505">
                <a:tc>
                  <a:txBody>
                    <a:bodyPr/>
                    <a:lstStyle/>
                    <a:p>
                      <a:pPr>
                        <a:lnSpc>
                          <a:spcPct val="110000"/>
                        </a:lnSpc>
                      </a:pPr>
                      <a:r>
                        <a:rPr lang="de-DE" err="1">
                          <a:solidFill>
                            <a:schemeClr val="accent1"/>
                          </a:solidFill>
                        </a:rPr>
                        <a:t>Lorem</a:t>
                      </a:r>
                      <a:r>
                        <a:rPr lang="de-DE">
                          <a:solidFill>
                            <a:schemeClr val="accent1"/>
                          </a:solidFill>
                        </a:rPr>
                        <a:t> Ipsum</a:t>
                      </a:r>
                      <a:endParaRPr lang="en-US">
                        <a:solidFill>
                          <a:schemeClr val="accent1"/>
                        </a:solidFill>
                      </a:endParaRPr>
                    </a:p>
                  </a:txBody>
                  <a:tcPr marL="0" marR="72000" marT="0" marB="72000">
                    <a:lnB w="19050" cap="flat" cmpd="sng" algn="ctr">
                      <a:solidFill>
                        <a:schemeClr val="accent5"/>
                      </a:solidFill>
                      <a:prstDash val="solid"/>
                      <a:round/>
                      <a:headEnd type="none" w="med" len="med"/>
                      <a:tailEnd type="none" w="med" len="med"/>
                    </a:lnB>
                    <a:solidFill>
                      <a:schemeClr val="bg1"/>
                    </a:solidFill>
                  </a:tcPr>
                </a:tc>
                <a:tc>
                  <a:txBody>
                    <a:bodyPr/>
                    <a:lstStyle/>
                    <a:p>
                      <a:pPr>
                        <a:lnSpc>
                          <a:spcPct val="110000"/>
                        </a:lnSpc>
                      </a:pPr>
                      <a:r>
                        <a:rPr lang="de-DE" err="1">
                          <a:solidFill>
                            <a:schemeClr val="accent1"/>
                          </a:solidFill>
                        </a:rPr>
                        <a:t>Lorem</a:t>
                      </a:r>
                      <a:r>
                        <a:rPr lang="de-DE">
                          <a:solidFill>
                            <a:schemeClr val="accent1"/>
                          </a:solidFill>
                        </a:rPr>
                        <a:t> Ipsum </a:t>
                      </a:r>
                      <a:r>
                        <a:rPr lang="de-DE" err="1">
                          <a:solidFill>
                            <a:schemeClr val="accent1"/>
                          </a:solidFill>
                        </a:rPr>
                        <a:t>dolor</a:t>
                      </a:r>
                      <a:r>
                        <a:rPr lang="de-DE">
                          <a:solidFill>
                            <a:schemeClr val="accent1"/>
                          </a:solidFill>
                        </a:rPr>
                        <a:t> </a:t>
                      </a:r>
                      <a:r>
                        <a:rPr lang="de-DE" err="1">
                          <a:solidFill>
                            <a:schemeClr val="accent1"/>
                          </a:solidFill>
                        </a:rPr>
                        <a:t>sit</a:t>
                      </a:r>
                      <a:r>
                        <a:rPr lang="de-DE">
                          <a:solidFill>
                            <a:schemeClr val="accent1"/>
                          </a:solidFill>
                        </a:rPr>
                        <a:t> </a:t>
                      </a:r>
                      <a:r>
                        <a:rPr lang="de-DE" err="1">
                          <a:solidFill>
                            <a:schemeClr val="accent1"/>
                          </a:solidFill>
                        </a:rPr>
                        <a:t>amet</a:t>
                      </a:r>
                      <a:r>
                        <a:rPr lang="de-DE">
                          <a:solidFill>
                            <a:schemeClr val="accent1"/>
                          </a:solidFill>
                        </a:rPr>
                        <a:t> </a:t>
                      </a:r>
                      <a:r>
                        <a:rPr lang="de-DE" err="1">
                          <a:solidFill>
                            <a:schemeClr val="accent1"/>
                          </a:solidFill>
                        </a:rPr>
                        <a:t>justo</a:t>
                      </a:r>
                      <a:endParaRPr lang="en-US">
                        <a:solidFill>
                          <a:schemeClr val="accent1"/>
                        </a:solidFill>
                      </a:endParaRPr>
                    </a:p>
                  </a:txBody>
                  <a:tcPr marL="0" marR="72000" marT="0" marB="72000">
                    <a:lnB w="19050" cap="flat" cmpd="sng" algn="ctr">
                      <a:solidFill>
                        <a:schemeClr val="accent5"/>
                      </a:solidFill>
                      <a:prstDash val="solid"/>
                      <a:round/>
                      <a:headEnd type="none" w="med" len="med"/>
                      <a:tailEnd type="none" w="med" len="med"/>
                    </a:lnB>
                    <a:solidFill>
                      <a:schemeClr val="bg1"/>
                    </a:solidFill>
                  </a:tcPr>
                </a:tc>
                <a:tc>
                  <a:txBody>
                    <a:bodyPr/>
                    <a:lstStyle/>
                    <a:p>
                      <a:pPr>
                        <a:lnSpc>
                          <a:spcPct val="110000"/>
                        </a:lnSpc>
                      </a:pPr>
                      <a:r>
                        <a:rPr lang="de-DE" err="1">
                          <a:solidFill>
                            <a:schemeClr val="accent1"/>
                          </a:solidFill>
                        </a:rPr>
                        <a:t>Lorem</a:t>
                      </a:r>
                      <a:endParaRPr lang="en-US">
                        <a:solidFill>
                          <a:schemeClr val="accent1"/>
                        </a:solidFill>
                      </a:endParaRPr>
                    </a:p>
                  </a:txBody>
                  <a:tcPr marL="0" marR="72000" marT="0" marB="72000">
                    <a:lnB w="1905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156493197"/>
                  </a:ext>
                </a:extLst>
              </a:tr>
              <a:tr h="1439619">
                <a:tc>
                  <a:txBody>
                    <a:bodyPr/>
                    <a:lstStyle/>
                    <a:p>
                      <a:pPr marL="0" marR="0" lvl="0" indent="0" algn="l" defTabSz="914309" rtl="0" eaLnBrk="1" fontAlgn="auto" latinLnBrk="0" hangingPunct="1">
                        <a:lnSpc>
                          <a:spcPct val="110000"/>
                        </a:lnSpc>
                        <a:spcBef>
                          <a:spcPts val="0"/>
                        </a:spcBef>
                        <a:spcAft>
                          <a:spcPts val="0"/>
                        </a:spcAft>
                        <a:buClrTx/>
                        <a:buSzTx/>
                        <a:buFontTx/>
                        <a:buNone/>
                        <a:tabLst/>
                        <a:defRPr/>
                      </a:pPr>
                      <a:r>
                        <a:rPr lang="de-DE" err="1"/>
                        <a:t>Lorem</a:t>
                      </a:r>
                      <a:r>
                        <a:rPr lang="de-DE"/>
                        <a:t> Ipsum</a:t>
                      </a:r>
                      <a:br>
                        <a:rPr lang="de-DE"/>
                      </a:br>
                      <a:r>
                        <a:rPr lang="de-DE" err="1"/>
                        <a:t>sit</a:t>
                      </a:r>
                      <a:r>
                        <a:rPr lang="de-DE"/>
                        <a:t> </a:t>
                      </a:r>
                      <a:r>
                        <a:rPr lang="de-DE" err="1"/>
                        <a:t>amet</a:t>
                      </a:r>
                      <a:r>
                        <a:rPr lang="de-DE"/>
                        <a:t> </a:t>
                      </a:r>
                      <a:r>
                        <a:rPr lang="de-DE" err="1"/>
                        <a:t>justo</a:t>
                      </a:r>
                      <a:r>
                        <a:rPr lang="de-DE"/>
                        <a:t> </a:t>
                      </a:r>
                      <a:endParaRPr lang="en-US"/>
                    </a:p>
                  </a:txBody>
                  <a:tcPr marL="0" marR="72000" marT="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marL="182563" indent="-182563">
                        <a:lnSpc>
                          <a:spcPct val="110000"/>
                        </a:lnSpc>
                        <a:buClr>
                          <a:schemeClr val="accent1"/>
                        </a:buClr>
                        <a:buFont typeface="Wingdings" panose="05000000000000000000" pitchFamily="2" charset="2"/>
                        <a:buChar char="§"/>
                        <a:tabLst/>
                      </a:pPr>
                      <a:r>
                        <a:rPr lang="pt-BR"/>
                        <a:t>sed diam nonumy magna aliquyam </a:t>
                      </a:r>
                    </a:p>
                    <a:p>
                      <a:pPr marL="182563" indent="-182563">
                        <a:lnSpc>
                          <a:spcPct val="110000"/>
                        </a:lnSpc>
                        <a:buClr>
                          <a:schemeClr val="accent1"/>
                        </a:buClr>
                        <a:buFont typeface="Wingdings" panose="05000000000000000000" pitchFamily="2" charset="2"/>
                        <a:buChar char="§"/>
                        <a:tabLst/>
                      </a:pPr>
                      <a:r>
                        <a:rPr lang="pt-BR"/>
                        <a:t>eirmod tempor ut labore et dolore</a:t>
                      </a:r>
                    </a:p>
                    <a:p>
                      <a:pPr marL="182563" indent="-182563">
                        <a:lnSpc>
                          <a:spcPct val="110000"/>
                        </a:lnSpc>
                        <a:buClr>
                          <a:schemeClr val="accent1"/>
                        </a:buClr>
                        <a:buFont typeface="Wingdings" panose="05000000000000000000" pitchFamily="2" charset="2"/>
                        <a:buChar char="§"/>
                        <a:tabLst/>
                      </a:pPr>
                      <a:r>
                        <a:rPr lang="pt-BR"/>
                        <a:t>magna aliquyam erat invidunt sed</a:t>
                      </a:r>
                    </a:p>
                    <a:p>
                      <a:pPr marL="182563" indent="-182563">
                        <a:lnSpc>
                          <a:spcPct val="110000"/>
                        </a:lnSpc>
                        <a:buClr>
                          <a:schemeClr val="accent1"/>
                        </a:buClr>
                        <a:buFont typeface="Wingdings" panose="05000000000000000000" pitchFamily="2" charset="2"/>
                        <a:buChar char="§"/>
                        <a:tabLst/>
                      </a:pPr>
                      <a:r>
                        <a:rPr lang="pt-BR"/>
                        <a:t>invidunt sed diam tua</a:t>
                      </a:r>
                      <a:endParaRPr lang="en-US"/>
                    </a:p>
                  </a:txBody>
                  <a:tcPr marL="0" marR="72000" marT="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a:lnSpc>
                          <a:spcPct val="110000"/>
                        </a:lnSpc>
                      </a:pPr>
                      <a:r>
                        <a:rPr lang="de-DE"/>
                        <a:t>2026</a:t>
                      </a:r>
                      <a:endParaRPr lang="en-US"/>
                    </a:p>
                  </a:txBody>
                  <a:tcPr marL="0" marR="72000" marT="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685015148"/>
                  </a:ext>
                </a:extLst>
              </a:tr>
              <a:tr h="1129250">
                <a:tc>
                  <a:txBody>
                    <a:bodyPr/>
                    <a:lstStyle/>
                    <a:p>
                      <a:pPr>
                        <a:lnSpc>
                          <a:spcPct val="110000"/>
                        </a:lnSpc>
                      </a:pPr>
                      <a:r>
                        <a:rPr lang="de-DE" err="1"/>
                        <a:t>Lorem</a:t>
                      </a:r>
                      <a:r>
                        <a:rPr lang="de-DE"/>
                        <a:t> Ipsum</a:t>
                      </a:r>
                      <a:br>
                        <a:rPr lang="de-DE"/>
                      </a:br>
                      <a:r>
                        <a:rPr lang="de-DE" err="1"/>
                        <a:t>sit</a:t>
                      </a:r>
                      <a:r>
                        <a:rPr lang="de-DE"/>
                        <a:t> </a:t>
                      </a:r>
                      <a:r>
                        <a:rPr lang="de-DE" err="1"/>
                        <a:t>amet</a:t>
                      </a:r>
                      <a:r>
                        <a:rPr lang="de-DE"/>
                        <a:t> </a:t>
                      </a:r>
                      <a:r>
                        <a:rPr lang="de-DE" err="1"/>
                        <a:t>justo</a:t>
                      </a:r>
                      <a:r>
                        <a:rPr lang="de-DE"/>
                        <a:t> </a:t>
                      </a:r>
                      <a:endParaRPr lang="en-US"/>
                    </a:p>
                  </a:txBody>
                  <a:tcPr marL="0" marR="72000" marT="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marL="185738" indent="-185738">
                        <a:lnSpc>
                          <a:spcPct val="110000"/>
                        </a:lnSpc>
                        <a:buClr>
                          <a:schemeClr val="accent1"/>
                        </a:buClr>
                        <a:buFont typeface="Wingdings" panose="05000000000000000000" pitchFamily="2" charset="2"/>
                        <a:buChar char="§"/>
                        <a:tabLst/>
                      </a:pPr>
                      <a:r>
                        <a:rPr lang="pt-BR"/>
                        <a:t>magna aliquyam erat magna</a:t>
                      </a:r>
                    </a:p>
                    <a:p>
                      <a:pPr marL="185738" indent="-185738">
                        <a:lnSpc>
                          <a:spcPct val="110000"/>
                        </a:lnSpc>
                        <a:buClr>
                          <a:schemeClr val="accent1"/>
                        </a:buClr>
                        <a:buFont typeface="Wingdings" panose="05000000000000000000" pitchFamily="2" charset="2"/>
                        <a:buChar char="§"/>
                        <a:tabLst/>
                      </a:pPr>
                      <a:r>
                        <a:rPr lang="pt-BR"/>
                        <a:t>invidunt sed diam tua sed diam </a:t>
                      </a:r>
                    </a:p>
                    <a:p>
                      <a:pPr marL="185738" marR="0" lvl="0" indent="-185738" algn="l" defTabSz="914309" rtl="0" eaLnBrk="1" fontAlgn="auto" latinLnBrk="0" hangingPunct="1">
                        <a:lnSpc>
                          <a:spcPct val="110000"/>
                        </a:lnSpc>
                        <a:spcBef>
                          <a:spcPts val="0"/>
                        </a:spcBef>
                        <a:spcAft>
                          <a:spcPts val="0"/>
                        </a:spcAft>
                        <a:buClr>
                          <a:schemeClr val="accent1"/>
                        </a:buClr>
                        <a:buSzTx/>
                        <a:buFont typeface="Wingdings" panose="05000000000000000000" pitchFamily="2" charset="2"/>
                        <a:buChar char="§"/>
                        <a:tabLst/>
                        <a:defRPr/>
                      </a:pPr>
                      <a:r>
                        <a:rPr lang="pt-BR"/>
                        <a:t>magna aliquyam erat magna</a:t>
                      </a:r>
                    </a:p>
                  </a:txBody>
                  <a:tcPr marL="0" marR="72000" marT="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a:lnSpc>
                          <a:spcPct val="110000"/>
                        </a:lnSpc>
                      </a:pPr>
                      <a:r>
                        <a:rPr lang="de-DE"/>
                        <a:t>2023</a:t>
                      </a:r>
                      <a:endParaRPr lang="en-US"/>
                    </a:p>
                  </a:txBody>
                  <a:tcPr marL="0" marR="72000" marT="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134797145"/>
                  </a:ext>
                </a:extLst>
              </a:tr>
              <a:tr h="508505">
                <a:tc>
                  <a:txBody>
                    <a:bodyPr/>
                    <a:lstStyle/>
                    <a:p>
                      <a:pPr>
                        <a:lnSpc>
                          <a:spcPct val="110000"/>
                        </a:lnSpc>
                      </a:pPr>
                      <a:r>
                        <a:rPr lang="de-DE" err="1"/>
                        <a:t>Lorem</a:t>
                      </a:r>
                      <a:r>
                        <a:rPr lang="de-DE"/>
                        <a:t> Ipsum</a:t>
                      </a:r>
                      <a:endParaRPr lang="en-US"/>
                    </a:p>
                  </a:txBody>
                  <a:tcPr marL="0" marR="72000" marT="0" marB="72000" anchor="ctr">
                    <a:lnT w="19050" cap="flat" cmpd="sng" algn="ctr">
                      <a:solidFill>
                        <a:schemeClr val="accent5"/>
                      </a:solidFill>
                      <a:prstDash val="solid"/>
                      <a:round/>
                      <a:headEnd type="none" w="med" len="med"/>
                      <a:tailEnd type="none" w="med" len="med"/>
                    </a:lnT>
                    <a:solidFill>
                      <a:schemeClr val="bg1"/>
                    </a:solidFill>
                  </a:tcPr>
                </a:tc>
                <a:tc>
                  <a:txBody>
                    <a:bodyPr/>
                    <a:lstStyle/>
                    <a:p>
                      <a:pPr>
                        <a:lnSpc>
                          <a:spcPct val="110000"/>
                        </a:lnSpc>
                      </a:pPr>
                      <a:r>
                        <a:rPr lang="de-DE" dirty="0" err="1"/>
                        <a:t>Lorem</a:t>
                      </a:r>
                      <a:r>
                        <a:rPr lang="de-DE" dirty="0"/>
                        <a:t> Ipsum</a:t>
                      </a:r>
                      <a:endParaRPr lang="en-US" dirty="0"/>
                    </a:p>
                  </a:txBody>
                  <a:tcPr marL="0" marR="72000" marT="0" marB="72000" anchor="ctr">
                    <a:lnT w="19050" cap="flat" cmpd="sng" algn="ctr">
                      <a:solidFill>
                        <a:schemeClr val="accent5"/>
                      </a:solidFill>
                      <a:prstDash val="solid"/>
                      <a:round/>
                      <a:headEnd type="none" w="med" len="med"/>
                      <a:tailEnd type="none" w="med" len="med"/>
                    </a:lnT>
                    <a:solidFill>
                      <a:schemeClr val="bg1"/>
                    </a:solidFill>
                  </a:tcPr>
                </a:tc>
                <a:tc>
                  <a:txBody>
                    <a:bodyPr/>
                    <a:lstStyle/>
                    <a:p>
                      <a:pPr>
                        <a:lnSpc>
                          <a:spcPct val="110000"/>
                        </a:lnSpc>
                      </a:pPr>
                      <a:r>
                        <a:rPr lang="de-DE" dirty="0"/>
                        <a:t>2023</a:t>
                      </a:r>
                      <a:endParaRPr lang="en-US" dirty="0"/>
                    </a:p>
                  </a:txBody>
                  <a:tcPr marL="0" marR="72000" marT="0" marB="72000" anchor="ctr">
                    <a:lnT w="19050" cap="flat" cmpd="sng" algn="ctr">
                      <a:solidFill>
                        <a:schemeClr val="accent5"/>
                      </a:solidFill>
                      <a:prstDash val="solid"/>
                      <a:round/>
                      <a:headEnd type="none" w="med" len="med"/>
                      <a:tailEnd type="none" w="med" len="med"/>
                    </a:lnT>
                    <a:solidFill>
                      <a:schemeClr val="bg1"/>
                    </a:solidFill>
                  </a:tcPr>
                </a:tc>
                <a:extLst>
                  <a:ext uri="{0D108BD9-81ED-4DB2-BD59-A6C34878D82A}">
                    <a16:rowId xmlns:a16="http://schemas.microsoft.com/office/drawing/2014/main" val="2897765383"/>
                  </a:ext>
                </a:extLst>
              </a:tr>
            </a:tbl>
          </a:graphicData>
        </a:graphic>
      </p:graphicFrame>
      <p:grpSp>
        <p:nvGrpSpPr>
          <p:cNvPr id="17" name="Group 16">
            <a:extLst>
              <a:ext uri="{FF2B5EF4-FFF2-40B4-BE49-F238E27FC236}">
                <a16:creationId xmlns:a16="http://schemas.microsoft.com/office/drawing/2014/main" id="{FDF920AB-C367-8CB2-B10A-574FC1295FF0}"/>
              </a:ext>
            </a:extLst>
          </p:cNvPr>
          <p:cNvGrpSpPr/>
          <p:nvPr/>
        </p:nvGrpSpPr>
        <p:grpSpPr>
          <a:xfrm>
            <a:off x="-2716306" y="2024063"/>
            <a:ext cx="2683808" cy="1761233"/>
            <a:chOff x="-2716306" y="1537138"/>
            <a:chExt cx="2683808" cy="1761233"/>
          </a:xfrm>
          <a:solidFill>
            <a:schemeClr val="accent4"/>
          </a:solidFill>
        </p:grpSpPr>
        <p:sp>
          <p:nvSpPr>
            <p:cNvPr id="18" name="Rectangle 17">
              <a:extLst>
                <a:ext uri="{FF2B5EF4-FFF2-40B4-BE49-F238E27FC236}">
                  <a16:creationId xmlns:a16="http://schemas.microsoft.com/office/drawing/2014/main" id="{B7CFD18C-C3A9-60FE-F303-FD1C9B0559DD}"/>
                </a:ext>
              </a:extLst>
            </p:cNvPr>
            <p:cNvSpPr/>
            <p:nvPr/>
          </p:nvSpPr>
          <p:spPr>
            <a:xfrm>
              <a:off x="-2716306" y="1537138"/>
              <a:ext cx="2339904" cy="1761233"/>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t">
              <a:spAutoFit/>
            </a:bodyPr>
            <a:lstStyle/>
            <a:p>
              <a:pPr>
                <a:spcBef>
                  <a:spcPts val="600"/>
                </a:spcBef>
              </a:pPr>
              <a:r>
                <a:rPr lang="en-US" sz="1600" b="1" dirty="0">
                  <a:solidFill>
                    <a:schemeClr val="tx1"/>
                  </a:solidFill>
                </a:rPr>
                <a:t>Key Points</a:t>
              </a:r>
            </a:p>
            <a:p>
              <a:pPr>
                <a:spcBef>
                  <a:spcPts val="600"/>
                </a:spcBef>
              </a:pPr>
              <a:r>
                <a:rPr lang="en-US" sz="1200" dirty="0">
                  <a:solidFill>
                    <a:schemeClr val="tx1"/>
                  </a:solidFill>
                </a:rPr>
                <a:t>Place key points on the left for better readability. Use white boxes to highlight them and create separation from other content. Alternatively, pair key points with imagery for even greater impact.</a:t>
              </a:r>
            </a:p>
          </p:txBody>
        </p:sp>
        <p:sp>
          <p:nvSpPr>
            <p:cNvPr id="19" name="Triangle 18">
              <a:extLst>
                <a:ext uri="{FF2B5EF4-FFF2-40B4-BE49-F238E27FC236}">
                  <a16:creationId xmlns:a16="http://schemas.microsoft.com/office/drawing/2014/main" id="{3184DEA8-1A6B-3D82-4075-5C3412F14B85}"/>
                </a:ext>
              </a:extLst>
            </p:cNvPr>
            <p:cNvSpPr/>
            <p:nvPr/>
          </p:nvSpPr>
          <p:spPr>
            <a:xfrm rot="5400000">
              <a:off x="-403914" y="2245802"/>
              <a:ext cx="398928" cy="34390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 name="Group 6">
            <a:extLst>
              <a:ext uri="{FF2B5EF4-FFF2-40B4-BE49-F238E27FC236}">
                <a16:creationId xmlns:a16="http://schemas.microsoft.com/office/drawing/2014/main" id="{1BFC4EB1-2397-A281-04D0-7BFA069574F7}"/>
              </a:ext>
            </a:extLst>
          </p:cNvPr>
          <p:cNvGrpSpPr/>
          <p:nvPr/>
        </p:nvGrpSpPr>
        <p:grpSpPr>
          <a:xfrm>
            <a:off x="-2716306" y="611528"/>
            <a:ext cx="2683808" cy="1022569"/>
            <a:chOff x="-2716306" y="0"/>
            <a:chExt cx="2683808" cy="1022569"/>
          </a:xfrm>
          <a:solidFill>
            <a:schemeClr val="accent4"/>
          </a:solidFill>
        </p:grpSpPr>
        <p:sp>
          <p:nvSpPr>
            <p:cNvPr id="4" name="Rectangle 11">
              <a:extLst>
                <a:ext uri="{FF2B5EF4-FFF2-40B4-BE49-F238E27FC236}">
                  <a16:creationId xmlns:a16="http://schemas.microsoft.com/office/drawing/2014/main" id="{B9569EE1-718C-78EB-980E-C71E2AE22628}"/>
                </a:ext>
              </a:extLst>
            </p:cNvPr>
            <p:cNvSpPr/>
            <p:nvPr/>
          </p:nvSpPr>
          <p:spPr>
            <a:xfrm>
              <a:off x="-2716306" y="0"/>
              <a:ext cx="2339904" cy="102256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t">
              <a:spAutoFit/>
            </a:bodyPr>
            <a:lstStyle/>
            <a:p>
              <a:pPr>
                <a:spcBef>
                  <a:spcPts val="600"/>
                </a:spcBef>
              </a:pPr>
              <a:r>
                <a:rPr lang="en-US" sz="1600" b="1" dirty="0">
                  <a:solidFill>
                    <a:schemeClr val="tx1"/>
                  </a:solidFill>
                </a:rPr>
                <a:t>Title Position</a:t>
              </a:r>
            </a:p>
            <a:p>
              <a:pPr>
                <a:spcBef>
                  <a:spcPts val="600"/>
                </a:spcBef>
              </a:pPr>
              <a:r>
                <a:rPr lang="en-US" sz="1200" dirty="0">
                  <a:solidFill>
                    <a:schemeClr val="tx1"/>
                  </a:solidFill>
                </a:rPr>
                <a:t>Titles are placed in the top left unless key imagery or points need this space.</a:t>
              </a:r>
            </a:p>
          </p:txBody>
        </p:sp>
        <p:sp>
          <p:nvSpPr>
            <p:cNvPr id="5" name="Triangle 12">
              <a:extLst>
                <a:ext uri="{FF2B5EF4-FFF2-40B4-BE49-F238E27FC236}">
                  <a16:creationId xmlns:a16="http://schemas.microsoft.com/office/drawing/2014/main" id="{1DBEBAA3-DE3A-2C33-79D6-3EEF3F101D37}"/>
                </a:ext>
              </a:extLst>
            </p:cNvPr>
            <p:cNvSpPr/>
            <p:nvPr/>
          </p:nvSpPr>
          <p:spPr>
            <a:xfrm rot="5400000">
              <a:off x="-403914" y="339332"/>
              <a:ext cx="398928" cy="34390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Foliennummernplatzhalter 7">
            <a:extLst>
              <a:ext uri="{FF2B5EF4-FFF2-40B4-BE49-F238E27FC236}">
                <a16:creationId xmlns:a16="http://schemas.microsoft.com/office/drawing/2014/main" id="{13059B61-595C-3C03-5B22-FEDE1FE65113}"/>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solidFill>
                  <a:schemeClr val="bg1"/>
                </a:solidFill>
              </a:rPr>
              <a:pPr/>
              <a:t>14</a:t>
            </a:fld>
            <a:endParaRPr lang="de-DE">
              <a:solidFill>
                <a:schemeClr val="bg1"/>
              </a:solidFill>
            </a:endParaRPr>
          </a:p>
        </p:txBody>
      </p:sp>
    </p:spTree>
    <p:extLst>
      <p:ext uri="{BB962C8B-B14F-4D97-AF65-F5344CB8AC3E}">
        <p14:creationId xmlns:p14="http://schemas.microsoft.com/office/powerpoint/2010/main" val="23602278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Grafik 31">
            <a:extLst>
              <a:ext uri="{FF2B5EF4-FFF2-40B4-BE49-F238E27FC236}">
                <a16:creationId xmlns:a16="http://schemas.microsoft.com/office/drawing/2014/main" id="{7B37513F-E4AF-6A1A-2B5F-C08CFDE6865F}"/>
              </a:ext>
            </a:extLst>
          </p:cNvPr>
          <p:cNvPicPr>
            <a:picLocks noChangeAspect="1"/>
          </p:cNvPicPr>
          <p:nvPr/>
        </p:nvPicPr>
        <p:blipFill rotWithShape="1">
          <a:blip r:embed="rId2">
            <a:extLst>
              <a:ext uri="{28A0092B-C50C-407E-A947-70E740481C1C}">
                <a14:useLocalDpi xmlns:a14="http://schemas.microsoft.com/office/drawing/2010/main" val="0"/>
              </a:ext>
            </a:extLst>
          </a:blip>
          <a:srcRect l="7215" t="15355" r="22510" b="25345"/>
          <a:stretch/>
        </p:blipFill>
        <p:spPr>
          <a:xfrm>
            <a:off x="-1" y="-1"/>
            <a:ext cx="12190413" cy="6858001"/>
          </a:xfrm>
          <a:prstGeom prst="rect">
            <a:avLst/>
          </a:prstGeom>
        </p:spPr>
      </p:pic>
      <p:sp>
        <p:nvSpPr>
          <p:cNvPr id="8" name="Rechteck 7">
            <a:extLst>
              <a:ext uri="{FF2B5EF4-FFF2-40B4-BE49-F238E27FC236}">
                <a16:creationId xmlns:a16="http://schemas.microsoft.com/office/drawing/2014/main" id="{07930761-A98D-C566-CFA6-B32608A565D3}"/>
              </a:ext>
            </a:extLst>
          </p:cNvPr>
          <p:cNvSpPr/>
          <p:nvPr/>
        </p:nvSpPr>
        <p:spPr>
          <a:xfrm>
            <a:off x="514350" y="1"/>
            <a:ext cx="5489575"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 name="Textfeld 8">
            <a:extLst>
              <a:ext uri="{FF2B5EF4-FFF2-40B4-BE49-F238E27FC236}">
                <a16:creationId xmlns:a16="http://schemas.microsoft.com/office/drawing/2014/main" id="{BE8A5AE6-AC00-8B9D-377C-6005A3663803}"/>
              </a:ext>
            </a:extLst>
          </p:cNvPr>
          <p:cNvSpPr txBox="1"/>
          <p:nvPr/>
        </p:nvSpPr>
        <p:spPr>
          <a:xfrm>
            <a:off x="1035936" y="1115403"/>
            <a:ext cx="4653663" cy="3216265"/>
          </a:xfrm>
          <a:prstGeom prst="rect">
            <a:avLst/>
          </a:prstGeom>
          <a:noFill/>
        </p:spPr>
        <p:txBody>
          <a:bodyPr wrap="square" lIns="0" tIns="0" rIns="0" bIns="0" rtlCol="0">
            <a:spAutoFit/>
          </a:bodyPr>
          <a:lstStyle/>
          <a:p>
            <a:pPr>
              <a:lnSpc>
                <a:spcPct val="95000"/>
              </a:lnSpc>
            </a:pPr>
            <a:r>
              <a:rPr lang="en-GB" sz="4400" b="1" noProof="0" dirty="0"/>
              <a:t>Lorem ipsum </a:t>
            </a:r>
            <a:br>
              <a:rPr lang="en-GB" sz="4400" b="1" noProof="0" dirty="0"/>
            </a:br>
            <a:r>
              <a:rPr lang="en-GB" sz="4400" b="1" noProof="0" dirty="0" err="1"/>
              <a:t>dolor</a:t>
            </a:r>
            <a:r>
              <a:rPr lang="en-GB" sz="4400" b="1" noProof="0" dirty="0"/>
              <a:t> sit </a:t>
            </a:r>
            <a:r>
              <a:rPr lang="en-GB" sz="4400" b="1" noProof="0" dirty="0" err="1"/>
              <a:t>amet</a:t>
            </a:r>
            <a:r>
              <a:rPr lang="en-GB" sz="4400" b="1" noProof="0" dirty="0"/>
              <a:t>, </a:t>
            </a:r>
            <a:br>
              <a:rPr lang="en-GB" sz="4400" b="1" noProof="0" dirty="0"/>
            </a:br>
            <a:r>
              <a:rPr lang="en-GB" sz="4400" b="1" noProof="0" dirty="0" err="1"/>
              <a:t>consetetur</a:t>
            </a:r>
            <a:r>
              <a:rPr lang="en-GB" sz="4400" b="1" noProof="0" dirty="0"/>
              <a:t> jus </a:t>
            </a:r>
            <a:r>
              <a:rPr lang="en-GB" sz="4400" b="1" noProof="0" dirty="0" err="1"/>
              <a:t>sadipscing</a:t>
            </a:r>
            <a:r>
              <a:rPr lang="en-GB" sz="4400" b="1" noProof="0" dirty="0"/>
              <a:t> </a:t>
            </a:r>
            <a:r>
              <a:rPr lang="en-GB" sz="4400" b="1" noProof="0" dirty="0" err="1"/>
              <a:t>elitr</a:t>
            </a:r>
            <a:r>
              <a:rPr lang="en-GB" sz="4400" b="1" noProof="0" dirty="0"/>
              <a:t> </a:t>
            </a:r>
            <a:r>
              <a:rPr lang="en-GB" sz="4400" b="1" noProof="0" dirty="0" err="1"/>
              <a:t>nonumy</a:t>
            </a:r>
            <a:endParaRPr lang="en-GB" sz="4400" b="1" noProof="0" dirty="0"/>
          </a:p>
        </p:txBody>
      </p:sp>
      <p:grpSp>
        <p:nvGrpSpPr>
          <p:cNvPr id="2" name="Group 1">
            <a:extLst>
              <a:ext uri="{FF2B5EF4-FFF2-40B4-BE49-F238E27FC236}">
                <a16:creationId xmlns:a16="http://schemas.microsoft.com/office/drawing/2014/main" id="{AAC12214-CD74-4B6F-8682-BC7BCD9D3F65}"/>
              </a:ext>
            </a:extLst>
          </p:cNvPr>
          <p:cNvGrpSpPr/>
          <p:nvPr/>
        </p:nvGrpSpPr>
        <p:grpSpPr>
          <a:xfrm>
            <a:off x="-2716306" y="3591266"/>
            <a:ext cx="2683808" cy="1022569"/>
            <a:chOff x="-2716306" y="0"/>
            <a:chExt cx="2683808" cy="1022569"/>
          </a:xfrm>
          <a:solidFill>
            <a:schemeClr val="accent4"/>
          </a:solidFill>
        </p:grpSpPr>
        <p:sp>
          <p:nvSpPr>
            <p:cNvPr id="3" name="Rectangle 2">
              <a:extLst>
                <a:ext uri="{FF2B5EF4-FFF2-40B4-BE49-F238E27FC236}">
                  <a16:creationId xmlns:a16="http://schemas.microsoft.com/office/drawing/2014/main" id="{C0773366-2E85-7DF7-C37A-B0756EA40690}"/>
                </a:ext>
              </a:extLst>
            </p:cNvPr>
            <p:cNvSpPr/>
            <p:nvPr/>
          </p:nvSpPr>
          <p:spPr>
            <a:xfrm>
              <a:off x="-2716306" y="0"/>
              <a:ext cx="2339904" cy="1022569"/>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t">
              <a:spAutoFit/>
            </a:bodyPr>
            <a:lstStyle/>
            <a:p>
              <a:pPr>
                <a:spcBef>
                  <a:spcPts val="600"/>
                </a:spcBef>
              </a:pPr>
              <a:r>
                <a:rPr lang="en-US" sz="1600" b="1" dirty="0">
                  <a:solidFill>
                    <a:schemeClr val="tx1"/>
                  </a:solidFill>
                </a:rPr>
                <a:t>Layering Content</a:t>
              </a:r>
            </a:p>
            <a:p>
              <a:pPr>
                <a:spcBef>
                  <a:spcPts val="600"/>
                </a:spcBef>
              </a:pPr>
              <a:r>
                <a:rPr lang="en-US" sz="1200" dirty="0">
                  <a:solidFill>
                    <a:schemeClr val="tx1"/>
                  </a:solidFill>
                </a:rPr>
                <a:t>Placing a large text quote box over an image adds depth and creates a more impactful slide.</a:t>
              </a:r>
            </a:p>
          </p:txBody>
        </p:sp>
        <p:sp>
          <p:nvSpPr>
            <p:cNvPr id="4" name="Triangle 3">
              <a:extLst>
                <a:ext uri="{FF2B5EF4-FFF2-40B4-BE49-F238E27FC236}">
                  <a16:creationId xmlns:a16="http://schemas.microsoft.com/office/drawing/2014/main" id="{840C5A27-61BE-E7AC-CC18-6179CE37C790}"/>
                </a:ext>
              </a:extLst>
            </p:cNvPr>
            <p:cNvSpPr/>
            <p:nvPr/>
          </p:nvSpPr>
          <p:spPr>
            <a:xfrm rot="5400000">
              <a:off x="-403914" y="339332"/>
              <a:ext cx="398928" cy="34390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11" name="Graphic 10">
            <a:extLst>
              <a:ext uri="{FF2B5EF4-FFF2-40B4-BE49-F238E27FC236}">
                <a16:creationId xmlns:a16="http://schemas.microsoft.com/office/drawing/2014/main" id="{B918C6C6-EBEF-EE5C-CF1E-4117B3885AB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91813" y="6223000"/>
            <a:ext cx="1498600" cy="635000"/>
          </a:xfrm>
          <a:prstGeom prst="rect">
            <a:avLst/>
          </a:prstGeom>
        </p:spPr>
      </p:pic>
      <p:sp>
        <p:nvSpPr>
          <p:cNvPr id="12" name="Foliennummernplatzhalter 7">
            <a:extLst>
              <a:ext uri="{FF2B5EF4-FFF2-40B4-BE49-F238E27FC236}">
                <a16:creationId xmlns:a16="http://schemas.microsoft.com/office/drawing/2014/main" id="{1AFE35AE-B5EB-A587-E3E8-B04E4765D77F}"/>
              </a:ext>
            </a:extLst>
          </p:cNvPr>
          <p:cNvSpPr>
            <a:spLocks noGrp="1"/>
          </p:cNvSpPr>
          <p:nvPr>
            <p:ph type="sldNum" sz="quarter" idx="4"/>
          </p:nvPr>
        </p:nvSpPr>
        <p:spPr>
          <a:prstGeom prst="rect">
            <a:avLst/>
          </a:prstGeom>
        </p:spPr>
        <p:txBody>
          <a:bodyPr lIns="0" tIns="0" rIns="0" bIns="0" anchor="b"/>
          <a:lstStyle>
            <a:lvl1pPr>
              <a:defRPr sz="800" b="1"/>
            </a:lvl1pPr>
          </a:lstStyle>
          <a:p>
            <a:fld id="{82EA1D04-CA53-4DE3-84A8-2B63E41036C9}" type="slidenum">
              <a:rPr lang="de-DE" smtClean="0"/>
              <a:pPr/>
              <a:t>15</a:t>
            </a:fld>
            <a:endParaRPr lang="de-DE"/>
          </a:p>
        </p:txBody>
      </p:sp>
      <p:grpSp>
        <p:nvGrpSpPr>
          <p:cNvPr id="5" name="Group 4">
            <a:extLst>
              <a:ext uri="{FF2B5EF4-FFF2-40B4-BE49-F238E27FC236}">
                <a16:creationId xmlns:a16="http://schemas.microsoft.com/office/drawing/2014/main" id="{87F7249C-E8A5-994D-9B8B-A4D2F59DB715}"/>
              </a:ext>
            </a:extLst>
          </p:cNvPr>
          <p:cNvGrpSpPr/>
          <p:nvPr/>
        </p:nvGrpSpPr>
        <p:grpSpPr>
          <a:xfrm>
            <a:off x="-2716306" y="2024063"/>
            <a:ext cx="2683808" cy="1207235"/>
            <a:chOff x="-2716306" y="0"/>
            <a:chExt cx="2683808" cy="1207235"/>
          </a:xfrm>
          <a:solidFill>
            <a:schemeClr val="accent4"/>
          </a:solidFill>
        </p:grpSpPr>
        <p:sp>
          <p:nvSpPr>
            <p:cNvPr id="6" name="Rectangle 5">
              <a:extLst>
                <a:ext uri="{FF2B5EF4-FFF2-40B4-BE49-F238E27FC236}">
                  <a16:creationId xmlns:a16="http://schemas.microsoft.com/office/drawing/2014/main" id="{1092A6BE-23A0-59B6-426B-EA22F9D7EC64}"/>
                </a:ext>
              </a:extLst>
            </p:cNvPr>
            <p:cNvSpPr/>
            <p:nvPr/>
          </p:nvSpPr>
          <p:spPr>
            <a:xfrm>
              <a:off x="-2716306" y="0"/>
              <a:ext cx="2339904" cy="1207235"/>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t">
              <a:spAutoFit/>
            </a:bodyPr>
            <a:lstStyle/>
            <a:p>
              <a:pPr>
                <a:spcBef>
                  <a:spcPts val="600"/>
                </a:spcBef>
              </a:pPr>
              <a:r>
                <a:rPr lang="en-US" sz="1600" b="1" dirty="0">
                  <a:solidFill>
                    <a:schemeClr val="tx1"/>
                  </a:solidFill>
                </a:rPr>
                <a:t>Image with Text</a:t>
              </a:r>
            </a:p>
            <a:p>
              <a:pPr>
                <a:spcBef>
                  <a:spcPts val="600"/>
                </a:spcBef>
              </a:pPr>
              <a:r>
                <a:rPr lang="en-US" sz="1200" dirty="0">
                  <a:solidFill>
                    <a:schemeClr val="tx1"/>
                  </a:solidFill>
                </a:rPr>
                <a:t>If an image doesn’t support overlaid text, use a tinted box to keep the messaging clear and readable.</a:t>
              </a:r>
            </a:p>
          </p:txBody>
        </p:sp>
        <p:sp>
          <p:nvSpPr>
            <p:cNvPr id="7" name="Triangle 6">
              <a:extLst>
                <a:ext uri="{FF2B5EF4-FFF2-40B4-BE49-F238E27FC236}">
                  <a16:creationId xmlns:a16="http://schemas.microsoft.com/office/drawing/2014/main" id="{74289B85-675A-4554-1987-671540059AFE}"/>
                </a:ext>
              </a:extLst>
            </p:cNvPr>
            <p:cNvSpPr/>
            <p:nvPr/>
          </p:nvSpPr>
          <p:spPr>
            <a:xfrm rot="5400000">
              <a:off x="-403914" y="431562"/>
              <a:ext cx="398928" cy="34390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5047111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platzhalter 2">
            <a:extLst>
              <a:ext uri="{FF2B5EF4-FFF2-40B4-BE49-F238E27FC236}">
                <a16:creationId xmlns:a16="http://schemas.microsoft.com/office/drawing/2014/main" id="{7DD3480C-CCBC-06D1-44F7-DAC4C40E05F7}"/>
              </a:ext>
            </a:extLst>
          </p:cNvPr>
          <p:cNvSpPr>
            <a:spLocks noGrp="1"/>
          </p:cNvSpPr>
          <p:nvPr>
            <p:ph type="body" sz="quarter" idx="15"/>
          </p:nvPr>
        </p:nvSpPr>
        <p:spPr>
          <a:xfrm>
            <a:off x="514349" y="514287"/>
            <a:ext cx="5580857" cy="643253"/>
          </a:xfrm>
        </p:spPr>
        <p:txBody>
          <a:bodyPr/>
          <a:lstStyle/>
          <a:p>
            <a:r>
              <a:rPr lang="en-US" dirty="0"/>
              <a:t>Editable Layouts</a:t>
            </a:r>
            <a:endParaRPr lang="de-DE" dirty="0"/>
          </a:p>
        </p:txBody>
      </p:sp>
      <p:cxnSp>
        <p:nvCxnSpPr>
          <p:cNvPr id="20" name="Gerader Verbinder 5">
            <a:extLst>
              <a:ext uri="{FF2B5EF4-FFF2-40B4-BE49-F238E27FC236}">
                <a16:creationId xmlns:a16="http://schemas.microsoft.com/office/drawing/2014/main" id="{3301AACB-8E6E-FBCB-B04D-8A4BEAFBCDA6}"/>
              </a:ext>
            </a:extLst>
          </p:cNvPr>
          <p:cNvCxnSpPr>
            <a:cxnSpLocks/>
          </p:cNvCxnSpPr>
          <p:nvPr/>
        </p:nvCxnSpPr>
        <p:spPr>
          <a:xfrm>
            <a:off x="514348" y="1341946"/>
            <a:ext cx="72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 Placeholder 2">
            <a:extLst>
              <a:ext uri="{FF2B5EF4-FFF2-40B4-BE49-F238E27FC236}">
                <a16:creationId xmlns:a16="http://schemas.microsoft.com/office/drawing/2014/main" id="{3FE2604A-BDCA-67E4-BBF6-16CE830C9816}"/>
              </a:ext>
            </a:extLst>
          </p:cNvPr>
          <p:cNvSpPr txBox="1">
            <a:spLocks/>
          </p:cNvSpPr>
          <p:nvPr/>
        </p:nvSpPr>
        <p:spPr>
          <a:xfrm>
            <a:off x="513780" y="1590812"/>
            <a:ext cx="6017649" cy="2998465"/>
          </a:xfrm>
          <a:prstGeom prst="rect">
            <a:avLst/>
          </a:prstGeom>
        </p:spPr>
        <p:txBody>
          <a:bodyPr lIns="0" tIns="0" rIns="0" bIns="0"/>
          <a:lstStyle>
            <a:lvl1pPr marL="228577" indent="-228577" algn="l" defTabSz="914309" rtl="0" eaLnBrk="1" latinLnBrk="0" hangingPunct="1">
              <a:lnSpc>
                <a:spcPct val="90000"/>
              </a:lnSpc>
              <a:spcBef>
                <a:spcPts val="1000"/>
              </a:spcBef>
              <a:buClr>
                <a:schemeClr val="accent1"/>
              </a:buClr>
              <a:buFont typeface="Wingdings" panose="05000000000000000000" pitchFamily="2" charset="2"/>
              <a:buChar char=""/>
              <a:defRPr sz="2000" kern="1200" baseline="0">
                <a:solidFill>
                  <a:schemeClr val="tx1"/>
                </a:solidFill>
                <a:latin typeface="+mn-lt"/>
                <a:ea typeface="+mn-ea"/>
                <a:cs typeface="+mn-cs"/>
              </a:defRPr>
            </a:lvl1pPr>
            <a:lvl2pPr marL="685731" indent="-228577" algn="l" defTabSz="914309" rtl="0" eaLnBrk="1" latinLnBrk="0" hangingPunct="1">
              <a:lnSpc>
                <a:spcPct val="90000"/>
              </a:lnSpc>
              <a:spcBef>
                <a:spcPts val="500"/>
              </a:spcBef>
              <a:buClr>
                <a:schemeClr val="accent1"/>
              </a:buClr>
              <a:buFont typeface="Wingdings 3" panose="05040102010807070707" pitchFamily="18" charset="2"/>
              <a:buChar char=""/>
              <a:defRPr sz="2000" kern="1200" baseline="0">
                <a:solidFill>
                  <a:schemeClr val="tx1"/>
                </a:solidFill>
                <a:latin typeface="+mn-lt"/>
                <a:ea typeface="+mn-ea"/>
                <a:cs typeface="+mn-cs"/>
              </a:defRPr>
            </a:lvl2pPr>
            <a:lvl3pPr marL="1142886" indent="-228577" algn="l" defTabSz="914309" rtl="0" eaLnBrk="1" latinLnBrk="0" hangingPunct="1">
              <a:lnSpc>
                <a:spcPct val="90000"/>
              </a:lnSpc>
              <a:spcBef>
                <a:spcPts val="500"/>
              </a:spcBef>
              <a:buClr>
                <a:schemeClr val="accent1"/>
              </a:buClr>
              <a:buFont typeface="Wingdings" panose="05000000000000000000" pitchFamily="2" charset="2"/>
              <a:buChar char=""/>
              <a:defRPr sz="2000" kern="1200" baseline="0">
                <a:solidFill>
                  <a:schemeClr val="tx1"/>
                </a:solidFill>
                <a:latin typeface="+mn-lt"/>
                <a:ea typeface="+mn-ea"/>
                <a:cs typeface="+mn-cs"/>
              </a:defRPr>
            </a:lvl3pPr>
            <a:lvl4pPr marL="1600040" indent="-228577" algn="l" defTabSz="914309" rtl="0" eaLnBrk="1" latinLnBrk="0" hangingPunct="1">
              <a:lnSpc>
                <a:spcPct val="90000"/>
              </a:lnSpc>
              <a:spcBef>
                <a:spcPts val="500"/>
              </a:spcBef>
              <a:buClr>
                <a:schemeClr val="tx1"/>
              </a:buClr>
              <a:buFont typeface="Arial" panose="020B0604020202020204" pitchFamily="34" charset="0"/>
              <a:buChar char="–"/>
              <a:defRPr sz="2000" kern="1200" baseline="0">
                <a:solidFill>
                  <a:schemeClr val="tx1"/>
                </a:solidFill>
                <a:latin typeface="+mn-lt"/>
                <a:ea typeface="+mn-ea"/>
                <a:cs typeface="+mn-cs"/>
              </a:defRPr>
            </a:lvl4pPr>
            <a:lvl5pPr marL="2057194" indent="-228577" algn="l" defTabSz="914309" rtl="0" eaLnBrk="1" latinLnBrk="0" hangingPunct="1">
              <a:lnSpc>
                <a:spcPct val="90000"/>
              </a:lnSpc>
              <a:spcBef>
                <a:spcPts val="500"/>
              </a:spcBef>
              <a:buClr>
                <a:schemeClr val="tx1"/>
              </a:buClr>
              <a:buFont typeface="Arial" panose="020B0604020202020204" pitchFamily="34" charset="0"/>
              <a:buChar char="–"/>
              <a:defRPr sz="2000" kern="1200" baseline="0">
                <a:solidFill>
                  <a:schemeClr val="tx1"/>
                </a:solidFill>
                <a:latin typeface="+mn-lt"/>
                <a:ea typeface="+mn-ea"/>
                <a:cs typeface="+mn-cs"/>
              </a:defRPr>
            </a:lvl5pPr>
            <a:lvl6pPr marL="2514349" indent="-228577" algn="l" defTabSz="914309" rtl="0" eaLnBrk="1" latinLnBrk="0" hangingPunct="1">
              <a:lnSpc>
                <a:spcPct val="90000"/>
              </a:lnSpc>
              <a:spcBef>
                <a:spcPts val="500"/>
              </a:spcBef>
              <a:buFont typeface="Arial" panose="020B0604020202020204" pitchFamily="34" charset="0"/>
              <a:buChar char="•"/>
              <a:defRPr sz="2000" kern="1200" baseline="0">
                <a:solidFill>
                  <a:schemeClr val="tx1"/>
                </a:solidFill>
                <a:latin typeface="+mn-lt"/>
                <a:ea typeface="+mn-ea"/>
                <a:cs typeface="+mn-cs"/>
              </a:defRPr>
            </a:lvl6pPr>
            <a:lvl7pPr marL="2971503" indent="-228577" algn="l" defTabSz="914309" rtl="0" eaLnBrk="1" latinLnBrk="0" hangingPunct="1">
              <a:lnSpc>
                <a:spcPct val="90000"/>
              </a:lnSpc>
              <a:spcBef>
                <a:spcPts val="500"/>
              </a:spcBef>
              <a:buFont typeface="Arial" panose="020B0604020202020204" pitchFamily="34" charset="0"/>
              <a:buChar char="•"/>
              <a:defRPr sz="2000" kern="1200" baseline="0">
                <a:solidFill>
                  <a:schemeClr val="tx1"/>
                </a:solidFill>
                <a:latin typeface="+mn-lt"/>
                <a:ea typeface="+mn-ea"/>
                <a:cs typeface="+mn-cs"/>
              </a:defRPr>
            </a:lvl7pPr>
            <a:lvl8pPr marL="3428657" indent="-228577" algn="l" defTabSz="914309" rtl="0" eaLnBrk="1" latinLnBrk="0" hangingPunct="1">
              <a:lnSpc>
                <a:spcPct val="90000"/>
              </a:lnSpc>
              <a:spcBef>
                <a:spcPts val="500"/>
              </a:spcBef>
              <a:buFont typeface="Arial" panose="020B0604020202020204" pitchFamily="34" charset="0"/>
              <a:buChar char="•"/>
              <a:defRPr sz="2000" kern="1200" baseline="0">
                <a:solidFill>
                  <a:schemeClr val="tx1"/>
                </a:solidFill>
                <a:latin typeface="+mn-lt"/>
                <a:ea typeface="+mn-ea"/>
                <a:cs typeface="+mn-cs"/>
              </a:defRPr>
            </a:lvl8pPr>
            <a:lvl9pPr marL="3885811" indent="-228577" algn="l" defTabSz="914309" rtl="0" eaLnBrk="1" latinLnBrk="0" hangingPunct="1">
              <a:lnSpc>
                <a:spcPct val="90000"/>
              </a:lnSpc>
              <a:spcBef>
                <a:spcPts val="500"/>
              </a:spcBef>
              <a:buFont typeface="Arial" panose="020B0604020202020204" pitchFamily="34" charset="0"/>
              <a:buChar char="•"/>
              <a:defRPr sz="2000" kern="1200" baseline="0">
                <a:solidFill>
                  <a:schemeClr val="tx1"/>
                </a:solidFill>
                <a:latin typeface="+mn-lt"/>
                <a:ea typeface="+mn-ea"/>
                <a:cs typeface="+mn-cs"/>
              </a:defRPr>
            </a:lvl9pPr>
          </a:lstStyle>
          <a:p>
            <a:pPr marL="0" indent="0" algn="l">
              <a:lnSpc>
                <a:spcPct val="95000"/>
              </a:lnSpc>
              <a:buNone/>
            </a:pPr>
            <a:r>
              <a:rPr lang="en-GB" sz="2800" dirty="0">
                <a:latin typeface="Arial" panose="020B0604020202020204" pitchFamily="34" charset="0"/>
                <a:cs typeface="Arial" panose="020B0604020202020204" pitchFamily="34" charset="0"/>
              </a:rPr>
              <a:t>The following slides adopt the design updates highlighted in the above sections and are all editable. Feel free to add your own content and adapt them for your presentation.</a:t>
            </a:r>
            <a:endParaRPr lang="en-GB" sz="2800" dirty="0">
              <a:highlight>
                <a:srgbClr val="FFFF00"/>
              </a:highligh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83767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platzhalter 3">
            <a:extLst>
              <a:ext uri="{FF2B5EF4-FFF2-40B4-BE49-F238E27FC236}">
                <a16:creationId xmlns:a16="http://schemas.microsoft.com/office/drawing/2014/main" id="{F50D6A10-AB33-C22B-5220-412D4EF3FBD7}"/>
              </a:ext>
            </a:extLst>
          </p:cNvPr>
          <p:cNvSpPr>
            <a:spLocks noGrp="1"/>
          </p:cNvSpPr>
          <p:nvPr>
            <p:ph type="body" sz="quarter" idx="14"/>
          </p:nvPr>
        </p:nvSpPr>
        <p:spPr>
          <a:prstGeom prst="rect">
            <a:avLst/>
          </a:prstGeom>
        </p:spPr>
        <p:txBody>
          <a:bodyPr/>
          <a:lstStyle/>
          <a:p>
            <a:r>
              <a:rPr lang="en-GB" sz="3200" noProof="0" dirty="0"/>
              <a:t>February 00, 2025</a:t>
            </a:r>
          </a:p>
        </p:txBody>
      </p:sp>
      <p:sp>
        <p:nvSpPr>
          <p:cNvPr id="5" name="Textplatzhalter 4">
            <a:extLst>
              <a:ext uri="{FF2B5EF4-FFF2-40B4-BE49-F238E27FC236}">
                <a16:creationId xmlns:a16="http://schemas.microsoft.com/office/drawing/2014/main" id="{61A89D18-C7C1-2022-EB61-F82ACE967519}"/>
              </a:ext>
            </a:extLst>
          </p:cNvPr>
          <p:cNvSpPr>
            <a:spLocks noGrp="1"/>
          </p:cNvSpPr>
          <p:nvPr>
            <p:ph type="body" sz="quarter" idx="15"/>
          </p:nvPr>
        </p:nvSpPr>
        <p:spPr/>
        <p:txBody>
          <a:bodyPr/>
          <a:lstStyle/>
          <a:p>
            <a:pPr>
              <a:lnSpc>
                <a:spcPct val="95000"/>
              </a:lnSpc>
            </a:pPr>
            <a:r>
              <a:rPr lang="en-GB" sz="4400" b="1" noProof="0" dirty="0"/>
              <a:t>Lorem ipsum </a:t>
            </a:r>
            <a:r>
              <a:rPr lang="en-GB" sz="4400" b="1" noProof="0" dirty="0" err="1"/>
              <a:t>dolor</a:t>
            </a:r>
            <a:r>
              <a:rPr lang="en-GB" sz="4400" b="1" noProof="0" dirty="0"/>
              <a:t> sit </a:t>
            </a:r>
            <a:r>
              <a:rPr lang="en-GB" sz="4400" b="1" noProof="0" dirty="0" err="1"/>
              <a:t>amet</a:t>
            </a:r>
            <a:r>
              <a:rPr lang="en-GB" sz="4400" b="1" noProof="0" dirty="0"/>
              <a:t> </a:t>
            </a:r>
            <a:r>
              <a:rPr lang="en-GB" sz="4400" b="1" noProof="0" dirty="0" err="1"/>
              <a:t>consetetur</a:t>
            </a:r>
            <a:endParaRPr lang="en-GB" sz="4400" b="1" noProof="0" dirty="0"/>
          </a:p>
        </p:txBody>
      </p:sp>
      <p:cxnSp>
        <p:nvCxnSpPr>
          <p:cNvPr id="2" name="Gerader Verbinder 1">
            <a:extLst>
              <a:ext uri="{FF2B5EF4-FFF2-40B4-BE49-F238E27FC236}">
                <a16:creationId xmlns:a16="http://schemas.microsoft.com/office/drawing/2014/main" id="{298AA83E-C2DE-6C34-E137-B13129591C7D}"/>
              </a:ext>
            </a:extLst>
          </p:cNvPr>
          <p:cNvCxnSpPr>
            <a:cxnSpLocks/>
          </p:cNvCxnSpPr>
          <p:nvPr/>
        </p:nvCxnSpPr>
        <p:spPr>
          <a:xfrm>
            <a:off x="514348" y="1992872"/>
            <a:ext cx="7200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85930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5ECC47-BCE2-CA7D-64EB-09C103EFC25F}"/>
            </a:ext>
          </a:extLst>
        </p:cNvPr>
        <p:cNvGrpSpPr/>
        <p:nvPr/>
      </p:nvGrpSpPr>
      <p:grpSpPr>
        <a:xfrm>
          <a:off x="0" y="0"/>
          <a:ext cx="0" cy="0"/>
          <a:chOff x="0" y="0"/>
          <a:chExt cx="0" cy="0"/>
        </a:xfrm>
      </p:grpSpPr>
      <p:pic>
        <p:nvPicPr>
          <p:cNvPr id="3" name="Grafik 2" descr="Ein Bild, das Himmel, Industrie, Fabrik, draußen enthält.&#10;&#10;Automatisch generierte Beschreibung">
            <a:extLst>
              <a:ext uri="{FF2B5EF4-FFF2-40B4-BE49-F238E27FC236}">
                <a16:creationId xmlns:a16="http://schemas.microsoft.com/office/drawing/2014/main" id="{A8D971DE-2786-88BA-479C-3E0D49C2B841}"/>
              </a:ext>
            </a:extLst>
          </p:cNvPr>
          <p:cNvPicPr>
            <a:picLocks noChangeAspect="1"/>
          </p:cNvPicPr>
          <p:nvPr/>
        </p:nvPicPr>
        <p:blipFill>
          <a:blip r:embed="rId2">
            <a:extLst>
              <a:ext uri="{28A0092B-C50C-407E-A947-70E740481C1C}">
                <a14:useLocalDpi xmlns:a14="http://schemas.microsoft.com/office/drawing/2010/main" val="0"/>
              </a:ext>
            </a:extLst>
          </a:blip>
          <a:srcRect r="7532" b="21212"/>
          <a:stretch/>
        </p:blipFill>
        <p:spPr>
          <a:xfrm>
            <a:off x="-1" y="0"/>
            <a:ext cx="12190414" cy="6924584"/>
          </a:xfrm>
          <a:prstGeom prst="rect">
            <a:avLst/>
          </a:prstGeom>
        </p:spPr>
      </p:pic>
      <p:grpSp>
        <p:nvGrpSpPr>
          <p:cNvPr id="10" name="Gruppieren 9">
            <a:extLst>
              <a:ext uri="{FF2B5EF4-FFF2-40B4-BE49-F238E27FC236}">
                <a16:creationId xmlns:a16="http://schemas.microsoft.com/office/drawing/2014/main" id="{5A2A1E76-4A0A-5985-CEF8-FD606D267C2E}"/>
              </a:ext>
            </a:extLst>
          </p:cNvPr>
          <p:cNvGrpSpPr/>
          <p:nvPr/>
        </p:nvGrpSpPr>
        <p:grpSpPr>
          <a:xfrm>
            <a:off x="8924665" y="5128529"/>
            <a:ext cx="3265748" cy="1080000"/>
            <a:chOff x="5995995" y="4687321"/>
            <a:chExt cx="3265748" cy="1080000"/>
          </a:xfrm>
        </p:grpSpPr>
        <p:sp>
          <p:nvSpPr>
            <p:cNvPr id="11" name="Rechteck 10">
              <a:extLst>
                <a:ext uri="{FF2B5EF4-FFF2-40B4-BE49-F238E27FC236}">
                  <a16:creationId xmlns:a16="http://schemas.microsoft.com/office/drawing/2014/main" id="{5A3134C9-BD95-D3E5-51C2-3FB54DF6B91A}"/>
                </a:ext>
              </a:extLst>
            </p:cNvPr>
            <p:cNvSpPr>
              <a:spLocks noChangeAspect="1"/>
            </p:cNvSpPr>
            <p:nvPr userDrawn="1"/>
          </p:nvSpPr>
          <p:spPr>
            <a:xfrm>
              <a:off x="5995995" y="4687321"/>
              <a:ext cx="3265748" cy="1080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pic>
          <p:nvPicPr>
            <p:cNvPr id="12" name="Grafik 11">
              <a:extLst>
                <a:ext uri="{FF2B5EF4-FFF2-40B4-BE49-F238E27FC236}">
                  <a16:creationId xmlns:a16="http://schemas.microsoft.com/office/drawing/2014/main" id="{9FB1E7E7-AB41-EDDD-ABF5-7B0D2D36239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6268213" y="4950637"/>
              <a:ext cx="1619425" cy="586722"/>
            </a:xfrm>
            <a:prstGeom prst="rect">
              <a:avLst/>
            </a:prstGeom>
          </p:spPr>
        </p:pic>
      </p:grpSp>
      <p:sp>
        <p:nvSpPr>
          <p:cNvPr id="8" name="Textplatzhalter 7">
            <a:extLst>
              <a:ext uri="{FF2B5EF4-FFF2-40B4-BE49-F238E27FC236}">
                <a16:creationId xmlns:a16="http://schemas.microsoft.com/office/drawing/2014/main" id="{9F0A017A-4EEB-5F48-29FF-F839EA7F094F}"/>
              </a:ext>
            </a:extLst>
          </p:cNvPr>
          <p:cNvSpPr>
            <a:spLocks noGrp="1"/>
          </p:cNvSpPr>
          <p:nvPr>
            <p:ph type="body" sz="quarter" idx="14"/>
          </p:nvPr>
        </p:nvSpPr>
        <p:spPr/>
        <p:txBody>
          <a:bodyPr/>
          <a:lstStyle/>
          <a:p>
            <a:r>
              <a:rPr lang="en-GB" sz="3200" noProof="0" dirty="0">
                <a:solidFill>
                  <a:schemeClr val="bg1"/>
                </a:solidFill>
              </a:rPr>
              <a:t>February 00, 2025</a:t>
            </a:r>
          </a:p>
        </p:txBody>
      </p:sp>
      <p:sp>
        <p:nvSpPr>
          <p:cNvPr id="9" name="Textplatzhalter 8">
            <a:extLst>
              <a:ext uri="{FF2B5EF4-FFF2-40B4-BE49-F238E27FC236}">
                <a16:creationId xmlns:a16="http://schemas.microsoft.com/office/drawing/2014/main" id="{D5FDC774-9748-A504-FE1F-E53EF3FFED51}"/>
              </a:ext>
            </a:extLst>
          </p:cNvPr>
          <p:cNvSpPr>
            <a:spLocks noGrp="1"/>
          </p:cNvSpPr>
          <p:nvPr>
            <p:ph type="body" sz="quarter" idx="15"/>
          </p:nvPr>
        </p:nvSpPr>
        <p:spPr/>
        <p:txBody>
          <a:bodyPr/>
          <a:lstStyle/>
          <a:p>
            <a:pPr>
              <a:lnSpc>
                <a:spcPct val="95000"/>
              </a:lnSpc>
            </a:pPr>
            <a:r>
              <a:rPr lang="en-GB" sz="4400" b="1" noProof="0" dirty="0">
                <a:solidFill>
                  <a:schemeClr val="bg1"/>
                </a:solidFill>
              </a:rPr>
              <a:t>Lorem ipsum </a:t>
            </a:r>
            <a:r>
              <a:rPr lang="en-GB" sz="4400" b="1" noProof="0" dirty="0" err="1">
                <a:solidFill>
                  <a:schemeClr val="bg1"/>
                </a:solidFill>
              </a:rPr>
              <a:t>dolor</a:t>
            </a:r>
            <a:r>
              <a:rPr lang="en-GB" sz="4400" b="1" noProof="0" dirty="0">
                <a:solidFill>
                  <a:schemeClr val="bg1"/>
                </a:solidFill>
              </a:rPr>
              <a:t> sit </a:t>
            </a:r>
            <a:r>
              <a:rPr lang="en-GB" sz="4400" b="1" noProof="0" dirty="0" err="1">
                <a:solidFill>
                  <a:schemeClr val="bg1"/>
                </a:solidFill>
              </a:rPr>
              <a:t>amet</a:t>
            </a:r>
            <a:r>
              <a:rPr lang="en-GB" sz="4400" b="1" noProof="0" dirty="0">
                <a:solidFill>
                  <a:schemeClr val="bg1"/>
                </a:solidFill>
              </a:rPr>
              <a:t> </a:t>
            </a:r>
            <a:r>
              <a:rPr lang="en-GB" sz="4400" b="1" noProof="0" dirty="0" err="1">
                <a:solidFill>
                  <a:schemeClr val="bg1"/>
                </a:solidFill>
              </a:rPr>
              <a:t>consetetur</a:t>
            </a:r>
            <a:endParaRPr lang="en-GB" sz="4400" b="1" noProof="0" dirty="0">
              <a:solidFill>
                <a:schemeClr val="bg1"/>
              </a:solidFill>
            </a:endParaRPr>
          </a:p>
        </p:txBody>
      </p:sp>
      <p:cxnSp>
        <p:nvCxnSpPr>
          <p:cNvPr id="13" name="Gerader Verbinder 12">
            <a:extLst>
              <a:ext uri="{FF2B5EF4-FFF2-40B4-BE49-F238E27FC236}">
                <a16:creationId xmlns:a16="http://schemas.microsoft.com/office/drawing/2014/main" id="{00FD1C92-051C-BF25-6720-D0E1855C48D2}"/>
              </a:ext>
            </a:extLst>
          </p:cNvPr>
          <p:cNvCxnSpPr>
            <a:cxnSpLocks/>
          </p:cNvCxnSpPr>
          <p:nvPr/>
        </p:nvCxnSpPr>
        <p:spPr>
          <a:xfrm>
            <a:off x="514348" y="1992872"/>
            <a:ext cx="72000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798325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Rechteck 57">
            <a:extLst>
              <a:ext uri="{FF2B5EF4-FFF2-40B4-BE49-F238E27FC236}">
                <a16:creationId xmlns:a16="http://schemas.microsoft.com/office/drawing/2014/main" id="{2B785627-6059-8CD1-C44C-BC44FA3DC4FA}"/>
              </a:ext>
            </a:extLst>
          </p:cNvPr>
          <p:cNvSpPr/>
          <p:nvPr/>
        </p:nvSpPr>
        <p:spPr>
          <a:xfrm>
            <a:off x="6188075" y="2024060"/>
            <a:ext cx="5487988" cy="4176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7" name="Rechteck 56">
            <a:extLst>
              <a:ext uri="{FF2B5EF4-FFF2-40B4-BE49-F238E27FC236}">
                <a16:creationId xmlns:a16="http://schemas.microsoft.com/office/drawing/2014/main" id="{D009AEBF-FDAC-D0BB-977D-5BD002FE009B}"/>
              </a:ext>
            </a:extLst>
          </p:cNvPr>
          <p:cNvSpPr/>
          <p:nvPr/>
        </p:nvSpPr>
        <p:spPr>
          <a:xfrm>
            <a:off x="514347" y="2024061"/>
            <a:ext cx="5492753" cy="4176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aphicFrame>
        <p:nvGraphicFramePr>
          <p:cNvPr id="66" name="Tabelle 65">
            <a:extLst>
              <a:ext uri="{FF2B5EF4-FFF2-40B4-BE49-F238E27FC236}">
                <a16:creationId xmlns:a16="http://schemas.microsoft.com/office/drawing/2014/main" id="{310CEDAF-A97D-67A5-2B9B-BB8FB6CFA00A}"/>
              </a:ext>
            </a:extLst>
          </p:cNvPr>
          <p:cNvGraphicFramePr>
            <a:graphicFrameLocks noGrp="1"/>
          </p:cNvGraphicFramePr>
          <p:nvPr/>
        </p:nvGraphicFramePr>
        <p:xfrm>
          <a:off x="6332076" y="2168063"/>
          <a:ext cx="5199987" cy="3888706"/>
        </p:xfrm>
        <a:graphic>
          <a:graphicData uri="http://schemas.openxmlformats.org/drawingml/2006/table">
            <a:tbl>
              <a:tblPr firstRow="1" bandRow="1">
                <a:tableStyleId>{5C22544A-7EE6-4342-B048-85BDC9FD1C3A}</a:tableStyleId>
              </a:tblPr>
              <a:tblGrid>
                <a:gridCol w="1647884">
                  <a:extLst>
                    <a:ext uri="{9D8B030D-6E8A-4147-A177-3AD203B41FA5}">
                      <a16:colId xmlns:a16="http://schemas.microsoft.com/office/drawing/2014/main" val="411402726"/>
                    </a:ext>
                  </a:extLst>
                </a:gridCol>
                <a:gridCol w="3552103">
                  <a:extLst>
                    <a:ext uri="{9D8B030D-6E8A-4147-A177-3AD203B41FA5}">
                      <a16:colId xmlns:a16="http://schemas.microsoft.com/office/drawing/2014/main" val="680775683"/>
                    </a:ext>
                  </a:extLst>
                </a:gridCol>
              </a:tblGrid>
              <a:tr h="656589">
                <a:tc gridSpan="2">
                  <a:txBody>
                    <a:bodyPr/>
                    <a:lstStyle/>
                    <a:p>
                      <a:pPr>
                        <a:lnSpc>
                          <a:spcPct val="110000"/>
                        </a:lnSpc>
                      </a:pPr>
                      <a:r>
                        <a:rPr lang="en-GB" sz="1600" b="1" kern="1200" noProof="0" dirty="0">
                          <a:solidFill>
                            <a:schemeClr val="tx1"/>
                          </a:solidFill>
                          <a:latin typeface="+mn-lt"/>
                          <a:ea typeface="+mn-ea"/>
                          <a:cs typeface="+mn-cs"/>
                        </a:rPr>
                        <a:t>Lorem Ipsum </a:t>
                      </a:r>
                    </a:p>
                  </a:txBody>
                  <a:tcPr marL="0" marR="72000" marT="72000" marB="72000" anchor="ctr">
                    <a:lnT w="12700" cap="flat" cmpd="sng" algn="ctr">
                      <a:no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hMerge="1">
                  <a:txBody>
                    <a:bodyPr/>
                    <a:lstStyle/>
                    <a:p>
                      <a:endParaRPr lang="de-DE" sz="1200" b="0" dirty="0">
                        <a:solidFill>
                          <a:schemeClr val="accent1"/>
                        </a:solidFill>
                        <a:latin typeface="+mn-lt"/>
                        <a:sym typeface="Arial"/>
                      </a:endParaRPr>
                    </a:p>
                  </a:txBody>
                  <a:tcPr marL="7200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33906095"/>
                  </a:ext>
                </a:extLst>
              </a:tr>
              <a:tr h="656589">
                <a:tc>
                  <a:txBody>
                    <a:bodyPr/>
                    <a:lstStyle/>
                    <a:p>
                      <a:pPr>
                        <a:lnSpc>
                          <a:spcPct val="110000"/>
                        </a:lnSpc>
                      </a:pPr>
                      <a:r>
                        <a:rPr lang="en-GB" sz="1200" b="0" kern="1200" noProof="0">
                          <a:solidFill>
                            <a:schemeClr val="dk1"/>
                          </a:solidFill>
                          <a:latin typeface="+mn-lt"/>
                          <a:ea typeface="+mn-ea"/>
                          <a:cs typeface="+mn-cs"/>
                        </a:rPr>
                        <a:t>08:00 – 09:30 Uhr</a:t>
                      </a:r>
                    </a:p>
                  </a:txBody>
                  <a:tcPr marL="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a:lnSpc>
                          <a:spcPct val="110000"/>
                        </a:lnSpc>
                      </a:pPr>
                      <a:r>
                        <a:rPr lang="en-GB" sz="1600" b="1" noProof="0" dirty="0">
                          <a:solidFill>
                            <a:schemeClr val="tx1"/>
                          </a:solidFill>
                          <a:latin typeface="+mn-lt"/>
                          <a:sym typeface="Arial"/>
                        </a:rPr>
                        <a:t>Lorem ipsum dolore lore</a:t>
                      </a:r>
                    </a:p>
                    <a:p>
                      <a:pPr>
                        <a:lnSpc>
                          <a:spcPct val="110000"/>
                        </a:lnSpc>
                      </a:pPr>
                      <a:r>
                        <a:rPr lang="en-GB" sz="1200" b="0" noProof="0" dirty="0">
                          <a:solidFill>
                            <a:schemeClr val="tx1"/>
                          </a:solidFill>
                          <a:latin typeface="+mn-lt"/>
                          <a:sym typeface="Arial"/>
                        </a:rPr>
                        <a:t>Lorem ipsum dolore lore ipsum dolore </a:t>
                      </a:r>
                    </a:p>
                  </a:txBody>
                  <a:tcPr marL="7200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685015148"/>
                  </a:ext>
                </a:extLst>
              </a:tr>
              <a:tr h="656589">
                <a:tc>
                  <a:txBody>
                    <a:bodyPr/>
                    <a:lstStyle/>
                    <a:p>
                      <a:pPr>
                        <a:lnSpc>
                          <a:spcPct val="110000"/>
                        </a:lnSpc>
                      </a:pPr>
                      <a:r>
                        <a:rPr lang="en-GB" sz="1200" noProof="0">
                          <a:latin typeface="Arial" pitchFamily="34" charset="0"/>
                        </a:rPr>
                        <a:t>09:30 – 10:00 Uhr</a:t>
                      </a:r>
                    </a:p>
                  </a:txBody>
                  <a:tcPr marL="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marL="0" marR="0" lvl="0" indent="0" algn="l" defTabSz="914309" rtl="0" eaLnBrk="1" fontAlgn="auto" latinLnBrk="0" hangingPunct="1">
                        <a:lnSpc>
                          <a:spcPct val="110000"/>
                        </a:lnSpc>
                        <a:spcBef>
                          <a:spcPts val="0"/>
                        </a:spcBef>
                        <a:spcAft>
                          <a:spcPts val="0"/>
                        </a:spcAft>
                        <a:buClrTx/>
                        <a:buSzTx/>
                        <a:buFontTx/>
                        <a:buNone/>
                        <a:tabLst/>
                        <a:defRPr/>
                      </a:pPr>
                      <a:r>
                        <a:rPr lang="en-GB" sz="1200" noProof="0" dirty="0">
                          <a:solidFill>
                            <a:schemeClr val="tx1"/>
                          </a:solidFill>
                          <a:latin typeface="+mn-lt"/>
                          <a:sym typeface="Arial"/>
                        </a:rPr>
                        <a:t>Break</a:t>
                      </a:r>
                    </a:p>
                  </a:txBody>
                  <a:tcPr marL="7200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972103307"/>
                  </a:ext>
                </a:extLst>
              </a:tr>
              <a:tr h="656589">
                <a:tc>
                  <a:txBody>
                    <a:bodyPr/>
                    <a:lstStyle/>
                    <a:p>
                      <a:pPr>
                        <a:lnSpc>
                          <a:spcPct val="110000"/>
                        </a:lnSpc>
                      </a:pPr>
                      <a:r>
                        <a:rPr lang="en-GB" sz="1200" noProof="0">
                          <a:latin typeface="Arial" pitchFamily="34" charset="0"/>
                        </a:rPr>
                        <a:t>10:00 – 11:30 Uhr</a:t>
                      </a:r>
                    </a:p>
                  </a:txBody>
                  <a:tcPr marL="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a:lnSpc>
                          <a:spcPct val="110000"/>
                        </a:lnSpc>
                      </a:pPr>
                      <a:r>
                        <a:rPr lang="en-GB" sz="1600" b="1" noProof="0" dirty="0">
                          <a:solidFill>
                            <a:schemeClr val="tx1"/>
                          </a:solidFill>
                          <a:latin typeface="+mn-lt"/>
                          <a:sym typeface="Arial"/>
                        </a:rPr>
                        <a:t>Lorem ipsum dolore lore</a:t>
                      </a:r>
                    </a:p>
                    <a:p>
                      <a:pPr>
                        <a:lnSpc>
                          <a:spcPct val="110000"/>
                        </a:lnSpc>
                      </a:pPr>
                      <a:r>
                        <a:rPr lang="en-GB" sz="1200" b="0" noProof="0" dirty="0">
                          <a:solidFill>
                            <a:schemeClr val="tx1"/>
                          </a:solidFill>
                          <a:latin typeface="+mn-lt"/>
                          <a:sym typeface="Arial"/>
                        </a:rPr>
                        <a:t>Lorem ipsum dolore lore ipsum dolore </a:t>
                      </a:r>
                    </a:p>
                  </a:txBody>
                  <a:tcPr marL="7200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134797145"/>
                  </a:ext>
                </a:extLst>
              </a:tr>
              <a:tr h="656589">
                <a:tc>
                  <a:txBody>
                    <a:bodyPr/>
                    <a:lstStyle/>
                    <a:p>
                      <a:pPr marL="0" marR="0" lvl="0" indent="0" algn="l" defTabSz="914309" rtl="0" eaLnBrk="1" fontAlgn="auto" latinLnBrk="0" hangingPunct="1">
                        <a:lnSpc>
                          <a:spcPct val="110000"/>
                        </a:lnSpc>
                        <a:spcBef>
                          <a:spcPts val="0"/>
                        </a:spcBef>
                        <a:spcAft>
                          <a:spcPts val="0"/>
                        </a:spcAft>
                        <a:buClrTx/>
                        <a:buSzTx/>
                        <a:buFontTx/>
                        <a:buNone/>
                        <a:tabLst/>
                        <a:defRPr/>
                      </a:pPr>
                      <a:r>
                        <a:rPr lang="en-GB" sz="1200" noProof="0">
                          <a:latin typeface="Arial" pitchFamily="34" charset="0"/>
                        </a:rPr>
                        <a:t>11:30 – 12:30 Uhr</a:t>
                      </a:r>
                    </a:p>
                  </a:txBody>
                  <a:tcPr marL="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marL="0" marR="0" lvl="0" indent="0" algn="l" defTabSz="914309" rtl="0" eaLnBrk="1" fontAlgn="auto" latinLnBrk="0" hangingPunct="1">
                        <a:lnSpc>
                          <a:spcPct val="110000"/>
                        </a:lnSpc>
                        <a:spcBef>
                          <a:spcPts val="0"/>
                        </a:spcBef>
                        <a:spcAft>
                          <a:spcPts val="0"/>
                        </a:spcAft>
                        <a:buClrTx/>
                        <a:buSzTx/>
                        <a:buFontTx/>
                        <a:buNone/>
                        <a:tabLst/>
                        <a:defRPr/>
                      </a:pPr>
                      <a:r>
                        <a:rPr lang="en-GB" sz="1200" noProof="0" dirty="0">
                          <a:solidFill>
                            <a:schemeClr val="tx1"/>
                          </a:solidFill>
                          <a:latin typeface="+mn-lt"/>
                          <a:sym typeface="Arial"/>
                        </a:rPr>
                        <a:t>Break</a:t>
                      </a:r>
                    </a:p>
                  </a:txBody>
                  <a:tcPr marL="7200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1346455457"/>
                  </a:ext>
                </a:extLst>
              </a:tr>
              <a:tr h="605761">
                <a:tc>
                  <a:txBody>
                    <a:bodyPr/>
                    <a:lstStyle/>
                    <a:p>
                      <a:pPr>
                        <a:lnSpc>
                          <a:spcPct val="110000"/>
                        </a:lnSpc>
                      </a:pPr>
                      <a:r>
                        <a:rPr lang="en-GB" sz="1200" noProof="0" dirty="0">
                          <a:latin typeface="Arial" pitchFamily="34" charset="0"/>
                        </a:rPr>
                        <a:t>12:30 – 15:00 Uhr</a:t>
                      </a:r>
                    </a:p>
                  </a:txBody>
                  <a:tcPr marL="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a:lnSpc>
                          <a:spcPct val="110000"/>
                        </a:lnSpc>
                      </a:pPr>
                      <a:r>
                        <a:rPr lang="en-GB" sz="1600" b="1" noProof="0" dirty="0">
                          <a:solidFill>
                            <a:schemeClr val="tx1"/>
                          </a:solidFill>
                          <a:latin typeface="+mn-lt"/>
                          <a:sym typeface="Arial"/>
                        </a:rPr>
                        <a:t>Lorem ipsum dolore lore</a:t>
                      </a:r>
                    </a:p>
                    <a:p>
                      <a:pPr>
                        <a:lnSpc>
                          <a:spcPct val="110000"/>
                        </a:lnSpc>
                      </a:pPr>
                      <a:r>
                        <a:rPr lang="en-GB" sz="1200" b="0" noProof="0" dirty="0">
                          <a:solidFill>
                            <a:schemeClr val="tx1"/>
                          </a:solidFill>
                          <a:latin typeface="+mn-lt"/>
                          <a:sym typeface="Arial"/>
                        </a:rPr>
                        <a:t>Lorem ipsum dolore lore ipsum dolore </a:t>
                      </a:r>
                    </a:p>
                  </a:txBody>
                  <a:tcPr marL="7200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2897765383"/>
                  </a:ext>
                </a:extLst>
              </a:tr>
            </a:tbl>
          </a:graphicData>
        </a:graphic>
      </p:graphicFrame>
      <p:graphicFrame>
        <p:nvGraphicFramePr>
          <p:cNvPr id="7" name="Tabelle 6">
            <a:extLst>
              <a:ext uri="{FF2B5EF4-FFF2-40B4-BE49-F238E27FC236}">
                <a16:creationId xmlns:a16="http://schemas.microsoft.com/office/drawing/2014/main" id="{3BAD9B8D-E126-50E2-EEBD-D76DC680F720}"/>
              </a:ext>
            </a:extLst>
          </p:cNvPr>
          <p:cNvGraphicFramePr>
            <a:graphicFrameLocks noGrp="1"/>
          </p:cNvGraphicFramePr>
          <p:nvPr/>
        </p:nvGraphicFramePr>
        <p:xfrm>
          <a:off x="658347" y="2168063"/>
          <a:ext cx="5204753" cy="3888711"/>
        </p:xfrm>
        <a:graphic>
          <a:graphicData uri="http://schemas.openxmlformats.org/drawingml/2006/table">
            <a:tbl>
              <a:tblPr firstRow="1" bandRow="1">
                <a:tableStyleId>{5C22544A-7EE6-4342-B048-85BDC9FD1C3A}</a:tableStyleId>
              </a:tblPr>
              <a:tblGrid>
                <a:gridCol w="1649394">
                  <a:extLst>
                    <a:ext uri="{9D8B030D-6E8A-4147-A177-3AD203B41FA5}">
                      <a16:colId xmlns:a16="http://schemas.microsoft.com/office/drawing/2014/main" val="411402726"/>
                    </a:ext>
                  </a:extLst>
                </a:gridCol>
                <a:gridCol w="3555359">
                  <a:extLst>
                    <a:ext uri="{9D8B030D-6E8A-4147-A177-3AD203B41FA5}">
                      <a16:colId xmlns:a16="http://schemas.microsoft.com/office/drawing/2014/main" val="680775683"/>
                    </a:ext>
                  </a:extLst>
                </a:gridCol>
              </a:tblGrid>
              <a:tr h="656590">
                <a:tc gridSpan="2">
                  <a:txBody>
                    <a:bodyPr/>
                    <a:lstStyle/>
                    <a:p>
                      <a:pPr>
                        <a:lnSpc>
                          <a:spcPct val="110000"/>
                        </a:lnSpc>
                      </a:pPr>
                      <a:r>
                        <a:rPr lang="en-GB" sz="1600" b="1" kern="1200" noProof="0" dirty="0">
                          <a:solidFill>
                            <a:schemeClr val="tx1"/>
                          </a:solidFill>
                          <a:latin typeface="+mn-lt"/>
                          <a:ea typeface="+mn-ea"/>
                          <a:cs typeface="+mn-cs"/>
                        </a:rPr>
                        <a:t>Lorem Ipsum </a:t>
                      </a:r>
                    </a:p>
                  </a:txBody>
                  <a:tcPr marL="0" marR="72000" marT="72000" marB="72000" anchor="ctr">
                    <a:lnT w="12700" cap="flat" cmpd="sng" algn="ctr">
                      <a:no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hMerge="1">
                  <a:txBody>
                    <a:bodyPr/>
                    <a:lstStyle/>
                    <a:p>
                      <a:endParaRPr lang="de-DE" sz="1200" b="0" dirty="0">
                        <a:solidFill>
                          <a:schemeClr val="accent1"/>
                        </a:solidFill>
                        <a:latin typeface="+mn-lt"/>
                        <a:sym typeface="Arial"/>
                      </a:endParaRPr>
                    </a:p>
                  </a:txBody>
                  <a:tcPr marL="7200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33906095"/>
                  </a:ext>
                </a:extLst>
              </a:tr>
              <a:tr h="656590">
                <a:tc>
                  <a:txBody>
                    <a:bodyPr/>
                    <a:lstStyle/>
                    <a:p>
                      <a:pPr>
                        <a:lnSpc>
                          <a:spcPct val="110000"/>
                        </a:lnSpc>
                      </a:pPr>
                      <a:r>
                        <a:rPr lang="en-GB" sz="1200" b="0" kern="1200" noProof="0">
                          <a:solidFill>
                            <a:schemeClr val="dk1"/>
                          </a:solidFill>
                          <a:latin typeface="+mn-lt"/>
                          <a:ea typeface="+mn-ea"/>
                          <a:cs typeface="+mn-cs"/>
                        </a:rPr>
                        <a:t>08:00 – 09:30 Uhr</a:t>
                      </a:r>
                    </a:p>
                  </a:txBody>
                  <a:tcPr marL="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a:lnSpc>
                          <a:spcPct val="110000"/>
                        </a:lnSpc>
                      </a:pPr>
                      <a:r>
                        <a:rPr lang="en-GB" sz="1600" b="1" noProof="0" dirty="0">
                          <a:solidFill>
                            <a:schemeClr val="tx1"/>
                          </a:solidFill>
                          <a:latin typeface="+mn-lt"/>
                          <a:sym typeface="Arial"/>
                        </a:rPr>
                        <a:t>Lorem ipsum dolore lore</a:t>
                      </a:r>
                    </a:p>
                    <a:p>
                      <a:pPr>
                        <a:lnSpc>
                          <a:spcPct val="110000"/>
                        </a:lnSpc>
                      </a:pPr>
                      <a:r>
                        <a:rPr lang="en-GB" sz="1200" b="0" noProof="0" dirty="0">
                          <a:solidFill>
                            <a:schemeClr val="tx1"/>
                          </a:solidFill>
                          <a:latin typeface="+mn-lt"/>
                          <a:sym typeface="Arial"/>
                        </a:rPr>
                        <a:t>Lorem ipsum dolore lore ipsum dolore </a:t>
                      </a:r>
                    </a:p>
                  </a:txBody>
                  <a:tcPr marL="7200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685015148"/>
                  </a:ext>
                </a:extLst>
              </a:tr>
              <a:tr h="656590">
                <a:tc>
                  <a:txBody>
                    <a:bodyPr/>
                    <a:lstStyle/>
                    <a:p>
                      <a:pPr>
                        <a:lnSpc>
                          <a:spcPct val="110000"/>
                        </a:lnSpc>
                      </a:pPr>
                      <a:r>
                        <a:rPr lang="en-GB" sz="1200" noProof="0">
                          <a:latin typeface="Arial" pitchFamily="34" charset="0"/>
                        </a:rPr>
                        <a:t>09:30 – 10:00 Uhr</a:t>
                      </a:r>
                    </a:p>
                  </a:txBody>
                  <a:tcPr marL="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marL="0" marR="0" lvl="0" indent="0" algn="l" defTabSz="914309" rtl="0" eaLnBrk="1" fontAlgn="auto" latinLnBrk="0" hangingPunct="1">
                        <a:lnSpc>
                          <a:spcPct val="110000"/>
                        </a:lnSpc>
                        <a:spcBef>
                          <a:spcPts val="0"/>
                        </a:spcBef>
                        <a:spcAft>
                          <a:spcPts val="0"/>
                        </a:spcAft>
                        <a:buClrTx/>
                        <a:buSzTx/>
                        <a:buFontTx/>
                        <a:buNone/>
                        <a:tabLst/>
                        <a:defRPr/>
                      </a:pPr>
                      <a:r>
                        <a:rPr lang="en-GB" sz="1200" noProof="0" dirty="0">
                          <a:solidFill>
                            <a:schemeClr val="tx1"/>
                          </a:solidFill>
                          <a:latin typeface="+mn-lt"/>
                          <a:sym typeface="Arial"/>
                        </a:rPr>
                        <a:t>Break</a:t>
                      </a:r>
                    </a:p>
                  </a:txBody>
                  <a:tcPr marL="7200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972103307"/>
                  </a:ext>
                </a:extLst>
              </a:tr>
              <a:tr h="656590">
                <a:tc>
                  <a:txBody>
                    <a:bodyPr/>
                    <a:lstStyle/>
                    <a:p>
                      <a:pPr>
                        <a:lnSpc>
                          <a:spcPct val="110000"/>
                        </a:lnSpc>
                      </a:pPr>
                      <a:r>
                        <a:rPr lang="en-GB" sz="1200" noProof="0">
                          <a:latin typeface="Arial" pitchFamily="34" charset="0"/>
                        </a:rPr>
                        <a:t>10:00 – 11:30 Uhr</a:t>
                      </a:r>
                    </a:p>
                  </a:txBody>
                  <a:tcPr marL="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a:lnSpc>
                          <a:spcPct val="110000"/>
                        </a:lnSpc>
                      </a:pPr>
                      <a:r>
                        <a:rPr lang="en-GB" sz="1600" b="1" noProof="0" dirty="0">
                          <a:solidFill>
                            <a:schemeClr val="tx1"/>
                          </a:solidFill>
                          <a:latin typeface="+mn-lt"/>
                          <a:sym typeface="Arial"/>
                        </a:rPr>
                        <a:t>Lorem ipsum dolore lore</a:t>
                      </a:r>
                    </a:p>
                    <a:p>
                      <a:pPr>
                        <a:lnSpc>
                          <a:spcPct val="110000"/>
                        </a:lnSpc>
                      </a:pPr>
                      <a:r>
                        <a:rPr lang="en-GB" sz="1200" b="0" noProof="0" dirty="0">
                          <a:solidFill>
                            <a:schemeClr val="tx1"/>
                          </a:solidFill>
                          <a:latin typeface="+mn-lt"/>
                          <a:sym typeface="Arial"/>
                        </a:rPr>
                        <a:t>Lorem ipsum dolore lore ipsum dolore </a:t>
                      </a:r>
                    </a:p>
                  </a:txBody>
                  <a:tcPr marL="7200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134797145"/>
                  </a:ext>
                </a:extLst>
              </a:tr>
              <a:tr h="656590">
                <a:tc>
                  <a:txBody>
                    <a:bodyPr/>
                    <a:lstStyle/>
                    <a:p>
                      <a:pPr marL="0" marR="0" lvl="0" indent="0" algn="l" defTabSz="914309" rtl="0" eaLnBrk="1" fontAlgn="auto" latinLnBrk="0" hangingPunct="1">
                        <a:lnSpc>
                          <a:spcPct val="110000"/>
                        </a:lnSpc>
                        <a:spcBef>
                          <a:spcPts val="0"/>
                        </a:spcBef>
                        <a:spcAft>
                          <a:spcPts val="0"/>
                        </a:spcAft>
                        <a:buClrTx/>
                        <a:buSzTx/>
                        <a:buFontTx/>
                        <a:buNone/>
                        <a:tabLst/>
                        <a:defRPr/>
                      </a:pPr>
                      <a:r>
                        <a:rPr lang="en-GB" sz="1200" noProof="0">
                          <a:latin typeface="Arial" pitchFamily="34" charset="0"/>
                        </a:rPr>
                        <a:t>11:30 – 12:30 Uhr</a:t>
                      </a:r>
                    </a:p>
                  </a:txBody>
                  <a:tcPr marL="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marL="0" marR="0" lvl="0" indent="0" algn="l" defTabSz="914309" rtl="0" eaLnBrk="1" fontAlgn="auto" latinLnBrk="0" hangingPunct="1">
                        <a:lnSpc>
                          <a:spcPct val="110000"/>
                        </a:lnSpc>
                        <a:spcBef>
                          <a:spcPts val="0"/>
                        </a:spcBef>
                        <a:spcAft>
                          <a:spcPts val="0"/>
                        </a:spcAft>
                        <a:buClrTx/>
                        <a:buSzTx/>
                        <a:buFontTx/>
                        <a:buNone/>
                        <a:tabLst/>
                        <a:defRPr/>
                      </a:pPr>
                      <a:r>
                        <a:rPr lang="en-GB" sz="1200" noProof="0" dirty="0">
                          <a:solidFill>
                            <a:schemeClr val="tx1"/>
                          </a:solidFill>
                          <a:latin typeface="+mn-lt"/>
                          <a:sym typeface="Arial"/>
                        </a:rPr>
                        <a:t>Break</a:t>
                      </a:r>
                    </a:p>
                  </a:txBody>
                  <a:tcPr marL="7200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1346455457"/>
                  </a:ext>
                </a:extLst>
              </a:tr>
              <a:tr h="605761">
                <a:tc>
                  <a:txBody>
                    <a:bodyPr/>
                    <a:lstStyle/>
                    <a:p>
                      <a:pPr>
                        <a:lnSpc>
                          <a:spcPct val="110000"/>
                        </a:lnSpc>
                      </a:pPr>
                      <a:r>
                        <a:rPr lang="en-GB" sz="1200" noProof="0" dirty="0">
                          <a:latin typeface="Arial" pitchFamily="34" charset="0"/>
                        </a:rPr>
                        <a:t>12:30 – 15:00 Uhr</a:t>
                      </a:r>
                    </a:p>
                  </a:txBody>
                  <a:tcPr marL="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a:lnSpc>
                          <a:spcPct val="110000"/>
                        </a:lnSpc>
                      </a:pPr>
                      <a:r>
                        <a:rPr lang="en-GB" sz="1600" b="1" noProof="0" dirty="0">
                          <a:solidFill>
                            <a:schemeClr val="tx1"/>
                          </a:solidFill>
                          <a:latin typeface="+mn-lt"/>
                          <a:sym typeface="Arial"/>
                        </a:rPr>
                        <a:t>Lorem ipsum dolore lore</a:t>
                      </a:r>
                    </a:p>
                    <a:p>
                      <a:pPr>
                        <a:lnSpc>
                          <a:spcPct val="110000"/>
                        </a:lnSpc>
                      </a:pPr>
                      <a:r>
                        <a:rPr lang="en-GB" sz="1200" b="0" noProof="0" dirty="0">
                          <a:solidFill>
                            <a:schemeClr val="tx1"/>
                          </a:solidFill>
                          <a:latin typeface="+mn-lt"/>
                          <a:sym typeface="Arial"/>
                        </a:rPr>
                        <a:t>Lorem ipsum dolore lore ipsum dolore </a:t>
                      </a:r>
                    </a:p>
                  </a:txBody>
                  <a:tcPr marL="7200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2897765383"/>
                  </a:ext>
                </a:extLst>
              </a:tr>
            </a:tbl>
          </a:graphicData>
        </a:graphic>
      </p:graphicFrame>
      <p:sp>
        <p:nvSpPr>
          <p:cNvPr id="2" name="Titel 1">
            <a:extLst>
              <a:ext uri="{FF2B5EF4-FFF2-40B4-BE49-F238E27FC236}">
                <a16:creationId xmlns:a16="http://schemas.microsoft.com/office/drawing/2014/main" id="{2E697D49-D9B2-2C87-BE51-99356CF6D9C7}"/>
              </a:ext>
            </a:extLst>
          </p:cNvPr>
          <p:cNvSpPr>
            <a:spLocks noGrp="1"/>
          </p:cNvSpPr>
          <p:nvPr>
            <p:ph type="title"/>
          </p:nvPr>
        </p:nvSpPr>
        <p:spPr/>
        <p:txBody>
          <a:bodyPr/>
          <a:lstStyle/>
          <a:p>
            <a:pPr>
              <a:lnSpc>
                <a:spcPct val="95000"/>
              </a:lnSpc>
            </a:pPr>
            <a:r>
              <a:rPr lang="en-GB" noProof="0" dirty="0"/>
              <a:t>Agenda</a:t>
            </a:r>
          </a:p>
        </p:txBody>
      </p:sp>
      <p:sp>
        <p:nvSpPr>
          <p:cNvPr id="9" name="Foliennummernplatzhalter 7">
            <a:extLst>
              <a:ext uri="{FF2B5EF4-FFF2-40B4-BE49-F238E27FC236}">
                <a16:creationId xmlns:a16="http://schemas.microsoft.com/office/drawing/2014/main" id="{AA116EA1-E98D-A700-E18D-2CD3A5916B2B}"/>
              </a:ext>
            </a:extLst>
          </p:cNvPr>
          <p:cNvSpPr>
            <a:spLocks noGrp="1"/>
          </p:cNvSpPr>
          <p:nvPr>
            <p:ph type="sldNum" sz="quarter" idx="4"/>
          </p:nvPr>
        </p:nvSpPr>
        <p:spPr>
          <a:xfrm>
            <a:off x="514350" y="6549723"/>
            <a:ext cx="384217" cy="151200"/>
          </a:xfrm>
          <a:prstGeom prst="rect">
            <a:avLst/>
          </a:prstGeom>
        </p:spPr>
        <p:txBody>
          <a:bodyPr lIns="0" tIns="0" rIns="0" bIns="0" anchor="b"/>
          <a:lstStyle>
            <a:lvl1pPr>
              <a:defRPr sz="800" b="1"/>
            </a:lvl1pPr>
          </a:lstStyle>
          <a:p>
            <a:fld id="{82EA1D04-CA53-4DE3-84A8-2B63E41036C9}" type="slidenum">
              <a:rPr lang="de-DE" smtClean="0"/>
              <a:pPr/>
              <a:t>19</a:t>
            </a:fld>
            <a:endParaRPr lang="de-DE"/>
          </a:p>
        </p:txBody>
      </p:sp>
    </p:spTree>
    <p:extLst>
      <p:ext uri="{BB962C8B-B14F-4D97-AF65-F5344CB8AC3E}">
        <p14:creationId xmlns:p14="http://schemas.microsoft.com/office/powerpoint/2010/main" val="995905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DC30AE3D-686F-2E7C-F4E9-FF9AAA0EA9E2}"/>
              </a:ext>
            </a:extLst>
          </p:cNvPr>
          <p:cNvSpPr>
            <a:spLocks noGrp="1"/>
          </p:cNvSpPr>
          <p:nvPr>
            <p:ph type="title"/>
          </p:nvPr>
        </p:nvSpPr>
        <p:spPr/>
        <p:txBody>
          <a:bodyPr/>
          <a:lstStyle/>
          <a:p>
            <a:pPr>
              <a:lnSpc>
                <a:spcPct val="95000"/>
              </a:lnSpc>
            </a:pPr>
            <a:r>
              <a:rPr lang="en-GB" noProof="0" dirty="0"/>
              <a:t>Agenda</a:t>
            </a:r>
          </a:p>
        </p:txBody>
      </p:sp>
      <p:grpSp>
        <p:nvGrpSpPr>
          <p:cNvPr id="10" name="Gruppieren 9">
            <a:extLst>
              <a:ext uri="{FF2B5EF4-FFF2-40B4-BE49-F238E27FC236}">
                <a16:creationId xmlns:a16="http://schemas.microsoft.com/office/drawing/2014/main" id="{42817BE1-C213-21F0-65E4-F3E21E957E2C}"/>
              </a:ext>
            </a:extLst>
          </p:cNvPr>
          <p:cNvGrpSpPr/>
          <p:nvPr/>
        </p:nvGrpSpPr>
        <p:grpSpPr>
          <a:xfrm>
            <a:off x="514350" y="2024063"/>
            <a:ext cx="11161713" cy="621944"/>
            <a:chOff x="514350" y="1470253"/>
            <a:chExt cx="11161713" cy="621944"/>
          </a:xfrm>
        </p:grpSpPr>
        <p:sp>
          <p:nvSpPr>
            <p:cNvPr id="8" name="Rechteck 7">
              <a:extLst>
                <a:ext uri="{FF2B5EF4-FFF2-40B4-BE49-F238E27FC236}">
                  <a16:creationId xmlns:a16="http://schemas.microsoft.com/office/drawing/2014/main" id="{629623E8-EB2C-87F7-CB31-56B95AE17872}"/>
                </a:ext>
              </a:extLst>
            </p:cNvPr>
            <p:cNvSpPr/>
            <p:nvPr/>
          </p:nvSpPr>
          <p:spPr>
            <a:xfrm>
              <a:off x="1234346" y="1470253"/>
              <a:ext cx="10441717" cy="6219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r>
                <a:rPr lang="en-GB" sz="2800" noProof="0">
                  <a:solidFill>
                    <a:schemeClr val="tx1"/>
                  </a:solidFill>
                </a:rPr>
                <a:t>Lorem ipsum </a:t>
              </a:r>
              <a:r>
                <a:rPr lang="en-GB" sz="2800" noProof="0" err="1">
                  <a:solidFill>
                    <a:schemeClr val="tx1"/>
                  </a:solidFill>
                </a:rPr>
                <a:t>dolor</a:t>
              </a:r>
              <a:r>
                <a:rPr lang="en-GB" sz="2800" noProof="0">
                  <a:solidFill>
                    <a:schemeClr val="tx1"/>
                  </a:solidFill>
                </a:rPr>
                <a:t> sit </a:t>
              </a:r>
              <a:r>
                <a:rPr lang="en-GB" sz="2800" noProof="0" err="1">
                  <a:solidFill>
                    <a:schemeClr val="tx1"/>
                  </a:solidFill>
                </a:rPr>
                <a:t>amet</a:t>
              </a:r>
              <a:r>
                <a:rPr lang="en-GB" sz="2800" noProof="0">
                  <a:solidFill>
                    <a:schemeClr val="tx1"/>
                  </a:solidFill>
                </a:rPr>
                <a:t>, </a:t>
              </a:r>
              <a:r>
                <a:rPr lang="en-GB" sz="2800" noProof="0" err="1">
                  <a:solidFill>
                    <a:schemeClr val="tx1"/>
                  </a:solidFill>
                </a:rPr>
                <a:t>consetetur</a:t>
              </a:r>
              <a:r>
                <a:rPr lang="en-GB" sz="2800" noProof="0">
                  <a:solidFill>
                    <a:schemeClr val="tx1"/>
                  </a:solidFill>
                </a:rPr>
                <a:t> </a:t>
              </a:r>
              <a:r>
                <a:rPr lang="en-GB" sz="2800" noProof="0" err="1">
                  <a:solidFill>
                    <a:schemeClr val="tx1"/>
                  </a:solidFill>
                </a:rPr>
                <a:t>sadipscing</a:t>
              </a:r>
              <a:r>
                <a:rPr lang="en-GB" sz="2800" noProof="0">
                  <a:solidFill>
                    <a:schemeClr val="tx1"/>
                  </a:solidFill>
                </a:rPr>
                <a:t> </a:t>
              </a:r>
              <a:r>
                <a:rPr lang="en-GB" sz="2800" noProof="0" err="1">
                  <a:solidFill>
                    <a:schemeClr val="tx1"/>
                  </a:solidFill>
                </a:rPr>
                <a:t>elitr</a:t>
              </a:r>
              <a:endParaRPr lang="en-GB" sz="2800" noProof="0">
                <a:solidFill>
                  <a:schemeClr val="tx1"/>
                </a:solidFill>
              </a:endParaRPr>
            </a:p>
          </p:txBody>
        </p:sp>
        <p:sp>
          <p:nvSpPr>
            <p:cNvPr id="9" name="Rechteck 8">
              <a:extLst>
                <a:ext uri="{FF2B5EF4-FFF2-40B4-BE49-F238E27FC236}">
                  <a16:creationId xmlns:a16="http://schemas.microsoft.com/office/drawing/2014/main" id="{BFD5378A-7364-51BD-A62D-C5831C73B439}"/>
                </a:ext>
              </a:extLst>
            </p:cNvPr>
            <p:cNvSpPr/>
            <p:nvPr/>
          </p:nvSpPr>
          <p:spPr>
            <a:xfrm>
              <a:off x="514350" y="1470253"/>
              <a:ext cx="720000" cy="6219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r>
                <a:rPr lang="en-GB" sz="3200" b="1" noProof="0">
                  <a:solidFill>
                    <a:schemeClr val="accent1"/>
                  </a:solidFill>
                </a:rPr>
                <a:t>1.</a:t>
              </a:r>
            </a:p>
          </p:txBody>
        </p:sp>
      </p:grpSp>
      <p:grpSp>
        <p:nvGrpSpPr>
          <p:cNvPr id="11" name="Gruppieren 10">
            <a:extLst>
              <a:ext uri="{FF2B5EF4-FFF2-40B4-BE49-F238E27FC236}">
                <a16:creationId xmlns:a16="http://schemas.microsoft.com/office/drawing/2014/main" id="{99C1C46C-1AD3-5FDA-D0FF-FCA7F3960407}"/>
              </a:ext>
            </a:extLst>
          </p:cNvPr>
          <p:cNvGrpSpPr/>
          <p:nvPr/>
        </p:nvGrpSpPr>
        <p:grpSpPr>
          <a:xfrm>
            <a:off x="528904" y="2756909"/>
            <a:ext cx="11161713" cy="621944"/>
            <a:chOff x="514350" y="1470253"/>
            <a:chExt cx="11161713" cy="621944"/>
          </a:xfrm>
        </p:grpSpPr>
        <p:sp>
          <p:nvSpPr>
            <p:cNvPr id="12" name="Rechteck 11">
              <a:extLst>
                <a:ext uri="{FF2B5EF4-FFF2-40B4-BE49-F238E27FC236}">
                  <a16:creationId xmlns:a16="http://schemas.microsoft.com/office/drawing/2014/main" id="{FF641A9D-0531-89AB-9AE6-2792550DB879}"/>
                </a:ext>
              </a:extLst>
            </p:cNvPr>
            <p:cNvSpPr/>
            <p:nvPr/>
          </p:nvSpPr>
          <p:spPr>
            <a:xfrm>
              <a:off x="1234346" y="1470253"/>
              <a:ext cx="10441717" cy="6219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r>
                <a:rPr lang="en-GB" sz="2800" noProof="0">
                  <a:solidFill>
                    <a:schemeClr val="tx1"/>
                  </a:solidFill>
                </a:rPr>
                <a:t>Lorem ipsum </a:t>
              </a:r>
              <a:r>
                <a:rPr lang="en-GB" sz="2800" noProof="0" err="1">
                  <a:solidFill>
                    <a:schemeClr val="tx1"/>
                  </a:solidFill>
                </a:rPr>
                <a:t>dolor</a:t>
              </a:r>
              <a:r>
                <a:rPr lang="en-GB" sz="2800" noProof="0">
                  <a:solidFill>
                    <a:schemeClr val="tx1"/>
                  </a:solidFill>
                </a:rPr>
                <a:t> sit </a:t>
              </a:r>
              <a:r>
                <a:rPr lang="en-GB" sz="2800" noProof="0" err="1">
                  <a:solidFill>
                    <a:schemeClr val="tx1"/>
                  </a:solidFill>
                </a:rPr>
                <a:t>amet</a:t>
              </a:r>
              <a:r>
                <a:rPr lang="en-GB" sz="2800" noProof="0">
                  <a:solidFill>
                    <a:schemeClr val="tx1"/>
                  </a:solidFill>
                </a:rPr>
                <a:t>, </a:t>
              </a:r>
              <a:r>
                <a:rPr lang="en-GB" sz="2800" noProof="0" err="1">
                  <a:solidFill>
                    <a:schemeClr val="tx1"/>
                  </a:solidFill>
                </a:rPr>
                <a:t>consetetur</a:t>
              </a:r>
              <a:r>
                <a:rPr lang="en-GB" sz="2800" noProof="0">
                  <a:solidFill>
                    <a:schemeClr val="tx1"/>
                  </a:solidFill>
                </a:rPr>
                <a:t> </a:t>
              </a:r>
              <a:r>
                <a:rPr lang="en-GB" sz="2800" noProof="0" err="1">
                  <a:solidFill>
                    <a:schemeClr val="tx1"/>
                  </a:solidFill>
                </a:rPr>
                <a:t>sadipscing</a:t>
              </a:r>
              <a:r>
                <a:rPr lang="en-GB" sz="2800" noProof="0">
                  <a:solidFill>
                    <a:schemeClr val="tx1"/>
                  </a:solidFill>
                </a:rPr>
                <a:t> </a:t>
              </a:r>
              <a:r>
                <a:rPr lang="en-GB" sz="2800" noProof="0" err="1">
                  <a:solidFill>
                    <a:schemeClr val="tx1"/>
                  </a:solidFill>
                </a:rPr>
                <a:t>elitr</a:t>
              </a:r>
              <a:endParaRPr lang="en-GB" sz="2800" noProof="0">
                <a:solidFill>
                  <a:schemeClr val="tx1"/>
                </a:solidFill>
              </a:endParaRPr>
            </a:p>
          </p:txBody>
        </p:sp>
        <p:sp>
          <p:nvSpPr>
            <p:cNvPr id="13" name="Rechteck 12">
              <a:extLst>
                <a:ext uri="{FF2B5EF4-FFF2-40B4-BE49-F238E27FC236}">
                  <a16:creationId xmlns:a16="http://schemas.microsoft.com/office/drawing/2014/main" id="{523AD3FB-3329-2846-52E2-62EA333B5700}"/>
                </a:ext>
              </a:extLst>
            </p:cNvPr>
            <p:cNvSpPr/>
            <p:nvPr/>
          </p:nvSpPr>
          <p:spPr>
            <a:xfrm>
              <a:off x="514350" y="1470253"/>
              <a:ext cx="720000" cy="6219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r>
                <a:rPr lang="en-GB" sz="3200" b="1" noProof="0">
                  <a:solidFill>
                    <a:schemeClr val="accent1"/>
                  </a:solidFill>
                </a:rPr>
                <a:t>2.</a:t>
              </a:r>
            </a:p>
          </p:txBody>
        </p:sp>
      </p:grpSp>
      <p:grpSp>
        <p:nvGrpSpPr>
          <p:cNvPr id="14" name="Gruppieren 13">
            <a:extLst>
              <a:ext uri="{FF2B5EF4-FFF2-40B4-BE49-F238E27FC236}">
                <a16:creationId xmlns:a16="http://schemas.microsoft.com/office/drawing/2014/main" id="{138154FA-2ADB-E006-BFBA-E2F2B1F2B770}"/>
              </a:ext>
            </a:extLst>
          </p:cNvPr>
          <p:cNvGrpSpPr/>
          <p:nvPr/>
        </p:nvGrpSpPr>
        <p:grpSpPr>
          <a:xfrm>
            <a:off x="528904" y="3489755"/>
            <a:ext cx="11161714" cy="621944"/>
            <a:chOff x="514350" y="1470253"/>
            <a:chExt cx="11161714" cy="621944"/>
          </a:xfrm>
        </p:grpSpPr>
        <p:sp>
          <p:nvSpPr>
            <p:cNvPr id="15" name="Rechteck 14">
              <a:extLst>
                <a:ext uri="{FF2B5EF4-FFF2-40B4-BE49-F238E27FC236}">
                  <a16:creationId xmlns:a16="http://schemas.microsoft.com/office/drawing/2014/main" id="{F7A8EA0D-7D4B-FED6-EF9A-30D8C7A9F373}"/>
                </a:ext>
              </a:extLst>
            </p:cNvPr>
            <p:cNvSpPr/>
            <p:nvPr/>
          </p:nvSpPr>
          <p:spPr>
            <a:xfrm>
              <a:off x="1234348" y="1470253"/>
              <a:ext cx="10441716" cy="6219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r>
                <a:rPr lang="en-GB" sz="2800" noProof="0">
                  <a:solidFill>
                    <a:schemeClr val="tx1"/>
                  </a:solidFill>
                </a:rPr>
                <a:t>Lorem ipsum </a:t>
              </a:r>
              <a:r>
                <a:rPr lang="en-GB" sz="2800" noProof="0" err="1">
                  <a:solidFill>
                    <a:schemeClr val="tx1"/>
                  </a:solidFill>
                </a:rPr>
                <a:t>dolor</a:t>
              </a:r>
              <a:r>
                <a:rPr lang="en-GB" sz="2800" noProof="0">
                  <a:solidFill>
                    <a:schemeClr val="tx1"/>
                  </a:solidFill>
                </a:rPr>
                <a:t> sit </a:t>
              </a:r>
              <a:r>
                <a:rPr lang="en-GB" sz="2800" noProof="0" err="1">
                  <a:solidFill>
                    <a:schemeClr val="tx1"/>
                  </a:solidFill>
                </a:rPr>
                <a:t>amet</a:t>
              </a:r>
              <a:r>
                <a:rPr lang="en-GB" sz="2800" noProof="0">
                  <a:solidFill>
                    <a:schemeClr val="tx1"/>
                  </a:solidFill>
                </a:rPr>
                <a:t>, </a:t>
              </a:r>
              <a:r>
                <a:rPr lang="en-GB" sz="2800" noProof="0" err="1">
                  <a:solidFill>
                    <a:schemeClr val="tx1"/>
                  </a:solidFill>
                </a:rPr>
                <a:t>consetetur</a:t>
              </a:r>
              <a:r>
                <a:rPr lang="en-GB" sz="2800" noProof="0">
                  <a:solidFill>
                    <a:schemeClr val="tx1"/>
                  </a:solidFill>
                </a:rPr>
                <a:t> </a:t>
              </a:r>
              <a:r>
                <a:rPr lang="en-GB" sz="2800" noProof="0" err="1">
                  <a:solidFill>
                    <a:schemeClr val="tx1"/>
                  </a:solidFill>
                </a:rPr>
                <a:t>sadipscing</a:t>
              </a:r>
              <a:r>
                <a:rPr lang="en-GB" sz="2800" noProof="0">
                  <a:solidFill>
                    <a:schemeClr val="tx1"/>
                  </a:solidFill>
                </a:rPr>
                <a:t> </a:t>
              </a:r>
              <a:r>
                <a:rPr lang="en-GB" sz="2800" noProof="0" err="1">
                  <a:solidFill>
                    <a:schemeClr val="tx1"/>
                  </a:solidFill>
                </a:rPr>
                <a:t>elitr</a:t>
              </a:r>
              <a:endParaRPr lang="en-GB" sz="2800" noProof="0">
                <a:solidFill>
                  <a:schemeClr val="tx1"/>
                </a:solidFill>
              </a:endParaRPr>
            </a:p>
          </p:txBody>
        </p:sp>
        <p:sp>
          <p:nvSpPr>
            <p:cNvPr id="16" name="Rechteck 15">
              <a:extLst>
                <a:ext uri="{FF2B5EF4-FFF2-40B4-BE49-F238E27FC236}">
                  <a16:creationId xmlns:a16="http://schemas.microsoft.com/office/drawing/2014/main" id="{985D327E-4E07-345C-5C98-10B5348AB90D}"/>
                </a:ext>
              </a:extLst>
            </p:cNvPr>
            <p:cNvSpPr/>
            <p:nvPr/>
          </p:nvSpPr>
          <p:spPr>
            <a:xfrm>
              <a:off x="514350" y="1470253"/>
              <a:ext cx="720000" cy="6219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r>
                <a:rPr lang="en-GB" sz="3200" b="1" noProof="0">
                  <a:solidFill>
                    <a:schemeClr val="accent1"/>
                  </a:solidFill>
                </a:rPr>
                <a:t>3.</a:t>
              </a:r>
            </a:p>
          </p:txBody>
        </p:sp>
      </p:grpSp>
      <p:grpSp>
        <p:nvGrpSpPr>
          <p:cNvPr id="18" name="Gruppieren 17">
            <a:extLst>
              <a:ext uri="{FF2B5EF4-FFF2-40B4-BE49-F238E27FC236}">
                <a16:creationId xmlns:a16="http://schemas.microsoft.com/office/drawing/2014/main" id="{35AF82AD-F23B-F51A-C428-EDA71D1CA7BA}"/>
              </a:ext>
            </a:extLst>
          </p:cNvPr>
          <p:cNvGrpSpPr/>
          <p:nvPr/>
        </p:nvGrpSpPr>
        <p:grpSpPr>
          <a:xfrm>
            <a:off x="528904" y="4222601"/>
            <a:ext cx="11161713" cy="621944"/>
            <a:chOff x="514350" y="1470253"/>
            <a:chExt cx="11161713" cy="621944"/>
          </a:xfrm>
        </p:grpSpPr>
        <p:sp>
          <p:nvSpPr>
            <p:cNvPr id="19" name="Rechteck 18">
              <a:extLst>
                <a:ext uri="{FF2B5EF4-FFF2-40B4-BE49-F238E27FC236}">
                  <a16:creationId xmlns:a16="http://schemas.microsoft.com/office/drawing/2014/main" id="{9EEBA3AF-4E3A-1587-CF68-6E890DCE0391}"/>
                </a:ext>
              </a:extLst>
            </p:cNvPr>
            <p:cNvSpPr/>
            <p:nvPr/>
          </p:nvSpPr>
          <p:spPr>
            <a:xfrm>
              <a:off x="1234348" y="1470253"/>
              <a:ext cx="10441715" cy="6219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r>
                <a:rPr lang="en-GB" sz="2800" noProof="0">
                  <a:solidFill>
                    <a:schemeClr val="tx1"/>
                  </a:solidFill>
                </a:rPr>
                <a:t>Lorem ipsum </a:t>
              </a:r>
              <a:r>
                <a:rPr lang="en-GB" sz="2800" noProof="0" err="1">
                  <a:solidFill>
                    <a:schemeClr val="tx1"/>
                  </a:solidFill>
                </a:rPr>
                <a:t>dolor</a:t>
              </a:r>
              <a:r>
                <a:rPr lang="en-GB" sz="2800" noProof="0">
                  <a:solidFill>
                    <a:schemeClr val="tx1"/>
                  </a:solidFill>
                </a:rPr>
                <a:t> sit </a:t>
              </a:r>
              <a:r>
                <a:rPr lang="en-GB" sz="2800" noProof="0" err="1">
                  <a:solidFill>
                    <a:schemeClr val="tx1"/>
                  </a:solidFill>
                </a:rPr>
                <a:t>amet</a:t>
              </a:r>
              <a:r>
                <a:rPr lang="en-GB" sz="2800" noProof="0">
                  <a:solidFill>
                    <a:schemeClr val="tx1"/>
                  </a:solidFill>
                </a:rPr>
                <a:t>, </a:t>
              </a:r>
              <a:r>
                <a:rPr lang="en-GB" sz="2800" noProof="0" err="1">
                  <a:solidFill>
                    <a:schemeClr val="tx1"/>
                  </a:solidFill>
                </a:rPr>
                <a:t>consetetur</a:t>
              </a:r>
              <a:r>
                <a:rPr lang="en-GB" sz="2800" noProof="0">
                  <a:solidFill>
                    <a:schemeClr val="tx1"/>
                  </a:solidFill>
                </a:rPr>
                <a:t> </a:t>
              </a:r>
              <a:r>
                <a:rPr lang="en-GB" sz="2800" noProof="0" err="1">
                  <a:solidFill>
                    <a:schemeClr val="tx1"/>
                  </a:solidFill>
                </a:rPr>
                <a:t>sadipscing</a:t>
              </a:r>
              <a:r>
                <a:rPr lang="en-GB" sz="2800" noProof="0">
                  <a:solidFill>
                    <a:schemeClr val="tx1"/>
                  </a:solidFill>
                </a:rPr>
                <a:t> </a:t>
              </a:r>
              <a:r>
                <a:rPr lang="en-GB" sz="2800" noProof="0" err="1">
                  <a:solidFill>
                    <a:schemeClr val="tx1"/>
                  </a:solidFill>
                </a:rPr>
                <a:t>elitr</a:t>
              </a:r>
              <a:endParaRPr lang="en-GB" sz="2800" noProof="0">
                <a:solidFill>
                  <a:schemeClr val="tx1"/>
                </a:solidFill>
              </a:endParaRPr>
            </a:p>
          </p:txBody>
        </p:sp>
        <p:sp>
          <p:nvSpPr>
            <p:cNvPr id="21" name="Rechteck 20">
              <a:extLst>
                <a:ext uri="{FF2B5EF4-FFF2-40B4-BE49-F238E27FC236}">
                  <a16:creationId xmlns:a16="http://schemas.microsoft.com/office/drawing/2014/main" id="{4C5F2C9B-801C-72F4-FFF0-2E5203196B6D}"/>
                </a:ext>
              </a:extLst>
            </p:cNvPr>
            <p:cNvSpPr/>
            <p:nvPr/>
          </p:nvSpPr>
          <p:spPr>
            <a:xfrm>
              <a:off x="514350" y="1470253"/>
              <a:ext cx="720000" cy="6219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r>
                <a:rPr lang="en-GB" sz="3200" b="1" noProof="0">
                  <a:solidFill>
                    <a:schemeClr val="accent1"/>
                  </a:solidFill>
                </a:rPr>
                <a:t>4.</a:t>
              </a:r>
            </a:p>
          </p:txBody>
        </p:sp>
      </p:grpSp>
      <p:grpSp>
        <p:nvGrpSpPr>
          <p:cNvPr id="22" name="Gruppieren 21">
            <a:extLst>
              <a:ext uri="{FF2B5EF4-FFF2-40B4-BE49-F238E27FC236}">
                <a16:creationId xmlns:a16="http://schemas.microsoft.com/office/drawing/2014/main" id="{CF2923D2-0456-5B93-94FC-22AB2BBA2FC8}"/>
              </a:ext>
            </a:extLst>
          </p:cNvPr>
          <p:cNvGrpSpPr/>
          <p:nvPr/>
        </p:nvGrpSpPr>
        <p:grpSpPr>
          <a:xfrm>
            <a:off x="528904" y="4955448"/>
            <a:ext cx="11161714" cy="621944"/>
            <a:chOff x="514350" y="1470253"/>
            <a:chExt cx="11161714" cy="621944"/>
          </a:xfrm>
        </p:grpSpPr>
        <p:sp>
          <p:nvSpPr>
            <p:cNvPr id="23" name="Rechteck 22">
              <a:extLst>
                <a:ext uri="{FF2B5EF4-FFF2-40B4-BE49-F238E27FC236}">
                  <a16:creationId xmlns:a16="http://schemas.microsoft.com/office/drawing/2014/main" id="{08264AF0-9F8C-E6D7-6D16-06DC4955737C}"/>
                </a:ext>
              </a:extLst>
            </p:cNvPr>
            <p:cNvSpPr/>
            <p:nvPr/>
          </p:nvSpPr>
          <p:spPr>
            <a:xfrm>
              <a:off x="1234350" y="1470253"/>
              <a:ext cx="10441714" cy="6219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r>
                <a:rPr lang="en-GB" sz="2800" noProof="0">
                  <a:solidFill>
                    <a:schemeClr val="tx1"/>
                  </a:solidFill>
                </a:rPr>
                <a:t>Lorem ipsum </a:t>
              </a:r>
              <a:r>
                <a:rPr lang="en-GB" sz="2800" noProof="0" err="1">
                  <a:solidFill>
                    <a:schemeClr val="tx1"/>
                  </a:solidFill>
                </a:rPr>
                <a:t>dolor</a:t>
              </a:r>
              <a:r>
                <a:rPr lang="en-GB" sz="2800" noProof="0">
                  <a:solidFill>
                    <a:schemeClr val="tx1"/>
                  </a:solidFill>
                </a:rPr>
                <a:t> sit </a:t>
              </a:r>
              <a:r>
                <a:rPr lang="en-GB" sz="2800" noProof="0" err="1">
                  <a:solidFill>
                    <a:schemeClr val="tx1"/>
                  </a:solidFill>
                </a:rPr>
                <a:t>amet</a:t>
              </a:r>
              <a:r>
                <a:rPr lang="en-GB" sz="2800" noProof="0">
                  <a:solidFill>
                    <a:schemeClr val="tx1"/>
                  </a:solidFill>
                </a:rPr>
                <a:t>, </a:t>
              </a:r>
              <a:r>
                <a:rPr lang="en-GB" sz="2800" noProof="0" err="1">
                  <a:solidFill>
                    <a:schemeClr val="tx1"/>
                  </a:solidFill>
                </a:rPr>
                <a:t>consetetur</a:t>
              </a:r>
              <a:r>
                <a:rPr lang="en-GB" sz="2800" noProof="0">
                  <a:solidFill>
                    <a:schemeClr val="tx1"/>
                  </a:solidFill>
                </a:rPr>
                <a:t> </a:t>
              </a:r>
              <a:r>
                <a:rPr lang="en-GB" sz="2800" noProof="0" err="1">
                  <a:solidFill>
                    <a:schemeClr val="tx1"/>
                  </a:solidFill>
                </a:rPr>
                <a:t>sadipscing</a:t>
              </a:r>
              <a:r>
                <a:rPr lang="en-GB" sz="2800" noProof="0">
                  <a:solidFill>
                    <a:schemeClr val="tx1"/>
                  </a:solidFill>
                </a:rPr>
                <a:t> </a:t>
              </a:r>
              <a:r>
                <a:rPr lang="en-GB" sz="2800" noProof="0" err="1">
                  <a:solidFill>
                    <a:schemeClr val="tx1"/>
                  </a:solidFill>
                </a:rPr>
                <a:t>elitr</a:t>
              </a:r>
              <a:endParaRPr lang="en-GB" sz="2800" noProof="0">
                <a:solidFill>
                  <a:schemeClr val="tx1"/>
                </a:solidFill>
              </a:endParaRPr>
            </a:p>
          </p:txBody>
        </p:sp>
        <p:sp>
          <p:nvSpPr>
            <p:cNvPr id="24" name="Rechteck 23">
              <a:extLst>
                <a:ext uri="{FF2B5EF4-FFF2-40B4-BE49-F238E27FC236}">
                  <a16:creationId xmlns:a16="http://schemas.microsoft.com/office/drawing/2014/main" id="{110EDD20-453E-74A5-A290-058AF0816885}"/>
                </a:ext>
              </a:extLst>
            </p:cNvPr>
            <p:cNvSpPr/>
            <p:nvPr/>
          </p:nvSpPr>
          <p:spPr>
            <a:xfrm>
              <a:off x="514350" y="1470253"/>
              <a:ext cx="720000" cy="6219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r>
                <a:rPr lang="en-GB" sz="3200" b="1" noProof="0">
                  <a:solidFill>
                    <a:schemeClr val="accent1"/>
                  </a:solidFill>
                </a:rPr>
                <a:t>5.</a:t>
              </a:r>
            </a:p>
          </p:txBody>
        </p:sp>
      </p:grpSp>
      <p:sp>
        <p:nvSpPr>
          <p:cNvPr id="2" name="Foliennummernplatzhalter 7">
            <a:extLst>
              <a:ext uri="{FF2B5EF4-FFF2-40B4-BE49-F238E27FC236}">
                <a16:creationId xmlns:a16="http://schemas.microsoft.com/office/drawing/2014/main" id="{F3C295D5-52EC-4180-6A71-59ED8BD88BB1}"/>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20</a:t>
            </a:fld>
            <a:endParaRPr lang="de-DE"/>
          </a:p>
        </p:txBody>
      </p:sp>
    </p:spTree>
    <p:extLst>
      <p:ext uri="{BB962C8B-B14F-4D97-AF65-F5344CB8AC3E}">
        <p14:creationId xmlns:p14="http://schemas.microsoft.com/office/powerpoint/2010/main" val="2611624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BFE5FC-8D64-90BC-6BD3-5CAEE63F215F}"/>
            </a:ext>
          </a:extLst>
        </p:cNvPr>
        <p:cNvGrpSpPr/>
        <p:nvPr/>
      </p:nvGrpSpPr>
      <p:grpSpPr>
        <a:xfrm>
          <a:off x="0" y="0"/>
          <a:ext cx="0" cy="0"/>
          <a:chOff x="0" y="0"/>
          <a:chExt cx="0" cy="0"/>
        </a:xfrm>
      </p:grpSpPr>
      <p:grpSp>
        <p:nvGrpSpPr>
          <p:cNvPr id="6" name="Gruppieren 5">
            <a:extLst>
              <a:ext uri="{FF2B5EF4-FFF2-40B4-BE49-F238E27FC236}">
                <a16:creationId xmlns:a16="http://schemas.microsoft.com/office/drawing/2014/main" id="{757FE817-868E-F56D-9EB8-3E327FDBC434}"/>
              </a:ext>
            </a:extLst>
          </p:cNvPr>
          <p:cNvGrpSpPr/>
          <p:nvPr/>
        </p:nvGrpSpPr>
        <p:grpSpPr>
          <a:xfrm>
            <a:off x="514350" y="2024062"/>
            <a:ext cx="11161713" cy="621944"/>
            <a:chOff x="514350" y="1470253"/>
            <a:chExt cx="11161713" cy="621944"/>
          </a:xfrm>
        </p:grpSpPr>
        <p:sp>
          <p:nvSpPr>
            <p:cNvPr id="20" name="Rechteck 19">
              <a:extLst>
                <a:ext uri="{FF2B5EF4-FFF2-40B4-BE49-F238E27FC236}">
                  <a16:creationId xmlns:a16="http://schemas.microsoft.com/office/drawing/2014/main" id="{41A61CAD-AC15-594D-37FC-D4A518DF37EC}"/>
                </a:ext>
              </a:extLst>
            </p:cNvPr>
            <p:cNvSpPr/>
            <p:nvPr/>
          </p:nvSpPr>
          <p:spPr>
            <a:xfrm>
              <a:off x="1234346" y="1470253"/>
              <a:ext cx="10441717" cy="6219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r>
                <a:rPr lang="en-GB" sz="2800" noProof="0">
                  <a:solidFill>
                    <a:schemeClr val="tx1"/>
                  </a:solidFill>
                </a:rPr>
                <a:t>Lorem ipsum </a:t>
              </a:r>
              <a:r>
                <a:rPr lang="en-GB" sz="2800" noProof="0" err="1">
                  <a:solidFill>
                    <a:schemeClr val="tx1"/>
                  </a:solidFill>
                </a:rPr>
                <a:t>dolor</a:t>
              </a:r>
              <a:r>
                <a:rPr lang="en-GB" sz="2800" noProof="0">
                  <a:solidFill>
                    <a:schemeClr val="tx1"/>
                  </a:solidFill>
                </a:rPr>
                <a:t> sit </a:t>
              </a:r>
              <a:r>
                <a:rPr lang="en-GB" sz="2800" noProof="0" err="1">
                  <a:solidFill>
                    <a:schemeClr val="tx1"/>
                  </a:solidFill>
                </a:rPr>
                <a:t>amet</a:t>
              </a:r>
              <a:r>
                <a:rPr lang="en-GB" sz="2800" noProof="0">
                  <a:solidFill>
                    <a:schemeClr val="tx1"/>
                  </a:solidFill>
                </a:rPr>
                <a:t>, </a:t>
              </a:r>
              <a:r>
                <a:rPr lang="en-GB" sz="2800" noProof="0" err="1">
                  <a:solidFill>
                    <a:schemeClr val="tx1"/>
                  </a:solidFill>
                </a:rPr>
                <a:t>consetetur</a:t>
              </a:r>
              <a:r>
                <a:rPr lang="en-GB" sz="2800" noProof="0">
                  <a:solidFill>
                    <a:schemeClr val="tx1"/>
                  </a:solidFill>
                </a:rPr>
                <a:t> </a:t>
              </a:r>
              <a:r>
                <a:rPr lang="en-GB" sz="2800" noProof="0" err="1">
                  <a:solidFill>
                    <a:schemeClr val="tx1"/>
                  </a:solidFill>
                </a:rPr>
                <a:t>sadipscing</a:t>
              </a:r>
              <a:r>
                <a:rPr lang="en-GB" sz="2800" noProof="0">
                  <a:solidFill>
                    <a:schemeClr val="tx1"/>
                  </a:solidFill>
                </a:rPr>
                <a:t> </a:t>
              </a:r>
              <a:r>
                <a:rPr lang="en-GB" sz="2800" noProof="0" err="1">
                  <a:solidFill>
                    <a:schemeClr val="tx1"/>
                  </a:solidFill>
                </a:rPr>
                <a:t>elitr</a:t>
              </a:r>
              <a:endParaRPr lang="en-GB" sz="2800" noProof="0">
                <a:solidFill>
                  <a:schemeClr val="tx1"/>
                </a:solidFill>
              </a:endParaRPr>
            </a:p>
          </p:txBody>
        </p:sp>
        <p:sp>
          <p:nvSpPr>
            <p:cNvPr id="25" name="Rechteck 24">
              <a:extLst>
                <a:ext uri="{FF2B5EF4-FFF2-40B4-BE49-F238E27FC236}">
                  <a16:creationId xmlns:a16="http://schemas.microsoft.com/office/drawing/2014/main" id="{38C996F1-2B53-9F12-E002-3CFFF9B739D0}"/>
                </a:ext>
              </a:extLst>
            </p:cNvPr>
            <p:cNvSpPr/>
            <p:nvPr/>
          </p:nvSpPr>
          <p:spPr>
            <a:xfrm>
              <a:off x="514350" y="1470253"/>
              <a:ext cx="720000" cy="6219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r>
                <a:rPr lang="en-GB" sz="3200" b="1" noProof="0">
                  <a:solidFill>
                    <a:schemeClr val="accent1"/>
                  </a:solidFill>
                </a:rPr>
                <a:t>1.</a:t>
              </a:r>
            </a:p>
          </p:txBody>
        </p:sp>
      </p:grpSp>
      <p:grpSp>
        <p:nvGrpSpPr>
          <p:cNvPr id="26" name="Gruppieren 25">
            <a:extLst>
              <a:ext uri="{FF2B5EF4-FFF2-40B4-BE49-F238E27FC236}">
                <a16:creationId xmlns:a16="http://schemas.microsoft.com/office/drawing/2014/main" id="{1D4B623A-2121-AFA9-8C65-7624D4EB82B2}"/>
              </a:ext>
            </a:extLst>
          </p:cNvPr>
          <p:cNvGrpSpPr/>
          <p:nvPr/>
        </p:nvGrpSpPr>
        <p:grpSpPr>
          <a:xfrm>
            <a:off x="528904" y="2756908"/>
            <a:ext cx="11161713" cy="621944"/>
            <a:chOff x="514350" y="1470253"/>
            <a:chExt cx="11161713" cy="621944"/>
          </a:xfrm>
        </p:grpSpPr>
        <p:sp>
          <p:nvSpPr>
            <p:cNvPr id="27" name="Rechteck 26">
              <a:extLst>
                <a:ext uri="{FF2B5EF4-FFF2-40B4-BE49-F238E27FC236}">
                  <a16:creationId xmlns:a16="http://schemas.microsoft.com/office/drawing/2014/main" id="{D1E667C1-640A-F5DD-E8D5-994F975967D2}"/>
                </a:ext>
              </a:extLst>
            </p:cNvPr>
            <p:cNvSpPr/>
            <p:nvPr/>
          </p:nvSpPr>
          <p:spPr>
            <a:xfrm>
              <a:off x="1234346" y="1470253"/>
              <a:ext cx="10441717" cy="6219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r>
                <a:rPr lang="en-GB" sz="2800" noProof="0">
                  <a:solidFill>
                    <a:schemeClr val="tx1"/>
                  </a:solidFill>
                </a:rPr>
                <a:t>Lorem ipsum </a:t>
              </a:r>
              <a:r>
                <a:rPr lang="en-GB" sz="2800" noProof="0" err="1">
                  <a:solidFill>
                    <a:schemeClr val="tx1"/>
                  </a:solidFill>
                </a:rPr>
                <a:t>dolor</a:t>
              </a:r>
              <a:r>
                <a:rPr lang="en-GB" sz="2800" noProof="0">
                  <a:solidFill>
                    <a:schemeClr val="tx1"/>
                  </a:solidFill>
                </a:rPr>
                <a:t> sit </a:t>
              </a:r>
              <a:r>
                <a:rPr lang="en-GB" sz="2800" noProof="0" err="1">
                  <a:solidFill>
                    <a:schemeClr val="tx1"/>
                  </a:solidFill>
                </a:rPr>
                <a:t>amet</a:t>
              </a:r>
              <a:r>
                <a:rPr lang="en-GB" sz="2800" noProof="0">
                  <a:solidFill>
                    <a:schemeClr val="tx1"/>
                  </a:solidFill>
                </a:rPr>
                <a:t>, </a:t>
              </a:r>
              <a:r>
                <a:rPr lang="en-GB" sz="2800" noProof="0" err="1">
                  <a:solidFill>
                    <a:schemeClr val="tx1"/>
                  </a:solidFill>
                </a:rPr>
                <a:t>consetetur</a:t>
              </a:r>
              <a:r>
                <a:rPr lang="en-GB" sz="2800" noProof="0">
                  <a:solidFill>
                    <a:schemeClr val="tx1"/>
                  </a:solidFill>
                </a:rPr>
                <a:t> </a:t>
              </a:r>
              <a:r>
                <a:rPr lang="en-GB" sz="2800" noProof="0" err="1">
                  <a:solidFill>
                    <a:schemeClr val="tx1"/>
                  </a:solidFill>
                </a:rPr>
                <a:t>sadipscing</a:t>
              </a:r>
              <a:r>
                <a:rPr lang="en-GB" sz="2800" noProof="0">
                  <a:solidFill>
                    <a:schemeClr val="tx1"/>
                  </a:solidFill>
                </a:rPr>
                <a:t> </a:t>
              </a:r>
              <a:r>
                <a:rPr lang="en-GB" sz="2800" noProof="0" err="1">
                  <a:solidFill>
                    <a:schemeClr val="tx1"/>
                  </a:solidFill>
                </a:rPr>
                <a:t>elitr</a:t>
              </a:r>
              <a:endParaRPr lang="en-GB" sz="2800" noProof="0">
                <a:solidFill>
                  <a:schemeClr val="tx1"/>
                </a:solidFill>
              </a:endParaRPr>
            </a:p>
          </p:txBody>
        </p:sp>
        <p:sp>
          <p:nvSpPr>
            <p:cNvPr id="28" name="Rechteck 27">
              <a:extLst>
                <a:ext uri="{FF2B5EF4-FFF2-40B4-BE49-F238E27FC236}">
                  <a16:creationId xmlns:a16="http://schemas.microsoft.com/office/drawing/2014/main" id="{1C6911BF-10A8-0944-D548-C902F95D0177}"/>
                </a:ext>
              </a:extLst>
            </p:cNvPr>
            <p:cNvSpPr/>
            <p:nvPr/>
          </p:nvSpPr>
          <p:spPr>
            <a:xfrm>
              <a:off x="514350" y="1470253"/>
              <a:ext cx="720000" cy="6219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r>
                <a:rPr lang="en-GB" sz="3200" b="1" noProof="0">
                  <a:solidFill>
                    <a:schemeClr val="accent1"/>
                  </a:solidFill>
                </a:rPr>
                <a:t>2.</a:t>
              </a:r>
            </a:p>
          </p:txBody>
        </p:sp>
      </p:grpSp>
      <p:grpSp>
        <p:nvGrpSpPr>
          <p:cNvPr id="29" name="Gruppieren 28">
            <a:extLst>
              <a:ext uri="{FF2B5EF4-FFF2-40B4-BE49-F238E27FC236}">
                <a16:creationId xmlns:a16="http://schemas.microsoft.com/office/drawing/2014/main" id="{37E01EB3-66DC-173A-50D9-EF94556C604C}"/>
              </a:ext>
            </a:extLst>
          </p:cNvPr>
          <p:cNvGrpSpPr/>
          <p:nvPr/>
        </p:nvGrpSpPr>
        <p:grpSpPr>
          <a:xfrm>
            <a:off x="528904" y="3489754"/>
            <a:ext cx="11161714" cy="621944"/>
            <a:chOff x="514350" y="1470253"/>
            <a:chExt cx="11161714" cy="621944"/>
          </a:xfrm>
        </p:grpSpPr>
        <p:sp>
          <p:nvSpPr>
            <p:cNvPr id="30" name="Rechteck 29">
              <a:extLst>
                <a:ext uri="{FF2B5EF4-FFF2-40B4-BE49-F238E27FC236}">
                  <a16:creationId xmlns:a16="http://schemas.microsoft.com/office/drawing/2014/main" id="{B04BC5AF-DA52-811D-4D5F-8CCB7BF1CBCD}"/>
                </a:ext>
              </a:extLst>
            </p:cNvPr>
            <p:cNvSpPr/>
            <p:nvPr/>
          </p:nvSpPr>
          <p:spPr>
            <a:xfrm>
              <a:off x="1234348" y="1470253"/>
              <a:ext cx="10441716" cy="6219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r>
                <a:rPr lang="en-GB" sz="2800" noProof="0">
                  <a:solidFill>
                    <a:schemeClr val="tx1"/>
                  </a:solidFill>
                </a:rPr>
                <a:t>Lorem ipsum </a:t>
              </a:r>
              <a:r>
                <a:rPr lang="en-GB" sz="2800" noProof="0" err="1">
                  <a:solidFill>
                    <a:schemeClr val="tx1"/>
                  </a:solidFill>
                </a:rPr>
                <a:t>dolor</a:t>
              </a:r>
              <a:r>
                <a:rPr lang="en-GB" sz="2800" noProof="0">
                  <a:solidFill>
                    <a:schemeClr val="tx1"/>
                  </a:solidFill>
                </a:rPr>
                <a:t> sit </a:t>
              </a:r>
              <a:r>
                <a:rPr lang="en-GB" sz="2800" noProof="0" err="1">
                  <a:solidFill>
                    <a:schemeClr val="tx1"/>
                  </a:solidFill>
                </a:rPr>
                <a:t>amet</a:t>
              </a:r>
              <a:r>
                <a:rPr lang="en-GB" sz="2800" noProof="0">
                  <a:solidFill>
                    <a:schemeClr val="tx1"/>
                  </a:solidFill>
                </a:rPr>
                <a:t>, </a:t>
              </a:r>
              <a:r>
                <a:rPr lang="en-GB" sz="2800" noProof="0" err="1">
                  <a:solidFill>
                    <a:schemeClr val="tx1"/>
                  </a:solidFill>
                </a:rPr>
                <a:t>consetetur</a:t>
              </a:r>
              <a:r>
                <a:rPr lang="en-GB" sz="2800" noProof="0">
                  <a:solidFill>
                    <a:schemeClr val="tx1"/>
                  </a:solidFill>
                </a:rPr>
                <a:t> </a:t>
              </a:r>
              <a:r>
                <a:rPr lang="en-GB" sz="2800" noProof="0" err="1">
                  <a:solidFill>
                    <a:schemeClr val="tx1"/>
                  </a:solidFill>
                </a:rPr>
                <a:t>sadipscing</a:t>
              </a:r>
              <a:r>
                <a:rPr lang="en-GB" sz="2800" noProof="0">
                  <a:solidFill>
                    <a:schemeClr val="tx1"/>
                  </a:solidFill>
                </a:rPr>
                <a:t> </a:t>
              </a:r>
              <a:r>
                <a:rPr lang="en-GB" sz="2800" noProof="0" err="1">
                  <a:solidFill>
                    <a:schemeClr val="tx1"/>
                  </a:solidFill>
                </a:rPr>
                <a:t>elitr</a:t>
              </a:r>
              <a:endParaRPr lang="en-GB" sz="2800" noProof="0">
                <a:solidFill>
                  <a:schemeClr val="tx1"/>
                </a:solidFill>
              </a:endParaRPr>
            </a:p>
          </p:txBody>
        </p:sp>
        <p:sp>
          <p:nvSpPr>
            <p:cNvPr id="31" name="Rechteck 30">
              <a:extLst>
                <a:ext uri="{FF2B5EF4-FFF2-40B4-BE49-F238E27FC236}">
                  <a16:creationId xmlns:a16="http://schemas.microsoft.com/office/drawing/2014/main" id="{6B13012D-F1EA-F307-8E12-489B41DB8394}"/>
                </a:ext>
              </a:extLst>
            </p:cNvPr>
            <p:cNvSpPr/>
            <p:nvPr/>
          </p:nvSpPr>
          <p:spPr>
            <a:xfrm>
              <a:off x="514350" y="1470253"/>
              <a:ext cx="720000" cy="6219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r>
                <a:rPr lang="en-GB" sz="3200" b="1" noProof="0">
                  <a:solidFill>
                    <a:schemeClr val="accent1"/>
                  </a:solidFill>
                </a:rPr>
                <a:t>3.</a:t>
              </a:r>
            </a:p>
          </p:txBody>
        </p:sp>
      </p:grpSp>
      <p:grpSp>
        <p:nvGrpSpPr>
          <p:cNvPr id="32" name="Gruppieren 31">
            <a:extLst>
              <a:ext uri="{FF2B5EF4-FFF2-40B4-BE49-F238E27FC236}">
                <a16:creationId xmlns:a16="http://schemas.microsoft.com/office/drawing/2014/main" id="{84488A2C-3929-40C9-E238-2207180941CD}"/>
              </a:ext>
            </a:extLst>
          </p:cNvPr>
          <p:cNvGrpSpPr/>
          <p:nvPr/>
        </p:nvGrpSpPr>
        <p:grpSpPr>
          <a:xfrm>
            <a:off x="528904" y="4222600"/>
            <a:ext cx="11161713" cy="621944"/>
            <a:chOff x="514350" y="1470253"/>
            <a:chExt cx="11161713" cy="621944"/>
          </a:xfrm>
        </p:grpSpPr>
        <p:sp>
          <p:nvSpPr>
            <p:cNvPr id="33" name="Rechteck 32">
              <a:extLst>
                <a:ext uri="{FF2B5EF4-FFF2-40B4-BE49-F238E27FC236}">
                  <a16:creationId xmlns:a16="http://schemas.microsoft.com/office/drawing/2014/main" id="{52A815A0-2CFD-A219-B123-7553F74016AD}"/>
                </a:ext>
              </a:extLst>
            </p:cNvPr>
            <p:cNvSpPr/>
            <p:nvPr/>
          </p:nvSpPr>
          <p:spPr>
            <a:xfrm>
              <a:off x="1234348" y="1470253"/>
              <a:ext cx="10441715" cy="6219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r>
                <a:rPr lang="en-GB" sz="2800" noProof="0">
                  <a:solidFill>
                    <a:schemeClr val="tx1"/>
                  </a:solidFill>
                </a:rPr>
                <a:t>Lorem ipsum </a:t>
              </a:r>
              <a:r>
                <a:rPr lang="en-GB" sz="2800" noProof="0" err="1">
                  <a:solidFill>
                    <a:schemeClr val="tx1"/>
                  </a:solidFill>
                </a:rPr>
                <a:t>dolor</a:t>
              </a:r>
              <a:r>
                <a:rPr lang="en-GB" sz="2800" noProof="0">
                  <a:solidFill>
                    <a:schemeClr val="tx1"/>
                  </a:solidFill>
                </a:rPr>
                <a:t> sit </a:t>
              </a:r>
              <a:r>
                <a:rPr lang="en-GB" sz="2800" noProof="0" err="1">
                  <a:solidFill>
                    <a:schemeClr val="tx1"/>
                  </a:solidFill>
                </a:rPr>
                <a:t>amet</a:t>
              </a:r>
              <a:r>
                <a:rPr lang="en-GB" sz="2800" noProof="0">
                  <a:solidFill>
                    <a:schemeClr val="tx1"/>
                  </a:solidFill>
                </a:rPr>
                <a:t>, </a:t>
              </a:r>
              <a:r>
                <a:rPr lang="en-GB" sz="2800" noProof="0" err="1">
                  <a:solidFill>
                    <a:schemeClr val="tx1"/>
                  </a:solidFill>
                </a:rPr>
                <a:t>consetetur</a:t>
              </a:r>
              <a:r>
                <a:rPr lang="en-GB" sz="2800" noProof="0">
                  <a:solidFill>
                    <a:schemeClr val="tx1"/>
                  </a:solidFill>
                </a:rPr>
                <a:t> </a:t>
              </a:r>
              <a:r>
                <a:rPr lang="en-GB" sz="2800" noProof="0" err="1">
                  <a:solidFill>
                    <a:schemeClr val="tx1"/>
                  </a:solidFill>
                </a:rPr>
                <a:t>sadipscing</a:t>
              </a:r>
              <a:r>
                <a:rPr lang="en-GB" sz="2800" noProof="0">
                  <a:solidFill>
                    <a:schemeClr val="tx1"/>
                  </a:solidFill>
                </a:rPr>
                <a:t> </a:t>
              </a:r>
              <a:r>
                <a:rPr lang="en-GB" sz="2800" noProof="0" err="1">
                  <a:solidFill>
                    <a:schemeClr val="tx1"/>
                  </a:solidFill>
                </a:rPr>
                <a:t>elitr</a:t>
              </a:r>
              <a:endParaRPr lang="en-GB" sz="2800" noProof="0">
                <a:solidFill>
                  <a:schemeClr val="tx1"/>
                </a:solidFill>
              </a:endParaRPr>
            </a:p>
          </p:txBody>
        </p:sp>
        <p:sp>
          <p:nvSpPr>
            <p:cNvPr id="34" name="Rechteck 33">
              <a:extLst>
                <a:ext uri="{FF2B5EF4-FFF2-40B4-BE49-F238E27FC236}">
                  <a16:creationId xmlns:a16="http://schemas.microsoft.com/office/drawing/2014/main" id="{165DC7CB-EAF4-7D30-43ED-02404A471D41}"/>
                </a:ext>
              </a:extLst>
            </p:cNvPr>
            <p:cNvSpPr/>
            <p:nvPr/>
          </p:nvSpPr>
          <p:spPr>
            <a:xfrm>
              <a:off x="514350" y="1470253"/>
              <a:ext cx="720000" cy="6219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r>
                <a:rPr lang="en-GB" sz="3200" b="1" noProof="0">
                  <a:solidFill>
                    <a:schemeClr val="accent1"/>
                  </a:solidFill>
                </a:rPr>
                <a:t>4.</a:t>
              </a:r>
            </a:p>
          </p:txBody>
        </p:sp>
      </p:grpSp>
      <p:grpSp>
        <p:nvGrpSpPr>
          <p:cNvPr id="35" name="Gruppieren 34">
            <a:extLst>
              <a:ext uri="{FF2B5EF4-FFF2-40B4-BE49-F238E27FC236}">
                <a16:creationId xmlns:a16="http://schemas.microsoft.com/office/drawing/2014/main" id="{3672E5F0-72D7-A55D-3B3C-8F420C4CDAE7}"/>
              </a:ext>
            </a:extLst>
          </p:cNvPr>
          <p:cNvGrpSpPr/>
          <p:nvPr/>
        </p:nvGrpSpPr>
        <p:grpSpPr>
          <a:xfrm>
            <a:off x="528904" y="4955447"/>
            <a:ext cx="11161714" cy="621944"/>
            <a:chOff x="514350" y="1470253"/>
            <a:chExt cx="11161714" cy="621944"/>
          </a:xfrm>
        </p:grpSpPr>
        <p:sp>
          <p:nvSpPr>
            <p:cNvPr id="36" name="Rechteck 35">
              <a:extLst>
                <a:ext uri="{FF2B5EF4-FFF2-40B4-BE49-F238E27FC236}">
                  <a16:creationId xmlns:a16="http://schemas.microsoft.com/office/drawing/2014/main" id="{61979593-7E5B-5FD6-DC85-60A3DAF36479}"/>
                </a:ext>
              </a:extLst>
            </p:cNvPr>
            <p:cNvSpPr/>
            <p:nvPr/>
          </p:nvSpPr>
          <p:spPr>
            <a:xfrm>
              <a:off x="1234350" y="1470253"/>
              <a:ext cx="10441714" cy="6219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r>
                <a:rPr lang="en-GB" sz="2800" noProof="0">
                  <a:solidFill>
                    <a:schemeClr val="tx1"/>
                  </a:solidFill>
                </a:rPr>
                <a:t>Lorem ipsum </a:t>
              </a:r>
              <a:r>
                <a:rPr lang="en-GB" sz="2800" noProof="0" err="1">
                  <a:solidFill>
                    <a:schemeClr val="tx1"/>
                  </a:solidFill>
                </a:rPr>
                <a:t>dolor</a:t>
              </a:r>
              <a:r>
                <a:rPr lang="en-GB" sz="2800" noProof="0">
                  <a:solidFill>
                    <a:schemeClr val="tx1"/>
                  </a:solidFill>
                </a:rPr>
                <a:t> sit </a:t>
              </a:r>
              <a:r>
                <a:rPr lang="en-GB" sz="2800" noProof="0" err="1">
                  <a:solidFill>
                    <a:schemeClr val="tx1"/>
                  </a:solidFill>
                </a:rPr>
                <a:t>amet</a:t>
              </a:r>
              <a:r>
                <a:rPr lang="en-GB" sz="2800" noProof="0">
                  <a:solidFill>
                    <a:schemeClr val="tx1"/>
                  </a:solidFill>
                </a:rPr>
                <a:t>, </a:t>
              </a:r>
              <a:r>
                <a:rPr lang="en-GB" sz="2800" noProof="0" err="1">
                  <a:solidFill>
                    <a:schemeClr val="tx1"/>
                  </a:solidFill>
                </a:rPr>
                <a:t>consetetur</a:t>
              </a:r>
              <a:r>
                <a:rPr lang="en-GB" sz="2800" noProof="0">
                  <a:solidFill>
                    <a:schemeClr val="tx1"/>
                  </a:solidFill>
                </a:rPr>
                <a:t> </a:t>
              </a:r>
              <a:r>
                <a:rPr lang="en-GB" sz="2800" noProof="0" err="1">
                  <a:solidFill>
                    <a:schemeClr val="tx1"/>
                  </a:solidFill>
                </a:rPr>
                <a:t>sadipscing</a:t>
              </a:r>
              <a:r>
                <a:rPr lang="en-GB" sz="2800" noProof="0">
                  <a:solidFill>
                    <a:schemeClr val="tx1"/>
                  </a:solidFill>
                </a:rPr>
                <a:t> </a:t>
              </a:r>
              <a:r>
                <a:rPr lang="en-GB" sz="2800" noProof="0" err="1">
                  <a:solidFill>
                    <a:schemeClr val="tx1"/>
                  </a:solidFill>
                </a:rPr>
                <a:t>elitr</a:t>
              </a:r>
              <a:endParaRPr lang="en-GB" sz="2800" noProof="0">
                <a:solidFill>
                  <a:schemeClr val="tx1"/>
                </a:solidFill>
              </a:endParaRPr>
            </a:p>
          </p:txBody>
        </p:sp>
        <p:sp>
          <p:nvSpPr>
            <p:cNvPr id="37" name="Rechteck 36">
              <a:extLst>
                <a:ext uri="{FF2B5EF4-FFF2-40B4-BE49-F238E27FC236}">
                  <a16:creationId xmlns:a16="http://schemas.microsoft.com/office/drawing/2014/main" id="{67D31809-A0F9-7730-0482-4F49327E3113}"/>
                </a:ext>
              </a:extLst>
            </p:cNvPr>
            <p:cNvSpPr/>
            <p:nvPr/>
          </p:nvSpPr>
          <p:spPr>
            <a:xfrm>
              <a:off x="514350" y="1470253"/>
              <a:ext cx="720000" cy="62194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72000" rIns="144000" bIns="72000" rtlCol="0" anchor="ctr"/>
            <a:lstStyle/>
            <a:p>
              <a:r>
                <a:rPr lang="en-GB" sz="3200" b="1" noProof="0">
                  <a:solidFill>
                    <a:schemeClr val="accent1"/>
                  </a:solidFill>
                </a:rPr>
                <a:t>5.</a:t>
              </a:r>
            </a:p>
          </p:txBody>
        </p:sp>
      </p:grpSp>
      <p:sp>
        <p:nvSpPr>
          <p:cNvPr id="2" name="Rechteck 1">
            <a:extLst>
              <a:ext uri="{FF2B5EF4-FFF2-40B4-BE49-F238E27FC236}">
                <a16:creationId xmlns:a16="http://schemas.microsoft.com/office/drawing/2014/main" id="{29BBB457-7C9D-22D1-90D2-8BDA69086356}"/>
              </a:ext>
            </a:extLst>
          </p:cNvPr>
          <p:cNvSpPr/>
          <p:nvPr/>
        </p:nvSpPr>
        <p:spPr>
          <a:xfrm>
            <a:off x="514350" y="3489754"/>
            <a:ext cx="11176268" cy="2087637"/>
          </a:xfrm>
          <a:prstGeom prst="rect">
            <a:avLst/>
          </a:prstGeom>
          <a:solidFill>
            <a:schemeClr val="accent5">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7" name="Rechteck 16">
            <a:extLst>
              <a:ext uri="{FF2B5EF4-FFF2-40B4-BE49-F238E27FC236}">
                <a16:creationId xmlns:a16="http://schemas.microsoft.com/office/drawing/2014/main" id="{64F067B3-EAD8-C5C4-0996-D972D83996F1}"/>
              </a:ext>
            </a:extLst>
          </p:cNvPr>
          <p:cNvSpPr/>
          <p:nvPr/>
        </p:nvSpPr>
        <p:spPr>
          <a:xfrm>
            <a:off x="514350" y="2024063"/>
            <a:ext cx="11176268" cy="621943"/>
          </a:xfrm>
          <a:prstGeom prst="rect">
            <a:avLst/>
          </a:prstGeom>
          <a:solidFill>
            <a:schemeClr val="accent5">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 name="Titel 6">
            <a:extLst>
              <a:ext uri="{FF2B5EF4-FFF2-40B4-BE49-F238E27FC236}">
                <a16:creationId xmlns:a16="http://schemas.microsoft.com/office/drawing/2014/main" id="{A31E8960-846B-CFCE-3B36-FC351E2A1812}"/>
              </a:ext>
            </a:extLst>
          </p:cNvPr>
          <p:cNvSpPr>
            <a:spLocks noGrp="1"/>
          </p:cNvSpPr>
          <p:nvPr>
            <p:ph type="title"/>
          </p:nvPr>
        </p:nvSpPr>
        <p:spPr/>
        <p:txBody>
          <a:bodyPr/>
          <a:lstStyle/>
          <a:p>
            <a:pPr>
              <a:lnSpc>
                <a:spcPct val="95000"/>
              </a:lnSpc>
            </a:pPr>
            <a:r>
              <a:rPr lang="en-GB" noProof="0" dirty="0"/>
              <a:t>Agenda</a:t>
            </a:r>
          </a:p>
        </p:txBody>
      </p:sp>
      <p:sp>
        <p:nvSpPr>
          <p:cNvPr id="3" name="Foliennummernplatzhalter 7">
            <a:extLst>
              <a:ext uri="{FF2B5EF4-FFF2-40B4-BE49-F238E27FC236}">
                <a16:creationId xmlns:a16="http://schemas.microsoft.com/office/drawing/2014/main" id="{0B3BE13F-976B-8AF3-4AB8-E9C9DBB340B5}"/>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21</a:t>
            </a:fld>
            <a:endParaRPr lang="de-DE"/>
          </a:p>
        </p:txBody>
      </p:sp>
    </p:spTree>
    <p:extLst>
      <p:ext uri="{BB962C8B-B14F-4D97-AF65-F5344CB8AC3E}">
        <p14:creationId xmlns:p14="http://schemas.microsoft.com/office/powerpoint/2010/main" val="3688510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7" name="Objekt 6" hidden="1"/>
          <p:cNvGraphicFramePr>
            <a:graphicFrameLocks noChangeAspect="1"/>
          </p:cNvGraphicFramePr>
          <p:nvPr>
            <p:custDataLst>
              <p:tags r:id="rId1"/>
            </p:custDataLst>
          </p:nvPr>
        </p:nvGraphicFramePr>
        <p:xfrm>
          <a:off x="0" y="0"/>
          <a:ext cx="158750" cy="158750"/>
        </p:xfrm>
        <a:graphic>
          <a:graphicData uri="http://schemas.openxmlformats.org/presentationml/2006/ole">
            <mc:AlternateContent xmlns:mc="http://schemas.openxmlformats.org/markup-compatibility/2006">
              <mc:Choice xmlns:v="urn:schemas-microsoft-com:vml" Requires="v">
                <p:oleObj name="think-cell Folie" r:id="rId4" imgW="270" imgH="270" progId="TCLayout.ActiveDocument.1">
                  <p:embed/>
                </p:oleObj>
              </mc:Choice>
              <mc:Fallback>
                <p:oleObj name="think-cell Folie" r:id="rId4" imgW="270" imgH="270" progId="TCLayout.ActiveDocument.1">
                  <p:embed/>
                  <p:pic>
                    <p:nvPicPr>
                      <p:cNvPr id="7" name="Objekt 6" hidden="1"/>
                      <p:cNvPicPr/>
                      <p:nvPr/>
                    </p:nvPicPr>
                    <p:blipFill>
                      <a:blip r:embed="rId5"/>
                      <a:stretch>
                        <a:fillRect/>
                      </a:stretch>
                    </p:blipFill>
                    <p:spPr>
                      <a:xfrm>
                        <a:off x="0" y="0"/>
                        <a:ext cx="158750" cy="158750"/>
                      </a:xfrm>
                      <a:prstGeom prst="rect">
                        <a:avLst/>
                      </a:prstGeom>
                    </p:spPr>
                  </p:pic>
                </p:oleObj>
              </mc:Fallback>
            </mc:AlternateContent>
          </a:graphicData>
        </a:graphic>
      </p:graphicFrame>
      <p:sp>
        <p:nvSpPr>
          <p:cNvPr id="10" name="Titel 9"/>
          <p:cNvSpPr>
            <a:spLocks noGrp="1"/>
          </p:cNvSpPr>
          <p:nvPr>
            <p:ph type="title"/>
          </p:nvPr>
        </p:nvSpPr>
        <p:spPr/>
        <p:txBody>
          <a:bodyPr anchor="t">
            <a:noAutofit/>
          </a:bodyPr>
          <a:lstStyle/>
          <a:p>
            <a:pPr marL="628650" indent="-628650">
              <a:lnSpc>
                <a:spcPct val="95000"/>
              </a:lnSpc>
              <a:spcAft>
                <a:spcPts val="1400"/>
              </a:spcAft>
              <a:buClr>
                <a:schemeClr val="tx1"/>
              </a:buClr>
              <a:buFont typeface="+mj-lt"/>
              <a:buAutoNum type="arabicPeriod"/>
            </a:pPr>
            <a:r>
              <a:rPr lang="en-GB" sz="4400" noProof="0" dirty="0"/>
              <a:t>Lorem Ipsum </a:t>
            </a:r>
            <a:r>
              <a:rPr lang="en-GB" sz="4400" noProof="0" dirty="0" err="1"/>
              <a:t>dolortas</a:t>
            </a:r>
            <a:br>
              <a:rPr lang="en-GB" sz="4400" noProof="0" dirty="0"/>
            </a:br>
            <a:r>
              <a:rPr lang="en-GB" sz="4400" noProof="0" dirty="0" err="1"/>
              <a:t>amet</a:t>
            </a:r>
            <a:r>
              <a:rPr lang="en-GB" sz="4400" noProof="0" dirty="0"/>
              <a:t> </a:t>
            </a:r>
            <a:r>
              <a:rPr lang="en-GB" sz="4400" noProof="0" dirty="0" err="1"/>
              <a:t>avensis</a:t>
            </a:r>
            <a:r>
              <a:rPr lang="en-GB" sz="4400" noProof="0" dirty="0"/>
              <a:t> </a:t>
            </a:r>
            <a:r>
              <a:rPr lang="en-GB" sz="4400" noProof="0" dirty="0" err="1"/>
              <a:t>aven</a:t>
            </a:r>
            <a:endParaRPr lang="en-GB" sz="4400" noProof="0" dirty="0"/>
          </a:p>
        </p:txBody>
      </p:sp>
      <p:cxnSp>
        <p:nvCxnSpPr>
          <p:cNvPr id="8" name="Gerader Verbinder 5">
            <a:extLst>
              <a:ext uri="{FF2B5EF4-FFF2-40B4-BE49-F238E27FC236}">
                <a16:creationId xmlns:a16="http://schemas.microsoft.com/office/drawing/2014/main" id="{13D08EDD-2B78-0775-85BF-5AC6997DDB14}"/>
              </a:ext>
            </a:extLst>
          </p:cNvPr>
          <p:cNvCxnSpPr>
            <a:cxnSpLocks/>
          </p:cNvCxnSpPr>
          <p:nvPr/>
        </p:nvCxnSpPr>
        <p:spPr>
          <a:xfrm>
            <a:off x="1157959" y="2021482"/>
            <a:ext cx="5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platzhalter 4">
            <a:extLst>
              <a:ext uri="{FF2B5EF4-FFF2-40B4-BE49-F238E27FC236}">
                <a16:creationId xmlns:a16="http://schemas.microsoft.com/office/drawing/2014/main" id="{E0E32388-152D-C3CA-A3AA-58FFD3FC85F8}"/>
              </a:ext>
            </a:extLst>
          </p:cNvPr>
          <p:cNvSpPr txBox="1">
            <a:spLocks/>
          </p:cNvSpPr>
          <p:nvPr/>
        </p:nvSpPr>
        <p:spPr>
          <a:xfrm>
            <a:off x="1134311" y="2232801"/>
            <a:ext cx="10520650" cy="2183418"/>
          </a:xfrm>
          <a:prstGeom prst="rect">
            <a:avLst/>
          </a:prstGeom>
        </p:spPr>
        <p:txBody>
          <a:bodyPr wrap="square" lIns="0" tIns="0" rIns="0" bIns="0">
            <a:spAutoFit/>
          </a:bodyPr>
          <a:lstStyle>
            <a:lvl1pPr marL="342900" marR="0" indent="-342900" algn="l" defTabSz="914400" rtl="0" eaLnBrk="1" fontAlgn="auto" latinLnBrk="0" hangingPunct="1">
              <a:lnSpc>
                <a:spcPct val="110000"/>
              </a:lnSpc>
              <a:spcBef>
                <a:spcPts val="0"/>
              </a:spcBef>
              <a:spcAft>
                <a:spcPts val="0"/>
              </a:spcAft>
              <a:buClr>
                <a:schemeClr val="accent1"/>
              </a:buClr>
              <a:buSzTx/>
              <a:buFont typeface="Wingdings" panose="05000000000000000000" pitchFamily="2" charset="2"/>
              <a:buChar char="n"/>
              <a:tabLst/>
              <a:defRPr sz="2000" b="0" i="0" kern="1200" baseline="0">
                <a:solidFill>
                  <a:schemeClr val="tx1"/>
                </a:solidFill>
                <a:latin typeface="Arial" panose="020B0604020202020204" pitchFamily="34" charset="0"/>
                <a:ea typeface="+mn-ea"/>
                <a:cs typeface="+mn-cs"/>
              </a:defRPr>
            </a:lvl1pPr>
            <a:lvl2pPr marL="719138" marR="0" indent="-361950" algn="l" defTabSz="914400" rtl="0" eaLnBrk="1" fontAlgn="auto" latinLnBrk="0" hangingPunct="1">
              <a:lnSpc>
                <a:spcPct val="110000"/>
              </a:lnSpc>
              <a:spcBef>
                <a:spcPts val="600"/>
              </a:spcBef>
              <a:spcAft>
                <a:spcPts val="0"/>
              </a:spcAft>
              <a:buClr>
                <a:srgbClr val="004A96"/>
              </a:buClr>
              <a:buSzTx/>
              <a:buFont typeface="Wingdings 3" panose="05040102010807070707" pitchFamily="18" charset="2"/>
              <a:buChar char=""/>
              <a:tabLst/>
              <a:defRPr sz="2000" b="0" i="0" kern="1200" baseline="0">
                <a:solidFill>
                  <a:schemeClr val="tx1"/>
                </a:solidFill>
                <a:latin typeface="Arial" panose="020B0604020202020204" pitchFamily="34" charset="0"/>
                <a:ea typeface="+mn-ea"/>
                <a:cs typeface="+mn-cs"/>
              </a:defRPr>
            </a:lvl2pPr>
            <a:lvl3pPr marL="1074738" marR="0" indent="-355600" algn="l" defTabSz="914400" rtl="0" eaLnBrk="1" fontAlgn="auto" latinLnBrk="0" hangingPunct="1">
              <a:lnSpc>
                <a:spcPct val="110000"/>
              </a:lnSpc>
              <a:spcBef>
                <a:spcPts val="300"/>
              </a:spcBef>
              <a:spcAft>
                <a:spcPts val="0"/>
              </a:spcAft>
              <a:buClr>
                <a:srgbClr val="004A96"/>
              </a:buClr>
              <a:buSzTx/>
              <a:buFont typeface="Arial" panose="020B0604020202020204" pitchFamily="34" charset="0"/>
              <a:buChar char="●"/>
              <a:tabLst/>
              <a:defRPr sz="2000" b="0" i="0" kern="1200" baseline="0">
                <a:solidFill>
                  <a:schemeClr val="tx1"/>
                </a:solidFill>
                <a:latin typeface="Arial" panose="020B0604020202020204" pitchFamily="34" charset="0"/>
                <a:ea typeface="+mn-ea"/>
                <a:cs typeface="+mn-cs"/>
              </a:defRPr>
            </a:lvl3pPr>
            <a:lvl4pPr marL="1436688" marR="0" indent="-361950" algn="l" defTabSz="914400" rtl="0" eaLnBrk="1" fontAlgn="auto" latinLnBrk="0" hangingPunct="1">
              <a:lnSpc>
                <a:spcPct val="110000"/>
              </a:lnSpc>
              <a:spcBef>
                <a:spcPts val="0"/>
              </a:spcBef>
              <a:spcAft>
                <a:spcPct val="50000"/>
              </a:spcAft>
              <a:buClr>
                <a:srgbClr val="004A96"/>
              </a:buClr>
              <a:buSzTx/>
              <a:buFont typeface="Arial" panose="020B0604020202020204" pitchFamily="34" charset="0"/>
              <a:buChar char="−"/>
              <a:tabLst/>
              <a:defRPr sz="2000" b="0" i="0" kern="1200" baseline="0">
                <a:solidFill>
                  <a:schemeClr val="tx1"/>
                </a:solidFill>
                <a:latin typeface="Arial" panose="020B0604020202020204" pitchFamily="34" charset="0"/>
                <a:ea typeface="+mn-ea"/>
                <a:cs typeface="+mn-cs"/>
              </a:defRPr>
            </a:lvl4pPr>
            <a:lvl5pPr marL="1623438" indent="-266373" algn="l" defTabSz="914309" rtl="0" eaLnBrk="1" latinLnBrk="0" hangingPunct="1">
              <a:lnSpc>
                <a:spcPct val="95000"/>
              </a:lnSpc>
              <a:spcBef>
                <a:spcPts val="0"/>
              </a:spcBef>
              <a:spcAft>
                <a:spcPts val="0"/>
              </a:spcAft>
              <a:buClr>
                <a:schemeClr val="tx1"/>
              </a:buClr>
              <a:buSzPct val="100000"/>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5pPr>
            <a:lvl6pPr marL="2080592"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6pPr>
            <a:lvl7pPr marL="2537746"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7pPr>
            <a:lvl8pPr marL="2994900"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8pPr>
            <a:lvl9pPr marL="3452055"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9pPr>
          </a:lstStyle>
          <a:p>
            <a:pPr marL="0" indent="0">
              <a:buFont typeface="Wingdings" panose="05000000000000000000" pitchFamily="2" charset="2"/>
              <a:buNone/>
            </a:pPr>
            <a:r>
              <a:rPr lang="en-GB" sz="2600" noProof="0" dirty="0"/>
              <a:t>1.1 </a:t>
            </a:r>
            <a:r>
              <a:rPr lang="en-GB" sz="2600" noProof="0" dirty="0" err="1"/>
              <a:t>Nequas</a:t>
            </a:r>
            <a:r>
              <a:rPr lang="en-GB" sz="2600" noProof="0" dirty="0"/>
              <a:t> et mint et </a:t>
            </a:r>
            <a:r>
              <a:rPr lang="en-GB" sz="2600" noProof="0" dirty="0" err="1"/>
              <a:t>est</a:t>
            </a:r>
            <a:br>
              <a:rPr lang="en-GB" sz="1800" b="1" noProof="0" dirty="0"/>
            </a:br>
            <a:br>
              <a:rPr lang="en-GB" sz="900" b="1" noProof="0" dirty="0"/>
            </a:br>
            <a:r>
              <a:rPr lang="en-GB" sz="2600" noProof="0" dirty="0"/>
              <a:t>1.2 Corum </a:t>
            </a:r>
            <a:r>
              <a:rPr lang="en-GB" sz="2600" noProof="0" dirty="0" err="1"/>
              <a:t>aut</a:t>
            </a:r>
            <a:r>
              <a:rPr lang="en-GB" sz="2600" noProof="0" dirty="0"/>
              <a:t> </a:t>
            </a:r>
            <a:r>
              <a:rPr lang="en-GB" sz="2600" noProof="0" dirty="0" err="1"/>
              <a:t>providuci</a:t>
            </a:r>
            <a:r>
              <a:rPr lang="en-GB" sz="2600" noProof="0" dirty="0"/>
              <a:t> que</a:t>
            </a:r>
            <a:br>
              <a:rPr lang="en-GB" sz="2600" noProof="0" dirty="0"/>
            </a:br>
            <a:br>
              <a:rPr lang="en-GB" sz="900" noProof="0" dirty="0"/>
            </a:br>
            <a:r>
              <a:rPr lang="en-GB" sz="2600" noProof="0" dirty="0"/>
              <a:t>1.3 </a:t>
            </a:r>
            <a:r>
              <a:rPr lang="en-GB" sz="2600" noProof="0" dirty="0" err="1"/>
              <a:t>Volorendest</a:t>
            </a:r>
            <a:r>
              <a:rPr lang="en-GB" sz="2600" noProof="0" dirty="0"/>
              <a:t> </a:t>
            </a:r>
            <a:r>
              <a:rPr lang="en-GB" sz="2600" noProof="0" dirty="0" err="1"/>
              <a:t>adit</a:t>
            </a:r>
            <a:r>
              <a:rPr lang="en-GB" sz="2600" noProof="0" dirty="0"/>
              <a:t> </a:t>
            </a:r>
            <a:r>
              <a:rPr lang="en-GB" sz="2600" noProof="0" dirty="0" err="1"/>
              <a:t>dolo</a:t>
            </a:r>
            <a:r>
              <a:rPr lang="en-GB" sz="2600" noProof="0" dirty="0"/>
              <a:t> </a:t>
            </a:r>
            <a:r>
              <a:rPr lang="en-GB" sz="2600" noProof="0" dirty="0" err="1"/>
              <a:t>molessum</a:t>
            </a:r>
            <a:br>
              <a:rPr lang="en-GB" sz="2600" b="1" noProof="0" dirty="0"/>
            </a:br>
            <a:br>
              <a:rPr lang="en-GB" sz="900" b="1" noProof="0" dirty="0"/>
            </a:br>
            <a:r>
              <a:rPr lang="en-GB" sz="2600" noProof="0" dirty="0"/>
              <a:t>1.4 </a:t>
            </a:r>
            <a:r>
              <a:rPr lang="en-GB" sz="2600" dirty="0"/>
              <a:t>V</a:t>
            </a:r>
            <a:r>
              <a:rPr lang="en-GB" sz="2600" noProof="0" dirty="0" err="1"/>
              <a:t>olor</a:t>
            </a:r>
            <a:r>
              <a:rPr lang="en-GB" sz="2600" noProof="0" dirty="0"/>
              <a:t> </a:t>
            </a:r>
            <a:r>
              <a:rPr lang="en-GB" sz="2600" noProof="0" dirty="0" err="1"/>
              <a:t>adit</a:t>
            </a:r>
            <a:r>
              <a:rPr lang="en-GB" sz="2600" noProof="0" dirty="0"/>
              <a:t> </a:t>
            </a:r>
            <a:r>
              <a:rPr lang="en-GB" sz="2600" noProof="0" dirty="0" err="1"/>
              <a:t>aris</a:t>
            </a:r>
            <a:r>
              <a:rPr lang="en-GB" sz="2600" noProof="0" dirty="0"/>
              <a:t> sit </a:t>
            </a:r>
            <a:r>
              <a:rPr lang="en-GB" sz="2600" noProof="0" dirty="0" err="1"/>
              <a:t>excea</a:t>
            </a:r>
            <a:r>
              <a:rPr lang="en-GB" sz="2600" noProof="0" dirty="0"/>
              <a:t> </a:t>
            </a:r>
            <a:r>
              <a:rPr lang="en-GB" sz="2600" noProof="0" dirty="0" err="1"/>
              <a:t>velitis</a:t>
            </a:r>
            <a:endParaRPr lang="en-GB" noProof="0" dirty="0"/>
          </a:p>
        </p:txBody>
      </p:sp>
      <p:sp>
        <p:nvSpPr>
          <p:cNvPr id="2" name="Foliennummernplatzhalter 7">
            <a:extLst>
              <a:ext uri="{FF2B5EF4-FFF2-40B4-BE49-F238E27FC236}">
                <a16:creationId xmlns:a16="http://schemas.microsoft.com/office/drawing/2014/main" id="{1D37D4D0-AD80-977B-BF13-A8EA632B74C9}"/>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22</a:t>
            </a:fld>
            <a:endParaRPr lang="de-DE"/>
          </a:p>
        </p:txBody>
      </p:sp>
    </p:spTree>
    <p:extLst>
      <p:ext uri="{BB962C8B-B14F-4D97-AF65-F5344CB8AC3E}">
        <p14:creationId xmlns:p14="http://schemas.microsoft.com/office/powerpoint/2010/main" val="2382369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descr="Ein Bild, das Flüssigkeit, transparentes Material, Trinkgefäß, Drink enthält.&#10;&#10;Automatisch generierte Beschreibung">
            <a:extLst>
              <a:ext uri="{FF2B5EF4-FFF2-40B4-BE49-F238E27FC236}">
                <a16:creationId xmlns:a16="http://schemas.microsoft.com/office/drawing/2014/main" id="{05AF7D78-82BB-290F-7955-9763BD9CF5B3}"/>
              </a:ext>
            </a:extLst>
          </p:cNvPr>
          <p:cNvPicPr>
            <a:picLocks noChangeAspect="1"/>
          </p:cNvPicPr>
          <p:nvPr/>
        </p:nvPicPr>
        <p:blipFill rotWithShape="1">
          <a:blip r:embed="rId2">
            <a:extLst>
              <a:ext uri="{28A0092B-C50C-407E-A947-70E740481C1C}">
                <a14:useLocalDpi xmlns:a14="http://schemas.microsoft.com/office/drawing/2010/main" val="0"/>
              </a:ext>
            </a:extLst>
          </a:blip>
          <a:srcRect t="16358" r="10017" b="53717"/>
          <a:stretch/>
        </p:blipFill>
        <p:spPr>
          <a:xfrm>
            <a:off x="521586" y="620713"/>
            <a:ext cx="11154477" cy="5580062"/>
          </a:xfrm>
          <a:prstGeom prst="rect">
            <a:avLst/>
          </a:prstGeom>
        </p:spPr>
      </p:pic>
      <p:sp>
        <p:nvSpPr>
          <p:cNvPr id="10" name="Textfeld 9">
            <a:extLst>
              <a:ext uri="{FF2B5EF4-FFF2-40B4-BE49-F238E27FC236}">
                <a16:creationId xmlns:a16="http://schemas.microsoft.com/office/drawing/2014/main" id="{DE8CB62F-39FC-F070-9393-0405CBA6B0D6}"/>
              </a:ext>
            </a:extLst>
          </p:cNvPr>
          <p:cNvSpPr txBox="1"/>
          <p:nvPr/>
        </p:nvSpPr>
        <p:spPr>
          <a:xfrm>
            <a:off x="1035936" y="979885"/>
            <a:ext cx="5059270" cy="1169551"/>
          </a:xfrm>
          <a:prstGeom prst="rect">
            <a:avLst/>
          </a:prstGeom>
          <a:noFill/>
        </p:spPr>
        <p:txBody>
          <a:bodyPr wrap="square" lIns="0" tIns="0" rIns="0" bIns="0" rtlCol="0">
            <a:spAutoFit/>
          </a:bodyPr>
          <a:lstStyle/>
          <a:p>
            <a:pPr>
              <a:lnSpc>
                <a:spcPct val="95000"/>
              </a:lnSpc>
            </a:pPr>
            <a:r>
              <a:rPr lang="en-GB" sz="4000" b="1" noProof="0" dirty="0">
                <a:solidFill>
                  <a:schemeClr val="bg1"/>
                </a:solidFill>
              </a:rPr>
              <a:t>Lorem ipsum</a:t>
            </a:r>
            <a:br>
              <a:rPr lang="en-GB" sz="4000" b="1" noProof="0" dirty="0">
                <a:solidFill>
                  <a:schemeClr val="bg1"/>
                </a:solidFill>
              </a:rPr>
            </a:br>
            <a:r>
              <a:rPr lang="en-GB" sz="4000" b="1" noProof="0" dirty="0" err="1">
                <a:solidFill>
                  <a:schemeClr val="bg1"/>
                </a:solidFill>
              </a:rPr>
              <a:t>dolor</a:t>
            </a:r>
            <a:r>
              <a:rPr lang="en-GB" sz="4000" b="1" noProof="0" dirty="0">
                <a:solidFill>
                  <a:schemeClr val="bg1"/>
                </a:solidFill>
              </a:rPr>
              <a:t> sit </a:t>
            </a:r>
            <a:r>
              <a:rPr lang="en-GB" sz="4000" b="1" noProof="0" dirty="0" err="1">
                <a:solidFill>
                  <a:schemeClr val="bg1"/>
                </a:solidFill>
              </a:rPr>
              <a:t>amet</a:t>
            </a:r>
            <a:r>
              <a:rPr lang="en-GB" sz="4000" b="1" noProof="0" dirty="0">
                <a:solidFill>
                  <a:schemeClr val="bg1"/>
                </a:solidFill>
              </a:rPr>
              <a:t> et</a:t>
            </a:r>
          </a:p>
        </p:txBody>
      </p:sp>
      <p:sp>
        <p:nvSpPr>
          <p:cNvPr id="2" name="Foliennummernplatzhalter 7">
            <a:extLst>
              <a:ext uri="{FF2B5EF4-FFF2-40B4-BE49-F238E27FC236}">
                <a16:creationId xmlns:a16="http://schemas.microsoft.com/office/drawing/2014/main" id="{501F9E83-8C75-1F22-0CC1-3FE90794C71F}"/>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23</a:t>
            </a:fld>
            <a:endParaRPr lang="de-DE"/>
          </a:p>
        </p:txBody>
      </p:sp>
    </p:spTree>
    <p:extLst>
      <p:ext uri="{BB962C8B-B14F-4D97-AF65-F5344CB8AC3E}">
        <p14:creationId xmlns:p14="http://schemas.microsoft.com/office/powerpoint/2010/main" val="17118333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103D88-4F3F-3BB8-7544-D39B81979B3F}"/>
            </a:ext>
          </a:extLst>
        </p:cNvPr>
        <p:cNvGrpSpPr/>
        <p:nvPr/>
      </p:nvGrpSpPr>
      <p:grpSpPr>
        <a:xfrm>
          <a:off x="0" y="0"/>
          <a:ext cx="0" cy="0"/>
          <a:chOff x="0" y="0"/>
          <a:chExt cx="0" cy="0"/>
        </a:xfrm>
      </p:grpSpPr>
      <p:pic>
        <p:nvPicPr>
          <p:cNvPr id="10" name="Grafik 9" descr="Ein Bild, das Flüssigkeit, transparentes Material, Trinkgefäß, Drink enthält.&#10;&#10;Automatisch generierte Beschreibung">
            <a:extLst>
              <a:ext uri="{FF2B5EF4-FFF2-40B4-BE49-F238E27FC236}">
                <a16:creationId xmlns:a16="http://schemas.microsoft.com/office/drawing/2014/main" id="{35CF063D-476A-A357-8E7B-F3C3B2DFF15C}"/>
              </a:ext>
            </a:extLst>
          </p:cNvPr>
          <p:cNvPicPr>
            <a:picLocks noChangeAspect="1"/>
          </p:cNvPicPr>
          <p:nvPr/>
        </p:nvPicPr>
        <p:blipFill rotWithShape="1">
          <a:blip r:embed="rId2">
            <a:extLst>
              <a:ext uri="{28A0092B-C50C-407E-A947-70E740481C1C}">
                <a14:useLocalDpi xmlns:a14="http://schemas.microsoft.com/office/drawing/2010/main" val="0"/>
              </a:ext>
            </a:extLst>
          </a:blip>
          <a:srcRect t="16358" r="10017" b="53717"/>
          <a:stretch/>
        </p:blipFill>
        <p:spPr>
          <a:xfrm>
            <a:off x="521586" y="620713"/>
            <a:ext cx="11154477" cy="5580062"/>
          </a:xfrm>
          <a:prstGeom prst="rect">
            <a:avLst/>
          </a:prstGeom>
          <a:noFill/>
        </p:spPr>
      </p:pic>
      <p:sp>
        <p:nvSpPr>
          <p:cNvPr id="2" name="Textfeld 1">
            <a:extLst>
              <a:ext uri="{FF2B5EF4-FFF2-40B4-BE49-F238E27FC236}">
                <a16:creationId xmlns:a16="http://schemas.microsoft.com/office/drawing/2014/main" id="{11573426-F90E-B6EC-9567-2AB054351C2F}"/>
              </a:ext>
            </a:extLst>
          </p:cNvPr>
          <p:cNvSpPr txBox="1"/>
          <p:nvPr/>
        </p:nvSpPr>
        <p:spPr>
          <a:xfrm>
            <a:off x="1035936" y="979885"/>
            <a:ext cx="5059270" cy="1169551"/>
          </a:xfrm>
          <a:prstGeom prst="rect">
            <a:avLst/>
          </a:prstGeom>
          <a:noFill/>
        </p:spPr>
        <p:txBody>
          <a:bodyPr wrap="square" lIns="0" tIns="0" rIns="0" bIns="0" rtlCol="0">
            <a:spAutoFit/>
          </a:bodyPr>
          <a:lstStyle/>
          <a:p>
            <a:pPr>
              <a:lnSpc>
                <a:spcPct val="95000"/>
              </a:lnSpc>
            </a:pPr>
            <a:r>
              <a:rPr lang="en-GB" sz="4000" b="1" noProof="0">
                <a:solidFill>
                  <a:schemeClr val="bg1"/>
                </a:solidFill>
              </a:rPr>
              <a:t>Lorem ipsum</a:t>
            </a:r>
            <a:br>
              <a:rPr lang="en-GB" sz="4000" b="1" noProof="0">
                <a:solidFill>
                  <a:schemeClr val="bg1"/>
                </a:solidFill>
              </a:rPr>
            </a:br>
            <a:r>
              <a:rPr lang="en-GB" sz="4000" b="1" noProof="0" err="1">
                <a:solidFill>
                  <a:schemeClr val="bg1"/>
                </a:solidFill>
              </a:rPr>
              <a:t>dolor</a:t>
            </a:r>
            <a:r>
              <a:rPr lang="en-GB" sz="4000" b="1" noProof="0">
                <a:solidFill>
                  <a:schemeClr val="bg1"/>
                </a:solidFill>
              </a:rPr>
              <a:t> sit </a:t>
            </a:r>
            <a:r>
              <a:rPr lang="en-GB" sz="4000" b="1" noProof="0" err="1">
                <a:solidFill>
                  <a:schemeClr val="bg1"/>
                </a:solidFill>
              </a:rPr>
              <a:t>amet</a:t>
            </a:r>
            <a:r>
              <a:rPr lang="en-GB" sz="4000" b="1" noProof="0">
                <a:solidFill>
                  <a:schemeClr val="bg1"/>
                </a:solidFill>
              </a:rPr>
              <a:t> et</a:t>
            </a:r>
          </a:p>
        </p:txBody>
      </p:sp>
      <p:grpSp>
        <p:nvGrpSpPr>
          <p:cNvPr id="3" name="Group 2">
            <a:extLst>
              <a:ext uri="{FF2B5EF4-FFF2-40B4-BE49-F238E27FC236}">
                <a16:creationId xmlns:a16="http://schemas.microsoft.com/office/drawing/2014/main" id="{0D17953A-E543-C076-84ED-D99A1EDC20F5}"/>
              </a:ext>
            </a:extLst>
          </p:cNvPr>
          <p:cNvGrpSpPr/>
          <p:nvPr/>
        </p:nvGrpSpPr>
        <p:grpSpPr>
          <a:xfrm>
            <a:off x="-2716306" y="1585527"/>
            <a:ext cx="2683808" cy="1391901"/>
            <a:chOff x="-2716306" y="0"/>
            <a:chExt cx="2683808" cy="1391901"/>
          </a:xfrm>
          <a:solidFill>
            <a:schemeClr val="accent4"/>
          </a:solidFill>
        </p:grpSpPr>
        <p:sp>
          <p:nvSpPr>
            <p:cNvPr id="5" name="Rectangle 3">
              <a:extLst>
                <a:ext uri="{FF2B5EF4-FFF2-40B4-BE49-F238E27FC236}">
                  <a16:creationId xmlns:a16="http://schemas.microsoft.com/office/drawing/2014/main" id="{08DBB3FA-2006-20B9-C88C-33DB27F253B7}"/>
                </a:ext>
              </a:extLst>
            </p:cNvPr>
            <p:cNvSpPr/>
            <p:nvPr/>
          </p:nvSpPr>
          <p:spPr>
            <a:xfrm>
              <a:off x="-2716306" y="0"/>
              <a:ext cx="2339904" cy="1391901"/>
            </a:xfrm>
            <a:prstGeom prst="rect">
              <a:avLst/>
            </a:prstGeom>
            <a:grp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108000" tIns="72000" rIns="108000" bIns="72000" rtlCol="0" anchor="t">
              <a:spAutoFit/>
            </a:bodyPr>
            <a:lstStyle/>
            <a:p>
              <a:pPr>
                <a:spcBef>
                  <a:spcPts val="600"/>
                </a:spcBef>
              </a:pPr>
              <a:r>
                <a:rPr lang="en-US" sz="1600" b="1" dirty="0">
                  <a:solidFill>
                    <a:schemeClr val="tx1"/>
                  </a:solidFill>
                </a:rPr>
                <a:t>Framing Slides</a:t>
              </a:r>
            </a:p>
            <a:p>
              <a:pPr>
                <a:spcBef>
                  <a:spcPts val="600"/>
                </a:spcBef>
              </a:pPr>
              <a:r>
                <a:rPr lang="en-US" sz="1200" dirty="0">
                  <a:solidFill>
                    <a:schemeClr val="tx1"/>
                  </a:solidFill>
                </a:rPr>
                <a:t>The white grid’s margin can serve as a border to frame impactful slides – this is especially effective for quote slides.</a:t>
              </a:r>
            </a:p>
          </p:txBody>
        </p:sp>
        <p:sp>
          <p:nvSpPr>
            <p:cNvPr id="6" name="Triangle 5">
              <a:extLst>
                <a:ext uri="{FF2B5EF4-FFF2-40B4-BE49-F238E27FC236}">
                  <a16:creationId xmlns:a16="http://schemas.microsoft.com/office/drawing/2014/main" id="{E96863EA-B52A-9F4A-8835-CE33FF74955C}"/>
                </a:ext>
              </a:extLst>
            </p:cNvPr>
            <p:cNvSpPr/>
            <p:nvPr/>
          </p:nvSpPr>
          <p:spPr>
            <a:xfrm rot="5400000">
              <a:off x="-403914" y="431665"/>
              <a:ext cx="398928" cy="343904"/>
            </a:xfrm>
            <a:prstGeom prst="triangl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 name="Foliennummernplatzhalter 7">
            <a:extLst>
              <a:ext uri="{FF2B5EF4-FFF2-40B4-BE49-F238E27FC236}">
                <a16:creationId xmlns:a16="http://schemas.microsoft.com/office/drawing/2014/main" id="{672AAF27-C4BA-E746-71B9-D57B7805634B}"/>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24</a:t>
            </a:fld>
            <a:endParaRPr lang="de-DE"/>
          </a:p>
        </p:txBody>
      </p:sp>
    </p:spTree>
    <p:extLst>
      <p:ext uri="{BB962C8B-B14F-4D97-AF65-F5344CB8AC3E}">
        <p14:creationId xmlns:p14="http://schemas.microsoft.com/office/powerpoint/2010/main" val="838061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Grafik 2" descr="Ein Bild, das Menschliches Gesicht, Person, Lächeln, Kleidung enthält.&#10;&#10;Automatisch generierte Beschreibung">
            <a:extLst>
              <a:ext uri="{FF2B5EF4-FFF2-40B4-BE49-F238E27FC236}">
                <a16:creationId xmlns:a16="http://schemas.microsoft.com/office/drawing/2014/main" id="{EA4ADA20-7CAC-5A22-3EFE-FFB9A48A9A45}"/>
              </a:ext>
            </a:extLst>
          </p:cNvPr>
          <p:cNvPicPr>
            <a:picLocks noChangeAspect="1"/>
          </p:cNvPicPr>
          <p:nvPr/>
        </p:nvPicPr>
        <p:blipFill rotWithShape="1">
          <a:blip r:embed="rId2">
            <a:extLst>
              <a:ext uri="{28A0092B-C50C-407E-A947-70E740481C1C}">
                <a14:useLocalDpi xmlns:a14="http://schemas.microsoft.com/office/drawing/2010/main" val="0"/>
              </a:ext>
            </a:extLst>
          </a:blip>
          <a:srcRect l="19621" t="8697" r="38860" b="38415"/>
          <a:stretch/>
        </p:blipFill>
        <p:spPr>
          <a:xfrm>
            <a:off x="4114800" y="-1"/>
            <a:ext cx="8075612" cy="6858001"/>
          </a:xfrm>
          <a:prstGeom prst="rect">
            <a:avLst/>
          </a:prstGeom>
        </p:spPr>
      </p:pic>
      <p:sp>
        <p:nvSpPr>
          <p:cNvPr id="9" name="Textfeld 8">
            <a:extLst>
              <a:ext uri="{FF2B5EF4-FFF2-40B4-BE49-F238E27FC236}">
                <a16:creationId xmlns:a16="http://schemas.microsoft.com/office/drawing/2014/main" id="{00013BA8-5BBE-5739-FF46-4CE20C35CA80}"/>
              </a:ext>
            </a:extLst>
          </p:cNvPr>
          <p:cNvSpPr txBox="1"/>
          <p:nvPr/>
        </p:nvSpPr>
        <p:spPr>
          <a:xfrm>
            <a:off x="529159" y="2027519"/>
            <a:ext cx="3068204" cy="1871282"/>
          </a:xfrm>
          <a:prstGeom prst="rect">
            <a:avLst/>
          </a:prstGeom>
          <a:noFill/>
        </p:spPr>
        <p:txBody>
          <a:bodyPr wrap="square" lIns="0" tIns="0" rIns="0" bIns="0" rtlCol="0">
            <a:spAutoFit/>
          </a:bodyPr>
          <a:lstStyle/>
          <a:p>
            <a:pPr>
              <a:lnSpc>
                <a:spcPct val="95000"/>
              </a:lnSpc>
            </a:pPr>
            <a:r>
              <a:rPr lang="en-GB" sz="3200" b="1" noProof="0" dirty="0"/>
              <a:t>Lorem ipsum </a:t>
            </a:r>
            <a:r>
              <a:rPr lang="en-GB" sz="3200" b="1" noProof="0" dirty="0" err="1"/>
              <a:t>ut</a:t>
            </a:r>
            <a:r>
              <a:rPr lang="en-GB" sz="3200" b="1" noProof="0" dirty="0"/>
              <a:t> </a:t>
            </a:r>
            <a:r>
              <a:rPr lang="en-GB" sz="3200" b="1" noProof="0" dirty="0" err="1"/>
              <a:t>justo</a:t>
            </a:r>
            <a:r>
              <a:rPr lang="en-GB" sz="3200" b="1" noProof="0" dirty="0"/>
              <a:t> </a:t>
            </a:r>
            <a:r>
              <a:rPr lang="en-GB" sz="3200" b="1" noProof="0" dirty="0" err="1"/>
              <a:t>dolor</a:t>
            </a:r>
            <a:r>
              <a:rPr lang="en-GB" sz="3200" b="1" noProof="0" dirty="0"/>
              <a:t> sit </a:t>
            </a:r>
            <a:r>
              <a:rPr lang="en-GB" sz="3200" b="1" noProof="0" dirty="0" err="1"/>
              <a:t>amet</a:t>
            </a:r>
            <a:r>
              <a:rPr lang="en-GB" sz="3200" b="1" noProof="0" dirty="0"/>
              <a:t>, et </a:t>
            </a:r>
            <a:r>
              <a:rPr lang="en-GB" sz="3200" b="1" noProof="0" dirty="0" err="1"/>
              <a:t>justo</a:t>
            </a:r>
            <a:r>
              <a:rPr lang="en-GB" sz="3200" b="1" noProof="0" dirty="0"/>
              <a:t> </a:t>
            </a:r>
            <a:r>
              <a:rPr lang="en-GB" sz="3200" b="1" noProof="0" dirty="0" err="1"/>
              <a:t>sadipscing</a:t>
            </a:r>
            <a:r>
              <a:rPr lang="en-GB" sz="3200" b="1" noProof="0" dirty="0"/>
              <a:t> </a:t>
            </a:r>
            <a:r>
              <a:rPr lang="en-GB" sz="3200" b="1" noProof="0" dirty="0" err="1"/>
              <a:t>elitr</a:t>
            </a:r>
            <a:endParaRPr lang="en-GB" sz="3200" b="1" noProof="0" dirty="0"/>
          </a:p>
        </p:txBody>
      </p:sp>
      <p:cxnSp>
        <p:nvCxnSpPr>
          <p:cNvPr id="10" name="Gerader Verbinder 9">
            <a:extLst>
              <a:ext uri="{FF2B5EF4-FFF2-40B4-BE49-F238E27FC236}">
                <a16:creationId xmlns:a16="http://schemas.microsoft.com/office/drawing/2014/main" id="{CA0CFF84-DE53-CE32-9BD9-B3C4F784D9FD}"/>
              </a:ext>
            </a:extLst>
          </p:cNvPr>
          <p:cNvCxnSpPr>
            <a:cxnSpLocks/>
          </p:cNvCxnSpPr>
          <p:nvPr/>
        </p:nvCxnSpPr>
        <p:spPr>
          <a:xfrm>
            <a:off x="529159" y="4101252"/>
            <a:ext cx="5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CFFEE706-0EE2-250B-CA1C-7A78200D4892}"/>
              </a:ext>
            </a:extLst>
          </p:cNvPr>
          <p:cNvSpPr txBox="1"/>
          <p:nvPr/>
        </p:nvSpPr>
        <p:spPr>
          <a:xfrm>
            <a:off x="529158" y="4362559"/>
            <a:ext cx="3067200" cy="276999"/>
          </a:xfrm>
          <a:prstGeom prst="rect">
            <a:avLst/>
          </a:prstGeom>
          <a:noFill/>
        </p:spPr>
        <p:txBody>
          <a:bodyPr wrap="square" lIns="0" tIns="0" rIns="0" bIns="0" rtlCol="0">
            <a:spAutoFit/>
          </a:bodyPr>
          <a:lstStyle/>
          <a:p>
            <a:r>
              <a:rPr lang="en-GB" i="1" noProof="0"/>
              <a:t>Person name, job title</a:t>
            </a:r>
          </a:p>
        </p:txBody>
      </p:sp>
      <p:pic>
        <p:nvPicPr>
          <p:cNvPr id="4" name="Graphic 3">
            <a:extLst>
              <a:ext uri="{FF2B5EF4-FFF2-40B4-BE49-F238E27FC236}">
                <a16:creationId xmlns:a16="http://schemas.microsoft.com/office/drawing/2014/main" id="{216D0FDE-0762-CBE6-3AE8-FB978DFE1BA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91813" y="6223000"/>
            <a:ext cx="1498600" cy="635000"/>
          </a:xfrm>
          <a:prstGeom prst="rect">
            <a:avLst/>
          </a:prstGeom>
        </p:spPr>
      </p:pic>
      <p:sp>
        <p:nvSpPr>
          <p:cNvPr id="7" name="Foliennummernplatzhalter 7">
            <a:extLst>
              <a:ext uri="{FF2B5EF4-FFF2-40B4-BE49-F238E27FC236}">
                <a16:creationId xmlns:a16="http://schemas.microsoft.com/office/drawing/2014/main" id="{B7F5CFC2-741A-D79A-C014-FF1DFEBC40F1}"/>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25</a:t>
            </a:fld>
            <a:endParaRPr lang="de-DE"/>
          </a:p>
        </p:txBody>
      </p:sp>
    </p:spTree>
    <p:extLst>
      <p:ext uri="{BB962C8B-B14F-4D97-AF65-F5344CB8AC3E}">
        <p14:creationId xmlns:p14="http://schemas.microsoft.com/office/powerpoint/2010/main" val="505043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descr="Ein Bild, das Flüssigkeit, transparentes Material, Trinkgefäß, Drink enthält.&#10;&#10;Automatisch generierte Beschreibung">
            <a:extLst>
              <a:ext uri="{FF2B5EF4-FFF2-40B4-BE49-F238E27FC236}">
                <a16:creationId xmlns:a16="http://schemas.microsoft.com/office/drawing/2014/main" id="{1A402D83-4925-A3DD-9660-A1A70406FABD}"/>
              </a:ext>
            </a:extLst>
          </p:cNvPr>
          <p:cNvPicPr>
            <a:picLocks noChangeAspect="1"/>
          </p:cNvPicPr>
          <p:nvPr/>
        </p:nvPicPr>
        <p:blipFill rotWithShape="1">
          <a:blip r:embed="rId3">
            <a:extLst>
              <a:ext uri="{28A0092B-C50C-407E-A947-70E740481C1C}">
                <a14:useLocalDpi xmlns:a14="http://schemas.microsoft.com/office/drawing/2010/main" val="0"/>
              </a:ext>
            </a:extLst>
          </a:blip>
          <a:srcRect l="252" t="17625" r="6971" b="47676"/>
          <a:stretch/>
        </p:blipFill>
        <p:spPr>
          <a:xfrm>
            <a:off x="0" y="0"/>
            <a:ext cx="12190413" cy="6858000"/>
          </a:xfrm>
          <a:prstGeom prst="rect">
            <a:avLst/>
          </a:prstGeom>
        </p:spPr>
      </p:pic>
      <p:sp>
        <p:nvSpPr>
          <p:cNvPr id="4" name="Textfeld 13">
            <a:extLst>
              <a:ext uri="{FF2B5EF4-FFF2-40B4-BE49-F238E27FC236}">
                <a16:creationId xmlns:a16="http://schemas.microsoft.com/office/drawing/2014/main" id="{0C161F2E-39F4-71AE-26BF-4F73F6D721EE}"/>
              </a:ext>
            </a:extLst>
          </p:cNvPr>
          <p:cNvSpPr txBox="1"/>
          <p:nvPr/>
        </p:nvSpPr>
        <p:spPr>
          <a:xfrm>
            <a:off x="529159" y="518246"/>
            <a:ext cx="5566048" cy="1754326"/>
          </a:xfrm>
          <a:prstGeom prst="rect">
            <a:avLst/>
          </a:prstGeom>
          <a:noFill/>
        </p:spPr>
        <p:txBody>
          <a:bodyPr wrap="square" lIns="0" tIns="0" rIns="0" bIns="0" rtlCol="0">
            <a:spAutoFit/>
          </a:bodyPr>
          <a:lstStyle/>
          <a:p>
            <a:pPr>
              <a:lnSpc>
                <a:spcPct val="95000"/>
              </a:lnSpc>
            </a:pPr>
            <a:r>
              <a:rPr lang="en-GB" sz="4000" b="1" noProof="0" dirty="0">
                <a:solidFill>
                  <a:schemeClr val="bg1"/>
                </a:solidFill>
              </a:rPr>
              <a:t>Lorem ipsum </a:t>
            </a:r>
            <a:r>
              <a:rPr lang="en-GB" sz="4000" b="1" noProof="0" dirty="0" err="1">
                <a:solidFill>
                  <a:schemeClr val="bg1"/>
                </a:solidFill>
              </a:rPr>
              <a:t>ut</a:t>
            </a:r>
            <a:r>
              <a:rPr lang="en-GB" sz="4000" b="1" noProof="0" dirty="0">
                <a:solidFill>
                  <a:schemeClr val="bg1"/>
                </a:solidFill>
              </a:rPr>
              <a:t> </a:t>
            </a:r>
            <a:r>
              <a:rPr lang="en-GB" sz="4000" b="1" noProof="0" dirty="0" err="1">
                <a:solidFill>
                  <a:schemeClr val="bg1"/>
                </a:solidFill>
              </a:rPr>
              <a:t>justo</a:t>
            </a:r>
            <a:r>
              <a:rPr lang="en-GB" sz="4000" b="1" noProof="0" dirty="0">
                <a:solidFill>
                  <a:schemeClr val="bg1"/>
                </a:solidFill>
              </a:rPr>
              <a:t> </a:t>
            </a:r>
            <a:r>
              <a:rPr lang="en-GB" sz="4000" b="1" noProof="0" dirty="0" err="1">
                <a:solidFill>
                  <a:schemeClr val="bg1"/>
                </a:solidFill>
              </a:rPr>
              <a:t>dolor</a:t>
            </a:r>
            <a:r>
              <a:rPr lang="en-GB" sz="4000" b="1" noProof="0" dirty="0">
                <a:solidFill>
                  <a:schemeClr val="bg1"/>
                </a:solidFill>
              </a:rPr>
              <a:t> sit </a:t>
            </a:r>
            <a:r>
              <a:rPr lang="en-GB" sz="4000" b="1" noProof="0" dirty="0" err="1">
                <a:solidFill>
                  <a:schemeClr val="bg1"/>
                </a:solidFill>
              </a:rPr>
              <a:t>amet</a:t>
            </a:r>
            <a:r>
              <a:rPr lang="en-GB" sz="4000" b="1" noProof="0" dirty="0">
                <a:solidFill>
                  <a:schemeClr val="bg1"/>
                </a:solidFill>
              </a:rPr>
              <a:t>, et </a:t>
            </a:r>
            <a:r>
              <a:rPr lang="en-GB" sz="4000" b="1" noProof="0" dirty="0" err="1">
                <a:solidFill>
                  <a:schemeClr val="bg1"/>
                </a:solidFill>
              </a:rPr>
              <a:t>justo</a:t>
            </a:r>
            <a:r>
              <a:rPr lang="en-GB" sz="4000" b="1" noProof="0" dirty="0">
                <a:solidFill>
                  <a:schemeClr val="bg1"/>
                </a:solidFill>
              </a:rPr>
              <a:t> </a:t>
            </a:r>
            <a:r>
              <a:rPr lang="en-GB" sz="4000" b="1" noProof="0" dirty="0" err="1">
                <a:solidFill>
                  <a:schemeClr val="bg1"/>
                </a:solidFill>
              </a:rPr>
              <a:t>sadipscing</a:t>
            </a:r>
            <a:r>
              <a:rPr lang="en-GB" sz="4000" b="1" noProof="0" dirty="0">
                <a:solidFill>
                  <a:schemeClr val="bg1"/>
                </a:solidFill>
              </a:rPr>
              <a:t> </a:t>
            </a:r>
            <a:r>
              <a:rPr lang="en-GB" sz="4000" b="1" noProof="0" dirty="0" err="1">
                <a:solidFill>
                  <a:schemeClr val="bg1"/>
                </a:solidFill>
              </a:rPr>
              <a:t>elitr</a:t>
            </a:r>
            <a:endParaRPr lang="en-GB" sz="4000" b="1" noProof="0" dirty="0">
              <a:solidFill>
                <a:schemeClr val="bg1"/>
              </a:solidFill>
            </a:endParaRPr>
          </a:p>
        </p:txBody>
      </p:sp>
      <p:cxnSp>
        <p:nvCxnSpPr>
          <p:cNvPr id="7" name="Gerader Verbinder 14">
            <a:extLst>
              <a:ext uri="{FF2B5EF4-FFF2-40B4-BE49-F238E27FC236}">
                <a16:creationId xmlns:a16="http://schemas.microsoft.com/office/drawing/2014/main" id="{27A68A49-6744-78B9-093B-9D489879D751}"/>
              </a:ext>
            </a:extLst>
          </p:cNvPr>
          <p:cNvCxnSpPr>
            <a:cxnSpLocks/>
          </p:cNvCxnSpPr>
          <p:nvPr/>
        </p:nvCxnSpPr>
        <p:spPr>
          <a:xfrm>
            <a:off x="529159" y="2466429"/>
            <a:ext cx="54000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9" name="Textfeld 15">
            <a:extLst>
              <a:ext uri="{FF2B5EF4-FFF2-40B4-BE49-F238E27FC236}">
                <a16:creationId xmlns:a16="http://schemas.microsoft.com/office/drawing/2014/main" id="{B4F69BC1-C82F-A896-635B-41EDCED43F45}"/>
              </a:ext>
            </a:extLst>
          </p:cNvPr>
          <p:cNvSpPr txBox="1"/>
          <p:nvPr/>
        </p:nvSpPr>
        <p:spPr>
          <a:xfrm>
            <a:off x="529158" y="2688031"/>
            <a:ext cx="5565600" cy="369332"/>
          </a:xfrm>
          <a:prstGeom prst="rect">
            <a:avLst/>
          </a:prstGeom>
          <a:noFill/>
        </p:spPr>
        <p:txBody>
          <a:bodyPr wrap="square" lIns="0" tIns="0" rIns="0" bIns="0" rtlCol="0">
            <a:spAutoFit/>
          </a:bodyPr>
          <a:lstStyle/>
          <a:p>
            <a:r>
              <a:rPr lang="en-GB" sz="2400" noProof="0" dirty="0">
                <a:solidFill>
                  <a:schemeClr val="bg1"/>
                </a:solidFill>
              </a:rPr>
              <a:t>Lorem Ipsum </a:t>
            </a:r>
            <a:r>
              <a:rPr lang="en-GB" sz="2400" noProof="0" dirty="0" err="1">
                <a:solidFill>
                  <a:schemeClr val="bg1"/>
                </a:solidFill>
              </a:rPr>
              <a:t>dolor</a:t>
            </a:r>
            <a:r>
              <a:rPr lang="en-GB" sz="2400" noProof="0" dirty="0">
                <a:solidFill>
                  <a:schemeClr val="bg1"/>
                </a:solidFill>
              </a:rPr>
              <a:t> sit </a:t>
            </a:r>
            <a:r>
              <a:rPr lang="en-GB" sz="2400" noProof="0" dirty="0" err="1">
                <a:solidFill>
                  <a:schemeClr val="bg1"/>
                </a:solidFill>
              </a:rPr>
              <a:t>amet</a:t>
            </a:r>
            <a:endParaRPr lang="en-GB" sz="2400" noProof="0" dirty="0">
              <a:solidFill>
                <a:schemeClr val="bg1"/>
              </a:solidFill>
            </a:endParaRPr>
          </a:p>
        </p:txBody>
      </p:sp>
      <p:pic>
        <p:nvPicPr>
          <p:cNvPr id="10" name="Graphic 29">
            <a:extLst>
              <a:ext uri="{FF2B5EF4-FFF2-40B4-BE49-F238E27FC236}">
                <a16:creationId xmlns:a16="http://schemas.microsoft.com/office/drawing/2014/main" id="{C320DF44-EB3F-49C2-F50C-515CECAF3EFA}"/>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91813" y="6223000"/>
            <a:ext cx="1498600" cy="635000"/>
          </a:xfrm>
          <a:prstGeom prst="rect">
            <a:avLst/>
          </a:prstGeom>
        </p:spPr>
      </p:pic>
      <p:sp>
        <p:nvSpPr>
          <p:cNvPr id="3" name="Foliennummernplatzhalter 7">
            <a:extLst>
              <a:ext uri="{FF2B5EF4-FFF2-40B4-BE49-F238E27FC236}">
                <a16:creationId xmlns:a16="http://schemas.microsoft.com/office/drawing/2014/main" id="{5FC2B1BA-3A53-0F10-8114-086C33596179}"/>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solidFill>
                  <a:schemeClr val="bg1"/>
                </a:solidFill>
              </a:rPr>
              <a:pPr/>
              <a:t>26</a:t>
            </a:fld>
            <a:endParaRPr lang="de-DE">
              <a:solidFill>
                <a:schemeClr val="bg1"/>
              </a:solidFill>
            </a:endParaRPr>
          </a:p>
        </p:txBody>
      </p:sp>
    </p:spTree>
    <p:extLst>
      <p:ext uri="{BB962C8B-B14F-4D97-AF65-F5344CB8AC3E}">
        <p14:creationId xmlns:p14="http://schemas.microsoft.com/office/powerpoint/2010/main" val="24438217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rafik 7">
            <a:extLst>
              <a:ext uri="{FF2B5EF4-FFF2-40B4-BE49-F238E27FC236}">
                <a16:creationId xmlns:a16="http://schemas.microsoft.com/office/drawing/2014/main" id="{9684E1FE-5419-CDC4-7808-E5E756A7D4CF}"/>
              </a:ext>
            </a:extLst>
          </p:cNvPr>
          <p:cNvPicPr>
            <a:picLocks noChangeAspect="1"/>
          </p:cNvPicPr>
          <p:nvPr/>
        </p:nvPicPr>
        <p:blipFill>
          <a:blip r:embed="rId2">
            <a:extLst>
              <a:ext uri="{28A0092B-C50C-407E-A947-70E740481C1C}">
                <a14:useLocalDpi xmlns:a14="http://schemas.microsoft.com/office/drawing/2010/main" val="0"/>
              </a:ext>
            </a:extLst>
          </a:blip>
          <a:srcRect l="24011" b="35904"/>
          <a:stretch/>
        </p:blipFill>
        <p:spPr>
          <a:xfrm>
            <a:off x="0" y="1"/>
            <a:ext cx="12190414" cy="6858000"/>
          </a:xfrm>
          <a:prstGeom prst="rect">
            <a:avLst/>
          </a:prstGeom>
        </p:spPr>
      </p:pic>
      <p:sp>
        <p:nvSpPr>
          <p:cNvPr id="14" name="Textfeld 13">
            <a:extLst>
              <a:ext uri="{FF2B5EF4-FFF2-40B4-BE49-F238E27FC236}">
                <a16:creationId xmlns:a16="http://schemas.microsoft.com/office/drawing/2014/main" id="{6E850B9E-A416-8124-59A0-68093958FDB3}"/>
              </a:ext>
            </a:extLst>
          </p:cNvPr>
          <p:cNvSpPr txBox="1"/>
          <p:nvPr/>
        </p:nvSpPr>
        <p:spPr>
          <a:xfrm>
            <a:off x="8082428" y="528528"/>
            <a:ext cx="3593635" cy="1754326"/>
          </a:xfrm>
          <a:prstGeom prst="rect">
            <a:avLst/>
          </a:prstGeom>
          <a:noFill/>
        </p:spPr>
        <p:txBody>
          <a:bodyPr wrap="square" lIns="0" tIns="0" rIns="0" bIns="0" rtlCol="0">
            <a:spAutoFit/>
          </a:bodyPr>
          <a:lstStyle/>
          <a:p>
            <a:pPr>
              <a:lnSpc>
                <a:spcPct val="95000"/>
              </a:lnSpc>
            </a:pPr>
            <a:r>
              <a:rPr lang="en-GB" sz="4000" b="1" noProof="0" dirty="0">
                <a:solidFill>
                  <a:schemeClr val="accent1"/>
                </a:solidFill>
              </a:rPr>
              <a:t>Lorem ipsum </a:t>
            </a:r>
            <a:r>
              <a:rPr lang="en-GB" sz="4000" b="1" noProof="0" dirty="0" err="1">
                <a:solidFill>
                  <a:schemeClr val="accent1"/>
                </a:solidFill>
              </a:rPr>
              <a:t>ut</a:t>
            </a:r>
            <a:r>
              <a:rPr lang="en-GB" sz="4000" b="1" noProof="0" dirty="0">
                <a:solidFill>
                  <a:schemeClr val="accent1"/>
                </a:solidFill>
              </a:rPr>
              <a:t> </a:t>
            </a:r>
            <a:r>
              <a:rPr lang="en-GB" sz="4000" b="1" noProof="0" dirty="0" err="1">
                <a:solidFill>
                  <a:schemeClr val="accent1"/>
                </a:solidFill>
              </a:rPr>
              <a:t>justo</a:t>
            </a:r>
            <a:r>
              <a:rPr lang="en-GB" sz="4000" b="1" noProof="0" dirty="0">
                <a:solidFill>
                  <a:schemeClr val="accent1"/>
                </a:solidFill>
              </a:rPr>
              <a:t> </a:t>
            </a:r>
            <a:r>
              <a:rPr lang="en-GB" sz="4000" b="1" noProof="0" dirty="0" err="1">
                <a:solidFill>
                  <a:schemeClr val="accent1"/>
                </a:solidFill>
              </a:rPr>
              <a:t>dolor</a:t>
            </a:r>
            <a:r>
              <a:rPr lang="en-GB" sz="4000" b="1" noProof="0" dirty="0">
                <a:solidFill>
                  <a:schemeClr val="accent1"/>
                </a:solidFill>
              </a:rPr>
              <a:t> sit </a:t>
            </a:r>
            <a:r>
              <a:rPr lang="en-GB" sz="4000" b="1" noProof="0" dirty="0" err="1">
                <a:solidFill>
                  <a:schemeClr val="accent1"/>
                </a:solidFill>
              </a:rPr>
              <a:t>amet</a:t>
            </a:r>
            <a:r>
              <a:rPr lang="en-GB" sz="4000" b="1" noProof="0" dirty="0">
                <a:solidFill>
                  <a:schemeClr val="accent1"/>
                </a:solidFill>
              </a:rPr>
              <a:t> </a:t>
            </a:r>
            <a:r>
              <a:rPr lang="en-GB" sz="4000" b="1" noProof="0" dirty="0" err="1">
                <a:solidFill>
                  <a:schemeClr val="accent1"/>
                </a:solidFill>
              </a:rPr>
              <a:t>justo</a:t>
            </a:r>
            <a:endParaRPr lang="en-GB" sz="4000" b="1" noProof="0" dirty="0">
              <a:solidFill>
                <a:schemeClr val="accent1"/>
              </a:solidFill>
            </a:endParaRPr>
          </a:p>
        </p:txBody>
      </p:sp>
      <p:pic>
        <p:nvPicPr>
          <p:cNvPr id="6" name="Graphic 5">
            <a:extLst>
              <a:ext uri="{FF2B5EF4-FFF2-40B4-BE49-F238E27FC236}">
                <a16:creationId xmlns:a16="http://schemas.microsoft.com/office/drawing/2014/main" id="{C690D683-F541-A776-DAC9-6F04C3BA570A}"/>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91813" y="6223000"/>
            <a:ext cx="1498600" cy="635000"/>
          </a:xfrm>
          <a:prstGeom prst="rect">
            <a:avLst/>
          </a:prstGeom>
        </p:spPr>
      </p:pic>
      <p:sp>
        <p:nvSpPr>
          <p:cNvPr id="4" name="Foliennummernplatzhalter 7">
            <a:extLst>
              <a:ext uri="{FF2B5EF4-FFF2-40B4-BE49-F238E27FC236}">
                <a16:creationId xmlns:a16="http://schemas.microsoft.com/office/drawing/2014/main" id="{72508FA0-8B7E-0BDE-1767-AB4B77D3E434}"/>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27</a:t>
            </a:fld>
            <a:endParaRPr lang="de-DE"/>
          </a:p>
        </p:txBody>
      </p:sp>
    </p:spTree>
    <p:extLst>
      <p:ext uri="{BB962C8B-B14F-4D97-AF65-F5344CB8AC3E}">
        <p14:creationId xmlns:p14="http://schemas.microsoft.com/office/powerpoint/2010/main" val="3316693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a:extLst>
              <a:ext uri="{FF2B5EF4-FFF2-40B4-BE49-F238E27FC236}">
                <a16:creationId xmlns:a16="http://schemas.microsoft.com/office/drawing/2014/main" id="{75B03F28-DD6F-0DE0-02EE-0D18911496DA}"/>
              </a:ext>
            </a:extLst>
          </p:cNvPr>
          <p:cNvPicPr>
            <a:picLocks noChangeAspect="1"/>
          </p:cNvPicPr>
          <p:nvPr/>
        </p:nvPicPr>
        <p:blipFill rotWithShape="1">
          <a:blip r:embed="rId2">
            <a:extLst>
              <a:ext uri="{28A0092B-C50C-407E-A947-70E740481C1C}">
                <a14:useLocalDpi xmlns:a14="http://schemas.microsoft.com/office/drawing/2010/main" val="0"/>
              </a:ext>
            </a:extLst>
          </a:blip>
          <a:srcRect l="3343" r="3341"/>
          <a:stretch/>
        </p:blipFill>
        <p:spPr>
          <a:xfrm>
            <a:off x="-1" y="-1"/>
            <a:ext cx="12190413" cy="6858001"/>
          </a:xfrm>
          <a:prstGeom prst="rect">
            <a:avLst/>
          </a:prstGeom>
        </p:spPr>
      </p:pic>
      <p:pic>
        <p:nvPicPr>
          <p:cNvPr id="4" name="Graphic 3">
            <a:extLst>
              <a:ext uri="{FF2B5EF4-FFF2-40B4-BE49-F238E27FC236}">
                <a16:creationId xmlns:a16="http://schemas.microsoft.com/office/drawing/2014/main" id="{D13B76BF-7BD7-E0CC-751B-E48556BEC0E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91813" y="6223000"/>
            <a:ext cx="1498600" cy="635000"/>
          </a:xfrm>
          <a:prstGeom prst="rect">
            <a:avLst/>
          </a:prstGeom>
        </p:spPr>
      </p:pic>
      <p:sp>
        <p:nvSpPr>
          <p:cNvPr id="2" name="Textfeld 1">
            <a:extLst>
              <a:ext uri="{FF2B5EF4-FFF2-40B4-BE49-F238E27FC236}">
                <a16:creationId xmlns:a16="http://schemas.microsoft.com/office/drawing/2014/main" id="{D33A64D8-D880-8EBD-64A7-8005B05F5FBD}"/>
              </a:ext>
            </a:extLst>
          </p:cNvPr>
          <p:cNvSpPr txBox="1"/>
          <p:nvPr/>
        </p:nvSpPr>
        <p:spPr>
          <a:xfrm>
            <a:off x="514350" y="593678"/>
            <a:ext cx="11161712" cy="1681229"/>
          </a:xfrm>
          <a:prstGeom prst="rect">
            <a:avLst/>
          </a:prstGeom>
          <a:noFill/>
        </p:spPr>
        <p:txBody>
          <a:bodyPr wrap="square" lIns="0" tIns="0" rIns="0" bIns="0" rtlCol="0">
            <a:spAutoFit/>
          </a:bodyPr>
          <a:lstStyle/>
          <a:p>
            <a:pPr algn="ctr">
              <a:lnSpc>
                <a:spcPct val="95000"/>
              </a:lnSpc>
            </a:pPr>
            <a:r>
              <a:rPr lang="de-DE" sz="11500" b="1" dirty="0" err="1">
                <a:solidFill>
                  <a:schemeClr val="bg1"/>
                </a:solidFill>
              </a:rPr>
              <a:t>Lorem</a:t>
            </a:r>
            <a:r>
              <a:rPr lang="de-DE" sz="11500" b="1" dirty="0">
                <a:solidFill>
                  <a:schemeClr val="bg1"/>
                </a:solidFill>
              </a:rPr>
              <a:t> Ipsum</a:t>
            </a:r>
            <a:endParaRPr lang="en-US" sz="11500" b="1" dirty="0">
              <a:solidFill>
                <a:schemeClr val="bg1"/>
              </a:solidFill>
            </a:endParaRPr>
          </a:p>
        </p:txBody>
      </p:sp>
      <p:sp>
        <p:nvSpPr>
          <p:cNvPr id="8" name="Foliennummernplatzhalter 7">
            <a:extLst>
              <a:ext uri="{FF2B5EF4-FFF2-40B4-BE49-F238E27FC236}">
                <a16:creationId xmlns:a16="http://schemas.microsoft.com/office/drawing/2014/main" id="{368DF2BA-0DEE-16F6-F765-72AFFFB17185}"/>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28</a:t>
            </a:fld>
            <a:endParaRPr lang="de-DE"/>
          </a:p>
        </p:txBody>
      </p:sp>
    </p:spTree>
    <p:extLst>
      <p:ext uri="{BB962C8B-B14F-4D97-AF65-F5344CB8AC3E}">
        <p14:creationId xmlns:p14="http://schemas.microsoft.com/office/powerpoint/2010/main" val="1689366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F69F0-95B5-4903-0D2D-8DA3A813A800}"/>
            </a:ext>
          </a:extLst>
        </p:cNvPr>
        <p:cNvGrpSpPr/>
        <p:nvPr/>
      </p:nvGrpSpPr>
      <p:grpSpPr>
        <a:xfrm>
          <a:off x="0" y="0"/>
          <a:ext cx="0" cy="0"/>
          <a:chOff x="0" y="0"/>
          <a:chExt cx="0" cy="0"/>
        </a:xfrm>
      </p:grpSpPr>
      <p:pic>
        <p:nvPicPr>
          <p:cNvPr id="4" name="Grafik 3" descr="Ein Bild, das Himmel, draußen, Wolke, Stadtgebiet enthält.&#10;&#10;KI-generierte Inhalte können fehlerhaft sein.">
            <a:extLst>
              <a:ext uri="{FF2B5EF4-FFF2-40B4-BE49-F238E27FC236}">
                <a16:creationId xmlns:a16="http://schemas.microsoft.com/office/drawing/2014/main" id="{AEAF4928-DE9B-AA1C-2980-9445747CF758}"/>
              </a:ext>
            </a:extLst>
          </p:cNvPr>
          <p:cNvPicPr>
            <a:picLocks noChangeAspect="1"/>
          </p:cNvPicPr>
          <p:nvPr/>
        </p:nvPicPr>
        <p:blipFill>
          <a:blip r:embed="rId2">
            <a:extLst>
              <a:ext uri="{28A0092B-C50C-407E-A947-70E740481C1C}">
                <a14:useLocalDpi xmlns:a14="http://schemas.microsoft.com/office/drawing/2010/main" val="0"/>
              </a:ext>
            </a:extLst>
          </a:blip>
          <a:srcRect l="26935" r="15325" b="51200"/>
          <a:stretch/>
        </p:blipFill>
        <p:spPr>
          <a:xfrm>
            <a:off x="0" y="-1"/>
            <a:ext cx="12190414" cy="6858001"/>
          </a:xfrm>
          <a:prstGeom prst="rect">
            <a:avLst/>
          </a:prstGeom>
        </p:spPr>
      </p:pic>
      <p:sp>
        <p:nvSpPr>
          <p:cNvPr id="8" name="Textfeld 7">
            <a:extLst>
              <a:ext uri="{FF2B5EF4-FFF2-40B4-BE49-F238E27FC236}">
                <a16:creationId xmlns:a16="http://schemas.microsoft.com/office/drawing/2014/main" id="{FDBC5E2B-1D05-5884-911B-53C54BB1D930}"/>
              </a:ext>
            </a:extLst>
          </p:cNvPr>
          <p:cNvSpPr txBox="1"/>
          <p:nvPr/>
        </p:nvSpPr>
        <p:spPr>
          <a:xfrm>
            <a:off x="1740174" y="1372822"/>
            <a:ext cx="8710064" cy="2573012"/>
          </a:xfrm>
          <a:prstGeom prst="rect">
            <a:avLst/>
          </a:prstGeom>
          <a:noFill/>
        </p:spPr>
        <p:txBody>
          <a:bodyPr wrap="square" lIns="0" tIns="0" rIns="0" bIns="0" rtlCol="0">
            <a:spAutoFit/>
          </a:bodyPr>
          <a:lstStyle/>
          <a:p>
            <a:pPr algn="ctr">
              <a:lnSpc>
                <a:spcPct val="95000"/>
              </a:lnSpc>
            </a:pPr>
            <a:r>
              <a:rPr lang="en-GB" sz="4400" b="1" noProof="0" dirty="0">
                <a:solidFill>
                  <a:schemeClr val="bg1"/>
                </a:solidFill>
              </a:rPr>
              <a:t>Lorem ipsum </a:t>
            </a:r>
            <a:r>
              <a:rPr lang="en-GB" sz="4400" b="1" noProof="0" dirty="0" err="1">
                <a:solidFill>
                  <a:schemeClr val="bg1"/>
                </a:solidFill>
              </a:rPr>
              <a:t>dolor</a:t>
            </a:r>
            <a:r>
              <a:rPr lang="en-GB" sz="4400" b="1" noProof="0" dirty="0">
                <a:solidFill>
                  <a:schemeClr val="bg1"/>
                </a:solidFill>
              </a:rPr>
              <a:t> sit </a:t>
            </a:r>
            <a:r>
              <a:rPr lang="en-GB" sz="4400" b="1" noProof="0" dirty="0" err="1">
                <a:solidFill>
                  <a:schemeClr val="bg1"/>
                </a:solidFill>
              </a:rPr>
              <a:t>amet</a:t>
            </a:r>
            <a:r>
              <a:rPr lang="en-GB" sz="4400" b="1" noProof="0" dirty="0">
                <a:solidFill>
                  <a:schemeClr val="bg1"/>
                </a:solidFill>
              </a:rPr>
              <a:t>, </a:t>
            </a:r>
            <a:r>
              <a:rPr lang="en-GB" sz="4400" noProof="0" dirty="0" err="1">
                <a:solidFill>
                  <a:schemeClr val="bg1"/>
                </a:solidFill>
              </a:rPr>
              <a:t>consetetur</a:t>
            </a:r>
            <a:r>
              <a:rPr lang="en-GB" sz="4400" noProof="0" dirty="0">
                <a:solidFill>
                  <a:schemeClr val="bg1"/>
                </a:solidFill>
              </a:rPr>
              <a:t> </a:t>
            </a:r>
            <a:r>
              <a:rPr lang="en-GB" sz="4400" noProof="0" dirty="0" err="1">
                <a:solidFill>
                  <a:schemeClr val="bg1"/>
                </a:solidFill>
              </a:rPr>
              <a:t>sadipscing</a:t>
            </a:r>
            <a:r>
              <a:rPr lang="en-GB" sz="4400" noProof="0" dirty="0">
                <a:solidFill>
                  <a:schemeClr val="bg1"/>
                </a:solidFill>
              </a:rPr>
              <a:t> </a:t>
            </a:r>
            <a:r>
              <a:rPr lang="en-GB" sz="4400" noProof="0" dirty="0" err="1">
                <a:solidFill>
                  <a:schemeClr val="bg1"/>
                </a:solidFill>
              </a:rPr>
              <a:t>elitr</a:t>
            </a:r>
            <a:r>
              <a:rPr lang="en-GB" sz="4400" b="1" noProof="0" dirty="0">
                <a:solidFill>
                  <a:schemeClr val="bg1"/>
                </a:solidFill>
              </a:rPr>
              <a:t>, </a:t>
            </a:r>
            <a:r>
              <a:rPr lang="en-GB" sz="4400" b="1" noProof="0" dirty="0" err="1">
                <a:solidFill>
                  <a:schemeClr val="bg1"/>
                </a:solidFill>
              </a:rPr>
              <a:t>sed</a:t>
            </a:r>
            <a:r>
              <a:rPr lang="en-GB" sz="4400" b="1" noProof="0" dirty="0">
                <a:solidFill>
                  <a:schemeClr val="bg1"/>
                </a:solidFill>
              </a:rPr>
              <a:t> </a:t>
            </a:r>
            <a:r>
              <a:rPr lang="en-GB" sz="4400" b="1" noProof="0" dirty="0" err="1">
                <a:solidFill>
                  <a:schemeClr val="bg1"/>
                </a:solidFill>
              </a:rPr>
              <a:t>diam</a:t>
            </a:r>
            <a:r>
              <a:rPr lang="en-GB" sz="4400" b="1" noProof="0" dirty="0">
                <a:solidFill>
                  <a:schemeClr val="bg1"/>
                </a:solidFill>
              </a:rPr>
              <a:t> </a:t>
            </a:r>
            <a:r>
              <a:rPr lang="en-GB" sz="4400" b="1" noProof="0" dirty="0" err="1">
                <a:solidFill>
                  <a:schemeClr val="bg1"/>
                </a:solidFill>
              </a:rPr>
              <a:t>nonumy</a:t>
            </a:r>
            <a:r>
              <a:rPr lang="en-GB" sz="4400" b="1" noProof="0" dirty="0">
                <a:solidFill>
                  <a:schemeClr val="bg1"/>
                </a:solidFill>
              </a:rPr>
              <a:t> </a:t>
            </a:r>
            <a:r>
              <a:rPr lang="en-GB" sz="4400" b="1" noProof="0" dirty="0" err="1">
                <a:solidFill>
                  <a:schemeClr val="bg1"/>
                </a:solidFill>
              </a:rPr>
              <a:t>eirmod</a:t>
            </a:r>
            <a:r>
              <a:rPr lang="en-GB" sz="4400" b="1" noProof="0" dirty="0">
                <a:solidFill>
                  <a:schemeClr val="bg1"/>
                </a:solidFill>
              </a:rPr>
              <a:t> </a:t>
            </a:r>
            <a:r>
              <a:rPr lang="en-GB" sz="4400" b="1" noProof="0" dirty="0" err="1">
                <a:solidFill>
                  <a:schemeClr val="bg1"/>
                </a:solidFill>
              </a:rPr>
              <a:t>tempor</a:t>
            </a:r>
            <a:r>
              <a:rPr lang="en-GB" sz="4400" b="1" noProof="0" dirty="0">
                <a:solidFill>
                  <a:schemeClr val="bg1"/>
                </a:solidFill>
              </a:rPr>
              <a:t> </a:t>
            </a:r>
            <a:r>
              <a:rPr lang="en-GB" sz="4400" noProof="0" dirty="0" err="1">
                <a:solidFill>
                  <a:schemeClr val="bg1"/>
                </a:solidFill>
              </a:rPr>
              <a:t>invidunt</a:t>
            </a:r>
            <a:r>
              <a:rPr lang="en-GB" sz="4400" noProof="0" dirty="0">
                <a:solidFill>
                  <a:schemeClr val="bg1"/>
                </a:solidFill>
              </a:rPr>
              <a:t> </a:t>
            </a:r>
            <a:r>
              <a:rPr lang="en-GB" sz="4400" noProof="0" dirty="0" err="1">
                <a:solidFill>
                  <a:schemeClr val="bg1"/>
                </a:solidFill>
              </a:rPr>
              <a:t>ut</a:t>
            </a:r>
            <a:r>
              <a:rPr lang="en-GB" sz="4400" noProof="0" dirty="0">
                <a:solidFill>
                  <a:schemeClr val="bg1"/>
                </a:solidFill>
              </a:rPr>
              <a:t> labore et</a:t>
            </a:r>
          </a:p>
        </p:txBody>
      </p:sp>
      <p:pic>
        <p:nvPicPr>
          <p:cNvPr id="7" name="Graphic 6">
            <a:extLst>
              <a:ext uri="{FF2B5EF4-FFF2-40B4-BE49-F238E27FC236}">
                <a16:creationId xmlns:a16="http://schemas.microsoft.com/office/drawing/2014/main" id="{3CBF8531-51FF-A895-699B-FD2BE84F2A5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91813" y="6223000"/>
            <a:ext cx="1498600" cy="635000"/>
          </a:xfrm>
          <a:prstGeom prst="rect">
            <a:avLst/>
          </a:prstGeom>
        </p:spPr>
      </p:pic>
      <p:sp>
        <p:nvSpPr>
          <p:cNvPr id="5" name="Foliennummernplatzhalter 7">
            <a:extLst>
              <a:ext uri="{FF2B5EF4-FFF2-40B4-BE49-F238E27FC236}">
                <a16:creationId xmlns:a16="http://schemas.microsoft.com/office/drawing/2014/main" id="{318544E6-EBFC-CBE4-DAE6-E80EA6F4DAD2}"/>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29</a:t>
            </a:fld>
            <a:endParaRPr lang="de-DE"/>
          </a:p>
        </p:txBody>
      </p:sp>
    </p:spTree>
    <p:extLst>
      <p:ext uri="{BB962C8B-B14F-4D97-AF65-F5344CB8AC3E}">
        <p14:creationId xmlns:p14="http://schemas.microsoft.com/office/powerpoint/2010/main" val="1311139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Grafik 11">
            <a:extLst>
              <a:ext uri="{FF2B5EF4-FFF2-40B4-BE49-F238E27FC236}">
                <a16:creationId xmlns:a16="http://schemas.microsoft.com/office/drawing/2014/main" id="{877C5510-A956-8BA4-E192-7F284237B3C8}"/>
              </a:ext>
            </a:extLst>
          </p:cNvPr>
          <p:cNvPicPr>
            <a:picLocks noChangeAspect="1"/>
          </p:cNvPicPr>
          <p:nvPr/>
        </p:nvPicPr>
        <p:blipFill>
          <a:blip r:embed="rId3">
            <a:extLst>
              <a:ext uri="{28A0092B-C50C-407E-A947-70E740481C1C}">
                <a14:useLocalDpi xmlns:a14="http://schemas.microsoft.com/office/drawing/2010/main" val="0"/>
              </a:ext>
            </a:extLst>
          </a:blip>
          <a:srcRect t="14574" r="7407" b="7290"/>
          <a:stretch/>
        </p:blipFill>
        <p:spPr>
          <a:xfrm>
            <a:off x="-1" y="-1"/>
            <a:ext cx="12190413" cy="6858001"/>
          </a:xfrm>
          <a:prstGeom prst="rect">
            <a:avLst/>
          </a:prstGeom>
        </p:spPr>
      </p:pic>
      <p:sp>
        <p:nvSpPr>
          <p:cNvPr id="9" name="Textfeld 8">
            <a:extLst>
              <a:ext uri="{FF2B5EF4-FFF2-40B4-BE49-F238E27FC236}">
                <a16:creationId xmlns:a16="http://schemas.microsoft.com/office/drawing/2014/main" id="{C5CEFD6B-84AA-9D4A-3E24-FA868122246C}"/>
              </a:ext>
            </a:extLst>
          </p:cNvPr>
          <p:cNvSpPr txBox="1"/>
          <p:nvPr/>
        </p:nvSpPr>
        <p:spPr>
          <a:xfrm>
            <a:off x="514349" y="525304"/>
            <a:ext cx="5580857" cy="2573012"/>
          </a:xfrm>
          <a:prstGeom prst="rect">
            <a:avLst/>
          </a:prstGeom>
          <a:noFill/>
        </p:spPr>
        <p:txBody>
          <a:bodyPr wrap="square" lIns="0" tIns="0" rIns="0" bIns="0" rtlCol="0">
            <a:spAutoFit/>
          </a:bodyPr>
          <a:lstStyle/>
          <a:p>
            <a:pPr>
              <a:lnSpc>
                <a:spcPct val="95000"/>
              </a:lnSpc>
            </a:pPr>
            <a:r>
              <a:rPr lang="en-GB" sz="4400" b="1" noProof="0" dirty="0">
                <a:solidFill>
                  <a:schemeClr val="bg1"/>
                </a:solidFill>
              </a:rPr>
              <a:t>“Lorem ipsum </a:t>
            </a:r>
            <a:br>
              <a:rPr lang="en-GB" sz="4400" b="1" noProof="0" dirty="0">
                <a:solidFill>
                  <a:schemeClr val="bg1"/>
                </a:solidFill>
              </a:rPr>
            </a:br>
            <a:r>
              <a:rPr lang="en-GB" sz="4400" b="1" noProof="0" dirty="0" err="1">
                <a:solidFill>
                  <a:schemeClr val="bg1"/>
                </a:solidFill>
              </a:rPr>
              <a:t>dolor</a:t>
            </a:r>
            <a:r>
              <a:rPr lang="en-GB" sz="4400" b="1" noProof="0" dirty="0">
                <a:solidFill>
                  <a:schemeClr val="bg1"/>
                </a:solidFill>
              </a:rPr>
              <a:t> sit </a:t>
            </a:r>
            <a:r>
              <a:rPr lang="en-GB" sz="4400" b="1" noProof="0" dirty="0" err="1">
                <a:solidFill>
                  <a:schemeClr val="bg1"/>
                </a:solidFill>
              </a:rPr>
              <a:t>amet</a:t>
            </a:r>
            <a:r>
              <a:rPr lang="en-GB" sz="4400" b="1" noProof="0" dirty="0">
                <a:solidFill>
                  <a:schemeClr val="bg1"/>
                </a:solidFill>
              </a:rPr>
              <a:t>, </a:t>
            </a:r>
            <a:r>
              <a:rPr lang="en-GB" sz="4400" b="1" noProof="0" dirty="0" err="1">
                <a:solidFill>
                  <a:schemeClr val="bg1"/>
                </a:solidFill>
              </a:rPr>
              <a:t>consetetur</a:t>
            </a:r>
            <a:br>
              <a:rPr lang="en-GB" sz="4400" b="1" noProof="0" dirty="0">
                <a:solidFill>
                  <a:schemeClr val="bg1"/>
                </a:solidFill>
              </a:rPr>
            </a:br>
            <a:r>
              <a:rPr lang="en-GB" sz="4400" b="1" noProof="0" dirty="0" err="1">
                <a:solidFill>
                  <a:schemeClr val="bg1"/>
                </a:solidFill>
              </a:rPr>
              <a:t>elitr</a:t>
            </a:r>
            <a:r>
              <a:rPr lang="en-GB" sz="4400" b="1" noProof="0" dirty="0">
                <a:solidFill>
                  <a:schemeClr val="bg1"/>
                </a:solidFill>
              </a:rPr>
              <a:t>, </a:t>
            </a:r>
            <a:r>
              <a:rPr lang="en-GB" sz="4400" b="1" noProof="0" dirty="0" err="1">
                <a:solidFill>
                  <a:schemeClr val="bg1"/>
                </a:solidFill>
              </a:rPr>
              <a:t>sed</a:t>
            </a:r>
            <a:r>
              <a:rPr lang="en-GB" sz="4400" b="1" noProof="0" dirty="0">
                <a:solidFill>
                  <a:schemeClr val="bg1"/>
                </a:solidFill>
              </a:rPr>
              <a:t> </a:t>
            </a:r>
            <a:r>
              <a:rPr lang="en-GB" sz="4400" b="1" noProof="0" dirty="0" err="1">
                <a:solidFill>
                  <a:schemeClr val="bg1"/>
                </a:solidFill>
              </a:rPr>
              <a:t>diam</a:t>
            </a:r>
            <a:r>
              <a:rPr lang="en-GB" sz="4400" b="1" noProof="0" dirty="0">
                <a:solidFill>
                  <a:schemeClr val="bg1"/>
                </a:solidFill>
              </a:rPr>
              <a:t>”</a:t>
            </a:r>
          </a:p>
        </p:txBody>
      </p:sp>
      <p:cxnSp>
        <p:nvCxnSpPr>
          <p:cNvPr id="10" name="Gerader Verbinder 9">
            <a:extLst>
              <a:ext uri="{FF2B5EF4-FFF2-40B4-BE49-F238E27FC236}">
                <a16:creationId xmlns:a16="http://schemas.microsoft.com/office/drawing/2014/main" id="{F9C37389-34EF-5CFA-B161-5C854B48B37B}"/>
              </a:ext>
            </a:extLst>
          </p:cNvPr>
          <p:cNvCxnSpPr>
            <a:cxnSpLocks/>
          </p:cNvCxnSpPr>
          <p:nvPr/>
        </p:nvCxnSpPr>
        <p:spPr>
          <a:xfrm>
            <a:off x="514348" y="3278870"/>
            <a:ext cx="540000" cy="0"/>
          </a:xfrm>
          <a:prstGeom prst="line">
            <a:avLst/>
          </a:prstGeom>
          <a:ln w="2540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extfeld 10">
            <a:extLst>
              <a:ext uri="{FF2B5EF4-FFF2-40B4-BE49-F238E27FC236}">
                <a16:creationId xmlns:a16="http://schemas.microsoft.com/office/drawing/2014/main" id="{05EFB51A-3F4C-9100-F975-2A86A4C7AD3F}"/>
              </a:ext>
            </a:extLst>
          </p:cNvPr>
          <p:cNvSpPr txBox="1"/>
          <p:nvPr/>
        </p:nvSpPr>
        <p:spPr>
          <a:xfrm>
            <a:off x="514349" y="3544017"/>
            <a:ext cx="5580857" cy="276999"/>
          </a:xfrm>
          <a:prstGeom prst="rect">
            <a:avLst/>
          </a:prstGeom>
          <a:noFill/>
        </p:spPr>
        <p:txBody>
          <a:bodyPr wrap="square" lIns="0" tIns="0" rIns="0" bIns="0" rtlCol="0">
            <a:spAutoFit/>
          </a:bodyPr>
          <a:lstStyle/>
          <a:p>
            <a:r>
              <a:rPr lang="en-GB" i="1" noProof="0" dirty="0">
                <a:solidFill>
                  <a:schemeClr val="bg1"/>
                </a:solidFill>
              </a:rPr>
              <a:t>Person name, job title</a:t>
            </a:r>
          </a:p>
        </p:txBody>
      </p:sp>
      <p:pic>
        <p:nvPicPr>
          <p:cNvPr id="4" name="Graphic 3">
            <a:extLst>
              <a:ext uri="{FF2B5EF4-FFF2-40B4-BE49-F238E27FC236}">
                <a16:creationId xmlns:a16="http://schemas.microsoft.com/office/drawing/2014/main" id="{A3F6239C-93F6-A942-989A-26571CEAA2B6}"/>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91813" y="6223000"/>
            <a:ext cx="1498600" cy="635000"/>
          </a:xfrm>
          <a:prstGeom prst="rect">
            <a:avLst/>
          </a:prstGeom>
        </p:spPr>
      </p:pic>
      <p:sp>
        <p:nvSpPr>
          <p:cNvPr id="5" name="Foliennummernplatzhalter 7">
            <a:extLst>
              <a:ext uri="{FF2B5EF4-FFF2-40B4-BE49-F238E27FC236}">
                <a16:creationId xmlns:a16="http://schemas.microsoft.com/office/drawing/2014/main" id="{602FC881-A8B4-182D-0280-297D06D4BE13}"/>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30</a:t>
            </a:fld>
            <a:endParaRPr lang="de-DE"/>
          </a:p>
        </p:txBody>
      </p:sp>
    </p:spTree>
    <p:extLst>
      <p:ext uri="{BB962C8B-B14F-4D97-AF65-F5344CB8AC3E}">
        <p14:creationId xmlns:p14="http://schemas.microsoft.com/office/powerpoint/2010/main" val="13138936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Grafik 13">
            <a:extLst>
              <a:ext uri="{FF2B5EF4-FFF2-40B4-BE49-F238E27FC236}">
                <a16:creationId xmlns:a16="http://schemas.microsoft.com/office/drawing/2014/main" id="{A0C4A410-8594-1A44-7738-594FA9CF9F09}"/>
              </a:ext>
            </a:extLst>
          </p:cNvPr>
          <p:cNvPicPr>
            <a:picLocks noChangeAspect="1"/>
          </p:cNvPicPr>
          <p:nvPr/>
        </p:nvPicPr>
        <p:blipFill rotWithShape="1">
          <a:blip r:embed="rId2">
            <a:extLst>
              <a:ext uri="{28A0092B-C50C-407E-A947-70E740481C1C}">
                <a14:useLocalDpi xmlns:a14="http://schemas.microsoft.com/office/drawing/2010/main" val="0"/>
              </a:ext>
            </a:extLst>
          </a:blip>
          <a:srcRect l="7215" t="15355" r="22510" b="25345"/>
          <a:stretch/>
        </p:blipFill>
        <p:spPr>
          <a:xfrm>
            <a:off x="-1" y="-1"/>
            <a:ext cx="12190413" cy="6858001"/>
          </a:xfrm>
          <a:prstGeom prst="rect">
            <a:avLst/>
          </a:prstGeom>
        </p:spPr>
      </p:pic>
      <p:sp>
        <p:nvSpPr>
          <p:cNvPr id="8" name="Rechteck 7">
            <a:extLst>
              <a:ext uri="{FF2B5EF4-FFF2-40B4-BE49-F238E27FC236}">
                <a16:creationId xmlns:a16="http://schemas.microsoft.com/office/drawing/2014/main" id="{07930761-A98D-C566-CFA6-B32608A565D3}"/>
              </a:ext>
            </a:extLst>
          </p:cNvPr>
          <p:cNvSpPr/>
          <p:nvPr/>
        </p:nvSpPr>
        <p:spPr>
          <a:xfrm>
            <a:off x="514350" y="1"/>
            <a:ext cx="5489575" cy="6858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 name="Textfeld 8">
            <a:extLst>
              <a:ext uri="{FF2B5EF4-FFF2-40B4-BE49-F238E27FC236}">
                <a16:creationId xmlns:a16="http://schemas.microsoft.com/office/drawing/2014/main" id="{75A9E5F3-317E-7CEF-428B-2F0D6F67D7B8}"/>
              </a:ext>
            </a:extLst>
          </p:cNvPr>
          <p:cNvSpPr txBox="1"/>
          <p:nvPr/>
        </p:nvSpPr>
        <p:spPr>
          <a:xfrm>
            <a:off x="1035936" y="1115403"/>
            <a:ext cx="4653663" cy="3216265"/>
          </a:xfrm>
          <a:prstGeom prst="rect">
            <a:avLst/>
          </a:prstGeom>
          <a:noFill/>
        </p:spPr>
        <p:txBody>
          <a:bodyPr wrap="square" lIns="0" tIns="0" rIns="0" bIns="0" rtlCol="0">
            <a:spAutoFit/>
          </a:bodyPr>
          <a:lstStyle/>
          <a:p>
            <a:pPr>
              <a:lnSpc>
                <a:spcPct val="95000"/>
              </a:lnSpc>
            </a:pPr>
            <a:r>
              <a:rPr lang="en-GB" sz="4400" b="1" noProof="0" dirty="0"/>
              <a:t>Lorem ipsum </a:t>
            </a:r>
            <a:br>
              <a:rPr lang="en-GB" sz="4400" b="1" noProof="0" dirty="0"/>
            </a:br>
            <a:r>
              <a:rPr lang="en-GB" sz="4400" b="1" noProof="0" dirty="0" err="1"/>
              <a:t>dolor</a:t>
            </a:r>
            <a:r>
              <a:rPr lang="en-GB" sz="4400" b="1" noProof="0" dirty="0"/>
              <a:t> sit </a:t>
            </a:r>
            <a:r>
              <a:rPr lang="en-GB" sz="4400" b="1" noProof="0" dirty="0" err="1"/>
              <a:t>amet</a:t>
            </a:r>
            <a:r>
              <a:rPr lang="en-GB" sz="4400" b="1" noProof="0" dirty="0"/>
              <a:t>, </a:t>
            </a:r>
            <a:br>
              <a:rPr lang="en-GB" sz="4400" b="1" noProof="0" dirty="0"/>
            </a:br>
            <a:r>
              <a:rPr lang="en-GB" sz="4400" b="1" noProof="0" dirty="0" err="1"/>
              <a:t>consetetur</a:t>
            </a:r>
            <a:r>
              <a:rPr lang="en-GB" sz="4400" b="1" noProof="0" dirty="0"/>
              <a:t> jus </a:t>
            </a:r>
            <a:r>
              <a:rPr lang="en-GB" sz="4400" b="1" noProof="0" dirty="0" err="1"/>
              <a:t>sadipscing</a:t>
            </a:r>
            <a:r>
              <a:rPr lang="en-GB" sz="4400" b="1" noProof="0" dirty="0"/>
              <a:t> </a:t>
            </a:r>
            <a:r>
              <a:rPr lang="en-GB" sz="4400" b="1" noProof="0" dirty="0" err="1"/>
              <a:t>elitr</a:t>
            </a:r>
            <a:r>
              <a:rPr lang="en-GB" sz="4400" b="1" noProof="0" dirty="0"/>
              <a:t> </a:t>
            </a:r>
            <a:r>
              <a:rPr lang="en-GB" sz="4400" b="1" noProof="0" dirty="0" err="1"/>
              <a:t>nonumy</a:t>
            </a:r>
            <a:endParaRPr lang="en-GB" sz="4400" b="1" noProof="0" dirty="0"/>
          </a:p>
        </p:txBody>
      </p:sp>
      <p:pic>
        <p:nvPicPr>
          <p:cNvPr id="10" name="Graphic 9">
            <a:extLst>
              <a:ext uri="{FF2B5EF4-FFF2-40B4-BE49-F238E27FC236}">
                <a16:creationId xmlns:a16="http://schemas.microsoft.com/office/drawing/2014/main" id="{98357358-76D2-FF48-E4B6-F033D2BC937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91813" y="6223000"/>
            <a:ext cx="1498600" cy="635000"/>
          </a:xfrm>
          <a:prstGeom prst="rect">
            <a:avLst/>
          </a:prstGeom>
        </p:spPr>
      </p:pic>
      <p:sp>
        <p:nvSpPr>
          <p:cNvPr id="9" name="Foliennummernplatzhalter 7">
            <a:extLst>
              <a:ext uri="{FF2B5EF4-FFF2-40B4-BE49-F238E27FC236}">
                <a16:creationId xmlns:a16="http://schemas.microsoft.com/office/drawing/2014/main" id="{486AC171-E7C2-34CE-0644-55AC4A1E6BEF}"/>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31</a:t>
            </a:fld>
            <a:endParaRPr lang="de-DE"/>
          </a:p>
        </p:txBody>
      </p:sp>
    </p:spTree>
    <p:extLst>
      <p:ext uri="{BB962C8B-B14F-4D97-AF65-F5344CB8AC3E}">
        <p14:creationId xmlns:p14="http://schemas.microsoft.com/office/powerpoint/2010/main" val="302955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hteck 10">
            <a:extLst>
              <a:ext uri="{FF2B5EF4-FFF2-40B4-BE49-F238E27FC236}">
                <a16:creationId xmlns:a16="http://schemas.microsoft.com/office/drawing/2014/main" id="{9AC6796E-70DE-73FE-726F-FDF5A45D4097}"/>
              </a:ext>
            </a:extLst>
          </p:cNvPr>
          <p:cNvSpPr/>
          <p:nvPr/>
        </p:nvSpPr>
        <p:spPr>
          <a:xfrm>
            <a:off x="4114800" y="620713"/>
            <a:ext cx="7561263" cy="558006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pic>
        <p:nvPicPr>
          <p:cNvPr id="16" name="Grafik 15" descr="Ein Bild, das Menschliches Gesicht, Person, Lächeln, Kleidung enthält.&#10;&#10;Automatisch generierte Beschreibung">
            <a:extLst>
              <a:ext uri="{FF2B5EF4-FFF2-40B4-BE49-F238E27FC236}">
                <a16:creationId xmlns:a16="http://schemas.microsoft.com/office/drawing/2014/main" id="{5FF8C627-F207-FED5-58E2-8AFC15CCBE90}"/>
              </a:ext>
            </a:extLst>
          </p:cNvPr>
          <p:cNvPicPr>
            <a:picLocks noChangeAspect="1"/>
          </p:cNvPicPr>
          <p:nvPr/>
        </p:nvPicPr>
        <p:blipFill rotWithShape="1">
          <a:blip r:embed="rId3">
            <a:extLst>
              <a:ext uri="{28A0092B-C50C-407E-A947-70E740481C1C}">
                <a14:useLocalDpi xmlns:a14="http://schemas.microsoft.com/office/drawing/2010/main" val="0"/>
              </a:ext>
            </a:extLst>
          </a:blip>
          <a:srcRect l="25279" t="9178" r="48848" b="30673"/>
          <a:stretch/>
        </p:blipFill>
        <p:spPr>
          <a:xfrm>
            <a:off x="514350" y="620713"/>
            <a:ext cx="3600450" cy="5580062"/>
          </a:xfrm>
          <a:prstGeom prst="rect">
            <a:avLst/>
          </a:prstGeom>
        </p:spPr>
      </p:pic>
      <p:sp>
        <p:nvSpPr>
          <p:cNvPr id="8" name="Textfeld 7">
            <a:extLst>
              <a:ext uri="{FF2B5EF4-FFF2-40B4-BE49-F238E27FC236}">
                <a16:creationId xmlns:a16="http://schemas.microsoft.com/office/drawing/2014/main" id="{63B24C8F-6834-CC44-A3BB-9D39D7401D50}"/>
              </a:ext>
            </a:extLst>
          </p:cNvPr>
          <p:cNvSpPr txBox="1"/>
          <p:nvPr/>
        </p:nvSpPr>
        <p:spPr>
          <a:xfrm>
            <a:off x="4643622" y="1155874"/>
            <a:ext cx="6518092" cy="3216265"/>
          </a:xfrm>
          <a:prstGeom prst="rect">
            <a:avLst/>
          </a:prstGeom>
          <a:noFill/>
        </p:spPr>
        <p:txBody>
          <a:bodyPr wrap="square" lIns="0" tIns="0" rIns="0" bIns="0" rtlCol="0">
            <a:spAutoFit/>
          </a:bodyPr>
          <a:lstStyle/>
          <a:p>
            <a:pPr>
              <a:lnSpc>
                <a:spcPct val="95000"/>
              </a:lnSpc>
              <a:buSzPct val="200000"/>
            </a:pPr>
            <a:r>
              <a:rPr lang="en-GB" sz="4400" b="1" noProof="0" dirty="0"/>
              <a:t>“Lorem ipsum </a:t>
            </a:r>
            <a:r>
              <a:rPr lang="en-GB" sz="4400" b="1" noProof="0" dirty="0" err="1"/>
              <a:t>dolor</a:t>
            </a:r>
            <a:r>
              <a:rPr lang="en-GB" sz="4400" b="1" noProof="0" dirty="0"/>
              <a:t> sit </a:t>
            </a:r>
            <a:r>
              <a:rPr lang="en-GB" sz="4400" b="1" noProof="0" dirty="0" err="1"/>
              <a:t>amet</a:t>
            </a:r>
            <a:r>
              <a:rPr lang="en-GB" sz="4400" b="1" noProof="0" dirty="0"/>
              <a:t>, </a:t>
            </a:r>
            <a:r>
              <a:rPr lang="en-GB" sz="4400" b="1" noProof="0" dirty="0" err="1"/>
              <a:t>consetetur</a:t>
            </a:r>
            <a:r>
              <a:rPr lang="en-GB" sz="4400" b="1" noProof="0" dirty="0"/>
              <a:t> </a:t>
            </a:r>
            <a:r>
              <a:rPr lang="en-GB" sz="4400" b="1" noProof="0" dirty="0" err="1"/>
              <a:t>diam</a:t>
            </a:r>
            <a:r>
              <a:rPr lang="en-GB" sz="4400" b="1" noProof="0" dirty="0"/>
              <a:t> </a:t>
            </a:r>
            <a:r>
              <a:rPr lang="en-GB" sz="4400" b="1" noProof="0" dirty="0" err="1"/>
              <a:t>sadipscing</a:t>
            </a:r>
            <a:r>
              <a:rPr lang="en-GB" sz="4400" b="1" noProof="0" dirty="0"/>
              <a:t> </a:t>
            </a:r>
            <a:r>
              <a:rPr lang="en-GB" sz="4400" b="1" noProof="0" dirty="0" err="1"/>
              <a:t>elitr</a:t>
            </a:r>
            <a:r>
              <a:rPr lang="en-GB" sz="4400" b="1" noProof="0" dirty="0"/>
              <a:t>, </a:t>
            </a:r>
            <a:r>
              <a:rPr lang="en-GB" sz="4400" b="1" noProof="0" dirty="0" err="1"/>
              <a:t>sed</a:t>
            </a:r>
            <a:r>
              <a:rPr lang="en-GB" sz="4400" b="1" noProof="0" dirty="0"/>
              <a:t> </a:t>
            </a:r>
            <a:r>
              <a:rPr lang="en-GB" sz="4400" b="1" noProof="0" dirty="0" err="1"/>
              <a:t>nonumy</a:t>
            </a:r>
            <a:r>
              <a:rPr lang="en-GB" sz="4400" b="1" noProof="0" dirty="0"/>
              <a:t> </a:t>
            </a:r>
            <a:r>
              <a:rPr lang="en-GB" sz="4400" b="1" noProof="0" dirty="0" err="1"/>
              <a:t>eirmod</a:t>
            </a:r>
            <a:r>
              <a:rPr lang="en-GB" sz="4400" b="1" noProof="0" dirty="0"/>
              <a:t> </a:t>
            </a:r>
            <a:r>
              <a:rPr lang="en-GB" sz="4400" b="1" noProof="0" dirty="0" err="1"/>
              <a:t>tempor</a:t>
            </a:r>
            <a:r>
              <a:rPr lang="en-GB" sz="4400" b="1" noProof="0" dirty="0"/>
              <a:t> </a:t>
            </a:r>
            <a:r>
              <a:rPr lang="en-GB" sz="4400" b="1" noProof="0" dirty="0" err="1"/>
              <a:t>invidunt</a:t>
            </a:r>
            <a:r>
              <a:rPr lang="en-GB" sz="4400" b="1" noProof="0" dirty="0"/>
              <a:t> </a:t>
            </a:r>
            <a:r>
              <a:rPr lang="en-GB" sz="4400" b="1" noProof="0" dirty="0" err="1"/>
              <a:t>ut</a:t>
            </a:r>
            <a:r>
              <a:rPr lang="en-GB" sz="4400" b="1" noProof="0" dirty="0"/>
              <a:t> labore et”</a:t>
            </a:r>
          </a:p>
        </p:txBody>
      </p:sp>
      <p:cxnSp>
        <p:nvCxnSpPr>
          <p:cNvPr id="9" name="Gerader Verbinder 8">
            <a:extLst>
              <a:ext uri="{FF2B5EF4-FFF2-40B4-BE49-F238E27FC236}">
                <a16:creationId xmlns:a16="http://schemas.microsoft.com/office/drawing/2014/main" id="{DDA870F6-AD26-3641-7D55-F3269AEF24AC}"/>
              </a:ext>
            </a:extLst>
          </p:cNvPr>
          <p:cNvCxnSpPr>
            <a:cxnSpLocks/>
          </p:cNvCxnSpPr>
          <p:nvPr/>
        </p:nvCxnSpPr>
        <p:spPr>
          <a:xfrm>
            <a:off x="4649142" y="4538790"/>
            <a:ext cx="5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feld 9">
            <a:extLst>
              <a:ext uri="{FF2B5EF4-FFF2-40B4-BE49-F238E27FC236}">
                <a16:creationId xmlns:a16="http://schemas.microsoft.com/office/drawing/2014/main" id="{B4CA8C5C-9B37-B4E6-9787-8B4D50379909}"/>
              </a:ext>
            </a:extLst>
          </p:cNvPr>
          <p:cNvSpPr txBox="1"/>
          <p:nvPr/>
        </p:nvSpPr>
        <p:spPr>
          <a:xfrm>
            <a:off x="4649143" y="4788662"/>
            <a:ext cx="6512571" cy="307777"/>
          </a:xfrm>
          <a:prstGeom prst="rect">
            <a:avLst/>
          </a:prstGeom>
          <a:noFill/>
        </p:spPr>
        <p:txBody>
          <a:bodyPr wrap="square" lIns="0" tIns="0" rIns="0" bIns="0" rtlCol="0">
            <a:spAutoFit/>
          </a:bodyPr>
          <a:lstStyle/>
          <a:p>
            <a:r>
              <a:rPr lang="en-GB" sz="2000" i="1" noProof="0"/>
              <a:t>Person name, job title</a:t>
            </a:r>
          </a:p>
        </p:txBody>
      </p:sp>
      <p:sp>
        <p:nvSpPr>
          <p:cNvPr id="2" name="Foliennummernplatzhalter 7">
            <a:extLst>
              <a:ext uri="{FF2B5EF4-FFF2-40B4-BE49-F238E27FC236}">
                <a16:creationId xmlns:a16="http://schemas.microsoft.com/office/drawing/2014/main" id="{B47A47CF-C0E4-6DEE-CE3D-F46B8229E348}"/>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32</a:t>
            </a:fld>
            <a:endParaRPr lang="de-DE"/>
          </a:p>
        </p:txBody>
      </p:sp>
    </p:spTree>
    <p:extLst>
      <p:ext uri="{BB962C8B-B14F-4D97-AF65-F5344CB8AC3E}">
        <p14:creationId xmlns:p14="http://schemas.microsoft.com/office/powerpoint/2010/main" val="6423162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descr="Ein Bild, das Menschliches Gesicht, Person, Lächeln, Kleidung enthält.&#10;&#10;Automatisch generierte Beschreibung">
            <a:extLst>
              <a:ext uri="{FF2B5EF4-FFF2-40B4-BE49-F238E27FC236}">
                <a16:creationId xmlns:a16="http://schemas.microsoft.com/office/drawing/2014/main" id="{181E58E6-1EDA-5E18-59AD-BEDD919CC6C3}"/>
              </a:ext>
            </a:extLst>
          </p:cNvPr>
          <p:cNvPicPr>
            <a:picLocks noChangeAspect="1"/>
          </p:cNvPicPr>
          <p:nvPr/>
        </p:nvPicPr>
        <p:blipFill rotWithShape="1">
          <a:blip r:embed="rId3">
            <a:extLst>
              <a:ext uri="{28A0092B-C50C-407E-A947-70E740481C1C}">
                <a14:useLocalDpi xmlns:a14="http://schemas.microsoft.com/office/drawing/2010/main" val="0"/>
              </a:ext>
            </a:extLst>
          </a:blip>
          <a:srcRect l="23868" t="8697" r="45272" b="38415"/>
          <a:stretch/>
        </p:blipFill>
        <p:spPr>
          <a:xfrm>
            <a:off x="6188074" y="-1"/>
            <a:ext cx="6002337" cy="6858001"/>
          </a:xfrm>
          <a:prstGeom prst="rect">
            <a:avLst/>
          </a:prstGeom>
        </p:spPr>
      </p:pic>
      <p:cxnSp>
        <p:nvCxnSpPr>
          <p:cNvPr id="8" name="Gerader Verbinder 7">
            <a:extLst>
              <a:ext uri="{FF2B5EF4-FFF2-40B4-BE49-F238E27FC236}">
                <a16:creationId xmlns:a16="http://schemas.microsoft.com/office/drawing/2014/main" id="{B4460EAF-2114-AB62-4551-ECDA8BCCB468}"/>
              </a:ext>
            </a:extLst>
          </p:cNvPr>
          <p:cNvCxnSpPr>
            <a:cxnSpLocks/>
          </p:cNvCxnSpPr>
          <p:nvPr/>
        </p:nvCxnSpPr>
        <p:spPr>
          <a:xfrm>
            <a:off x="529159" y="4660723"/>
            <a:ext cx="5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feld 8">
            <a:extLst>
              <a:ext uri="{FF2B5EF4-FFF2-40B4-BE49-F238E27FC236}">
                <a16:creationId xmlns:a16="http://schemas.microsoft.com/office/drawing/2014/main" id="{BF3D4AC2-7792-07B9-6023-28017EDA956C}"/>
              </a:ext>
            </a:extLst>
          </p:cNvPr>
          <p:cNvSpPr txBox="1"/>
          <p:nvPr/>
        </p:nvSpPr>
        <p:spPr>
          <a:xfrm>
            <a:off x="529158" y="4912373"/>
            <a:ext cx="4935718" cy="307777"/>
          </a:xfrm>
          <a:prstGeom prst="rect">
            <a:avLst/>
          </a:prstGeom>
          <a:noFill/>
        </p:spPr>
        <p:txBody>
          <a:bodyPr wrap="square" lIns="0" tIns="0" rIns="0" bIns="0" rtlCol="0">
            <a:spAutoFit/>
          </a:bodyPr>
          <a:lstStyle/>
          <a:p>
            <a:r>
              <a:rPr lang="en-GB" sz="2000" i="1" noProof="0" dirty="0"/>
              <a:t>Person name, job title</a:t>
            </a:r>
          </a:p>
        </p:txBody>
      </p:sp>
      <p:pic>
        <p:nvPicPr>
          <p:cNvPr id="23" name="Graphic 22">
            <a:extLst>
              <a:ext uri="{FF2B5EF4-FFF2-40B4-BE49-F238E27FC236}">
                <a16:creationId xmlns:a16="http://schemas.microsoft.com/office/drawing/2014/main" id="{EA4D1E72-0662-2B90-9C6C-9E3018F096C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91813" y="6223000"/>
            <a:ext cx="1498600" cy="635000"/>
          </a:xfrm>
          <a:prstGeom prst="rect">
            <a:avLst/>
          </a:prstGeom>
        </p:spPr>
      </p:pic>
      <p:sp>
        <p:nvSpPr>
          <p:cNvPr id="24" name="Foliennummernplatzhalter 7">
            <a:extLst>
              <a:ext uri="{FF2B5EF4-FFF2-40B4-BE49-F238E27FC236}">
                <a16:creationId xmlns:a16="http://schemas.microsoft.com/office/drawing/2014/main" id="{BA15E870-42AE-884F-7E63-A62E2567E661}"/>
              </a:ext>
            </a:extLst>
          </p:cNvPr>
          <p:cNvSpPr>
            <a:spLocks noGrp="1"/>
          </p:cNvSpPr>
          <p:nvPr>
            <p:ph type="sldNum" sz="quarter" idx="4"/>
          </p:nvPr>
        </p:nvSpPr>
        <p:spPr>
          <a:prstGeom prst="rect">
            <a:avLst/>
          </a:prstGeom>
        </p:spPr>
        <p:txBody>
          <a:bodyPr lIns="0" tIns="0" rIns="0" bIns="0" anchor="b"/>
          <a:lstStyle>
            <a:lvl1pPr>
              <a:defRPr sz="800" b="1"/>
            </a:lvl1pPr>
          </a:lstStyle>
          <a:p>
            <a:fld id="{82EA1D04-CA53-4DE3-84A8-2B63E41036C9}" type="slidenum">
              <a:rPr lang="de-DE" smtClean="0"/>
              <a:pPr/>
              <a:t>33</a:t>
            </a:fld>
            <a:endParaRPr lang="de-DE"/>
          </a:p>
        </p:txBody>
      </p:sp>
      <p:sp>
        <p:nvSpPr>
          <p:cNvPr id="3" name="Textfeld 6">
            <a:extLst>
              <a:ext uri="{FF2B5EF4-FFF2-40B4-BE49-F238E27FC236}">
                <a16:creationId xmlns:a16="http://schemas.microsoft.com/office/drawing/2014/main" id="{9F155096-C644-9131-8970-2CE6A2437618}"/>
              </a:ext>
            </a:extLst>
          </p:cNvPr>
          <p:cNvSpPr txBox="1"/>
          <p:nvPr/>
        </p:nvSpPr>
        <p:spPr>
          <a:xfrm>
            <a:off x="529158" y="1552642"/>
            <a:ext cx="4935719" cy="2923877"/>
          </a:xfrm>
          <a:prstGeom prst="rect">
            <a:avLst/>
          </a:prstGeom>
          <a:noFill/>
        </p:spPr>
        <p:txBody>
          <a:bodyPr wrap="square" lIns="0" tIns="0" rIns="0" bIns="0" rtlCol="0">
            <a:spAutoFit/>
          </a:bodyPr>
          <a:lstStyle/>
          <a:p>
            <a:pPr>
              <a:lnSpc>
                <a:spcPct val="95000"/>
              </a:lnSpc>
            </a:pPr>
            <a:r>
              <a:rPr lang="en-GB" sz="4000" b="1" noProof="0" dirty="0"/>
              <a:t>“Lorem ipsum </a:t>
            </a:r>
            <a:r>
              <a:rPr lang="en-GB" sz="4000" b="1" noProof="0" dirty="0" err="1"/>
              <a:t>justo</a:t>
            </a:r>
            <a:br>
              <a:rPr lang="en-GB" sz="4000" b="1" noProof="0" dirty="0"/>
            </a:br>
            <a:r>
              <a:rPr lang="en-GB" sz="4000" b="1" noProof="0" dirty="0" err="1"/>
              <a:t>dolor</a:t>
            </a:r>
            <a:r>
              <a:rPr lang="en-GB" sz="4000" b="1" noProof="0" dirty="0"/>
              <a:t> sit </a:t>
            </a:r>
            <a:r>
              <a:rPr lang="en-GB" sz="4000" b="1" noProof="0" dirty="0" err="1"/>
              <a:t>amet</a:t>
            </a:r>
            <a:r>
              <a:rPr lang="en-GB" sz="4000" b="1" noProof="0" dirty="0"/>
              <a:t>, et  </a:t>
            </a:r>
            <a:r>
              <a:rPr lang="en-GB" sz="4000" b="1" noProof="0" dirty="0" err="1"/>
              <a:t>consetetur</a:t>
            </a:r>
            <a:r>
              <a:rPr lang="en-GB" sz="4000" b="1" noProof="0" dirty="0"/>
              <a:t> </a:t>
            </a:r>
            <a:r>
              <a:rPr lang="en-GB" sz="4000" b="1" noProof="0" dirty="0" err="1"/>
              <a:t>justo</a:t>
            </a:r>
            <a:r>
              <a:rPr lang="en-GB" sz="4000" b="1" noProof="0" dirty="0"/>
              <a:t> sit </a:t>
            </a:r>
            <a:r>
              <a:rPr lang="en-GB" sz="4000" b="1" noProof="0" dirty="0" err="1"/>
              <a:t>sadipscing</a:t>
            </a:r>
            <a:r>
              <a:rPr lang="en-GB" sz="4000" b="1" noProof="0" dirty="0"/>
              <a:t> </a:t>
            </a:r>
            <a:r>
              <a:rPr lang="en-GB" sz="4000" b="1" noProof="0" dirty="0" err="1"/>
              <a:t>elitr</a:t>
            </a:r>
            <a:r>
              <a:rPr lang="en-GB" sz="4000" b="1" noProof="0" dirty="0"/>
              <a:t>, </a:t>
            </a:r>
            <a:r>
              <a:rPr lang="en-GB" sz="4000" b="1" noProof="0" dirty="0" err="1"/>
              <a:t>eos</a:t>
            </a:r>
            <a:br>
              <a:rPr lang="en-GB" sz="4000" b="1" noProof="0" dirty="0"/>
            </a:br>
            <a:r>
              <a:rPr lang="en-GB" sz="4000" b="1" noProof="0" dirty="0" err="1"/>
              <a:t>sed</a:t>
            </a:r>
            <a:r>
              <a:rPr lang="en-GB" sz="4000" b="1" noProof="0" dirty="0"/>
              <a:t> </a:t>
            </a:r>
            <a:r>
              <a:rPr lang="en-GB" sz="4000" b="1" noProof="0" dirty="0" err="1"/>
              <a:t>diam</a:t>
            </a:r>
            <a:r>
              <a:rPr lang="en-GB" sz="4000" b="1" noProof="0" dirty="0"/>
              <a:t> </a:t>
            </a:r>
            <a:r>
              <a:rPr lang="en-GB" sz="4000" b="1" noProof="0" dirty="0" err="1"/>
              <a:t>nonumy</a:t>
            </a:r>
            <a:r>
              <a:rPr lang="en-GB" sz="4000" b="1" noProof="0" dirty="0"/>
              <a:t>”</a:t>
            </a:r>
          </a:p>
        </p:txBody>
      </p:sp>
    </p:spTree>
    <p:extLst>
      <p:ext uri="{BB962C8B-B14F-4D97-AF65-F5344CB8AC3E}">
        <p14:creationId xmlns:p14="http://schemas.microsoft.com/office/powerpoint/2010/main" val="3297266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17D19-7220-5EC1-13E8-5E36B4FE21D8}"/>
            </a:ext>
          </a:extLst>
        </p:cNvPr>
        <p:cNvGrpSpPr/>
        <p:nvPr/>
      </p:nvGrpSpPr>
      <p:grpSpPr>
        <a:xfrm>
          <a:off x="0" y="0"/>
          <a:ext cx="0" cy="0"/>
          <a:chOff x="0" y="0"/>
          <a:chExt cx="0" cy="0"/>
        </a:xfrm>
      </p:grpSpPr>
      <p:sp>
        <p:nvSpPr>
          <p:cNvPr id="24" name="Titel 23">
            <a:extLst>
              <a:ext uri="{FF2B5EF4-FFF2-40B4-BE49-F238E27FC236}">
                <a16:creationId xmlns:a16="http://schemas.microsoft.com/office/drawing/2014/main" id="{CE83EFA9-F93A-4E2D-5EE7-536A14F94415}"/>
              </a:ext>
            </a:extLst>
          </p:cNvPr>
          <p:cNvSpPr>
            <a:spLocks noGrp="1"/>
          </p:cNvSpPr>
          <p:nvPr>
            <p:ph type="title"/>
          </p:nvPr>
        </p:nvSpPr>
        <p:spPr>
          <a:xfrm>
            <a:off x="514801" y="540000"/>
            <a:ext cx="3600000" cy="817200"/>
          </a:xfrm>
        </p:spPr>
        <p:txBody>
          <a:bodyPr/>
          <a:lstStyle/>
          <a:p>
            <a:pPr>
              <a:lnSpc>
                <a:spcPct val="95000"/>
              </a:lnSpc>
            </a:pPr>
            <a:r>
              <a:rPr lang="en-GB" noProof="0" dirty="0"/>
              <a:t>Lorem ipsum </a:t>
            </a:r>
            <a:r>
              <a:rPr lang="en-GB" noProof="0" dirty="0" err="1"/>
              <a:t>etu</a:t>
            </a:r>
            <a:r>
              <a:rPr lang="en-GB" noProof="0" dirty="0"/>
              <a:t>  </a:t>
            </a:r>
            <a:r>
              <a:rPr lang="en-GB" noProof="0" dirty="0" err="1"/>
              <a:t>dolor</a:t>
            </a:r>
            <a:r>
              <a:rPr lang="en-GB" noProof="0" dirty="0"/>
              <a:t> sit </a:t>
            </a:r>
            <a:r>
              <a:rPr lang="en-GB" noProof="0" dirty="0" err="1"/>
              <a:t>amet</a:t>
            </a:r>
            <a:r>
              <a:rPr lang="en-GB" noProof="0" dirty="0"/>
              <a:t>, </a:t>
            </a:r>
            <a:br>
              <a:rPr lang="en-GB" noProof="0" dirty="0"/>
            </a:br>
            <a:r>
              <a:rPr lang="en-GB" noProof="0" dirty="0" err="1"/>
              <a:t>sed</a:t>
            </a:r>
            <a:r>
              <a:rPr lang="en-GB" noProof="0" dirty="0"/>
              <a:t> </a:t>
            </a:r>
            <a:r>
              <a:rPr lang="en-GB" noProof="0" dirty="0" err="1"/>
              <a:t>diam</a:t>
            </a:r>
            <a:r>
              <a:rPr lang="en-GB" noProof="0" dirty="0"/>
              <a:t> </a:t>
            </a:r>
            <a:r>
              <a:rPr lang="en-GB" noProof="0" dirty="0" err="1"/>
              <a:t>nonumy</a:t>
            </a:r>
            <a:r>
              <a:rPr lang="en-GB" noProof="0" dirty="0"/>
              <a:t> </a:t>
            </a:r>
            <a:r>
              <a:rPr lang="en-GB" noProof="0" dirty="0" err="1"/>
              <a:t>invidunt</a:t>
            </a:r>
            <a:r>
              <a:rPr lang="en-GB" noProof="0" dirty="0"/>
              <a:t> </a:t>
            </a:r>
            <a:r>
              <a:rPr lang="en-GB" noProof="0" dirty="0" err="1"/>
              <a:t>ut</a:t>
            </a:r>
            <a:r>
              <a:rPr lang="en-GB" noProof="0" dirty="0"/>
              <a:t> labore</a:t>
            </a:r>
          </a:p>
        </p:txBody>
      </p:sp>
      <p:sp>
        <p:nvSpPr>
          <p:cNvPr id="7" name="Rechteck 6">
            <a:extLst>
              <a:ext uri="{FF2B5EF4-FFF2-40B4-BE49-F238E27FC236}">
                <a16:creationId xmlns:a16="http://schemas.microsoft.com/office/drawing/2014/main" id="{08865D8A-EB1D-D856-519B-4FEE7F3FA2FB}"/>
              </a:ext>
            </a:extLst>
          </p:cNvPr>
          <p:cNvSpPr/>
          <p:nvPr/>
        </p:nvSpPr>
        <p:spPr>
          <a:xfrm>
            <a:off x="4294186" y="620713"/>
            <a:ext cx="3600452" cy="175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oAutofit/>
          </a:bodyPr>
          <a:lstStyle/>
          <a:p>
            <a:pPr>
              <a:lnSpc>
                <a:spcPct val="110000"/>
              </a:lnSpc>
            </a:pPr>
            <a:r>
              <a:rPr lang="en-GB" sz="2000" b="1" noProof="0" dirty="0">
                <a:solidFill>
                  <a:schemeClr val="accent1"/>
                </a:solidFill>
              </a:rPr>
              <a:t>Lorem ipsum </a:t>
            </a:r>
            <a:r>
              <a:rPr lang="en-GB" sz="2000" b="1" noProof="0" dirty="0" err="1">
                <a:solidFill>
                  <a:schemeClr val="accent1"/>
                </a:solidFill>
              </a:rPr>
              <a:t>dolor</a:t>
            </a:r>
            <a:r>
              <a:rPr lang="en-GB" sz="2000" b="1" noProof="0" dirty="0">
                <a:solidFill>
                  <a:schemeClr val="accent1"/>
                </a:solidFill>
              </a:rPr>
              <a:t> sit</a:t>
            </a:r>
          </a:p>
          <a:p>
            <a:pPr>
              <a:lnSpc>
                <a:spcPct val="110000"/>
              </a:lnSpc>
            </a:pPr>
            <a:r>
              <a:rPr lang="en-GB" sz="3600" b="1" noProof="0" dirty="0">
                <a:solidFill>
                  <a:schemeClr val="accent1"/>
                </a:solidFill>
              </a:rPr>
              <a:t>€1.234 m</a:t>
            </a:r>
          </a:p>
          <a:p>
            <a:pPr>
              <a:lnSpc>
                <a:spcPct val="110000"/>
              </a:lnSpc>
            </a:pPr>
            <a:r>
              <a:rPr lang="en-GB" sz="2000" b="1" noProof="0" dirty="0">
                <a:solidFill>
                  <a:schemeClr val="tx1"/>
                </a:solidFill>
              </a:rPr>
              <a:t>+5 %</a:t>
            </a:r>
          </a:p>
        </p:txBody>
      </p:sp>
      <p:sp>
        <p:nvSpPr>
          <p:cNvPr id="12" name="Rechteck 11">
            <a:extLst>
              <a:ext uri="{FF2B5EF4-FFF2-40B4-BE49-F238E27FC236}">
                <a16:creationId xmlns:a16="http://schemas.microsoft.com/office/drawing/2014/main" id="{97CF8E61-6AFF-8D46-1B2D-1FFD107B8C00}"/>
              </a:ext>
            </a:extLst>
          </p:cNvPr>
          <p:cNvSpPr/>
          <p:nvPr/>
        </p:nvSpPr>
        <p:spPr>
          <a:xfrm>
            <a:off x="4294186" y="2532345"/>
            <a:ext cx="3600452" cy="175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oAutofit/>
          </a:bodyPr>
          <a:lstStyle/>
          <a:p>
            <a:pPr>
              <a:lnSpc>
                <a:spcPct val="110000"/>
              </a:lnSpc>
            </a:pPr>
            <a:r>
              <a:rPr lang="en-GB" sz="2000" b="1" noProof="0" dirty="0">
                <a:solidFill>
                  <a:schemeClr val="accent1"/>
                </a:solidFill>
              </a:rPr>
              <a:t>Lorem ipsum </a:t>
            </a:r>
            <a:r>
              <a:rPr lang="en-GB" sz="2000" b="1" noProof="0" dirty="0" err="1">
                <a:solidFill>
                  <a:schemeClr val="accent1"/>
                </a:solidFill>
              </a:rPr>
              <a:t>dolor</a:t>
            </a:r>
            <a:r>
              <a:rPr lang="en-GB" sz="2000" b="1" noProof="0" dirty="0">
                <a:solidFill>
                  <a:schemeClr val="accent1"/>
                </a:solidFill>
              </a:rPr>
              <a:t> sit</a:t>
            </a:r>
          </a:p>
          <a:p>
            <a:pPr>
              <a:lnSpc>
                <a:spcPct val="110000"/>
              </a:lnSpc>
            </a:pPr>
            <a:r>
              <a:rPr lang="en-GB" sz="3600" b="1" noProof="0" dirty="0">
                <a:solidFill>
                  <a:schemeClr val="accent1"/>
                </a:solidFill>
              </a:rPr>
              <a:t>€123 m</a:t>
            </a:r>
          </a:p>
          <a:p>
            <a:pPr>
              <a:lnSpc>
                <a:spcPct val="110000"/>
              </a:lnSpc>
            </a:pPr>
            <a:r>
              <a:rPr lang="en-GB" sz="2000" b="1" noProof="0" dirty="0">
                <a:solidFill>
                  <a:schemeClr val="tx1"/>
                </a:solidFill>
              </a:rPr>
              <a:t>+5 %</a:t>
            </a:r>
          </a:p>
        </p:txBody>
      </p:sp>
      <p:sp>
        <p:nvSpPr>
          <p:cNvPr id="17" name="Rechteck 16">
            <a:extLst>
              <a:ext uri="{FF2B5EF4-FFF2-40B4-BE49-F238E27FC236}">
                <a16:creationId xmlns:a16="http://schemas.microsoft.com/office/drawing/2014/main" id="{AF65C2A7-3DAB-4C0F-FC72-62BFE33E10ED}"/>
              </a:ext>
            </a:extLst>
          </p:cNvPr>
          <p:cNvSpPr/>
          <p:nvPr/>
        </p:nvSpPr>
        <p:spPr>
          <a:xfrm>
            <a:off x="4294186" y="4443976"/>
            <a:ext cx="3600452" cy="175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oAutofit/>
          </a:bodyPr>
          <a:lstStyle/>
          <a:p>
            <a:pPr>
              <a:lnSpc>
                <a:spcPct val="110000"/>
              </a:lnSpc>
            </a:pPr>
            <a:r>
              <a:rPr lang="en-GB" sz="2000" b="1" noProof="0" dirty="0">
                <a:solidFill>
                  <a:schemeClr val="accent1"/>
                </a:solidFill>
              </a:rPr>
              <a:t>Lorem ipsum </a:t>
            </a:r>
            <a:r>
              <a:rPr lang="en-GB" sz="2000" b="1" noProof="0" dirty="0" err="1">
                <a:solidFill>
                  <a:schemeClr val="accent1"/>
                </a:solidFill>
              </a:rPr>
              <a:t>dolor</a:t>
            </a:r>
            <a:r>
              <a:rPr lang="en-GB" sz="2000" b="1" noProof="0" dirty="0">
                <a:solidFill>
                  <a:schemeClr val="accent1"/>
                </a:solidFill>
              </a:rPr>
              <a:t> sit</a:t>
            </a:r>
          </a:p>
          <a:p>
            <a:pPr>
              <a:lnSpc>
                <a:spcPct val="110000"/>
              </a:lnSpc>
            </a:pPr>
            <a:r>
              <a:rPr lang="en-GB" sz="3600" b="1" noProof="0" dirty="0">
                <a:solidFill>
                  <a:schemeClr val="accent1"/>
                </a:solidFill>
              </a:rPr>
              <a:t>€1.234 m</a:t>
            </a:r>
          </a:p>
          <a:p>
            <a:pPr>
              <a:lnSpc>
                <a:spcPct val="110000"/>
              </a:lnSpc>
            </a:pPr>
            <a:r>
              <a:rPr lang="en-GB" sz="2000" b="1" noProof="0" dirty="0">
                <a:solidFill>
                  <a:schemeClr val="tx1"/>
                </a:solidFill>
              </a:rPr>
              <a:t>-5 %</a:t>
            </a:r>
          </a:p>
        </p:txBody>
      </p:sp>
      <p:sp>
        <p:nvSpPr>
          <p:cNvPr id="18" name="Rechteck 17">
            <a:extLst>
              <a:ext uri="{FF2B5EF4-FFF2-40B4-BE49-F238E27FC236}">
                <a16:creationId xmlns:a16="http://schemas.microsoft.com/office/drawing/2014/main" id="{449E14D4-3776-F49D-501A-29252A756A05}"/>
              </a:ext>
            </a:extLst>
          </p:cNvPr>
          <p:cNvSpPr/>
          <p:nvPr/>
        </p:nvSpPr>
        <p:spPr>
          <a:xfrm>
            <a:off x="8074024" y="620713"/>
            <a:ext cx="3600452" cy="175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oAutofit/>
          </a:bodyPr>
          <a:lstStyle/>
          <a:p>
            <a:pPr>
              <a:lnSpc>
                <a:spcPct val="110000"/>
              </a:lnSpc>
            </a:pPr>
            <a:r>
              <a:rPr lang="en-GB" sz="2000" b="1" noProof="0" dirty="0">
                <a:solidFill>
                  <a:schemeClr val="accent1"/>
                </a:solidFill>
              </a:rPr>
              <a:t>Lorem ipsum </a:t>
            </a:r>
            <a:r>
              <a:rPr lang="en-GB" sz="2000" b="1" noProof="0" dirty="0" err="1">
                <a:solidFill>
                  <a:schemeClr val="accent1"/>
                </a:solidFill>
              </a:rPr>
              <a:t>dolor</a:t>
            </a:r>
            <a:r>
              <a:rPr lang="en-GB" sz="2000" b="1" noProof="0" dirty="0">
                <a:solidFill>
                  <a:schemeClr val="accent1"/>
                </a:solidFill>
              </a:rPr>
              <a:t> sit</a:t>
            </a:r>
          </a:p>
          <a:p>
            <a:pPr>
              <a:lnSpc>
                <a:spcPct val="110000"/>
              </a:lnSpc>
            </a:pPr>
            <a:r>
              <a:rPr lang="en-GB" sz="3600" b="1" noProof="0" dirty="0">
                <a:solidFill>
                  <a:schemeClr val="accent1"/>
                </a:solidFill>
              </a:rPr>
              <a:t>€1.234 m</a:t>
            </a:r>
          </a:p>
          <a:p>
            <a:pPr>
              <a:lnSpc>
                <a:spcPct val="110000"/>
              </a:lnSpc>
            </a:pPr>
            <a:r>
              <a:rPr lang="en-GB" sz="2000" b="1" noProof="0" dirty="0">
                <a:solidFill>
                  <a:schemeClr val="tx1"/>
                </a:solidFill>
              </a:rPr>
              <a:t>+5 %</a:t>
            </a:r>
          </a:p>
        </p:txBody>
      </p:sp>
      <p:sp>
        <p:nvSpPr>
          <p:cNvPr id="19" name="Rechteck 18">
            <a:extLst>
              <a:ext uri="{FF2B5EF4-FFF2-40B4-BE49-F238E27FC236}">
                <a16:creationId xmlns:a16="http://schemas.microsoft.com/office/drawing/2014/main" id="{463A1FD3-C07E-AE39-A78A-6F5430FF3E1E}"/>
              </a:ext>
            </a:extLst>
          </p:cNvPr>
          <p:cNvSpPr/>
          <p:nvPr/>
        </p:nvSpPr>
        <p:spPr>
          <a:xfrm>
            <a:off x="8074024" y="2532345"/>
            <a:ext cx="3600452" cy="175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oAutofit/>
          </a:bodyPr>
          <a:lstStyle/>
          <a:p>
            <a:pPr>
              <a:lnSpc>
                <a:spcPct val="110000"/>
              </a:lnSpc>
            </a:pPr>
            <a:r>
              <a:rPr lang="en-GB" sz="2000" b="1" noProof="0" dirty="0">
                <a:solidFill>
                  <a:schemeClr val="accent1"/>
                </a:solidFill>
              </a:rPr>
              <a:t>Lorem ipsum </a:t>
            </a:r>
            <a:r>
              <a:rPr lang="en-GB" sz="2000" b="1" noProof="0" dirty="0" err="1">
                <a:solidFill>
                  <a:schemeClr val="accent1"/>
                </a:solidFill>
              </a:rPr>
              <a:t>dolor</a:t>
            </a:r>
            <a:r>
              <a:rPr lang="en-GB" sz="2000" b="1" noProof="0" dirty="0">
                <a:solidFill>
                  <a:schemeClr val="accent1"/>
                </a:solidFill>
              </a:rPr>
              <a:t> sit</a:t>
            </a:r>
          </a:p>
          <a:p>
            <a:pPr>
              <a:lnSpc>
                <a:spcPct val="110000"/>
              </a:lnSpc>
            </a:pPr>
            <a:r>
              <a:rPr lang="en-GB" sz="3600" b="1" noProof="0" dirty="0">
                <a:solidFill>
                  <a:schemeClr val="accent1"/>
                </a:solidFill>
              </a:rPr>
              <a:t>€123 m</a:t>
            </a:r>
          </a:p>
          <a:p>
            <a:pPr>
              <a:lnSpc>
                <a:spcPct val="110000"/>
              </a:lnSpc>
            </a:pPr>
            <a:r>
              <a:rPr lang="en-GB" sz="2000" b="1" noProof="0" dirty="0">
                <a:solidFill>
                  <a:schemeClr val="tx1"/>
                </a:solidFill>
              </a:rPr>
              <a:t>+5 %</a:t>
            </a:r>
          </a:p>
        </p:txBody>
      </p:sp>
      <p:sp>
        <p:nvSpPr>
          <p:cNvPr id="20" name="Rechteck 19">
            <a:extLst>
              <a:ext uri="{FF2B5EF4-FFF2-40B4-BE49-F238E27FC236}">
                <a16:creationId xmlns:a16="http://schemas.microsoft.com/office/drawing/2014/main" id="{B330F89B-8634-C7EE-C26C-66416CEE3E1C}"/>
              </a:ext>
            </a:extLst>
          </p:cNvPr>
          <p:cNvSpPr/>
          <p:nvPr/>
        </p:nvSpPr>
        <p:spPr>
          <a:xfrm>
            <a:off x="8074024" y="4443976"/>
            <a:ext cx="3600452" cy="17568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ctr">
            <a:noAutofit/>
          </a:bodyPr>
          <a:lstStyle/>
          <a:p>
            <a:pPr>
              <a:lnSpc>
                <a:spcPct val="110000"/>
              </a:lnSpc>
            </a:pPr>
            <a:r>
              <a:rPr lang="en-GB" sz="2000" b="1" noProof="0" dirty="0">
                <a:solidFill>
                  <a:schemeClr val="accent1"/>
                </a:solidFill>
              </a:rPr>
              <a:t>Lorem ipsum </a:t>
            </a:r>
            <a:r>
              <a:rPr lang="en-GB" sz="2000" b="1" noProof="0" dirty="0" err="1">
                <a:solidFill>
                  <a:schemeClr val="accent1"/>
                </a:solidFill>
              </a:rPr>
              <a:t>dolor</a:t>
            </a:r>
            <a:r>
              <a:rPr lang="en-GB" sz="2000" b="1" noProof="0" dirty="0">
                <a:solidFill>
                  <a:schemeClr val="accent1"/>
                </a:solidFill>
              </a:rPr>
              <a:t> sit</a:t>
            </a:r>
          </a:p>
          <a:p>
            <a:pPr>
              <a:lnSpc>
                <a:spcPct val="110000"/>
              </a:lnSpc>
            </a:pPr>
            <a:r>
              <a:rPr lang="en-GB" sz="3600" b="1" noProof="0" dirty="0">
                <a:solidFill>
                  <a:schemeClr val="accent1"/>
                </a:solidFill>
              </a:rPr>
              <a:t>€1.234 m</a:t>
            </a:r>
          </a:p>
          <a:p>
            <a:pPr>
              <a:lnSpc>
                <a:spcPct val="110000"/>
              </a:lnSpc>
            </a:pPr>
            <a:r>
              <a:rPr lang="en-GB" sz="2000" b="1" noProof="0" dirty="0">
                <a:solidFill>
                  <a:schemeClr val="tx1"/>
                </a:solidFill>
              </a:rPr>
              <a:t>-5 %</a:t>
            </a:r>
          </a:p>
        </p:txBody>
      </p:sp>
      <p:sp>
        <p:nvSpPr>
          <p:cNvPr id="21" name="Gleichschenkliges Dreieck 16">
            <a:extLst>
              <a:ext uri="{FF2B5EF4-FFF2-40B4-BE49-F238E27FC236}">
                <a16:creationId xmlns:a16="http://schemas.microsoft.com/office/drawing/2014/main" id="{9AB6A419-08E8-25ED-881D-4F9B7075864F}"/>
              </a:ext>
            </a:extLst>
          </p:cNvPr>
          <p:cNvSpPr/>
          <p:nvPr/>
        </p:nvSpPr>
        <p:spPr>
          <a:xfrm>
            <a:off x="7267073" y="1799655"/>
            <a:ext cx="447257" cy="397858"/>
          </a:xfrm>
          <a:prstGeom prst="triangle">
            <a:avLst>
              <a:gd name="adj" fmla="val 50000"/>
            </a:avLst>
          </a:prstGeom>
          <a:solidFill>
            <a:srgbClr val="65AC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Gleichschenkliges Dreieck 16">
            <a:extLst>
              <a:ext uri="{FF2B5EF4-FFF2-40B4-BE49-F238E27FC236}">
                <a16:creationId xmlns:a16="http://schemas.microsoft.com/office/drawing/2014/main" id="{3ED588E2-BC09-533B-4BB3-8CE901A72645}"/>
              </a:ext>
            </a:extLst>
          </p:cNvPr>
          <p:cNvSpPr/>
          <p:nvPr/>
        </p:nvSpPr>
        <p:spPr>
          <a:xfrm>
            <a:off x="11044988" y="1799655"/>
            <a:ext cx="447257" cy="397858"/>
          </a:xfrm>
          <a:prstGeom prst="triangle">
            <a:avLst>
              <a:gd name="adj" fmla="val 50000"/>
            </a:avLst>
          </a:prstGeom>
          <a:solidFill>
            <a:srgbClr val="65AC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Gleichschenkliges Dreieck 16">
            <a:extLst>
              <a:ext uri="{FF2B5EF4-FFF2-40B4-BE49-F238E27FC236}">
                <a16:creationId xmlns:a16="http://schemas.microsoft.com/office/drawing/2014/main" id="{229C11A8-A118-622C-115C-6817D9077860}"/>
              </a:ext>
            </a:extLst>
          </p:cNvPr>
          <p:cNvSpPr/>
          <p:nvPr/>
        </p:nvSpPr>
        <p:spPr>
          <a:xfrm>
            <a:off x="7267073" y="3712676"/>
            <a:ext cx="447257" cy="397858"/>
          </a:xfrm>
          <a:prstGeom prst="triangle">
            <a:avLst>
              <a:gd name="adj" fmla="val 50000"/>
            </a:avLst>
          </a:prstGeom>
          <a:solidFill>
            <a:srgbClr val="65AC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Gleichschenkliges Dreieck 16">
            <a:extLst>
              <a:ext uri="{FF2B5EF4-FFF2-40B4-BE49-F238E27FC236}">
                <a16:creationId xmlns:a16="http://schemas.microsoft.com/office/drawing/2014/main" id="{90710E9E-9F63-601C-B113-C46041AC482B}"/>
              </a:ext>
            </a:extLst>
          </p:cNvPr>
          <p:cNvSpPr/>
          <p:nvPr/>
        </p:nvSpPr>
        <p:spPr>
          <a:xfrm>
            <a:off x="11044988" y="3712676"/>
            <a:ext cx="447257" cy="397858"/>
          </a:xfrm>
          <a:prstGeom prst="triangle">
            <a:avLst>
              <a:gd name="adj" fmla="val 50000"/>
            </a:avLst>
          </a:prstGeom>
          <a:solidFill>
            <a:srgbClr val="65AC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Gleichschenkliges Dreieck 16">
            <a:extLst>
              <a:ext uri="{FF2B5EF4-FFF2-40B4-BE49-F238E27FC236}">
                <a16:creationId xmlns:a16="http://schemas.microsoft.com/office/drawing/2014/main" id="{A05B02B8-26FC-EE31-DD42-5FDE0FC0AB9B}"/>
              </a:ext>
            </a:extLst>
          </p:cNvPr>
          <p:cNvSpPr/>
          <p:nvPr/>
        </p:nvSpPr>
        <p:spPr>
          <a:xfrm rot="10800000">
            <a:off x="7267073" y="5646984"/>
            <a:ext cx="447257" cy="397858"/>
          </a:xfrm>
          <a:prstGeom prst="triangle">
            <a:avLst>
              <a:gd name="adj" fmla="val 50000"/>
            </a:avLst>
          </a:prstGeom>
          <a:solidFill>
            <a:srgbClr val="C50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Gleichschenkliges Dreieck 16">
            <a:extLst>
              <a:ext uri="{FF2B5EF4-FFF2-40B4-BE49-F238E27FC236}">
                <a16:creationId xmlns:a16="http://schemas.microsoft.com/office/drawing/2014/main" id="{C29107B4-5D9D-905F-8C06-2613F5117511}"/>
              </a:ext>
            </a:extLst>
          </p:cNvPr>
          <p:cNvSpPr/>
          <p:nvPr/>
        </p:nvSpPr>
        <p:spPr>
          <a:xfrm rot="10800000">
            <a:off x="11044988" y="5646984"/>
            <a:ext cx="447257" cy="397858"/>
          </a:xfrm>
          <a:prstGeom prst="triangle">
            <a:avLst>
              <a:gd name="adj" fmla="val 50000"/>
            </a:avLst>
          </a:prstGeom>
          <a:solidFill>
            <a:srgbClr val="C50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Foliennummernplatzhalter 7">
            <a:extLst>
              <a:ext uri="{FF2B5EF4-FFF2-40B4-BE49-F238E27FC236}">
                <a16:creationId xmlns:a16="http://schemas.microsoft.com/office/drawing/2014/main" id="{3CCAFD10-E350-6BAF-7DAD-9F0CB9A28C2F}"/>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34</a:t>
            </a:fld>
            <a:endParaRPr lang="de-DE"/>
          </a:p>
        </p:txBody>
      </p:sp>
    </p:spTree>
    <p:extLst>
      <p:ext uri="{BB962C8B-B14F-4D97-AF65-F5344CB8AC3E}">
        <p14:creationId xmlns:p14="http://schemas.microsoft.com/office/powerpoint/2010/main" val="3164994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79FED6-32C0-0036-06FF-979D96F1A9E4}"/>
            </a:ext>
          </a:extLst>
        </p:cNvPr>
        <p:cNvGrpSpPr/>
        <p:nvPr/>
      </p:nvGrpSpPr>
      <p:grpSpPr>
        <a:xfrm>
          <a:off x="0" y="0"/>
          <a:ext cx="0" cy="0"/>
          <a:chOff x="0" y="0"/>
          <a:chExt cx="0" cy="0"/>
        </a:xfrm>
      </p:grpSpPr>
      <p:sp>
        <p:nvSpPr>
          <p:cNvPr id="9" name="Titel 8">
            <a:extLst>
              <a:ext uri="{FF2B5EF4-FFF2-40B4-BE49-F238E27FC236}">
                <a16:creationId xmlns:a16="http://schemas.microsoft.com/office/drawing/2014/main" id="{641F391C-0F37-6FD6-E7DA-39DCFB10D18D}"/>
              </a:ext>
            </a:extLst>
          </p:cNvPr>
          <p:cNvSpPr>
            <a:spLocks noGrp="1"/>
          </p:cNvSpPr>
          <p:nvPr>
            <p:ph type="title"/>
          </p:nvPr>
        </p:nvSpPr>
        <p:spPr>
          <a:xfrm>
            <a:off x="514800" y="540000"/>
            <a:ext cx="3598411" cy="817200"/>
          </a:xfrm>
        </p:spPr>
        <p:txBody>
          <a:bodyPr/>
          <a:lstStyle/>
          <a:p>
            <a:r>
              <a:rPr lang="en-GB" noProof="0" dirty="0"/>
              <a:t>Lorem ipsum </a:t>
            </a:r>
            <a:r>
              <a:rPr lang="en-GB" noProof="0" dirty="0" err="1"/>
              <a:t>etu</a:t>
            </a:r>
            <a:r>
              <a:rPr lang="en-GB" noProof="0" dirty="0"/>
              <a:t>  </a:t>
            </a:r>
            <a:br>
              <a:rPr lang="en-GB" noProof="0" dirty="0"/>
            </a:br>
            <a:r>
              <a:rPr lang="en-GB" noProof="0" dirty="0" err="1"/>
              <a:t>dolor</a:t>
            </a:r>
            <a:r>
              <a:rPr lang="en-GB" noProof="0" dirty="0"/>
              <a:t> sit </a:t>
            </a:r>
            <a:r>
              <a:rPr lang="en-GB" noProof="0" dirty="0" err="1"/>
              <a:t>amet</a:t>
            </a:r>
            <a:r>
              <a:rPr lang="en-GB" noProof="0" dirty="0"/>
              <a:t>, </a:t>
            </a:r>
            <a:br>
              <a:rPr lang="en-GB" noProof="0" dirty="0"/>
            </a:br>
            <a:r>
              <a:rPr lang="en-GB" noProof="0" dirty="0" err="1"/>
              <a:t>sed</a:t>
            </a:r>
            <a:r>
              <a:rPr lang="en-GB" noProof="0" dirty="0"/>
              <a:t> </a:t>
            </a:r>
            <a:r>
              <a:rPr lang="en-GB" noProof="0" dirty="0" err="1"/>
              <a:t>diam</a:t>
            </a:r>
            <a:r>
              <a:rPr lang="en-GB" noProof="0" dirty="0"/>
              <a:t> </a:t>
            </a:r>
            <a:r>
              <a:rPr lang="en-GB" noProof="0" dirty="0" err="1"/>
              <a:t>nonumy</a:t>
            </a:r>
            <a:r>
              <a:rPr lang="en-GB" noProof="0" dirty="0"/>
              <a:t> </a:t>
            </a:r>
            <a:br>
              <a:rPr lang="en-GB" noProof="0" dirty="0"/>
            </a:br>
            <a:r>
              <a:rPr lang="en-GB" noProof="0" dirty="0" err="1"/>
              <a:t>invidunt</a:t>
            </a:r>
            <a:r>
              <a:rPr lang="en-GB" noProof="0" dirty="0"/>
              <a:t> </a:t>
            </a:r>
            <a:r>
              <a:rPr lang="en-GB" noProof="0" dirty="0" err="1"/>
              <a:t>ut</a:t>
            </a:r>
            <a:r>
              <a:rPr lang="en-GB" noProof="0" dirty="0"/>
              <a:t> labore</a:t>
            </a:r>
          </a:p>
        </p:txBody>
      </p:sp>
      <p:sp>
        <p:nvSpPr>
          <p:cNvPr id="2" name="Rechteck 1">
            <a:extLst>
              <a:ext uri="{FF2B5EF4-FFF2-40B4-BE49-F238E27FC236}">
                <a16:creationId xmlns:a16="http://schemas.microsoft.com/office/drawing/2014/main" id="{85371670-E2EA-B909-D29A-02487F0639F4}"/>
              </a:ext>
            </a:extLst>
          </p:cNvPr>
          <p:cNvSpPr/>
          <p:nvPr/>
        </p:nvSpPr>
        <p:spPr>
          <a:xfrm>
            <a:off x="4294186" y="620713"/>
            <a:ext cx="3600452" cy="1756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144000" rIns="144000" bIns="144000" rtlCol="0" anchor="ctr">
            <a:noAutofit/>
          </a:bodyPr>
          <a:lstStyle/>
          <a:p>
            <a:pPr>
              <a:lnSpc>
                <a:spcPct val="110000"/>
              </a:lnSpc>
              <a:spcBef>
                <a:spcPts val="2400"/>
              </a:spcBef>
            </a:pPr>
            <a:r>
              <a:rPr lang="en-GB" sz="2000" b="1" noProof="0" dirty="0">
                <a:solidFill>
                  <a:schemeClr val="tx1"/>
                </a:solidFill>
              </a:rPr>
              <a:t>Lorem ipsum </a:t>
            </a:r>
            <a:r>
              <a:rPr lang="en-GB" sz="2000" b="1" noProof="0" dirty="0" err="1">
                <a:solidFill>
                  <a:schemeClr val="tx1"/>
                </a:solidFill>
              </a:rPr>
              <a:t>dolor</a:t>
            </a:r>
            <a:r>
              <a:rPr lang="en-GB" sz="2000" b="1" noProof="0" dirty="0">
                <a:solidFill>
                  <a:schemeClr val="tx1"/>
                </a:solidFill>
              </a:rPr>
              <a:t> sit</a:t>
            </a:r>
          </a:p>
          <a:p>
            <a:pPr>
              <a:lnSpc>
                <a:spcPct val="110000"/>
              </a:lnSpc>
              <a:spcBef>
                <a:spcPts val="2400"/>
              </a:spcBef>
            </a:pPr>
            <a:r>
              <a:rPr lang="en-GB" sz="3600" b="1" noProof="0" dirty="0">
                <a:solidFill>
                  <a:schemeClr val="tx1"/>
                </a:solidFill>
              </a:rPr>
              <a:t>€1.234 m</a:t>
            </a:r>
          </a:p>
        </p:txBody>
      </p:sp>
      <p:cxnSp>
        <p:nvCxnSpPr>
          <p:cNvPr id="3" name="Gerader Verbinder 2">
            <a:extLst>
              <a:ext uri="{FF2B5EF4-FFF2-40B4-BE49-F238E27FC236}">
                <a16:creationId xmlns:a16="http://schemas.microsoft.com/office/drawing/2014/main" id="{97BF6603-41B0-A086-3397-A2A7F5F308D5}"/>
              </a:ext>
            </a:extLst>
          </p:cNvPr>
          <p:cNvCxnSpPr>
            <a:cxnSpLocks/>
          </p:cNvCxnSpPr>
          <p:nvPr/>
        </p:nvCxnSpPr>
        <p:spPr>
          <a:xfrm>
            <a:off x="4295774" y="1410585"/>
            <a:ext cx="5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Rechteck 3">
            <a:extLst>
              <a:ext uri="{FF2B5EF4-FFF2-40B4-BE49-F238E27FC236}">
                <a16:creationId xmlns:a16="http://schemas.microsoft.com/office/drawing/2014/main" id="{0AE1DA98-2022-41E8-EA2A-368460FA95DB}"/>
              </a:ext>
            </a:extLst>
          </p:cNvPr>
          <p:cNvSpPr/>
          <p:nvPr/>
        </p:nvSpPr>
        <p:spPr>
          <a:xfrm>
            <a:off x="6911838" y="1393807"/>
            <a:ext cx="982800" cy="983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noProof="0" dirty="0">
                <a:solidFill>
                  <a:schemeClr val="accent1"/>
                </a:solidFill>
              </a:rPr>
              <a:t>+5%</a:t>
            </a:r>
          </a:p>
        </p:txBody>
      </p:sp>
      <p:sp>
        <p:nvSpPr>
          <p:cNvPr id="5" name="Rechteck 4">
            <a:extLst>
              <a:ext uri="{FF2B5EF4-FFF2-40B4-BE49-F238E27FC236}">
                <a16:creationId xmlns:a16="http://schemas.microsoft.com/office/drawing/2014/main" id="{0EB73F0A-A8AF-21A2-92D6-23BE32F5BAB5}"/>
              </a:ext>
            </a:extLst>
          </p:cNvPr>
          <p:cNvSpPr/>
          <p:nvPr/>
        </p:nvSpPr>
        <p:spPr>
          <a:xfrm>
            <a:off x="4294186" y="2532344"/>
            <a:ext cx="3600452" cy="1756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144000" rIns="144000" bIns="144000" rtlCol="0" anchor="ctr">
            <a:noAutofit/>
          </a:bodyPr>
          <a:lstStyle/>
          <a:p>
            <a:pPr>
              <a:lnSpc>
                <a:spcPct val="110000"/>
              </a:lnSpc>
              <a:spcBef>
                <a:spcPts val="2400"/>
              </a:spcBef>
            </a:pPr>
            <a:r>
              <a:rPr lang="en-GB" sz="2000" b="1" noProof="0" dirty="0">
                <a:solidFill>
                  <a:schemeClr val="tx1"/>
                </a:solidFill>
              </a:rPr>
              <a:t>Lorem ipsum </a:t>
            </a:r>
            <a:r>
              <a:rPr lang="en-GB" sz="2000" b="1" noProof="0" dirty="0" err="1">
                <a:solidFill>
                  <a:schemeClr val="tx1"/>
                </a:solidFill>
              </a:rPr>
              <a:t>dolor</a:t>
            </a:r>
            <a:r>
              <a:rPr lang="en-GB" sz="2000" b="1" noProof="0" dirty="0">
                <a:solidFill>
                  <a:schemeClr val="tx1"/>
                </a:solidFill>
              </a:rPr>
              <a:t> sit</a:t>
            </a:r>
          </a:p>
          <a:p>
            <a:pPr>
              <a:lnSpc>
                <a:spcPct val="110000"/>
              </a:lnSpc>
              <a:spcBef>
                <a:spcPts val="2400"/>
              </a:spcBef>
            </a:pPr>
            <a:r>
              <a:rPr lang="en-GB" sz="3600" b="1" noProof="0" dirty="0">
                <a:solidFill>
                  <a:schemeClr val="tx1"/>
                </a:solidFill>
              </a:rPr>
              <a:t>€123 m</a:t>
            </a:r>
          </a:p>
        </p:txBody>
      </p:sp>
      <p:cxnSp>
        <p:nvCxnSpPr>
          <p:cNvPr id="6" name="Gerader Verbinder 5">
            <a:extLst>
              <a:ext uri="{FF2B5EF4-FFF2-40B4-BE49-F238E27FC236}">
                <a16:creationId xmlns:a16="http://schemas.microsoft.com/office/drawing/2014/main" id="{27EB9316-06B9-638F-260D-05147FA12408}"/>
              </a:ext>
            </a:extLst>
          </p:cNvPr>
          <p:cNvCxnSpPr>
            <a:cxnSpLocks/>
          </p:cNvCxnSpPr>
          <p:nvPr/>
        </p:nvCxnSpPr>
        <p:spPr>
          <a:xfrm>
            <a:off x="4295774" y="3322216"/>
            <a:ext cx="5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Rechteck 6">
            <a:extLst>
              <a:ext uri="{FF2B5EF4-FFF2-40B4-BE49-F238E27FC236}">
                <a16:creationId xmlns:a16="http://schemas.microsoft.com/office/drawing/2014/main" id="{B3CEF566-E2C2-F608-E9DF-599E01E0D24B}"/>
              </a:ext>
            </a:extLst>
          </p:cNvPr>
          <p:cNvSpPr/>
          <p:nvPr/>
        </p:nvSpPr>
        <p:spPr>
          <a:xfrm>
            <a:off x="6911838" y="3305438"/>
            <a:ext cx="982800" cy="983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noProof="0" dirty="0">
                <a:solidFill>
                  <a:schemeClr val="accent1"/>
                </a:solidFill>
              </a:rPr>
              <a:t>+5%</a:t>
            </a:r>
          </a:p>
        </p:txBody>
      </p:sp>
      <p:sp>
        <p:nvSpPr>
          <p:cNvPr id="8" name="Rechteck 7">
            <a:extLst>
              <a:ext uri="{FF2B5EF4-FFF2-40B4-BE49-F238E27FC236}">
                <a16:creationId xmlns:a16="http://schemas.microsoft.com/office/drawing/2014/main" id="{DFC9AC68-DEF2-81A8-73E2-C189CA2CBCB6}"/>
              </a:ext>
            </a:extLst>
          </p:cNvPr>
          <p:cNvSpPr/>
          <p:nvPr/>
        </p:nvSpPr>
        <p:spPr>
          <a:xfrm>
            <a:off x="4294186" y="4443975"/>
            <a:ext cx="3600452" cy="1756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144000" rIns="144000" bIns="144000" rtlCol="0" anchor="ctr">
            <a:noAutofit/>
          </a:bodyPr>
          <a:lstStyle/>
          <a:p>
            <a:pPr>
              <a:lnSpc>
                <a:spcPct val="110000"/>
              </a:lnSpc>
              <a:spcBef>
                <a:spcPts val="2400"/>
              </a:spcBef>
            </a:pPr>
            <a:r>
              <a:rPr lang="en-GB" sz="2000" b="1" noProof="0" dirty="0">
                <a:solidFill>
                  <a:schemeClr val="tx1"/>
                </a:solidFill>
              </a:rPr>
              <a:t>Lorem ipsum </a:t>
            </a:r>
            <a:r>
              <a:rPr lang="en-GB" sz="2000" b="1" noProof="0" dirty="0" err="1">
                <a:solidFill>
                  <a:schemeClr val="tx1"/>
                </a:solidFill>
              </a:rPr>
              <a:t>dolor</a:t>
            </a:r>
            <a:r>
              <a:rPr lang="en-GB" sz="2000" b="1" noProof="0" dirty="0">
                <a:solidFill>
                  <a:schemeClr val="tx1"/>
                </a:solidFill>
              </a:rPr>
              <a:t> sit</a:t>
            </a:r>
          </a:p>
          <a:p>
            <a:pPr>
              <a:lnSpc>
                <a:spcPct val="110000"/>
              </a:lnSpc>
              <a:spcBef>
                <a:spcPts val="2400"/>
              </a:spcBef>
            </a:pPr>
            <a:r>
              <a:rPr lang="en-GB" sz="3600" b="1" noProof="0" dirty="0">
                <a:solidFill>
                  <a:schemeClr val="tx1"/>
                </a:solidFill>
              </a:rPr>
              <a:t>€1.234 m</a:t>
            </a:r>
          </a:p>
        </p:txBody>
      </p:sp>
      <p:cxnSp>
        <p:nvCxnSpPr>
          <p:cNvPr id="10" name="Gerader Verbinder 9">
            <a:extLst>
              <a:ext uri="{FF2B5EF4-FFF2-40B4-BE49-F238E27FC236}">
                <a16:creationId xmlns:a16="http://schemas.microsoft.com/office/drawing/2014/main" id="{8634BB1A-B760-082E-3609-C827661D4B89}"/>
              </a:ext>
            </a:extLst>
          </p:cNvPr>
          <p:cNvCxnSpPr>
            <a:cxnSpLocks/>
          </p:cNvCxnSpPr>
          <p:nvPr/>
        </p:nvCxnSpPr>
        <p:spPr>
          <a:xfrm>
            <a:off x="4295774" y="5233847"/>
            <a:ext cx="5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Rechteck 10">
            <a:extLst>
              <a:ext uri="{FF2B5EF4-FFF2-40B4-BE49-F238E27FC236}">
                <a16:creationId xmlns:a16="http://schemas.microsoft.com/office/drawing/2014/main" id="{159B8DAA-C532-3D1E-D24D-474328642085}"/>
              </a:ext>
            </a:extLst>
          </p:cNvPr>
          <p:cNvSpPr/>
          <p:nvPr/>
        </p:nvSpPr>
        <p:spPr>
          <a:xfrm>
            <a:off x="6911838" y="5217069"/>
            <a:ext cx="982800" cy="983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noProof="0" dirty="0">
                <a:solidFill>
                  <a:schemeClr val="accent1"/>
                </a:solidFill>
              </a:rPr>
              <a:t>-5%</a:t>
            </a:r>
          </a:p>
        </p:txBody>
      </p:sp>
      <p:sp>
        <p:nvSpPr>
          <p:cNvPr id="12" name="Rechteck 11">
            <a:extLst>
              <a:ext uri="{FF2B5EF4-FFF2-40B4-BE49-F238E27FC236}">
                <a16:creationId xmlns:a16="http://schemas.microsoft.com/office/drawing/2014/main" id="{CEA1E6DF-2E41-E35E-FC97-F1B12440E983}"/>
              </a:ext>
            </a:extLst>
          </p:cNvPr>
          <p:cNvSpPr/>
          <p:nvPr/>
        </p:nvSpPr>
        <p:spPr>
          <a:xfrm>
            <a:off x="8075613" y="620713"/>
            <a:ext cx="3600452" cy="1756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144000" rIns="144000" bIns="144000" rtlCol="0" anchor="ctr">
            <a:noAutofit/>
          </a:bodyPr>
          <a:lstStyle/>
          <a:p>
            <a:pPr>
              <a:lnSpc>
                <a:spcPct val="110000"/>
              </a:lnSpc>
              <a:spcBef>
                <a:spcPts val="2400"/>
              </a:spcBef>
            </a:pPr>
            <a:r>
              <a:rPr lang="en-GB" sz="2000" b="1" noProof="0" dirty="0">
                <a:solidFill>
                  <a:schemeClr val="tx1"/>
                </a:solidFill>
              </a:rPr>
              <a:t>Lorem ipsum </a:t>
            </a:r>
            <a:r>
              <a:rPr lang="en-GB" sz="2000" b="1" noProof="0" dirty="0" err="1">
                <a:solidFill>
                  <a:schemeClr val="tx1"/>
                </a:solidFill>
              </a:rPr>
              <a:t>dolor</a:t>
            </a:r>
            <a:r>
              <a:rPr lang="en-GB" sz="2000" b="1" noProof="0" dirty="0">
                <a:solidFill>
                  <a:schemeClr val="tx1"/>
                </a:solidFill>
              </a:rPr>
              <a:t> sit</a:t>
            </a:r>
          </a:p>
          <a:p>
            <a:pPr>
              <a:lnSpc>
                <a:spcPct val="110000"/>
              </a:lnSpc>
              <a:spcBef>
                <a:spcPts val="2400"/>
              </a:spcBef>
            </a:pPr>
            <a:r>
              <a:rPr lang="en-GB" sz="3600" b="1" noProof="0" dirty="0">
                <a:solidFill>
                  <a:schemeClr val="tx1"/>
                </a:solidFill>
              </a:rPr>
              <a:t>€1.234 m</a:t>
            </a:r>
          </a:p>
        </p:txBody>
      </p:sp>
      <p:cxnSp>
        <p:nvCxnSpPr>
          <p:cNvPr id="13" name="Gerader Verbinder 12">
            <a:extLst>
              <a:ext uri="{FF2B5EF4-FFF2-40B4-BE49-F238E27FC236}">
                <a16:creationId xmlns:a16="http://schemas.microsoft.com/office/drawing/2014/main" id="{8A82804E-44C0-17C7-A591-55380EDFF1AA}"/>
              </a:ext>
            </a:extLst>
          </p:cNvPr>
          <p:cNvCxnSpPr>
            <a:cxnSpLocks/>
          </p:cNvCxnSpPr>
          <p:nvPr/>
        </p:nvCxnSpPr>
        <p:spPr>
          <a:xfrm>
            <a:off x="8075612" y="1410585"/>
            <a:ext cx="5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Rechteck 16">
            <a:extLst>
              <a:ext uri="{FF2B5EF4-FFF2-40B4-BE49-F238E27FC236}">
                <a16:creationId xmlns:a16="http://schemas.microsoft.com/office/drawing/2014/main" id="{D335693E-44F4-5D0C-7A67-75343D044617}"/>
              </a:ext>
            </a:extLst>
          </p:cNvPr>
          <p:cNvSpPr/>
          <p:nvPr/>
        </p:nvSpPr>
        <p:spPr>
          <a:xfrm>
            <a:off x="10693265" y="1393807"/>
            <a:ext cx="982800" cy="983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noProof="0" dirty="0">
                <a:solidFill>
                  <a:schemeClr val="accent1"/>
                </a:solidFill>
              </a:rPr>
              <a:t>+5%</a:t>
            </a:r>
          </a:p>
        </p:txBody>
      </p:sp>
      <p:sp>
        <p:nvSpPr>
          <p:cNvPr id="21" name="Rechteck 20">
            <a:extLst>
              <a:ext uri="{FF2B5EF4-FFF2-40B4-BE49-F238E27FC236}">
                <a16:creationId xmlns:a16="http://schemas.microsoft.com/office/drawing/2014/main" id="{2553E237-F0D2-8A32-70DB-15A57B54957F}"/>
              </a:ext>
            </a:extLst>
          </p:cNvPr>
          <p:cNvSpPr/>
          <p:nvPr/>
        </p:nvSpPr>
        <p:spPr>
          <a:xfrm>
            <a:off x="8075613" y="2532344"/>
            <a:ext cx="3600452" cy="1756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144000" rIns="144000" bIns="144000" rtlCol="0" anchor="ctr">
            <a:noAutofit/>
          </a:bodyPr>
          <a:lstStyle/>
          <a:p>
            <a:pPr>
              <a:lnSpc>
                <a:spcPct val="110000"/>
              </a:lnSpc>
              <a:spcBef>
                <a:spcPts val="2400"/>
              </a:spcBef>
            </a:pPr>
            <a:r>
              <a:rPr lang="en-GB" sz="2000" b="1" noProof="0" dirty="0">
                <a:solidFill>
                  <a:schemeClr val="tx1"/>
                </a:solidFill>
              </a:rPr>
              <a:t>Lorem ipsum </a:t>
            </a:r>
            <a:r>
              <a:rPr lang="en-GB" sz="2000" b="1" noProof="0" dirty="0" err="1">
                <a:solidFill>
                  <a:schemeClr val="tx1"/>
                </a:solidFill>
              </a:rPr>
              <a:t>dolor</a:t>
            </a:r>
            <a:r>
              <a:rPr lang="en-GB" sz="2000" b="1" noProof="0" dirty="0">
                <a:solidFill>
                  <a:schemeClr val="tx1"/>
                </a:solidFill>
              </a:rPr>
              <a:t> sit</a:t>
            </a:r>
          </a:p>
          <a:p>
            <a:pPr>
              <a:lnSpc>
                <a:spcPct val="110000"/>
              </a:lnSpc>
              <a:spcBef>
                <a:spcPts val="2400"/>
              </a:spcBef>
            </a:pPr>
            <a:r>
              <a:rPr lang="en-GB" sz="3600" b="1" noProof="0" dirty="0">
                <a:solidFill>
                  <a:schemeClr val="tx1"/>
                </a:solidFill>
              </a:rPr>
              <a:t>€123 m</a:t>
            </a:r>
          </a:p>
        </p:txBody>
      </p:sp>
      <p:cxnSp>
        <p:nvCxnSpPr>
          <p:cNvPr id="24" name="Gerader Verbinder 23">
            <a:extLst>
              <a:ext uri="{FF2B5EF4-FFF2-40B4-BE49-F238E27FC236}">
                <a16:creationId xmlns:a16="http://schemas.microsoft.com/office/drawing/2014/main" id="{8E542E56-2340-1A57-7E73-FEFDA6F9E021}"/>
              </a:ext>
            </a:extLst>
          </p:cNvPr>
          <p:cNvCxnSpPr>
            <a:cxnSpLocks/>
          </p:cNvCxnSpPr>
          <p:nvPr/>
        </p:nvCxnSpPr>
        <p:spPr>
          <a:xfrm>
            <a:off x="8079605" y="3322216"/>
            <a:ext cx="5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Rechteck 25">
            <a:extLst>
              <a:ext uri="{FF2B5EF4-FFF2-40B4-BE49-F238E27FC236}">
                <a16:creationId xmlns:a16="http://schemas.microsoft.com/office/drawing/2014/main" id="{B77EA91F-9AD8-8F9A-3ADB-532B34E36221}"/>
              </a:ext>
            </a:extLst>
          </p:cNvPr>
          <p:cNvSpPr/>
          <p:nvPr/>
        </p:nvSpPr>
        <p:spPr>
          <a:xfrm>
            <a:off x="10693265" y="3305438"/>
            <a:ext cx="982800" cy="983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noProof="0" dirty="0">
                <a:solidFill>
                  <a:schemeClr val="accent1"/>
                </a:solidFill>
              </a:rPr>
              <a:t>+5%</a:t>
            </a:r>
          </a:p>
        </p:txBody>
      </p:sp>
      <p:sp>
        <p:nvSpPr>
          <p:cNvPr id="30" name="Rechteck 29">
            <a:extLst>
              <a:ext uri="{FF2B5EF4-FFF2-40B4-BE49-F238E27FC236}">
                <a16:creationId xmlns:a16="http://schemas.microsoft.com/office/drawing/2014/main" id="{DDF403C0-9BB9-1875-FB58-B6C2DE2F18E6}"/>
              </a:ext>
            </a:extLst>
          </p:cNvPr>
          <p:cNvSpPr/>
          <p:nvPr/>
        </p:nvSpPr>
        <p:spPr>
          <a:xfrm>
            <a:off x="8075613" y="4443975"/>
            <a:ext cx="3600452" cy="17568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144000" rIns="144000" bIns="144000" rtlCol="0" anchor="ctr">
            <a:noAutofit/>
          </a:bodyPr>
          <a:lstStyle/>
          <a:p>
            <a:pPr>
              <a:lnSpc>
                <a:spcPct val="110000"/>
              </a:lnSpc>
              <a:spcBef>
                <a:spcPts val="2400"/>
              </a:spcBef>
            </a:pPr>
            <a:r>
              <a:rPr lang="en-GB" sz="2000" b="1" noProof="0" dirty="0">
                <a:solidFill>
                  <a:schemeClr val="tx1"/>
                </a:solidFill>
              </a:rPr>
              <a:t>Lorem ipsum </a:t>
            </a:r>
            <a:r>
              <a:rPr lang="en-GB" sz="2000" b="1" noProof="0" dirty="0" err="1">
                <a:solidFill>
                  <a:schemeClr val="tx1"/>
                </a:solidFill>
              </a:rPr>
              <a:t>dolor</a:t>
            </a:r>
            <a:r>
              <a:rPr lang="en-GB" sz="2000" b="1" noProof="0" dirty="0">
                <a:solidFill>
                  <a:schemeClr val="tx1"/>
                </a:solidFill>
              </a:rPr>
              <a:t> sit</a:t>
            </a:r>
          </a:p>
          <a:p>
            <a:pPr>
              <a:lnSpc>
                <a:spcPct val="110000"/>
              </a:lnSpc>
              <a:spcBef>
                <a:spcPts val="2400"/>
              </a:spcBef>
            </a:pPr>
            <a:r>
              <a:rPr lang="en-GB" sz="3600" b="1" noProof="0" dirty="0">
                <a:solidFill>
                  <a:schemeClr val="tx1"/>
                </a:solidFill>
              </a:rPr>
              <a:t>€1.234 m</a:t>
            </a:r>
          </a:p>
        </p:txBody>
      </p:sp>
      <p:cxnSp>
        <p:nvCxnSpPr>
          <p:cNvPr id="34" name="Gerader Verbinder 33">
            <a:extLst>
              <a:ext uri="{FF2B5EF4-FFF2-40B4-BE49-F238E27FC236}">
                <a16:creationId xmlns:a16="http://schemas.microsoft.com/office/drawing/2014/main" id="{EFE8B827-5BD0-4734-527D-E26A306AD78D}"/>
              </a:ext>
            </a:extLst>
          </p:cNvPr>
          <p:cNvCxnSpPr>
            <a:cxnSpLocks/>
          </p:cNvCxnSpPr>
          <p:nvPr/>
        </p:nvCxnSpPr>
        <p:spPr>
          <a:xfrm>
            <a:off x="8075612" y="5233847"/>
            <a:ext cx="5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38" name="Rechteck 37">
            <a:extLst>
              <a:ext uri="{FF2B5EF4-FFF2-40B4-BE49-F238E27FC236}">
                <a16:creationId xmlns:a16="http://schemas.microsoft.com/office/drawing/2014/main" id="{6C372EEB-4455-6456-6389-9FAD7574902B}"/>
              </a:ext>
            </a:extLst>
          </p:cNvPr>
          <p:cNvSpPr/>
          <p:nvPr/>
        </p:nvSpPr>
        <p:spPr>
          <a:xfrm>
            <a:off x="10693265" y="5217069"/>
            <a:ext cx="982800" cy="98370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2000" b="1" noProof="0" dirty="0">
                <a:solidFill>
                  <a:schemeClr val="accent1"/>
                </a:solidFill>
              </a:rPr>
              <a:t>-5%</a:t>
            </a:r>
          </a:p>
        </p:txBody>
      </p:sp>
      <p:sp>
        <p:nvSpPr>
          <p:cNvPr id="15" name="Foliennummernplatzhalter 7">
            <a:extLst>
              <a:ext uri="{FF2B5EF4-FFF2-40B4-BE49-F238E27FC236}">
                <a16:creationId xmlns:a16="http://schemas.microsoft.com/office/drawing/2014/main" id="{96D46FC3-4365-4635-987D-A8F6E4CB1D69}"/>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35</a:t>
            </a:fld>
            <a:endParaRPr lang="de-DE"/>
          </a:p>
        </p:txBody>
      </p:sp>
    </p:spTree>
    <p:extLst>
      <p:ext uri="{BB962C8B-B14F-4D97-AF65-F5344CB8AC3E}">
        <p14:creationId xmlns:p14="http://schemas.microsoft.com/office/powerpoint/2010/main" val="36774204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a:extLst>
              <a:ext uri="{FF2B5EF4-FFF2-40B4-BE49-F238E27FC236}">
                <a16:creationId xmlns:a16="http://schemas.microsoft.com/office/drawing/2014/main" id="{D88FA093-CA24-59BC-C1C6-2128477F2DA4}"/>
              </a:ext>
            </a:extLst>
          </p:cNvPr>
          <p:cNvSpPr>
            <a:spLocks noGrp="1"/>
          </p:cNvSpPr>
          <p:nvPr>
            <p:ph type="title"/>
          </p:nvPr>
        </p:nvSpPr>
        <p:spPr/>
        <p:txBody>
          <a:bodyPr/>
          <a:lstStyle/>
          <a:p>
            <a:r>
              <a:rPr lang="en-GB" noProof="0" dirty="0"/>
              <a:t>Lorem ipsum </a:t>
            </a:r>
            <a:r>
              <a:rPr lang="en-GB" noProof="0" dirty="0" err="1"/>
              <a:t>dolor</a:t>
            </a:r>
            <a:r>
              <a:rPr lang="en-GB" noProof="0" dirty="0"/>
              <a:t> sit </a:t>
            </a:r>
            <a:r>
              <a:rPr lang="en-GB" noProof="0" dirty="0" err="1"/>
              <a:t>amet</a:t>
            </a:r>
            <a:r>
              <a:rPr lang="en-GB" noProof="0" dirty="0"/>
              <a:t>, </a:t>
            </a:r>
            <a:br>
              <a:rPr lang="en-GB" noProof="0" dirty="0"/>
            </a:br>
            <a:r>
              <a:rPr lang="en-GB" noProof="0" dirty="0" err="1"/>
              <a:t>consetetur</a:t>
            </a:r>
            <a:r>
              <a:rPr lang="en-GB" noProof="0" dirty="0"/>
              <a:t> </a:t>
            </a:r>
            <a:r>
              <a:rPr lang="en-GB" noProof="0" dirty="0" err="1"/>
              <a:t>sadipscing</a:t>
            </a:r>
            <a:r>
              <a:rPr lang="en-GB" noProof="0" dirty="0"/>
              <a:t> </a:t>
            </a:r>
            <a:r>
              <a:rPr lang="en-GB" noProof="0" dirty="0" err="1"/>
              <a:t>elitr</a:t>
            </a:r>
            <a:r>
              <a:rPr lang="en-GB" noProof="0" dirty="0"/>
              <a:t> </a:t>
            </a:r>
            <a:r>
              <a:rPr lang="en-GB" noProof="0" dirty="0" err="1"/>
              <a:t>sed</a:t>
            </a:r>
            <a:endParaRPr lang="en-GB" noProof="0" dirty="0"/>
          </a:p>
        </p:txBody>
      </p:sp>
      <p:sp>
        <p:nvSpPr>
          <p:cNvPr id="9" name="Rechteck 8">
            <a:extLst>
              <a:ext uri="{FF2B5EF4-FFF2-40B4-BE49-F238E27FC236}">
                <a16:creationId xmlns:a16="http://schemas.microsoft.com/office/drawing/2014/main" id="{9F1D2129-349B-5B71-990F-496A0F1EC829}"/>
              </a:ext>
            </a:extLst>
          </p:cNvPr>
          <p:cNvSpPr/>
          <p:nvPr/>
        </p:nvSpPr>
        <p:spPr>
          <a:xfrm>
            <a:off x="514348" y="2024063"/>
            <a:ext cx="3600452" cy="15510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spAutoFit/>
          </a:bodyPr>
          <a:lstStyle/>
          <a:p>
            <a:pPr>
              <a:lnSpc>
                <a:spcPct val="110000"/>
              </a:lnSpc>
            </a:pPr>
            <a:r>
              <a:rPr lang="en-GB" sz="2000" b="1" noProof="0" dirty="0">
                <a:solidFill>
                  <a:schemeClr val="accent1"/>
                </a:solidFill>
              </a:rPr>
              <a:t>Lorem ipsum </a:t>
            </a:r>
            <a:r>
              <a:rPr lang="en-GB" sz="2000" b="1" noProof="0" dirty="0" err="1">
                <a:solidFill>
                  <a:schemeClr val="accent1"/>
                </a:solidFill>
              </a:rPr>
              <a:t>dolor</a:t>
            </a:r>
            <a:r>
              <a:rPr lang="en-GB" sz="2000" b="1" noProof="0" dirty="0">
                <a:solidFill>
                  <a:schemeClr val="accent1"/>
                </a:solidFill>
              </a:rPr>
              <a:t> sit</a:t>
            </a:r>
          </a:p>
          <a:p>
            <a:pPr>
              <a:lnSpc>
                <a:spcPct val="110000"/>
              </a:lnSpc>
            </a:pPr>
            <a:r>
              <a:rPr lang="en-GB" sz="3600" b="1" noProof="0" dirty="0">
                <a:solidFill>
                  <a:schemeClr val="accent1"/>
                </a:solidFill>
              </a:rPr>
              <a:t>€1.234 million</a:t>
            </a:r>
          </a:p>
          <a:p>
            <a:pPr>
              <a:lnSpc>
                <a:spcPct val="110000"/>
              </a:lnSpc>
            </a:pPr>
            <a:r>
              <a:rPr lang="en-GB" sz="2000" b="1" noProof="0" dirty="0">
                <a:solidFill>
                  <a:schemeClr val="tx1"/>
                </a:solidFill>
              </a:rPr>
              <a:t>+5 %</a:t>
            </a:r>
          </a:p>
        </p:txBody>
      </p:sp>
      <p:sp>
        <p:nvSpPr>
          <p:cNvPr id="10" name="Rechteck 9">
            <a:extLst>
              <a:ext uri="{FF2B5EF4-FFF2-40B4-BE49-F238E27FC236}">
                <a16:creationId xmlns:a16="http://schemas.microsoft.com/office/drawing/2014/main" id="{0C4BB1E8-E419-6D86-32C3-CA04408758AE}"/>
              </a:ext>
            </a:extLst>
          </p:cNvPr>
          <p:cNvSpPr/>
          <p:nvPr/>
        </p:nvSpPr>
        <p:spPr>
          <a:xfrm>
            <a:off x="512442" y="3755337"/>
            <a:ext cx="3600452" cy="15510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spAutoFit/>
          </a:bodyPr>
          <a:lstStyle/>
          <a:p>
            <a:pPr>
              <a:lnSpc>
                <a:spcPct val="110000"/>
              </a:lnSpc>
            </a:pPr>
            <a:r>
              <a:rPr lang="en-GB" sz="2000" b="1" noProof="0" dirty="0">
                <a:solidFill>
                  <a:schemeClr val="accent1"/>
                </a:solidFill>
              </a:rPr>
              <a:t>Lorem ipsum </a:t>
            </a:r>
            <a:r>
              <a:rPr lang="en-GB" sz="2000" b="1" noProof="0" dirty="0" err="1">
                <a:solidFill>
                  <a:schemeClr val="accent1"/>
                </a:solidFill>
              </a:rPr>
              <a:t>dolor</a:t>
            </a:r>
            <a:r>
              <a:rPr lang="en-GB" sz="2000" b="1" noProof="0" dirty="0">
                <a:solidFill>
                  <a:schemeClr val="accent1"/>
                </a:solidFill>
              </a:rPr>
              <a:t> sit</a:t>
            </a:r>
          </a:p>
          <a:p>
            <a:pPr>
              <a:lnSpc>
                <a:spcPct val="110000"/>
              </a:lnSpc>
            </a:pPr>
            <a:r>
              <a:rPr lang="en-GB" sz="3600" b="1" noProof="0" dirty="0">
                <a:solidFill>
                  <a:schemeClr val="accent1"/>
                </a:solidFill>
              </a:rPr>
              <a:t>€1.234 million</a:t>
            </a:r>
          </a:p>
          <a:p>
            <a:pPr>
              <a:lnSpc>
                <a:spcPct val="110000"/>
              </a:lnSpc>
            </a:pPr>
            <a:r>
              <a:rPr lang="en-GB" sz="2000" b="1" noProof="0" dirty="0">
                <a:solidFill>
                  <a:schemeClr val="tx1"/>
                </a:solidFill>
              </a:rPr>
              <a:t>+5 %</a:t>
            </a:r>
          </a:p>
        </p:txBody>
      </p:sp>
      <p:sp>
        <p:nvSpPr>
          <p:cNvPr id="11" name="Rechteck 10">
            <a:extLst>
              <a:ext uri="{FF2B5EF4-FFF2-40B4-BE49-F238E27FC236}">
                <a16:creationId xmlns:a16="http://schemas.microsoft.com/office/drawing/2014/main" id="{25A8B43C-09B1-0EA7-B787-774F6920B175}"/>
              </a:ext>
            </a:extLst>
          </p:cNvPr>
          <p:cNvSpPr/>
          <p:nvPr/>
        </p:nvSpPr>
        <p:spPr>
          <a:xfrm>
            <a:off x="4294980" y="2024063"/>
            <a:ext cx="3600452" cy="15510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spAutoFit/>
          </a:bodyPr>
          <a:lstStyle/>
          <a:p>
            <a:pPr>
              <a:lnSpc>
                <a:spcPct val="110000"/>
              </a:lnSpc>
            </a:pPr>
            <a:r>
              <a:rPr lang="en-GB" sz="2000" b="1" noProof="0" dirty="0">
                <a:solidFill>
                  <a:schemeClr val="accent1"/>
                </a:solidFill>
              </a:rPr>
              <a:t>Lorem ipsum </a:t>
            </a:r>
            <a:r>
              <a:rPr lang="en-GB" sz="2000" b="1" noProof="0" dirty="0" err="1">
                <a:solidFill>
                  <a:schemeClr val="accent1"/>
                </a:solidFill>
              </a:rPr>
              <a:t>dolor</a:t>
            </a:r>
            <a:r>
              <a:rPr lang="en-GB" sz="2000" b="1" noProof="0" dirty="0">
                <a:solidFill>
                  <a:schemeClr val="accent1"/>
                </a:solidFill>
              </a:rPr>
              <a:t> sit</a:t>
            </a:r>
          </a:p>
          <a:p>
            <a:pPr>
              <a:lnSpc>
                <a:spcPct val="110000"/>
              </a:lnSpc>
            </a:pPr>
            <a:r>
              <a:rPr lang="en-GB" sz="3600" b="1" noProof="0" dirty="0">
                <a:solidFill>
                  <a:schemeClr val="accent1"/>
                </a:solidFill>
              </a:rPr>
              <a:t>€123 million</a:t>
            </a:r>
          </a:p>
          <a:p>
            <a:pPr>
              <a:lnSpc>
                <a:spcPct val="110000"/>
              </a:lnSpc>
            </a:pPr>
            <a:r>
              <a:rPr lang="en-GB" sz="2000" b="1" noProof="0" dirty="0">
                <a:solidFill>
                  <a:schemeClr val="tx1"/>
                </a:solidFill>
              </a:rPr>
              <a:t>+5 %</a:t>
            </a:r>
          </a:p>
        </p:txBody>
      </p:sp>
      <p:sp>
        <p:nvSpPr>
          <p:cNvPr id="12" name="Rechteck 11">
            <a:extLst>
              <a:ext uri="{FF2B5EF4-FFF2-40B4-BE49-F238E27FC236}">
                <a16:creationId xmlns:a16="http://schemas.microsoft.com/office/drawing/2014/main" id="{61CB2583-722C-8ED4-861E-DF2010BDE755}"/>
              </a:ext>
            </a:extLst>
          </p:cNvPr>
          <p:cNvSpPr/>
          <p:nvPr/>
        </p:nvSpPr>
        <p:spPr>
          <a:xfrm>
            <a:off x="4294980" y="3755337"/>
            <a:ext cx="3600452" cy="15510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spAutoFit/>
          </a:bodyPr>
          <a:lstStyle/>
          <a:p>
            <a:pPr>
              <a:lnSpc>
                <a:spcPct val="110000"/>
              </a:lnSpc>
            </a:pPr>
            <a:r>
              <a:rPr lang="en-GB" sz="2000" b="1" noProof="0" dirty="0">
                <a:solidFill>
                  <a:schemeClr val="accent1"/>
                </a:solidFill>
              </a:rPr>
              <a:t>Lorem ipsum </a:t>
            </a:r>
            <a:r>
              <a:rPr lang="en-GB" sz="2000" b="1" noProof="0" dirty="0" err="1">
                <a:solidFill>
                  <a:schemeClr val="accent1"/>
                </a:solidFill>
              </a:rPr>
              <a:t>dolor</a:t>
            </a:r>
            <a:r>
              <a:rPr lang="en-GB" sz="2000" b="1" noProof="0" dirty="0">
                <a:solidFill>
                  <a:schemeClr val="accent1"/>
                </a:solidFill>
              </a:rPr>
              <a:t> sit</a:t>
            </a:r>
          </a:p>
          <a:p>
            <a:pPr>
              <a:lnSpc>
                <a:spcPct val="110000"/>
              </a:lnSpc>
            </a:pPr>
            <a:r>
              <a:rPr lang="en-GB" sz="3600" b="1" noProof="0" dirty="0">
                <a:solidFill>
                  <a:schemeClr val="accent1"/>
                </a:solidFill>
              </a:rPr>
              <a:t>€123 million</a:t>
            </a:r>
          </a:p>
          <a:p>
            <a:pPr>
              <a:lnSpc>
                <a:spcPct val="110000"/>
              </a:lnSpc>
            </a:pPr>
            <a:r>
              <a:rPr lang="en-GB" sz="2000" b="1" noProof="0" dirty="0">
                <a:solidFill>
                  <a:schemeClr val="tx1"/>
                </a:solidFill>
              </a:rPr>
              <a:t>+5 %</a:t>
            </a:r>
          </a:p>
        </p:txBody>
      </p:sp>
      <p:sp>
        <p:nvSpPr>
          <p:cNvPr id="13" name="Rechteck 12">
            <a:extLst>
              <a:ext uri="{FF2B5EF4-FFF2-40B4-BE49-F238E27FC236}">
                <a16:creationId xmlns:a16="http://schemas.microsoft.com/office/drawing/2014/main" id="{C1C1039D-00FB-2A2E-A925-2F8382ABE4A1}"/>
              </a:ext>
            </a:extLst>
          </p:cNvPr>
          <p:cNvSpPr/>
          <p:nvPr/>
        </p:nvSpPr>
        <p:spPr>
          <a:xfrm>
            <a:off x="8075610" y="2024063"/>
            <a:ext cx="3600452" cy="15510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spAutoFit/>
          </a:bodyPr>
          <a:lstStyle/>
          <a:p>
            <a:pPr>
              <a:lnSpc>
                <a:spcPct val="110000"/>
              </a:lnSpc>
            </a:pPr>
            <a:r>
              <a:rPr lang="en-GB" sz="2000" b="1" noProof="0" dirty="0">
                <a:solidFill>
                  <a:schemeClr val="accent1"/>
                </a:solidFill>
              </a:rPr>
              <a:t>Lorem ipsum </a:t>
            </a:r>
            <a:r>
              <a:rPr lang="en-GB" sz="2000" b="1" noProof="0" dirty="0" err="1">
                <a:solidFill>
                  <a:schemeClr val="accent1"/>
                </a:solidFill>
              </a:rPr>
              <a:t>dolor</a:t>
            </a:r>
            <a:r>
              <a:rPr lang="en-GB" sz="2000" b="1" noProof="0" dirty="0">
                <a:solidFill>
                  <a:schemeClr val="accent1"/>
                </a:solidFill>
              </a:rPr>
              <a:t> sit</a:t>
            </a:r>
          </a:p>
          <a:p>
            <a:pPr>
              <a:lnSpc>
                <a:spcPct val="110000"/>
              </a:lnSpc>
            </a:pPr>
            <a:r>
              <a:rPr lang="en-GB" sz="3600" b="1" noProof="0" dirty="0">
                <a:solidFill>
                  <a:schemeClr val="accent1"/>
                </a:solidFill>
              </a:rPr>
              <a:t>€1.234 million</a:t>
            </a:r>
          </a:p>
          <a:p>
            <a:pPr>
              <a:lnSpc>
                <a:spcPct val="110000"/>
              </a:lnSpc>
            </a:pPr>
            <a:r>
              <a:rPr lang="en-GB" sz="2000" b="1" noProof="0" dirty="0">
                <a:solidFill>
                  <a:schemeClr val="tx1"/>
                </a:solidFill>
              </a:rPr>
              <a:t>-5 %</a:t>
            </a:r>
          </a:p>
        </p:txBody>
      </p:sp>
      <p:sp>
        <p:nvSpPr>
          <p:cNvPr id="14" name="Rechteck 13">
            <a:extLst>
              <a:ext uri="{FF2B5EF4-FFF2-40B4-BE49-F238E27FC236}">
                <a16:creationId xmlns:a16="http://schemas.microsoft.com/office/drawing/2014/main" id="{686BEB7A-1CA9-4662-8623-BBD7DF1A896B}"/>
              </a:ext>
            </a:extLst>
          </p:cNvPr>
          <p:cNvSpPr/>
          <p:nvPr/>
        </p:nvSpPr>
        <p:spPr>
          <a:xfrm>
            <a:off x="8073704" y="3755337"/>
            <a:ext cx="3600452" cy="155109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44000" rIns="144000" bIns="144000" rtlCol="0" anchor="t">
            <a:spAutoFit/>
          </a:bodyPr>
          <a:lstStyle/>
          <a:p>
            <a:pPr>
              <a:lnSpc>
                <a:spcPct val="110000"/>
              </a:lnSpc>
            </a:pPr>
            <a:r>
              <a:rPr lang="en-GB" sz="2000" b="1" noProof="0" dirty="0">
                <a:solidFill>
                  <a:schemeClr val="accent1"/>
                </a:solidFill>
              </a:rPr>
              <a:t>Lorem ipsum </a:t>
            </a:r>
            <a:r>
              <a:rPr lang="en-GB" sz="2000" b="1" noProof="0" dirty="0" err="1">
                <a:solidFill>
                  <a:schemeClr val="accent1"/>
                </a:solidFill>
              </a:rPr>
              <a:t>dolor</a:t>
            </a:r>
            <a:r>
              <a:rPr lang="en-GB" sz="2000" b="1" noProof="0" dirty="0">
                <a:solidFill>
                  <a:schemeClr val="accent1"/>
                </a:solidFill>
              </a:rPr>
              <a:t> sit</a:t>
            </a:r>
          </a:p>
          <a:p>
            <a:pPr>
              <a:lnSpc>
                <a:spcPct val="110000"/>
              </a:lnSpc>
            </a:pPr>
            <a:r>
              <a:rPr lang="en-GB" sz="3600" b="1" noProof="0" dirty="0">
                <a:solidFill>
                  <a:schemeClr val="accent1"/>
                </a:solidFill>
              </a:rPr>
              <a:t>€1.234 million</a:t>
            </a:r>
          </a:p>
          <a:p>
            <a:pPr>
              <a:lnSpc>
                <a:spcPct val="110000"/>
              </a:lnSpc>
            </a:pPr>
            <a:r>
              <a:rPr lang="en-GB" sz="2000" b="1" noProof="0" dirty="0">
                <a:solidFill>
                  <a:schemeClr val="tx1"/>
                </a:solidFill>
              </a:rPr>
              <a:t>-5 %</a:t>
            </a:r>
          </a:p>
        </p:txBody>
      </p:sp>
      <p:sp>
        <p:nvSpPr>
          <p:cNvPr id="2" name="Foliennummernplatzhalter 7">
            <a:extLst>
              <a:ext uri="{FF2B5EF4-FFF2-40B4-BE49-F238E27FC236}">
                <a16:creationId xmlns:a16="http://schemas.microsoft.com/office/drawing/2014/main" id="{9DE7D843-1406-9FBD-B895-8E2B52219286}"/>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36</a:t>
            </a:fld>
            <a:endParaRPr lang="de-DE"/>
          </a:p>
        </p:txBody>
      </p:sp>
    </p:spTree>
    <p:extLst>
      <p:ext uri="{BB962C8B-B14F-4D97-AF65-F5344CB8AC3E}">
        <p14:creationId xmlns:p14="http://schemas.microsoft.com/office/powerpoint/2010/main" val="3388476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E22EA-8830-204D-220B-77F0276B7905}"/>
            </a:ext>
          </a:extLst>
        </p:cNvPr>
        <p:cNvGrpSpPr/>
        <p:nvPr/>
      </p:nvGrpSpPr>
      <p:grpSpPr>
        <a:xfrm>
          <a:off x="0" y="0"/>
          <a:ext cx="0" cy="0"/>
          <a:chOff x="0" y="0"/>
          <a:chExt cx="0" cy="0"/>
        </a:xfrm>
      </p:grpSpPr>
      <p:sp>
        <p:nvSpPr>
          <p:cNvPr id="4" name="Inhaltsplatzhalter 3">
            <a:extLst>
              <a:ext uri="{FF2B5EF4-FFF2-40B4-BE49-F238E27FC236}">
                <a16:creationId xmlns:a16="http://schemas.microsoft.com/office/drawing/2014/main" id="{3CAAFF08-C307-87D1-C685-F56B7611B6C3}"/>
              </a:ext>
            </a:extLst>
          </p:cNvPr>
          <p:cNvSpPr>
            <a:spLocks noGrp="1"/>
          </p:cNvSpPr>
          <p:nvPr>
            <p:ph sz="quarter" idx="10"/>
          </p:nvPr>
        </p:nvSpPr>
        <p:spPr/>
        <p:txBody>
          <a:bodyPr/>
          <a:lstStyle/>
          <a:p>
            <a:pPr marL="0" indent="0">
              <a:buNone/>
            </a:pPr>
            <a:r>
              <a:rPr lang="en-GB" sz="2400" b="1" noProof="0" dirty="0">
                <a:solidFill>
                  <a:schemeClr val="accent1"/>
                </a:solidFill>
              </a:rPr>
              <a:t>Lorem ipsum </a:t>
            </a:r>
            <a:r>
              <a:rPr lang="en-GB" sz="2400" b="1" noProof="0" dirty="0" err="1">
                <a:solidFill>
                  <a:schemeClr val="accent1"/>
                </a:solidFill>
              </a:rPr>
              <a:t>dolor</a:t>
            </a:r>
            <a:r>
              <a:rPr lang="en-GB" sz="2400" b="1" noProof="0" dirty="0">
                <a:solidFill>
                  <a:schemeClr val="accent1"/>
                </a:solidFill>
              </a:rPr>
              <a:t> 2025</a:t>
            </a:r>
            <a:br>
              <a:rPr lang="en-GB" noProof="0" dirty="0"/>
            </a:br>
            <a:r>
              <a:rPr lang="en-GB" sz="1200" noProof="0" dirty="0"/>
              <a:t>February 28, 2025</a:t>
            </a:r>
          </a:p>
          <a:p>
            <a:pPr marL="0" indent="0">
              <a:spcBef>
                <a:spcPts val="2400"/>
              </a:spcBef>
              <a:buNone/>
            </a:pPr>
            <a:r>
              <a:rPr lang="en-GB" b="1" noProof="0" dirty="0"/>
              <a:t>Lorem ipsum </a:t>
            </a:r>
            <a:r>
              <a:rPr lang="en-GB" b="1" noProof="0" dirty="0" err="1"/>
              <a:t>dolor</a:t>
            </a:r>
            <a:r>
              <a:rPr lang="en-GB" b="1" noProof="0" dirty="0"/>
              <a:t> sit </a:t>
            </a:r>
            <a:r>
              <a:rPr lang="en-GB" b="1" noProof="0" dirty="0" err="1"/>
              <a:t>amet</a:t>
            </a:r>
            <a:endParaRPr lang="en-GB" b="1" noProof="0" dirty="0"/>
          </a:p>
          <a:p>
            <a:pPr>
              <a:spcBef>
                <a:spcPts val="600"/>
              </a:spcBef>
            </a:pPr>
            <a:r>
              <a:rPr lang="en-GB" sz="1800" noProof="0" dirty="0" err="1"/>
              <a:t>sed</a:t>
            </a:r>
            <a:r>
              <a:rPr lang="en-GB" sz="1800" noProof="0" dirty="0"/>
              <a:t> </a:t>
            </a:r>
            <a:r>
              <a:rPr lang="en-GB" sz="1800" noProof="0" dirty="0" err="1"/>
              <a:t>diam</a:t>
            </a:r>
            <a:r>
              <a:rPr lang="en-GB" sz="1800" noProof="0" dirty="0"/>
              <a:t> </a:t>
            </a:r>
            <a:r>
              <a:rPr lang="en-GB" sz="1800" noProof="0" dirty="0" err="1"/>
              <a:t>nonumy</a:t>
            </a:r>
            <a:r>
              <a:rPr lang="en-GB" sz="1800" noProof="0" dirty="0"/>
              <a:t> magna </a:t>
            </a:r>
            <a:r>
              <a:rPr lang="en-GB" sz="1800" noProof="0" dirty="0" err="1"/>
              <a:t>aliquyam</a:t>
            </a:r>
            <a:r>
              <a:rPr lang="en-GB" sz="1800" noProof="0" dirty="0"/>
              <a:t> </a:t>
            </a:r>
          </a:p>
          <a:p>
            <a:pPr>
              <a:spcBef>
                <a:spcPts val="600"/>
              </a:spcBef>
            </a:pPr>
            <a:r>
              <a:rPr lang="en-GB" sz="1800" noProof="0" dirty="0" err="1"/>
              <a:t>eirmod</a:t>
            </a:r>
            <a:r>
              <a:rPr lang="en-GB" sz="1800" noProof="0" dirty="0"/>
              <a:t> </a:t>
            </a:r>
            <a:r>
              <a:rPr lang="en-GB" sz="1800" noProof="0" dirty="0" err="1"/>
              <a:t>tempor</a:t>
            </a:r>
            <a:r>
              <a:rPr lang="en-GB" sz="1800" noProof="0" dirty="0"/>
              <a:t> </a:t>
            </a:r>
            <a:r>
              <a:rPr lang="en-GB" sz="1800" noProof="0" dirty="0" err="1"/>
              <a:t>ut</a:t>
            </a:r>
            <a:r>
              <a:rPr lang="en-GB" sz="1800" noProof="0" dirty="0"/>
              <a:t> labore et dolore</a:t>
            </a:r>
          </a:p>
          <a:p>
            <a:pPr>
              <a:spcBef>
                <a:spcPts val="600"/>
              </a:spcBef>
            </a:pPr>
            <a:r>
              <a:rPr lang="en-GB" sz="1800" noProof="0" dirty="0"/>
              <a:t>magna </a:t>
            </a:r>
            <a:r>
              <a:rPr lang="en-GB" sz="1800" noProof="0" dirty="0" err="1"/>
              <a:t>aliquyam</a:t>
            </a:r>
            <a:r>
              <a:rPr lang="en-GB" sz="1800" noProof="0" dirty="0"/>
              <a:t> </a:t>
            </a:r>
            <a:r>
              <a:rPr lang="en-GB" sz="1800" noProof="0" dirty="0" err="1"/>
              <a:t>erat</a:t>
            </a:r>
            <a:r>
              <a:rPr lang="en-GB" sz="1800" noProof="0" dirty="0"/>
              <a:t> </a:t>
            </a:r>
            <a:r>
              <a:rPr lang="en-GB" sz="1800" noProof="0" dirty="0" err="1"/>
              <a:t>invidunt</a:t>
            </a:r>
            <a:r>
              <a:rPr lang="en-GB" sz="1800" noProof="0" dirty="0"/>
              <a:t> </a:t>
            </a:r>
            <a:r>
              <a:rPr lang="en-GB" sz="1800" noProof="0" dirty="0" err="1"/>
              <a:t>sed</a:t>
            </a:r>
            <a:endParaRPr lang="en-GB" sz="1800" noProof="0" dirty="0"/>
          </a:p>
          <a:p>
            <a:pPr>
              <a:spcBef>
                <a:spcPts val="600"/>
              </a:spcBef>
            </a:pPr>
            <a:r>
              <a:rPr lang="en-GB" sz="1800" noProof="0" dirty="0" err="1"/>
              <a:t>invidunt</a:t>
            </a:r>
            <a:r>
              <a:rPr lang="en-GB" sz="1800" noProof="0" dirty="0"/>
              <a:t> </a:t>
            </a:r>
            <a:r>
              <a:rPr lang="en-GB" sz="1800" noProof="0" dirty="0" err="1"/>
              <a:t>sed</a:t>
            </a:r>
            <a:r>
              <a:rPr lang="en-GB" sz="1800" noProof="0" dirty="0"/>
              <a:t> </a:t>
            </a:r>
            <a:r>
              <a:rPr lang="en-GB" sz="1800" noProof="0" dirty="0" err="1"/>
              <a:t>diam</a:t>
            </a:r>
            <a:r>
              <a:rPr lang="en-GB" sz="1800" noProof="0" dirty="0"/>
              <a:t> </a:t>
            </a:r>
            <a:r>
              <a:rPr lang="en-GB" sz="1800" noProof="0" dirty="0" err="1"/>
              <a:t>tua</a:t>
            </a:r>
            <a:endParaRPr lang="en-GB" sz="1800" noProof="0" dirty="0"/>
          </a:p>
          <a:p>
            <a:endParaRPr lang="en-GB" noProof="0" dirty="0"/>
          </a:p>
        </p:txBody>
      </p:sp>
      <p:sp>
        <p:nvSpPr>
          <p:cNvPr id="7" name="Inhaltsplatzhalter 6">
            <a:extLst>
              <a:ext uri="{FF2B5EF4-FFF2-40B4-BE49-F238E27FC236}">
                <a16:creationId xmlns:a16="http://schemas.microsoft.com/office/drawing/2014/main" id="{BEA02A20-CFE3-60B2-12FB-047D43956A14}"/>
              </a:ext>
            </a:extLst>
          </p:cNvPr>
          <p:cNvSpPr>
            <a:spLocks noGrp="1"/>
          </p:cNvSpPr>
          <p:nvPr>
            <p:ph sz="quarter" idx="11"/>
          </p:nvPr>
        </p:nvSpPr>
        <p:spPr/>
        <p:txBody>
          <a:bodyPr/>
          <a:lstStyle/>
          <a:p>
            <a:pPr marL="0" indent="0">
              <a:buNone/>
            </a:pPr>
            <a:r>
              <a:rPr lang="en-GB" sz="2400" b="1" noProof="0" dirty="0">
                <a:solidFill>
                  <a:schemeClr val="accent1"/>
                </a:solidFill>
              </a:rPr>
              <a:t>Lorem ipsum </a:t>
            </a:r>
            <a:r>
              <a:rPr lang="en-GB" sz="2400" b="1" noProof="0" dirty="0" err="1">
                <a:solidFill>
                  <a:schemeClr val="accent1"/>
                </a:solidFill>
              </a:rPr>
              <a:t>dolor</a:t>
            </a:r>
            <a:r>
              <a:rPr lang="en-GB" sz="2400" b="1" noProof="0" dirty="0">
                <a:solidFill>
                  <a:schemeClr val="accent1"/>
                </a:solidFill>
              </a:rPr>
              <a:t> 2025</a:t>
            </a:r>
            <a:br>
              <a:rPr lang="en-GB" noProof="0" dirty="0"/>
            </a:br>
            <a:r>
              <a:rPr lang="en-GB" sz="1200" noProof="0" dirty="0"/>
              <a:t>February 28, 2025</a:t>
            </a:r>
          </a:p>
          <a:p>
            <a:pPr marL="0" indent="0">
              <a:spcBef>
                <a:spcPts val="2400"/>
              </a:spcBef>
              <a:buNone/>
            </a:pPr>
            <a:r>
              <a:rPr lang="en-GB" b="1" noProof="0" dirty="0"/>
              <a:t>Lorem ipsum </a:t>
            </a:r>
            <a:r>
              <a:rPr lang="en-GB" b="1" noProof="0" dirty="0" err="1"/>
              <a:t>dolor</a:t>
            </a:r>
            <a:r>
              <a:rPr lang="en-GB" b="1" noProof="0" dirty="0"/>
              <a:t> sit </a:t>
            </a:r>
            <a:r>
              <a:rPr lang="en-GB" b="1" noProof="0" dirty="0" err="1"/>
              <a:t>amet</a:t>
            </a:r>
            <a:endParaRPr lang="en-GB" b="1" noProof="0" dirty="0"/>
          </a:p>
          <a:p>
            <a:pPr>
              <a:spcBef>
                <a:spcPts val="600"/>
              </a:spcBef>
            </a:pPr>
            <a:r>
              <a:rPr lang="en-GB" sz="1800" noProof="0" dirty="0" err="1"/>
              <a:t>sed</a:t>
            </a:r>
            <a:r>
              <a:rPr lang="en-GB" sz="1800" noProof="0" dirty="0"/>
              <a:t> </a:t>
            </a:r>
            <a:r>
              <a:rPr lang="en-GB" sz="1800" noProof="0" dirty="0" err="1"/>
              <a:t>diam</a:t>
            </a:r>
            <a:r>
              <a:rPr lang="en-GB" sz="1800" noProof="0" dirty="0"/>
              <a:t> </a:t>
            </a:r>
            <a:r>
              <a:rPr lang="en-GB" sz="1800" noProof="0" dirty="0" err="1"/>
              <a:t>nonumy</a:t>
            </a:r>
            <a:r>
              <a:rPr lang="en-GB" sz="1800" noProof="0" dirty="0"/>
              <a:t> magna </a:t>
            </a:r>
            <a:r>
              <a:rPr lang="en-GB" sz="1800" noProof="0" dirty="0" err="1"/>
              <a:t>aliquyam</a:t>
            </a:r>
            <a:r>
              <a:rPr lang="en-GB" sz="1800" noProof="0" dirty="0"/>
              <a:t> </a:t>
            </a:r>
          </a:p>
          <a:p>
            <a:pPr>
              <a:spcBef>
                <a:spcPts val="600"/>
              </a:spcBef>
            </a:pPr>
            <a:r>
              <a:rPr lang="en-GB" sz="1800" noProof="0" dirty="0" err="1"/>
              <a:t>eirmod</a:t>
            </a:r>
            <a:r>
              <a:rPr lang="en-GB" sz="1800" noProof="0" dirty="0"/>
              <a:t> </a:t>
            </a:r>
            <a:r>
              <a:rPr lang="en-GB" sz="1800" noProof="0" dirty="0" err="1"/>
              <a:t>tempor</a:t>
            </a:r>
            <a:r>
              <a:rPr lang="en-GB" sz="1800" noProof="0" dirty="0"/>
              <a:t> </a:t>
            </a:r>
            <a:r>
              <a:rPr lang="en-GB" sz="1800" noProof="0" dirty="0" err="1"/>
              <a:t>ut</a:t>
            </a:r>
            <a:r>
              <a:rPr lang="en-GB" sz="1800" noProof="0" dirty="0"/>
              <a:t> labore et dolore</a:t>
            </a:r>
          </a:p>
          <a:p>
            <a:pPr>
              <a:spcBef>
                <a:spcPts val="600"/>
              </a:spcBef>
            </a:pPr>
            <a:r>
              <a:rPr lang="en-GB" sz="1800" noProof="0" dirty="0"/>
              <a:t>magna </a:t>
            </a:r>
            <a:r>
              <a:rPr lang="en-GB" sz="1800" noProof="0" dirty="0" err="1"/>
              <a:t>aliquyam</a:t>
            </a:r>
            <a:r>
              <a:rPr lang="en-GB" sz="1800" noProof="0" dirty="0"/>
              <a:t> </a:t>
            </a:r>
            <a:r>
              <a:rPr lang="en-GB" sz="1800" noProof="0" dirty="0" err="1"/>
              <a:t>erat</a:t>
            </a:r>
            <a:r>
              <a:rPr lang="en-GB" sz="1800" noProof="0" dirty="0"/>
              <a:t> </a:t>
            </a:r>
            <a:r>
              <a:rPr lang="en-GB" sz="1800" noProof="0" dirty="0" err="1"/>
              <a:t>invidunt</a:t>
            </a:r>
            <a:r>
              <a:rPr lang="en-GB" sz="1800" noProof="0" dirty="0"/>
              <a:t> </a:t>
            </a:r>
            <a:r>
              <a:rPr lang="en-GB" sz="1800" noProof="0" dirty="0" err="1"/>
              <a:t>sed</a:t>
            </a:r>
            <a:endParaRPr lang="en-GB" sz="1800" noProof="0" dirty="0"/>
          </a:p>
          <a:p>
            <a:pPr>
              <a:spcBef>
                <a:spcPts val="600"/>
              </a:spcBef>
            </a:pPr>
            <a:r>
              <a:rPr lang="en-GB" sz="1800" noProof="0" dirty="0" err="1"/>
              <a:t>invidunt</a:t>
            </a:r>
            <a:r>
              <a:rPr lang="en-GB" sz="1800" noProof="0" dirty="0"/>
              <a:t> </a:t>
            </a:r>
            <a:r>
              <a:rPr lang="en-GB" sz="1800" noProof="0" dirty="0" err="1"/>
              <a:t>sed</a:t>
            </a:r>
            <a:r>
              <a:rPr lang="en-GB" sz="1800" noProof="0" dirty="0"/>
              <a:t> </a:t>
            </a:r>
            <a:r>
              <a:rPr lang="en-GB" sz="1800" noProof="0" dirty="0" err="1"/>
              <a:t>diam</a:t>
            </a:r>
            <a:r>
              <a:rPr lang="en-GB" sz="1800" noProof="0" dirty="0"/>
              <a:t> </a:t>
            </a:r>
            <a:r>
              <a:rPr lang="en-GB" sz="1800" noProof="0" dirty="0" err="1"/>
              <a:t>tua</a:t>
            </a:r>
            <a:endParaRPr lang="en-GB" sz="1800" noProof="0" dirty="0"/>
          </a:p>
          <a:p>
            <a:endParaRPr lang="en-GB" noProof="0" dirty="0"/>
          </a:p>
        </p:txBody>
      </p:sp>
      <p:sp>
        <p:nvSpPr>
          <p:cNvPr id="27" name="Titel 26">
            <a:extLst>
              <a:ext uri="{FF2B5EF4-FFF2-40B4-BE49-F238E27FC236}">
                <a16:creationId xmlns:a16="http://schemas.microsoft.com/office/drawing/2014/main" id="{A829461E-0E68-96CA-F3B9-CC77A0C70899}"/>
              </a:ext>
            </a:extLst>
          </p:cNvPr>
          <p:cNvSpPr>
            <a:spLocks noGrp="1"/>
          </p:cNvSpPr>
          <p:nvPr>
            <p:ph type="title"/>
          </p:nvPr>
        </p:nvSpPr>
        <p:spPr/>
        <p:txBody>
          <a:bodyPr/>
          <a:lstStyle/>
          <a:p>
            <a:r>
              <a:rPr lang="en-GB" noProof="0" dirty="0"/>
              <a:t>Lorem ipsum </a:t>
            </a:r>
            <a:r>
              <a:rPr lang="en-GB" noProof="0" dirty="0" err="1"/>
              <a:t>dolor</a:t>
            </a:r>
            <a:r>
              <a:rPr lang="en-GB" noProof="0" dirty="0"/>
              <a:t> sit </a:t>
            </a:r>
            <a:r>
              <a:rPr lang="en-GB" noProof="0" dirty="0" err="1"/>
              <a:t>amet</a:t>
            </a:r>
            <a:r>
              <a:rPr lang="en-GB" noProof="0" dirty="0"/>
              <a:t>, </a:t>
            </a:r>
            <a:br>
              <a:rPr lang="en-GB" noProof="0" dirty="0"/>
            </a:br>
            <a:r>
              <a:rPr lang="en-GB" noProof="0" dirty="0" err="1"/>
              <a:t>consetetur</a:t>
            </a:r>
            <a:r>
              <a:rPr lang="en-GB" noProof="0" dirty="0"/>
              <a:t> </a:t>
            </a:r>
            <a:r>
              <a:rPr lang="en-GB" noProof="0" dirty="0" err="1"/>
              <a:t>sadipscing</a:t>
            </a:r>
            <a:r>
              <a:rPr lang="en-GB" noProof="0" dirty="0"/>
              <a:t> </a:t>
            </a:r>
            <a:r>
              <a:rPr lang="en-GB" noProof="0" dirty="0" err="1"/>
              <a:t>elitr</a:t>
            </a:r>
            <a:r>
              <a:rPr lang="en-GB" noProof="0" dirty="0"/>
              <a:t> </a:t>
            </a:r>
            <a:r>
              <a:rPr lang="en-GB" noProof="0" dirty="0" err="1"/>
              <a:t>sed</a:t>
            </a:r>
            <a:endParaRPr lang="en-GB" noProof="0" dirty="0"/>
          </a:p>
        </p:txBody>
      </p:sp>
      <p:sp>
        <p:nvSpPr>
          <p:cNvPr id="8" name="Rechteck 7">
            <a:extLst>
              <a:ext uri="{FF2B5EF4-FFF2-40B4-BE49-F238E27FC236}">
                <a16:creationId xmlns:a16="http://schemas.microsoft.com/office/drawing/2014/main" id="{CE0C1573-F2DC-D8D6-5064-72F4B9EE2B8E}"/>
              </a:ext>
            </a:extLst>
          </p:cNvPr>
          <p:cNvSpPr/>
          <p:nvPr/>
        </p:nvSpPr>
        <p:spPr>
          <a:xfrm>
            <a:off x="4263746" y="4009859"/>
            <a:ext cx="1512682" cy="165515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cxnSp>
        <p:nvCxnSpPr>
          <p:cNvPr id="10" name="Gerader Verbinder 9">
            <a:extLst>
              <a:ext uri="{FF2B5EF4-FFF2-40B4-BE49-F238E27FC236}">
                <a16:creationId xmlns:a16="http://schemas.microsoft.com/office/drawing/2014/main" id="{9CEBDA76-D8D4-5BC7-F729-0C121624C34C}"/>
              </a:ext>
            </a:extLst>
          </p:cNvPr>
          <p:cNvCxnSpPr>
            <a:cxnSpLocks/>
          </p:cNvCxnSpPr>
          <p:nvPr/>
        </p:nvCxnSpPr>
        <p:spPr>
          <a:xfrm>
            <a:off x="6346632" y="2948359"/>
            <a:ext cx="540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Gerader Verbinder 10">
            <a:extLst>
              <a:ext uri="{FF2B5EF4-FFF2-40B4-BE49-F238E27FC236}">
                <a16:creationId xmlns:a16="http://schemas.microsoft.com/office/drawing/2014/main" id="{4CC916AA-41AF-CFF8-93A9-82A52FC904A6}"/>
              </a:ext>
            </a:extLst>
          </p:cNvPr>
          <p:cNvCxnSpPr>
            <a:cxnSpLocks/>
          </p:cNvCxnSpPr>
          <p:nvPr/>
        </p:nvCxnSpPr>
        <p:spPr>
          <a:xfrm>
            <a:off x="671444" y="2948359"/>
            <a:ext cx="540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2" name="Textfeld 11">
            <a:extLst>
              <a:ext uri="{FF2B5EF4-FFF2-40B4-BE49-F238E27FC236}">
                <a16:creationId xmlns:a16="http://schemas.microsoft.com/office/drawing/2014/main" id="{6413E606-FDDC-C0D4-A95D-E57E75642665}"/>
              </a:ext>
            </a:extLst>
          </p:cNvPr>
          <p:cNvSpPr txBox="1"/>
          <p:nvPr/>
        </p:nvSpPr>
        <p:spPr>
          <a:xfrm>
            <a:off x="4145466" y="5623002"/>
            <a:ext cx="1561171" cy="123111"/>
          </a:xfrm>
          <a:prstGeom prst="rect">
            <a:avLst/>
          </a:prstGeom>
          <a:noFill/>
        </p:spPr>
        <p:txBody>
          <a:bodyPr wrap="square" lIns="0" tIns="0" rIns="0" bIns="0" rtlCol="0">
            <a:spAutoFit/>
          </a:bodyPr>
          <a:lstStyle/>
          <a:p>
            <a:pPr algn="r"/>
            <a:endParaRPr lang="en-GB" sz="800" noProof="0"/>
          </a:p>
        </p:txBody>
      </p:sp>
      <p:sp>
        <p:nvSpPr>
          <p:cNvPr id="13" name="Textfeld 12">
            <a:extLst>
              <a:ext uri="{FF2B5EF4-FFF2-40B4-BE49-F238E27FC236}">
                <a16:creationId xmlns:a16="http://schemas.microsoft.com/office/drawing/2014/main" id="{95F7621C-7736-0EE8-485C-261E4048F62A}"/>
              </a:ext>
            </a:extLst>
          </p:cNvPr>
          <p:cNvSpPr txBox="1"/>
          <p:nvPr/>
        </p:nvSpPr>
        <p:spPr>
          <a:xfrm>
            <a:off x="10223615" y="5920893"/>
            <a:ext cx="1270362" cy="123111"/>
          </a:xfrm>
          <a:prstGeom prst="rect">
            <a:avLst/>
          </a:prstGeom>
          <a:noFill/>
        </p:spPr>
        <p:txBody>
          <a:bodyPr wrap="square" lIns="0" tIns="0" rIns="0" bIns="0" rtlCol="0">
            <a:spAutoFit/>
          </a:bodyPr>
          <a:lstStyle/>
          <a:p>
            <a:pPr algn="r"/>
            <a:r>
              <a:rPr lang="en-GB" sz="800" noProof="0"/>
              <a:t>Lorem ipsum </a:t>
            </a:r>
            <a:r>
              <a:rPr lang="en-GB" sz="800" noProof="0" err="1"/>
              <a:t>dolor</a:t>
            </a:r>
            <a:r>
              <a:rPr lang="en-GB" sz="800" noProof="0"/>
              <a:t> sit </a:t>
            </a:r>
            <a:r>
              <a:rPr lang="en-GB" sz="800" noProof="0" err="1"/>
              <a:t>amet</a:t>
            </a:r>
            <a:endParaRPr lang="en-GB" sz="800" noProof="0"/>
          </a:p>
        </p:txBody>
      </p:sp>
      <p:sp>
        <p:nvSpPr>
          <p:cNvPr id="14" name="Textfeld 13">
            <a:extLst>
              <a:ext uri="{FF2B5EF4-FFF2-40B4-BE49-F238E27FC236}">
                <a16:creationId xmlns:a16="http://schemas.microsoft.com/office/drawing/2014/main" id="{D61CAFE3-B2D8-BB10-FDB7-43D908EEE06D}"/>
              </a:ext>
            </a:extLst>
          </p:cNvPr>
          <p:cNvSpPr txBox="1"/>
          <p:nvPr/>
        </p:nvSpPr>
        <p:spPr>
          <a:xfrm>
            <a:off x="4517940" y="5920893"/>
            <a:ext cx="1270362" cy="123111"/>
          </a:xfrm>
          <a:prstGeom prst="rect">
            <a:avLst/>
          </a:prstGeom>
          <a:noFill/>
        </p:spPr>
        <p:txBody>
          <a:bodyPr wrap="square" lIns="0" tIns="0" rIns="0" bIns="0" rtlCol="0">
            <a:spAutoFit/>
          </a:bodyPr>
          <a:lstStyle/>
          <a:p>
            <a:pPr algn="r"/>
            <a:r>
              <a:rPr lang="en-GB" sz="800" noProof="0"/>
              <a:t>Lorem ipsum </a:t>
            </a:r>
            <a:r>
              <a:rPr lang="en-GB" sz="800" noProof="0" err="1"/>
              <a:t>dolor</a:t>
            </a:r>
            <a:r>
              <a:rPr lang="en-GB" sz="800" noProof="0"/>
              <a:t> sit </a:t>
            </a:r>
            <a:r>
              <a:rPr lang="en-GB" sz="800" noProof="0" err="1"/>
              <a:t>amet</a:t>
            </a:r>
            <a:endParaRPr lang="en-GB" sz="800" noProof="0"/>
          </a:p>
        </p:txBody>
      </p:sp>
      <p:grpSp>
        <p:nvGrpSpPr>
          <p:cNvPr id="15" name="Gruppieren 14">
            <a:extLst>
              <a:ext uri="{FF2B5EF4-FFF2-40B4-BE49-F238E27FC236}">
                <a16:creationId xmlns:a16="http://schemas.microsoft.com/office/drawing/2014/main" id="{3C6C961F-CD19-02C4-E57B-B24AF48207CF}"/>
              </a:ext>
            </a:extLst>
          </p:cNvPr>
          <p:cNvGrpSpPr/>
          <p:nvPr/>
        </p:nvGrpSpPr>
        <p:grpSpPr>
          <a:xfrm>
            <a:off x="4517940" y="4142361"/>
            <a:ext cx="1284894" cy="1619999"/>
            <a:chOff x="4517940" y="4142361"/>
            <a:chExt cx="1284894" cy="1619999"/>
          </a:xfrm>
          <a:solidFill>
            <a:schemeClr val="accent5"/>
          </a:solidFill>
        </p:grpSpPr>
        <p:sp>
          <p:nvSpPr>
            <p:cNvPr id="16" name="Freihandform: Form 15">
              <a:extLst>
                <a:ext uri="{FF2B5EF4-FFF2-40B4-BE49-F238E27FC236}">
                  <a16:creationId xmlns:a16="http://schemas.microsoft.com/office/drawing/2014/main" id="{7B36D2EA-38BA-6AEB-EC30-591890EFC81F}"/>
                </a:ext>
              </a:extLst>
            </p:cNvPr>
            <p:cNvSpPr/>
            <p:nvPr/>
          </p:nvSpPr>
          <p:spPr>
            <a:xfrm>
              <a:off x="4518254" y="4142674"/>
              <a:ext cx="201031" cy="201031"/>
            </a:xfrm>
            <a:custGeom>
              <a:avLst/>
              <a:gdLst>
                <a:gd name="connsiteX0" fmla="*/ 201032 w 201031"/>
                <a:gd name="connsiteY0" fmla="*/ 0 h 201031"/>
                <a:gd name="connsiteX1" fmla="*/ 0 w 201031"/>
                <a:gd name="connsiteY1" fmla="*/ 201032 h 201031"/>
                <a:gd name="connsiteX2" fmla="*/ 201032 w 201031"/>
                <a:gd name="connsiteY2" fmla="*/ 201032 h 201031"/>
              </a:gdLst>
              <a:ahLst/>
              <a:cxnLst>
                <a:cxn ang="0">
                  <a:pos x="connsiteX0" y="connsiteY0"/>
                </a:cxn>
                <a:cxn ang="0">
                  <a:pos x="connsiteX1" y="connsiteY1"/>
                </a:cxn>
                <a:cxn ang="0">
                  <a:pos x="connsiteX2" y="connsiteY2"/>
                </a:cxn>
              </a:cxnLst>
              <a:rect l="l" t="t" r="r" b="b"/>
              <a:pathLst>
                <a:path w="201031" h="201031">
                  <a:moveTo>
                    <a:pt x="201032" y="0"/>
                  </a:moveTo>
                  <a:lnTo>
                    <a:pt x="0" y="201032"/>
                  </a:lnTo>
                  <a:lnTo>
                    <a:pt x="201032" y="201032"/>
                  </a:lnTo>
                  <a:close/>
                </a:path>
              </a:pathLst>
            </a:custGeom>
            <a:grpFill/>
            <a:ln w="3163" cap="flat">
              <a:noFill/>
              <a:prstDash val="solid"/>
              <a:miter/>
            </a:ln>
          </p:spPr>
          <p:txBody>
            <a:bodyPr rtlCol="0" anchor="ctr"/>
            <a:lstStyle/>
            <a:p>
              <a:endParaRPr lang="en-GB" noProof="0"/>
            </a:p>
          </p:txBody>
        </p:sp>
        <p:sp>
          <p:nvSpPr>
            <p:cNvPr id="17" name="Freihandform: Form 16">
              <a:extLst>
                <a:ext uri="{FF2B5EF4-FFF2-40B4-BE49-F238E27FC236}">
                  <a16:creationId xmlns:a16="http://schemas.microsoft.com/office/drawing/2014/main" id="{E374F2B9-02C8-C37E-EC83-9F94CA6C3304}"/>
                </a:ext>
              </a:extLst>
            </p:cNvPr>
            <p:cNvSpPr/>
            <p:nvPr/>
          </p:nvSpPr>
          <p:spPr>
            <a:xfrm>
              <a:off x="4517940" y="4142361"/>
              <a:ext cx="1046953" cy="1382056"/>
            </a:xfrm>
            <a:custGeom>
              <a:avLst/>
              <a:gdLst>
                <a:gd name="connsiteX0" fmla="*/ 1046950 w 1046953"/>
                <a:gd name="connsiteY0" fmla="*/ 0 h 1382056"/>
                <a:gd name="connsiteX1" fmla="*/ 296267 w 1046953"/>
                <a:gd name="connsiteY1" fmla="*/ 0 h 1382056"/>
                <a:gd name="connsiteX2" fmla="*/ 296267 w 1046953"/>
                <a:gd name="connsiteY2" fmla="*/ 296267 h 1382056"/>
                <a:gd name="connsiteX3" fmla="*/ 0 w 1046953"/>
                <a:gd name="connsiteY3" fmla="*/ 296267 h 1382056"/>
                <a:gd name="connsiteX4" fmla="*/ 0 w 1046953"/>
                <a:gd name="connsiteY4" fmla="*/ 1382056 h 1382056"/>
                <a:gd name="connsiteX5" fmla="*/ 1046953 w 1046953"/>
                <a:gd name="connsiteY5" fmla="*/ 1382056 h 1382056"/>
                <a:gd name="connsiteX6" fmla="*/ 1046953 w 1046953"/>
                <a:gd name="connsiteY6" fmla="*/ 0 h 1382056"/>
                <a:gd name="connsiteX7" fmla="*/ 851452 w 1046953"/>
                <a:gd name="connsiteY7" fmla="*/ 917066 h 1382056"/>
                <a:gd name="connsiteX8" fmla="*/ 195501 w 1046953"/>
                <a:gd name="connsiteY8" fmla="*/ 917066 h 1382056"/>
                <a:gd name="connsiteX9" fmla="*/ 195501 w 1046953"/>
                <a:gd name="connsiteY9" fmla="*/ 822144 h 1382056"/>
                <a:gd name="connsiteX10" fmla="*/ 851452 w 1046953"/>
                <a:gd name="connsiteY10" fmla="*/ 822144 h 1382056"/>
                <a:gd name="connsiteX11" fmla="*/ 851452 w 1046953"/>
                <a:gd name="connsiteY11" fmla="*/ 715407 h 1382056"/>
                <a:gd name="connsiteX12" fmla="*/ 195501 w 1046953"/>
                <a:gd name="connsiteY12" fmla="*/ 715407 h 1382056"/>
                <a:gd name="connsiteX13" fmla="*/ 195501 w 1046953"/>
                <a:gd name="connsiteY13" fmla="*/ 620485 h 1382056"/>
                <a:gd name="connsiteX14" fmla="*/ 851452 w 1046953"/>
                <a:gd name="connsiteY14" fmla="*/ 620485 h 1382056"/>
                <a:gd name="connsiteX15" fmla="*/ 851452 w 1046953"/>
                <a:gd name="connsiteY15" fmla="*/ 513746 h 1382056"/>
                <a:gd name="connsiteX16" fmla="*/ 195501 w 1046953"/>
                <a:gd name="connsiteY16" fmla="*/ 513746 h 1382056"/>
                <a:gd name="connsiteX17" fmla="*/ 195501 w 1046953"/>
                <a:gd name="connsiteY17" fmla="*/ 418824 h 1382056"/>
                <a:gd name="connsiteX18" fmla="*/ 851452 w 1046953"/>
                <a:gd name="connsiteY18" fmla="*/ 418824 h 1382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46953" h="1382056">
                  <a:moveTo>
                    <a:pt x="1046950" y="0"/>
                  </a:moveTo>
                  <a:lnTo>
                    <a:pt x="296267" y="0"/>
                  </a:lnTo>
                  <a:lnTo>
                    <a:pt x="296267" y="296267"/>
                  </a:lnTo>
                  <a:lnTo>
                    <a:pt x="0" y="296267"/>
                  </a:lnTo>
                  <a:lnTo>
                    <a:pt x="0" y="1382056"/>
                  </a:lnTo>
                  <a:lnTo>
                    <a:pt x="1046953" y="1382056"/>
                  </a:lnTo>
                  <a:lnTo>
                    <a:pt x="1046953" y="0"/>
                  </a:lnTo>
                  <a:close/>
                  <a:moveTo>
                    <a:pt x="851452" y="917066"/>
                  </a:moveTo>
                  <a:lnTo>
                    <a:pt x="195501" y="917066"/>
                  </a:lnTo>
                  <a:lnTo>
                    <a:pt x="195501" y="822144"/>
                  </a:lnTo>
                  <a:lnTo>
                    <a:pt x="851452" y="822144"/>
                  </a:lnTo>
                  <a:close/>
                  <a:moveTo>
                    <a:pt x="851452" y="715407"/>
                  </a:moveTo>
                  <a:lnTo>
                    <a:pt x="195501" y="715407"/>
                  </a:lnTo>
                  <a:lnTo>
                    <a:pt x="195501" y="620485"/>
                  </a:lnTo>
                  <a:lnTo>
                    <a:pt x="851452" y="620485"/>
                  </a:lnTo>
                  <a:close/>
                  <a:moveTo>
                    <a:pt x="851452" y="513746"/>
                  </a:moveTo>
                  <a:lnTo>
                    <a:pt x="195501" y="513746"/>
                  </a:lnTo>
                  <a:lnTo>
                    <a:pt x="195501" y="418824"/>
                  </a:lnTo>
                  <a:lnTo>
                    <a:pt x="851452" y="418824"/>
                  </a:lnTo>
                  <a:close/>
                </a:path>
              </a:pathLst>
            </a:custGeom>
            <a:grpFill/>
            <a:ln w="3163" cap="flat">
              <a:noFill/>
              <a:prstDash val="solid"/>
              <a:miter/>
            </a:ln>
          </p:spPr>
          <p:txBody>
            <a:bodyPr rtlCol="0" anchor="ctr"/>
            <a:lstStyle/>
            <a:p>
              <a:endParaRPr lang="en-GB" noProof="0"/>
            </a:p>
          </p:txBody>
        </p:sp>
        <p:sp>
          <p:nvSpPr>
            <p:cNvPr id="18" name="Freihandform: Form 17">
              <a:extLst>
                <a:ext uri="{FF2B5EF4-FFF2-40B4-BE49-F238E27FC236}">
                  <a16:creationId xmlns:a16="http://schemas.microsoft.com/office/drawing/2014/main" id="{CEDB8682-1AAA-3CF5-FDCE-8C3633B01F76}"/>
                </a:ext>
              </a:extLst>
            </p:cNvPr>
            <p:cNvSpPr/>
            <p:nvPr/>
          </p:nvSpPr>
          <p:spPr>
            <a:xfrm>
              <a:off x="4755884" y="4380304"/>
              <a:ext cx="1046950" cy="1382056"/>
            </a:xfrm>
            <a:custGeom>
              <a:avLst/>
              <a:gdLst>
                <a:gd name="connsiteX0" fmla="*/ 903928 w 1046950"/>
                <a:gd name="connsiteY0" fmla="*/ 0 h 1382056"/>
                <a:gd name="connsiteX1" fmla="*/ 903928 w 1046950"/>
                <a:gd name="connsiteY1" fmla="*/ 1239034 h 1382056"/>
                <a:gd name="connsiteX2" fmla="*/ 0 w 1046950"/>
                <a:gd name="connsiteY2" fmla="*/ 1239034 h 1382056"/>
                <a:gd name="connsiteX3" fmla="*/ 0 w 1046950"/>
                <a:gd name="connsiteY3" fmla="*/ 1382056 h 1382056"/>
                <a:gd name="connsiteX4" fmla="*/ 1046950 w 1046950"/>
                <a:gd name="connsiteY4" fmla="*/ 1382056 h 1382056"/>
                <a:gd name="connsiteX5" fmla="*/ 1046950 w 1046950"/>
                <a:gd name="connsiteY5" fmla="*/ 0 h 1382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6950" h="1382056">
                  <a:moveTo>
                    <a:pt x="903928" y="0"/>
                  </a:moveTo>
                  <a:lnTo>
                    <a:pt x="903928" y="1239034"/>
                  </a:lnTo>
                  <a:lnTo>
                    <a:pt x="0" y="1239034"/>
                  </a:lnTo>
                  <a:lnTo>
                    <a:pt x="0" y="1382056"/>
                  </a:lnTo>
                  <a:lnTo>
                    <a:pt x="1046950" y="1382056"/>
                  </a:lnTo>
                  <a:lnTo>
                    <a:pt x="1046950" y="0"/>
                  </a:lnTo>
                  <a:close/>
                </a:path>
              </a:pathLst>
            </a:custGeom>
            <a:grpFill/>
            <a:ln w="3163" cap="flat">
              <a:noFill/>
              <a:prstDash val="solid"/>
              <a:miter/>
            </a:ln>
          </p:spPr>
          <p:txBody>
            <a:bodyPr rtlCol="0" anchor="ctr"/>
            <a:lstStyle/>
            <a:p>
              <a:endParaRPr lang="en-GB" noProof="0"/>
            </a:p>
          </p:txBody>
        </p:sp>
        <p:sp>
          <p:nvSpPr>
            <p:cNvPr id="19" name="Textfeld 18">
              <a:extLst>
                <a:ext uri="{FF2B5EF4-FFF2-40B4-BE49-F238E27FC236}">
                  <a16:creationId xmlns:a16="http://schemas.microsoft.com/office/drawing/2014/main" id="{13B49829-C76A-0976-6208-DDB431EF4931}"/>
                </a:ext>
              </a:extLst>
            </p:cNvPr>
            <p:cNvSpPr txBox="1"/>
            <p:nvPr/>
          </p:nvSpPr>
          <p:spPr>
            <a:xfrm>
              <a:off x="4517940" y="5102012"/>
              <a:ext cx="745991" cy="422405"/>
            </a:xfrm>
            <a:prstGeom prst="rect">
              <a:avLst/>
            </a:prstGeom>
            <a:grpFill/>
          </p:spPr>
          <p:txBody>
            <a:bodyPr wrap="square" lIns="72000" tIns="72000" rIns="72000" bIns="72000" rtlCol="0">
              <a:spAutoFit/>
            </a:bodyPr>
            <a:lstStyle/>
            <a:p>
              <a:r>
                <a:rPr lang="en-GB" b="1" noProof="0">
                  <a:solidFill>
                    <a:schemeClr val="bg1"/>
                  </a:solidFill>
                </a:rPr>
                <a:t>2025</a:t>
              </a:r>
            </a:p>
          </p:txBody>
        </p:sp>
      </p:grpSp>
      <p:grpSp>
        <p:nvGrpSpPr>
          <p:cNvPr id="20" name="Gruppieren 19">
            <a:extLst>
              <a:ext uri="{FF2B5EF4-FFF2-40B4-BE49-F238E27FC236}">
                <a16:creationId xmlns:a16="http://schemas.microsoft.com/office/drawing/2014/main" id="{FDC99D39-7B95-4B9E-8F52-AA3A884C858E}"/>
              </a:ext>
            </a:extLst>
          </p:cNvPr>
          <p:cNvGrpSpPr/>
          <p:nvPr/>
        </p:nvGrpSpPr>
        <p:grpSpPr>
          <a:xfrm>
            <a:off x="10223615" y="4142361"/>
            <a:ext cx="1284894" cy="1619999"/>
            <a:chOff x="4517940" y="4142361"/>
            <a:chExt cx="1284894" cy="1619999"/>
          </a:xfrm>
          <a:solidFill>
            <a:schemeClr val="accent5"/>
          </a:solidFill>
        </p:grpSpPr>
        <p:sp>
          <p:nvSpPr>
            <p:cNvPr id="21" name="Freihandform: Form 20">
              <a:extLst>
                <a:ext uri="{FF2B5EF4-FFF2-40B4-BE49-F238E27FC236}">
                  <a16:creationId xmlns:a16="http://schemas.microsoft.com/office/drawing/2014/main" id="{A5A0F8EA-B052-023E-FD4A-0049292D4424}"/>
                </a:ext>
              </a:extLst>
            </p:cNvPr>
            <p:cNvSpPr/>
            <p:nvPr/>
          </p:nvSpPr>
          <p:spPr>
            <a:xfrm>
              <a:off x="4518254" y="4142674"/>
              <a:ext cx="201031" cy="201031"/>
            </a:xfrm>
            <a:custGeom>
              <a:avLst/>
              <a:gdLst>
                <a:gd name="connsiteX0" fmla="*/ 201032 w 201031"/>
                <a:gd name="connsiteY0" fmla="*/ 0 h 201031"/>
                <a:gd name="connsiteX1" fmla="*/ 0 w 201031"/>
                <a:gd name="connsiteY1" fmla="*/ 201032 h 201031"/>
                <a:gd name="connsiteX2" fmla="*/ 201032 w 201031"/>
                <a:gd name="connsiteY2" fmla="*/ 201032 h 201031"/>
              </a:gdLst>
              <a:ahLst/>
              <a:cxnLst>
                <a:cxn ang="0">
                  <a:pos x="connsiteX0" y="connsiteY0"/>
                </a:cxn>
                <a:cxn ang="0">
                  <a:pos x="connsiteX1" y="connsiteY1"/>
                </a:cxn>
                <a:cxn ang="0">
                  <a:pos x="connsiteX2" y="connsiteY2"/>
                </a:cxn>
              </a:cxnLst>
              <a:rect l="l" t="t" r="r" b="b"/>
              <a:pathLst>
                <a:path w="201031" h="201031">
                  <a:moveTo>
                    <a:pt x="201032" y="0"/>
                  </a:moveTo>
                  <a:lnTo>
                    <a:pt x="0" y="201032"/>
                  </a:lnTo>
                  <a:lnTo>
                    <a:pt x="201032" y="201032"/>
                  </a:lnTo>
                  <a:close/>
                </a:path>
              </a:pathLst>
            </a:custGeom>
            <a:grpFill/>
            <a:ln w="3163" cap="flat">
              <a:noFill/>
              <a:prstDash val="solid"/>
              <a:miter/>
            </a:ln>
          </p:spPr>
          <p:txBody>
            <a:bodyPr rtlCol="0" anchor="ctr"/>
            <a:lstStyle/>
            <a:p>
              <a:endParaRPr lang="en-GB" noProof="0"/>
            </a:p>
          </p:txBody>
        </p:sp>
        <p:sp>
          <p:nvSpPr>
            <p:cNvPr id="22" name="Freihandform: Form 21">
              <a:extLst>
                <a:ext uri="{FF2B5EF4-FFF2-40B4-BE49-F238E27FC236}">
                  <a16:creationId xmlns:a16="http://schemas.microsoft.com/office/drawing/2014/main" id="{66BCE4E4-FB47-743F-D1B6-D2269C3D98B4}"/>
                </a:ext>
              </a:extLst>
            </p:cNvPr>
            <p:cNvSpPr/>
            <p:nvPr/>
          </p:nvSpPr>
          <p:spPr>
            <a:xfrm>
              <a:off x="4517940" y="4142361"/>
              <a:ext cx="1046953" cy="1382056"/>
            </a:xfrm>
            <a:custGeom>
              <a:avLst/>
              <a:gdLst>
                <a:gd name="connsiteX0" fmla="*/ 1046950 w 1046953"/>
                <a:gd name="connsiteY0" fmla="*/ 0 h 1382056"/>
                <a:gd name="connsiteX1" fmla="*/ 296267 w 1046953"/>
                <a:gd name="connsiteY1" fmla="*/ 0 h 1382056"/>
                <a:gd name="connsiteX2" fmla="*/ 296267 w 1046953"/>
                <a:gd name="connsiteY2" fmla="*/ 296267 h 1382056"/>
                <a:gd name="connsiteX3" fmla="*/ 0 w 1046953"/>
                <a:gd name="connsiteY3" fmla="*/ 296267 h 1382056"/>
                <a:gd name="connsiteX4" fmla="*/ 0 w 1046953"/>
                <a:gd name="connsiteY4" fmla="*/ 1382056 h 1382056"/>
                <a:gd name="connsiteX5" fmla="*/ 1046953 w 1046953"/>
                <a:gd name="connsiteY5" fmla="*/ 1382056 h 1382056"/>
                <a:gd name="connsiteX6" fmla="*/ 1046953 w 1046953"/>
                <a:gd name="connsiteY6" fmla="*/ 0 h 1382056"/>
                <a:gd name="connsiteX7" fmla="*/ 851452 w 1046953"/>
                <a:gd name="connsiteY7" fmla="*/ 917066 h 1382056"/>
                <a:gd name="connsiteX8" fmla="*/ 195501 w 1046953"/>
                <a:gd name="connsiteY8" fmla="*/ 917066 h 1382056"/>
                <a:gd name="connsiteX9" fmla="*/ 195501 w 1046953"/>
                <a:gd name="connsiteY9" fmla="*/ 822144 h 1382056"/>
                <a:gd name="connsiteX10" fmla="*/ 851452 w 1046953"/>
                <a:gd name="connsiteY10" fmla="*/ 822144 h 1382056"/>
                <a:gd name="connsiteX11" fmla="*/ 851452 w 1046953"/>
                <a:gd name="connsiteY11" fmla="*/ 715407 h 1382056"/>
                <a:gd name="connsiteX12" fmla="*/ 195501 w 1046953"/>
                <a:gd name="connsiteY12" fmla="*/ 715407 h 1382056"/>
                <a:gd name="connsiteX13" fmla="*/ 195501 w 1046953"/>
                <a:gd name="connsiteY13" fmla="*/ 620485 h 1382056"/>
                <a:gd name="connsiteX14" fmla="*/ 851452 w 1046953"/>
                <a:gd name="connsiteY14" fmla="*/ 620485 h 1382056"/>
                <a:gd name="connsiteX15" fmla="*/ 851452 w 1046953"/>
                <a:gd name="connsiteY15" fmla="*/ 513746 h 1382056"/>
                <a:gd name="connsiteX16" fmla="*/ 195501 w 1046953"/>
                <a:gd name="connsiteY16" fmla="*/ 513746 h 1382056"/>
                <a:gd name="connsiteX17" fmla="*/ 195501 w 1046953"/>
                <a:gd name="connsiteY17" fmla="*/ 418824 h 1382056"/>
                <a:gd name="connsiteX18" fmla="*/ 851452 w 1046953"/>
                <a:gd name="connsiteY18" fmla="*/ 418824 h 1382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46953" h="1382056">
                  <a:moveTo>
                    <a:pt x="1046950" y="0"/>
                  </a:moveTo>
                  <a:lnTo>
                    <a:pt x="296267" y="0"/>
                  </a:lnTo>
                  <a:lnTo>
                    <a:pt x="296267" y="296267"/>
                  </a:lnTo>
                  <a:lnTo>
                    <a:pt x="0" y="296267"/>
                  </a:lnTo>
                  <a:lnTo>
                    <a:pt x="0" y="1382056"/>
                  </a:lnTo>
                  <a:lnTo>
                    <a:pt x="1046953" y="1382056"/>
                  </a:lnTo>
                  <a:lnTo>
                    <a:pt x="1046953" y="0"/>
                  </a:lnTo>
                  <a:close/>
                  <a:moveTo>
                    <a:pt x="851452" y="917066"/>
                  </a:moveTo>
                  <a:lnTo>
                    <a:pt x="195501" y="917066"/>
                  </a:lnTo>
                  <a:lnTo>
                    <a:pt x="195501" y="822144"/>
                  </a:lnTo>
                  <a:lnTo>
                    <a:pt x="851452" y="822144"/>
                  </a:lnTo>
                  <a:close/>
                  <a:moveTo>
                    <a:pt x="851452" y="715407"/>
                  </a:moveTo>
                  <a:lnTo>
                    <a:pt x="195501" y="715407"/>
                  </a:lnTo>
                  <a:lnTo>
                    <a:pt x="195501" y="620485"/>
                  </a:lnTo>
                  <a:lnTo>
                    <a:pt x="851452" y="620485"/>
                  </a:lnTo>
                  <a:close/>
                  <a:moveTo>
                    <a:pt x="851452" y="513746"/>
                  </a:moveTo>
                  <a:lnTo>
                    <a:pt x="195501" y="513746"/>
                  </a:lnTo>
                  <a:lnTo>
                    <a:pt x="195501" y="418824"/>
                  </a:lnTo>
                  <a:lnTo>
                    <a:pt x="851452" y="418824"/>
                  </a:lnTo>
                  <a:close/>
                </a:path>
              </a:pathLst>
            </a:custGeom>
            <a:grpFill/>
            <a:ln w="3163" cap="flat">
              <a:noFill/>
              <a:prstDash val="solid"/>
              <a:miter/>
            </a:ln>
          </p:spPr>
          <p:txBody>
            <a:bodyPr rtlCol="0" anchor="ctr"/>
            <a:lstStyle/>
            <a:p>
              <a:endParaRPr lang="en-GB" noProof="0"/>
            </a:p>
          </p:txBody>
        </p:sp>
        <p:sp>
          <p:nvSpPr>
            <p:cNvPr id="23" name="Freihandform: Form 22">
              <a:extLst>
                <a:ext uri="{FF2B5EF4-FFF2-40B4-BE49-F238E27FC236}">
                  <a16:creationId xmlns:a16="http://schemas.microsoft.com/office/drawing/2014/main" id="{5F4A1676-DBEF-9686-45B8-974EE4253EED}"/>
                </a:ext>
              </a:extLst>
            </p:cNvPr>
            <p:cNvSpPr/>
            <p:nvPr/>
          </p:nvSpPr>
          <p:spPr>
            <a:xfrm>
              <a:off x="4755884" y="4380304"/>
              <a:ext cx="1046950" cy="1382056"/>
            </a:xfrm>
            <a:custGeom>
              <a:avLst/>
              <a:gdLst>
                <a:gd name="connsiteX0" fmla="*/ 903928 w 1046950"/>
                <a:gd name="connsiteY0" fmla="*/ 0 h 1382056"/>
                <a:gd name="connsiteX1" fmla="*/ 903928 w 1046950"/>
                <a:gd name="connsiteY1" fmla="*/ 1239034 h 1382056"/>
                <a:gd name="connsiteX2" fmla="*/ 0 w 1046950"/>
                <a:gd name="connsiteY2" fmla="*/ 1239034 h 1382056"/>
                <a:gd name="connsiteX3" fmla="*/ 0 w 1046950"/>
                <a:gd name="connsiteY3" fmla="*/ 1382056 h 1382056"/>
                <a:gd name="connsiteX4" fmla="*/ 1046950 w 1046950"/>
                <a:gd name="connsiteY4" fmla="*/ 1382056 h 1382056"/>
                <a:gd name="connsiteX5" fmla="*/ 1046950 w 1046950"/>
                <a:gd name="connsiteY5" fmla="*/ 0 h 13820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46950" h="1382056">
                  <a:moveTo>
                    <a:pt x="903928" y="0"/>
                  </a:moveTo>
                  <a:lnTo>
                    <a:pt x="903928" y="1239034"/>
                  </a:lnTo>
                  <a:lnTo>
                    <a:pt x="0" y="1239034"/>
                  </a:lnTo>
                  <a:lnTo>
                    <a:pt x="0" y="1382056"/>
                  </a:lnTo>
                  <a:lnTo>
                    <a:pt x="1046950" y="1382056"/>
                  </a:lnTo>
                  <a:lnTo>
                    <a:pt x="1046950" y="0"/>
                  </a:lnTo>
                  <a:close/>
                </a:path>
              </a:pathLst>
            </a:custGeom>
            <a:grpFill/>
            <a:ln w="3163" cap="flat">
              <a:noFill/>
              <a:prstDash val="solid"/>
              <a:miter/>
            </a:ln>
          </p:spPr>
          <p:txBody>
            <a:bodyPr rtlCol="0" anchor="ctr"/>
            <a:lstStyle/>
            <a:p>
              <a:endParaRPr lang="en-GB" noProof="0"/>
            </a:p>
          </p:txBody>
        </p:sp>
        <p:sp>
          <p:nvSpPr>
            <p:cNvPr id="24" name="Textfeld 23">
              <a:extLst>
                <a:ext uri="{FF2B5EF4-FFF2-40B4-BE49-F238E27FC236}">
                  <a16:creationId xmlns:a16="http://schemas.microsoft.com/office/drawing/2014/main" id="{B1038109-C360-EF73-9892-2138B192394C}"/>
                </a:ext>
              </a:extLst>
            </p:cNvPr>
            <p:cNvSpPr txBox="1"/>
            <p:nvPr/>
          </p:nvSpPr>
          <p:spPr>
            <a:xfrm>
              <a:off x="4517940" y="5102012"/>
              <a:ext cx="745991" cy="422405"/>
            </a:xfrm>
            <a:prstGeom prst="rect">
              <a:avLst/>
            </a:prstGeom>
            <a:grpFill/>
          </p:spPr>
          <p:txBody>
            <a:bodyPr wrap="square" lIns="72000" tIns="72000" rIns="72000" bIns="72000" rtlCol="0">
              <a:spAutoFit/>
            </a:bodyPr>
            <a:lstStyle/>
            <a:p>
              <a:r>
                <a:rPr lang="en-GB" b="1" noProof="0">
                  <a:solidFill>
                    <a:schemeClr val="bg1"/>
                  </a:solidFill>
                </a:rPr>
                <a:t>2025</a:t>
              </a:r>
            </a:p>
          </p:txBody>
        </p:sp>
      </p:grpSp>
      <p:sp>
        <p:nvSpPr>
          <p:cNvPr id="30" name="Textfeld 29">
            <a:extLst>
              <a:ext uri="{FF2B5EF4-FFF2-40B4-BE49-F238E27FC236}">
                <a16:creationId xmlns:a16="http://schemas.microsoft.com/office/drawing/2014/main" id="{3BCD72D5-9D57-7C39-A7EF-68944F9B5089}"/>
              </a:ext>
            </a:extLst>
          </p:cNvPr>
          <p:cNvSpPr txBox="1"/>
          <p:nvPr/>
        </p:nvSpPr>
        <p:spPr>
          <a:xfrm>
            <a:off x="672787" y="5801716"/>
            <a:ext cx="2708916" cy="246221"/>
          </a:xfrm>
          <a:prstGeom prst="rect">
            <a:avLst/>
          </a:prstGeom>
          <a:noFill/>
        </p:spPr>
        <p:txBody>
          <a:bodyPr wrap="square" lIns="0" tIns="0" rIns="0" bIns="0" rtlCol="0">
            <a:spAutoFit/>
          </a:bodyPr>
          <a:lstStyle/>
          <a:p>
            <a:r>
              <a:rPr lang="en-GB" sz="800" noProof="0" dirty="0">
                <a:solidFill>
                  <a:prstClr val="black"/>
                </a:solidFill>
                <a:latin typeface="+mj-lt"/>
              </a:rPr>
              <a:t>Lorem ipsum </a:t>
            </a:r>
            <a:r>
              <a:rPr lang="en-GB" sz="800" noProof="0" dirty="0" err="1">
                <a:solidFill>
                  <a:prstClr val="black"/>
                </a:solidFill>
                <a:latin typeface="+mj-lt"/>
              </a:rPr>
              <a:t>dolor</a:t>
            </a:r>
            <a:r>
              <a:rPr lang="en-GB" sz="800" noProof="0" dirty="0">
                <a:solidFill>
                  <a:prstClr val="black"/>
                </a:solidFill>
                <a:latin typeface="+mj-lt"/>
              </a:rPr>
              <a:t> sit </a:t>
            </a:r>
            <a:r>
              <a:rPr lang="en-GB" sz="800" noProof="0" dirty="0" err="1">
                <a:solidFill>
                  <a:prstClr val="black"/>
                </a:solidFill>
                <a:latin typeface="+mj-lt"/>
              </a:rPr>
              <a:t>amet</a:t>
            </a:r>
            <a:r>
              <a:rPr lang="en-GB" sz="800" noProof="0" dirty="0">
                <a:solidFill>
                  <a:prstClr val="black"/>
                </a:solidFill>
                <a:latin typeface="+mj-lt"/>
              </a:rPr>
              <a:t>, </a:t>
            </a:r>
            <a:r>
              <a:rPr lang="en-GB" sz="800" noProof="0" dirty="0" err="1">
                <a:solidFill>
                  <a:prstClr val="black"/>
                </a:solidFill>
                <a:latin typeface="+mj-lt"/>
              </a:rPr>
              <a:t>consetetur</a:t>
            </a:r>
            <a:r>
              <a:rPr lang="en-GB" sz="800" noProof="0" dirty="0">
                <a:solidFill>
                  <a:prstClr val="black"/>
                </a:solidFill>
                <a:latin typeface="+mj-lt"/>
              </a:rPr>
              <a:t> </a:t>
            </a:r>
            <a:r>
              <a:rPr lang="en-GB" sz="800" noProof="0" dirty="0" err="1">
                <a:solidFill>
                  <a:prstClr val="black"/>
                </a:solidFill>
                <a:latin typeface="+mj-lt"/>
              </a:rPr>
              <a:t>sadipscing</a:t>
            </a:r>
            <a:r>
              <a:rPr lang="en-GB" sz="800" noProof="0" dirty="0">
                <a:solidFill>
                  <a:prstClr val="black"/>
                </a:solidFill>
                <a:latin typeface="+mj-lt"/>
              </a:rPr>
              <a:t> </a:t>
            </a:r>
            <a:r>
              <a:rPr lang="en-GB" sz="800" noProof="0" dirty="0" err="1">
                <a:solidFill>
                  <a:prstClr val="black"/>
                </a:solidFill>
                <a:latin typeface="+mj-lt"/>
              </a:rPr>
              <a:t>elitr</a:t>
            </a:r>
            <a:r>
              <a:rPr lang="en-GB" sz="800" noProof="0" dirty="0">
                <a:solidFill>
                  <a:prstClr val="black"/>
                </a:solidFill>
                <a:latin typeface="+mj-lt"/>
              </a:rPr>
              <a:t>, </a:t>
            </a:r>
            <a:r>
              <a:rPr lang="en-GB" sz="800" noProof="0" dirty="0" err="1">
                <a:solidFill>
                  <a:prstClr val="black"/>
                </a:solidFill>
                <a:latin typeface="+mj-lt"/>
              </a:rPr>
              <a:t>diam</a:t>
            </a:r>
            <a:r>
              <a:rPr lang="en-GB" sz="800" noProof="0" dirty="0">
                <a:solidFill>
                  <a:prstClr val="black"/>
                </a:solidFill>
                <a:latin typeface="+mj-lt"/>
              </a:rPr>
              <a:t> </a:t>
            </a:r>
            <a:r>
              <a:rPr lang="en-GB" sz="800" noProof="0" dirty="0" err="1">
                <a:solidFill>
                  <a:prstClr val="black"/>
                </a:solidFill>
                <a:latin typeface="+mj-lt"/>
              </a:rPr>
              <a:t>nonumy</a:t>
            </a:r>
            <a:r>
              <a:rPr lang="en-GB" sz="800" noProof="0" dirty="0">
                <a:solidFill>
                  <a:prstClr val="black"/>
                </a:solidFill>
                <a:latin typeface="+mj-lt"/>
              </a:rPr>
              <a:t> </a:t>
            </a:r>
            <a:r>
              <a:rPr lang="en-GB" sz="800" noProof="0" dirty="0" err="1">
                <a:solidFill>
                  <a:prstClr val="black"/>
                </a:solidFill>
                <a:latin typeface="+mj-lt"/>
              </a:rPr>
              <a:t>eirmod</a:t>
            </a:r>
            <a:r>
              <a:rPr lang="en-GB" sz="800" noProof="0" dirty="0">
                <a:solidFill>
                  <a:prstClr val="black"/>
                </a:solidFill>
                <a:latin typeface="+mj-lt"/>
              </a:rPr>
              <a:t> </a:t>
            </a:r>
            <a:r>
              <a:rPr lang="en-GB" sz="800" noProof="0" dirty="0" err="1">
                <a:solidFill>
                  <a:prstClr val="black"/>
                </a:solidFill>
                <a:latin typeface="+mj-lt"/>
              </a:rPr>
              <a:t>tempor</a:t>
            </a:r>
            <a:r>
              <a:rPr lang="en-GB" sz="800" noProof="0" dirty="0">
                <a:solidFill>
                  <a:prstClr val="black"/>
                </a:solidFill>
                <a:latin typeface="+mj-lt"/>
              </a:rPr>
              <a:t> </a:t>
            </a:r>
            <a:r>
              <a:rPr lang="en-GB" sz="800" noProof="0" dirty="0" err="1">
                <a:solidFill>
                  <a:prstClr val="black"/>
                </a:solidFill>
                <a:latin typeface="+mj-lt"/>
              </a:rPr>
              <a:t>invidunt</a:t>
            </a:r>
            <a:r>
              <a:rPr lang="en-GB" sz="800" noProof="0" dirty="0">
                <a:solidFill>
                  <a:prstClr val="black"/>
                </a:solidFill>
                <a:latin typeface="+mj-lt"/>
              </a:rPr>
              <a:t> labore et dolore </a:t>
            </a:r>
            <a:r>
              <a:rPr lang="en-GB" sz="800" noProof="0" dirty="0" err="1">
                <a:solidFill>
                  <a:prstClr val="black"/>
                </a:solidFill>
                <a:latin typeface="+mj-lt"/>
              </a:rPr>
              <a:t>vero</a:t>
            </a:r>
            <a:endParaRPr lang="en-GB" sz="800" noProof="0" dirty="0">
              <a:latin typeface="+mj-lt"/>
            </a:endParaRPr>
          </a:p>
        </p:txBody>
      </p:sp>
      <p:sp>
        <p:nvSpPr>
          <p:cNvPr id="5" name="Foliennummernplatzhalter 7">
            <a:extLst>
              <a:ext uri="{FF2B5EF4-FFF2-40B4-BE49-F238E27FC236}">
                <a16:creationId xmlns:a16="http://schemas.microsoft.com/office/drawing/2014/main" id="{DBDC7AAA-969C-DEF4-6309-2EF58B9AFCFD}"/>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37</a:t>
            </a:fld>
            <a:endParaRPr lang="de-DE"/>
          </a:p>
        </p:txBody>
      </p:sp>
    </p:spTree>
    <p:extLst>
      <p:ext uri="{BB962C8B-B14F-4D97-AF65-F5344CB8AC3E}">
        <p14:creationId xmlns:p14="http://schemas.microsoft.com/office/powerpoint/2010/main" val="2575792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408543-E10F-E2BE-84DC-90603F6ADAB9}"/>
            </a:ext>
          </a:extLst>
        </p:cNvPr>
        <p:cNvGrpSpPr/>
        <p:nvPr/>
      </p:nvGrpSpPr>
      <p:grpSpPr>
        <a:xfrm>
          <a:off x="0" y="0"/>
          <a:ext cx="0" cy="0"/>
          <a:chOff x="0" y="0"/>
          <a:chExt cx="0" cy="0"/>
        </a:xfrm>
      </p:grpSpPr>
      <p:sp>
        <p:nvSpPr>
          <p:cNvPr id="17" name="Rechteck 16">
            <a:extLst>
              <a:ext uri="{FF2B5EF4-FFF2-40B4-BE49-F238E27FC236}">
                <a16:creationId xmlns:a16="http://schemas.microsoft.com/office/drawing/2014/main" id="{4FAA5B25-3E31-71B9-8D68-4781079477F0}"/>
              </a:ext>
            </a:extLst>
          </p:cNvPr>
          <p:cNvSpPr/>
          <p:nvPr/>
        </p:nvSpPr>
        <p:spPr>
          <a:xfrm>
            <a:off x="8075613" y="0"/>
            <a:ext cx="4114799"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 name="Rechteck 5">
            <a:extLst>
              <a:ext uri="{FF2B5EF4-FFF2-40B4-BE49-F238E27FC236}">
                <a16:creationId xmlns:a16="http://schemas.microsoft.com/office/drawing/2014/main" id="{8F6F4D1A-0752-276E-BF41-977A55143FD9}"/>
              </a:ext>
            </a:extLst>
          </p:cNvPr>
          <p:cNvSpPr/>
          <p:nvPr/>
        </p:nvSpPr>
        <p:spPr>
          <a:xfrm>
            <a:off x="521586" y="2473390"/>
            <a:ext cx="7373052" cy="37273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 name="Titel 6">
            <a:extLst>
              <a:ext uri="{FF2B5EF4-FFF2-40B4-BE49-F238E27FC236}">
                <a16:creationId xmlns:a16="http://schemas.microsoft.com/office/drawing/2014/main" id="{0C3B50B8-96A4-A541-CD62-7066ADBF4546}"/>
              </a:ext>
            </a:extLst>
          </p:cNvPr>
          <p:cNvSpPr>
            <a:spLocks noGrp="1"/>
          </p:cNvSpPr>
          <p:nvPr>
            <p:ph type="title"/>
          </p:nvPr>
        </p:nvSpPr>
        <p:spPr>
          <a:xfrm>
            <a:off x="514801" y="540000"/>
            <a:ext cx="7379838" cy="817200"/>
          </a:xfrm>
        </p:spPr>
        <p:txBody>
          <a:bodyPr/>
          <a:lstStyle/>
          <a:p>
            <a:pPr>
              <a:lnSpc>
                <a:spcPct val="95000"/>
              </a:lnSpc>
            </a:pPr>
            <a:r>
              <a:rPr lang="en-GB" noProof="0" dirty="0"/>
              <a:t>Lorem ipsum </a:t>
            </a:r>
            <a:r>
              <a:rPr lang="en-GB" noProof="0" dirty="0" err="1"/>
              <a:t>dolor</a:t>
            </a:r>
            <a:r>
              <a:rPr lang="en-GB" noProof="0" dirty="0"/>
              <a:t> sit </a:t>
            </a:r>
            <a:r>
              <a:rPr lang="en-GB" noProof="0" dirty="0" err="1"/>
              <a:t>amet</a:t>
            </a:r>
            <a:r>
              <a:rPr lang="en-GB" noProof="0" dirty="0"/>
              <a:t>, </a:t>
            </a:r>
            <a:r>
              <a:rPr lang="en-GB" noProof="0" dirty="0" err="1"/>
              <a:t>consetetur</a:t>
            </a:r>
            <a:r>
              <a:rPr lang="en-GB" noProof="0" dirty="0"/>
              <a:t> </a:t>
            </a:r>
            <a:br>
              <a:rPr lang="en-GB" noProof="0" dirty="0"/>
            </a:br>
            <a:r>
              <a:rPr lang="en-GB" noProof="0" dirty="0" err="1"/>
              <a:t>sadipscing</a:t>
            </a:r>
            <a:r>
              <a:rPr lang="en-GB" noProof="0" dirty="0"/>
              <a:t> </a:t>
            </a:r>
            <a:r>
              <a:rPr lang="en-GB" noProof="0" dirty="0" err="1"/>
              <a:t>elitr</a:t>
            </a:r>
            <a:r>
              <a:rPr lang="en-GB" noProof="0" dirty="0"/>
              <a:t>, </a:t>
            </a:r>
            <a:r>
              <a:rPr lang="en-GB" noProof="0" dirty="0" err="1"/>
              <a:t>diam</a:t>
            </a:r>
            <a:r>
              <a:rPr lang="en-GB" noProof="0" dirty="0"/>
              <a:t> </a:t>
            </a:r>
            <a:r>
              <a:rPr lang="en-GB" noProof="0" dirty="0" err="1"/>
              <a:t>nonumy</a:t>
            </a:r>
            <a:r>
              <a:rPr lang="en-GB" noProof="0" dirty="0"/>
              <a:t> </a:t>
            </a:r>
            <a:r>
              <a:rPr lang="en-GB" noProof="0" dirty="0" err="1"/>
              <a:t>eirmod</a:t>
            </a:r>
            <a:r>
              <a:rPr lang="en-GB" noProof="0" dirty="0"/>
              <a:t> </a:t>
            </a:r>
            <a:br>
              <a:rPr lang="en-GB" noProof="0" dirty="0"/>
            </a:br>
            <a:r>
              <a:rPr lang="en-GB" noProof="0" dirty="0" err="1"/>
              <a:t>tempor</a:t>
            </a:r>
            <a:r>
              <a:rPr lang="en-GB" noProof="0" dirty="0"/>
              <a:t> </a:t>
            </a:r>
            <a:r>
              <a:rPr lang="en-GB" noProof="0" dirty="0" err="1"/>
              <a:t>invidunt</a:t>
            </a:r>
            <a:r>
              <a:rPr lang="en-GB" noProof="0" dirty="0"/>
              <a:t> labore et dolore </a:t>
            </a:r>
            <a:r>
              <a:rPr lang="en-GB" noProof="0" dirty="0" err="1"/>
              <a:t>vero</a:t>
            </a:r>
            <a:r>
              <a:rPr lang="en-GB" dirty="0"/>
              <a:t> </a:t>
            </a:r>
            <a:r>
              <a:rPr lang="en-GB" noProof="0" dirty="0"/>
              <a:t> </a:t>
            </a:r>
          </a:p>
        </p:txBody>
      </p:sp>
      <p:graphicFrame>
        <p:nvGraphicFramePr>
          <p:cNvPr id="8" name="Tabelle 7">
            <a:extLst>
              <a:ext uri="{FF2B5EF4-FFF2-40B4-BE49-F238E27FC236}">
                <a16:creationId xmlns:a16="http://schemas.microsoft.com/office/drawing/2014/main" id="{DBE6B16E-3807-D509-48A8-76B7B1B8470E}"/>
              </a:ext>
            </a:extLst>
          </p:cNvPr>
          <p:cNvGraphicFramePr>
            <a:graphicFrameLocks noGrp="1"/>
          </p:cNvGraphicFramePr>
          <p:nvPr/>
        </p:nvGraphicFramePr>
        <p:xfrm>
          <a:off x="665586" y="2616143"/>
          <a:ext cx="7085051" cy="3585879"/>
        </p:xfrm>
        <a:graphic>
          <a:graphicData uri="http://schemas.openxmlformats.org/drawingml/2006/table">
            <a:tbl>
              <a:tblPr firstRow="1" bandRow="1">
                <a:tableStyleId>{5C22544A-7EE6-4342-B048-85BDC9FD1C3A}</a:tableStyleId>
              </a:tblPr>
              <a:tblGrid>
                <a:gridCol w="1864488">
                  <a:extLst>
                    <a:ext uri="{9D8B030D-6E8A-4147-A177-3AD203B41FA5}">
                      <a16:colId xmlns:a16="http://schemas.microsoft.com/office/drawing/2014/main" val="411402726"/>
                    </a:ext>
                  </a:extLst>
                </a:gridCol>
                <a:gridCol w="4251030">
                  <a:extLst>
                    <a:ext uri="{9D8B030D-6E8A-4147-A177-3AD203B41FA5}">
                      <a16:colId xmlns:a16="http://schemas.microsoft.com/office/drawing/2014/main" val="894871734"/>
                    </a:ext>
                  </a:extLst>
                </a:gridCol>
                <a:gridCol w="969533">
                  <a:extLst>
                    <a:ext uri="{9D8B030D-6E8A-4147-A177-3AD203B41FA5}">
                      <a16:colId xmlns:a16="http://schemas.microsoft.com/office/drawing/2014/main" val="1295051906"/>
                    </a:ext>
                  </a:extLst>
                </a:gridCol>
              </a:tblGrid>
              <a:tr h="508505">
                <a:tc>
                  <a:txBody>
                    <a:bodyPr/>
                    <a:lstStyle/>
                    <a:p>
                      <a:pPr>
                        <a:lnSpc>
                          <a:spcPct val="110000"/>
                        </a:lnSpc>
                      </a:pPr>
                      <a:r>
                        <a:rPr lang="en-GB" noProof="0">
                          <a:solidFill>
                            <a:schemeClr val="accent1"/>
                          </a:solidFill>
                        </a:rPr>
                        <a:t>Lorem Ipsum</a:t>
                      </a:r>
                    </a:p>
                  </a:txBody>
                  <a:tcPr marL="0" marR="72000" marT="0" marB="72000">
                    <a:lnB w="19050" cap="flat" cmpd="sng" algn="ctr">
                      <a:solidFill>
                        <a:schemeClr val="accent5"/>
                      </a:solidFill>
                      <a:prstDash val="solid"/>
                      <a:round/>
                      <a:headEnd type="none" w="med" len="med"/>
                      <a:tailEnd type="none" w="med" len="med"/>
                    </a:lnB>
                    <a:solidFill>
                      <a:schemeClr val="bg1"/>
                    </a:solidFill>
                  </a:tcPr>
                </a:tc>
                <a:tc>
                  <a:txBody>
                    <a:bodyPr/>
                    <a:lstStyle/>
                    <a:p>
                      <a:pPr>
                        <a:lnSpc>
                          <a:spcPct val="110000"/>
                        </a:lnSpc>
                      </a:pPr>
                      <a:r>
                        <a:rPr lang="en-GB" noProof="0">
                          <a:solidFill>
                            <a:schemeClr val="accent1"/>
                          </a:solidFill>
                        </a:rPr>
                        <a:t>Lorem Ipsum </a:t>
                      </a:r>
                      <a:r>
                        <a:rPr lang="en-GB" noProof="0" err="1">
                          <a:solidFill>
                            <a:schemeClr val="accent1"/>
                          </a:solidFill>
                        </a:rPr>
                        <a:t>dolor</a:t>
                      </a:r>
                      <a:r>
                        <a:rPr lang="en-GB" noProof="0">
                          <a:solidFill>
                            <a:schemeClr val="accent1"/>
                          </a:solidFill>
                        </a:rPr>
                        <a:t> sit </a:t>
                      </a:r>
                      <a:r>
                        <a:rPr lang="en-GB" noProof="0" err="1">
                          <a:solidFill>
                            <a:schemeClr val="accent1"/>
                          </a:solidFill>
                        </a:rPr>
                        <a:t>amet</a:t>
                      </a:r>
                      <a:r>
                        <a:rPr lang="en-GB" noProof="0">
                          <a:solidFill>
                            <a:schemeClr val="accent1"/>
                          </a:solidFill>
                        </a:rPr>
                        <a:t> justo</a:t>
                      </a:r>
                    </a:p>
                  </a:txBody>
                  <a:tcPr marL="0" marR="72000" marT="0" marB="72000">
                    <a:lnB w="19050" cap="flat" cmpd="sng" algn="ctr">
                      <a:solidFill>
                        <a:schemeClr val="accent5"/>
                      </a:solidFill>
                      <a:prstDash val="solid"/>
                      <a:round/>
                      <a:headEnd type="none" w="med" len="med"/>
                      <a:tailEnd type="none" w="med" len="med"/>
                    </a:lnB>
                    <a:solidFill>
                      <a:schemeClr val="bg1"/>
                    </a:solidFill>
                  </a:tcPr>
                </a:tc>
                <a:tc>
                  <a:txBody>
                    <a:bodyPr/>
                    <a:lstStyle/>
                    <a:p>
                      <a:pPr>
                        <a:lnSpc>
                          <a:spcPct val="110000"/>
                        </a:lnSpc>
                      </a:pPr>
                      <a:r>
                        <a:rPr lang="en-GB" noProof="0">
                          <a:solidFill>
                            <a:schemeClr val="accent1"/>
                          </a:solidFill>
                        </a:rPr>
                        <a:t>Lorem</a:t>
                      </a:r>
                    </a:p>
                  </a:txBody>
                  <a:tcPr marL="0" marR="72000" marT="0" marB="72000">
                    <a:lnB w="1905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156493197"/>
                  </a:ext>
                </a:extLst>
              </a:tr>
              <a:tr h="1439619">
                <a:tc>
                  <a:txBody>
                    <a:bodyPr/>
                    <a:lstStyle/>
                    <a:p>
                      <a:pPr marL="0" marR="0" lvl="0" indent="0" algn="l" defTabSz="914309" rtl="0" eaLnBrk="1" fontAlgn="auto" latinLnBrk="0" hangingPunct="1">
                        <a:lnSpc>
                          <a:spcPct val="110000"/>
                        </a:lnSpc>
                        <a:spcBef>
                          <a:spcPts val="0"/>
                        </a:spcBef>
                        <a:spcAft>
                          <a:spcPts val="0"/>
                        </a:spcAft>
                        <a:buClrTx/>
                        <a:buSzTx/>
                        <a:buFontTx/>
                        <a:buNone/>
                        <a:tabLst/>
                        <a:defRPr/>
                      </a:pPr>
                      <a:r>
                        <a:rPr lang="en-GB" noProof="0"/>
                        <a:t>Lorem Ipsum</a:t>
                      </a:r>
                      <a:br>
                        <a:rPr lang="en-GB" noProof="0"/>
                      </a:br>
                      <a:r>
                        <a:rPr lang="en-GB" noProof="0"/>
                        <a:t>sit </a:t>
                      </a:r>
                      <a:r>
                        <a:rPr lang="en-GB" noProof="0" err="1"/>
                        <a:t>amet</a:t>
                      </a:r>
                      <a:r>
                        <a:rPr lang="en-GB" noProof="0"/>
                        <a:t> justo </a:t>
                      </a:r>
                    </a:p>
                  </a:txBody>
                  <a:tcPr marL="0" marR="72000" marT="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marL="180975" indent="-180975">
                        <a:lnSpc>
                          <a:spcPct val="110000"/>
                        </a:lnSpc>
                        <a:buClr>
                          <a:schemeClr val="accent1"/>
                        </a:buClr>
                        <a:buFont typeface="Wingdings" panose="05000000000000000000" pitchFamily="2" charset="2"/>
                        <a:buChar char="§"/>
                      </a:pPr>
                      <a:r>
                        <a:rPr lang="en-GB" noProof="0" err="1"/>
                        <a:t>sed</a:t>
                      </a:r>
                      <a:r>
                        <a:rPr lang="en-GB" noProof="0"/>
                        <a:t> </a:t>
                      </a:r>
                      <a:r>
                        <a:rPr lang="en-GB" noProof="0" err="1"/>
                        <a:t>diam</a:t>
                      </a:r>
                      <a:r>
                        <a:rPr lang="en-GB" noProof="0"/>
                        <a:t> </a:t>
                      </a:r>
                      <a:r>
                        <a:rPr lang="en-GB" noProof="0" err="1"/>
                        <a:t>nonumy</a:t>
                      </a:r>
                      <a:r>
                        <a:rPr lang="en-GB" noProof="0"/>
                        <a:t> magna </a:t>
                      </a:r>
                      <a:r>
                        <a:rPr lang="en-GB" noProof="0" err="1"/>
                        <a:t>aliquyam</a:t>
                      </a:r>
                      <a:r>
                        <a:rPr lang="en-GB" noProof="0"/>
                        <a:t> </a:t>
                      </a:r>
                    </a:p>
                    <a:p>
                      <a:pPr marL="180975" indent="-180975">
                        <a:lnSpc>
                          <a:spcPct val="110000"/>
                        </a:lnSpc>
                        <a:buClr>
                          <a:schemeClr val="accent1"/>
                        </a:buClr>
                        <a:buFont typeface="Wingdings" panose="05000000000000000000" pitchFamily="2" charset="2"/>
                        <a:buChar char="§"/>
                      </a:pPr>
                      <a:r>
                        <a:rPr lang="en-GB" noProof="0" err="1"/>
                        <a:t>eirmod</a:t>
                      </a:r>
                      <a:r>
                        <a:rPr lang="en-GB" noProof="0"/>
                        <a:t> </a:t>
                      </a:r>
                      <a:r>
                        <a:rPr lang="en-GB" noProof="0" err="1"/>
                        <a:t>tempor</a:t>
                      </a:r>
                      <a:r>
                        <a:rPr lang="en-GB" noProof="0"/>
                        <a:t> ut labore et dolore</a:t>
                      </a:r>
                    </a:p>
                    <a:p>
                      <a:pPr marL="180975" indent="-180975">
                        <a:lnSpc>
                          <a:spcPct val="110000"/>
                        </a:lnSpc>
                        <a:buClr>
                          <a:schemeClr val="accent1"/>
                        </a:buClr>
                        <a:buFont typeface="Wingdings" panose="05000000000000000000" pitchFamily="2" charset="2"/>
                        <a:buChar char="§"/>
                      </a:pPr>
                      <a:r>
                        <a:rPr lang="en-GB" noProof="0"/>
                        <a:t>magna </a:t>
                      </a:r>
                      <a:r>
                        <a:rPr lang="en-GB" noProof="0" err="1"/>
                        <a:t>aliquyam</a:t>
                      </a:r>
                      <a:r>
                        <a:rPr lang="en-GB" noProof="0"/>
                        <a:t> </a:t>
                      </a:r>
                      <a:r>
                        <a:rPr lang="en-GB" noProof="0" err="1"/>
                        <a:t>erat</a:t>
                      </a:r>
                      <a:r>
                        <a:rPr lang="en-GB" noProof="0"/>
                        <a:t> </a:t>
                      </a:r>
                      <a:r>
                        <a:rPr lang="en-GB" noProof="0" err="1"/>
                        <a:t>invidunt</a:t>
                      </a:r>
                      <a:r>
                        <a:rPr lang="en-GB" noProof="0"/>
                        <a:t> </a:t>
                      </a:r>
                      <a:r>
                        <a:rPr lang="en-GB" noProof="0" err="1"/>
                        <a:t>sed</a:t>
                      </a:r>
                      <a:endParaRPr lang="en-GB" noProof="0"/>
                    </a:p>
                    <a:p>
                      <a:pPr marL="180975" indent="-180975">
                        <a:lnSpc>
                          <a:spcPct val="110000"/>
                        </a:lnSpc>
                        <a:buClr>
                          <a:schemeClr val="accent1"/>
                        </a:buClr>
                        <a:buFont typeface="Wingdings" panose="05000000000000000000" pitchFamily="2" charset="2"/>
                        <a:buChar char="§"/>
                      </a:pPr>
                      <a:r>
                        <a:rPr lang="en-GB" noProof="0" err="1"/>
                        <a:t>invidunt</a:t>
                      </a:r>
                      <a:r>
                        <a:rPr lang="en-GB" noProof="0"/>
                        <a:t> </a:t>
                      </a:r>
                      <a:r>
                        <a:rPr lang="en-GB" noProof="0" err="1"/>
                        <a:t>sed</a:t>
                      </a:r>
                      <a:r>
                        <a:rPr lang="en-GB" noProof="0"/>
                        <a:t> </a:t>
                      </a:r>
                      <a:r>
                        <a:rPr lang="en-GB" noProof="0" err="1"/>
                        <a:t>diam</a:t>
                      </a:r>
                      <a:r>
                        <a:rPr lang="en-GB" noProof="0"/>
                        <a:t> </a:t>
                      </a:r>
                      <a:r>
                        <a:rPr lang="en-GB" noProof="0" err="1"/>
                        <a:t>tua</a:t>
                      </a:r>
                      <a:endParaRPr lang="en-GB" noProof="0"/>
                    </a:p>
                  </a:txBody>
                  <a:tcPr marL="0" marR="72000" marT="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a:lnSpc>
                          <a:spcPct val="110000"/>
                        </a:lnSpc>
                      </a:pPr>
                      <a:r>
                        <a:rPr lang="en-GB" noProof="0"/>
                        <a:t>2026</a:t>
                      </a:r>
                    </a:p>
                  </a:txBody>
                  <a:tcPr marL="0" marR="72000" marT="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685015148"/>
                  </a:ext>
                </a:extLst>
              </a:tr>
              <a:tr h="1129250">
                <a:tc>
                  <a:txBody>
                    <a:bodyPr/>
                    <a:lstStyle/>
                    <a:p>
                      <a:pPr>
                        <a:lnSpc>
                          <a:spcPct val="110000"/>
                        </a:lnSpc>
                      </a:pPr>
                      <a:r>
                        <a:rPr lang="en-GB" noProof="0"/>
                        <a:t>Lorem Ipsum</a:t>
                      </a:r>
                      <a:br>
                        <a:rPr lang="en-GB" noProof="0"/>
                      </a:br>
                      <a:r>
                        <a:rPr lang="en-GB" noProof="0"/>
                        <a:t>sit </a:t>
                      </a:r>
                      <a:r>
                        <a:rPr lang="en-GB" noProof="0" err="1"/>
                        <a:t>amet</a:t>
                      </a:r>
                      <a:r>
                        <a:rPr lang="en-GB" noProof="0"/>
                        <a:t> justo </a:t>
                      </a:r>
                    </a:p>
                  </a:txBody>
                  <a:tcPr marL="0" marR="72000" marT="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marL="180975" indent="-180975">
                        <a:lnSpc>
                          <a:spcPct val="110000"/>
                        </a:lnSpc>
                        <a:buClr>
                          <a:schemeClr val="accent1"/>
                        </a:buClr>
                        <a:buFont typeface="Wingdings" panose="05000000000000000000" pitchFamily="2" charset="2"/>
                        <a:buChar char="§"/>
                      </a:pPr>
                      <a:r>
                        <a:rPr lang="en-GB" noProof="0"/>
                        <a:t>magna </a:t>
                      </a:r>
                      <a:r>
                        <a:rPr lang="en-GB" noProof="0" err="1"/>
                        <a:t>aliquyam</a:t>
                      </a:r>
                      <a:r>
                        <a:rPr lang="en-GB" noProof="0"/>
                        <a:t> </a:t>
                      </a:r>
                      <a:r>
                        <a:rPr lang="en-GB" noProof="0" err="1"/>
                        <a:t>erat</a:t>
                      </a:r>
                      <a:r>
                        <a:rPr lang="en-GB" noProof="0"/>
                        <a:t> magna</a:t>
                      </a:r>
                    </a:p>
                    <a:p>
                      <a:pPr marL="180975" indent="-180975">
                        <a:lnSpc>
                          <a:spcPct val="110000"/>
                        </a:lnSpc>
                        <a:buClr>
                          <a:schemeClr val="accent1"/>
                        </a:buClr>
                        <a:buFont typeface="Wingdings" panose="05000000000000000000" pitchFamily="2" charset="2"/>
                        <a:buChar char="§"/>
                      </a:pPr>
                      <a:r>
                        <a:rPr lang="en-GB" noProof="0" err="1"/>
                        <a:t>invidunt</a:t>
                      </a:r>
                      <a:r>
                        <a:rPr lang="en-GB" noProof="0"/>
                        <a:t> </a:t>
                      </a:r>
                      <a:r>
                        <a:rPr lang="en-GB" noProof="0" err="1"/>
                        <a:t>sed</a:t>
                      </a:r>
                      <a:r>
                        <a:rPr lang="en-GB" noProof="0"/>
                        <a:t> </a:t>
                      </a:r>
                      <a:r>
                        <a:rPr lang="en-GB" noProof="0" err="1"/>
                        <a:t>diam</a:t>
                      </a:r>
                      <a:r>
                        <a:rPr lang="en-GB" noProof="0"/>
                        <a:t> </a:t>
                      </a:r>
                      <a:r>
                        <a:rPr lang="en-GB" noProof="0" err="1"/>
                        <a:t>tua</a:t>
                      </a:r>
                      <a:r>
                        <a:rPr lang="en-GB" noProof="0"/>
                        <a:t> </a:t>
                      </a:r>
                      <a:r>
                        <a:rPr lang="en-GB" noProof="0" err="1"/>
                        <a:t>sed</a:t>
                      </a:r>
                      <a:r>
                        <a:rPr lang="en-GB" noProof="0"/>
                        <a:t> </a:t>
                      </a:r>
                      <a:r>
                        <a:rPr lang="en-GB" noProof="0" err="1"/>
                        <a:t>diam</a:t>
                      </a:r>
                      <a:r>
                        <a:rPr lang="en-GB" noProof="0"/>
                        <a:t> </a:t>
                      </a:r>
                    </a:p>
                    <a:p>
                      <a:pPr marL="180975" marR="0" lvl="0" indent="-180975" algn="l" defTabSz="914309" rtl="0" eaLnBrk="1" fontAlgn="auto" latinLnBrk="0" hangingPunct="1">
                        <a:lnSpc>
                          <a:spcPct val="110000"/>
                        </a:lnSpc>
                        <a:spcBef>
                          <a:spcPts val="0"/>
                        </a:spcBef>
                        <a:spcAft>
                          <a:spcPts val="0"/>
                        </a:spcAft>
                        <a:buClr>
                          <a:schemeClr val="accent1"/>
                        </a:buClr>
                        <a:buSzTx/>
                        <a:buFont typeface="Wingdings" panose="05000000000000000000" pitchFamily="2" charset="2"/>
                        <a:buChar char="§"/>
                        <a:tabLst/>
                        <a:defRPr/>
                      </a:pPr>
                      <a:r>
                        <a:rPr lang="en-GB" noProof="0"/>
                        <a:t>magna </a:t>
                      </a:r>
                      <a:r>
                        <a:rPr lang="en-GB" noProof="0" err="1"/>
                        <a:t>aliquyam</a:t>
                      </a:r>
                      <a:r>
                        <a:rPr lang="en-GB" noProof="0"/>
                        <a:t> </a:t>
                      </a:r>
                      <a:r>
                        <a:rPr lang="en-GB" noProof="0" err="1"/>
                        <a:t>erat</a:t>
                      </a:r>
                      <a:r>
                        <a:rPr lang="en-GB" noProof="0"/>
                        <a:t> magna</a:t>
                      </a:r>
                    </a:p>
                  </a:txBody>
                  <a:tcPr marL="0" marR="72000" marT="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a:lnSpc>
                          <a:spcPct val="110000"/>
                        </a:lnSpc>
                      </a:pPr>
                      <a:r>
                        <a:rPr lang="en-GB" noProof="0"/>
                        <a:t>2023</a:t>
                      </a:r>
                    </a:p>
                  </a:txBody>
                  <a:tcPr marL="0" marR="72000" marT="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134797145"/>
                  </a:ext>
                </a:extLst>
              </a:tr>
              <a:tr h="508505">
                <a:tc>
                  <a:txBody>
                    <a:bodyPr/>
                    <a:lstStyle/>
                    <a:p>
                      <a:pPr>
                        <a:lnSpc>
                          <a:spcPct val="110000"/>
                        </a:lnSpc>
                      </a:pPr>
                      <a:r>
                        <a:rPr lang="en-GB" noProof="0"/>
                        <a:t>Lorem Ipsum</a:t>
                      </a:r>
                    </a:p>
                  </a:txBody>
                  <a:tcPr marL="0" marR="72000" marT="0" marB="72000" anchor="ctr">
                    <a:lnT w="19050" cap="flat" cmpd="sng" algn="ctr">
                      <a:solidFill>
                        <a:schemeClr val="accent5"/>
                      </a:solidFill>
                      <a:prstDash val="solid"/>
                      <a:round/>
                      <a:headEnd type="none" w="med" len="med"/>
                      <a:tailEnd type="none" w="med" len="med"/>
                    </a:lnT>
                    <a:solidFill>
                      <a:schemeClr val="bg1"/>
                    </a:solidFill>
                  </a:tcPr>
                </a:tc>
                <a:tc>
                  <a:txBody>
                    <a:bodyPr/>
                    <a:lstStyle/>
                    <a:p>
                      <a:pPr>
                        <a:lnSpc>
                          <a:spcPct val="110000"/>
                        </a:lnSpc>
                      </a:pPr>
                      <a:r>
                        <a:rPr lang="en-GB" noProof="0"/>
                        <a:t>Lorem Ipsum</a:t>
                      </a:r>
                    </a:p>
                  </a:txBody>
                  <a:tcPr marL="0" marR="72000" marT="0" marB="72000" anchor="ctr">
                    <a:lnT w="19050" cap="flat" cmpd="sng" algn="ctr">
                      <a:solidFill>
                        <a:schemeClr val="accent5"/>
                      </a:solidFill>
                      <a:prstDash val="solid"/>
                      <a:round/>
                      <a:headEnd type="none" w="med" len="med"/>
                      <a:tailEnd type="none" w="med" len="med"/>
                    </a:lnT>
                    <a:solidFill>
                      <a:schemeClr val="bg1"/>
                    </a:solidFill>
                  </a:tcPr>
                </a:tc>
                <a:tc>
                  <a:txBody>
                    <a:bodyPr/>
                    <a:lstStyle/>
                    <a:p>
                      <a:pPr>
                        <a:lnSpc>
                          <a:spcPct val="110000"/>
                        </a:lnSpc>
                      </a:pPr>
                      <a:r>
                        <a:rPr lang="en-GB" noProof="0"/>
                        <a:t>2023</a:t>
                      </a:r>
                    </a:p>
                  </a:txBody>
                  <a:tcPr marL="0" marR="72000" marT="0" marB="72000" anchor="ctr">
                    <a:lnT w="19050" cap="flat" cmpd="sng" algn="ctr">
                      <a:solidFill>
                        <a:schemeClr val="accent5"/>
                      </a:solidFill>
                      <a:prstDash val="solid"/>
                      <a:round/>
                      <a:headEnd type="none" w="med" len="med"/>
                      <a:tailEnd type="none" w="med" len="med"/>
                    </a:lnT>
                    <a:solidFill>
                      <a:schemeClr val="bg1"/>
                    </a:solidFill>
                  </a:tcPr>
                </a:tc>
                <a:extLst>
                  <a:ext uri="{0D108BD9-81ED-4DB2-BD59-A6C34878D82A}">
                    <a16:rowId xmlns:a16="http://schemas.microsoft.com/office/drawing/2014/main" val="2897765383"/>
                  </a:ext>
                </a:extLst>
              </a:tr>
            </a:tbl>
          </a:graphicData>
        </a:graphic>
      </p:graphicFrame>
      <p:sp>
        <p:nvSpPr>
          <p:cNvPr id="11" name="Textfeld 10">
            <a:extLst>
              <a:ext uri="{FF2B5EF4-FFF2-40B4-BE49-F238E27FC236}">
                <a16:creationId xmlns:a16="http://schemas.microsoft.com/office/drawing/2014/main" id="{07CEA6FE-935F-51DB-FBA7-03650E2AE589}"/>
              </a:ext>
            </a:extLst>
          </p:cNvPr>
          <p:cNvSpPr txBox="1"/>
          <p:nvPr/>
        </p:nvSpPr>
        <p:spPr>
          <a:xfrm>
            <a:off x="8075614" y="2415949"/>
            <a:ext cx="3600450" cy="1754326"/>
          </a:xfrm>
          <a:prstGeom prst="rect">
            <a:avLst/>
          </a:prstGeom>
          <a:noFill/>
        </p:spPr>
        <p:txBody>
          <a:bodyPr wrap="square" lIns="144000" tIns="0" rIns="0" bIns="0" rtlCol="0">
            <a:spAutoFit/>
          </a:bodyPr>
          <a:lstStyle/>
          <a:p>
            <a:pPr>
              <a:lnSpc>
                <a:spcPct val="95000"/>
              </a:lnSpc>
            </a:pPr>
            <a:r>
              <a:rPr lang="en-GB" sz="2400" noProof="0" dirty="0">
                <a:solidFill>
                  <a:schemeClr val="accent1"/>
                </a:solidFill>
              </a:rPr>
              <a:t>Lorem ipsum </a:t>
            </a:r>
            <a:r>
              <a:rPr lang="en-GB" sz="2400" b="1" noProof="0" dirty="0" err="1">
                <a:solidFill>
                  <a:schemeClr val="accent1"/>
                </a:solidFill>
              </a:rPr>
              <a:t>dolor</a:t>
            </a:r>
            <a:r>
              <a:rPr lang="en-GB" sz="2400" b="1" noProof="0" dirty="0">
                <a:solidFill>
                  <a:schemeClr val="accent1"/>
                </a:solidFill>
              </a:rPr>
              <a:t> </a:t>
            </a:r>
            <a:br>
              <a:rPr lang="en-GB" sz="2400" b="1" noProof="0" dirty="0">
                <a:solidFill>
                  <a:schemeClr val="accent1"/>
                </a:solidFill>
              </a:rPr>
            </a:br>
            <a:r>
              <a:rPr lang="en-GB" sz="2400" b="1" noProof="0" dirty="0">
                <a:solidFill>
                  <a:schemeClr val="accent1"/>
                </a:solidFill>
              </a:rPr>
              <a:t>sit </a:t>
            </a:r>
            <a:r>
              <a:rPr lang="en-GB" sz="2400" b="1" noProof="0" dirty="0" err="1">
                <a:solidFill>
                  <a:schemeClr val="accent1"/>
                </a:solidFill>
              </a:rPr>
              <a:t>amet</a:t>
            </a:r>
            <a:r>
              <a:rPr lang="en-GB" sz="2400" b="1" noProof="0" dirty="0">
                <a:solidFill>
                  <a:schemeClr val="accent1"/>
                </a:solidFill>
              </a:rPr>
              <a:t>,</a:t>
            </a:r>
            <a:r>
              <a:rPr lang="en-GB" sz="2400" noProof="0" dirty="0">
                <a:solidFill>
                  <a:schemeClr val="accent1"/>
                </a:solidFill>
              </a:rPr>
              <a:t> </a:t>
            </a:r>
            <a:r>
              <a:rPr lang="en-GB" sz="2400" noProof="0" dirty="0" err="1">
                <a:solidFill>
                  <a:schemeClr val="accent1"/>
                </a:solidFill>
              </a:rPr>
              <a:t>consetetur</a:t>
            </a:r>
            <a:r>
              <a:rPr lang="en-GB" sz="2400" noProof="0" dirty="0">
                <a:solidFill>
                  <a:schemeClr val="accent1"/>
                </a:solidFill>
              </a:rPr>
              <a:t> </a:t>
            </a:r>
            <a:r>
              <a:rPr lang="en-GB" sz="2400" b="1" noProof="0" dirty="0" err="1">
                <a:solidFill>
                  <a:schemeClr val="accent1"/>
                </a:solidFill>
              </a:rPr>
              <a:t>sadipscing</a:t>
            </a:r>
            <a:r>
              <a:rPr lang="en-GB" sz="2400" b="1" noProof="0" dirty="0">
                <a:solidFill>
                  <a:schemeClr val="accent1"/>
                </a:solidFill>
              </a:rPr>
              <a:t> </a:t>
            </a:r>
            <a:r>
              <a:rPr lang="en-GB" sz="2400" b="1" noProof="0" dirty="0" err="1">
                <a:solidFill>
                  <a:schemeClr val="accent1"/>
                </a:solidFill>
              </a:rPr>
              <a:t>elitr</a:t>
            </a:r>
            <a:r>
              <a:rPr lang="en-GB" sz="2400" b="1" noProof="0" dirty="0">
                <a:solidFill>
                  <a:schemeClr val="accent1"/>
                </a:solidFill>
              </a:rPr>
              <a:t>, </a:t>
            </a:r>
            <a:r>
              <a:rPr lang="en-GB" sz="2400" b="1" noProof="0" dirty="0" err="1">
                <a:solidFill>
                  <a:schemeClr val="accent1"/>
                </a:solidFill>
              </a:rPr>
              <a:t>sed</a:t>
            </a:r>
            <a:r>
              <a:rPr lang="en-GB" sz="2400" b="1" noProof="0" dirty="0">
                <a:solidFill>
                  <a:schemeClr val="accent1"/>
                </a:solidFill>
              </a:rPr>
              <a:t> </a:t>
            </a:r>
            <a:r>
              <a:rPr lang="en-GB" sz="2400" noProof="0" dirty="0" err="1">
                <a:solidFill>
                  <a:schemeClr val="accent1"/>
                </a:solidFill>
              </a:rPr>
              <a:t>diam</a:t>
            </a:r>
            <a:r>
              <a:rPr lang="en-GB" sz="2400" noProof="0" dirty="0">
                <a:solidFill>
                  <a:schemeClr val="accent1"/>
                </a:solidFill>
              </a:rPr>
              <a:t> </a:t>
            </a:r>
            <a:r>
              <a:rPr lang="en-GB" sz="2400" noProof="0" dirty="0" err="1">
                <a:solidFill>
                  <a:schemeClr val="accent1"/>
                </a:solidFill>
              </a:rPr>
              <a:t>nonumy</a:t>
            </a:r>
            <a:r>
              <a:rPr lang="en-GB" sz="2400" noProof="0" dirty="0">
                <a:solidFill>
                  <a:schemeClr val="accent1"/>
                </a:solidFill>
              </a:rPr>
              <a:t> </a:t>
            </a:r>
            <a:r>
              <a:rPr lang="en-GB" sz="2400" noProof="0" dirty="0" err="1">
                <a:solidFill>
                  <a:schemeClr val="accent1"/>
                </a:solidFill>
              </a:rPr>
              <a:t>eirmod</a:t>
            </a:r>
            <a:r>
              <a:rPr lang="en-GB" sz="2400" noProof="0" dirty="0">
                <a:solidFill>
                  <a:schemeClr val="accent1"/>
                </a:solidFill>
              </a:rPr>
              <a:t> </a:t>
            </a:r>
            <a:r>
              <a:rPr lang="en-GB" sz="2400" b="1" noProof="0" dirty="0" err="1">
                <a:solidFill>
                  <a:schemeClr val="accent1"/>
                </a:solidFill>
              </a:rPr>
              <a:t>tempor</a:t>
            </a:r>
            <a:r>
              <a:rPr lang="en-GB" sz="2400" b="1" noProof="0" dirty="0">
                <a:solidFill>
                  <a:schemeClr val="accent1"/>
                </a:solidFill>
              </a:rPr>
              <a:t> </a:t>
            </a:r>
            <a:r>
              <a:rPr lang="en-GB" sz="2400" b="1" noProof="0" dirty="0" err="1">
                <a:solidFill>
                  <a:schemeClr val="accent1"/>
                </a:solidFill>
              </a:rPr>
              <a:t>invidunt</a:t>
            </a:r>
            <a:r>
              <a:rPr lang="en-GB" sz="2400" b="1" noProof="0" dirty="0">
                <a:solidFill>
                  <a:schemeClr val="accent1"/>
                </a:solidFill>
              </a:rPr>
              <a:t> </a:t>
            </a:r>
            <a:r>
              <a:rPr lang="en-GB" sz="2400" noProof="0" dirty="0">
                <a:solidFill>
                  <a:schemeClr val="accent1"/>
                </a:solidFill>
              </a:rPr>
              <a:t>ut</a:t>
            </a:r>
            <a:r>
              <a:rPr lang="en-GB" sz="2400" baseline="30000" noProof="0" dirty="0">
                <a:solidFill>
                  <a:schemeClr val="accent1"/>
                </a:solidFill>
              </a:rPr>
              <a:t>1</a:t>
            </a:r>
          </a:p>
        </p:txBody>
      </p:sp>
      <p:sp>
        <p:nvSpPr>
          <p:cNvPr id="13" name="Textfeld 12">
            <a:extLst>
              <a:ext uri="{FF2B5EF4-FFF2-40B4-BE49-F238E27FC236}">
                <a16:creationId xmlns:a16="http://schemas.microsoft.com/office/drawing/2014/main" id="{0B84B850-B8DE-2602-B4C5-256366E7B5D1}"/>
              </a:ext>
            </a:extLst>
          </p:cNvPr>
          <p:cNvSpPr txBox="1"/>
          <p:nvPr/>
        </p:nvSpPr>
        <p:spPr>
          <a:xfrm>
            <a:off x="8075614" y="5954554"/>
            <a:ext cx="3585263" cy="246221"/>
          </a:xfrm>
          <a:prstGeom prst="rect">
            <a:avLst/>
          </a:prstGeom>
          <a:noFill/>
        </p:spPr>
        <p:txBody>
          <a:bodyPr wrap="square" lIns="144000" tIns="0" rIns="0" bIns="0" rtlCol="0">
            <a:spAutoFit/>
          </a:bodyPr>
          <a:lstStyle/>
          <a:p>
            <a:r>
              <a:rPr lang="en-GB" sz="800" baseline="30000" noProof="0" dirty="0"/>
              <a:t>1 </a:t>
            </a:r>
            <a:r>
              <a:rPr lang="en-GB" sz="800" noProof="0" dirty="0"/>
              <a:t>Lorem ipsum </a:t>
            </a:r>
            <a:r>
              <a:rPr lang="en-GB" sz="800" noProof="0" dirty="0" err="1"/>
              <a:t>dolor</a:t>
            </a:r>
            <a:r>
              <a:rPr lang="en-GB" sz="800" noProof="0" dirty="0"/>
              <a:t> sit </a:t>
            </a:r>
            <a:r>
              <a:rPr lang="en-GB" sz="800" noProof="0" dirty="0" err="1"/>
              <a:t>amet</a:t>
            </a:r>
            <a:r>
              <a:rPr lang="en-GB" sz="800" noProof="0" dirty="0"/>
              <a:t>, </a:t>
            </a:r>
            <a:r>
              <a:rPr lang="en-GB" sz="800" noProof="0" dirty="0" err="1"/>
              <a:t>consetetur</a:t>
            </a:r>
            <a:r>
              <a:rPr lang="en-GB" sz="800" noProof="0" dirty="0"/>
              <a:t> </a:t>
            </a:r>
            <a:r>
              <a:rPr lang="en-GB" sz="800" noProof="0" dirty="0" err="1"/>
              <a:t>sadipscing</a:t>
            </a:r>
            <a:r>
              <a:rPr lang="en-GB" sz="800" noProof="0" dirty="0"/>
              <a:t> </a:t>
            </a:r>
            <a:r>
              <a:rPr lang="en-GB" sz="800" noProof="0" dirty="0" err="1"/>
              <a:t>elitr</a:t>
            </a:r>
            <a:r>
              <a:rPr lang="en-GB" sz="800" noProof="0" dirty="0"/>
              <a:t>, </a:t>
            </a:r>
            <a:r>
              <a:rPr lang="en-GB" sz="800" noProof="0" dirty="0" err="1"/>
              <a:t>sed</a:t>
            </a:r>
            <a:r>
              <a:rPr lang="en-GB" sz="800" noProof="0" dirty="0"/>
              <a:t> </a:t>
            </a:r>
            <a:r>
              <a:rPr lang="en-GB" sz="800" noProof="0" dirty="0" err="1"/>
              <a:t>diam</a:t>
            </a:r>
            <a:r>
              <a:rPr lang="en-GB" sz="800" noProof="0" dirty="0"/>
              <a:t> </a:t>
            </a:r>
            <a:r>
              <a:rPr lang="en-GB" sz="800" noProof="0" dirty="0" err="1"/>
              <a:t>nonumy</a:t>
            </a:r>
            <a:r>
              <a:rPr lang="en-GB" sz="800" noProof="0" dirty="0"/>
              <a:t> </a:t>
            </a:r>
            <a:r>
              <a:rPr lang="en-GB" sz="800" noProof="0" dirty="0" err="1"/>
              <a:t>eirmod</a:t>
            </a:r>
            <a:r>
              <a:rPr lang="en-GB" sz="800" noProof="0" dirty="0"/>
              <a:t> </a:t>
            </a:r>
            <a:r>
              <a:rPr lang="en-GB" sz="800" noProof="0" dirty="0" err="1"/>
              <a:t>tempor</a:t>
            </a:r>
            <a:r>
              <a:rPr lang="en-GB" sz="800" noProof="0" dirty="0"/>
              <a:t> </a:t>
            </a:r>
            <a:r>
              <a:rPr lang="en-GB" sz="800" noProof="0" dirty="0" err="1"/>
              <a:t>invidunt</a:t>
            </a:r>
            <a:r>
              <a:rPr lang="en-GB" sz="800" noProof="0" dirty="0"/>
              <a:t> </a:t>
            </a:r>
            <a:r>
              <a:rPr lang="en-GB" sz="800" noProof="0" dirty="0" err="1"/>
              <a:t>ut</a:t>
            </a:r>
            <a:r>
              <a:rPr lang="en-GB" sz="800" noProof="0" dirty="0"/>
              <a:t> labore et dolore magna </a:t>
            </a:r>
            <a:r>
              <a:rPr lang="en-GB" sz="800" noProof="0" dirty="0" err="1"/>
              <a:t>aliquyam</a:t>
            </a:r>
            <a:r>
              <a:rPr lang="en-GB" sz="800" noProof="0" dirty="0"/>
              <a:t> </a:t>
            </a:r>
            <a:r>
              <a:rPr lang="en-GB" sz="800" noProof="0" dirty="0" err="1"/>
              <a:t>erat</a:t>
            </a:r>
            <a:r>
              <a:rPr lang="en-GB" sz="800" noProof="0" dirty="0"/>
              <a:t>, </a:t>
            </a:r>
            <a:r>
              <a:rPr lang="en-GB" sz="800" noProof="0" dirty="0" err="1"/>
              <a:t>sed</a:t>
            </a:r>
            <a:r>
              <a:rPr lang="en-GB" sz="800" noProof="0" dirty="0"/>
              <a:t> diam.</a:t>
            </a:r>
          </a:p>
        </p:txBody>
      </p:sp>
      <p:pic>
        <p:nvPicPr>
          <p:cNvPr id="9" name="Graphic 8">
            <a:extLst>
              <a:ext uri="{FF2B5EF4-FFF2-40B4-BE49-F238E27FC236}">
                <a16:creationId xmlns:a16="http://schemas.microsoft.com/office/drawing/2014/main" id="{194EA705-3A89-4114-7F5B-06F2834CDA8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91813" y="6223000"/>
            <a:ext cx="1498600" cy="635000"/>
          </a:xfrm>
          <a:prstGeom prst="rect">
            <a:avLst/>
          </a:prstGeom>
        </p:spPr>
      </p:pic>
      <p:sp>
        <p:nvSpPr>
          <p:cNvPr id="2" name="Foliennummernplatzhalter 7">
            <a:extLst>
              <a:ext uri="{FF2B5EF4-FFF2-40B4-BE49-F238E27FC236}">
                <a16:creationId xmlns:a16="http://schemas.microsoft.com/office/drawing/2014/main" id="{243D0E8A-6B13-A79E-E186-38C0B779300D}"/>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38</a:t>
            </a:fld>
            <a:endParaRPr lang="de-DE"/>
          </a:p>
        </p:txBody>
      </p:sp>
    </p:spTree>
    <p:extLst>
      <p:ext uri="{BB962C8B-B14F-4D97-AF65-F5344CB8AC3E}">
        <p14:creationId xmlns:p14="http://schemas.microsoft.com/office/powerpoint/2010/main" val="2276861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hteck 9">
            <a:extLst>
              <a:ext uri="{FF2B5EF4-FFF2-40B4-BE49-F238E27FC236}">
                <a16:creationId xmlns:a16="http://schemas.microsoft.com/office/drawing/2014/main" id="{6349FF10-CFDA-C118-D32A-D3C77CFBC2F6}"/>
              </a:ext>
            </a:extLst>
          </p:cNvPr>
          <p:cNvSpPr/>
          <p:nvPr/>
        </p:nvSpPr>
        <p:spPr>
          <a:xfrm>
            <a:off x="4295775" y="2024063"/>
            <a:ext cx="7380287" cy="417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pic>
        <p:nvPicPr>
          <p:cNvPr id="8" name="Grafik 7" descr="Ein Bild, das Himmel, draußen, Wolke, Stadtgebiet enthält.&#10;&#10;KI-generierte Inhalte können fehlerhaft sein.">
            <a:extLst>
              <a:ext uri="{FF2B5EF4-FFF2-40B4-BE49-F238E27FC236}">
                <a16:creationId xmlns:a16="http://schemas.microsoft.com/office/drawing/2014/main" id="{A0DE207D-F8B5-8EFE-0D44-83B4FC46A284}"/>
              </a:ext>
            </a:extLst>
          </p:cNvPr>
          <p:cNvPicPr>
            <a:picLocks noChangeAspect="1"/>
          </p:cNvPicPr>
          <p:nvPr/>
        </p:nvPicPr>
        <p:blipFill>
          <a:blip r:embed="rId3">
            <a:extLst>
              <a:ext uri="{28A0092B-C50C-407E-A947-70E740481C1C}">
                <a14:useLocalDpi xmlns:a14="http://schemas.microsoft.com/office/drawing/2010/main" val="0"/>
              </a:ext>
            </a:extLst>
          </a:blip>
          <a:srcRect l="46275" r="32029" b="45676"/>
          <a:stretch/>
        </p:blipFill>
        <p:spPr>
          <a:xfrm>
            <a:off x="1" y="-1"/>
            <a:ext cx="4114800" cy="6858001"/>
          </a:xfrm>
          <a:prstGeom prst="rect">
            <a:avLst/>
          </a:prstGeom>
        </p:spPr>
      </p:pic>
      <p:sp>
        <p:nvSpPr>
          <p:cNvPr id="2" name="Titel 1">
            <a:extLst>
              <a:ext uri="{FF2B5EF4-FFF2-40B4-BE49-F238E27FC236}">
                <a16:creationId xmlns:a16="http://schemas.microsoft.com/office/drawing/2014/main" id="{EC39ED48-204B-52FB-967F-5DAA14B75EF1}"/>
              </a:ext>
            </a:extLst>
          </p:cNvPr>
          <p:cNvSpPr>
            <a:spLocks noGrp="1"/>
          </p:cNvSpPr>
          <p:nvPr>
            <p:ph type="title"/>
          </p:nvPr>
        </p:nvSpPr>
        <p:spPr>
          <a:xfrm>
            <a:off x="4295775" y="540000"/>
            <a:ext cx="7380288" cy="817200"/>
          </a:xfrm>
        </p:spPr>
        <p:txBody>
          <a:bodyPr/>
          <a:lstStyle/>
          <a:p>
            <a:r>
              <a:rPr lang="en-GB" noProof="0" dirty="0"/>
              <a:t>Lorem ipsum </a:t>
            </a:r>
            <a:r>
              <a:rPr lang="en-GB" noProof="0" dirty="0" err="1"/>
              <a:t>dolor</a:t>
            </a:r>
            <a:r>
              <a:rPr lang="en-GB" noProof="0" dirty="0"/>
              <a:t> sit </a:t>
            </a:r>
            <a:r>
              <a:rPr lang="en-GB" noProof="0" dirty="0" err="1"/>
              <a:t>amet</a:t>
            </a:r>
            <a:r>
              <a:rPr lang="en-GB" noProof="0" dirty="0"/>
              <a:t>, </a:t>
            </a:r>
            <a:r>
              <a:rPr lang="en-GB" noProof="0" dirty="0" err="1"/>
              <a:t>consetetur</a:t>
            </a:r>
            <a:r>
              <a:rPr lang="en-GB" noProof="0" dirty="0"/>
              <a:t> </a:t>
            </a:r>
            <a:br>
              <a:rPr lang="en-GB" noProof="0" dirty="0"/>
            </a:br>
            <a:r>
              <a:rPr lang="en-GB" noProof="0" dirty="0" err="1"/>
              <a:t>sadipscing</a:t>
            </a:r>
            <a:r>
              <a:rPr lang="en-GB" noProof="0" dirty="0"/>
              <a:t> </a:t>
            </a:r>
            <a:r>
              <a:rPr lang="en-GB" noProof="0" dirty="0" err="1"/>
              <a:t>elitr</a:t>
            </a:r>
            <a:r>
              <a:rPr lang="en-GB" noProof="0" dirty="0"/>
              <a:t>, </a:t>
            </a:r>
            <a:r>
              <a:rPr lang="en-GB" noProof="0" dirty="0" err="1"/>
              <a:t>diam</a:t>
            </a:r>
            <a:r>
              <a:rPr lang="en-GB" noProof="0" dirty="0"/>
              <a:t> </a:t>
            </a:r>
            <a:r>
              <a:rPr lang="en-GB" noProof="0" dirty="0" err="1"/>
              <a:t>nonumy</a:t>
            </a:r>
            <a:r>
              <a:rPr lang="en-GB" noProof="0" dirty="0"/>
              <a:t> </a:t>
            </a:r>
            <a:r>
              <a:rPr lang="en-GB" noProof="0" dirty="0" err="1"/>
              <a:t>eirmod</a:t>
            </a:r>
            <a:r>
              <a:rPr lang="en-GB" noProof="0" dirty="0"/>
              <a:t> </a:t>
            </a:r>
            <a:br>
              <a:rPr lang="en-GB" noProof="0" dirty="0"/>
            </a:br>
            <a:r>
              <a:rPr lang="en-GB" noProof="0" dirty="0" err="1"/>
              <a:t>tempor</a:t>
            </a:r>
            <a:r>
              <a:rPr lang="en-GB" noProof="0" dirty="0"/>
              <a:t> </a:t>
            </a:r>
            <a:r>
              <a:rPr lang="en-GB" noProof="0" dirty="0" err="1"/>
              <a:t>invidunt</a:t>
            </a:r>
            <a:r>
              <a:rPr lang="en-GB" noProof="0" dirty="0"/>
              <a:t> labore et dolore </a:t>
            </a:r>
            <a:r>
              <a:rPr lang="en-GB" noProof="0" dirty="0" err="1"/>
              <a:t>vero</a:t>
            </a:r>
            <a:endParaRPr lang="en-GB" noProof="0" dirty="0"/>
          </a:p>
        </p:txBody>
      </p:sp>
      <p:sp>
        <p:nvSpPr>
          <p:cNvPr id="9" name="Textfeld 8">
            <a:extLst>
              <a:ext uri="{FF2B5EF4-FFF2-40B4-BE49-F238E27FC236}">
                <a16:creationId xmlns:a16="http://schemas.microsoft.com/office/drawing/2014/main" id="{9F855698-48E0-6DB1-74C6-E6D8EBA341D7}"/>
              </a:ext>
            </a:extLst>
          </p:cNvPr>
          <p:cNvSpPr txBox="1"/>
          <p:nvPr/>
        </p:nvSpPr>
        <p:spPr>
          <a:xfrm>
            <a:off x="514351" y="1965896"/>
            <a:ext cx="3600450" cy="1754326"/>
          </a:xfrm>
          <a:prstGeom prst="rect">
            <a:avLst/>
          </a:prstGeom>
          <a:noFill/>
        </p:spPr>
        <p:txBody>
          <a:bodyPr wrap="square" lIns="0" tIns="0" rIns="0" bIns="0" rtlCol="0">
            <a:spAutoFit/>
          </a:bodyPr>
          <a:lstStyle/>
          <a:p>
            <a:pPr>
              <a:lnSpc>
                <a:spcPct val="95000"/>
              </a:lnSpc>
            </a:pPr>
            <a:r>
              <a:rPr lang="en-GB" sz="2400" noProof="0" dirty="0">
                <a:solidFill>
                  <a:schemeClr val="bg1"/>
                </a:solidFill>
              </a:rPr>
              <a:t>Lorem ipsum </a:t>
            </a:r>
            <a:r>
              <a:rPr lang="en-GB" sz="2400" b="1" noProof="0" dirty="0" err="1">
                <a:solidFill>
                  <a:schemeClr val="bg1"/>
                </a:solidFill>
              </a:rPr>
              <a:t>dolor</a:t>
            </a:r>
            <a:r>
              <a:rPr lang="en-GB" sz="2400" b="1" noProof="0" dirty="0">
                <a:solidFill>
                  <a:schemeClr val="bg1"/>
                </a:solidFill>
              </a:rPr>
              <a:t> </a:t>
            </a:r>
            <a:br>
              <a:rPr lang="en-GB" sz="2400" b="1" noProof="0" dirty="0">
                <a:solidFill>
                  <a:schemeClr val="bg1"/>
                </a:solidFill>
              </a:rPr>
            </a:br>
            <a:r>
              <a:rPr lang="en-GB" sz="2400" b="1" noProof="0" dirty="0">
                <a:solidFill>
                  <a:schemeClr val="bg1"/>
                </a:solidFill>
              </a:rPr>
              <a:t>sit </a:t>
            </a:r>
            <a:r>
              <a:rPr lang="en-GB" sz="2400" b="1" noProof="0" dirty="0" err="1">
                <a:solidFill>
                  <a:schemeClr val="bg1"/>
                </a:solidFill>
              </a:rPr>
              <a:t>amet</a:t>
            </a:r>
            <a:r>
              <a:rPr lang="en-GB" sz="2400" b="1" noProof="0" dirty="0">
                <a:solidFill>
                  <a:schemeClr val="bg1"/>
                </a:solidFill>
              </a:rPr>
              <a:t>,</a:t>
            </a:r>
            <a:r>
              <a:rPr lang="en-GB" sz="2400" noProof="0" dirty="0">
                <a:solidFill>
                  <a:schemeClr val="bg1"/>
                </a:solidFill>
              </a:rPr>
              <a:t> </a:t>
            </a:r>
            <a:r>
              <a:rPr lang="en-GB" sz="2400" noProof="0" dirty="0" err="1">
                <a:solidFill>
                  <a:schemeClr val="bg1"/>
                </a:solidFill>
              </a:rPr>
              <a:t>consetetur</a:t>
            </a:r>
            <a:r>
              <a:rPr lang="en-GB" sz="2400" noProof="0" dirty="0">
                <a:solidFill>
                  <a:schemeClr val="bg1"/>
                </a:solidFill>
              </a:rPr>
              <a:t> </a:t>
            </a:r>
            <a:r>
              <a:rPr lang="en-GB" sz="2400" b="1" noProof="0" dirty="0" err="1">
                <a:solidFill>
                  <a:schemeClr val="bg1"/>
                </a:solidFill>
              </a:rPr>
              <a:t>sadipscing</a:t>
            </a:r>
            <a:r>
              <a:rPr lang="en-GB" sz="2400" b="1" noProof="0" dirty="0">
                <a:solidFill>
                  <a:schemeClr val="bg1"/>
                </a:solidFill>
              </a:rPr>
              <a:t> </a:t>
            </a:r>
            <a:r>
              <a:rPr lang="en-GB" sz="2400" b="1" noProof="0" dirty="0" err="1">
                <a:solidFill>
                  <a:schemeClr val="bg1"/>
                </a:solidFill>
              </a:rPr>
              <a:t>elitr</a:t>
            </a:r>
            <a:r>
              <a:rPr lang="en-GB" sz="2400" b="1" noProof="0" dirty="0">
                <a:solidFill>
                  <a:schemeClr val="bg1"/>
                </a:solidFill>
              </a:rPr>
              <a:t>, </a:t>
            </a:r>
            <a:r>
              <a:rPr lang="en-GB" sz="2400" b="1" noProof="0" dirty="0" err="1">
                <a:solidFill>
                  <a:schemeClr val="bg1"/>
                </a:solidFill>
              </a:rPr>
              <a:t>sed</a:t>
            </a:r>
            <a:r>
              <a:rPr lang="en-GB" sz="2400" b="1" noProof="0" dirty="0">
                <a:solidFill>
                  <a:schemeClr val="bg1"/>
                </a:solidFill>
              </a:rPr>
              <a:t> </a:t>
            </a:r>
            <a:r>
              <a:rPr lang="en-GB" sz="2400" noProof="0" dirty="0" err="1">
                <a:solidFill>
                  <a:schemeClr val="bg1"/>
                </a:solidFill>
              </a:rPr>
              <a:t>diam</a:t>
            </a:r>
            <a:r>
              <a:rPr lang="en-GB" sz="2400" noProof="0" dirty="0">
                <a:solidFill>
                  <a:schemeClr val="bg1"/>
                </a:solidFill>
              </a:rPr>
              <a:t> </a:t>
            </a:r>
            <a:r>
              <a:rPr lang="en-GB" sz="2400" noProof="0" dirty="0" err="1">
                <a:solidFill>
                  <a:schemeClr val="bg1"/>
                </a:solidFill>
              </a:rPr>
              <a:t>nonumy</a:t>
            </a:r>
            <a:r>
              <a:rPr lang="en-GB" sz="2400" noProof="0" dirty="0">
                <a:solidFill>
                  <a:schemeClr val="bg1"/>
                </a:solidFill>
              </a:rPr>
              <a:t> </a:t>
            </a:r>
            <a:r>
              <a:rPr lang="en-GB" sz="2400" noProof="0" dirty="0" err="1">
                <a:solidFill>
                  <a:schemeClr val="bg1"/>
                </a:solidFill>
              </a:rPr>
              <a:t>eirmod</a:t>
            </a:r>
            <a:r>
              <a:rPr lang="en-GB" sz="2400" noProof="0" dirty="0">
                <a:solidFill>
                  <a:schemeClr val="bg1"/>
                </a:solidFill>
              </a:rPr>
              <a:t> </a:t>
            </a:r>
            <a:r>
              <a:rPr lang="en-GB" sz="2400" b="1" noProof="0" dirty="0" err="1">
                <a:solidFill>
                  <a:schemeClr val="bg1"/>
                </a:solidFill>
              </a:rPr>
              <a:t>tempor</a:t>
            </a:r>
            <a:r>
              <a:rPr lang="en-GB" sz="2400" b="1" noProof="0" dirty="0">
                <a:solidFill>
                  <a:schemeClr val="bg1"/>
                </a:solidFill>
              </a:rPr>
              <a:t> </a:t>
            </a:r>
            <a:r>
              <a:rPr lang="en-GB" sz="2400" b="1" noProof="0" dirty="0" err="1">
                <a:solidFill>
                  <a:schemeClr val="bg1"/>
                </a:solidFill>
              </a:rPr>
              <a:t>invidunt</a:t>
            </a:r>
            <a:r>
              <a:rPr lang="en-GB" sz="2400" b="1" noProof="0" dirty="0">
                <a:solidFill>
                  <a:schemeClr val="bg1"/>
                </a:solidFill>
              </a:rPr>
              <a:t> </a:t>
            </a:r>
            <a:r>
              <a:rPr lang="en-GB" sz="2400" noProof="0" dirty="0" err="1">
                <a:solidFill>
                  <a:schemeClr val="bg1"/>
                </a:solidFill>
              </a:rPr>
              <a:t>ut</a:t>
            </a:r>
            <a:endParaRPr lang="en-GB" sz="2400" baseline="30000" noProof="0" dirty="0">
              <a:solidFill>
                <a:schemeClr val="bg1"/>
              </a:solidFill>
            </a:endParaRPr>
          </a:p>
        </p:txBody>
      </p:sp>
      <p:graphicFrame>
        <p:nvGraphicFramePr>
          <p:cNvPr id="11" name="Tabelle 10">
            <a:extLst>
              <a:ext uri="{FF2B5EF4-FFF2-40B4-BE49-F238E27FC236}">
                <a16:creationId xmlns:a16="http://schemas.microsoft.com/office/drawing/2014/main" id="{6179B24B-0EF7-C576-B9BF-1E7A316198AF}"/>
              </a:ext>
            </a:extLst>
          </p:cNvPr>
          <p:cNvGraphicFramePr>
            <a:graphicFrameLocks noGrp="1"/>
          </p:cNvGraphicFramePr>
          <p:nvPr/>
        </p:nvGraphicFramePr>
        <p:xfrm>
          <a:off x="4439774" y="2166816"/>
          <a:ext cx="7092287" cy="3585879"/>
        </p:xfrm>
        <a:graphic>
          <a:graphicData uri="http://schemas.openxmlformats.org/drawingml/2006/table">
            <a:tbl>
              <a:tblPr firstRow="1" bandRow="1">
                <a:tableStyleId>{5C22544A-7EE6-4342-B048-85BDC9FD1C3A}</a:tableStyleId>
              </a:tblPr>
              <a:tblGrid>
                <a:gridCol w="1866392">
                  <a:extLst>
                    <a:ext uri="{9D8B030D-6E8A-4147-A177-3AD203B41FA5}">
                      <a16:colId xmlns:a16="http://schemas.microsoft.com/office/drawing/2014/main" val="411402726"/>
                    </a:ext>
                  </a:extLst>
                </a:gridCol>
                <a:gridCol w="4255371">
                  <a:extLst>
                    <a:ext uri="{9D8B030D-6E8A-4147-A177-3AD203B41FA5}">
                      <a16:colId xmlns:a16="http://schemas.microsoft.com/office/drawing/2014/main" val="894871734"/>
                    </a:ext>
                  </a:extLst>
                </a:gridCol>
                <a:gridCol w="970524">
                  <a:extLst>
                    <a:ext uri="{9D8B030D-6E8A-4147-A177-3AD203B41FA5}">
                      <a16:colId xmlns:a16="http://schemas.microsoft.com/office/drawing/2014/main" val="1295051906"/>
                    </a:ext>
                  </a:extLst>
                </a:gridCol>
              </a:tblGrid>
              <a:tr h="508505">
                <a:tc>
                  <a:txBody>
                    <a:bodyPr/>
                    <a:lstStyle/>
                    <a:p>
                      <a:pPr>
                        <a:lnSpc>
                          <a:spcPct val="110000"/>
                        </a:lnSpc>
                      </a:pPr>
                      <a:r>
                        <a:rPr lang="en-GB" noProof="0">
                          <a:solidFill>
                            <a:schemeClr val="accent1"/>
                          </a:solidFill>
                        </a:rPr>
                        <a:t>Lorem Ipsum</a:t>
                      </a:r>
                    </a:p>
                  </a:txBody>
                  <a:tcPr marL="0" marR="72000" marT="0" marB="72000">
                    <a:lnB w="19050" cap="flat" cmpd="sng" algn="ctr">
                      <a:solidFill>
                        <a:schemeClr val="accent5"/>
                      </a:solidFill>
                      <a:prstDash val="solid"/>
                      <a:round/>
                      <a:headEnd type="none" w="med" len="med"/>
                      <a:tailEnd type="none" w="med" len="med"/>
                    </a:lnB>
                    <a:solidFill>
                      <a:schemeClr val="bg1"/>
                    </a:solidFill>
                  </a:tcPr>
                </a:tc>
                <a:tc>
                  <a:txBody>
                    <a:bodyPr/>
                    <a:lstStyle/>
                    <a:p>
                      <a:pPr>
                        <a:lnSpc>
                          <a:spcPct val="110000"/>
                        </a:lnSpc>
                      </a:pPr>
                      <a:r>
                        <a:rPr lang="en-GB" noProof="0">
                          <a:solidFill>
                            <a:schemeClr val="accent1"/>
                          </a:solidFill>
                        </a:rPr>
                        <a:t>Lorem Ipsum </a:t>
                      </a:r>
                      <a:r>
                        <a:rPr lang="en-GB" noProof="0" err="1">
                          <a:solidFill>
                            <a:schemeClr val="accent1"/>
                          </a:solidFill>
                        </a:rPr>
                        <a:t>dolor</a:t>
                      </a:r>
                      <a:r>
                        <a:rPr lang="en-GB" noProof="0">
                          <a:solidFill>
                            <a:schemeClr val="accent1"/>
                          </a:solidFill>
                        </a:rPr>
                        <a:t> sit </a:t>
                      </a:r>
                      <a:r>
                        <a:rPr lang="en-GB" noProof="0" err="1">
                          <a:solidFill>
                            <a:schemeClr val="accent1"/>
                          </a:solidFill>
                        </a:rPr>
                        <a:t>amet</a:t>
                      </a:r>
                      <a:r>
                        <a:rPr lang="en-GB" noProof="0">
                          <a:solidFill>
                            <a:schemeClr val="accent1"/>
                          </a:solidFill>
                        </a:rPr>
                        <a:t> justo</a:t>
                      </a:r>
                    </a:p>
                  </a:txBody>
                  <a:tcPr marL="0" marR="72000" marT="0" marB="72000">
                    <a:lnB w="19050" cap="flat" cmpd="sng" algn="ctr">
                      <a:solidFill>
                        <a:schemeClr val="accent5"/>
                      </a:solidFill>
                      <a:prstDash val="solid"/>
                      <a:round/>
                      <a:headEnd type="none" w="med" len="med"/>
                      <a:tailEnd type="none" w="med" len="med"/>
                    </a:lnB>
                    <a:solidFill>
                      <a:schemeClr val="bg1"/>
                    </a:solidFill>
                  </a:tcPr>
                </a:tc>
                <a:tc>
                  <a:txBody>
                    <a:bodyPr/>
                    <a:lstStyle/>
                    <a:p>
                      <a:pPr>
                        <a:lnSpc>
                          <a:spcPct val="110000"/>
                        </a:lnSpc>
                      </a:pPr>
                      <a:r>
                        <a:rPr lang="en-GB" noProof="0">
                          <a:solidFill>
                            <a:schemeClr val="accent1"/>
                          </a:solidFill>
                        </a:rPr>
                        <a:t>Lorem</a:t>
                      </a:r>
                    </a:p>
                  </a:txBody>
                  <a:tcPr marL="0" marR="72000" marT="0" marB="72000">
                    <a:lnB w="1905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156493197"/>
                  </a:ext>
                </a:extLst>
              </a:tr>
              <a:tr h="1439619">
                <a:tc>
                  <a:txBody>
                    <a:bodyPr/>
                    <a:lstStyle/>
                    <a:p>
                      <a:pPr marL="0" marR="0" lvl="0" indent="0" algn="l" defTabSz="914309" rtl="0" eaLnBrk="1" fontAlgn="auto" latinLnBrk="0" hangingPunct="1">
                        <a:lnSpc>
                          <a:spcPct val="110000"/>
                        </a:lnSpc>
                        <a:spcBef>
                          <a:spcPts val="0"/>
                        </a:spcBef>
                        <a:spcAft>
                          <a:spcPts val="0"/>
                        </a:spcAft>
                        <a:buClrTx/>
                        <a:buSzTx/>
                        <a:buFontTx/>
                        <a:buNone/>
                        <a:tabLst/>
                        <a:defRPr/>
                      </a:pPr>
                      <a:r>
                        <a:rPr lang="en-GB" noProof="0"/>
                        <a:t>Lorem Ipsum</a:t>
                      </a:r>
                      <a:br>
                        <a:rPr lang="en-GB" noProof="0"/>
                      </a:br>
                      <a:r>
                        <a:rPr lang="en-GB" noProof="0"/>
                        <a:t>sit </a:t>
                      </a:r>
                      <a:r>
                        <a:rPr lang="en-GB" noProof="0" err="1"/>
                        <a:t>amet</a:t>
                      </a:r>
                      <a:r>
                        <a:rPr lang="en-GB" noProof="0"/>
                        <a:t> justo </a:t>
                      </a:r>
                    </a:p>
                  </a:txBody>
                  <a:tcPr marL="0" marR="72000" marT="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marL="180975" indent="-180975">
                        <a:lnSpc>
                          <a:spcPct val="110000"/>
                        </a:lnSpc>
                        <a:buClr>
                          <a:schemeClr val="accent1"/>
                        </a:buClr>
                        <a:buFont typeface="Wingdings" panose="05000000000000000000" pitchFamily="2" charset="2"/>
                        <a:buChar char="§"/>
                      </a:pPr>
                      <a:r>
                        <a:rPr lang="en-GB" noProof="0" err="1"/>
                        <a:t>sed</a:t>
                      </a:r>
                      <a:r>
                        <a:rPr lang="en-GB" noProof="0"/>
                        <a:t> </a:t>
                      </a:r>
                      <a:r>
                        <a:rPr lang="en-GB" noProof="0" err="1"/>
                        <a:t>diam</a:t>
                      </a:r>
                      <a:r>
                        <a:rPr lang="en-GB" noProof="0"/>
                        <a:t> </a:t>
                      </a:r>
                      <a:r>
                        <a:rPr lang="en-GB" noProof="0" err="1"/>
                        <a:t>nonumy</a:t>
                      </a:r>
                      <a:r>
                        <a:rPr lang="en-GB" noProof="0"/>
                        <a:t> magna </a:t>
                      </a:r>
                      <a:r>
                        <a:rPr lang="en-GB" noProof="0" err="1"/>
                        <a:t>aliquyam</a:t>
                      </a:r>
                      <a:r>
                        <a:rPr lang="en-GB" noProof="0"/>
                        <a:t> </a:t>
                      </a:r>
                    </a:p>
                    <a:p>
                      <a:pPr marL="180975" indent="-180975">
                        <a:lnSpc>
                          <a:spcPct val="110000"/>
                        </a:lnSpc>
                        <a:buClr>
                          <a:schemeClr val="accent1"/>
                        </a:buClr>
                        <a:buFont typeface="Wingdings" panose="05000000000000000000" pitchFamily="2" charset="2"/>
                        <a:buChar char="§"/>
                      </a:pPr>
                      <a:r>
                        <a:rPr lang="en-GB" noProof="0" err="1"/>
                        <a:t>eirmod</a:t>
                      </a:r>
                      <a:r>
                        <a:rPr lang="en-GB" noProof="0"/>
                        <a:t> </a:t>
                      </a:r>
                      <a:r>
                        <a:rPr lang="en-GB" noProof="0" err="1"/>
                        <a:t>tempor</a:t>
                      </a:r>
                      <a:r>
                        <a:rPr lang="en-GB" noProof="0"/>
                        <a:t> ut labore et dolore</a:t>
                      </a:r>
                    </a:p>
                    <a:p>
                      <a:pPr marL="180975" indent="-180975">
                        <a:lnSpc>
                          <a:spcPct val="110000"/>
                        </a:lnSpc>
                        <a:buClr>
                          <a:schemeClr val="accent1"/>
                        </a:buClr>
                        <a:buFont typeface="Wingdings" panose="05000000000000000000" pitchFamily="2" charset="2"/>
                        <a:buChar char="§"/>
                      </a:pPr>
                      <a:r>
                        <a:rPr lang="en-GB" noProof="0"/>
                        <a:t>magna </a:t>
                      </a:r>
                      <a:r>
                        <a:rPr lang="en-GB" noProof="0" err="1"/>
                        <a:t>aliquyam</a:t>
                      </a:r>
                      <a:r>
                        <a:rPr lang="en-GB" noProof="0"/>
                        <a:t> </a:t>
                      </a:r>
                      <a:r>
                        <a:rPr lang="en-GB" noProof="0" err="1"/>
                        <a:t>erat</a:t>
                      </a:r>
                      <a:r>
                        <a:rPr lang="en-GB" noProof="0"/>
                        <a:t> </a:t>
                      </a:r>
                      <a:r>
                        <a:rPr lang="en-GB" noProof="0" err="1"/>
                        <a:t>invidunt</a:t>
                      </a:r>
                      <a:r>
                        <a:rPr lang="en-GB" noProof="0"/>
                        <a:t> </a:t>
                      </a:r>
                      <a:r>
                        <a:rPr lang="en-GB" noProof="0" err="1"/>
                        <a:t>sed</a:t>
                      </a:r>
                      <a:endParaRPr lang="en-GB" noProof="0"/>
                    </a:p>
                    <a:p>
                      <a:pPr marL="180975" indent="-180975">
                        <a:lnSpc>
                          <a:spcPct val="110000"/>
                        </a:lnSpc>
                        <a:buClr>
                          <a:schemeClr val="accent1"/>
                        </a:buClr>
                        <a:buFont typeface="Wingdings" panose="05000000000000000000" pitchFamily="2" charset="2"/>
                        <a:buChar char="§"/>
                      </a:pPr>
                      <a:r>
                        <a:rPr lang="en-GB" noProof="0" err="1"/>
                        <a:t>invidunt</a:t>
                      </a:r>
                      <a:r>
                        <a:rPr lang="en-GB" noProof="0"/>
                        <a:t> </a:t>
                      </a:r>
                      <a:r>
                        <a:rPr lang="en-GB" noProof="0" err="1"/>
                        <a:t>sed</a:t>
                      </a:r>
                      <a:r>
                        <a:rPr lang="en-GB" noProof="0"/>
                        <a:t> </a:t>
                      </a:r>
                      <a:r>
                        <a:rPr lang="en-GB" noProof="0" err="1"/>
                        <a:t>diam</a:t>
                      </a:r>
                      <a:r>
                        <a:rPr lang="en-GB" noProof="0"/>
                        <a:t> </a:t>
                      </a:r>
                      <a:r>
                        <a:rPr lang="en-GB" noProof="0" err="1"/>
                        <a:t>tua</a:t>
                      </a:r>
                      <a:endParaRPr lang="en-GB" noProof="0"/>
                    </a:p>
                  </a:txBody>
                  <a:tcPr marL="0" marR="72000" marT="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a:lnSpc>
                          <a:spcPct val="110000"/>
                        </a:lnSpc>
                      </a:pPr>
                      <a:r>
                        <a:rPr lang="en-GB" noProof="0"/>
                        <a:t>2026</a:t>
                      </a:r>
                    </a:p>
                  </a:txBody>
                  <a:tcPr marL="0" marR="72000" marT="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685015148"/>
                  </a:ext>
                </a:extLst>
              </a:tr>
              <a:tr h="1129250">
                <a:tc>
                  <a:txBody>
                    <a:bodyPr/>
                    <a:lstStyle/>
                    <a:p>
                      <a:pPr>
                        <a:lnSpc>
                          <a:spcPct val="110000"/>
                        </a:lnSpc>
                      </a:pPr>
                      <a:r>
                        <a:rPr lang="en-GB" noProof="0"/>
                        <a:t>Lorem Ipsum</a:t>
                      </a:r>
                      <a:br>
                        <a:rPr lang="en-GB" noProof="0"/>
                      </a:br>
                      <a:r>
                        <a:rPr lang="en-GB" noProof="0"/>
                        <a:t>sit </a:t>
                      </a:r>
                      <a:r>
                        <a:rPr lang="en-GB" noProof="0" err="1"/>
                        <a:t>amet</a:t>
                      </a:r>
                      <a:r>
                        <a:rPr lang="en-GB" noProof="0"/>
                        <a:t> justo </a:t>
                      </a:r>
                    </a:p>
                  </a:txBody>
                  <a:tcPr marL="0" marR="72000" marT="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marL="180975" indent="-180975">
                        <a:lnSpc>
                          <a:spcPct val="110000"/>
                        </a:lnSpc>
                        <a:buClr>
                          <a:schemeClr val="accent1"/>
                        </a:buClr>
                        <a:buFont typeface="Wingdings" panose="05000000000000000000" pitchFamily="2" charset="2"/>
                        <a:buChar char="§"/>
                      </a:pPr>
                      <a:r>
                        <a:rPr lang="en-GB" noProof="0"/>
                        <a:t>magna </a:t>
                      </a:r>
                      <a:r>
                        <a:rPr lang="en-GB" noProof="0" err="1"/>
                        <a:t>aliquyam</a:t>
                      </a:r>
                      <a:r>
                        <a:rPr lang="en-GB" noProof="0"/>
                        <a:t> </a:t>
                      </a:r>
                      <a:r>
                        <a:rPr lang="en-GB" noProof="0" err="1"/>
                        <a:t>erat</a:t>
                      </a:r>
                      <a:r>
                        <a:rPr lang="en-GB" noProof="0"/>
                        <a:t> magna</a:t>
                      </a:r>
                    </a:p>
                    <a:p>
                      <a:pPr marL="180975" indent="-180975">
                        <a:lnSpc>
                          <a:spcPct val="110000"/>
                        </a:lnSpc>
                        <a:buClr>
                          <a:schemeClr val="accent1"/>
                        </a:buClr>
                        <a:buFont typeface="Wingdings" panose="05000000000000000000" pitchFamily="2" charset="2"/>
                        <a:buChar char="§"/>
                      </a:pPr>
                      <a:r>
                        <a:rPr lang="en-GB" noProof="0" err="1"/>
                        <a:t>invidunt</a:t>
                      </a:r>
                      <a:r>
                        <a:rPr lang="en-GB" noProof="0"/>
                        <a:t> </a:t>
                      </a:r>
                      <a:r>
                        <a:rPr lang="en-GB" noProof="0" err="1"/>
                        <a:t>sed</a:t>
                      </a:r>
                      <a:r>
                        <a:rPr lang="en-GB" noProof="0"/>
                        <a:t> </a:t>
                      </a:r>
                      <a:r>
                        <a:rPr lang="en-GB" noProof="0" err="1"/>
                        <a:t>diam</a:t>
                      </a:r>
                      <a:r>
                        <a:rPr lang="en-GB" noProof="0"/>
                        <a:t> </a:t>
                      </a:r>
                      <a:r>
                        <a:rPr lang="en-GB" noProof="0" err="1"/>
                        <a:t>tua</a:t>
                      </a:r>
                      <a:r>
                        <a:rPr lang="en-GB" noProof="0"/>
                        <a:t> </a:t>
                      </a:r>
                      <a:r>
                        <a:rPr lang="en-GB" noProof="0" err="1"/>
                        <a:t>sed</a:t>
                      </a:r>
                      <a:r>
                        <a:rPr lang="en-GB" noProof="0"/>
                        <a:t> </a:t>
                      </a:r>
                      <a:r>
                        <a:rPr lang="en-GB" noProof="0" err="1"/>
                        <a:t>diam</a:t>
                      </a:r>
                      <a:r>
                        <a:rPr lang="en-GB" noProof="0"/>
                        <a:t> </a:t>
                      </a:r>
                    </a:p>
                    <a:p>
                      <a:pPr marL="180975" marR="0" lvl="0" indent="-180975" algn="l" defTabSz="914309" rtl="0" eaLnBrk="1" fontAlgn="auto" latinLnBrk="0" hangingPunct="1">
                        <a:lnSpc>
                          <a:spcPct val="110000"/>
                        </a:lnSpc>
                        <a:spcBef>
                          <a:spcPts val="0"/>
                        </a:spcBef>
                        <a:spcAft>
                          <a:spcPts val="0"/>
                        </a:spcAft>
                        <a:buClr>
                          <a:schemeClr val="accent1"/>
                        </a:buClr>
                        <a:buSzTx/>
                        <a:buFont typeface="Wingdings" panose="05000000000000000000" pitchFamily="2" charset="2"/>
                        <a:buChar char="§"/>
                        <a:tabLst/>
                        <a:defRPr/>
                      </a:pPr>
                      <a:r>
                        <a:rPr lang="en-GB" noProof="0"/>
                        <a:t>magna </a:t>
                      </a:r>
                      <a:r>
                        <a:rPr lang="en-GB" noProof="0" err="1"/>
                        <a:t>aliquyam</a:t>
                      </a:r>
                      <a:r>
                        <a:rPr lang="en-GB" noProof="0"/>
                        <a:t> </a:t>
                      </a:r>
                      <a:r>
                        <a:rPr lang="en-GB" noProof="0" err="1"/>
                        <a:t>erat</a:t>
                      </a:r>
                      <a:r>
                        <a:rPr lang="en-GB" noProof="0"/>
                        <a:t> magna</a:t>
                      </a:r>
                    </a:p>
                  </a:txBody>
                  <a:tcPr marL="0" marR="72000" marT="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a:lnSpc>
                          <a:spcPct val="110000"/>
                        </a:lnSpc>
                      </a:pPr>
                      <a:r>
                        <a:rPr lang="en-GB" noProof="0"/>
                        <a:t>2023</a:t>
                      </a:r>
                    </a:p>
                  </a:txBody>
                  <a:tcPr marL="0" marR="72000" marT="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134797145"/>
                  </a:ext>
                </a:extLst>
              </a:tr>
              <a:tr h="508505">
                <a:tc>
                  <a:txBody>
                    <a:bodyPr/>
                    <a:lstStyle/>
                    <a:p>
                      <a:pPr>
                        <a:lnSpc>
                          <a:spcPct val="110000"/>
                        </a:lnSpc>
                      </a:pPr>
                      <a:r>
                        <a:rPr lang="en-GB" noProof="0"/>
                        <a:t>Lorem Ipsum</a:t>
                      </a:r>
                    </a:p>
                  </a:txBody>
                  <a:tcPr marL="0" marR="72000" marT="0" marB="72000" anchor="ctr">
                    <a:lnT w="19050" cap="flat" cmpd="sng" algn="ctr">
                      <a:solidFill>
                        <a:schemeClr val="accent5"/>
                      </a:solidFill>
                      <a:prstDash val="solid"/>
                      <a:round/>
                      <a:headEnd type="none" w="med" len="med"/>
                      <a:tailEnd type="none" w="med" len="med"/>
                    </a:lnT>
                    <a:solidFill>
                      <a:schemeClr val="bg1"/>
                    </a:solidFill>
                  </a:tcPr>
                </a:tc>
                <a:tc>
                  <a:txBody>
                    <a:bodyPr/>
                    <a:lstStyle/>
                    <a:p>
                      <a:pPr>
                        <a:lnSpc>
                          <a:spcPct val="110000"/>
                        </a:lnSpc>
                      </a:pPr>
                      <a:r>
                        <a:rPr lang="en-GB" noProof="0" dirty="0"/>
                        <a:t>Lorem Ipsum</a:t>
                      </a:r>
                    </a:p>
                  </a:txBody>
                  <a:tcPr marL="0" marR="72000" marT="0" marB="72000" anchor="ctr">
                    <a:lnT w="19050" cap="flat" cmpd="sng" algn="ctr">
                      <a:solidFill>
                        <a:schemeClr val="accent5"/>
                      </a:solidFill>
                      <a:prstDash val="solid"/>
                      <a:round/>
                      <a:headEnd type="none" w="med" len="med"/>
                      <a:tailEnd type="none" w="med" len="med"/>
                    </a:lnT>
                    <a:solidFill>
                      <a:schemeClr val="bg1"/>
                    </a:solidFill>
                  </a:tcPr>
                </a:tc>
                <a:tc>
                  <a:txBody>
                    <a:bodyPr/>
                    <a:lstStyle/>
                    <a:p>
                      <a:pPr>
                        <a:lnSpc>
                          <a:spcPct val="110000"/>
                        </a:lnSpc>
                      </a:pPr>
                      <a:r>
                        <a:rPr lang="en-GB" noProof="0" dirty="0"/>
                        <a:t>2023</a:t>
                      </a:r>
                    </a:p>
                  </a:txBody>
                  <a:tcPr marL="0" marR="72000" marT="0" marB="72000" anchor="ctr">
                    <a:lnT w="19050" cap="flat" cmpd="sng" algn="ctr">
                      <a:solidFill>
                        <a:schemeClr val="accent5"/>
                      </a:solidFill>
                      <a:prstDash val="solid"/>
                      <a:round/>
                      <a:headEnd type="none" w="med" len="med"/>
                      <a:tailEnd type="none" w="med" len="med"/>
                    </a:lnT>
                    <a:solidFill>
                      <a:schemeClr val="bg1"/>
                    </a:solidFill>
                  </a:tcPr>
                </a:tc>
                <a:extLst>
                  <a:ext uri="{0D108BD9-81ED-4DB2-BD59-A6C34878D82A}">
                    <a16:rowId xmlns:a16="http://schemas.microsoft.com/office/drawing/2014/main" val="2897765383"/>
                  </a:ext>
                </a:extLst>
              </a:tr>
            </a:tbl>
          </a:graphicData>
        </a:graphic>
      </p:graphicFrame>
      <p:sp>
        <p:nvSpPr>
          <p:cNvPr id="3" name="Foliennummernplatzhalter 7">
            <a:extLst>
              <a:ext uri="{FF2B5EF4-FFF2-40B4-BE49-F238E27FC236}">
                <a16:creationId xmlns:a16="http://schemas.microsoft.com/office/drawing/2014/main" id="{C3FBBF19-0105-AF47-AD85-FCEB9CD1B470}"/>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solidFill>
                  <a:schemeClr val="bg1"/>
                </a:solidFill>
              </a:rPr>
              <a:pPr/>
              <a:t>39</a:t>
            </a:fld>
            <a:endParaRPr lang="de-DE">
              <a:solidFill>
                <a:schemeClr val="bg1"/>
              </a:solidFill>
            </a:endParaRPr>
          </a:p>
        </p:txBody>
      </p:sp>
    </p:spTree>
    <p:extLst>
      <p:ext uri="{BB962C8B-B14F-4D97-AF65-F5344CB8AC3E}">
        <p14:creationId xmlns:p14="http://schemas.microsoft.com/office/powerpoint/2010/main" val="28622884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Grafik 16" descr="Ein Bild, das Kleidung, Industrie, Pfeife Flöte Rohr, Person enthält.&#10;&#10;Automatisch generierte Beschreibung">
            <a:extLst>
              <a:ext uri="{FF2B5EF4-FFF2-40B4-BE49-F238E27FC236}">
                <a16:creationId xmlns:a16="http://schemas.microsoft.com/office/drawing/2014/main" id="{6F74DEC4-1916-0EBE-5C99-591767F5C8F4}"/>
              </a:ext>
            </a:extLst>
          </p:cNvPr>
          <p:cNvPicPr>
            <a:picLocks noChangeAspect="1"/>
          </p:cNvPicPr>
          <p:nvPr/>
        </p:nvPicPr>
        <p:blipFill rotWithShape="1">
          <a:blip r:embed="rId2">
            <a:extLst>
              <a:ext uri="{28A0092B-C50C-407E-A947-70E740481C1C}">
                <a14:useLocalDpi xmlns:a14="http://schemas.microsoft.com/office/drawing/2010/main" val="0"/>
              </a:ext>
            </a:extLst>
          </a:blip>
          <a:srcRect l="21283" t="4744" r="3937"/>
          <a:stretch/>
        </p:blipFill>
        <p:spPr>
          <a:xfrm>
            <a:off x="4114799" y="0"/>
            <a:ext cx="8075614" cy="6858000"/>
          </a:xfrm>
          <a:prstGeom prst="rect">
            <a:avLst/>
          </a:prstGeom>
        </p:spPr>
      </p:pic>
      <p:sp>
        <p:nvSpPr>
          <p:cNvPr id="10" name="Rechteck 9">
            <a:extLst>
              <a:ext uri="{FF2B5EF4-FFF2-40B4-BE49-F238E27FC236}">
                <a16:creationId xmlns:a16="http://schemas.microsoft.com/office/drawing/2014/main" id="{18038BDD-2B06-6BCC-D41B-F8299DF89971}"/>
              </a:ext>
            </a:extLst>
          </p:cNvPr>
          <p:cNvSpPr/>
          <p:nvPr/>
        </p:nvSpPr>
        <p:spPr>
          <a:xfrm>
            <a:off x="0" y="0"/>
            <a:ext cx="41147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feld 11">
            <a:extLst>
              <a:ext uri="{FF2B5EF4-FFF2-40B4-BE49-F238E27FC236}">
                <a16:creationId xmlns:a16="http://schemas.microsoft.com/office/drawing/2014/main" id="{B3EE3B14-D4AF-DBBE-DCE8-524AE82D1FA0}"/>
              </a:ext>
            </a:extLst>
          </p:cNvPr>
          <p:cNvSpPr txBox="1"/>
          <p:nvPr/>
        </p:nvSpPr>
        <p:spPr>
          <a:xfrm>
            <a:off x="529159" y="1934531"/>
            <a:ext cx="3068204" cy="1871282"/>
          </a:xfrm>
          <a:prstGeom prst="rect">
            <a:avLst/>
          </a:prstGeom>
          <a:noFill/>
        </p:spPr>
        <p:txBody>
          <a:bodyPr wrap="square" lIns="0" tIns="0" rIns="0" bIns="0" rtlCol="0">
            <a:spAutoFit/>
          </a:bodyPr>
          <a:lstStyle/>
          <a:p>
            <a:pPr>
              <a:lnSpc>
                <a:spcPct val="95000"/>
              </a:lnSpc>
            </a:pPr>
            <a:r>
              <a:rPr lang="en-US" sz="3200" b="1" dirty="0">
                <a:solidFill>
                  <a:schemeClr val="bg1"/>
                </a:solidFill>
              </a:rPr>
              <a:t>Lorem ipsum </a:t>
            </a:r>
            <a:r>
              <a:rPr lang="en-US" sz="3200" b="1" dirty="0" err="1">
                <a:solidFill>
                  <a:schemeClr val="bg1"/>
                </a:solidFill>
              </a:rPr>
              <a:t>ut</a:t>
            </a:r>
            <a:r>
              <a:rPr lang="en-US" sz="3200" b="1" dirty="0">
                <a:solidFill>
                  <a:schemeClr val="bg1"/>
                </a:solidFill>
              </a:rPr>
              <a:t> </a:t>
            </a:r>
            <a:r>
              <a:rPr lang="en-US" sz="3200" b="1" dirty="0" err="1">
                <a:solidFill>
                  <a:schemeClr val="bg1"/>
                </a:solidFill>
              </a:rPr>
              <a:t>justo</a:t>
            </a:r>
            <a:r>
              <a:rPr lang="en-US" sz="3200" b="1" dirty="0">
                <a:solidFill>
                  <a:schemeClr val="bg1"/>
                </a:solidFill>
              </a:rPr>
              <a:t> dolor sit </a:t>
            </a:r>
            <a:r>
              <a:rPr lang="en-US" sz="3200" b="1" dirty="0" err="1">
                <a:solidFill>
                  <a:schemeClr val="bg1"/>
                </a:solidFill>
              </a:rPr>
              <a:t>amet</a:t>
            </a:r>
            <a:r>
              <a:rPr lang="en-US" sz="3200" b="1" dirty="0">
                <a:solidFill>
                  <a:schemeClr val="bg1"/>
                </a:solidFill>
              </a:rPr>
              <a:t>, et </a:t>
            </a:r>
            <a:r>
              <a:rPr lang="en-US" sz="3200" b="1" dirty="0" err="1">
                <a:solidFill>
                  <a:schemeClr val="bg1"/>
                </a:solidFill>
              </a:rPr>
              <a:t>justo</a:t>
            </a:r>
            <a:r>
              <a:rPr lang="en-US" sz="3200" b="1" dirty="0">
                <a:solidFill>
                  <a:schemeClr val="bg1"/>
                </a:solidFill>
              </a:rPr>
              <a:t> </a:t>
            </a:r>
            <a:r>
              <a:rPr lang="en-US" sz="3200" b="1" dirty="0" err="1">
                <a:solidFill>
                  <a:schemeClr val="bg1"/>
                </a:solidFill>
              </a:rPr>
              <a:t>sadipscing</a:t>
            </a:r>
            <a:r>
              <a:rPr lang="en-US" sz="3200" b="1" dirty="0">
                <a:solidFill>
                  <a:schemeClr val="bg1"/>
                </a:solidFill>
              </a:rPr>
              <a:t> </a:t>
            </a:r>
            <a:r>
              <a:rPr lang="en-US" sz="3200" b="1" dirty="0" err="1">
                <a:solidFill>
                  <a:schemeClr val="bg1"/>
                </a:solidFill>
              </a:rPr>
              <a:t>elitr</a:t>
            </a:r>
            <a:endParaRPr lang="en-US" sz="3200" b="1" dirty="0">
              <a:solidFill>
                <a:schemeClr val="bg1"/>
              </a:solidFill>
            </a:endParaRPr>
          </a:p>
        </p:txBody>
      </p:sp>
      <p:sp>
        <p:nvSpPr>
          <p:cNvPr id="13" name="Textfeld 12">
            <a:extLst>
              <a:ext uri="{FF2B5EF4-FFF2-40B4-BE49-F238E27FC236}">
                <a16:creationId xmlns:a16="http://schemas.microsoft.com/office/drawing/2014/main" id="{66243464-562F-080A-7714-754E190274DD}"/>
              </a:ext>
            </a:extLst>
          </p:cNvPr>
          <p:cNvSpPr txBox="1"/>
          <p:nvPr/>
        </p:nvSpPr>
        <p:spPr>
          <a:xfrm>
            <a:off x="529158" y="5978707"/>
            <a:ext cx="3067200" cy="276999"/>
          </a:xfrm>
          <a:prstGeom prst="rect">
            <a:avLst/>
          </a:prstGeom>
          <a:noFill/>
        </p:spPr>
        <p:txBody>
          <a:bodyPr wrap="square" lIns="0" tIns="0" rIns="0" bIns="0" rtlCol="0">
            <a:spAutoFit/>
          </a:bodyPr>
          <a:lstStyle/>
          <a:p>
            <a:r>
              <a:rPr lang="de-DE" dirty="0" err="1">
                <a:solidFill>
                  <a:schemeClr val="bg1"/>
                </a:solidFill>
              </a:rPr>
              <a:t>Lorem</a:t>
            </a:r>
            <a:r>
              <a:rPr lang="de-DE" dirty="0">
                <a:solidFill>
                  <a:schemeClr val="bg1"/>
                </a:solidFill>
              </a:rPr>
              <a:t> Ipsum </a:t>
            </a:r>
            <a:r>
              <a:rPr lang="de-DE" dirty="0" err="1">
                <a:solidFill>
                  <a:schemeClr val="bg1"/>
                </a:solidFill>
              </a:rPr>
              <a:t>dolor</a:t>
            </a:r>
            <a:r>
              <a:rPr lang="de-DE" dirty="0">
                <a:solidFill>
                  <a:schemeClr val="bg1"/>
                </a:solidFill>
              </a:rPr>
              <a:t> </a:t>
            </a:r>
            <a:r>
              <a:rPr lang="de-DE" dirty="0" err="1">
                <a:solidFill>
                  <a:schemeClr val="bg1"/>
                </a:solidFill>
              </a:rPr>
              <a:t>sit</a:t>
            </a:r>
            <a:r>
              <a:rPr lang="de-DE" dirty="0">
                <a:solidFill>
                  <a:schemeClr val="bg1"/>
                </a:solidFill>
              </a:rPr>
              <a:t> </a:t>
            </a:r>
            <a:r>
              <a:rPr lang="de-DE" dirty="0" err="1">
                <a:solidFill>
                  <a:schemeClr val="bg1"/>
                </a:solidFill>
              </a:rPr>
              <a:t>amet</a:t>
            </a:r>
            <a:endParaRPr lang="en-US" dirty="0" err="1">
              <a:solidFill>
                <a:schemeClr val="bg1"/>
              </a:solidFill>
            </a:endParaRPr>
          </a:p>
        </p:txBody>
      </p:sp>
      <p:sp>
        <p:nvSpPr>
          <p:cNvPr id="15" name="Foliennummernplatzhalter 7">
            <a:extLst>
              <a:ext uri="{FF2B5EF4-FFF2-40B4-BE49-F238E27FC236}">
                <a16:creationId xmlns:a16="http://schemas.microsoft.com/office/drawing/2014/main" id="{D1DF6A4C-B976-FA53-2657-4099FBBB01B5}"/>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solidFill>
                  <a:schemeClr val="bg1"/>
                </a:solidFill>
              </a:rPr>
              <a:pPr/>
              <a:t>40</a:t>
            </a:fld>
            <a:endParaRPr lang="de-DE">
              <a:solidFill>
                <a:schemeClr val="bg1"/>
              </a:solidFill>
            </a:endParaRPr>
          </a:p>
        </p:txBody>
      </p:sp>
      <p:pic>
        <p:nvPicPr>
          <p:cNvPr id="18" name="Graphic 13">
            <a:extLst>
              <a:ext uri="{FF2B5EF4-FFF2-40B4-BE49-F238E27FC236}">
                <a16:creationId xmlns:a16="http://schemas.microsoft.com/office/drawing/2014/main" id="{0F540FCF-D599-A146-4EF7-BBD2CEE9A81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91813" y="6223000"/>
            <a:ext cx="1498600" cy="635000"/>
          </a:xfrm>
          <a:prstGeom prst="rect">
            <a:avLst/>
          </a:prstGeom>
        </p:spPr>
      </p:pic>
    </p:spTree>
    <p:extLst>
      <p:ext uri="{BB962C8B-B14F-4D97-AF65-F5344CB8AC3E}">
        <p14:creationId xmlns:p14="http://schemas.microsoft.com/office/powerpoint/2010/main" val="616383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2D392BE0-0614-9AA9-3DC2-2AC25E7D77CA}"/>
              </a:ext>
            </a:extLst>
          </p:cNvPr>
          <p:cNvSpPr/>
          <p:nvPr/>
        </p:nvSpPr>
        <p:spPr>
          <a:xfrm>
            <a:off x="4295775" y="2024063"/>
            <a:ext cx="7380287" cy="417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 name="Titel 1">
            <a:extLst>
              <a:ext uri="{FF2B5EF4-FFF2-40B4-BE49-F238E27FC236}">
                <a16:creationId xmlns:a16="http://schemas.microsoft.com/office/drawing/2014/main" id="{56BF8FEE-6F88-2595-1465-22D56E6E4F0E}"/>
              </a:ext>
            </a:extLst>
          </p:cNvPr>
          <p:cNvSpPr>
            <a:spLocks noGrp="1"/>
          </p:cNvSpPr>
          <p:nvPr>
            <p:ph type="title"/>
          </p:nvPr>
        </p:nvSpPr>
        <p:spPr/>
        <p:txBody>
          <a:bodyPr/>
          <a:lstStyle/>
          <a:p>
            <a:r>
              <a:rPr lang="en-GB" noProof="0" dirty="0"/>
              <a:t>Lorem ipsum </a:t>
            </a:r>
            <a:r>
              <a:rPr lang="en-GB" noProof="0" dirty="0" err="1"/>
              <a:t>dolor</a:t>
            </a:r>
            <a:r>
              <a:rPr lang="en-GB" noProof="0" dirty="0"/>
              <a:t> sit </a:t>
            </a:r>
            <a:r>
              <a:rPr lang="en-GB" noProof="0" dirty="0" err="1"/>
              <a:t>amet</a:t>
            </a:r>
            <a:r>
              <a:rPr lang="en-GB" noProof="0" dirty="0"/>
              <a:t>, </a:t>
            </a:r>
            <a:br>
              <a:rPr lang="en-GB" noProof="0" dirty="0"/>
            </a:br>
            <a:r>
              <a:rPr lang="en-GB" noProof="0" dirty="0" err="1"/>
              <a:t>consetetur</a:t>
            </a:r>
            <a:r>
              <a:rPr lang="en-GB" noProof="0" dirty="0"/>
              <a:t> </a:t>
            </a:r>
            <a:r>
              <a:rPr lang="en-GB" noProof="0" dirty="0" err="1"/>
              <a:t>sadipscing</a:t>
            </a:r>
            <a:r>
              <a:rPr lang="en-GB" noProof="0" dirty="0"/>
              <a:t> </a:t>
            </a:r>
            <a:r>
              <a:rPr lang="en-GB" noProof="0" dirty="0" err="1"/>
              <a:t>elitr</a:t>
            </a:r>
            <a:r>
              <a:rPr lang="en-GB" noProof="0" dirty="0"/>
              <a:t> </a:t>
            </a:r>
            <a:r>
              <a:rPr lang="en-GB" noProof="0" dirty="0" err="1"/>
              <a:t>sed</a:t>
            </a:r>
            <a:endParaRPr lang="en-GB" noProof="0" dirty="0"/>
          </a:p>
        </p:txBody>
      </p:sp>
      <p:sp>
        <p:nvSpPr>
          <p:cNvPr id="11" name="Inhaltsplatzhalter 10">
            <a:extLst>
              <a:ext uri="{FF2B5EF4-FFF2-40B4-BE49-F238E27FC236}">
                <a16:creationId xmlns:a16="http://schemas.microsoft.com/office/drawing/2014/main" id="{5D7366B2-EDAF-8FAD-F612-7EDC31731F52}"/>
              </a:ext>
            </a:extLst>
          </p:cNvPr>
          <p:cNvSpPr>
            <a:spLocks noGrp="1"/>
          </p:cNvSpPr>
          <p:nvPr>
            <p:ph sz="quarter" idx="11"/>
          </p:nvPr>
        </p:nvSpPr>
        <p:spPr>
          <a:xfrm>
            <a:off x="514351" y="2024063"/>
            <a:ext cx="3600450" cy="2045139"/>
          </a:xfrm>
        </p:spPr>
        <p:txBody>
          <a:bodyPr>
            <a:spAutoFit/>
          </a:bodyPr>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GB" sz="2400" b="0" i="0" u="none" strike="noStrike" kern="1200" cap="none" spc="0" normalizeH="0" baseline="0" noProof="0" dirty="0">
                <a:ln>
                  <a:noFill/>
                </a:ln>
                <a:solidFill>
                  <a:schemeClr val="accent1"/>
                </a:solidFill>
                <a:effectLst/>
                <a:uLnTx/>
                <a:uFillTx/>
                <a:latin typeface="Arial" panose="020B0604020202020204"/>
                <a:cs typeface="Arial"/>
              </a:rPr>
              <a:t>Lorem ipsum </a:t>
            </a:r>
            <a:r>
              <a:rPr kumimoji="0" lang="en-GB" sz="2400" b="1" i="0" u="none" strike="noStrike" kern="1200" cap="none" spc="0" normalizeH="0" baseline="0" noProof="0" dirty="0" err="1">
                <a:ln>
                  <a:noFill/>
                </a:ln>
                <a:solidFill>
                  <a:schemeClr val="accent1"/>
                </a:solidFill>
                <a:effectLst/>
                <a:uLnTx/>
                <a:uFillTx/>
                <a:latin typeface="Arial" panose="020B0604020202020204"/>
                <a:cs typeface="Arial"/>
              </a:rPr>
              <a:t>dolor</a:t>
            </a:r>
            <a:r>
              <a:rPr kumimoji="0" lang="en-GB" sz="2400" b="1" i="0" u="none" strike="noStrike" kern="1200" cap="none" spc="0" normalizeH="0" baseline="0" noProof="0" dirty="0">
                <a:ln>
                  <a:noFill/>
                </a:ln>
                <a:solidFill>
                  <a:schemeClr val="accent1"/>
                </a:solidFill>
                <a:effectLst/>
                <a:uLnTx/>
                <a:uFillTx/>
                <a:latin typeface="Arial" panose="020B0604020202020204"/>
                <a:cs typeface="Arial"/>
              </a:rPr>
              <a:t> </a:t>
            </a:r>
            <a:br>
              <a:rPr kumimoji="0" lang="en-GB" sz="2400" b="1" i="0" u="none" strike="noStrike" kern="1200" cap="none" spc="0" normalizeH="0" baseline="0" noProof="0" dirty="0">
                <a:ln>
                  <a:noFill/>
                </a:ln>
                <a:solidFill>
                  <a:schemeClr val="accent1"/>
                </a:solidFill>
                <a:effectLst/>
                <a:uLnTx/>
                <a:uFillTx/>
                <a:latin typeface="Arial" panose="020B0604020202020204"/>
                <a:cs typeface="Arial"/>
              </a:rPr>
            </a:br>
            <a:r>
              <a:rPr kumimoji="0" lang="en-GB" sz="2400" b="1" i="0" u="none" strike="noStrike" kern="1200" cap="none" spc="0" normalizeH="0" baseline="0" noProof="0" dirty="0">
                <a:ln>
                  <a:noFill/>
                </a:ln>
                <a:solidFill>
                  <a:schemeClr val="accent1"/>
                </a:solidFill>
                <a:effectLst/>
                <a:uLnTx/>
                <a:uFillTx/>
                <a:latin typeface="Arial" panose="020B0604020202020204"/>
                <a:cs typeface="Arial"/>
              </a:rPr>
              <a:t>sit </a:t>
            </a:r>
            <a:r>
              <a:rPr kumimoji="0" lang="en-GB" sz="2400" b="1" i="0" u="none" strike="noStrike" kern="1200" cap="none" spc="0" normalizeH="0" baseline="0" noProof="0" dirty="0" err="1">
                <a:ln>
                  <a:noFill/>
                </a:ln>
                <a:solidFill>
                  <a:schemeClr val="accent1"/>
                </a:solidFill>
                <a:effectLst/>
                <a:uLnTx/>
                <a:uFillTx/>
                <a:latin typeface="Arial" panose="020B0604020202020204"/>
                <a:cs typeface="Arial"/>
              </a:rPr>
              <a:t>amet</a:t>
            </a:r>
            <a:r>
              <a:rPr kumimoji="0" lang="en-GB" sz="2400" b="1" i="0" u="none" strike="noStrike" kern="1200" cap="none" spc="0" normalizeH="0" baseline="0" noProof="0" dirty="0">
                <a:ln>
                  <a:noFill/>
                </a:ln>
                <a:solidFill>
                  <a:schemeClr val="accent1"/>
                </a:solidFill>
                <a:effectLst/>
                <a:uLnTx/>
                <a:uFillTx/>
                <a:latin typeface="Arial" panose="020B0604020202020204"/>
                <a:cs typeface="Arial"/>
              </a:rPr>
              <a:t>,</a:t>
            </a:r>
            <a:r>
              <a:rPr kumimoji="0" lang="en-GB" sz="2400" b="0" i="0" u="none" strike="noStrike" kern="1200" cap="none" spc="0" normalizeH="0" baseline="0" noProof="0" dirty="0">
                <a:ln>
                  <a:noFill/>
                </a:ln>
                <a:solidFill>
                  <a:schemeClr val="accent1"/>
                </a:solidFill>
                <a:effectLst/>
                <a:uLnTx/>
                <a:uFillTx/>
                <a:latin typeface="Arial" panose="020B0604020202020204"/>
                <a:cs typeface="Arial"/>
              </a:rPr>
              <a:t> </a:t>
            </a:r>
            <a:r>
              <a:rPr kumimoji="0" lang="en-GB" sz="2400" b="0" i="0" u="none" strike="noStrike" kern="1200" cap="none" spc="0" normalizeH="0" baseline="0" noProof="0" dirty="0" err="1">
                <a:ln>
                  <a:noFill/>
                </a:ln>
                <a:solidFill>
                  <a:schemeClr val="accent1"/>
                </a:solidFill>
                <a:effectLst/>
                <a:uLnTx/>
                <a:uFillTx/>
                <a:latin typeface="Arial" panose="020B0604020202020204"/>
                <a:cs typeface="Arial"/>
              </a:rPr>
              <a:t>consetetur</a:t>
            </a:r>
            <a:r>
              <a:rPr kumimoji="0" lang="en-GB" sz="2400" b="0" i="0" u="none" strike="noStrike" kern="1200" cap="none" spc="0" normalizeH="0" baseline="0" noProof="0" dirty="0">
                <a:ln>
                  <a:noFill/>
                </a:ln>
                <a:solidFill>
                  <a:schemeClr val="accent1"/>
                </a:solidFill>
                <a:effectLst/>
                <a:uLnTx/>
                <a:uFillTx/>
                <a:latin typeface="Arial" panose="020B0604020202020204"/>
                <a:cs typeface="Arial"/>
              </a:rPr>
              <a:t> </a:t>
            </a:r>
            <a:r>
              <a:rPr kumimoji="0" lang="en-GB" sz="2400" b="1" i="0" u="none" strike="noStrike" kern="1200" cap="none" spc="0" normalizeH="0" baseline="0" noProof="0" dirty="0" err="1">
                <a:ln>
                  <a:noFill/>
                </a:ln>
                <a:solidFill>
                  <a:schemeClr val="accent1"/>
                </a:solidFill>
                <a:effectLst/>
                <a:uLnTx/>
                <a:uFillTx/>
                <a:latin typeface="Arial" panose="020B0604020202020204"/>
                <a:cs typeface="Arial"/>
              </a:rPr>
              <a:t>sadipscing</a:t>
            </a:r>
            <a:r>
              <a:rPr kumimoji="0" lang="en-GB" sz="2400" b="1" i="0" u="none" strike="noStrike" kern="1200" cap="none" spc="0" normalizeH="0" baseline="0" noProof="0" dirty="0">
                <a:ln>
                  <a:noFill/>
                </a:ln>
                <a:solidFill>
                  <a:schemeClr val="accent1"/>
                </a:solidFill>
                <a:effectLst/>
                <a:uLnTx/>
                <a:uFillTx/>
                <a:latin typeface="Arial" panose="020B0604020202020204"/>
                <a:cs typeface="Arial"/>
              </a:rPr>
              <a:t> </a:t>
            </a:r>
            <a:r>
              <a:rPr kumimoji="0" lang="en-GB" sz="2400" b="1" i="0" u="none" strike="noStrike" kern="1200" cap="none" spc="0" normalizeH="0" baseline="0" noProof="0" dirty="0" err="1">
                <a:ln>
                  <a:noFill/>
                </a:ln>
                <a:solidFill>
                  <a:schemeClr val="accent1"/>
                </a:solidFill>
                <a:effectLst/>
                <a:uLnTx/>
                <a:uFillTx/>
                <a:latin typeface="Arial" panose="020B0604020202020204"/>
                <a:cs typeface="Arial"/>
              </a:rPr>
              <a:t>elitr</a:t>
            </a:r>
            <a:r>
              <a:rPr kumimoji="0" lang="en-GB" sz="2400" b="1" i="0" u="none" strike="noStrike" kern="1200" cap="none" spc="0" normalizeH="0" baseline="0" noProof="0" dirty="0">
                <a:ln>
                  <a:noFill/>
                </a:ln>
                <a:solidFill>
                  <a:schemeClr val="accent1"/>
                </a:solidFill>
                <a:effectLst/>
                <a:uLnTx/>
                <a:uFillTx/>
                <a:latin typeface="Arial" panose="020B0604020202020204"/>
                <a:cs typeface="Arial"/>
              </a:rPr>
              <a:t>, </a:t>
            </a:r>
            <a:r>
              <a:rPr kumimoji="0" lang="en-GB" sz="2400" b="1" i="0" u="none" strike="noStrike" kern="1200" cap="none" spc="0" normalizeH="0" baseline="0" noProof="0" dirty="0" err="1">
                <a:ln>
                  <a:noFill/>
                </a:ln>
                <a:solidFill>
                  <a:schemeClr val="accent1"/>
                </a:solidFill>
                <a:effectLst/>
                <a:uLnTx/>
                <a:uFillTx/>
                <a:latin typeface="Arial" panose="020B0604020202020204"/>
                <a:cs typeface="Arial"/>
              </a:rPr>
              <a:t>sed</a:t>
            </a:r>
            <a:r>
              <a:rPr kumimoji="0" lang="en-GB" sz="2400" b="1" i="0" u="none" strike="noStrike" kern="1200" cap="none" spc="0" normalizeH="0" baseline="0" noProof="0" dirty="0">
                <a:ln>
                  <a:noFill/>
                </a:ln>
                <a:solidFill>
                  <a:schemeClr val="accent1"/>
                </a:solidFill>
                <a:effectLst/>
                <a:uLnTx/>
                <a:uFillTx/>
                <a:latin typeface="Arial" panose="020B0604020202020204"/>
                <a:cs typeface="Arial"/>
              </a:rPr>
              <a:t> </a:t>
            </a:r>
            <a:r>
              <a:rPr kumimoji="0" lang="en-GB" sz="2400" b="0" i="0" u="none" strike="noStrike" kern="1200" cap="none" spc="0" normalizeH="0" baseline="0" noProof="0" dirty="0" err="1">
                <a:ln>
                  <a:noFill/>
                </a:ln>
                <a:solidFill>
                  <a:schemeClr val="accent1"/>
                </a:solidFill>
                <a:effectLst/>
                <a:uLnTx/>
                <a:uFillTx/>
                <a:latin typeface="Arial" panose="020B0604020202020204"/>
                <a:cs typeface="Arial"/>
              </a:rPr>
              <a:t>diam</a:t>
            </a:r>
            <a:r>
              <a:rPr kumimoji="0" lang="en-GB" sz="2400" b="0" i="0" u="none" strike="noStrike" kern="1200" cap="none" spc="0" normalizeH="0" baseline="0" noProof="0" dirty="0">
                <a:ln>
                  <a:noFill/>
                </a:ln>
                <a:solidFill>
                  <a:schemeClr val="accent1"/>
                </a:solidFill>
                <a:effectLst/>
                <a:uLnTx/>
                <a:uFillTx/>
                <a:latin typeface="Arial" panose="020B0604020202020204"/>
                <a:cs typeface="Arial"/>
              </a:rPr>
              <a:t> </a:t>
            </a:r>
            <a:r>
              <a:rPr kumimoji="0" lang="en-GB" sz="2400" b="0" i="0" u="none" strike="noStrike" kern="1200" cap="none" spc="0" normalizeH="0" baseline="0" noProof="0" dirty="0" err="1">
                <a:ln>
                  <a:noFill/>
                </a:ln>
                <a:solidFill>
                  <a:schemeClr val="accent1"/>
                </a:solidFill>
                <a:effectLst/>
                <a:uLnTx/>
                <a:uFillTx/>
                <a:latin typeface="Arial" panose="020B0604020202020204"/>
                <a:cs typeface="Arial"/>
              </a:rPr>
              <a:t>nonumy</a:t>
            </a:r>
            <a:r>
              <a:rPr kumimoji="0" lang="en-GB" sz="2400" b="0" i="0" u="none" strike="noStrike" kern="1200" cap="none" spc="0" normalizeH="0" baseline="0" noProof="0" dirty="0">
                <a:ln>
                  <a:noFill/>
                </a:ln>
                <a:solidFill>
                  <a:schemeClr val="accent1"/>
                </a:solidFill>
                <a:effectLst/>
                <a:uLnTx/>
                <a:uFillTx/>
                <a:latin typeface="Arial" panose="020B0604020202020204"/>
                <a:cs typeface="Arial"/>
              </a:rPr>
              <a:t> </a:t>
            </a:r>
            <a:r>
              <a:rPr kumimoji="0" lang="en-GB" sz="2400" b="0" i="0" u="none" strike="noStrike" kern="1200" cap="none" spc="0" normalizeH="0" baseline="0" noProof="0" dirty="0" err="1">
                <a:ln>
                  <a:noFill/>
                </a:ln>
                <a:solidFill>
                  <a:schemeClr val="accent1"/>
                </a:solidFill>
                <a:effectLst/>
                <a:uLnTx/>
                <a:uFillTx/>
                <a:latin typeface="Arial" panose="020B0604020202020204"/>
                <a:cs typeface="Arial"/>
              </a:rPr>
              <a:t>eirmod</a:t>
            </a:r>
            <a:r>
              <a:rPr kumimoji="0" lang="en-GB" sz="2400" b="0" i="0" u="none" strike="noStrike" kern="1200" cap="none" spc="0" normalizeH="0" baseline="0" noProof="0" dirty="0">
                <a:ln>
                  <a:noFill/>
                </a:ln>
                <a:solidFill>
                  <a:schemeClr val="accent1"/>
                </a:solidFill>
                <a:effectLst/>
                <a:uLnTx/>
                <a:uFillTx/>
                <a:latin typeface="Arial" panose="020B0604020202020204"/>
                <a:cs typeface="Arial"/>
              </a:rPr>
              <a:t> </a:t>
            </a:r>
            <a:r>
              <a:rPr kumimoji="0" lang="en-GB" sz="2400" b="1" i="0" u="none" strike="noStrike" kern="1200" cap="none" spc="0" normalizeH="0" baseline="0" noProof="0" dirty="0" err="1">
                <a:ln>
                  <a:noFill/>
                </a:ln>
                <a:solidFill>
                  <a:schemeClr val="accent1"/>
                </a:solidFill>
                <a:effectLst/>
                <a:uLnTx/>
                <a:uFillTx/>
                <a:latin typeface="Arial" panose="020B0604020202020204"/>
                <a:cs typeface="Arial"/>
              </a:rPr>
              <a:t>tempor</a:t>
            </a:r>
            <a:r>
              <a:rPr kumimoji="0" lang="en-GB" sz="2400" b="1" i="0" u="none" strike="noStrike" kern="1200" cap="none" spc="0" normalizeH="0" baseline="0" noProof="0" dirty="0">
                <a:ln>
                  <a:noFill/>
                </a:ln>
                <a:solidFill>
                  <a:schemeClr val="accent1"/>
                </a:solidFill>
                <a:effectLst/>
                <a:uLnTx/>
                <a:uFillTx/>
                <a:latin typeface="Arial" panose="020B0604020202020204"/>
                <a:cs typeface="Arial"/>
              </a:rPr>
              <a:t> </a:t>
            </a:r>
            <a:r>
              <a:rPr kumimoji="0" lang="en-GB" sz="2400" b="1" i="0" u="none" strike="noStrike" kern="1200" cap="none" spc="0" normalizeH="0" baseline="0" noProof="0" dirty="0" err="1">
                <a:ln>
                  <a:noFill/>
                </a:ln>
                <a:solidFill>
                  <a:schemeClr val="accent1"/>
                </a:solidFill>
                <a:effectLst/>
                <a:uLnTx/>
                <a:uFillTx/>
                <a:latin typeface="Arial" panose="020B0604020202020204"/>
                <a:cs typeface="Arial"/>
              </a:rPr>
              <a:t>invidunt</a:t>
            </a:r>
            <a:r>
              <a:rPr kumimoji="0" lang="en-GB" sz="2400" b="1" i="0" u="none" strike="noStrike" kern="1200" cap="none" spc="0" normalizeH="0" baseline="0" noProof="0" dirty="0">
                <a:ln>
                  <a:noFill/>
                </a:ln>
                <a:solidFill>
                  <a:schemeClr val="accent1"/>
                </a:solidFill>
                <a:effectLst/>
                <a:uLnTx/>
                <a:uFillTx/>
                <a:latin typeface="Arial" panose="020B0604020202020204"/>
                <a:cs typeface="Arial"/>
              </a:rPr>
              <a:t> </a:t>
            </a:r>
            <a:r>
              <a:rPr kumimoji="0" lang="en-GB" sz="2400" b="0" i="0" u="none" strike="noStrike" kern="1200" cap="none" spc="0" normalizeH="0" baseline="0" noProof="0" dirty="0">
                <a:ln>
                  <a:noFill/>
                </a:ln>
                <a:solidFill>
                  <a:schemeClr val="accent1"/>
                </a:solidFill>
                <a:effectLst/>
                <a:uLnTx/>
                <a:uFillTx/>
                <a:latin typeface="Arial" panose="020B0604020202020204"/>
                <a:cs typeface="Arial"/>
              </a:rPr>
              <a:t>ut</a:t>
            </a:r>
            <a:r>
              <a:rPr kumimoji="0" lang="en-GB" sz="2400" b="0" i="0" u="none" strike="noStrike" kern="1200" cap="none" spc="0" normalizeH="0" baseline="30000" noProof="0" dirty="0">
                <a:ln>
                  <a:noFill/>
                </a:ln>
                <a:solidFill>
                  <a:schemeClr val="accent1"/>
                </a:solidFill>
                <a:effectLst/>
                <a:uLnTx/>
                <a:uFillTx/>
                <a:latin typeface="Arial" panose="020B0604020202020204"/>
                <a:cs typeface="Arial"/>
              </a:rPr>
              <a:t>1</a:t>
            </a:r>
          </a:p>
        </p:txBody>
      </p:sp>
      <p:sp>
        <p:nvSpPr>
          <p:cNvPr id="18" name="Textfeld 17">
            <a:extLst>
              <a:ext uri="{FF2B5EF4-FFF2-40B4-BE49-F238E27FC236}">
                <a16:creationId xmlns:a16="http://schemas.microsoft.com/office/drawing/2014/main" id="{2EDEA51E-F570-B89D-0275-3C23C42B90A0}"/>
              </a:ext>
            </a:extLst>
          </p:cNvPr>
          <p:cNvSpPr txBox="1"/>
          <p:nvPr/>
        </p:nvSpPr>
        <p:spPr>
          <a:xfrm>
            <a:off x="514351" y="5954554"/>
            <a:ext cx="3585263" cy="246221"/>
          </a:xfrm>
          <a:prstGeom prst="rect">
            <a:avLst/>
          </a:prstGeom>
          <a:noFill/>
        </p:spPr>
        <p:txBody>
          <a:bodyPr wrap="square" lIns="0" tIns="0" rIns="0" bIns="0" rtlCol="0">
            <a:spAutoFit/>
          </a:bodyPr>
          <a:lstStyle/>
          <a:p>
            <a:r>
              <a:rPr lang="en-GB" sz="800" baseline="30000" noProof="0" dirty="0"/>
              <a:t>1 </a:t>
            </a:r>
            <a:r>
              <a:rPr lang="en-GB" sz="800" noProof="0" dirty="0"/>
              <a:t>Lorem ipsum </a:t>
            </a:r>
            <a:r>
              <a:rPr lang="en-GB" sz="800" noProof="0" dirty="0" err="1"/>
              <a:t>dolor</a:t>
            </a:r>
            <a:r>
              <a:rPr lang="en-GB" sz="800" noProof="0" dirty="0"/>
              <a:t> sit </a:t>
            </a:r>
            <a:r>
              <a:rPr lang="en-GB" sz="800" noProof="0" dirty="0" err="1"/>
              <a:t>amet</a:t>
            </a:r>
            <a:r>
              <a:rPr lang="en-GB" sz="800" noProof="0" dirty="0"/>
              <a:t>, </a:t>
            </a:r>
            <a:r>
              <a:rPr lang="en-GB" sz="800" noProof="0" dirty="0" err="1"/>
              <a:t>consetetur</a:t>
            </a:r>
            <a:r>
              <a:rPr lang="en-GB" sz="800" noProof="0" dirty="0"/>
              <a:t> </a:t>
            </a:r>
            <a:r>
              <a:rPr lang="en-GB" sz="800" noProof="0" dirty="0" err="1"/>
              <a:t>sadipscing</a:t>
            </a:r>
            <a:r>
              <a:rPr lang="en-GB" sz="800" noProof="0" dirty="0"/>
              <a:t> </a:t>
            </a:r>
            <a:r>
              <a:rPr lang="en-GB" sz="800" noProof="0" dirty="0" err="1"/>
              <a:t>elitr</a:t>
            </a:r>
            <a:r>
              <a:rPr lang="en-GB" sz="800" noProof="0" dirty="0"/>
              <a:t>, </a:t>
            </a:r>
            <a:r>
              <a:rPr lang="en-GB" sz="800" noProof="0" dirty="0" err="1"/>
              <a:t>sed</a:t>
            </a:r>
            <a:r>
              <a:rPr lang="en-GB" sz="800" noProof="0" dirty="0"/>
              <a:t> </a:t>
            </a:r>
            <a:r>
              <a:rPr lang="en-GB" sz="800" noProof="0" dirty="0" err="1"/>
              <a:t>diam</a:t>
            </a:r>
            <a:r>
              <a:rPr lang="en-GB" sz="800" noProof="0" dirty="0"/>
              <a:t> </a:t>
            </a:r>
            <a:r>
              <a:rPr lang="en-GB" sz="800" noProof="0" dirty="0" err="1"/>
              <a:t>nonumy</a:t>
            </a:r>
            <a:r>
              <a:rPr lang="en-GB" sz="800" noProof="0" dirty="0"/>
              <a:t> </a:t>
            </a:r>
            <a:r>
              <a:rPr lang="en-GB" sz="800" noProof="0" dirty="0" err="1"/>
              <a:t>eirmod</a:t>
            </a:r>
            <a:r>
              <a:rPr lang="en-GB" sz="800" noProof="0" dirty="0"/>
              <a:t> </a:t>
            </a:r>
            <a:r>
              <a:rPr lang="en-GB" sz="800" noProof="0" dirty="0" err="1"/>
              <a:t>tempor</a:t>
            </a:r>
            <a:r>
              <a:rPr lang="en-GB" sz="800" noProof="0" dirty="0"/>
              <a:t> </a:t>
            </a:r>
            <a:r>
              <a:rPr lang="en-GB" sz="800" noProof="0" dirty="0" err="1"/>
              <a:t>invidunt</a:t>
            </a:r>
            <a:r>
              <a:rPr lang="en-GB" sz="800" noProof="0" dirty="0"/>
              <a:t> </a:t>
            </a:r>
            <a:r>
              <a:rPr lang="en-GB" sz="800" noProof="0" dirty="0" err="1"/>
              <a:t>ut</a:t>
            </a:r>
            <a:r>
              <a:rPr lang="en-GB" sz="800" noProof="0" dirty="0"/>
              <a:t> labore et dolore magna </a:t>
            </a:r>
            <a:r>
              <a:rPr lang="en-GB" sz="800" noProof="0" dirty="0" err="1"/>
              <a:t>aliquyam</a:t>
            </a:r>
            <a:r>
              <a:rPr lang="en-GB" sz="800" noProof="0" dirty="0"/>
              <a:t> </a:t>
            </a:r>
            <a:r>
              <a:rPr lang="en-GB" sz="800" noProof="0" dirty="0" err="1"/>
              <a:t>erat</a:t>
            </a:r>
            <a:r>
              <a:rPr lang="en-GB" sz="800" noProof="0" dirty="0"/>
              <a:t>, </a:t>
            </a:r>
            <a:r>
              <a:rPr lang="en-GB" sz="800" noProof="0" dirty="0" err="1"/>
              <a:t>sed</a:t>
            </a:r>
            <a:r>
              <a:rPr lang="en-GB" sz="800" noProof="0" dirty="0"/>
              <a:t> diam.</a:t>
            </a:r>
          </a:p>
        </p:txBody>
      </p:sp>
      <p:graphicFrame>
        <p:nvGraphicFramePr>
          <p:cNvPr id="9" name="Tabelle 8">
            <a:extLst>
              <a:ext uri="{FF2B5EF4-FFF2-40B4-BE49-F238E27FC236}">
                <a16:creationId xmlns:a16="http://schemas.microsoft.com/office/drawing/2014/main" id="{BD9ABA89-6D76-88F2-59FB-EC7D2E866006}"/>
              </a:ext>
            </a:extLst>
          </p:cNvPr>
          <p:cNvGraphicFramePr>
            <a:graphicFrameLocks noGrp="1"/>
          </p:cNvGraphicFramePr>
          <p:nvPr/>
        </p:nvGraphicFramePr>
        <p:xfrm>
          <a:off x="4439774" y="2166816"/>
          <a:ext cx="7092287" cy="3585879"/>
        </p:xfrm>
        <a:graphic>
          <a:graphicData uri="http://schemas.openxmlformats.org/drawingml/2006/table">
            <a:tbl>
              <a:tblPr firstRow="1" bandRow="1">
                <a:tableStyleId>{5C22544A-7EE6-4342-B048-85BDC9FD1C3A}</a:tableStyleId>
              </a:tblPr>
              <a:tblGrid>
                <a:gridCol w="1866392">
                  <a:extLst>
                    <a:ext uri="{9D8B030D-6E8A-4147-A177-3AD203B41FA5}">
                      <a16:colId xmlns:a16="http://schemas.microsoft.com/office/drawing/2014/main" val="411402726"/>
                    </a:ext>
                  </a:extLst>
                </a:gridCol>
                <a:gridCol w="4255371">
                  <a:extLst>
                    <a:ext uri="{9D8B030D-6E8A-4147-A177-3AD203B41FA5}">
                      <a16:colId xmlns:a16="http://schemas.microsoft.com/office/drawing/2014/main" val="894871734"/>
                    </a:ext>
                  </a:extLst>
                </a:gridCol>
                <a:gridCol w="970524">
                  <a:extLst>
                    <a:ext uri="{9D8B030D-6E8A-4147-A177-3AD203B41FA5}">
                      <a16:colId xmlns:a16="http://schemas.microsoft.com/office/drawing/2014/main" val="1295051906"/>
                    </a:ext>
                  </a:extLst>
                </a:gridCol>
              </a:tblGrid>
              <a:tr h="508505">
                <a:tc>
                  <a:txBody>
                    <a:bodyPr/>
                    <a:lstStyle/>
                    <a:p>
                      <a:pPr>
                        <a:lnSpc>
                          <a:spcPct val="110000"/>
                        </a:lnSpc>
                      </a:pPr>
                      <a:r>
                        <a:rPr lang="en-GB" noProof="0">
                          <a:solidFill>
                            <a:schemeClr val="accent1"/>
                          </a:solidFill>
                        </a:rPr>
                        <a:t>Lorem Ipsum</a:t>
                      </a:r>
                    </a:p>
                  </a:txBody>
                  <a:tcPr marL="0" marR="72000" marT="0" marB="72000">
                    <a:lnB w="19050" cap="flat" cmpd="sng" algn="ctr">
                      <a:solidFill>
                        <a:schemeClr val="accent5"/>
                      </a:solidFill>
                      <a:prstDash val="solid"/>
                      <a:round/>
                      <a:headEnd type="none" w="med" len="med"/>
                      <a:tailEnd type="none" w="med" len="med"/>
                    </a:lnB>
                    <a:solidFill>
                      <a:schemeClr val="bg1"/>
                    </a:solidFill>
                  </a:tcPr>
                </a:tc>
                <a:tc>
                  <a:txBody>
                    <a:bodyPr/>
                    <a:lstStyle/>
                    <a:p>
                      <a:pPr>
                        <a:lnSpc>
                          <a:spcPct val="110000"/>
                        </a:lnSpc>
                      </a:pPr>
                      <a:r>
                        <a:rPr lang="en-GB" noProof="0">
                          <a:solidFill>
                            <a:schemeClr val="accent1"/>
                          </a:solidFill>
                        </a:rPr>
                        <a:t>Lorem Ipsum </a:t>
                      </a:r>
                      <a:r>
                        <a:rPr lang="en-GB" noProof="0" err="1">
                          <a:solidFill>
                            <a:schemeClr val="accent1"/>
                          </a:solidFill>
                        </a:rPr>
                        <a:t>dolor</a:t>
                      </a:r>
                      <a:r>
                        <a:rPr lang="en-GB" noProof="0">
                          <a:solidFill>
                            <a:schemeClr val="accent1"/>
                          </a:solidFill>
                        </a:rPr>
                        <a:t> sit </a:t>
                      </a:r>
                      <a:r>
                        <a:rPr lang="en-GB" noProof="0" err="1">
                          <a:solidFill>
                            <a:schemeClr val="accent1"/>
                          </a:solidFill>
                        </a:rPr>
                        <a:t>amet</a:t>
                      </a:r>
                      <a:r>
                        <a:rPr lang="en-GB" noProof="0">
                          <a:solidFill>
                            <a:schemeClr val="accent1"/>
                          </a:solidFill>
                        </a:rPr>
                        <a:t> justo</a:t>
                      </a:r>
                    </a:p>
                  </a:txBody>
                  <a:tcPr marL="0" marR="72000" marT="0" marB="72000">
                    <a:lnB w="19050" cap="flat" cmpd="sng" algn="ctr">
                      <a:solidFill>
                        <a:schemeClr val="accent5"/>
                      </a:solidFill>
                      <a:prstDash val="solid"/>
                      <a:round/>
                      <a:headEnd type="none" w="med" len="med"/>
                      <a:tailEnd type="none" w="med" len="med"/>
                    </a:lnB>
                    <a:solidFill>
                      <a:schemeClr val="bg1"/>
                    </a:solidFill>
                  </a:tcPr>
                </a:tc>
                <a:tc>
                  <a:txBody>
                    <a:bodyPr/>
                    <a:lstStyle/>
                    <a:p>
                      <a:pPr>
                        <a:lnSpc>
                          <a:spcPct val="110000"/>
                        </a:lnSpc>
                      </a:pPr>
                      <a:r>
                        <a:rPr lang="en-GB" noProof="0">
                          <a:solidFill>
                            <a:schemeClr val="accent1"/>
                          </a:solidFill>
                        </a:rPr>
                        <a:t>Lorem</a:t>
                      </a:r>
                    </a:p>
                  </a:txBody>
                  <a:tcPr marL="0" marR="72000" marT="0" marB="72000">
                    <a:lnB w="1905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156493197"/>
                  </a:ext>
                </a:extLst>
              </a:tr>
              <a:tr h="1439619">
                <a:tc>
                  <a:txBody>
                    <a:bodyPr/>
                    <a:lstStyle/>
                    <a:p>
                      <a:pPr marL="0" marR="0" lvl="0" indent="0" algn="l" defTabSz="914309" rtl="0" eaLnBrk="1" fontAlgn="auto" latinLnBrk="0" hangingPunct="1">
                        <a:lnSpc>
                          <a:spcPct val="110000"/>
                        </a:lnSpc>
                        <a:spcBef>
                          <a:spcPts val="0"/>
                        </a:spcBef>
                        <a:spcAft>
                          <a:spcPts val="0"/>
                        </a:spcAft>
                        <a:buClrTx/>
                        <a:buSzTx/>
                        <a:buFontTx/>
                        <a:buNone/>
                        <a:tabLst/>
                        <a:defRPr/>
                      </a:pPr>
                      <a:r>
                        <a:rPr lang="en-GB" noProof="0"/>
                        <a:t>Lorem Ipsum</a:t>
                      </a:r>
                      <a:br>
                        <a:rPr lang="en-GB" noProof="0"/>
                      </a:br>
                      <a:r>
                        <a:rPr lang="en-GB" noProof="0"/>
                        <a:t>sit </a:t>
                      </a:r>
                      <a:r>
                        <a:rPr lang="en-GB" noProof="0" err="1"/>
                        <a:t>amet</a:t>
                      </a:r>
                      <a:r>
                        <a:rPr lang="en-GB" noProof="0"/>
                        <a:t> justo </a:t>
                      </a:r>
                    </a:p>
                  </a:txBody>
                  <a:tcPr marL="0" marR="72000" marT="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marL="180975" indent="-180975">
                        <a:lnSpc>
                          <a:spcPct val="110000"/>
                        </a:lnSpc>
                        <a:buClr>
                          <a:schemeClr val="accent1"/>
                        </a:buClr>
                        <a:buFont typeface="Wingdings" panose="05000000000000000000" pitchFamily="2" charset="2"/>
                        <a:buChar char="§"/>
                      </a:pPr>
                      <a:r>
                        <a:rPr lang="en-GB" noProof="0" err="1"/>
                        <a:t>sed</a:t>
                      </a:r>
                      <a:r>
                        <a:rPr lang="en-GB" noProof="0"/>
                        <a:t> </a:t>
                      </a:r>
                      <a:r>
                        <a:rPr lang="en-GB" noProof="0" err="1"/>
                        <a:t>diam</a:t>
                      </a:r>
                      <a:r>
                        <a:rPr lang="en-GB" noProof="0"/>
                        <a:t> </a:t>
                      </a:r>
                      <a:r>
                        <a:rPr lang="en-GB" noProof="0" err="1"/>
                        <a:t>nonumy</a:t>
                      </a:r>
                      <a:r>
                        <a:rPr lang="en-GB" noProof="0"/>
                        <a:t> magna </a:t>
                      </a:r>
                      <a:r>
                        <a:rPr lang="en-GB" noProof="0" err="1"/>
                        <a:t>aliquyam</a:t>
                      </a:r>
                      <a:r>
                        <a:rPr lang="en-GB" noProof="0"/>
                        <a:t> </a:t>
                      </a:r>
                    </a:p>
                    <a:p>
                      <a:pPr marL="180975" indent="-180975">
                        <a:lnSpc>
                          <a:spcPct val="110000"/>
                        </a:lnSpc>
                        <a:buClr>
                          <a:schemeClr val="accent1"/>
                        </a:buClr>
                        <a:buFont typeface="Wingdings" panose="05000000000000000000" pitchFamily="2" charset="2"/>
                        <a:buChar char="§"/>
                      </a:pPr>
                      <a:r>
                        <a:rPr lang="en-GB" noProof="0" err="1"/>
                        <a:t>eirmod</a:t>
                      </a:r>
                      <a:r>
                        <a:rPr lang="en-GB" noProof="0"/>
                        <a:t> </a:t>
                      </a:r>
                      <a:r>
                        <a:rPr lang="en-GB" noProof="0" err="1"/>
                        <a:t>tempor</a:t>
                      </a:r>
                      <a:r>
                        <a:rPr lang="en-GB" noProof="0"/>
                        <a:t> ut labore et dolore</a:t>
                      </a:r>
                    </a:p>
                    <a:p>
                      <a:pPr marL="180975" indent="-180975">
                        <a:lnSpc>
                          <a:spcPct val="110000"/>
                        </a:lnSpc>
                        <a:buClr>
                          <a:schemeClr val="accent1"/>
                        </a:buClr>
                        <a:buFont typeface="Wingdings" panose="05000000000000000000" pitchFamily="2" charset="2"/>
                        <a:buChar char="§"/>
                      </a:pPr>
                      <a:r>
                        <a:rPr lang="en-GB" noProof="0"/>
                        <a:t>magna </a:t>
                      </a:r>
                      <a:r>
                        <a:rPr lang="en-GB" noProof="0" err="1"/>
                        <a:t>aliquyam</a:t>
                      </a:r>
                      <a:r>
                        <a:rPr lang="en-GB" noProof="0"/>
                        <a:t> </a:t>
                      </a:r>
                      <a:r>
                        <a:rPr lang="en-GB" noProof="0" err="1"/>
                        <a:t>erat</a:t>
                      </a:r>
                      <a:r>
                        <a:rPr lang="en-GB" noProof="0"/>
                        <a:t> </a:t>
                      </a:r>
                      <a:r>
                        <a:rPr lang="en-GB" noProof="0" err="1"/>
                        <a:t>invidunt</a:t>
                      </a:r>
                      <a:r>
                        <a:rPr lang="en-GB" noProof="0"/>
                        <a:t> </a:t>
                      </a:r>
                      <a:r>
                        <a:rPr lang="en-GB" noProof="0" err="1"/>
                        <a:t>sed</a:t>
                      </a:r>
                      <a:endParaRPr lang="en-GB" noProof="0"/>
                    </a:p>
                    <a:p>
                      <a:pPr marL="180975" indent="-180975">
                        <a:lnSpc>
                          <a:spcPct val="110000"/>
                        </a:lnSpc>
                        <a:buClr>
                          <a:schemeClr val="accent1"/>
                        </a:buClr>
                        <a:buFont typeface="Wingdings" panose="05000000000000000000" pitchFamily="2" charset="2"/>
                        <a:buChar char="§"/>
                      </a:pPr>
                      <a:r>
                        <a:rPr lang="en-GB" noProof="0" err="1"/>
                        <a:t>invidunt</a:t>
                      </a:r>
                      <a:r>
                        <a:rPr lang="en-GB" noProof="0"/>
                        <a:t> </a:t>
                      </a:r>
                      <a:r>
                        <a:rPr lang="en-GB" noProof="0" err="1"/>
                        <a:t>sed</a:t>
                      </a:r>
                      <a:r>
                        <a:rPr lang="en-GB" noProof="0"/>
                        <a:t> </a:t>
                      </a:r>
                      <a:r>
                        <a:rPr lang="en-GB" noProof="0" err="1"/>
                        <a:t>diam</a:t>
                      </a:r>
                      <a:r>
                        <a:rPr lang="en-GB" noProof="0"/>
                        <a:t> </a:t>
                      </a:r>
                      <a:r>
                        <a:rPr lang="en-GB" noProof="0" err="1"/>
                        <a:t>tua</a:t>
                      </a:r>
                      <a:endParaRPr lang="en-GB" noProof="0"/>
                    </a:p>
                  </a:txBody>
                  <a:tcPr marL="0" marR="72000" marT="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a:lnSpc>
                          <a:spcPct val="110000"/>
                        </a:lnSpc>
                      </a:pPr>
                      <a:r>
                        <a:rPr lang="en-GB" noProof="0"/>
                        <a:t>2026</a:t>
                      </a:r>
                    </a:p>
                  </a:txBody>
                  <a:tcPr marL="0" marR="72000" marT="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685015148"/>
                  </a:ext>
                </a:extLst>
              </a:tr>
              <a:tr h="1129250">
                <a:tc>
                  <a:txBody>
                    <a:bodyPr/>
                    <a:lstStyle/>
                    <a:p>
                      <a:pPr>
                        <a:lnSpc>
                          <a:spcPct val="110000"/>
                        </a:lnSpc>
                      </a:pPr>
                      <a:r>
                        <a:rPr lang="en-GB" noProof="0"/>
                        <a:t>Lorem Ipsum</a:t>
                      </a:r>
                      <a:br>
                        <a:rPr lang="en-GB" noProof="0"/>
                      </a:br>
                      <a:r>
                        <a:rPr lang="en-GB" noProof="0"/>
                        <a:t>sit </a:t>
                      </a:r>
                      <a:r>
                        <a:rPr lang="en-GB" noProof="0" err="1"/>
                        <a:t>amet</a:t>
                      </a:r>
                      <a:r>
                        <a:rPr lang="en-GB" noProof="0"/>
                        <a:t> justo </a:t>
                      </a:r>
                    </a:p>
                  </a:txBody>
                  <a:tcPr marL="0" marR="72000" marT="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marL="180975" indent="-180975">
                        <a:lnSpc>
                          <a:spcPct val="110000"/>
                        </a:lnSpc>
                        <a:buClr>
                          <a:schemeClr val="accent1"/>
                        </a:buClr>
                        <a:buFont typeface="Wingdings" panose="05000000000000000000" pitchFamily="2" charset="2"/>
                        <a:buChar char="§"/>
                      </a:pPr>
                      <a:r>
                        <a:rPr lang="en-GB" noProof="0"/>
                        <a:t>magna </a:t>
                      </a:r>
                      <a:r>
                        <a:rPr lang="en-GB" noProof="0" err="1"/>
                        <a:t>aliquyam</a:t>
                      </a:r>
                      <a:r>
                        <a:rPr lang="en-GB" noProof="0"/>
                        <a:t> </a:t>
                      </a:r>
                      <a:r>
                        <a:rPr lang="en-GB" noProof="0" err="1"/>
                        <a:t>erat</a:t>
                      </a:r>
                      <a:r>
                        <a:rPr lang="en-GB" noProof="0"/>
                        <a:t> magna</a:t>
                      </a:r>
                    </a:p>
                    <a:p>
                      <a:pPr marL="180975" indent="-180975">
                        <a:lnSpc>
                          <a:spcPct val="110000"/>
                        </a:lnSpc>
                        <a:buClr>
                          <a:schemeClr val="accent1"/>
                        </a:buClr>
                        <a:buFont typeface="Wingdings" panose="05000000000000000000" pitchFamily="2" charset="2"/>
                        <a:buChar char="§"/>
                      </a:pPr>
                      <a:r>
                        <a:rPr lang="en-GB" noProof="0" err="1"/>
                        <a:t>invidunt</a:t>
                      </a:r>
                      <a:r>
                        <a:rPr lang="en-GB" noProof="0"/>
                        <a:t> </a:t>
                      </a:r>
                      <a:r>
                        <a:rPr lang="en-GB" noProof="0" err="1"/>
                        <a:t>sed</a:t>
                      </a:r>
                      <a:r>
                        <a:rPr lang="en-GB" noProof="0"/>
                        <a:t> </a:t>
                      </a:r>
                      <a:r>
                        <a:rPr lang="en-GB" noProof="0" err="1"/>
                        <a:t>diam</a:t>
                      </a:r>
                      <a:r>
                        <a:rPr lang="en-GB" noProof="0"/>
                        <a:t> </a:t>
                      </a:r>
                      <a:r>
                        <a:rPr lang="en-GB" noProof="0" err="1"/>
                        <a:t>tua</a:t>
                      </a:r>
                      <a:r>
                        <a:rPr lang="en-GB" noProof="0"/>
                        <a:t> </a:t>
                      </a:r>
                      <a:r>
                        <a:rPr lang="en-GB" noProof="0" err="1"/>
                        <a:t>sed</a:t>
                      </a:r>
                      <a:r>
                        <a:rPr lang="en-GB" noProof="0"/>
                        <a:t> </a:t>
                      </a:r>
                      <a:r>
                        <a:rPr lang="en-GB" noProof="0" err="1"/>
                        <a:t>diam</a:t>
                      </a:r>
                      <a:r>
                        <a:rPr lang="en-GB" noProof="0"/>
                        <a:t> </a:t>
                      </a:r>
                    </a:p>
                    <a:p>
                      <a:pPr marL="180975" marR="0" lvl="0" indent="-180975" algn="l" defTabSz="914309" rtl="0" eaLnBrk="1" fontAlgn="auto" latinLnBrk="0" hangingPunct="1">
                        <a:lnSpc>
                          <a:spcPct val="110000"/>
                        </a:lnSpc>
                        <a:spcBef>
                          <a:spcPts val="0"/>
                        </a:spcBef>
                        <a:spcAft>
                          <a:spcPts val="0"/>
                        </a:spcAft>
                        <a:buClr>
                          <a:schemeClr val="accent1"/>
                        </a:buClr>
                        <a:buSzTx/>
                        <a:buFont typeface="Wingdings" panose="05000000000000000000" pitchFamily="2" charset="2"/>
                        <a:buChar char="§"/>
                        <a:tabLst/>
                        <a:defRPr/>
                      </a:pPr>
                      <a:r>
                        <a:rPr lang="en-GB" noProof="0"/>
                        <a:t>magna </a:t>
                      </a:r>
                      <a:r>
                        <a:rPr lang="en-GB" noProof="0" err="1"/>
                        <a:t>aliquyam</a:t>
                      </a:r>
                      <a:r>
                        <a:rPr lang="en-GB" noProof="0"/>
                        <a:t> </a:t>
                      </a:r>
                      <a:r>
                        <a:rPr lang="en-GB" noProof="0" err="1"/>
                        <a:t>erat</a:t>
                      </a:r>
                      <a:r>
                        <a:rPr lang="en-GB" noProof="0"/>
                        <a:t> magna</a:t>
                      </a:r>
                    </a:p>
                  </a:txBody>
                  <a:tcPr marL="0" marR="72000" marT="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a:lnSpc>
                          <a:spcPct val="110000"/>
                        </a:lnSpc>
                      </a:pPr>
                      <a:r>
                        <a:rPr lang="en-GB" noProof="0"/>
                        <a:t>2023</a:t>
                      </a:r>
                    </a:p>
                  </a:txBody>
                  <a:tcPr marL="0" marR="72000" marT="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134797145"/>
                  </a:ext>
                </a:extLst>
              </a:tr>
              <a:tr h="508505">
                <a:tc>
                  <a:txBody>
                    <a:bodyPr/>
                    <a:lstStyle/>
                    <a:p>
                      <a:pPr>
                        <a:lnSpc>
                          <a:spcPct val="110000"/>
                        </a:lnSpc>
                      </a:pPr>
                      <a:r>
                        <a:rPr lang="en-GB" noProof="0"/>
                        <a:t>Lorem Ipsum</a:t>
                      </a:r>
                    </a:p>
                  </a:txBody>
                  <a:tcPr marL="0" marR="72000" marT="0" marB="72000" anchor="ctr">
                    <a:lnT w="19050" cap="flat" cmpd="sng" algn="ctr">
                      <a:solidFill>
                        <a:schemeClr val="accent5"/>
                      </a:solidFill>
                      <a:prstDash val="solid"/>
                      <a:round/>
                      <a:headEnd type="none" w="med" len="med"/>
                      <a:tailEnd type="none" w="med" len="med"/>
                    </a:lnT>
                    <a:solidFill>
                      <a:schemeClr val="bg1"/>
                    </a:solidFill>
                  </a:tcPr>
                </a:tc>
                <a:tc>
                  <a:txBody>
                    <a:bodyPr/>
                    <a:lstStyle/>
                    <a:p>
                      <a:pPr>
                        <a:lnSpc>
                          <a:spcPct val="110000"/>
                        </a:lnSpc>
                      </a:pPr>
                      <a:r>
                        <a:rPr lang="en-GB" noProof="0" dirty="0"/>
                        <a:t>Lorem Ipsum</a:t>
                      </a:r>
                    </a:p>
                  </a:txBody>
                  <a:tcPr marL="0" marR="72000" marT="0" marB="72000" anchor="ctr">
                    <a:lnT w="19050" cap="flat" cmpd="sng" algn="ctr">
                      <a:solidFill>
                        <a:schemeClr val="accent5"/>
                      </a:solidFill>
                      <a:prstDash val="solid"/>
                      <a:round/>
                      <a:headEnd type="none" w="med" len="med"/>
                      <a:tailEnd type="none" w="med" len="med"/>
                    </a:lnT>
                    <a:solidFill>
                      <a:schemeClr val="bg1"/>
                    </a:solidFill>
                  </a:tcPr>
                </a:tc>
                <a:tc>
                  <a:txBody>
                    <a:bodyPr/>
                    <a:lstStyle/>
                    <a:p>
                      <a:pPr>
                        <a:lnSpc>
                          <a:spcPct val="110000"/>
                        </a:lnSpc>
                      </a:pPr>
                      <a:r>
                        <a:rPr lang="en-GB" noProof="0" dirty="0"/>
                        <a:t>2023</a:t>
                      </a:r>
                    </a:p>
                  </a:txBody>
                  <a:tcPr marL="0" marR="72000" marT="0" marB="72000" anchor="ctr">
                    <a:lnT w="19050" cap="flat" cmpd="sng" algn="ctr">
                      <a:solidFill>
                        <a:schemeClr val="accent5"/>
                      </a:solidFill>
                      <a:prstDash val="solid"/>
                      <a:round/>
                      <a:headEnd type="none" w="med" len="med"/>
                      <a:tailEnd type="none" w="med" len="med"/>
                    </a:lnT>
                    <a:solidFill>
                      <a:schemeClr val="bg1"/>
                    </a:solidFill>
                  </a:tcPr>
                </a:tc>
                <a:extLst>
                  <a:ext uri="{0D108BD9-81ED-4DB2-BD59-A6C34878D82A}">
                    <a16:rowId xmlns:a16="http://schemas.microsoft.com/office/drawing/2014/main" val="2897765383"/>
                  </a:ext>
                </a:extLst>
              </a:tr>
            </a:tbl>
          </a:graphicData>
        </a:graphic>
      </p:graphicFrame>
      <p:sp>
        <p:nvSpPr>
          <p:cNvPr id="3" name="Foliennummernplatzhalter 7">
            <a:extLst>
              <a:ext uri="{FF2B5EF4-FFF2-40B4-BE49-F238E27FC236}">
                <a16:creationId xmlns:a16="http://schemas.microsoft.com/office/drawing/2014/main" id="{81379C7F-3076-FD6E-7D22-6A21A24F38EE}"/>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41</a:t>
            </a:fld>
            <a:endParaRPr lang="de-DE"/>
          </a:p>
        </p:txBody>
      </p:sp>
    </p:spTree>
    <p:extLst>
      <p:ext uri="{BB962C8B-B14F-4D97-AF65-F5344CB8AC3E}">
        <p14:creationId xmlns:p14="http://schemas.microsoft.com/office/powerpoint/2010/main" val="3433312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2D392BE0-0614-9AA9-3DC2-2AC25E7D77CA}"/>
              </a:ext>
            </a:extLst>
          </p:cNvPr>
          <p:cNvSpPr/>
          <p:nvPr/>
        </p:nvSpPr>
        <p:spPr>
          <a:xfrm>
            <a:off x="4295775" y="2024063"/>
            <a:ext cx="7380287" cy="417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 name="Titel 1">
            <a:extLst>
              <a:ext uri="{FF2B5EF4-FFF2-40B4-BE49-F238E27FC236}">
                <a16:creationId xmlns:a16="http://schemas.microsoft.com/office/drawing/2014/main" id="{56BF8FEE-6F88-2595-1465-22D56E6E4F0E}"/>
              </a:ext>
            </a:extLst>
          </p:cNvPr>
          <p:cNvSpPr>
            <a:spLocks noGrp="1"/>
          </p:cNvSpPr>
          <p:nvPr>
            <p:ph type="title"/>
          </p:nvPr>
        </p:nvSpPr>
        <p:spPr/>
        <p:txBody>
          <a:bodyPr/>
          <a:lstStyle/>
          <a:p>
            <a:r>
              <a:rPr lang="en-GB" noProof="0" dirty="0"/>
              <a:t>Lorem ipsum </a:t>
            </a:r>
            <a:r>
              <a:rPr lang="en-GB" noProof="0" dirty="0" err="1"/>
              <a:t>dolor</a:t>
            </a:r>
            <a:r>
              <a:rPr lang="en-GB" noProof="0" dirty="0"/>
              <a:t> sit </a:t>
            </a:r>
            <a:r>
              <a:rPr lang="en-GB" noProof="0" dirty="0" err="1"/>
              <a:t>amet</a:t>
            </a:r>
            <a:r>
              <a:rPr lang="en-GB" noProof="0" dirty="0"/>
              <a:t>, </a:t>
            </a:r>
            <a:br>
              <a:rPr lang="en-GB" noProof="0" dirty="0"/>
            </a:br>
            <a:r>
              <a:rPr lang="en-GB" noProof="0" dirty="0" err="1"/>
              <a:t>consetetur</a:t>
            </a:r>
            <a:r>
              <a:rPr lang="en-GB" noProof="0" dirty="0"/>
              <a:t> </a:t>
            </a:r>
            <a:r>
              <a:rPr lang="en-GB" noProof="0" dirty="0" err="1"/>
              <a:t>sadipscing</a:t>
            </a:r>
            <a:r>
              <a:rPr lang="en-GB" noProof="0" dirty="0"/>
              <a:t> </a:t>
            </a:r>
            <a:r>
              <a:rPr lang="en-GB" noProof="0" dirty="0" err="1"/>
              <a:t>elitr</a:t>
            </a:r>
            <a:r>
              <a:rPr lang="en-GB" noProof="0" dirty="0"/>
              <a:t> </a:t>
            </a:r>
            <a:r>
              <a:rPr lang="en-GB" noProof="0" dirty="0" err="1"/>
              <a:t>sed</a:t>
            </a:r>
            <a:endParaRPr lang="en-GB" noProof="0" dirty="0"/>
          </a:p>
        </p:txBody>
      </p:sp>
      <p:sp>
        <p:nvSpPr>
          <p:cNvPr id="11" name="Inhaltsplatzhalter 10">
            <a:extLst>
              <a:ext uri="{FF2B5EF4-FFF2-40B4-BE49-F238E27FC236}">
                <a16:creationId xmlns:a16="http://schemas.microsoft.com/office/drawing/2014/main" id="{5D7366B2-EDAF-8FAD-F612-7EDC31731F52}"/>
              </a:ext>
            </a:extLst>
          </p:cNvPr>
          <p:cNvSpPr>
            <a:spLocks noGrp="1"/>
          </p:cNvSpPr>
          <p:nvPr>
            <p:ph sz="quarter" idx="11"/>
          </p:nvPr>
        </p:nvSpPr>
        <p:spPr>
          <a:xfrm>
            <a:off x="514351" y="1965073"/>
            <a:ext cx="3600450" cy="1754326"/>
          </a:xfrm>
          <a:noFill/>
        </p:spPr>
        <p:txBody>
          <a:bodyPr lIns="0" tIns="0" rIns="0" bIns="0">
            <a:spAutoFit/>
          </a:bodyPr>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GB" sz="2400" b="0" i="0" u="none" strike="noStrike" kern="1200" cap="none" spc="0" normalizeH="0" baseline="0" noProof="0" dirty="0">
                <a:ln>
                  <a:noFill/>
                </a:ln>
                <a:effectLst/>
                <a:uLnTx/>
                <a:uFillTx/>
                <a:latin typeface="Arial" panose="020B0604020202020204"/>
                <a:cs typeface="Arial"/>
              </a:rPr>
              <a:t>Lorem ipsum </a:t>
            </a:r>
            <a:r>
              <a:rPr kumimoji="0" lang="en-GB" sz="2400" b="1" i="0" u="none" strike="noStrike" kern="1200" cap="none" spc="0" normalizeH="0" baseline="0" noProof="0" dirty="0" err="1">
                <a:ln>
                  <a:noFill/>
                </a:ln>
                <a:effectLst/>
                <a:uLnTx/>
                <a:uFillTx/>
                <a:latin typeface="Arial" panose="020B0604020202020204"/>
                <a:cs typeface="Arial"/>
              </a:rPr>
              <a:t>dolor</a:t>
            </a:r>
            <a:r>
              <a:rPr kumimoji="0" lang="en-GB" sz="2400" b="1" i="0" u="none" strike="noStrike" kern="1200" cap="none" spc="0" normalizeH="0" baseline="0" noProof="0" dirty="0">
                <a:ln>
                  <a:noFill/>
                </a:ln>
                <a:effectLst/>
                <a:uLnTx/>
                <a:uFillTx/>
                <a:latin typeface="Arial" panose="020B0604020202020204"/>
                <a:cs typeface="Arial"/>
              </a:rPr>
              <a:t> </a:t>
            </a:r>
            <a:br>
              <a:rPr kumimoji="0" lang="en-GB" sz="2400" b="1" i="0" u="none" strike="noStrike" kern="1200" cap="none" spc="0" normalizeH="0" baseline="0" noProof="0" dirty="0">
                <a:ln>
                  <a:noFill/>
                </a:ln>
                <a:effectLst/>
                <a:uLnTx/>
                <a:uFillTx/>
                <a:latin typeface="Arial" panose="020B0604020202020204"/>
                <a:cs typeface="Arial"/>
              </a:rPr>
            </a:br>
            <a:r>
              <a:rPr kumimoji="0" lang="en-GB" sz="2400" b="1" i="0" u="none" strike="noStrike" kern="1200" cap="none" spc="0" normalizeH="0" baseline="0" noProof="0" dirty="0">
                <a:ln>
                  <a:noFill/>
                </a:ln>
                <a:effectLst/>
                <a:uLnTx/>
                <a:uFillTx/>
                <a:latin typeface="Arial" panose="020B0604020202020204"/>
                <a:cs typeface="Arial"/>
              </a:rPr>
              <a:t>sit </a:t>
            </a:r>
            <a:r>
              <a:rPr kumimoji="0" lang="en-GB" sz="2400" b="1" i="0" u="none" strike="noStrike" kern="1200" cap="none" spc="0" normalizeH="0" baseline="0" noProof="0" dirty="0" err="1">
                <a:ln>
                  <a:noFill/>
                </a:ln>
                <a:effectLst/>
                <a:uLnTx/>
                <a:uFillTx/>
                <a:latin typeface="Arial" panose="020B0604020202020204"/>
                <a:cs typeface="Arial"/>
              </a:rPr>
              <a:t>amet</a:t>
            </a:r>
            <a:r>
              <a:rPr kumimoji="0" lang="en-GB" sz="2400" b="1" i="0" u="none" strike="noStrike" kern="1200" cap="none" spc="0" normalizeH="0" baseline="0" noProof="0" dirty="0">
                <a:ln>
                  <a:noFill/>
                </a:ln>
                <a:effectLst/>
                <a:uLnTx/>
                <a:uFillTx/>
                <a:latin typeface="Arial" panose="020B0604020202020204"/>
                <a:cs typeface="Arial"/>
              </a:rPr>
              <a:t>,</a:t>
            </a:r>
            <a:r>
              <a:rPr kumimoji="0" lang="en-GB" sz="2400" b="0" i="0" u="none" strike="noStrike" kern="1200" cap="none" spc="0" normalizeH="0" baseline="0" noProof="0" dirty="0">
                <a:ln>
                  <a:noFill/>
                </a:ln>
                <a:effectLst/>
                <a:uLnTx/>
                <a:uFillTx/>
                <a:latin typeface="Arial" panose="020B0604020202020204"/>
                <a:cs typeface="Arial"/>
              </a:rPr>
              <a:t> </a:t>
            </a:r>
            <a:r>
              <a:rPr kumimoji="0" lang="en-GB" sz="2400" b="0" i="0" u="none" strike="noStrike" kern="1200" cap="none" spc="0" normalizeH="0" baseline="0" noProof="0" dirty="0" err="1">
                <a:ln>
                  <a:noFill/>
                </a:ln>
                <a:effectLst/>
                <a:uLnTx/>
                <a:uFillTx/>
                <a:latin typeface="Arial" panose="020B0604020202020204"/>
                <a:cs typeface="Arial"/>
              </a:rPr>
              <a:t>consetetur</a:t>
            </a:r>
            <a:r>
              <a:rPr kumimoji="0" lang="en-GB" sz="2400" b="0" i="0" u="none" strike="noStrike" kern="1200" cap="none" spc="0" normalizeH="0" baseline="0" noProof="0" dirty="0">
                <a:ln>
                  <a:noFill/>
                </a:ln>
                <a:effectLst/>
                <a:uLnTx/>
                <a:uFillTx/>
                <a:latin typeface="Arial" panose="020B0604020202020204"/>
                <a:cs typeface="Arial"/>
              </a:rPr>
              <a:t> </a:t>
            </a:r>
            <a:r>
              <a:rPr kumimoji="0" lang="en-GB" sz="2400" b="1" i="0" u="none" strike="noStrike" kern="1200" cap="none" spc="0" normalizeH="0" baseline="0" noProof="0" dirty="0" err="1">
                <a:ln>
                  <a:noFill/>
                </a:ln>
                <a:effectLst/>
                <a:uLnTx/>
                <a:uFillTx/>
                <a:latin typeface="Arial" panose="020B0604020202020204"/>
                <a:cs typeface="Arial"/>
              </a:rPr>
              <a:t>sadipscing</a:t>
            </a:r>
            <a:r>
              <a:rPr kumimoji="0" lang="en-GB" sz="2400" b="1" i="0" u="none" strike="noStrike" kern="1200" cap="none" spc="0" normalizeH="0" baseline="0" noProof="0" dirty="0">
                <a:ln>
                  <a:noFill/>
                </a:ln>
                <a:effectLst/>
                <a:uLnTx/>
                <a:uFillTx/>
                <a:latin typeface="Arial" panose="020B0604020202020204"/>
                <a:cs typeface="Arial"/>
              </a:rPr>
              <a:t> </a:t>
            </a:r>
            <a:r>
              <a:rPr kumimoji="0" lang="en-GB" sz="2400" b="1" i="0" u="none" strike="noStrike" kern="1200" cap="none" spc="0" normalizeH="0" baseline="0" noProof="0" dirty="0" err="1">
                <a:ln>
                  <a:noFill/>
                </a:ln>
                <a:effectLst/>
                <a:uLnTx/>
                <a:uFillTx/>
                <a:latin typeface="Arial" panose="020B0604020202020204"/>
                <a:cs typeface="Arial"/>
              </a:rPr>
              <a:t>elitr</a:t>
            </a:r>
            <a:r>
              <a:rPr kumimoji="0" lang="en-GB" sz="2400" b="1" i="0" u="none" strike="noStrike" kern="1200" cap="none" spc="0" normalizeH="0" baseline="0" noProof="0" dirty="0">
                <a:ln>
                  <a:noFill/>
                </a:ln>
                <a:effectLst/>
                <a:uLnTx/>
                <a:uFillTx/>
                <a:latin typeface="Arial" panose="020B0604020202020204"/>
                <a:cs typeface="Arial"/>
              </a:rPr>
              <a:t>, </a:t>
            </a:r>
            <a:r>
              <a:rPr kumimoji="0" lang="en-GB" sz="2400" b="1" i="0" u="none" strike="noStrike" kern="1200" cap="none" spc="0" normalizeH="0" baseline="0" noProof="0" dirty="0" err="1">
                <a:ln>
                  <a:noFill/>
                </a:ln>
                <a:effectLst/>
                <a:uLnTx/>
                <a:uFillTx/>
                <a:latin typeface="Arial" panose="020B0604020202020204"/>
                <a:cs typeface="Arial"/>
              </a:rPr>
              <a:t>sed</a:t>
            </a:r>
            <a:r>
              <a:rPr kumimoji="0" lang="en-GB" sz="2400" b="1" i="0" u="none" strike="noStrike" kern="1200" cap="none" spc="0" normalizeH="0" baseline="0" noProof="0" dirty="0">
                <a:ln>
                  <a:noFill/>
                </a:ln>
                <a:effectLst/>
                <a:uLnTx/>
                <a:uFillTx/>
                <a:latin typeface="Arial" panose="020B0604020202020204"/>
                <a:cs typeface="Arial"/>
              </a:rPr>
              <a:t> </a:t>
            </a:r>
            <a:r>
              <a:rPr kumimoji="0" lang="en-GB" sz="2400" b="0" i="0" u="none" strike="noStrike" kern="1200" cap="none" spc="0" normalizeH="0" baseline="0" noProof="0" dirty="0" err="1">
                <a:ln>
                  <a:noFill/>
                </a:ln>
                <a:effectLst/>
                <a:uLnTx/>
                <a:uFillTx/>
                <a:latin typeface="Arial" panose="020B0604020202020204"/>
                <a:cs typeface="Arial"/>
              </a:rPr>
              <a:t>diam</a:t>
            </a:r>
            <a:r>
              <a:rPr kumimoji="0" lang="en-GB" sz="2400" b="0" i="0" u="none" strike="noStrike" kern="1200" cap="none" spc="0" normalizeH="0" baseline="0" noProof="0" dirty="0">
                <a:ln>
                  <a:noFill/>
                </a:ln>
                <a:effectLst/>
                <a:uLnTx/>
                <a:uFillTx/>
                <a:latin typeface="Arial" panose="020B0604020202020204"/>
                <a:cs typeface="Arial"/>
              </a:rPr>
              <a:t> </a:t>
            </a:r>
            <a:r>
              <a:rPr kumimoji="0" lang="en-GB" sz="2400" b="0" i="0" u="none" strike="noStrike" kern="1200" cap="none" spc="0" normalizeH="0" baseline="0" noProof="0" dirty="0" err="1">
                <a:ln>
                  <a:noFill/>
                </a:ln>
                <a:effectLst/>
                <a:uLnTx/>
                <a:uFillTx/>
                <a:latin typeface="Arial" panose="020B0604020202020204"/>
                <a:cs typeface="Arial"/>
              </a:rPr>
              <a:t>nonumy</a:t>
            </a:r>
            <a:r>
              <a:rPr kumimoji="0" lang="en-GB" sz="2400" b="0" i="0" u="none" strike="noStrike" kern="1200" cap="none" spc="0" normalizeH="0" baseline="0" noProof="0" dirty="0">
                <a:ln>
                  <a:noFill/>
                </a:ln>
                <a:effectLst/>
                <a:uLnTx/>
                <a:uFillTx/>
                <a:latin typeface="Arial" panose="020B0604020202020204"/>
                <a:cs typeface="Arial"/>
              </a:rPr>
              <a:t> </a:t>
            </a:r>
            <a:r>
              <a:rPr kumimoji="0" lang="en-GB" sz="2400" b="0" i="0" u="none" strike="noStrike" kern="1200" cap="none" spc="0" normalizeH="0" baseline="0" noProof="0" dirty="0" err="1">
                <a:ln>
                  <a:noFill/>
                </a:ln>
                <a:effectLst/>
                <a:uLnTx/>
                <a:uFillTx/>
                <a:latin typeface="Arial" panose="020B0604020202020204"/>
                <a:cs typeface="Arial"/>
              </a:rPr>
              <a:t>eirmod</a:t>
            </a:r>
            <a:r>
              <a:rPr kumimoji="0" lang="en-GB" sz="2400" b="0" i="0" u="none" strike="noStrike" kern="1200" cap="none" spc="0" normalizeH="0" baseline="0" noProof="0" dirty="0">
                <a:ln>
                  <a:noFill/>
                </a:ln>
                <a:effectLst/>
                <a:uLnTx/>
                <a:uFillTx/>
                <a:latin typeface="Arial" panose="020B0604020202020204"/>
                <a:cs typeface="Arial"/>
              </a:rPr>
              <a:t> </a:t>
            </a:r>
            <a:r>
              <a:rPr kumimoji="0" lang="en-GB" sz="2400" b="1" i="0" u="none" strike="noStrike" kern="1200" cap="none" spc="0" normalizeH="0" baseline="0" noProof="0" dirty="0" err="1">
                <a:ln>
                  <a:noFill/>
                </a:ln>
                <a:effectLst/>
                <a:uLnTx/>
                <a:uFillTx/>
                <a:latin typeface="Arial" panose="020B0604020202020204"/>
                <a:cs typeface="Arial"/>
              </a:rPr>
              <a:t>tempor</a:t>
            </a:r>
            <a:r>
              <a:rPr kumimoji="0" lang="en-GB" sz="2400" b="1" i="0" u="none" strike="noStrike" kern="1200" cap="none" spc="0" normalizeH="0" baseline="0" noProof="0" dirty="0">
                <a:ln>
                  <a:noFill/>
                </a:ln>
                <a:effectLst/>
                <a:uLnTx/>
                <a:uFillTx/>
                <a:latin typeface="Arial" panose="020B0604020202020204"/>
                <a:cs typeface="Arial"/>
              </a:rPr>
              <a:t> </a:t>
            </a:r>
            <a:r>
              <a:rPr kumimoji="0" lang="en-GB" sz="2400" b="1" i="0" u="none" strike="noStrike" kern="1200" cap="none" spc="0" normalizeH="0" baseline="0" noProof="0" dirty="0" err="1">
                <a:ln>
                  <a:noFill/>
                </a:ln>
                <a:effectLst/>
                <a:uLnTx/>
                <a:uFillTx/>
                <a:latin typeface="Arial" panose="020B0604020202020204"/>
                <a:cs typeface="Arial"/>
              </a:rPr>
              <a:t>invidunt</a:t>
            </a:r>
            <a:r>
              <a:rPr kumimoji="0" lang="en-GB" sz="2400" b="1" i="0" u="none" strike="noStrike" kern="1200" cap="none" spc="0" normalizeH="0" baseline="0" noProof="0" dirty="0">
                <a:ln>
                  <a:noFill/>
                </a:ln>
                <a:effectLst/>
                <a:uLnTx/>
                <a:uFillTx/>
                <a:latin typeface="Arial" panose="020B0604020202020204"/>
                <a:cs typeface="Arial"/>
              </a:rPr>
              <a:t> </a:t>
            </a:r>
            <a:r>
              <a:rPr kumimoji="0" lang="en-GB" sz="2400" b="0" i="0" u="none" strike="noStrike" kern="1200" cap="none" spc="0" normalizeH="0" baseline="0" noProof="0" dirty="0">
                <a:ln>
                  <a:noFill/>
                </a:ln>
                <a:effectLst/>
                <a:uLnTx/>
                <a:uFillTx/>
                <a:latin typeface="Arial" panose="020B0604020202020204"/>
                <a:cs typeface="Arial"/>
              </a:rPr>
              <a:t>ut</a:t>
            </a:r>
            <a:r>
              <a:rPr kumimoji="0" lang="en-GB" sz="2400" b="0" i="0" u="none" strike="noStrike" kern="1200" cap="none" spc="0" normalizeH="0" baseline="30000" noProof="0" dirty="0">
                <a:ln>
                  <a:noFill/>
                </a:ln>
                <a:effectLst/>
                <a:uLnTx/>
                <a:uFillTx/>
                <a:latin typeface="Arial" panose="020B0604020202020204"/>
                <a:cs typeface="Arial"/>
              </a:rPr>
              <a:t>1</a:t>
            </a:r>
          </a:p>
        </p:txBody>
      </p:sp>
      <p:sp>
        <p:nvSpPr>
          <p:cNvPr id="18" name="Textfeld 17">
            <a:extLst>
              <a:ext uri="{FF2B5EF4-FFF2-40B4-BE49-F238E27FC236}">
                <a16:creationId xmlns:a16="http://schemas.microsoft.com/office/drawing/2014/main" id="{2EDEA51E-F570-B89D-0275-3C23C42B90A0}"/>
              </a:ext>
            </a:extLst>
          </p:cNvPr>
          <p:cNvSpPr txBox="1"/>
          <p:nvPr/>
        </p:nvSpPr>
        <p:spPr>
          <a:xfrm>
            <a:off x="514351" y="5954554"/>
            <a:ext cx="3585263" cy="246221"/>
          </a:xfrm>
          <a:prstGeom prst="rect">
            <a:avLst/>
          </a:prstGeom>
          <a:noFill/>
        </p:spPr>
        <p:txBody>
          <a:bodyPr wrap="square" lIns="0" tIns="0" rIns="0" bIns="0" rtlCol="0">
            <a:spAutoFit/>
          </a:bodyPr>
          <a:lstStyle/>
          <a:p>
            <a:r>
              <a:rPr lang="en-GB" sz="800" baseline="30000" noProof="0" dirty="0"/>
              <a:t>1 </a:t>
            </a:r>
            <a:r>
              <a:rPr lang="en-GB" sz="800" noProof="0" dirty="0"/>
              <a:t>Lorem ipsum </a:t>
            </a:r>
            <a:r>
              <a:rPr lang="en-GB" sz="800" noProof="0" dirty="0" err="1"/>
              <a:t>dolor</a:t>
            </a:r>
            <a:r>
              <a:rPr lang="en-GB" sz="800" noProof="0" dirty="0"/>
              <a:t> sit </a:t>
            </a:r>
            <a:r>
              <a:rPr lang="en-GB" sz="800" noProof="0" dirty="0" err="1"/>
              <a:t>amet</a:t>
            </a:r>
            <a:r>
              <a:rPr lang="en-GB" sz="800" noProof="0" dirty="0"/>
              <a:t>, </a:t>
            </a:r>
            <a:r>
              <a:rPr lang="en-GB" sz="800" noProof="0" dirty="0" err="1"/>
              <a:t>consetetur</a:t>
            </a:r>
            <a:r>
              <a:rPr lang="en-GB" sz="800" noProof="0" dirty="0"/>
              <a:t> </a:t>
            </a:r>
            <a:r>
              <a:rPr lang="en-GB" sz="800" noProof="0" dirty="0" err="1"/>
              <a:t>sadipscing</a:t>
            </a:r>
            <a:r>
              <a:rPr lang="en-GB" sz="800" noProof="0" dirty="0"/>
              <a:t> </a:t>
            </a:r>
            <a:r>
              <a:rPr lang="en-GB" sz="800" noProof="0" dirty="0" err="1"/>
              <a:t>elitr</a:t>
            </a:r>
            <a:r>
              <a:rPr lang="en-GB" sz="800" noProof="0" dirty="0"/>
              <a:t>, </a:t>
            </a:r>
            <a:r>
              <a:rPr lang="en-GB" sz="800" noProof="0" dirty="0" err="1"/>
              <a:t>sed</a:t>
            </a:r>
            <a:r>
              <a:rPr lang="en-GB" sz="800" noProof="0" dirty="0"/>
              <a:t> </a:t>
            </a:r>
            <a:r>
              <a:rPr lang="en-GB" sz="800" noProof="0" dirty="0" err="1"/>
              <a:t>diam</a:t>
            </a:r>
            <a:r>
              <a:rPr lang="en-GB" sz="800" noProof="0" dirty="0"/>
              <a:t> </a:t>
            </a:r>
            <a:r>
              <a:rPr lang="en-GB" sz="800" noProof="0" dirty="0" err="1"/>
              <a:t>nonumy</a:t>
            </a:r>
            <a:r>
              <a:rPr lang="en-GB" sz="800" noProof="0" dirty="0"/>
              <a:t> </a:t>
            </a:r>
            <a:r>
              <a:rPr lang="en-GB" sz="800" noProof="0" dirty="0" err="1"/>
              <a:t>eirmod</a:t>
            </a:r>
            <a:r>
              <a:rPr lang="en-GB" sz="800" noProof="0" dirty="0"/>
              <a:t> </a:t>
            </a:r>
            <a:r>
              <a:rPr lang="en-GB" sz="800" noProof="0" dirty="0" err="1"/>
              <a:t>tempor</a:t>
            </a:r>
            <a:r>
              <a:rPr lang="en-GB" sz="800" noProof="0" dirty="0"/>
              <a:t> </a:t>
            </a:r>
            <a:r>
              <a:rPr lang="en-GB" sz="800" noProof="0" dirty="0" err="1"/>
              <a:t>invidunt</a:t>
            </a:r>
            <a:r>
              <a:rPr lang="en-GB" sz="800" noProof="0" dirty="0"/>
              <a:t> </a:t>
            </a:r>
            <a:r>
              <a:rPr lang="en-GB" sz="800" noProof="0" dirty="0" err="1"/>
              <a:t>ut</a:t>
            </a:r>
            <a:r>
              <a:rPr lang="en-GB" sz="800" noProof="0" dirty="0"/>
              <a:t> labore et dolore magna </a:t>
            </a:r>
            <a:r>
              <a:rPr lang="en-GB" sz="800" noProof="0" dirty="0" err="1"/>
              <a:t>aliquyam</a:t>
            </a:r>
            <a:r>
              <a:rPr lang="en-GB" sz="800" noProof="0" dirty="0"/>
              <a:t> </a:t>
            </a:r>
            <a:r>
              <a:rPr lang="en-GB" sz="800" noProof="0" dirty="0" err="1"/>
              <a:t>erat</a:t>
            </a:r>
            <a:r>
              <a:rPr lang="en-GB" sz="800" noProof="0" dirty="0"/>
              <a:t>, </a:t>
            </a:r>
            <a:r>
              <a:rPr lang="en-GB" sz="800" noProof="0" dirty="0" err="1"/>
              <a:t>sed</a:t>
            </a:r>
            <a:r>
              <a:rPr lang="en-GB" sz="800" noProof="0" dirty="0"/>
              <a:t> diam.</a:t>
            </a:r>
          </a:p>
        </p:txBody>
      </p:sp>
      <p:graphicFrame>
        <p:nvGraphicFramePr>
          <p:cNvPr id="9" name="Tabelle 8">
            <a:extLst>
              <a:ext uri="{FF2B5EF4-FFF2-40B4-BE49-F238E27FC236}">
                <a16:creationId xmlns:a16="http://schemas.microsoft.com/office/drawing/2014/main" id="{BD9ABA89-6D76-88F2-59FB-EC7D2E866006}"/>
              </a:ext>
            </a:extLst>
          </p:cNvPr>
          <p:cNvGraphicFramePr>
            <a:graphicFrameLocks noGrp="1"/>
          </p:cNvGraphicFramePr>
          <p:nvPr/>
        </p:nvGraphicFramePr>
        <p:xfrm>
          <a:off x="4439774" y="2166816"/>
          <a:ext cx="7092287" cy="3585879"/>
        </p:xfrm>
        <a:graphic>
          <a:graphicData uri="http://schemas.openxmlformats.org/drawingml/2006/table">
            <a:tbl>
              <a:tblPr firstRow="1" bandRow="1">
                <a:tableStyleId>{5C22544A-7EE6-4342-B048-85BDC9FD1C3A}</a:tableStyleId>
              </a:tblPr>
              <a:tblGrid>
                <a:gridCol w="1866392">
                  <a:extLst>
                    <a:ext uri="{9D8B030D-6E8A-4147-A177-3AD203B41FA5}">
                      <a16:colId xmlns:a16="http://schemas.microsoft.com/office/drawing/2014/main" val="411402726"/>
                    </a:ext>
                  </a:extLst>
                </a:gridCol>
                <a:gridCol w="4255371">
                  <a:extLst>
                    <a:ext uri="{9D8B030D-6E8A-4147-A177-3AD203B41FA5}">
                      <a16:colId xmlns:a16="http://schemas.microsoft.com/office/drawing/2014/main" val="894871734"/>
                    </a:ext>
                  </a:extLst>
                </a:gridCol>
                <a:gridCol w="970524">
                  <a:extLst>
                    <a:ext uri="{9D8B030D-6E8A-4147-A177-3AD203B41FA5}">
                      <a16:colId xmlns:a16="http://schemas.microsoft.com/office/drawing/2014/main" val="1295051906"/>
                    </a:ext>
                  </a:extLst>
                </a:gridCol>
              </a:tblGrid>
              <a:tr h="508505">
                <a:tc>
                  <a:txBody>
                    <a:bodyPr/>
                    <a:lstStyle/>
                    <a:p>
                      <a:pPr>
                        <a:lnSpc>
                          <a:spcPct val="110000"/>
                        </a:lnSpc>
                      </a:pPr>
                      <a:r>
                        <a:rPr lang="en-GB" noProof="0">
                          <a:solidFill>
                            <a:schemeClr val="accent1"/>
                          </a:solidFill>
                        </a:rPr>
                        <a:t>Lorem Ipsum</a:t>
                      </a:r>
                    </a:p>
                  </a:txBody>
                  <a:tcPr marL="0" marR="72000" marT="0" marB="72000">
                    <a:lnB w="19050" cap="flat" cmpd="sng" algn="ctr">
                      <a:solidFill>
                        <a:schemeClr val="accent5"/>
                      </a:solidFill>
                      <a:prstDash val="solid"/>
                      <a:round/>
                      <a:headEnd type="none" w="med" len="med"/>
                      <a:tailEnd type="none" w="med" len="med"/>
                    </a:lnB>
                    <a:solidFill>
                      <a:schemeClr val="bg1"/>
                    </a:solidFill>
                  </a:tcPr>
                </a:tc>
                <a:tc>
                  <a:txBody>
                    <a:bodyPr/>
                    <a:lstStyle/>
                    <a:p>
                      <a:pPr>
                        <a:lnSpc>
                          <a:spcPct val="110000"/>
                        </a:lnSpc>
                      </a:pPr>
                      <a:r>
                        <a:rPr lang="en-GB" noProof="0">
                          <a:solidFill>
                            <a:schemeClr val="accent1"/>
                          </a:solidFill>
                        </a:rPr>
                        <a:t>Lorem Ipsum </a:t>
                      </a:r>
                      <a:r>
                        <a:rPr lang="en-GB" noProof="0" err="1">
                          <a:solidFill>
                            <a:schemeClr val="accent1"/>
                          </a:solidFill>
                        </a:rPr>
                        <a:t>dolor</a:t>
                      </a:r>
                      <a:r>
                        <a:rPr lang="en-GB" noProof="0">
                          <a:solidFill>
                            <a:schemeClr val="accent1"/>
                          </a:solidFill>
                        </a:rPr>
                        <a:t> sit </a:t>
                      </a:r>
                      <a:r>
                        <a:rPr lang="en-GB" noProof="0" err="1">
                          <a:solidFill>
                            <a:schemeClr val="accent1"/>
                          </a:solidFill>
                        </a:rPr>
                        <a:t>amet</a:t>
                      </a:r>
                      <a:r>
                        <a:rPr lang="en-GB" noProof="0">
                          <a:solidFill>
                            <a:schemeClr val="accent1"/>
                          </a:solidFill>
                        </a:rPr>
                        <a:t> justo</a:t>
                      </a:r>
                    </a:p>
                  </a:txBody>
                  <a:tcPr marL="0" marR="72000" marT="0" marB="72000">
                    <a:lnB w="19050" cap="flat" cmpd="sng" algn="ctr">
                      <a:solidFill>
                        <a:schemeClr val="accent5"/>
                      </a:solidFill>
                      <a:prstDash val="solid"/>
                      <a:round/>
                      <a:headEnd type="none" w="med" len="med"/>
                      <a:tailEnd type="none" w="med" len="med"/>
                    </a:lnB>
                    <a:solidFill>
                      <a:schemeClr val="bg1"/>
                    </a:solidFill>
                  </a:tcPr>
                </a:tc>
                <a:tc>
                  <a:txBody>
                    <a:bodyPr/>
                    <a:lstStyle/>
                    <a:p>
                      <a:pPr>
                        <a:lnSpc>
                          <a:spcPct val="110000"/>
                        </a:lnSpc>
                      </a:pPr>
                      <a:r>
                        <a:rPr lang="en-GB" noProof="0">
                          <a:solidFill>
                            <a:schemeClr val="accent1"/>
                          </a:solidFill>
                        </a:rPr>
                        <a:t>Lorem</a:t>
                      </a:r>
                    </a:p>
                  </a:txBody>
                  <a:tcPr marL="0" marR="72000" marT="0" marB="72000">
                    <a:lnB w="1905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156493197"/>
                  </a:ext>
                </a:extLst>
              </a:tr>
              <a:tr h="1439619">
                <a:tc>
                  <a:txBody>
                    <a:bodyPr/>
                    <a:lstStyle/>
                    <a:p>
                      <a:pPr marL="0" marR="0" lvl="0" indent="0" algn="l" defTabSz="914309" rtl="0" eaLnBrk="1" fontAlgn="auto" latinLnBrk="0" hangingPunct="1">
                        <a:lnSpc>
                          <a:spcPct val="110000"/>
                        </a:lnSpc>
                        <a:spcBef>
                          <a:spcPts val="0"/>
                        </a:spcBef>
                        <a:spcAft>
                          <a:spcPts val="0"/>
                        </a:spcAft>
                        <a:buClrTx/>
                        <a:buSzTx/>
                        <a:buFontTx/>
                        <a:buNone/>
                        <a:tabLst/>
                        <a:defRPr/>
                      </a:pPr>
                      <a:r>
                        <a:rPr lang="en-GB" noProof="0"/>
                        <a:t>Lorem Ipsum</a:t>
                      </a:r>
                      <a:br>
                        <a:rPr lang="en-GB" noProof="0"/>
                      </a:br>
                      <a:r>
                        <a:rPr lang="en-GB" noProof="0"/>
                        <a:t>sit </a:t>
                      </a:r>
                      <a:r>
                        <a:rPr lang="en-GB" noProof="0" err="1"/>
                        <a:t>amet</a:t>
                      </a:r>
                      <a:r>
                        <a:rPr lang="en-GB" noProof="0"/>
                        <a:t> justo </a:t>
                      </a:r>
                    </a:p>
                  </a:txBody>
                  <a:tcPr marL="0" marR="72000" marT="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marL="180975" indent="-180975">
                        <a:lnSpc>
                          <a:spcPct val="110000"/>
                        </a:lnSpc>
                        <a:buClr>
                          <a:schemeClr val="accent1"/>
                        </a:buClr>
                        <a:buFont typeface="Wingdings" panose="05000000000000000000" pitchFamily="2" charset="2"/>
                        <a:buChar char="§"/>
                      </a:pPr>
                      <a:r>
                        <a:rPr lang="en-GB" noProof="0" err="1"/>
                        <a:t>sed</a:t>
                      </a:r>
                      <a:r>
                        <a:rPr lang="en-GB" noProof="0"/>
                        <a:t> </a:t>
                      </a:r>
                      <a:r>
                        <a:rPr lang="en-GB" noProof="0" err="1"/>
                        <a:t>diam</a:t>
                      </a:r>
                      <a:r>
                        <a:rPr lang="en-GB" noProof="0"/>
                        <a:t> </a:t>
                      </a:r>
                      <a:r>
                        <a:rPr lang="en-GB" noProof="0" err="1"/>
                        <a:t>nonumy</a:t>
                      </a:r>
                      <a:r>
                        <a:rPr lang="en-GB" noProof="0"/>
                        <a:t> magna </a:t>
                      </a:r>
                      <a:r>
                        <a:rPr lang="en-GB" noProof="0" err="1"/>
                        <a:t>aliquyam</a:t>
                      </a:r>
                      <a:r>
                        <a:rPr lang="en-GB" noProof="0"/>
                        <a:t> </a:t>
                      </a:r>
                    </a:p>
                    <a:p>
                      <a:pPr marL="180975" indent="-180975">
                        <a:lnSpc>
                          <a:spcPct val="110000"/>
                        </a:lnSpc>
                        <a:buClr>
                          <a:schemeClr val="accent1"/>
                        </a:buClr>
                        <a:buFont typeface="Wingdings" panose="05000000000000000000" pitchFamily="2" charset="2"/>
                        <a:buChar char="§"/>
                      </a:pPr>
                      <a:r>
                        <a:rPr lang="en-GB" noProof="0" err="1"/>
                        <a:t>eirmod</a:t>
                      </a:r>
                      <a:r>
                        <a:rPr lang="en-GB" noProof="0"/>
                        <a:t> </a:t>
                      </a:r>
                      <a:r>
                        <a:rPr lang="en-GB" noProof="0" err="1"/>
                        <a:t>tempor</a:t>
                      </a:r>
                      <a:r>
                        <a:rPr lang="en-GB" noProof="0"/>
                        <a:t> ut labore et dolore</a:t>
                      </a:r>
                    </a:p>
                    <a:p>
                      <a:pPr marL="180975" indent="-180975">
                        <a:lnSpc>
                          <a:spcPct val="110000"/>
                        </a:lnSpc>
                        <a:buClr>
                          <a:schemeClr val="accent1"/>
                        </a:buClr>
                        <a:buFont typeface="Wingdings" panose="05000000000000000000" pitchFamily="2" charset="2"/>
                        <a:buChar char="§"/>
                      </a:pPr>
                      <a:r>
                        <a:rPr lang="en-GB" noProof="0"/>
                        <a:t>magna </a:t>
                      </a:r>
                      <a:r>
                        <a:rPr lang="en-GB" noProof="0" err="1"/>
                        <a:t>aliquyam</a:t>
                      </a:r>
                      <a:r>
                        <a:rPr lang="en-GB" noProof="0"/>
                        <a:t> </a:t>
                      </a:r>
                      <a:r>
                        <a:rPr lang="en-GB" noProof="0" err="1"/>
                        <a:t>erat</a:t>
                      </a:r>
                      <a:r>
                        <a:rPr lang="en-GB" noProof="0"/>
                        <a:t> </a:t>
                      </a:r>
                      <a:r>
                        <a:rPr lang="en-GB" noProof="0" err="1"/>
                        <a:t>invidunt</a:t>
                      </a:r>
                      <a:r>
                        <a:rPr lang="en-GB" noProof="0"/>
                        <a:t> </a:t>
                      </a:r>
                      <a:r>
                        <a:rPr lang="en-GB" noProof="0" err="1"/>
                        <a:t>sed</a:t>
                      </a:r>
                      <a:endParaRPr lang="en-GB" noProof="0"/>
                    </a:p>
                    <a:p>
                      <a:pPr marL="180975" indent="-180975">
                        <a:lnSpc>
                          <a:spcPct val="110000"/>
                        </a:lnSpc>
                        <a:buClr>
                          <a:schemeClr val="accent1"/>
                        </a:buClr>
                        <a:buFont typeface="Wingdings" panose="05000000000000000000" pitchFamily="2" charset="2"/>
                        <a:buChar char="§"/>
                      </a:pPr>
                      <a:r>
                        <a:rPr lang="en-GB" noProof="0" err="1"/>
                        <a:t>invidunt</a:t>
                      </a:r>
                      <a:r>
                        <a:rPr lang="en-GB" noProof="0"/>
                        <a:t> </a:t>
                      </a:r>
                      <a:r>
                        <a:rPr lang="en-GB" noProof="0" err="1"/>
                        <a:t>sed</a:t>
                      </a:r>
                      <a:r>
                        <a:rPr lang="en-GB" noProof="0"/>
                        <a:t> </a:t>
                      </a:r>
                      <a:r>
                        <a:rPr lang="en-GB" noProof="0" err="1"/>
                        <a:t>diam</a:t>
                      </a:r>
                      <a:r>
                        <a:rPr lang="en-GB" noProof="0"/>
                        <a:t> </a:t>
                      </a:r>
                      <a:r>
                        <a:rPr lang="en-GB" noProof="0" err="1"/>
                        <a:t>tua</a:t>
                      </a:r>
                      <a:endParaRPr lang="en-GB" noProof="0"/>
                    </a:p>
                  </a:txBody>
                  <a:tcPr marL="0" marR="72000" marT="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a:lnSpc>
                          <a:spcPct val="110000"/>
                        </a:lnSpc>
                      </a:pPr>
                      <a:r>
                        <a:rPr lang="en-GB" noProof="0"/>
                        <a:t>2026</a:t>
                      </a:r>
                    </a:p>
                  </a:txBody>
                  <a:tcPr marL="0" marR="72000" marT="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685015148"/>
                  </a:ext>
                </a:extLst>
              </a:tr>
              <a:tr h="1129250">
                <a:tc>
                  <a:txBody>
                    <a:bodyPr/>
                    <a:lstStyle/>
                    <a:p>
                      <a:pPr>
                        <a:lnSpc>
                          <a:spcPct val="110000"/>
                        </a:lnSpc>
                      </a:pPr>
                      <a:r>
                        <a:rPr lang="en-GB" noProof="0"/>
                        <a:t>Lorem Ipsum</a:t>
                      </a:r>
                      <a:br>
                        <a:rPr lang="en-GB" noProof="0"/>
                      </a:br>
                      <a:r>
                        <a:rPr lang="en-GB" noProof="0"/>
                        <a:t>sit </a:t>
                      </a:r>
                      <a:r>
                        <a:rPr lang="en-GB" noProof="0" err="1"/>
                        <a:t>amet</a:t>
                      </a:r>
                      <a:r>
                        <a:rPr lang="en-GB" noProof="0"/>
                        <a:t> justo </a:t>
                      </a:r>
                    </a:p>
                  </a:txBody>
                  <a:tcPr marL="0" marR="72000" marT="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marL="180975" indent="-180975">
                        <a:lnSpc>
                          <a:spcPct val="110000"/>
                        </a:lnSpc>
                        <a:buClr>
                          <a:schemeClr val="accent1"/>
                        </a:buClr>
                        <a:buFont typeface="Wingdings" panose="05000000000000000000" pitchFamily="2" charset="2"/>
                        <a:buChar char="§"/>
                      </a:pPr>
                      <a:r>
                        <a:rPr lang="en-GB" noProof="0"/>
                        <a:t>magna </a:t>
                      </a:r>
                      <a:r>
                        <a:rPr lang="en-GB" noProof="0" err="1"/>
                        <a:t>aliquyam</a:t>
                      </a:r>
                      <a:r>
                        <a:rPr lang="en-GB" noProof="0"/>
                        <a:t> </a:t>
                      </a:r>
                      <a:r>
                        <a:rPr lang="en-GB" noProof="0" err="1"/>
                        <a:t>erat</a:t>
                      </a:r>
                      <a:r>
                        <a:rPr lang="en-GB" noProof="0"/>
                        <a:t> magna</a:t>
                      </a:r>
                    </a:p>
                    <a:p>
                      <a:pPr marL="180975" indent="-180975">
                        <a:lnSpc>
                          <a:spcPct val="110000"/>
                        </a:lnSpc>
                        <a:buClr>
                          <a:schemeClr val="accent1"/>
                        </a:buClr>
                        <a:buFont typeface="Wingdings" panose="05000000000000000000" pitchFamily="2" charset="2"/>
                        <a:buChar char="§"/>
                      </a:pPr>
                      <a:r>
                        <a:rPr lang="en-GB" noProof="0" err="1"/>
                        <a:t>invidunt</a:t>
                      </a:r>
                      <a:r>
                        <a:rPr lang="en-GB" noProof="0"/>
                        <a:t> </a:t>
                      </a:r>
                      <a:r>
                        <a:rPr lang="en-GB" noProof="0" err="1"/>
                        <a:t>sed</a:t>
                      </a:r>
                      <a:r>
                        <a:rPr lang="en-GB" noProof="0"/>
                        <a:t> </a:t>
                      </a:r>
                      <a:r>
                        <a:rPr lang="en-GB" noProof="0" err="1"/>
                        <a:t>diam</a:t>
                      </a:r>
                      <a:r>
                        <a:rPr lang="en-GB" noProof="0"/>
                        <a:t> </a:t>
                      </a:r>
                      <a:r>
                        <a:rPr lang="en-GB" noProof="0" err="1"/>
                        <a:t>tua</a:t>
                      </a:r>
                      <a:r>
                        <a:rPr lang="en-GB" noProof="0"/>
                        <a:t> </a:t>
                      </a:r>
                      <a:r>
                        <a:rPr lang="en-GB" noProof="0" err="1"/>
                        <a:t>sed</a:t>
                      </a:r>
                      <a:r>
                        <a:rPr lang="en-GB" noProof="0"/>
                        <a:t> </a:t>
                      </a:r>
                      <a:r>
                        <a:rPr lang="en-GB" noProof="0" err="1"/>
                        <a:t>diam</a:t>
                      </a:r>
                      <a:r>
                        <a:rPr lang="en-GB" noProof="0"/>
                        <a:t> </a:t>
                      </a:r>
                    </a:p>
                    <a:p>
                      <a:pPr marL="180975" marR="0" lvl="0" indent="-180975" algn="l" defTabSz="914309" rtl="0" eaLnBrk="1" fontAlgn="auto" latinLnBrk="0" hangingPunct="1">
                        <a:lnSpc>
                          <a:spcPct val="110000"/>
                        </a:lnSpc>
                        <a:spcBef>
                          <a:spcPts val="0"/>
                        </a:spcBef>
                        <a:spcAft>
                          <a:spcPts val="0"/>
                        </a:spcAft>
                        <a:buClr>
                          <a:schemeClr val="accent1"/>
                        </a:buClr>
                        <a:buSzTx/>
                        <a:buFont typeface="Wingdings" panose="05000000000000000000" pitchFamily="2" charset="2"/>
                        <a:buChar char="§"/>
                        <a:tabLst/>
                        <a:defRPr/>
                      </a:pPr>
                      <a:r>
                        <a:rPr lang="en-GB" noProof="0"/>
                        <a:t>magna </a:t>
                      </a:r>
                      <a:r>
                        <a:rPr lang="en-GB" noProof="0" err="1"/>
                        <a:t>aliquyam</a:t>
                      </a:r>
                      <a:r>
                        <a:rPr lang="en-GB" noProof="0"/>
                        <a:t> </a:t>
                      </a:r>
                      <a:r>
                        <a:rPr lang="en-GB" noProof="0" err="1"/>
                        <a:t>erat</a:t>
                      </a:r>
                      <a:r>
                        <a:rPr lang="en-GB" noProof="0"/>
                        <a:t> magna</a:t>
                      </a:r>
                    </a:p>
                  </a:txBody>
                  <a:tcPr marL="0" marR="72000" marT="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a:lnSpc>
                          <a:spcPct val="110000"/>
                        </a:lnSpc>
                      </a:pPr>
                      <a:r>
                        <a:rPr lang="en-GB" noProof="0"/>
                        <a:t>2023</a:t>
                      </a:r>
                    </a:p>
                  </a:txBody>
                  <a:tcPr marL="0" marR="72000" marT="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134797145"/>
                  </a:ext>
                </a:extLst>
              </a:tr>
              <a:tr h="508505">
                <a:tc>
                  <a:txBody>
                    <a:bodyPr/>
                    <a:lstStyle/>
                    <a:p>
                      <a:pPr>
                        <a:lnSpc>
                          <a:spcPct val="110000"/>
                        </a:lnSpc>
                      </a:pPr>
                      <a:r>
                        <a:rPr lang="en-GB" noProof="0"/>
                        <a:t>Lorem Ipsum</a:t>
                      </a:r>
                    </a:p>
                  </a:txBody>
                  <a:tcPr marL="0" marR="72000" marT="0" marB="72000" anchor="ctr">
                    <a:lnT w="19050" cap="flat" cmpd="sng" algn="ctr">
                      <a:solidFill>
                        <a:schemeClr val="accent5"/>
                      </a:solidFill>
                      <a:prstDash val="solid"/>
                      <a:round/>
                      <a:headEnd type="none" w="med" len="med"/>
                      <a:tailEnd type="none" w="med" len="med"/>
                    </a:lnT>
                    <a:solidFill>
                      <a:schemeClr val="bg1"/>
                    </a:solidFill>
                  </a:tcPr>
                </a:tc>
                <a:tc>
                  <a:txBody>
                    <a:bodyPr/>
                    <a:lstStyle/>
                    <a:p>
                      <a:pPr>
                        <a:lnSpc>
                          <a:spcPct val="110000"/>
                        </a:lnSpc>
                      </a:pPr>
                      <a:r>
                        <a:rPr lang="en-GB" noProof="0" dirty="0"/>
                        <a:t>Lorem Ipsum</a:t>
                      </a:r>
                    </a:p>
                  </a:txBody>
                  <a:tcPr marL="0" marR="72000" marT="0" marB="72000" anchor="ctr">
                    <a:lnT w="19050" cap="flat" cmpd="sng" algn="ctr">
                      <a:solidFill>
                        <a:schemeClr val="accent5"/>
                      </a:solidFill>
                      <a:prstDash val="solid"/>
                      <a:round/>
                      <a:headEnd type="none" w="med" len="med"/>
                      <a:tailEnd type="none" w="med" len="med"/>
                    </a:lnT>
                    <a:solidFill>
                      <a:schemeClr val="bg1"/>
                    </a:solidFill>
                  </a:tcPr>
                </a:tc>
                <a:tc>
                  <a:txBody>
                    <a:bodyPr/>
                    <a:lstStyle/>
                    <a:p>
                      <a:pPr>
                        <a:lnSpc>
                          <a:spcPct val="110000"/>
                        </a:lnSpc>
                      </a:pPr>
                      <a:r>
                        <a:rPr lang="en-GB" noProof="0" dirty="0"/>
                        <a:t>2023</a:t>
                      </a:r>
                    </a:p>
                  </a:txBody>
                  <a:tcPr marL="0" marR="72000" marT="0" marB="72000" anchor="ctr">
                    <a:lnT w="19050" cap="flat" cmpd="sng" algn="ctr">
                      <a:solidFill>
                        <a:schemeClr val="accent5"/>
                      </a:solidFill>
                      <a:prstDash val="solid"/>
                      <a:round/>
                      <a:headEnd type="none" w="med" len="med"/>
                      <a:tailEnd type="none" w="med" len="med"/>
                    </a:lnT>
                    <a:solidFill>
                      <a:schemeClr val="bg1"/>
                    </a:solidFill>
                  </a:tcPr>
                </a:tc>
                <a:extLst>
                  <a:ext uri="{0D108BD9-81ED-4DB2-BD59-A6C34878D82A}">
                    <a16:rowId xmlns:a16="http://schemas.microsoft.com/office/drawing/2014/main" val="2897765383"/>
                  </a:ext>
                </a:extLst>
              </a:tr>
            </a:tbl>
          </a:graphicData>
        </a:graphic>
      </p:graphicFrame>
      <p:pic>
        <p:nvPicPr>
          <p:cNvPr id="3" name="Graphic 4">
            <a:extLst>
              <a:ext uri="{FF2B5EF4-FFF2-40B4-BE49-F238E27FC236}">
                <a16:creationId xmlns:a16="http://schemas.microsoft.com/office/drawing/2014/main" id="{052CD2CB-9850-F3B8-D3AF-02F5906ADE5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14350" y="3908901"/>
            <a:ext cx="990222" cy="718100"/>
          </a:xfrm>
          <a:prstGeom prst="rect">
            <a:avLst/>
          </a:prstGeom>
        </p:spPr>
      </p:pic>
      <p:sp>
        <p:nvSpPr>
          <p:cNvPr id="5" name="Foliennummernplatzhalter 7">
            <a:extLst>
              <a:ext uri="{FF2B5EF4-FFF2-40B4-BE49-F238E27FC236}">
                <a16:creationId xmlns:a16="http://schemas.microsoft.com/office/drawing/2014/main" id="{E4E481CE-509F-8ACB-7A0B-18955C697782}"/>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42</a:t>
            </a:fld>
            <a:endParaRPr lang="de-DE"/>
          </a:p>
        </p:txBody>
      </p:sp>
    </p:spTree>
    <p:extLst>
      <p:ext uri="{BB962C8B-B14F-4D97-AF65-F5344CB8AC3E}">
        <p14:creationId xmlns:p14="http://schemas.microsoft.com/office/powerpoint/2010/main" val="33013659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5DBF2-8262-B4B4-2CE1-6882617BA623}"/>
            </a:ext>
          </a:extLst>
        </p:cNvPr>
        <p:cNvGrpSpPr/>
        <p:nvPr/>
      </p:nvGrpSpPr>
      <p:grpSpPr>
        <a:xfrm>
          <a:off x="0" y="0"/>
          <a:ext cx="0" cy="0"/>
          <a:chOff x="0" y="0"/>
          <a:chExt cx="0" cy="0"/>
        </a:xfrm>
      </p:grpSpPr>
      <p:sp>
        <p:nvSpPr>
          <p:cNvPr id="39" name="Rechteck 38">
            <a:extLst>
              <a:ext uri="{FF2B5EF4-FFF2-40B4-BE49-F238E27FC236}">
                <a16:creationId xmlns:a16="http://schemas.microsoft.com/office/drawing/2014/main" id="{00BDDDF8-D434-D4B7-B924-AE2BF0998C1F}"/>
              </a:ext>
            </a:extLst>
          </p:cNvPr>
          <p:cNvSpPr/>
          <p:nvPr/>
        </p:nvSpPr>
        <p:spPr>
          <a:xfrm>
            <a:off x="4295775" y="2023474"/>
            <a:ext cx="3598863" cy="417730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grpSp>
        <p:nvGrpSpPr>
          <p:cNvPr id="74" name="Gruppieren 73">
            <a:extLst>
              <a:ext uri="{FF2B5EF4-FFF2-40B4-BE49-F238E27FC236}">
                <a16:creationId xmlns:a16="http://schemas.microsoft.com/office/drawing/2014/main" id="{C3C100FA-C18D-B44D-422C-F0A687343B5F}"/>
              </a:ext>
            </a:extLst>
          </p:cNvPr>
          <p:cNvGrpSpPr/>
          <p:nvPr/>
        </p:nvGrpSpPr>
        <p:grpSpPr>
          <a:xfrm>
            <a:off x="6147629" y="5069474"/>
            <a:ext cx="1733373" cy="1154113"/>
            <a:chOff x="4314507" y="2819402"/>
            <a:chExt cx="1733373" cy="1154113"/>
          </a:xfrm>
        </p:grpSpPr>
        <p:sp>
          <p:nvSpPr>
            <p:cNvPr id="75" name="Rectangle 15">
              <a:extLst>
                <a:ext uri="{FF2B5EF4-FFF2-40B4-BE49-F238E27FC236}">
                  <a16:creationId xmlns:a16="http://schemas.microsoft.com/office/drawing/2014/main" id="{02951670-9941-518F-865C-A91146084F38}"/>
                </a:ext>
              </a:extLst>
            </p:cNvPr>
            <p:cNvSpPr>
              <a:spLocks noChangeArrowheads="1"/>
            </p:cNvSpPr>
            <p:nvPr>
              <p:custDataLst>
                <p:tags r:id="rId23"/>
              </p:custDataLst>
            </p:nvPr>
          </p:nvSpPr>
          <p:spPr bwMode="auto">
            <a:xfrm>
              <a:off x="4314507" y="2838451"/>
              <a:ext cx="1733373" cy="1112838"/>
            </a:xfrm>
            <a:prstGeom prst="rect">
              <a:avLst/>
            </a:prstGeom>
            <a:solidFill>
              <a:schemeClr val="bg1"/>
            </a:solidFill>
            <a:ln>
              <a:noFill/>
            </a:ln>
            <a:effectLst/>
          </p:spPr>
          <p:txBody>
            <a:bodyPr wrap="none" anchor="ctr"/>
            <a:lstStyle/>
            <a:p>
              <a:endParaRPr lang="en-GB" noProof="0">
                <a:latin typeface="Arial"/>
                <a:sym typeface="Arial"/>
              </a:endParaRPr>
            </a:p>
          </p:txBody>
        </p:sp>
        <p:graphicFrame>
          <p:nvGraphicFramePr>
            <p:cNvPr id="76" name="Object 22">
              <a:extLst>
                <a:ext uri="{FF2B5EF4-FFF2-40B4-BE49-F238E27FC236}">
                  <a16:creationId xmlns:a16="http://schemas.microsoft.com/office/drawing/2014/main" id="{8AB30BD2-86CD-1C3D-1907-22CD8A8EADD4}"/>
                </a:ext>
              </a:extLst>
            </p:cNvPr>
            <p:cNvGraphicFramePr>
              <a:graphicFrameLocks noChangeAspect="1"/>
            </p:cNvGraphicFramePr>
            <p:nvPr>
              <p:custDataLst>
                <p:tags r:id="rId24"/>
              </p:custDataLst>
            </p:nvPr>
          </p:nvGraphicFramePr>
          <p:xfrm>
            <a:off x="4886597" y="2819402"/>
            <a:ext cx="1089025" cy="1154113"/>
          </p:xfrm>
          <a:graphic>
            <a:graphicData uri="http://schemas.openxmlformats.org/drawingml/2006/chart">
              <c:chart xmlns:c="http://schemas.openxmlformats.org/drawingml/2006/chart" xmlns:r="http://schemas.openxmlformats.org/officeDocument/2006/relationships" r:id="rId29"/>
            </a:graphicData>
          </a:graphic>
        </p:graphicFrame>
        <p:sp>
          <p:nvSpPr>
            <p:cNvPr id="77" name="Rectangle 23">
              <a:extLst>
                <a:ext uri="{FF2B5EF4-FFF2-40B4-BE49-F238E27FC236}">
                  <a16:creationId xmlns:a16="http://schemas.microsoft.com/office/drawing/2014/main" id="{C85DA06D-C528-4578-4CEE-F3F8D17F3AC7}"/>
                </a:ext>
              </a:extLst>
            </p:cNvPr>
            <p:cNvSpPr>
              <a:spLocks noChangeArrowheads="1"/>
            </p:cNvSpPr>
            <p:nvPr>
              <p:custDataLst>
                <p:tags r:id="rId25"/>
              </p:custDataLst>
            </p:nvPr>
          </p:nvSpPr>
          <p:spPr bwMode="auto">
            <a:xfrm>
              <a:off x="4501661" y="2863565"/>
              <a:ext cx="455253" cy="249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lnSpc>
                  <a:spcPct val="110000"/>
                </a:lnSpc>
                <a:buClr>
                  <a:schemeClr val="accent1"/>
                </a:buClr>
                <a:buFont typeface="Wingdings" pitchFamily="2" charset="2"/>
                <a:buNone/>
              </a:pPr>
              <a:r>
                <a:rPr lang="en-GB" sz="1600" noProof="0">
                  <a:latin typeface="Arial"/>
                  <a:sym typeface="Arial"/>
                </a:rPr>
                <a:t>1980</a:t>
              </a:r>
            </a:p>
          </p:txBody>
        </p:sp>
        <p:sp>
          <p:nvSpPr>
            <p:cNvPr id="78" name="Rectangle 30">
              <a:extLst>
                <a:ext uri="{FF2B5EF4-FFF2-40B4-BE49-F238E27FC236}">
                  <a16:creationId xmlns:a16="http://schemas.microsoft.com/office/drawing/2014/main" id="{913E2940-892B-781B-C5E0-060CC21E4CCB}"/>
                </a:ext>
              </a:extLst>
            </p:cNvPr>
            <p:cNvSpPr>
              <a:spLocks noChangeArrowheads="1"/>
            </p:cNvSpPr>
            <p:nvPr>
              <p:custDataLst>
                <p:tags r:id="rId26"/>
              </p:custDataLst>
            </p:nvPr>
          </p:nvSpPr>
          <p:spPr bwMode="auto">
            <a:xfrm>
              <a:off x="4501873" y="3154307"/>
              <a:ext cx="493725" cy="281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lnSpc>
                  <a:spcPct val="110000"/>
                </a:lnSpc>
                <a:buClr>
                  <a:schemeClr val="accent1"/>
                </a:buClr>
                <a:buFont typeface="Wingdings" pitchFamily="2" charset="2"/>
                <a:buNone/>
              </a:pPr>
              <a:r>
                <a:rPr lang="en-GB" b="1" noProof="0">
                  <a:solidFill>
                    <a:schemeClr val="accent1"/>
                  </a:solidFill>
                  <a:latin typeface="Arial"/>
                  <a:sym typeface="Arial"/>
                </a:rPr>
                <a:t>20</a:t>
              </a:r>
              <a:r>
                <a:rPr lang="en-GB" sz="900" b="1" noProof="0">
                  <a:solidFill>
                    <a:schemeClr val="accent1"/>
                  </a:solidFill>
                  <a:latin typeface="Arial"/>
                  <a:sym typeface="Arial"/>
                </a:rPr>
                <a:t> </a:t>
              </a:r>
              <a:r>
                <a:rPr lang="en-GB" b="1" noProof="0">
                  <a:solidFill>
                    <a:schemeClr val="accent1"/>
                  </a:solidFill>
                  <a:latin typeface="Arial"/>
                  <a:sym typeface="Arial"/>
                </a:rPr>
                <a:t>%</a:t>
              </a:r>
            </a:p>
          </p:txBody>
        </p:sp>
      </p:grpSp>
      <p:sp>
        <p:nvSpPr>
          <p:cNvPr id="9" name="Inhaltsplatzhalter 8">
            <a:extLst>
              <a:ext uri="{FF2B5EF4-FFF2-40B4-BE49-F238E27FC236}">
                <a16:creationId xmlns:a16="http://schemas.microsoft.com/office/drawing/2014/main" id="{868620D3-2DAD-7AD2-8836-FC152071668F}"/>
              </a:ext>
            </a:extLst>
          </p:cNvPr>
          <p:cNvSpPr>
            <a:spLocks noGrp="1"/>
          </p:cNvSpPr>
          <p:nvPr>
            <p:ph idx="4294967295"/>
          </p:nvPr>
        </p:nvSpPr>
        <p:spPr>
          <a:xfrm>
            <a:off x="514351" y="2024062"/>
            <a:ext cx="3600450" cy="4176713"/>
          </a:xfrm>
        </p:spPr>
        <p:txBody>
          <a:bodyPr/>
          <a:lstStyle/>
          <a:p>
            <a:pPr marL="0" marR="0" lvl="0" indent="0" algn="l" defTabSz="914400" rtl="0" eaLnBrk="1" fontAlgn="auto" latinLnBrk="0" hangingPunct="1">
              <a:spcBef>
                <a:spcPts val="1200"/>
              </a:spcBef>
              <a:spcAft>
                <a:spcPts val="0"/>
              </a:spcAft>
              <a:buClrTx/>
              <a:buSzTx/>
              <a:buFont typeface="Wingdings" panose="05000000000000000000" pitchFamily="2" charset="2"/>
              <a:buNone/>
              <a:tabLst/>
              <a:defRPr/>
            </a:pPr>
            <a:r>
              <a:rPr kumimoji="0" lang="en-GB" b="1" i="0" u="none" strike="noStrike" kern="1200" cap="none" spc="0" normalizeH="0" baseline="0" noProof="0" dirty="0">
                <a:ln>
                  <a:noFill/>
                </a:ln>
                <a:solidFill>
                  <a:schemeClr val="accent1"/>
                </a:solidFill>
                <a:effectLst/>
                <a:uLnTx/>
                <a:uFillTx/>
                <a:latin typeface="Arial" panose="020B0604020202020204"/>
                <a:cs typeface="Arial"/>
                <a:sym typeface="Arial"/>
              </a:rPr>
              <a:t>Lorem ipsum </a:t>
            </a:r>
            <a:r>
              <a:rPr kumimoji="0" lang="en-GB" b="1" i="0" u="none" strike="noStrike" kern="1200" cap="none" spc="0" normalizeH="0" baseline="0" noProof="0" dirty="0" err="1">
                <a:ln>
                  <a:noFill/>
                </a:ln>
                <a:solidFill>
                  <a:schemeClr val="accent1"/>
                </a:solidFill>
                <a:effectLst/>
                <a:uLnTx/>
                <a:uFillTx/>
                <a:latin typeface="Arial" panose="020B0604020202020204"/>
                <a:cs typeface="Arial"/>
                <a:sym typeface="Arial"/>
              </a:rPr>
              <a:t>dolor</a:t>
            </a:r>
            <a:r>
              <a:rPr kumimoji="0" lang="en-GB" b="1" i="0" u="none" strike="noStrike" kern="1200" cap="none" spc="0" normalizeH="0" baseline="0" noProof="0" dirty="0">
                <a:ln>
                  <a:noFill/>
                </a:ln>
                <a:solidFill>
                  <a:schemeClr val="accent1"/>
                </a:solidFill>
                <a:effectLst/>
                <a:uLnTx/>
                <a:uFillTx/>
                <a:latin typeface="Arial" panose="020B0604020202020204"/>
                <a:cs typeface="Arial"/>
                <a:sym typeface="Arial"/>
              </a:rPr>
              <a:t> situs </a:t>
            </a:r>
            <a:r>
              <a:rPr kumimoji="0" lang="en-GB" b="1" i="0" u="none" strike="noStrike" kern="1200" cap="none" spc="0" normalizeH="0" baseline="0" noProof="0" dirty="0" err="1">
                <a:ln>
                  <a:noFill/>
                </a:ln>
                <a:solidFill>
                  <a:schemeClr val="accent1"/>
                </a:solidFill>
                <a:effectLst/>
                <a:uLnTx/>
                <a:uFillTx/>
                <a:latin typeface="Arial" panose="020B0604020202020204"/>
                <a:cs typeface="Arial"/>
                <a:sym typeface="Arial"/>
              </a:rPr>
              <a:t>dolor</a:t>
            </a:r>
            <a:r>
              <a:rPr kumimoji="0" lang="en-GB" b="1" i="0" u="none" strike="noStrike" kern="1200" cap="none" spc="0" normalizeH="0" baseline="0" noProof="0" dirty="0">
                <a:ln>
                  <a:noFill/>
                </a:ln>
                <a:solidFill>
                  <a:schemeClr val="accent1"/>
                </a:solidFill>
                <a:effectLst/>
                <a:uLnTx/>
                <a:uFillTx/>
                <a:latin typeface="Arial" panose="020B0604020202020204"/>
                <a:cs typeface="Arial"/>
                <a:sym typeface="Arial"/>
              </a:rPr>
              <a:t> situs cum </a:t>
            </a:r>
            <a:r>
              <a:rPr kumimoji="0" lang="en-GB" b="1" i="0" u="none" strike="noStrike" kern="1200" cap="none" spc="0" normalizeH="0" baseline="0" noProof="0" dirty="0" err="1">
                <a:ln>
                  <a:noFill/>
                </a:ln>
                <a:solidFill>
                  <a:schemeClr val="accent1"/>
                </a:solidFill>
                <a:effectLst/>
                <a:uLnTx/>
                <a:uFillTx/>
                <a:latin typeface="Arial" panose="020B0604020202020204"/>
                <a:cs typeface="Arial"/>
                <a:sym typeface="Arial"/>
              </a:rPr>
              <a:t>justo</a:t>
            </a:r>
            <a:r>
              <a:rPr kumimoji="0" lang="en-GB" b="1" i="0" u="none" strike="noStrike" kern="1200" cap="none" spc="0" normalizeH="0" baseline="0" noProof="0" dirty="0">
                <a:ln>
                  <a:noFill/>
                </a:ln>
                <a:solidFill>
                  <a:schemeClr val="accent1"/>
                </a:solidFill>
                <a:effectLst/>
                <a:uLnTx/>
                <a:uFillTx/>
                <a:latin typeface="Arial" panose="020B0604020202020204"/>
                <a:cs typeface="Arial"/>
                <a:sym typeface="Arial"/>
              </a:rPr>
              <a:t> duo </a:t>
            </a:r>
            <a:r>
              <a:rPr kumimoji="0" lang="en-GB" b="1" i="0" u="none" strike="noStrike" kern="1200" cap="none" spc="0" normalizeH="0" baseline="0" noProof="0" dirty="0" err="1">
                <a:ln>
                  <a:noFill/>
                </a:ln>
                <a:solidFill>
                  <a:schemeClr val="accent1"/>
                </a:solidFill>
                <a:effectLst/>
                <a:uLnTx/>
                <a:uFillTx/>
                <a:latin typeface="Arial" panose="020B0604020202020204"/>
                <a:cs typeface="Arial"/>
                <a:sym typeface="Arial"/>
              </a:rPr>
              <a:t>dolores</a:t>
            </a:r>
            <a:r>
              <a:rPr kumimoji="0" lang="en-GB" b="1" i="0" u="none" strike="noStrike" kern="1200" cap="none" spc="0" normalizeH="0" baseline="0" noProof="0" dirty="0">
                <a:ln>
                  <a:noFill/>
                </a:ln>
                <a:solidFill>
                  <a:schemeClr val="accent1"/>
                </a:solidFill>
                <a:effectLst/>
                <a:uLnTx/>
                <a:uFillTx/>
                <a:latin typeface="Arial" panose="020B0604020202020204"/>
                <a:cs typeface="Arial"/>
                <a:sym typeface="Arial"/>
              </a:rPr>
              <a:t> </a:t>
            </a:r>
            <a:r>
              <a:rPr kumimoji="0" lang="en-GB" b="1" i="0" u="none" strike="noStrike" kern="1200" cap="none" spc="0" normalizeH="0" baseline="0" noProof="0" dirty="0" err="1">
                <a:ln>
                  <a:noFill/>
                </a:ln>
                <a:solidFill>
                  <a:schemeClr val="accent1"/>
                </a:solidFill>
                <a:effectLst/>
                <a:uLnTx/>
                <a:uFillTx/>
                <a:latin typeface="Arial" panose="020B0604020202020204"/>
                <a:cs typeface="Arial"/>
                <a:sym typeface="Arial"/>
              </a:rPr>
              <a:t>habilitarum</a:t>
            </a:r>
            <a:r>
              <a:rPr kumimoji="0" lang="en-GB" b="1" i="0" u="none" strike="noStrike" kern="1200" cap="none" spc="0" normalizeH="0" baseline="0" noProof="0" dirty="0">
                <a:ln>
                  <a:noFill/>
                </a:ln>
                <a:solidFill>
                  <a:schemeClr val="accent1"/>
                </a:solidFill>
                <a:effectLst/>
                <a:uLnTx/>
                <a:uFillTx/>
                <a:latin typeface="Arial" panose="020B0604020202020204"/>
                <a:cs typeface="Arial"/>
                <a:sym typeface="Arial"/>
              </a:rPr>
              <a:t> </a:t>
            </a:r>
            <a:r>
              <a:rPr kumimoji="0" lang="en-GB" b="1" i="0" u="none" strike="noStrike" kern="1200" cap="none" spc="0" normalizeH="0" baseline="0" noProof="0" dirty="0" err="1">
                <a:ln>
                  <a:noFill/>
                </a:ln>
                <a:solidFill>
                  <a:schemeClr val="accent1"/>
                </a:solidFill>
                <a:effectLst/>
                <a:uLnTx/>
                <a:uFillTx/>
                <a:latin typeface="Arial" panose="020B0604020202020204"/>
                <a:cs typeface="Arial"/>
                <a:sym typeface="Arial"/>
              </a:rPr>
              <a:t>itum</a:t>
            </a:r>
            <a:r>
              <a:rPr kumimoji="0" lang="en-GB" b="1" i="0" u="none" strike="noStrike" kern="1200" cap="none" spc="0" normalizeH="0" baseline="0" noProof="0" dirty="0">
                <a:ln>
                  <a:noFill/>
                </a:ln>
                <a:solidFill>
                  <a:schemeClr val="accent1"/>
                </a:solidFill>
                <a:effectLst/>
                <a:uLnTx/>
                <a:uFillTx/>
                <a:latin typeface="Arial" panose="020B0604020202020204"/>
                <a:cs typeface="Arial"/>
                <a:sym typeface="Arial"/>
              </a:rPr>
              <a:t> alus </a:t>
            </a:r>
            <a:r>
              <a:rPr kumimoji="0" lang="en-GB" b="1" i="0" u="none" strike="noStrike" kern="1200" cap="none" spc="0" normalizeH="0" baseline="0" noProof="0" dirty="0" err="1">
                <a:ln>
                  <a:noFill/>
                </a:ln>
                <a:solidFill>
                  <a:schemeClr val="accent1"/>
                </a:solidFill>
                <a:effectLst/>
                <a:uLnTx/>
                <a:uFillTx/>
                <a:latin typeface="Arial" panose="020B0604020202020204"/>
                <a:cs typeface="Arial"/>
                <a:sym typeface="Arial"/>
              </a:rPr>
              <a:t>causticus</a:t>
            </a:r>
            <a:r>
              <a:rPr kumimoji="0" lang="en-GB" b="1" i="0" u="none" strike="noStrike" kern="1200" cap="none" spc="0" normalizeH="0" baseline="0" noProof="0" dirty="0">
                <a:ln>
                  <a:noFill/>
                </a:ln>
                <a:solidFill>
                  <a:schemeClr val="accent1"/>
                </a:solidFill>
                <a:effectLst/>
                <a:uLnTx/>
                <a:uFillTx/>
                <a:latin typeface="Arial" panose="020B0604020202020204"/>
                <a:cs typeface="Arial"/>
                <a:sym typeface="Arial"/>
              </a:rPr>
              <a:t> </a:t>
            </a:r>
            <a:r>
              <a:rPr kumimoji="0" lang="en-GB" b="1" i="0" u="none" strike="noStrike" kern="1200" cap="none" spc="0" normalizeH="0" baseline="0" noProof="0" dirty="0" err="1">
                <a:ln>
                  <a:noFill/>
                </a:ln>
                <a:solidFill>
                  <a:schemeClr val="accent1"/>
                </a:solidFill>
                <a:effectLst/>
                <a:uLnTx/>
                <a:uFillTx/>
                <a:latin typeface="Arial" panose="020B0604020202020204"/>
                <a:cs typeface="Arial"/>
                <a:sym typeface="Arial"/>
              </a:rPr>
              <a:t>imanenter</a:t>
            </a:r>
            <a:endParaRPr kumimoji="0" lang="en-GB" b="1" i="0" u="none" strike="noStrike" kern="1200" cap="none" spc="0" normalizeH="0" baseline="0" noProof="0" dirty="0">
              <a:ln>
                <a:noFill/>
              </a:ln>
              <a:solidFill>
                <a:schemeClr val="accent1"/>
              </a:solidFill>
              <a:effectLst/>
              <a:uLnTx/>
              <a:uFillTx/>
              <a:latin typeface="Arial" panose="020B0604020202020204"/>
              <a:cs typeface="Arial"/>
              <a:sym typeface="Arial"/>
            </a:endParaRPr>
          </a:p>
          <a:p>
            <a:pPr marL="0" marR="0" lvl="0" indent="0" algn="l" defTabSz="914400" rtl="0" eaLnBrk="1" fontAlgn="auto" latinLnBrk="0" hangingPunct="1">
              <a:spcBef>
                <a:spcPts val="1200"/>
              </a:spcBef>
              <a:spcAft>
                <a:spcPts val="0"/>
              </a:spcAft>
              <a:buClrTx/>
              <a:buSzTx/>
              <a:buFont typeface="Wingdings" panose="05000000000000000000" pitchFamily="2" charset="2"/>
              <a:buNone/>
              <a:tabLst/>
              <a:defRPr/>
            </a:pPr>
            <a:r>
              <a:rPr kumimoji="0" lang="en-GB" b="0" i="0" u="none" strike="noStrike" kern="1200" cap="none" spc="0" normalizeH="0" baseline="0" noProof="0" dirty="0">
                <a:ln>
                  <a:noFill/>
                </a:ln>
                <a:solidFill>
                  <a:srgbClr val="000000"/>
                </a:solidFill>
                <a:effectLst/>
                <a:uLnTx/>
                <a:uFillTx/>
                <a:latin typeface="Arial" panose="020B0604020202020204"/>
                <a:cs typeface="Arial"/>
              </a:rPr>
              <a:t>Lorem ipsum </a:t>
            </a:r>
            <a:r>
              <a:rPr kumimoji="0" lang="en-GB" b="0" i="0" u="none" strike="noStrike" kern="1200" cap="none" spc="0" normalizeH="0" baseline="0" noProof="0" dirty="0" err="1">
                <a:ln>
                  <a:noFill/>
                </a:ln>
                <a:solidFill>
                  <a:srgbClr val="000000"/>
                </a:solidFill>
                <a:effectLst/>
                <a:uLnTx/>
                <a:uFillTx/>
                <a:latin typeface="Arial" panose="020B0604020202020204"/>
                <a:cs typeface="Arial"/>
              </a:rPr>
              <a:t>dolor</a:t>
            </a:r>
            <a:r>
              <a:rPr kumimoji="0" lang="en-GB" b="0" i="0" u="none" strike="noStrike" kern="1200" cap="none" spc="0" normalizeH="0" baseline="0" noProof="0" dirty="0">
                <a:ln>
                  <a:noFill/>
                </a:ln>
                <a:solidFill>
                  <a:srgbClr val="000000"/>
                </a:solidFill>
                <a:effectLst/>
                <a:uLnTx/>
                <a:uFillTx/>
                <a:latin typeface="Arial" panose="020B0604020202020204"/>
                <a:cs typeface="Arial"/>
              </a:rPr>
              <a:t> situs </a:t>
            </a:r>
            <a:r>
              <a:rPr kumimoji="0" lang="en-GB" b="0" i="0" u="none" strike="noStrike" kern="1200" cap="none" spc="0" normalizeH="0" baseline="0" noProof="0" dirty="0" err="1">
                <a:ln>
                  <a:noFill/>
                </a:ln>
                <a:solidFill>
                  <a:srgbClr val="000000"/>
                </a:solidFill>
                <a:effectLst/>
                <a:uLnTx/>
                <a:uFillTx/>
                <a:latin typeface="Arial" panose="020B0604020202020204"/>
                <a:cs typeface="Arial"/>
              </a:rPr>
              <a:t>dolor</a:t>
            </a:r>
            <a:r>
              <a:rPr kumimoji="0" lang="en-GB" b="0" i="0" u="none" strike="noStrike" kern="1200" cap="none" spc="0" normalizeH="0" baseline="0" noProof="0" dirty="0">
                <a:ln>
                  <a:noFill/>
                </a:ln>
                <a:solidFill>
                  <a:srgbClr val="000000"/>
                </a:solidFill>
                <a:effectLst/>
                <a:uLnTx/>
                <a:uFillTx/>
                <a:latin typeface="Arial" panose="020B0604020202020204"/>
                <a:cs typeface="Arial"/>
              </a:rPr>
              <a:t> situs cum </a:t>
            </a:r>
            <a:r>
              <a:rPr kumimoji="0" lang="en-GB" b="0" i="0" u="none" strike="noStrike" kern="1200" cap="none" spc="0" normalizeH="0" baseline="0" noProof="0" dirty="0" err="1">
                <a:ln>
                  <a:noFill/>
                </a:ln>
                <a:solidFill>
                  <a:srgbClr val="000000"/>
                </a:solidFill>
                <a:effectLst/>
                <a:uLnTx/>
                <a:uFillTx/>
                <a:latin typeface="Arial" panose="020B0604020202020204"/>
                <a:cs typeface="Arial"/>
              </a:rPr>
              <a:t>justo</a:t>
            </a:r>
            <a:r>
              <a:rPr kumimoji="0" lang="en-GB" b="0" i="0" u="none" strike="noStrike" kern="1200" cap="none" spc="0" normalizeH="0" baseline="0" noProof="0" dirty="0">
                <a:ln>
                  <a:noFill/>
                </a:ln>
                <a:solidFill>
                  <a:srgbClr val="000000"/>
                </a:solidFill>
                <a:effectLst/>
                <a:uLnTx/>
                <a:uFillTx/>
                <a:latin typeface="Arial" panose="020B0604020202020204"/>
                <a:cs typeface="Arial"/>
              </a:rPr>
              <a:t> duo </a:t>
            </a:r>
            <a:r>
              <a:rPr kumimoji="0" lang="en-GB" b="0" i="0" u="none" strike="noStrike" kern="1200" cap="none" spc="0" normalizeH="0" baseline="0" noProof="0" dirty="0" err="1">
                <a:ln>
                  <a:noFill/>
                </a:ln>
                <a:solidFill>
                  <a:srgbClr val="000000"/>
                </a:solidFill>
                <a:effectLst/>
                <a:uLnTx/>
                <a:uFillTx/>
                <a:latin typeface="Arial" panose="020B0604020202020204"/>
                <a:cs typeface="Arial"/>
              </a:rPr>
              <a:t>dolores</a:t>
            </a:r>
            <a:r>
              <a:rPr kumimoji="0" lang="en-GB" b="0" i="0" u="none" strike="noStrike" kern="1200" cap="none" spc="0" normalizeH="0" baseline="0" noProof="0" dirty="0">
                <a:ln>
                  <a:noFill/>
                </a:ln>
                <a:solidFill>
                  <a:srgbClr val="000000"/>
                </a:solidFill>
                <a:effectLst/>
                <a:uLnTx/>
                <a:uFillTx/>
                <a:latin typeface="Arial" panose="020B0604020202020204"/>
                <a:cs typeface="Arial"/>
              </a:rPr>
              <a:t> </a:t>
            </a:r>
            <a:r>
              <a:rPr kumimoji="0" lang="en-GB" b="0" i="0" u="none" strike="noStrike" kern="1200" cap="none" spc="0" normalizeH="0" baseline="0" noProof="0" dirty="0" err="1">
                <a:ln>
                  <a:noFill/>
                </a:ln>
                <a:solidFill>
                  <a:srgbClr val="000000"/>
                </a:solidFill>
                <a:effectLst/>
                <a:uLnTx/>
                <a:uFillTx/>
                <a:latin typeface="Arial" panose="020B0604020202020204"/>
                <a:cs typeface="Arial"/>
              </a:rPr>
              <a:t>habilitarum</a:t>
            </a:r>
            <a:r>
              <a:rPr kumimoji="0" lang="en-GB" b="0" i="0" u="none" strike="noStrike" kern="1200" cap="none" spc="0" normalizeH="0" baseline="0" noProof="0" dirty="0">
                <a:ln>
                  <a:noFill/>
                </a:ln>
                <a:solidFill>
                  <a:srgbClr val="000000"/>
                </a:solidFill>
                <a:effectLst/>
                <a:uLnTx/>
                <a:uFillTx/>
                <a:latin typeface="Arial" panose="020B0604020202020204"/>
                <a:cs typeface="Arial"/>
              </a:rPr>
              <a:t> </a:t>
            </a:r>
            <a:r>
              <a:rPr kumimoji="0" lang="en-GB" b="0" i="0" u="none" strike="noStrike" kern="1200" cap="none" spc="0" normalizeH="0" baseline="0" noProof="0" dirty="0" err="1">
                <a:ln>
                  <a:noFill/>
                </a:ln>
                <a:solidFill>
                  <a:srgbClr val="000000"/>
                </a:solidFill>
                <a:effectLst/>
                <a:uLnTx/>
                <a:uFillTx/>
                <a:latin typeface="Arial" panose="020B0604020202020204"/>
                <a:cs typeface="Arial"/>
              </a:rPr>
              <a:t>itum</a:t>
            </a:r>
            <a:r>
              <a:rPr kumimoji="0" lang="en-GB" b="0" i="0" u="none" strike="noStrike" kern="1200" cap="none" spc="0" normalizeH="0" baseline="0" noProof="0" dirty="0">
                <a:ln>
                  <a:noFill/>
                </a:ln>
                <a:solidFill>
                  <a:srgbClr val="000000"/>
                </a:solidFill>
                <a:effectLst/>
                <a:uLnTx/>
                <a:uFillTx/>
                <a:latin typeface="Arial" panose="020B0604020202020204"/>
                <a:cs typeface="Arial"/>
              </a:rPr>
              <a:t> </a:t>
            </a:r>
            <a:br>
              <a:rPr kumimoji="0" lang="en-GB" b="0" i="0" u="none" strike="noStrike" kern="1200" cap="none" spc="0" normalizeH="0" baseline="0" noProof="0" dirty="0">
                <a:ln>
                  <a:noFill/>
                </a:ln>
                <a:solidFill>
                  <a:srgbClr val="000000"/>
                </a:solidFill>
                <a:effectLst/>
                <a:uLnTx/>
                <a:uFillTx/>
                <a:latin typeface="Arial" panose="020B0604020202020204"/>
                <a:cs typeface="Arial"/>
              </a:rPr>
            </a:br>
            <a:r>
              <a:rPr kumimoji="0" lang="en-GB" b="0" i="0" u="none" strike="noStrike" kern="1200" cap="none" spc="0" normalizeH="0" baseline="0" noProof="0" dirty="0">
                <a:ln>
                  <a:noFill/>
                </a:ln>
                <a:solidFill>
                  <a:srgbClr val="000000"/>
                </a:solidFill>
                <a:effectLst/>
                <a:uLnTx/>
                <a:uFillTx/>
                <a:latin typeface="Arial" panose="020B0604020202020204"/>
                <a:cs typeface="Arial"/>
              </a:rPr>
              <a:t>alus </a:t>
            </a:r>
            <a:r>
              <a:rPr kumimoji="0" lang="en-GB" b="0" i="0" u="none" strike="noStrike" kern="1200" cap="none" spc="0" normalizeH="0" baseline="0" noProof="0" dirty="0" err="1">
                <a:ln>
                  <a:noFill/>
                </a:ln>
                <a:solidFill>
                  <a:srgbClr val="000000"/>
                </a:solidFill>
                <a:effectLst/>
                <a:uLnTx/>
                <a:uFillTx/>
                <a:latin typeface="Arial" panose="020B0604020202020204"/>
                <a:cs typeface="Arial"/>
              </a:rPr>
              <a:t>causticus</a:t>
            </a:r>
            <a:r>
              <a:rPr kumimoji="0" lang="en-GB" b="0" i="0" u="none" strike="noStrike" kern="1200" cap="none" spc="0" normalizeH="0" baseline="0" noProof="0" dirty="0">
                <a:ln>
                  <a:noFill/>
                </a:ln>
                <a:solidFill>
                  <a:srgbClr val="000000"/>
                </a:solidFill>
                <a:effectLst/>
                <a:uLnTx/>
                <a:uFillTx/>
                <a:latin typeface="Arial" panose="020B0604020202020204"/>
                <a:cs typeface="Arial"/>
              </a:rPr>
              <a:t> </a:t>
            </a:r>
            <a:r>
              <a:rPr kumimoji="0" lang="en-GB" b="0" i="0" u="none" strike="noStrike" kern="1200" cap="none" spc="0" normalizeH="0" baseline="0" noProof="0" dirty="0" err="1">
                <a:ln>
                  <a:noFill/>
                </a:ln>
                <a:solidFill>
                  <a:srgbClr val="000000"/>
                </a:solidFill>
                <a:effectLst/>
                <a:uLnTx/>
                <a:uFillTx/>
                <a:latin typeface="Arial" panose="020B0604020202020204"/>
                <a:cs typeface="Arial"/>
              </a:rPr>
              <a:t>imanenter</a:t>
            </a:r>
            <a:endParaRPr kumimoji="0" lang="en-GB" b="0" i="0" u="none" strike="noStrike" kern="1200" cap="none" spc="0" normalizeH="0" baseline="0" noProof="0" dirty="0">
              <a:ln>
                <a:noFill/>
              </a:ln>
              <a:solidFill>
                <a:srgbClr val="000000"/>
              </a:solidFill>
              <a:effectLst/>
              <a:uLnTx/>
              <a:uFillTx/>
              <a:latin typeface="Arial" panose="020B0604020202020204"/>
              <a:cs typeface="Arial"/>
            </a:endParaRPr>
          </a:p>
        </p:txBody>
      </p:sp>
      <p:sp>
        <p:nvSpPr>
          <p:cNvPr id="24" name="Titel 23">
            <a:extLst>
              <a:ext uri="{FF2B5EF4-FFF2-40B4-BE49-F238E27FC236}">
                <a16:creationId xmlns:a16="http://schemas.microsoft.com/office/drawing/2014/main" id="{9DC40FB1-1889-B28D-80AB-E97FE8A44F06}"/>
              </a:ext>
            </a:extLst>
          </p:cNvPr>
          <p:cNvSpPr>
            <a:spLocks noGrp="1"/>
          </p:cNvSpPr>
          <p:nvPr>
            <p:ph type="title"/>
          </p:nvPr>
        </p:nvSpPr>
        <p:spPr/>
        <p:txBody>
          <a:bodyPr/>
          <a:lstStyle/>
          <a:p>
            <a:pPr>
              <a:lnSpc>
                <a:spcPct val="95000"/>
              </a:lnSpc>
            </a:pPr>
            <a:r>
              <a:rPr lang="en-GB" noProof="0" dirty="0"/>
              <a:t>Lorem ipsum </a:t>
            </a:r>
            <a:r>
              <a:rPr lang="en-GB" noProof="0" dirty="0" err="1"/>
              <a:t>dolor</a:t>
            </a:r>
            <a:r>
              <a:rPr lang="en-GB" noProof="0" dirty="0"/>
              <a:t> sit </a:t>
            </a:r>
            <a:r>
              <a:rPr lang="en-GB" noProof="0" dirty="0" err="1"/>
              <a:t>amet</a:t>
            </a:r>
            <a:r>
              <a:rPr lang="en-GB" noProof="0" dirty="0"/>
              <a:t>, </a:t>
            </a:r>
            <a:br>
              <a:rPr lang="en-GB" noProof="0" dirty="0"/>
            </a:br>
            <a:r>
              <a:rPr lang="en-GB" noProof="0" dirty="0" err="1"/>
              <a:t>consetetur</a:t>
            </a:r>
            <a:r>
              <a:rPr lang="en-GB" noProof="0" dirty="0"/>
              <a:t> </a:t>
            </a:r>
            <a:r>
              <a:rPr lang="en-GB" noProof="0" dirty="0" err="1"/>
              <a:t>sadipscing</a:t>
            </a:r>
            <a:r>
              <a:rPr lang="en-GB" noProof="0" dirty="0"/>
              <a:t> </a:t>
            </a:r>
            <a:r>
              <a:rPr lang="en-GB" noProof="0" dirty="0" err="1"/>
              <a:t>elitr</a:t>
            </a:r>
            <a:r>
              <a:rPr lang="en-GB" noProof="0" dirty="0"/>
              <a:t> </a:t>
            </a:r>
            <a:r>
              <a:rPr lang="en-GB" noProof="0" dirty="0" err="1"/>
              <a:t>sed</a:t>
            </a:r>
            <a:endParaRPr lang="en-GB" noProof="0" dirty="0"/>
          </a:p>
        </p:txBody>
      </p:sp>
      <p:sp>
        <p:nvSpPr>
          <p:cNvPr id="5" name="Textplatzhalter 8">
            <a:extLst>
              <a:ext uri="{FF2B5EF4-FFF2-40B4-BE49-F238E27FC236}">
                <a16:creationId xmlns:a16="http://schemas.microsoft.com/office/drawing/2014/main" id="{D81F82A5-5B7D-D581-BA27-934B43531559}"/>
              </a:ext>
            </a:extLst>
          </p:cNvPr>
          <p:cNvSpPr txBox="1">
            <a:spLocks/>
          </p:cNvSpPr>
          <p:nvPr/>
        </p:nvSpPr>
        <p:spPr>
          <a:xfrm>
            <a:off x="521586" y="2024059"/>
            <a:ext cx="3598862" cy="4176715"/>
          </a:xfrm>
          <a:prstGeom prst="rect">
            <a:avLst/>
          </a:prstGeom>
        </p:spPr>
        <p:txBody>
          <a:bodyPr wrap="square" lIns="144000" tIns="144000" rIns="144000" bIns="144000">
            <a:noAutofit/>
          </a:bodyPr>
          <a:lstStyle>
            <a:lvl1pPr marL="342900" marR="0" indent="-342900" algn="l" defTabSz="914400" rtl="0" eaLnBrk="1" fontAlgn="auto" latinLnBrk="0" hangingPunct="1">
              <a:lnSpc>
                <a:spcPct val="110000"/>
              </a:lnSpc>
              <a:spcBef>
                <a:spcPts val="0"/>
              </a:spcBef>
              <a:spcAft>
                <a:spcPts val="0"/>
              </a:spcAft>
              <a:buClr>
                <a:schemeClr val="accent1"/>
              </a:buClr>
              <a:buSzTx/>
              <a:buFont typeface="Wingdings" panose="05000000000000000000" pitchFamily="2" charset="2"/>
              <a:buChar char="n"/>
              <a:tabLst/>
              <a:defRPr sz="2000" b="0" i="0" kern="1200" baseline="0">
                <a:solidFill>
                  <a:schemeClr val="tx1"/>
                </a:solidFill>
                <a:latin typeface="Arial" panose="020B0604020202020204" pitchFamily="34" charset="0"/>
                <a:ea typeface="+mn-ea"/>
                <a:cs typeface="+mn-cs"/>
              </a:defRPr>
            </a:lvl1pPr>
            <a:lvl2pPr marL="719138" marR="0" indent="-361950" algn="l" defTabSz="914400" rtl="0" eaLnBrk="1" fontAlgn="auto" latinLnBrk="0" hangingPunct="1">
              <a:lnSpc>
                <a:spcPct val="110000"/>
              </a:lnSpc>
              <a:spcBef>
                <a:spcPts val="600"/>
              </a:spcBef>
              <a:spcAft>
                <a:spcPts val="0"/>
              </a:spcAft>
              <a:buClr>
                <a:srgbClr val="004A96"/>
              </a:buClr>
              <a:buSzTx/>
              <a:buFont typeface="Wingdings 3" panose="05040102010807070707" pitchFamily="18" charset="2"/>
              <a:buChar char=""/>
              <a:tabLst/>
              <a:defRPr sz="2000" b="0" i="0" kern="1200" baseline="0">
                <a:solidFill>
                  <a:schemeClr val="tx1"/>
                </a:solidFill>
                <a:latin typeface="Arial" panose="020B0604020202020204" pitchFamily="34" charset="0"/>
                <a:ea typeface="+mn-ea"/>
                <a:cs typeface="+mn-cs"/>
              </a:defRPr>
            </a:lvl2pPr>
            <a:lvl3pPr marL="1074738" marR="0" indent="-355600" algn="l" defTabSz="914400" rtl="0" eaLnBrk="1" fontAlgn="auto" latinLnBrk="0" hangingPunct="1">
              <a:lnSpc>
                <a:spcPct val="110000"/>
              </a:lnSpc>
              <a:spcBef>
                <a:spcPts val="300"/>
              </a:spcBef>
              <a:spcAft>
                <a:spcPts val="0"/>
              </a:spcAft>
              <a:buClr>
                <a:srgbClr val="004A96"/>
              </a:buClr>
              <a:buSzTx/>
              <a:buFont typeface="Arial" panose="020B0604020202020204" pitchFamily="34" charset="0"/>
              <a:buChar char="●"/>
              <a:tabLst/>
              <a:defRPr sz="2000" b="0" i="0" kern="1200" baseline="0">
                <a:solidFill>
                  <a:schemeClr val="tx1"/>
                </a:solidFill>
                <a:latin typeface="Arial" panose="020B0604020202020204" pitchFamily="34" charset="0"/>
                <a:ea typeface="+mn-ea"/>
                <a:cs typeface="+mn-cs"/>
              </a:defRPr>
            </a:lvl3pPr>
            <a:lvl4pPr marL="1436688" marR="0" indent="-361950" algn="l" defTabSz="914400" rtl="0" eaLnBrk="1" fontAlgn="auto" latinLnBrk="0" hangingPunct="1">
              <a:lnSpc>
                <a:spcPct val="110000"/>
              </a:lnSpc>
              <a:spcBef>
                <a:spcPts val="0"/>
              </a:spcBef>
              <a:spcAft>
                <a:spcPct val="50000"/>
              </a:spcAft>
              <a:buClr>
                <a:srgbClr val="004A96"/>
              </a:buClr>
              <a:buSzTx/>
              <a:buFont typeface="Arial" panose="020B0604020202020204" pitchFamily="34" charset="0"/>
              <a:buChar char="−"/>
              <a:tabLst/>
              <a:defRPr sz="2000" b="0" i="0" kern="1200" baseline="0">
                <a:solidFill>
                  <a:schemeClr val="tx1"/>
                </a:solidFill>
                <a:latin typeface="Arial" panose="020B0604020202020204" pitchFamily="34" charset="0"/>
                <a:ea typeface="+mn-ea"/>
                <a:cs typeface="+mn-cs"/>
              </a:defRPr>
            </a:lvl4pPr>
            <a:lvl5pPr marL="1623438" indent="-266373" algn="l" defTabSz="914309" rtl="0" eaLnBrk="1" latinLnBrk="0" hangingPunct="1">
              <a:lnSpc>
                <a:spcPct val="95000"/>
              </a:lnSpc>
              <a:spcBef>
                <a:spcPts val="0"/>
              </a:spcBef>
              <a:spcAft>
                <a:spcPts val="0"/>
              </a:spcAft>
              <a:buClr>
                <a:schemeClr val="tx1"/>
              </a:buClr>
              <a:buSzPct val="100000"/>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5pPr>
            <a:lvl6pPr marL="2080592"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6pPr>
            <a:lvl7pPr marL="2537746"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7pPr>
            <a:lvl8pPr marL="2994900"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8pPr>
            <a:lvl9pPr marL="3452055"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9pPr>
          </a:lstStyle>
          <a:p>
            <a:pPr marL="0" indent="0">
              <a:spcBef>
                <a:spcPts val="1200"/>
              </a:spcBef>
              <a:buFont typeface="Wingdings" panose="05000000000000000000" pitchFamily="2" charset="2"/>
              <a:buNone/>
            </a:pPr>
            <a:endParaRPr lang="en-GB" noProof="0">
              <a:solidFill>
                <a:srgbClr val="000000"/>
              </a:solidFill>
            </a:endParaRPr>
          </a:p>
        </p:txBody>
      </p:sp>
      <p:sp>
        <p:nvSpPr>
          <p:cNvPr id="35" name="Rectangle 46">
            <a:extLst>
              <a:ext uri="{FF2B5EF4-FFF2-40B4-BE49-F238E27FC236}">
                <a16:creationId xmlns:a16="http://schemas.microsoft.com/office/drawing/2014/main" id="{576D128B-2B03-55D5-5DE4-2B27A37FF647}"/>
              </a:ext>
            </a:extLst>
          </p:cNvPr>
          <p:cNvSpPr>
            <a:spLocks noChangeArrowheads="1"/>
          </p:cNvSpPr>
          <p:nvPr>
            <p:custDataLst>
              <p:tags r:id="rId1"/>
            </p:custDataLst>
          </p:nvPr>
        </p:nvSpPr>
        <p:spPr bwMode="auto">
          <a:xfrm>
            <a:off x="4312810" y="2019567"/>
            <a:ext cx="3600450" cy="7340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144000" tIns="144000" rIns="144000" bIns="144000">
            <a:spAutoFit/>
          </a:bodyPr>
          <a:lstStyle/>
          <a:p>
            <a:pPr>
              <a:lnSpc>
                <a:spcPct val="90000"/>
              </a:lnSpc>
              <a:buClr>
                <a:schemeClr val="accent1"/>
              </a:buClr>
              <a:buFont typeface="Wingdings" pitchFamily="2" charset="2"/>
              <a:buNone/>
            </a:pPr>
            <a:r>
              <a:rPr lang="en-GB" sz="1600" noProof="0" dirty="0">
                <a:latin typeface="Arial"/>
                <a:sym typeface="Arial"/>
              </a:rPr>
              <a:t>Lorem ipsum </a:t>
            </a:r>
            <a:r>
              <a:rPr lang="en-GB" sz="1600" noProof="0" dirty="0" err="1">
                <a:latin typeface="Arial"/>
                <a:sym typeface="Arial"/>
              </a:rPr>
              <a:t>dolor</a:t>
            </a:r>
            <a:r>
              <a:rPr lang="en-GB" sz="1600" noProof="0" dirty="0">
                <a:latin typeface="Arial"/>
                <a:sym typeface="Arial"/>
              </a:rPr>
              <a:t> situs </a:t>
            </a:r>
            <a:r>
              <a:rPr lang="en-GB" sz="1600" noProof="0" dirty="0" err="1">
                <a:latin typeface="Arial"/>
                <a:sym typeface="Arial"/>
              </a:rPr>
              <a:t>dolor</a:t>
            </a:r>
            <a:r>
              <a:rPr lang="en-GB" sz="1600" noProof="0" dirty="0">
                <a:latin typeface="Arial"/>
                <a:sym typeface="Arial"/>
              </a:rPr>
              <a:t> situs cum </a:t>
            </a:r>
            <a:r>
              <a:rPr lang="en-GB" sz="1600" noProof="0" dirty="0" err="1">
                <a:latin typeface="Arial"/>
                <a:sym typeface="Arial"/>
              </a:rPr>
              <a:t>habilitarum</a:t>
            </a:r>
            <a:r>
              <a:rPr lang="en-GB" sz="1600" noProof="0" dirty="0">
                <a:latin typeface="Arial"/>
                <a:sym typeface="Arial"/>
              </a:rPr>
              <a:t> </a:t>
            </a:r>
            <a:r>
              <a:rPr lang="en-GB" sz="1600" noProof="0" dirty="0" err="1">
                <a:latin typeface="Arial"/>
                <a:sym typeface="Arial"/>
              </a:rPr>
              <a:t>itum</a:t>
            </a:r>
            <a:r>
              <a:rPr lang="en-GB" sz="1600" noProof="0" dirty="0">
                <a:latin typeface="Arial"/>
                <a:sym typeface="Arial"/>
              </a:rPr>
              <a:t> alus </a:t>
            </a:r>
          </a:p>
        </p:txBody>
      </p:sp>
      <p:sp>
        <p:nvSpPr>
          <p:cNvPr id="36" name="Text Box 51">
            <a:extLst>
              <a:ext uri="{FF2B5EF4-FFF2-40B4-BE49-F238E27FC236}">
                <a16:creationId xmlns:a16="http://schemas.microsoft.com/office/drawing/2014/main" id="{8D9B7533-F2C7-7F23-5A25-5DE7292A030A}"/>
              </a:ext>
            </a:extLst>
          </p:cNvPr>
          <p:cNvSpPr txBox="1">
            <a:spLocks noChangeArrowheads="1"/>
          </p:cNvSpPr>
          <p:nvPr>
            <p:custDataLst>
              <p:tags r:id="rId2"/>
            </p:custDataLst>
          </p:nvPr>
        </p:nvSpPr>
        <p:spPr bwMode="auto">
          <a:xfrm>
            <a:off x="8075613" y="4682537"/>
            <a:ext cx="3600450" cy="1593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a:lnSpc>
                <a:spcPct val="110000"/>
              </a:lnSpc>
              <a:buClr>
                <a:schemeClr val="accent1"/>
              </a:buClr>
            </a:pPr>
            <a:r>
              <a:rPr lang="en-GB" sz="2400" noProof="0" dirty="0">
                <a:latin typeface="Arial"/>
                <a:sym typeface="Arial"/>
              </a:rPr>
              <a:t>Lorem ipsum </a:t>
            </a:r>
            <a:r>
              <a:rPr lang="en-GB" sz="2400" b="1" noProof="0" dirty="0" err="1">
                <a:latin typeface="Arial"/>
                <a:sym typeface="Arial"/>
              </a:rPr>
              <a:t>dolor</a:t>
            </a:r>
            <a:r>
              <a:rPr lang="en-GB" sz="2400" b="1" noProof="0" dirty="0">
                <a:latin typeface="Arial"/>
                <a:sym typeface="Arial"/>
              </a:rPr>
              <a:t> situs </a:t>
            </a:r>
            <a:r>
              <a:rPr lang="en-GB" sz="2400" b="1" noProof="0" dirty="0" err="1">
                <a:latin typeface="Arial"/>
                <a:sym typeface="Arial"/>
              </a:rPr>
              <a:t>dolor</a:t>
            </a:r>
            <a:r>
              <a:rPr lang="en-GB" sz="2400" b="1" noProof="0" dirty="0">
                <a:latin typeface="Arial"/>
                <a:sym typeface="Arial"/>
              </a:rPr>
              <a:t> situs</a:t>
            </a:r>
            <a:r>
              <a:rPr lang="en-GB" sz="2400" noProof="0" dirty="0">
                <a:latin typeface="Arial"/>
                <a:sym typeface="Arial"/>
              </a:rPr>
              <a:t> cum </a:t>
            </a:r>
            <a:r>
              <a:rPr lang="en-GB" sz="2400" noProof="0" dirty="0" err="1">
                <a:latin typeface="Arial"/>
                <a:sym typeface="Arial"/>
              </a:rPr>
              <a:t>justo</a:t>
            </a:r>
            <a:r>
              <a:rPr lang="en-GB" sz="2400" noProof="0" dirty="0">
                <a:latin typeface="Arial"/>
                <a:sym typeface="Arial"/>
              </a:rPr>
              <a:t> duo </a:t>
            </a:r>
            <a:r>
              <a:rPr lang="en-GB" sz="2400" noProof="0" dirty="0" err="1">
                <a:latin typeface="Arial"/>
                <a:sym typeface="Arial"/>
              </a:rPr>
              <a:t>dolores</a:t>
            </a:r>
            <a:r>
              <a:rPr lang="en-GB" sz="2400" noProof="0" dirty="0">
                <a:latin typeface="Arial"/>
                <a:sym typeface="Arial"/>
              </a:rPr>
              <a:t> </a:t>
            </a:r>
            <a:r>
              <a:rPr lang="en-GB" sz="2400" noProof="0" dirty="0" err="1">
                <a:latin typeface="Arial"/>
                <a:sym typeface="Arial"/>
              </a:rPr>
              <a:t>habilitarum</a:t>
            </a:r>
            <a:r>
              <a:rPr lang="en-GB" sz="2400" noProof="0" dirty="0">
                <a:latin typeface="Arial"/>
                <a:sym typeface="Arial"/>
              </a:rPr>
              <a:t> </a:t>
            </a:r>
            <a:r>
              <a:rPr lang="en-GB" sz="2400" noProof="0" dirty="0" err="1">
                <a:latin typeface="Arial"/>
                <a:sym typeface="Arial"/>
              </a:rPr>
              <a:t>itum</a:t>
            </a:r>
            <a:r>
              <a:rPr lang="en-GB" sz="2400" noProof="0" dirty="0">
                <a:latin typeface="Arial"/>
                <a:sym typeface="Arial"/>
              </a:rPr>
              <a:t> alus </a:t>
            </a:r>
            <a:r>
              <a:rPr lang="en-GB" sz="2400" noProof="0" dirty="0" err="1">
                <a:latin typeface="Arial"/>
                <a:sym typeface="Arial"/>
              </a:rPr>
              <a:t>causticuster</a:t>
            </a:r>
            <a:r>
              <a:rPr lang="en-GB" sz="2400" noProof="0" dirty="0">
                <a:latin typeface="Arial"/>
                <a:sym typeface="Arial"/>
              </a:rPr>
              <a:t>. </a:t>
            </a:r>
          </a:p>
        </p:txBody>
      </p:sp>
      <p:grpSp>
        <p:nvGrpSpPr>
          <p:cNvPr id="59" name="Gruppieren 58">
            <a:extLst>
              <a:ext uri="{FF2B5EF4-FFF2-40B4-BE49-F238E27FC236}">
                <a16:creationId xmlns:a16="http://schemas.microsoft.com/office/drawing/2014/main" id="{A7FD7FBB-8824-8EAD-4E27-94210EEEF81F}"/>
              </a:ext>
            </a:extLst>
          </p:cNvPr>
          <p:cNvGrpSpPr/>
          <p:nvPr/>
        </p:nvGrpSpPr>
        <p:grpSpPr>
          <a:xfrm>
            <a:off x="4307925" y="2789651"/>
            <a:ext cx="1731785" cy="1154113"/>
            <a:chOff x="4383518" y="2819402"/>
            <a:chExt cx="1731785" cy="1154113"/>
          </a:xfrm>
        </p:grpSpPr>
        <p:sp>
          <p:nvSpPr>
            <p:cNvPr id="60" name="Rectangle 15">
              <a:extLst>
                <a:ext uri="{FF2B5EF4-FFF2-40B4-BE49-F238E27FC236}">
                  <a16:creationId xmlns:a16="http://schemas.microsoft.com/office/drawing/2014/main" id="{158CD744-46DA-DC76-B32A-AD24F3363353}"/>
                </a:ext>
              </a:extLst>
            </p:cNvPr>
            <p:cNvSpPr>
              <a:spLocks noChangeArrowheads="1"/>
            </p:cNvSpPr>
            <p:nvPr>
              <p:custDataLst>
                <p:tags r:id="rId19"/>
              </p:custDataLst>
            </p:nvPr>
          </p:nvSpPr>
          <p:spPr bwMode="auto">
            <a:xfrm>
              <a:off x="4383518" y="2838451"/>
              <a:ext cx="1731785" cy="1112838"/>
            </a:xfrm>
            <a:prstGeom prst="rect">
              <a:avLst/>
            </a:prstGeom>
            <a:solidFill>
              <a:schemeClr val="bg1"/>
            </a:solidFill>
            <a:ln>
              <a:noFill/>
            </a:ln>
            <a:effectLst/>
          </p:spPr>
          <p:txBody>
            <a:bodyPr wrap="none" anchor="ctr"/>
            <a:lstStyle/>
            <a:p>
              <a:endParaRPr lang="en-GB" noProof="0">
                <a:latin typeface="Arial"/>
                <a:sym typeface="Arial"/>
              </a:endParaRPr>
            </a:p>
          </p:txBody>
        </p:sp>
        <p:graphicFrame>
          <p:nvGraphicFramePr>
            <p:cNvPr id="61" name="Object 22">
              <a:extLst>
                <a:ext uri="{FF2B5EF4-FFF2-40B4-BE49-F238E27FC236}">
                  <a16:creationId xmlns:a16="http://schemas.microsoft.com/office/drawing/2014/main" id="{98137E9B-9F16-41D7-6527-BF20610D6DAE}"/>
                </a:ext>
              </a:extLst>
            </p:cNvPr>
            <p:cNvGraphicFramePr>
              <a:graphicFrameLocks noChangeAspect="1"/>
            </p:cNvGraphicFramePr>
            <p:nvPr>
              <p:custDataLst>
                <p:tags r:id="rId20"/>
              </p:custDataLst>
            </p:nvPr>
          </p:nvGraphicFramePr>
          <p:xfrm>
            <a:off x="4886597" y="2819402"/>
            <a:ext cx="1089025" cy="1154113"/>
          </p:xfrm>
          <a:graphic>
            <a:graphicData uri="http://schemas.openxmlformats.org/drawingml/2006/chart">
              <c:chart xmlns:c="http://schemas.openxmlformats.org/drawingml/2006/chart" xmlns:r="http://schemas.openxmlformats.org/officeDocument/2006/relationships" r:id="rId30"/>
            </a:graphicData>
          </a:graphic>
        </p:graphicFrame>
        <p:sp>
          <p:nvSpPr>
            <p:cNvPr id="62" name="Rectangle 23">
              <a:extLst>
                <a:ext uri="{FF2B5EF4-FFF2-40B4-BE49-F238E27FC236}">
                  <a16:creationId xmlns:a16="http://schemas.microsoft.com/office/drawing/2014/main" id="{7E217E68-0ADB-41C3-645D-7F9823613893}"/>
                </a:ext>
              </a:extLst>
            </p:cNvPr>
            <p:cNvSpPr>
              <a:spLocks noChangeArrowheads="1"/>
            </p:cNvSpPr>
            <p:nvPr>
              <p:custDataLst>
                <p:tags r:id="rId21"/>
              </p:custDataLst>
            </p:nvPr>
          </p:nvSpPr>
          <p:spPr bwMode="auto">
            <a:xfrm>
              <a:off x="4501661" y="2863565"/>
              <a:ext cx="455253" cy="249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lnSpc>
                  <a:spcPct val="110000"/>
                </a:lnSpc>
                <a:buClr>
                  <a:schemeClr val="accent1"/>
                </a:buClr>
                <a:buFont typeface="Wingdings" pitchFamily="2" charset="2"/>
                <a:buNone/>
              </a:pPr>
              <a:r>
                <a:rPr lang="en-GB" sz="1600" noProof="0">
                  <a:latin typeface="Arial"/>
                  <a:sym typeface="Arial"/>
                </a:rPr>
                <a:t>1900</a:t>
              </a:r>
            </a:p>
          </p:txBody>
        </p:sp>
        <p:sp>
          <p:nvSpPr>
            <p:cNvPr id="63" name="Rectangle 30">
              <a:extLst>
                <a:ext uri="{FF2B5EF4-FFF2-40B4-BE49-F238E27FC236}">
                  <a16:creationId xmlns:a16="http://schemas.microsoft.com/office/drawing/2014/main" id="{CF922C4C-4AF7-BEB8-B851-4FBDC213E294}"/>
                </a:ext>
              </a:extLst>
            </p:cNvPr>
            <p:cNvSpPr>
              <a:spLocks noChangeArrowheads="1"/>
            </p:cNvSpPr>
            <p:nvPr>
              <p:custDataLst>
                <p:tags r:id="rId22"/>
              </p:custDataLst>
            </p:nvPr>
          </p:nvSpPr>
          <p:spPr bwMode="auto">
            <a:xfrm>
              <a:off x="4501873" y="3154307"/>
              <a:ext cx="493725" cy="281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lnSpc>
                  <a:spcPct val="110000"/>
                </a:lnSpc>
                <a:buClr>
                  <a:schemeClr val="accent1"/>
                </a:buClr>
                <a:buFont typeface="Wingdings" pitchFamily="2" charset="2"/>
                <a:buNone/>
              </a:pPr>
              <a:r>
                <a:rPr lang="en-GB" b="1" noProof="0" dirty="0">
                  <a:solidFill>
                    <a:schemeClr val="accent1"/>
                  </a:solidFill>
                  <a:latin typeface="Arial"/>
                  <a:sym typeface="Arial"/>
                </a:rPr>
                <a:t>57</a:t>
              </a:r>
              <a:r>
                <a:rPr lang="en-GB" sz="900" b="1" noProof="0" dirty="0">
                  <a:solidFill>
                    <a:schemeClr val="accent1"/>
                  </a:solidFill>
                  <a:latin typeface="Arial"/>
                  <a:sym typeface="Arial"/>
                </a:rPr>
                <a:t> </a:t>
              </a:r>
              <a:r>
                <a:rPr lang="en-GB" b="1" noProof="0" dirty="0">
                  <a:solidFill>
                    <a:schemeClr val="accent1"/>
                  </a:solidFill>
                  <a:latin typeface="Arial"/>
                  <a:sym typeface="Arial"/>
                </a:rPr>
                <a:t>%</a:t>
              </a:r>
            </a:p>
          </p:txBody>
        </p:sp>
      </p:grpSp>
      <p:grpSp>
        <p:nvGrpSpPr>
          <p:cNvPr id="64" name="Gruppieren 63">
            <a:extLst>
              <a:ext uri="{FF2B5EF4-FFF2-40B4-BE49-F238E27FC236}">
                <a16:creationId xmlns:a16="http://schemas.microsoft.com/office/drawing/2014/main" id="{E6ABAD1D-24F6-17F5-0298-9253ECF22012}"/>
              </a:ext>
            </a:extLst>
          </p:cNvPr>
          <p:cNvGrpSpPr/>
          <p:nvPr/>
        </p:nvGrpSpPr>
        <p:grpSpPr>
          <a:xfrm>
            <a:off x="4307925" y="5069474"/>
            <a:ext cx="1731786" cy="1154113"/>
            <a:chOff x="4383518" y="2819402"/>
            <a:chExt cx="1731786" cy="1154113"/>
          </a:xfrm>
        </p:grpSpPr>
        <p:sp>
          <p:nvSpPr>
            <p:cNvPr id="65" name="Rectangle 15">
              <a:extLst>
                <a:ext uri="{FF2B5EF4-FFF2-40B4-BE49-F238E27FC236}">
                  <a16:creationId xmlns:a16="http://schemas.microsoft.com/office/drawing/2014/main" id="{5A3F3306-285A-CE5A-46DC-6192789583D3}"/>
                </a:ext>
              </a:extLst>
            </p:cNvPr>
            <p:cNvSpPr>
              <a:spLocks noChangeArrowheads="1"/>
            </p:cNvSpPr>
            <p:nvPr>
              <p:custDataLst>
                <p:tags r:id="rId15"/>
              </p:custDataLst>
            </p:nvPr>
          </p:nvSpPr>
          <p:spPr bwMode="auto">
            <a:xfrm>
              <a:off x="4383518" y="2838451"/>
              <a:ext cx="1731786" cy="1112838"/>
            </a:xfrm>
            <a:prstGeom prst="rect">
              <a:avLst/>
            </a:prstGeom>
            <a:solidFill>
              <a:schemeClr val="bg1"/>
            </a:solidFill>
            <a:ln>
              <a:noFill/>
            </a:ln>
            <a:effectLst/>
          </p:spPr>
          <p:txBody>
            <a:bodyPr wrap="none" anchor="ctr"/>
            <a:lstStyle/>
            <a:p>
              <a:endParaRPr lang="en-GB" noProof="0">
                <a:latin typeface="Arial"/>
                <a:sym typeface="Arial"/>
              </a:endParaRPr>
            </a:p>
          </p:txBody>
        </p:sp>
        <p:graphicFrame>
          <p:nvGraphicFramePr>
            <p:cNvPr id="66" name="Object 22">
              <a:extLst>
                <a:ext uri="{FF2B5EF4-FFF2-40B4-BE49-F238E27FC236}">
                  <a16:creationId xmlns:a16="http://schemas.microsoft.com/office/drawing/2014/main" id="{D5186EAD-633D-07CD-D49F-457D6166CFEA}"/>
                </a:ext>
              </a:extLst>
            </p:cNvPr>
            <p:cNvGraphicFramePr>
              <a:graphicFrameLocks noChangeAspect="1"/>
            </p:cNvGraphicFramePr>
            <p:nvPr>
              <p:custDataLst>
                <p:tags r:id="rId16"/>
              </p:custDataLst>
            </p:nvPr>
          </p:nvGraphicFramePr>
          <p:xfrm>
            <a:off x="4886597" y="2819402"/>
            <a:ext cx="1089025" cy="1154113"/>
          </p:xfrm>
          <a:graphic>
            <a:graphicData uri="http://schemas.openxmlformats.org/drawingml/2006/chart">
              <c:chart xmlns:c="http://schemas.openxmlformats.org/drawingml/2006/chart" xmlns:r="http://schemas.openxmlformats.org/officeDocument/2006/relationships" r:id="rId31"/>
            </a:graphicData>
          </a:graphic>
        </p:graphicFrame>
        <p:sp>
          <p:nvSpPr>
            <p:cNvPr id="67" name="Rectangle 23">
              <a:extLst>
                <a:ext uri="{FF2B5EF4-FFF2-40B4-BE49-F238E27FC236}">
                  <a16:creationId xmlns:a16="http://schemas.microsoft.com/office/drawing/2014/main" id="{FEA6D3D1-AA51-069A-F3D0-AE978DFA67B4}"/>
                </a:ext>
              </a:extLst>
            </p:cNvPr>
            <p:cNvSpPr>
              <a:spLocks noChangeArrowheads="1"/>
            </p:cNvSpPr>
            <p:nvPr>
              <p:custDataLst>
                <p:tags r:id="rId17"/>
              </p:custDataLst>
            </p:nvPr>
          </p:nvSpPr>
          <p:spPr bwMode="auto">
            <a:xfrm>
              <a:off x="4501661" y="2863565"/>
              <a:ext cx="455253" cy="249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lnSpc>
                  <a:spcPct val="110000"/>
                </a:lnSpc>
                <a:buClr>
                  <a:schemeClr val="accent1"/>
                </a:buClr>
                <a:buFont typeface="Wingdings" pitchFamily="2" charset="2"/>
                <a:buNone/>
              </a:pPr>
              <a:r>
                <a:rPr lang="en-GB" sz="1600" noProof="0">
                  <a:latin typeface="Arial"/>
                  <a:sym typeface="Arial"/>
                </a:rPr>
                <a:t>1970</a:t>
              </a:r>
            </a:p>
          </p:txBody>
        </p:sp>
        <p:sp>
          <p:nvSpPr>
            <p:cNvPr id="68" name="Rectangle 30">
              <a:extLst>
                <a:ext uri="{FF2B5EF4-FFF2-40B4-BE49-F238E27FC236}">
                  <a16:creationId xmlns:a16="http://schemas.microsoft.com/office/drawing/2014/main" id="{09787777-A0A1-9123-2E5D-741C27D79A00}"/>
                </a:ext>
              </a:extLst>
            </p:cNvPr>
            <p:cNvSpPr>
              <a:spLocks noChangeArrowheads="1"/>
            </p:cNvSpPr>
            <p:nvPr>
              <p:custDataLst>
                <p:tags r:id="rId18"/>
              </p:custDataLst>
            </p:nvPr>
          </p:nvSpPr>
          <p:spPr bwMode="auto">
            <a:xfrm>
              <a:off x="4501873" y="3154307"/>
              <a:ext cx="493725" cy="281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lnSpc>
                  <a:spcPct val="110000"/>
                </a:lnSpc>
                <a:buClr>
                  <a:schemeClr val="accent1"/>
                </a:buClr>
                <a:buFont typeface="Wingdings" pitchFamily="2" charset="2"/>
                <a:buNone/>
              </a:pPr>
              <a:r>
                <a:rPr lang="en-GB" b="1" noProof="0">
                  <a:solidFill>
                    <a:schemeClr val="accent1"/>
                  </a:solidFill>
                  <a:latin typeface="Arial"/>
                  <a:sym typeface="Arial"/>
                </a:rPr>
                <a:t>25</a:t>
              </a:r>
              <a:r>
                <a:rPr lang="en-GB" sz="900" b="1" noProof="0">
                  <a:solidFill>
                    <a:schemeClr val="accent1"/>
                  </a:solidFill>
                  <a:latin typeface="Arial"/>
                  <a:sym typeface="Arial"/>
                </a:rPr>
                <a:t> </a:t>
              </a:r>
              <a:r>
                <a:rPr lang="en-GB" b="1" noProof="0">
                  <a:solidFill>
                    <a:schemeClr val="accent1"/>
                  </a:solidFill>
                  <a:latin typeface="Arial"/>
                  <a:sym typeface="Arial"/>
                </a:rPr>
                <a:t>%</a:t>
              </a:r>
            </a:p>
          </p:txBody>
        </p:sp>
      </p:grpSp>
      <p:grpSp>
        <p:nvGrpSpPr>
          <p:cNvPr id="69" name="Gruppieren 68">
            <a:extLst>
              <a:ext uri="{FF2B5EF4-FFF2-40B4-BE49-F238E27FC236}">
                <a16:creationId xmlns:a16="http://schemas.microsoft.com/office/drawing/2014/main" id="{57AF5A81-80A3-834D-D91D-E34A33D7C113}"/>
              </a:ext>
            </a:extLst>
          </p:cNvPr>
          <p:cNvGrpSpPr/>
          <p:nvPr/>
        </p:nvGrpSpPr>
        <p:grpSpPr>
          <a:xfrm>
            <a:off x="6149217" y="2789651"/>
            <a:ext cx="1731785" cy="1154113"/>
            <a:chOff x="4314507" y="2819402"/>
            <a:chExt cx="1731785" cy="1154113"/>
          </a:xfrm>
        </p:grpSpPr>
        <p:sp>
          <p:nvSpPr>
            <p:cNvPr id="70" name="Rectangle 15">
              <a:extLst>
                <a:ext uri="{FF2B5EF4-FFF2-40B4-BE49-F238E27FC236}">
                  <a16:creationId xmlns:a16="http://schemas.microsoft.com/office/drawing/2014/main" id="{1CB9DC13-CFC6-A6D3-0B8C-63022F8CC8EC}"/>
                </a:ext>
              </a:extLst>
            </p:cNvPr>
            <p:cNvSpPr>
              <a:spLocks noChangeArrowheads="1"/>
            </p:cNvSpPr>
            <p:nvPr>
              <p:custDataLst>
                <p:tags r:id="rId11"/>
              </p:custDataLst>
            </p:nvPr>
          </p:nvSpPr>
          <p:spPr bwMode="auto">
            <a:xfrm>
              <a:off x="4314507" y="2838451"/>
              <a:ext cx="1731785" cy="1112838"/>
            </a:xfrm>
            <a:prstGeom prst="rect">
              <a:avLst/>
            </a:prstGeom>
            <a:solidFill>
              <a:schemeClr val="bg1"/>
            </a:solidFill>
            <a:ln>
              <a:noFill/>
            </a:ln>
            <a:effectLst/>
          </p:spPr>
          <p:txBody>
            <a:bodyPr wrap="none" anchor="ctr"/>
            <a:lstStyle/>
            <a:p>
              <a:endParaRPr lang="en-GB" noProof="0">
                <a:latin typeface="Arial"/>
                <a:sym typeface="Arial"/>
              </a:endParaRPr>
            </a:p>
          </p:txBody>
        </p:sp>
        <p:graphicFrame>
          <p:nvGraphicFramePr>
            <p:cNvPr id="71" name="Object 22">
              <a:extLst>
                <a:ext uri="{FF2B5EF4-FFF2-40B4-BE49-F238E27FC236}">
                  <a16:creationId xmlns:a16="http://schemas.microsoft.com/office/drawing/2014/main" id="{6460FBD7-FB26-0469-E6AF-8A42C200ADC9}"/>
                </a:ext>
              </a:extLst>
            </p:cNvPr>
            <p:cNvGraphicFramePr>
              <a:graphicFrameLocks noChangeAspect="1"/>
            </p:cNvGraphicFramePr>
            <p:nvPr>
              <p:custDataLst>
                <p:tags r:id="rId12"/>
              </p:custDataLst>
            </p:nvPr>
          </p:nvGraphicFramePr>
          <p:xfrm>
            <a:off x="4886597" y="2819402"/>
            <a:ext cx="1089025" cy="1154113"/>
          </p:xfrm>
          <a:graphic>
            <a:graphicData uri="http://schemas.openxmlformats.org/drawingml/2006/chart">
              <c:chart xmlns:c="http://schemas.openxmlformats.org/drawingml/2006/chart" xmlns:r="http://schemas.openxmlformats.org/officeDocument/2006/relationships" r:id="rId32"/>
            </a:graphicData>
          </a:graphic>
        </p:graphicFrame>
        <p:sp>
          <p:nvSpPr>
            <p:cNvPr id="72" name="Rectangle 23">
              <a:extLst>
                <a:ext uri="{FF2B5EF4-FFF2-40B4-BE49-F238E27FC236}">
                  <a16:creationId xmlns:a16="http://schemas.microsoft.com/office/drawing/2014/main" id="{25B88526-D2A4-9B46-1199-AC61C7DD8D48}"/>
                </a:ext>
              </a:extLst>
            </p:cNvPr>
            <p:cNvSpPr>
              <a:spLocks noChangeArrowheads="1"/>
            </p:cNvSpPr>
            <p:nvPr>
              <p:custDataLst>
                <p:tags r:id="rId13"/>
              </p:custDataLst>
            </p:nvPr>
          </p:nvSpPr>
          <p:spPr bwMode="auto">
            <a:xfrm>
              <a:off x="4501661" y="2863565"/>
              <a:ext cx="455253" cy="249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lnSpc>
                  <a:spcPct val="110000"/>
                </a:lnSpc>
                <a:buClr>
                  <a:schemeClr val="accent1"/>
                </a:buClr>
                <a:buFont typeface="Wingdings" pitchFamily="2" charset="2"/>
                <a:buNone/>
              </a:pPr>
              <a:r>
                <a:rPr lang="en-GB" sz="1600" noProof="0">
                  <a:latin typeface="Arial"/>
                  <a:sym typeface="Arial"/>
                </a:rPr>
                <a:t>1925</a:t>
              </a:r>
            </a:p>
          </p:txBody>
        </p:sp>
        <p:sp>
          <p:nvSpPr>
            <p:cNvPr id="73" name="Rectangle 30">
              <a:extLst>
                <a:ext uri="{FF2B5EF4-FFF2-40B4-BE49-F238E27FC236}">
                  <a16:creationId xmlns:a16="http://schemas.microsoft.com/office/drawing/2014/main" id="{0A6F50DC-9392-1DBA-4856-F17BB13A32D4}"/>
                </a:ext>
              </a:extLst>
            </p:cNvPr>
            <p:cNvSpPr>
              <a:spLocks noChangeArrowheads="1"/>
            </p:cNvSpPr>
            <p:nvPr>
              <p:custDataLst>
                <p:tags r:id="rId14"/>
              </p:custDataLst>
            </p:nvPr>
          </p:nvSpPr>
          <p:spPr bwMode="auto">
            <a:xfrm>
              <a:off x="4501873" y="3154307"/>
              <a:ext cx="493725" cy="281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lnSpc>
                  <a:spcPct val="110000"/>
                </a:lnSpc>
                <a:buClr>
                  <a:schemeClr val="accent1"/>
                </a:buClr>
                <a:buFont typeface="Wingdings" pitchFamily="2" charset="2"/>
                <a:buNone/>
              </a:pPr>
              <a:r>
                <a:rPr lang="en-GB" b="1" noProof="0">
                  <a:solidFill>
                    <a:schemeClr val="accent1"/>
                  </a:solidFill>
                  <a:latin typeface="Arial"/>
                  <a:sym typeface="Arial"/>
                </a:rPr>
                <a:t>47</a:t>
              </a:r>
              <a:r>
                <a:rPr lang="en-GB" sz="900" b="1" noProof="0">
                  <a:solidFill>
                    <a:schemeClr val="accent1"/>
                  </a:solidFill>
                  <a:latin typeface="Arial"/>
                  <a:sym typeface="Arial"/>
                </a:rPr>
                <a:t> </a:t>
              </a:r>
              <a:r>
                <a:rPr lang="en-GB" b="1" noProof="0">
                  <a:solidFill>
                    <a:schemeClr val="accent1"/>
                  </a:solidFill>
                  <a:latin typeface="Arial"/>
                  <a:sym typeface="Arial"/>
                </a:rPr>
                <a:t>%</a:t>
              </a:r>
            </a:p>
          </p:txBody>
        </p:sp>
      </p:grpSp>
      <p:grpSp>
        <p:nvGrpSpPr>
          <p:cNvPr id="79" name="Gruppieren 78">
            <a:extLst>
              <a:ext uri="{FF2B5EF4-FFF2-40B4-BE49-F238E27FC236}">
                <a16:creationId xmlns:a16="http://schemas.microsoft.com/office/drawing/2014/main" id="{049A2379-5179-3D14-A3EF-3F7F65C19CDA}"/>
              </a:ext>
            </a:extLst>
          </p:cNvPr>
          <p:cNvGrpSpPr/>
          <p:nvPr/>
        </p:nvGrpSpPr>
        <p:grpSpPr>
          <a:xfrm>
            <a:off x="4307925" y="3918594"/>
            <a:ext cx="1731786" cy="1154113"/>
            <a:chOff x="4383518" y="2819402"/>
            <a:chExt cx="1731786" cy="1154113"/>
          </a:xfrm>
        </p:grpSpPr>
        <p:sp>
          <p:nvSpPr>
            <p:cNvPr id="80" name="Rectangle 15">
              <a:extLst>
                <a:ext uri="{FF2B5EF4-FFF2-40B4-BE49-F238E27FC236}">
                  <a16:creationId xmlns:a16="http://schemas.microsoft.com/office/drawing/2014/main" id="{69EEF540-4FC5-579A-D37F-9A04BFFC3D46}"/>
                </a:ext>
              </a:extLst>
            </p:cNvPr>
            <p:cNvSpPr>
              <a:spLocks noChangeArrowheads="1"/>
            </p:cNvSpPr>
            <p:nvPr>
              <p:custDataLst>
                <p:tags r:id="rId7"/>
              </p:custDataLst>
            </p:nvPr>
          </p:nvSpPr>
          <p:spPr bwMode="auto">
            <a:xfrm>
              <a:off x="4383518" y="2838451"/>
              <a:ext cx="1731786" cy="1112838"/>
            </a:xfrm>
            <a:prstGeom prst="rect">
              <a:avLst/>
            </a:prstGeom>
            <a:solidFill>
              <a:schemeClr val="bg1"/>
            </a:solidFill>
            <a:ln>
              <a:noFill/>
            </a:ln>
            <a:effectLst/>
          </p:spPr>
          <p:txBody>
            <a:bodyPr wrap="none" anchor="ctr"/>
            <a:lstStyle/>
            <a:p>
              <a:endParaRPr lang="en-GB" noProof="0">
                <a:latin typeface="Arial"/>
                <a:sym typeface="Arial"/>
              </a:endParaRPr>
            </a:p>
          </p:txBody>
        </p:sp>
        <p:graphicFrame>
          <p:nvGraphicFramePr>
            <p:cNvPr id="81" name="Object 22">
              <a:extLst>
                <a:ext uri="{FF2B5EF4-FFF2-40B4-BE49-F238E27FC236}">
                  <a16:creationId xmlns:a16="http://schemas.microsoft.com/office/drawing/2014/main" id="{CF37A9F6-D4DB-488E-3F74-5170A637EC9E}"/>
                </a:ext>
              </a:extLst>
            </p:cNvPr>
            <p:cNvGraphicFramePr>
              <a:graphicFrameLocks noChangeAspect="1"/>
            </p:cNvGraphicFramePr>
            <p:nvPr>
              <p:custDataLst>
                <p:tags r:id="rId8"/>
              </p:custDataLst>
            </p:nvPr>
          </p:nvGraphicFramePr>
          <p:xfrm>
            <a:off x="4886597" y="2819402"/>
            <a:ext cx="1089025" cy="1154113"/>
          </p:xfrm>
          <a:graphic>
            <a:graphicData uri="http://schemas.openxmlformats.org/drawingml/2006/chart">
              <c:chart xmlns:c="http://schemas.openxmlformats.org/drawingml/2006/chart" xmlns:r="http://schemas.openxmlformats.org/officeDocument/2006/relationships" r:id="rId33"/>
            </a:graphicData>
          </a:graphic>
        </p:graphicFrame>
        <p:sp>
          <p:nvSpPr>
            <p:cNvPr id="82" name="Rectangle 23">
              <a:extLst>
                <a:ext uri="{FF2B5EF4-FFF2-40B4-BE49-F238E27FC236}">
                  <a16:creationId xmlns:a16="http://schemas.microsoft.com/office/drawing/2014/main" id="{35B399A9-EE8F-C12B-AD94-3597000C64BB}"/>
                </a:ext>
              </a:extLst>
            </p:cNvPr>
            <p:cNvSpPr>
              <a:spLocks noChangeArrowheads="1"/>
            </p:cNvSpPr>
            <p:nvPr>
              <p:custDataLst>
                <p:tags r:id="rId9"/>
              </p:custDataLst>
            </p:nvPr>
          </p:nvSpPr>
          <p:spPr bwMode="auto">
            <a:xfrm>
              <a:off x="4501661" y="2863565"/>
              <a:ext cx="455253" cy="249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lnSpc>
                  <a:spcPct val="110000"/>
                </a:lnSpc>
                <a:buClr>
                  <a:schemeClr val="accent1"/>
                </a:buClr>
                <a:buFont typeface="Wingdings" pitchFamily="2" charset="2"/>
                <a:buNone/>
              </a:pPr>
              <a:r>
                <a:rPr lang="en-GB" sz="1600" noProof="0">
                  <a:latin typeface="Arial"/>
                  <a:sym typeface="Arial"/>
                </a:rPr>
                <a:t>1950</a:t>
              </a:r>
            </a:p>
          </p:txBody>
        </p:sp>
        <p:sp>
          <p:nvSpPr>
            <p:cNvPr id="83" name="Rectangle 30">
              <a:extLst>
                <a:ext uri="{FF2B5EF4-FFF2-40B4-BE49-F238E27FC236}">
                  <a16:creationId xmlns:a16="http://schemas.microsoft.com/office/drawing/2014/main" id="{9B105480-4D60-3CE5-C076-72F7267229F2}"/>
                </a:ext>
              </a:extLst>
            </p:cNvPr>
            <p:cNvSpPr>
              <a:spLocks noChangeArrowheads="1"/>
            </p:cNvSpPr>
            <p:nvPr>
              <p:custDataLst>
                <p:tags r:id="rId10"/>
              </p:custDataLst>
            </p:nvPr>
          </p:nvSpPr>
          <p:spPr bwMode="auto">
            <a:xfrm>
              <a:off x="4501873" y="3154307"/>
              <a:ext cx="493725" cy="281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lnSpc>
                  <a:spcPct val="110000"/>
                </a:lnSpc>
                <a:buClr>
                  <a:schemeClr val="accent1"/>
                </a:buClr>
                <a:buFont typeface="Wingdings" pitchFamily="2" charset="2"/>
                <a:buNone/>
              </a:pPr>
              <a:r>
                <a:rPr lang="en-GB" b="1" noProof="0" dirty="0">
                  <a:solidFill>
                    <a:schemeClr val="accent1"/>
                  </a:solidFill>
                  <a:latin typeface="Arial"/>
                  <a:sym typeface="Arial"/>
                </a:rPr>
                <a:t>44</a:t>
              </a:r>
              <a:r>
                <a:rPr lang="en-GB" sz="900" b="1" noProof="0" dirty="0">
                  <a:solidFill>
                    <a:schemeClr val="accent1"/>
                  </a:solidFill>
                  <a:latin typeface="Arial"/>
                  <a:sym typeface="Arial"/>
                </a:rPr>
                <a:t> </a:t>
              </a:r>
              <a:r>
                <a:rPr lang="en-GB" b="1" noProof="0" dirty="0">
                  <a:solidFill>
                    <a:schemeClr val="accent1"/>
                  </a:solidFill>
                  <a:latin typeface="Arial"/>
                  <a:sym typeface="Arial"/>
                </a:rPr>
                <a:t>%</a:t>
              </a:r>
            </a:p>
          </p:txBody>
        </p:sp>
      </p:grpSp>
      <p:grpSp>
        <p:nvGrpSpPr>
          <p:cNvPr id="84" name="Gruppieren 83">
            <a:extLst>
              <a:ext uri="{FF2B5EF4-FFF2-40B4-BE49-F238E27FC236}">
                <a16:creationId xmlns:a16="http://schemas.microsoft.com/office/drawing/2014/main" id="{073BF35D-039D-0C0C-14E6-C941B0CD6B47}"/>
              </a:ext>
            </a:extLst>
          </p:cNvPr>
          <p:cNvGrpSpPr/>
          <p:nvPr/>
        </p:nvGrpSpPr>
        <p:grpSpPr>
          <a:xfrm>
            <a:off x="6147629" y="3918594"/>
            <a:ext cx="1733373" cy="1154113"/>
            <a:chOff x="4314507" y="2819402"/>
            <a:chExt cx="1733373" cy="1154113"/>
          </a:xfrm>
        </p:grpSpPr>
        <p:sp>
          <p:nvSpPr>
            <p:cNvPr id="85" name="Rectangle 15">
              <a:extLst>
                <a:ext uri="{FF2B5EF4-FFF2-40B4-BE49-F238E27FC236}">
                  <a16:creationId xmlns:a16="http://schemas.microsoft.com/office/drawing/2014/main" id="{59D9845D-DD6A-2D96-EFC0-BF82D9C36F19}"/>
                </a:ext>
              </a:extLst>
            </p:cNvPr>
            <p:cNvSpPr>
              <a:spLocks noChangeArrowheads="1"/>
            </p:cNvSpPr>
            <p:nvPr>
              <p:custDataLst>
                <p:tags r:id="rId3"/>
              </p:custDataLst>
            </p:nvPr>
          </p:nvSpPr>
          <p:spPr bwMode="auto">
            <a:xfrm>
              <a:off x="4314507" y="2838451"/>
              <a:ext cx="1733373" cy="1112838"/>
            </a:xfrm>
            <a:prstGeom prst="rect">
              <a:avLst/>
            </a:prstGeom>
            <a:solidFill>
              <a:schemeClr val="bg1"/>
            </a:solidFill>
            <a:ln>
              <a:noFill/>
            </a:ln>
            <a:effectLst/>
          </p:spPr>
          <p:txBody>
            <a:bodyPr wrap="none" anchor="ctr"/>
            <a:lstStyle/>
            <a:p>
              <a:endParaRPr lang="en-GB" noProof="0">
                <a:latin typeface="Arial"/>
                <a:sym typeface="Arial"/>
              </a:endParaRPr>
            </a:p>
          </p:txBody>
        </p:sp>
        <p:graphicFrame>
          <p:nvGraphicFramePr>
            <p:cNvPr id="86" name="Object 22">
              <a:extLst>
                <a:ext uri="{FF2B5EF4-FFF2-40B4-BE49-F238E27FC236}">
                  <a16:creationId xmlns:a16="http://schemas.microsoft.com/office/drawing/2014/main" id="{0867D5C8-A5C2-1E87-70F4-894420AEEE72}"/>
                </a:ext>
              </a:extLst>
            </p:cNvPr>
            <p:cNvGraphicFramePr>
              <a:graphicFrameLocks noChangeAspect="1"/>
            </p:cNvGraphicFramePr>
            <p:nvPr>
              <p:custDataLst>
                <p:tags r:id="rId4"/>
              </p:custDataLst>
            </p:nvPr>
          </p:nvGraphicFramePr>
          <p:xfrm>
            <a:off x="4886597" y="2819402"/>
            <a:ext cx="1089025" cy="1154113"/>
          </p:xfrm>
          <a:graphic>
            <a:graphicData uri="http://schemas.openxmlformats.org/drawingml/2006/chart">
              <c:chart xmlns:c="http://schemas.openxmlformats.org/drawingml/2006/chart" xmlns:r="http://schemas.openxmlformats.org/officeDocument/2006/relationships" r:id="rId34"/>
            </a:graphicData>
          </a:graphic>
        </p:graphicFrame>
        <p:sp>
          <p:nvSpPr>
            <p:cNvPr id="87" name="Rectangle 23">
              <a:extLst>
                <a:ext uri="{FF2B5EF4-FFF2-40B4-BE49-F238E27FC236}">
                  <a16:creationId xmlns:a16="http://schemas.microsoft.com/office/drawing/2014/main" id="{FD27C552-85B2-1C70-A4B7-50E8BE4D0061}"/>
                </a:ext>
              </a:extLst>
            </p:cNvPr>
            <p:cNvSpPr>
              <a:spLocks noChangeArrowheads="1"/>
            </p:cNvSpPr>
            <p:nvPr>
              <p:custDataLst>
                <p:tags r:id="rId5"/>
              </p:custDataLst>
            </p:nvPr>
          </p:nvSpPr>
          <p:spPr bwMode="auto">
            <a:xfrm>
              <a:off x="4501661" y="2863565"/>
              <a:ext cx="455253" cy="2498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lnSpc>
                  <a:spcPct val="110000"/>
                </a:lnSpc>
                <a:buClr>
                  <a:schemeClr val="accent1"/>
                </a:buClr>
                <a:buFont typeface="Wingdings" pitchFamily="2" charset="2"/>
                <a:buNone/>
              </a:pPr>
              <a:r>
                <a:rPr lang="en-GB" sz="1600" noProof="0">
                  <a:latin typeface="Arial"/>
                  <a:sym typeface="Arial"/>
                </a:rPr>
                <a:t>1960</a:t>
              </a:r>
            </a:p>
          </p:txBody>
        </p:sp>
        <p:sp>
          <p:nvSpPr>
            <p:cNvPr id="88" name="Rectangle 30">
              <a:extLst>
                <a:ext uri="{FF2B5EF4-FFF2-40B4-BE49-F238E27FC236}">
                  <a16:creationId xmlns:a16="http://schemas.microsoft.com/office/drawing/2014/main" id="{3DFF3569-DA49-7CF2-E20D-65DAC7550A8D}"/>
                </a:ext>
              </a:extLst>
            </p:cNvPr>
            <p:cNvSpPr>
              <a:spLocks noChangeArrowheads="1"/>
            </p:cNvSpPr>
            <p:nvPr>
              <p:custDataLst>
                <p:tags r:id="rId6"/>
              </p:custDataLst>
            </p:nvPr>
          </p:nvSpPr>
          <p:spPr bwMode="auto">
            <a:xfrm>
              <a:off x="4501873" y="3154307"/>
              <a:ext cx="493725" cy="281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nchor="ctr">
              <a:spAutoFit/>
            </a:bodyPr>
            <a:lstStyle/>
            <a:p>
              <a:pPr>
                <a:lnSpc>
                  <a:spcPct val="110000"/>
                </a:lnSpc>
                <a:buClr>
                  <a:schemeClr val="accent1"/>
                </a:buClr>
                <a:buFont typeface="Wingdings" pitchFamily="2" charset="2"/>
                <a:buNone/>
              </a:pPr>
              <a:r>
                <a:rPr lang="en-GB" b="1" noProof="0">
                  <a:solidFill>
                    <a:schemeClr val="accent1"/>
                  </a:solidFill>
                  <a:latin typeface="Arial"/>
                  <a:sym typeface="Arial"/>
                </a:rPr>
                <a:t>38</a:t>
              </a:r>
              <a:r>
                <a:rPr lang="en-GB" sz="900" b="1" noProof="0">
                  <a:solidFill>
                    <a:schemeClr val="accent1"/>
                  </a:solidFill>
                  <a:latin typeface="Arial"/>
                  <a:sym typeface="Arial"/>
                </a:rPr>
                <a:t> </a:t>
              </a:r>
              <a:r>
                <a:rPr lang="en-GB" b="1" noProof="0">
                  <a:solidFill>
                    <a:schemeClr val="accent1"/>
                  </a:solidFill>
                  <a:latin typeface="Arial"/>
                  <a:sym typeface="Arial"/>
                </a:rPr>
                <a:t>%</a:t>
              </a:r>
            </a:p>
          </p:txBody>
        </p:sp>
      </p:grpSp>
      <p:sp>
        <p:nvSpPr>
          <p:cNvPr id="2" name="Foliennummernplatzhalter 7">
            <a:extLst>
              <a:ext uri="{FF2B5EF4-FFF2-40B4-BE49-F238E27FC236}">
                <a16:creationId xmlns:a16="http://schemas.microsoft.com/office/drawing/2014/main" id="{FB6B7ACE-B932-26F6-D67D-24B130BAB4BC}"/>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43</a:t>
            </a:fld>
            <a:endParaRPr lang="de-DE"/>
          </a:p>
        </p:txBody>
      </p:sp>
    </p:spTree>
    <p:extLst>
      <p:ext uri="{BB962C8B-B14F-4D97-AF65-F5344CB8AC3E}">
        <p14:creationId xmlns:p14="http://schemas.microsoft.com/office/powerpoint/2010/main" val="8220998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60DE58-4DD5-363F-A638-BE2DD34A3330}"/>
            </a:ext>
          </a:extLst>
        </p:cNvPr>
        <p:cNvGrpSpPr/>
        <p:nvPr/>
      </p:nvGrpSpPr>
      <p:grpSpPr>
        <a:xfrm>
          <a:off x="0" y="0"/>
          <a:ext cx="0" cy="0"/>
          <a:chOff x="0" y="0"/>
          <a:chExt cx="0" cy="0"/>
        </a:xfrm>
      </p:grpSpPr>
      <p:sp>
        <p:nvSpPr>
          <p:cNvPr id="10" name="Rechteck 9">
            <a:extLst>
              <a:ext uri="{FF2B5EF4-FFF2-40B4-BE49-F238E27FC236}">
                <a16:creationId xmlns:a16="http://schemas.microsoft.com/office/drawing/2014/main" id="{2086DB4A-1D09-F6E1-F6E6-691DE24766DA}"/>
              </a:ext>
            </a:extLst>
          </p:cNvPr>
          <p:cNvSpPr/>
          <p:nvPr/>
        </p:nvSpPr>
        <p:spPr>
          <a:xfrm>
            <a:off x="6188076" y="0"/>
            <a:ext cx="6002338" cy="68589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cs typeface="Arial"/>
            </a:endParaRPr>
          </a:p>
        </p:txBody>
      </p:sp>
      <p:sp>
        <p:nvSpPr>
          <p:cNvPr id="24" name="Titel 23">
            <a:extLst>
              <a:ext uri="{FF2B5EF4-FFF2-40B4-BE49-F238E27FC236}">
                <a16:creationId xmlns:a16="http://schemas.microsoft.com/office/drawing/2014/main" id="{EFB43571-4065-CB37-8F69-F07318B19F35}"/>
              </a:ext>
            </a:extLst>
          </p:cNvPr>
          <p:cNvSpPr>
            <a:spLocks noGrp="1"/>
          </p:cNvSpPr>
          <p:nvPr>
            <p:ph type="title"/>
          </p:nvPr>
        </p:nvSpPr>
        <p:spPr>
          <a:xfrm>
            <a:off x="514800" y="540000"/>
            <a:ext cx="5471663" cy="817200"/>
          </a:xfrm>
        </p:spPr>
        <p:txBody>
          <a:bodyPr/>
          <a:lstStyle/>
          <a:p>
            <a:pPr>
              <a:lnSpc>
                <a:spcPct val="95000"/>
              </a:lnSpc>
            </a:pPr>
            <a:r>
              <a:rPr lang="en-GB" noProof="0" dirty="0"/>
              <a:t>Lorem ipsum </a:t>
            </a:r>
            <a:r>
              <a:rPr lang="en-GB" noProof="0" dirty="0" err="1"/>
              <a:t>dolor</a:t>
            </a:r>
            <a:r>
              <a:rPr lang="en-GB" noProof="0" dirty="0"/>
              <a:t> sit </a:t>
            </a:r>
            <a:r>
              <a:rPr lang="en-GB" noProof="0" dirty="0" err="1"/>
              <a:t>amet</a:t>
            </a:r>
            <a:r>
              <a:rPr lang="en-GB" noProof="0" dirty="0"/>
              <a:t>, </a:t>
            </a:r>
            <a:r>
              <a:rPr lang="en-GB" noProof="0" dirty="0" err="1"/>
              <a:t>consetetur</a:t>
            </a:r>
            <a:r>
              <a:rPr lang="en-GB" noProof="0" dirty="0"/>
              <a:t> </a:t>
            </a:r>
            <a:r>
              <a:rPr lang="en-GB" noProof="0" dirty="0" err="1"/>
              <a:t>sed</a:t>
            </a:r>
            <a:r>
              <a:rPr lang="en-GB" noProof="0" dirty="0"/>
              <a:t> </a:t>
            </a:r>
            <a:r>
              <a:rPr lang="en-GB" noProof="0" dirty="0" err="1"/>
              <a:t>diam</a:t>
            </a:r>
            <a:r>
              <a:rPr lang="en-GB" noProof="0" dirty="0"/>
              <a:t> </a:t>
            </a:r>
            <a:r>
              <a:rPr lang="en-GB" noProof="0" dirty="0" err="1"/>
              <a:t>nonumy</a:t>
            </a:r>
            <a:r>
              <a:rPr lang="en-GB" noProof="0" dirty="0"/>
              <a:t> </a:t>
            </a:r>
            <a:r>
              <a:rPr lang="en-GB" noProof="0" dirty="0" err="1"/>
              <a:t>invidunt</a:t>
            </a:r>
            <a:r>
              <a:rPr lang="en-GB" noProof="0" dirty="0"/>
              <a:t> </a:t>
            </a:r>
            <a:r>
              <a:rPr lang="en-GB" noProof="0" dirty="0" err="1"/>
              <a:t>ut</a:t>
            </a:r>
            <a:r>
              <a:rPr lang="en-GB" noProof="0" dirty="0"/>
              <a:t> labore et dolore</a:t>
            </a:r>
          </a:p>
        </p:txBody>
      </p:sp>
      <p:sp>
        <p:nvSpPr>
          <p:cNvPr id="5" name="Textfeld 4">
            <a:extLst>
              <a:ext uri="{FF2B5EF4-FFF2-40B4-BE49-F238E27FC236}">
                <a16:creationId xmlns:a16="http://schemas.microsoft.com/office/drawing/2014/main" id="{543366BA-3CA8-F763-EC94-EBBA517BBC83}"/>
              </a:ext>
            </a:extLst>
          </p:cNvPr>
          <p:cNvSpPr txBox="1"/>
          <p:nvPr/>
        </p:nvSpPr>
        <p:spPr>
          <a:xfrm>
            <a:off x="6203951" y="5966865"/>
            <a:ext cx="5472112" cy="233910"/>
          </a:xfrm>
          <a:prstGeom prst="rect">
            <a:avLst/>
          </a:prstGeom>
          <a:noFill/>
        </p:spPr>
        <p:txBody>
          <a:bodyPr wrap="square" lIns="144000" tIns="0" rIns="144000" bIns="0" rtlCol="0">
            <a:spAutoFit/>
          </a:bodyPr>
          <a:lstStyle/>
          <a:p>
            <a:pPr marL="0" marR="0" lvl="0" indent="0" algn="l" defTabSz="914400" rtl="0" eaLnBrk="1" fontAlgn="auto" latinLnBrk="0" hangingPunct="1">
              <a:lnSpc>
                <a:spcPct val="95000"/>
              </a:lnSpc>
              <a:spcBef>
                <a:spcPts val="0"/>
              </a:spcBef>
              <a:spcAft>
                <a:spcPts val="0"/>
              </a:spcAft>
              <a:buClrTx/>
              <a:buSzTx/>
              <a:buFontTx/>
              <a:buNone/>
              <a:tabLst/>
              <a:defRPr/>
            </a:pPr>
            <a:r>
              <a:rPr kumimoji="0" lang="en-GB" sz="800" b="0" i="0" u="none" strike="noStrike" kern="1200" cap="none" spc="0" normalizeH="0" baseline="30000" noProof="0" dirty="0">
                <a:ln>
                  <a:noFill/>
                </a:ln>
                <a:solidFill>
                  <a:srgbClr val="000000"/>
                </a:solidFill>
                <a:effectLst/>
                <a:uLnTx/>
                <a:uFillTx/>
                <a:latin typeface="Arial" panose="020B0604020202020204"/>
                <a:cs typeface="Arial"/>
              </a:rPr>
              <a:t>1 </a:t>
            </a:r>
            <a:r>
              <a:rPr kumimoji="0" lang="en-GB" sz="800" b="0" i="0" u="none" strike="noStrike" kern="1200" cap="none" spc="0" normalizeH="0" baseline="0" noProof="0" dirty="0">
                <a:ln>
                  <a:noFill/>
                </a:ln>
                <a:solidFill>
                  <a:srgbClr val="000000"/>
                </a:solidFill>
                <a:effectLst/>
                <a:uLnTx/>
                <a:uFillTx/>
                <a:latin typeface="Arial" panose="020B0604020202020204"/>
                <a:cs typeface="Arial"/>
              </a:rPr>
              <a:t>Lorem ipsum </a:t>
            </a:r>
            <a:r>
              <a:rPr kumimoji="0" lang="en-GB" sz="800" b="0" i="0" u="none" strike="noStrike" kern="1200" cap="none" spc="0" normalizeH="0" baseline="0" noProof="0" dirty="0" err="1">
                <a:ln>
                  <a:noFill/>
                </a:ln>
                <a:solidFill>
                  <a:srgbClr val="000000"/>
                </a:solidFill>
                <a:effectLst/>
                <a:uLnTx/>
                <a:uFillTx/>
                <a:latin typeface="Arial" panose="020B0604020202020204"/>
                <a:cs typeface="Arial"/>
              </a:rPr>
              <a:t>dolor</a:t>
            </a:r>
            <a:r>
              <a:rPr kumimoji="0" lang="en-GB" sz="800" b="0" i="0" u="none" strike="noStrike" kern="1200" cap="none" spc="0" normalizeH="0" baseline="0" noProof="0" dirty="0">
                <a:ln>
                  <a:noFill/>
                </a:ln>
                <a:solidFill>
                  <a:srgbClr val="000000"/>
                </a:solidFill>
                <a:effectLst/>
                <a:uLnTx/>
                <a:uFillTx/>
                <a:latin typeface="Arial" panose="020B0604020202020204"/>
                <a:cs typeface="Arial"/>
              </a:rPr>
              <a:t> sit </a:t>
            </a:r>
            <a:r>
              <a:rPr kumimoji="0" lang="en-GB" sz="800" b="0" i="0" u="none" strike="noStrike" kern="1200" cap="none" spc="0" normalizeH="0" baseline="0" noProof="0" dirty="0" err="1">
                <a:ln>
                  <a:noFill/>
                </a:ln>
                <a:solidFill>
                  <a:srgbClr val="000000"/>
                </a:solidFill>
                <a:effectLst/>
                <a:uLnTx/>
                <a:uFillTx/>
                <a:latin typeface="Arial" panose="020B0604020202020204"/>
                <a:cs typeface="Arial"/>
              </a:rPr>
              <a:t>amet</a:t>
            </a:r>
            <a:r>
              <a:rPr kumimoji="0" lang="en-GB" sz="800" b="0" i="0" u="none" strike="noStrike" kern="1200" cap="none" spc="0" normalizeH="0" baseline="0" noProof="0" dirty="0">
                <a:ln>
                  <a:noFill/>
                </a:ln>
                <a:solidFill>
                  <a:srgbClr val="000000"/>
                </a:solidFill>
                <a:effectLst/>
                <a:uLnTx/>
                <a:uFillTx/>
                <a:latin typeface="Arial" panose="020B0604020202020204"/>
                <a:cs typeface="Arial"/>
              </a:rPr>
              <a:t>, </a:t>
            </a:r>
            <a:r>
              <a:rPr kumimoji="0" lang="en-GB" sz="800" b="0" i="0" u="none" strike="noStrike" kern="1200" cap="none" spc="0" normalizeH="0" baseline="0" noProof="0" dirty="0" err="1">
                <a:ln>
                  <a:noFill/>
                </a:ln>
                <a:solidFill>
                  <a:srgbClr val="000000"/>
                </a:solidFill>
                <a:effectLst/>
                <a:uLnTx/>
                <a:uFillTx/>
                <a:latin typeface="Arial" panose="020B0604020202020204"/>
                <a:cs typeface="Arial"/>
              </a:rPr>
              <a:t>consetetur</a:t>
            </a:r>
            <a:r>
              <a:rPr kumimoji="0" lang="en-GB" sz="800" b="0" i="0" u="none" strike="noStrike" kern="1200" cap="none" spc="0" normalizeH="0" baseline="0" noProof="0" dirty="0">
                <a:ln>
                  <a:noFill/>
                </a:ln>
                <a:solidFill>
                  <a:srgbClr val="000000"/>
                </a:solidFill>
                <a:effectLst/>
                <a:uLnTx/>
                <a:uFillTx/>
                <a:latin typeface="Arial" panose="020B0604020202020204"/>
                <a:cs typeface="Arial"/>
              </a:rPr>
              <a:t> </a:t>
            </a:r>
            <a:r>
              <a:rPr kumimoji="0" lang="en-GB" sz="800" b="0" i="0" u="none" strike="noStrike" kern="1200" cap="none" spc="0" normalizeH="0" baseline="0" noProof="0" dirty="0" err="1">
                <a:ln>
                  <a:noFill/>
                </a:ln>
                <a:solidFill>
                  <a:srgbClr val="000000"/>
                </a:solidFill>
                <a:effectLst/>
                <a:uLnTx/>
                <a:uFillTx/>
                <a:latin typeface="Arial" panose="020B0604020202020204"/>
                <a:cs typeface="Arial"/>
              </a:rPr>
              <a:t>sadipscing</a:t>
            </a:r>
            <a:r>
              <a:rPr kumimoji="0" lang="en-GB" sz="800" b="0" i="0" u="none" strike="noStrike" kern="1200" cap="none" spc="0" normalizeH="0" baseline="0" noProof="0" dirty="0">
                <a:ln>
                  <a:noFill/>
                </a:ln>
                <a:solidFill>
                  <a:srgbClr val="000000"/>
                </a:solidFill>
                <a:effectLst/>
                <a:uLnTx/>
                <a:uFillTx/>
                <a:latin typeface="Arial" panose="020B0604020202020204"/>
                <a:cs typeface="Arial"/>
              </a:rPr>
              <a:t> </a:t>
            </a:r>
            <a:r>
              <a:rPr kumimoji="0" lang="en-GB" sz="800" b="0" i="0" u="none" strike="noStrike" kern="1200" cap="none" spc="0" normalizeH="0" baseline="0" noProof="0" dirty="0" err="1">
                <a:ln>
                  <a:noFill/>
                </a:ln>
                <a:solidFill>
                  <a:srgbClr val="000000"/>
                </a:solidFill>
                <a:effectLst/>
                <a:uLnTx/>
                <a:uFillTx/>
                <a:latin typeface="Arial" panose="020B0604020202020204"/>
                <a:cs typeface="Arial"/>
              </a:rPr>
              <a:t>elitr</a:t>
            </a:r>
            <a:r>
              <a:rPr kumimoji="0" lang="en-GB" sz="800" b="0" i="0" u="none" strike="noStrike" kern="1200" cap="none" spc="0" normalizeH="0" baseline="0" noProof="0" dirty="0">
                <a:ln>
                  <a:noFill/>
                </a:ln>
                <a:solidFill>
                  <a:srgbClr val="000000"/>
                </a:solidFill>
                <a:effectLst/>
                <a:uLnTx/>
                <a:uFillTx/>
                <a:latin typeface="Arial" panose="020B0604020202020204"/>
                <a:cs typeface="Arial"/>
              </a:rPr>
              <a:t>, </a:t>
            </a:r>
            <a:r>
              <a:rPr kumimoji="0" lang="en-GB" sz="800" b="0" i="0" u="none" strike="noStrike" kern="1200" cap="none" spc="0" normalizeH="0" baseline="0" noProof="0" dirty="0" err="1">
                <a:ln>
                  <a:noFill/>
                </a:ln>
                <a:solidFill>
                  <a:srgbClr val="000000"/>
                </a:solidFill>
                <a:effectLst/>
                <a:uLnTx/>
                <a:uFillTx/>
                <a:latin typeface="Arial" panose="020B0604020202020204"/>
                <a:cs typeface="Arial"/>
              </a:rPr>
              <a:t>sed</a:t>
            </a:r>
            <a:r>
              <a:rPr kumimoji="0" lang="en-GB" sz="800" b="0" i="0" u="none" strike="noStrike" kern="1200" cap="none" spc="0" normalizeH="0" baseline="0" noProof="0" dirty="0">
                <a:ln>
                  <a:noFill/>
                </a:ln>
                <a:solidFill>
                  <a:srgbClr val="000000"/>
                </a:solidFill>
                <a:effectLst/>
                <a:uLnTx/>
                <a:uFillTx/>
                <a:latin typeface="Arial" panose="020B0604020202020204"/>
                <a:cs typeface="Arial"/>
              </a:rPr>
              <a:t> </a:t>
            </a:r>
            <a:r>
              <a:rPr kumimoji="0" lang="en-GB" sz="800" b="0" i="0" u="none" strike="noStrike" kern="1200" cap="none" spc="0" normalizeH="0" baseline="0" noProof="0" dirty="0" err="1">
                <a:ln>
                  <a:noFill/>
                </a:ln>
                <a:solidFill>
                  <a:srgbClr val="000000"/>
                </a:solidFill>
                <a:effectLst/>
                <a:uLnTx/>
                <a:uFillTx/>
                <a:latin typeface="Arial" panose="020B0604020202020204"/>
                <a:cs typeface="Arial"/>
              </a:rPr>
              <a:t>diam</a:t>
            </a:r>
            <a:r>
              <a:rPr kumimoji="0" lang="en-GB" sz="800" b="0" i="0" u="none" strike="noStrike" kern="1200" cap="none" spc="0" normalizeH="0" baseline="0" noProof="0" dirty="0">
                <a:ln>
                  <a:noFill/>
                </a:ln>
                <a:solidFill>
                  <a:srgbClr val="000000"/>
                </a:solidFill>
                <a:effectLst/>
                <a:uLnTx/>
                <a:uFillTx/>
                <a:latin typeface="Arial" panose="020B0604020202020204"/>
                <a:cs typeface="Arial"/>
              </a:rPr>
              <a:t> </a:t>
            </a:r>
            <a:r>
              <a:rPr kumimoji="0" lang="en-GB" sz="800" b="0" i="0" u="none" strike="noStrike" kern="1200" cap="none" spc="0" normalizeH="0" baseline="0" noProof="0" dirty="0" err="1">
                <a:ln>
                  <a:noFill/>
                </a:ln>
                <a:solidFill>
                  <a:srgbClr val="000000"/>
                </a:solidFill>
                <a:effectLst/>
                <a:uLnTx/>
                <a:uFillTx/>
                <a:latin typeface="Arial" panose="020B0604020202020204"/>
                <a:cs typeface="Arial"/>
              </a:rPr>
              <a:t>nonumy</a:t>
            </a:r>
            <a:r>
              <a:rPr kumimoji="0" lang="en-GB" sz="800" b="0" i="0" u="none" strike="noStrike" kern="1200" cap="none" spc="0" normalizeH="0" baseline="0" noProof="0" dirty="0">
                <a:ln>
                  <a:noFill/>
                </a:ln>
                <a:solidFill>
                  <a:srgbClr val="000000"/>
                </a:solidFill>
                <a:effectLst/>
                <a:uLnTx/>
                <a:uFillTx/>
                <a:latin typeface="Arial" panose="020B0604020202020204"/>
                <a:cs typeface="Arial"/>
              </a:rPr>
              <a:t> </a:t>
            </a:r>
            <a:r>
              <a:rPr kumimoji="0" lang="en-GB" sz="800" b="0" i="0" u="none" strike="noStrike" kern="1200" cap="none" spc="0" normalizeH="0" baseline="0" noProof="0" dirty="0" err="1">
                <a:ln>
                  <a:noFill/>
                </a:ln>
                <a:solidFill>
                  <a:srgbClr val="000000"/>
                </a:solidFill>
                <a:effectLst/>
                <a:uLnTx/>
                <a:uFillTx/>
                <a:latin typeface="Arial" panose="020B0604020202020204"/>
                <a:cs typeface="Arial"/>
              </a:rPr>
              <a:t>eirmod</a:t>
            </a:r>
            <a:r>
              <a:rPr kumimoji="0" lang="en-GB" sz="800" b="0" i="0" u="none" strike="noStrike" kern="1200" cap="none" spc="0" normalizeH="0" baseline="0" noProof="0" dirty="0">
                <a:ln>
                  <a:noFill/>
                </a:ln>
                <a:solidFill>
                  <a:srgbClr val="000000"/>
                </a:solidFill>
                <a:effectLst/>
                <a:uLnTx/>
                <a:uFillTx/>
                <a:latin typeface="Arial" panose="020B0604020202020204"/>
                <a:cs typeface="Arial"/>
              </a:rPr>
              <a:t> </a:t>
            </a:r>
            <a:r>
              <a:rPr kumimoji="0" lang="en-GB" sz="800" b="0" i="0" u="none" strike="noStrike" kern="1200" cap="none" spc="0" normalizeH="0" baseline="0" noProof="0" dirty="0" err="1">
                <a:ln>
                  <a:noFill/>
                </a:ln>
                <a:solidFill>
                  <a:srgbClr val="000000"/>
                </a:solidFill>
                <a:effectLst/>
                <a:uLnTx/>
                <a:uFillTx/>
                <a:latin typeface="Arial" panose="020B0604020202020204"/>
                <a:cs typeface="Arial"/>
              </a:rPr>
              <a:t>tempor</a:t>
            </a:r>
            <a:r>
              <a:rPr kumimoji="0" lang="en-GB" sz="800" b="0" i="0" u="none" strike="noStrike" kern="1200" cap="none" spc="0" normalizeH="0" baseline="0" noProof="0" dirty="0">
                <a:ln>
                  <a:noFill/>
                </a:ln>
                <a:solidFill>
                  <a:srgbClr val="000000"/>
                </a:solidFill>
                <a:effectLst/>
                <a:uLnTx/>
                <a:uFillTx/>
                <a:latin typeface="Arial" panose="020B0604020202020204"/>
                <a:cs typeface="Arial"/>
              </a:rPr>
              <a:t> </a:t>
            </a:r>
            <a:r>
              <a:rPr kumimoji="0" lang="en-GB" sz="800" b="0" i="0" u="none" strike="noStrike" kern="1200" cap="none" spc="0" normalizeH="0" baseline="0" noProof="0" dirty="0" err="1">
                <a:ln>
                  <a:noFill/>
                </a:ln>
                <a:solidFill>
                  <a:srgbClr val="000000"/>
                </a:solidFill>
                <a:effectLst/>
                <a:uLnTx/>
                <a:uFillTx/>
                <a:latin typeface="Arial" panose="020B0604020202020204"/>
                <a:cs typeface="Arial"/>
              </a:rPr>
              <a:t>invidunt</a:t>
            </a:r>
            <a:r>
              <a:rPr kumimoji="0" lang="en-GB" sz="800" b="0" i="0" u="none" strike="noStrike" kern="1200" cap="none" spc="0" normalizeH="0" baseline="0" noProof="0" dirty="0">
                <a:ln>
                  <a:noFill/>
                </a:ln>
                <a:solidFill>
                  <a:srgbClr val="000000"/>
                </a:solidFill>
                <a:effectLst/>
                <a:uLnTx/>
                <a:uFillTx/>
                <a:latin typeface="Arial" panose="020B0604020202020204"/>
                <a:cs typeface="Arial"/>
              </a:rPr>
              <a:t> </a:t>
            </a:r>
            <a:r>
              <a:rPr kumimoji="0" lang="en-GB" sz="800" b="0" i="0" u="none" strike="noStrike" kern="1200" cap="none" spc="0" normalizeH="0" baseline="0" noProof="0" dirty="0" err="1">
                <a:ln>
                  <a:noFill/>
                </a:ln>
                <a:solidFill>
                  <a:srgbClr val="000000"/>
                </a:solidFill>
                <a:effectLst/>
                <a:uLnTx/>
                <a:uFillTx/>
                <a:latin typeface="Arial" panose="020B0604020202020204"/>
                <a:cs typeface="Arial"/>
              </a:rPr>
              <a:t>ut</a:t>
            </a:r>
            <a:r>
              <a:rPr kumimoji="0" lang="en-GB" sz="800" b="0" i="0" u="none" strike="noStrike" kern="1200" cap="none" spc="0" normalizeH="0" baseline="0" noProof="0" dirty="0">
                <a:ln>
                  <a:noFill/>
                </a:ln>
                <a:solidFill>
                  <a:srgbClr val="000000"/>
                </a:solidFill>
                <a:effectLst/>
                <a:uLnTx/>
                <a:uFillTx/>
                <a:latin typeface="Arial" panose="020B0604020202020204"/>
                <a:cs typeface="Arial"/>
              </a:rPr>
              <a:t> labore et dolore magna </a:t>
            </a:r>
            <a:r>
              <a:rPr kumimoji="0" lang="en-GB" sz="800" b="0" i="0" u="none" strike="noStrike" kern="1200" cap="none" spc="0" normalizeH="0" baseline="0" noProof="0" dirty="0" err="1">
                <a:ln>
                  <a:noFill/>
                </a:ln>
                <a:solidFill>
                  <a:srgbClr val="000000"/>
                </a:solidFill>
                <a:effectLst/>
                <a:uLnTx/>
                <a:uFillTx/>
                <a:latin typeface="Arial" panose="020B0604020202020204"/>
                <a:cs typeface="Arial"/>
              </a:rPr>
              <a:t>aliquyam</a:t>
            </a:r>
            <a:r>
              <a:rPr kumimoji="0" lang="en-GB" sz="800" b="0" i="0" u="none" strike="noStrike" kern="1200" cap="none" spc="0" normalizeH="0" baseline="0" noProof="0" dirty="0">
                <a:ln>
                  <a:noFill/>
                </a:ln>
                <a:solidFill>
                  <a:srgbClr val="000000"/>
                </a:solidFill>
                <a:effectLst/>
                <a:uLnTx/>
                <a:uFillTx/>
                <a:latin typeface="Arial" panose="020B0604020202020204"/>
                <a:cs typeface="Arial"/>
              </a:rPr>
              <a:t> </a:t>
            </a:r>
            <a:r>
              <a:rPr kumimoji="0" lang="en-GB" sz="800" b="0" i="0" u="none" strike="noStrike" kern="1200" cap="none" spc="0" normalizeH="0" baseline="0" noProof="0" dirty="0" err="1">
                <a:ln>
                  <a:noFill/>
                </a:ln>
                <a:solidFill>
                  <a:srgbClr val="000000"/>
                </a:solidFill>
                <a:effectLst/>
                <a:uLnTx/>
                <a:uFillTx/>
                <a:latin typeface="Arial" panose="020B0604020202020204"/>
                <a:cs typeface="Arial"/>
              </a:rPr>
              <a:t>erat</a:t>
            </a:r>
            <a:r>
              <a:rPr kumimoji="0" lang="en-GB" sz="800" b="0" i="0" u="none" strike="noStrike" kern="1200" cap="none" spc="0" normalizeH="0" baseline="0" noProof="0" dirty="0">
                <a:ln>
                  <a:noFill/>
                </a:ln>
                <a:solidFill>
                  <a:srgbClr val="000000"/>
                </a:solidFill>
                <a:effectLst/>
                <a:uLnTx/>
                <a:uFillTx/>
                <a:latin typeface="Arial" panose="020B0604020202020204"/>
                <a:cs typeface="Arial"/>
              </a:rPr>
              <a:t>, </a:t>
            </a:r>
            <a:r>
              <a:rPr kumimoji="0" lang="en-GB" sz="800" b="0" i="0" u="none" strike="noStrike" kern="1200" cap="none" spc="0" normalizeH="0" baseline="0" noProof="0" dirty="0" err="1">
                <a:ln>
                  <a:noFill/>
                </a:ln>
                <a:solidFill>
                  <a:srgbClr val="000000"/>
                </a:solidFill>
                <a:effectLst/>
                <a:uLnTx/>
                <a:uFillTx/>
                <a:latin typeface="Arial" panose="020B0604020202020204"/>
                <a:cs typeface="Arial"/>
              </a:rPr>
              <a:t>sed</a:t>
            </a:r>
            <a:r>
              <a:rPr kumimoji="0" lang="en-GB" sz="800" b="0" i="0" u="none" strike="noStrike" kern="1200" cap="none" spc="0" normalizeH="0" baseline="0" noProof="0" dirty="0">
                <a:ln>
                  <a:noFill/>
                </a:ln>
                <a:solidFill>
                  <a:srgbClr val="000000"/>
                </a:solidFill>
                <a:effectLst/>
                <a:uLnTx/>
                <a:uFillTx/>
                <a:latin typeface="Arial" panose="020B0604020202020204"/>
                <a:cs typeface="Arial"/>
              </a:rPr>
              <a:t> </a:t>
            </a:r>
            <a:r>
              <a:rPr kumimoji="0" lang="en-GB" sz="800" b="0" i="0" u="none" strike="noStrike" kern="1200" cap="none" spc="0" normalizeH="0" baseline="0" noProof="0" dirty="0" err="1">
                <a:ln>
                  <a:noFill/>
                </a:ln>
                <a:solidFill>
                  <a:srgbClr val="000000"/>
                </a:solidFill>
                <a:effectLst/>
                <a:uLnTx/>
                <a:uFillTx/>
                <a:latin typeface="Arial" panose="020B0604020202020204"/>
                <a:cs typeface="Arial"/>
              </a:rPr>
              <a:t>diam</a:t>
            </a:r>
            <a:r>
              <a:rPr kumimoji="0" lang="en-GB" sz="800" b="0" i="0" u="none" strike="noStrike" kern="1200" cap="none" spc="0" normalizeH="0" baseline="0" noProof="0" dirty="0">
                <a:ln>
                  <a:noFill/>
                </a:ln>
                <a:solidFill>
                  <a:srgbClr val="000000"/>
                </a:solidFill>
                <a:effectLst/>
                <a:uLnTx/>
                <a:uFillTx/>
                <a:latin typeface="Arial" panose="020B0604020202020204"/>
                <a:cs typeface="Arial"/>
              </a:rPr>
              <a:t> </a:t>
            </a:r>
            <a:r>
              <a:rPr kumimoji="0" lang="en-GB" sz="800" b="0" i="0" u="none" strike="noStrike" kern="1200" cap="none" spc="0" normalizeH="0" baseline="0" noProof="0" dirty="0" err="1">
                <a:ln>
                  <a:noFill/>
                </a:ln>
                <a:solidFill>
                  <a:srgbClr val="000000"/>
                </a:solidFill>
                <a:effectLst/>
                <a:uLnTx/>
                <a:uFillTx/>
                <a:latin typeface="Arial" panose="020B0604020202020204"/>
                <a:cs typeface="Arial"/>
              </a:rPr>
              <a:t>voluptua</a:t>
            </a:r>
            <a:r>
              <a:rPr kumimoji="0" lang="en-GB" sz="800" b="0" i="0" u="none" strike="noStrike" kern="1200" cap="none" spc="0" normalizeH="0" baseline="0" noProof="0" dirty="0">
                <a:ln>
                  <a:noFill/>
                </a:ln>
                <a:solidFill>
                  <a:srgbClr val="000000"/>
                </a:solidFill>
                <a:effectLst/>
                <a:uLnTx/>
                <a:uFillTx/>
                <a:latin typeface="Arial" panose="020B0604020202020204"/>
                <a:cs typeface="Arial"/>
              </a:rPr>
              <a:t>. At </a:t>
            </a:r>
            <a:r>
              <a:rPr kumimoji="0" lang="en-GB" sz="800" b="0" i="0" u="none" strike="noStrike" kern="1200" cap="none" spc="0" normalizeH="0" baseline="0" noProof="0" dirty="0" err="1">
                <a:ln>
                  <a:noFill/>
                </a:ln>
                <a:solidFill>
                  <a:srgbClr val="000000"/>
                </a:solidFill>
                <a:effectLst/>
                <a:uLnTx/>
                <a:uFillTx/>
                <a:latin typeface="Arial" panose="020B0604020202020204"/>
                <a:cs typeface="Arial"/>
              </a:rPr>
              <a:t>vero</a:t>
            </a:r>
            <a:r>
              <a:rPr kumimoji="0" lang="en-GB" sz="800" b="0" i="0" u="none" strike="noStrike" kern="1200" cap="none" spc="0" normalizeH="0" baseline="0" noProof="0" dirty="0">
                <a:ln>
                  <a:noFill/>
                </a:ln>
                <a:solidFill>
                  <a:srgbClr val="000000"/>
                </a:solidFill>
                <a:effectLst/>
                <a:uLnTx/>
                <a:uFillTx/>
                <a:latin typeface="Arial" panose="020B0604020202020204"/>
                <a:cs typeface="Arial"/>
              </a:rPr>
              <a:t> </a:t>
            </a:r>
            <a:r>
              <a:rPr kumimoji="0" lang="en-GB" sz="800" b="0" i="0" u="none" strike="noStrike" kern="1200" cap="none" spc="0" normalizeH="0" baseline="0" noProof="0" dirty="0" err="1">
                <a:ln>
                  <a:noFill/>
                </a:ln>
                <a:solidFill>
                  <a:srgbClr val="000000"/>
                </a:solidFill>
                <a:effectLst/>
                <a:uLnTx/>
                <a:uFillTx/>
                <a:latin typeface="Arial" panose="020B0604020202020204"/>
                <a:cs typeface="Arial"/>
              </a:rPr>
              <a:t>eos</a:t>
            </a:r>
            <a:r>
              <a:rPr kumimoji="0" lang="en-GB" sz="800" b="0" i="0" u="none" strike="noStrike" kern="1200" cap="none" spc="0" normalizeH="0" baseline="0" noProof="0" dirty="0">
                <a:ln>
                  <a:noFill/>
                </a:ln>
                <a:solidFill>
                  <a:srgbClr val="000000"/>
                </a:solidFill>
                <a:effectLst/>
                <a:uLnTx/>
                <a:uFillTx/>
                <a:latin typeface="Arial" panose="020B0604020202020204"/>
                <a:cs typeface="Arial"/>
              </a:rPr>
              <a:t> et </a:t>
            </a:r>
            <a:r>
              <a:rPr kumimoji="0" lang="en-GB" sz="800" b="0" i="0" u="none" strike="noStrike" kern="1200" cap="none" spc="0" normalizeH="0" baseline="0" noProof="0" dirty="0" err="1">
                <a:ln>
                  <a:noFill/>
                </a:ln>
                <a:solidFill>
                  <a:srgbClr val="000000"/>
                </a:solidFill>
                <a:effectLst/>
                <a:uLnTx/>
                <a:uFillTx/>
                <a:latin typeface="Arial" panose="020B0604020202020204"/>
                <a:cs typeface="Arial"/>
              </a:rPr>
              <a:t>accusam</a:t>
            </a:r>
            <a:r>
              <a:rPr kumimoji="0" lang="en-GB" sz="800" b="0" i="0" u="none" strike="noStrike" kern="1200" cap="none" spc="0" normalizeH="0" baseline="0" noProof="0" dirty="0">
                <a:ln>
                  <a:noFill/>
                </a:ln>
                <a:solidFill>
                  <a:srgbClr val="000000"/>
                </a:solidFill>
                <a:effectLst/>
                <a:uLnTx/>
                <a:uFillTx/>
                <a:latin typeface="Arial" panose="020B0604020202020204"/>
                <a:cs typeface="Arial"/>
              </a:rPr>
              <a:t> et </a:t>
            </a:r>
            <a:r>
              <a:rPr kumimoji="0" lang="en-GB" sz="800" b="0" i="0" u="none" strike="noStrike" kern="1200" cap="none" spc="0" normalizeH="0" baseline="0" noProof="0" dirty="0" err="1">
                <a:ln>
                  <a:noFill/>
                </a:ln>
                <a:solidFill>
                  <a:srgbClr val="000000"/>
                </a:solidFill>
                <a:effectLst/>
                <a:uLnTx/>
                <a:uFillTx/>
                <a:latin typeface="Arial" panose="020B0604020202020204"/>
                <a:cs typeface="Arial"/>
              </a:rPr>
              <a:t>justo</a:t>
            </a:r>
            <a:r>
              <a:rPr kumimoji="0" lang="en-GB" sz="800" b="0" i="0" u="none" strike="noStrike" kern="1200" cap="none" spc="0" normalizeH="0" baseline="0" noProof="0" dirty="0">
                <a:ln>
                  <a:noFill/>
                </a:ln>
                <a:solidFill>
                  <a:srgbClr val="000000"/>
                </a:solidFill>
                <a:effectLst/>
                <a:uLnTx/>
                <a:uFillTx/>
                <a:latin typeface="Arial" panose="020B0604020202020204"/>
                <a:cs typeface="Arial"/>
              </a:rPr>
              <a:t> duo </a:t>
            </a:r>
            <a:r>
              <a:rPr kumimoji="0" lang="en-GB" sz="800" b="0" i="0" u="none" strike="noStrike" kern="1200" cap="none" spc="0" normalizeH="0" baseline="0" noProof="0" dirty="0" err="1">
                <a:ln>
                  <a:noFill/>
                </a:ln>
                <a:solidFill>
                  <a:srgbClr val="000000"/>
                </a:solidFill>
                <a:effectLst/>
                <a:uLnTx/>
                <a:uFillTx/>
                <a:latin typeface="Arial" panose="020B0604020202020204"/>
                <a:cs typeface="Arial"/>
              </a:rPr>
              <a:t>dolores</a:t>
            </a:r>
            <a:r>
              <a:rPr kumimoji="0" lang="en-GB" sz="800" b="0" i="0" u="none" strike="noStrike" kern="1200" cap="none" spc="0" normalizeH="0" baseline="0" noProof="0" dirty="0">
                <a:ln>
                  <a:noFill/>
                </a:ln>
                <a:solidFill>
                  <a:srgbClr val="000000"/>
                </a:solidFill>
                <a:effectLst/>
                <a:uLnTx/>
                <a:uFillTx/>
                <a:latin typeface="Arial" panose="020B0604020202020204"/>
                <a:cs typeface="Arial"/>
              </a:rPr>
              <a:t> et </a:t>
            </a:r>
            <a:r>
              <a:rPr kumimoji="0" lang="en-GB" sz="800" b="0" i="0" u="none" strike="noStrike" kern="1200" cap="none" spc="0" normalizeH="0" baseline="0" noProof="0" dirty="0" err="1">
                <a:ln>
                  <a:noFill/>
                </a:ln>
                <a:solidFill>
                  <a:srgbClr val="000000"/>
                </a:solidFill>
                <a:effectLst/>
                <a:uLnTx/>
                <a:uFillTx/>
                <a:latin typeface="Arial" panose="020B0604020202020204"/>
                <a:cs typeface="Arial"/>
              </a:rPr>
              <a:t>ea</a:t>
            </a:r>
            <a:r>
              <a:rPr kumimoji="0" lang="en-GB" sz="800" b="0" i="0" u="none" strike="noStrike" kern="1200" cap="none" spc="0" normalizeH="0" baseline="0" noProof="0" dirty="0">
                <a:ln>
                  <a:noFill/>
                </a:ln>
                <a:solidFill>
                  <a:srgbClr val="000000"/>
                </a:solidFill>
                <a:effectLst/>
                <a:uLnTx/>
                <a:uFillTx/>
                <a:latin typeface="Arial" panose="020B0604020202020204"/>
                <a:cs typeface="Arial"/>
              </a:rPr>
              <a:t> </a:t>
            </a:r>
            <a:r>
              <a:rPr kumimoji="0" lang="en-GB" sz="800" b="0" i="0" u="none" strike="noStrike" kern="1200" cap="none" spc="0" normalizeH="0" baseline="0" noProof="0" dirty="0" err="1">
                <a:ln>
                  <a:noFill/>
                </a:ln>
                <a:solidFill>
                  <a:srgbClr val="000000"/>
                </a:solidFill>
                <a:effectLst/>
                <a:uLnTx/>
                <a:uFillTx/>
                <a:latin typeface="Arial" panose="020B0604020202020204"/>
                <a:cs typeface="Arial"/>
              </a:rPr>
              <a:t>rebum</a:t>
            </a:r>
            <a:r>
              <a:rPr kumimoji="0" lang="en-GB" sz="800" b="0" i="0" u="none" strike="noStrike" kern="1200" cap="none" spc="0" normalizeH="0" baseline="0" noProof="0" dirty="0">
                <a:ln>
                  <a:noFill/>
                </a:ln>
                <a:solidFill>
                  <a:srgbClr val="000000"/>
                </a:solidFill>
                <a:effectLst/>
                <a:uLnTx/>
                <a:uFillTx/>
                <a:latin typeface="Arial" panose="020B0604020202020204"/>
                <a:cs typeface="Arial"/>
              </a:rPr>
              <a:t>.</a:t>
            </a:r>
          </a:p>
        </p:txBody>
      </p:sp>
      <p:graphicFrame>
        <p:nvGraphicFramePr>
          <p:cNvPr id="12" name="Tabelle 11">
            <a:extLst>
              <a:ext uri="{FF2B5EF4-FFF2-40B4-BE49-F238E27FC236}">
                <a16:creationId xmlns:a16="http://schemas.microsoft.com/office/drawing/2014/main" id="{DAA6A95B-CB3C-D1C6-8D56-D7495F3C5A20}"/>
              </a:ext>
            </a:extLst>
          </p:cNvPr>
          <p:cNvGraphicFramePr>
            <a:graphicFrameLocks noGrp="1"/>
          </p:cNvGraphicFramePr>
          <p:nvPr/>
        </p:nvGraphicFramePr>
        <p:xfrm>
          <a:off x="519524" y="2552246"/>
          <a:ext cx="4968000" cy="1080000"/>
        </p:xfrm>
        <a:graphic>
          <a:graphicData uri="http://schemas.openxmlformats.org/drawingml/2006/table">
            <a:tbl>
              <a:tblPr firstRow="1" bandRow="1">
                <a:tableStyleId>{5C22544A-7EE6-4342-B048-85BDC9FD1C3A}</a:tableStyleId>
              </a:tblPr>
              <a:tblGrid>
                <a:gridCol w="1368000">
                  <a:extLst>
                    <a:ext uri="{9D8B030D-6E8A-4147-A177-3AD203B41FA5}">
                      <a16:colId xmlns:a16="http://schemas.microsoft.com/office/drawing/2014/main" val="1828512030"/>
                    </a:ext>
                  </a:extLst>
                </a:gridCol>
                <a:gridCol w="900000">
                  <a:extLst>
                    <a:ext uri="{9D8B030D-6E8A-4147-A177-3AD203B41FA5}">
                      <a16:colId xmlns:a16="http://schemas.microsoft.com/office/drawing/2014/main" val="3775910725"/>
                    </a:ext>
                  </a:extLst>
                </a:gridCol>
                <a:gridCol w="900000">
                  <a:extLst>
                    <a:ext uri="{9D8B030D-6E8A-4147-A177-3AD203B41FA5}">
                      <a16:colId xmlns:a16="http://schemas.microsoft.com/office/drawing/2014/main" val="3562086092"/>
                    </a:ext>
                  </a:extLst>
                </a:gridCol>
                <a:gridCol w="900000">
                  <a:extLst>
                    <a:ext uri="{9D8B030D-6E8A-4147-A177-3AD203B41FA5}">
                      <a16:colId xmlns:a16="http://schemas.microsoft.com/office/drawing/2014/main" val="3704797128"/>
                    </a:ext>
                  </a:extLst>
                </a:gridCol>
                <a:gridCol w="900000">
                  <a:extLst>
                    <a:ext uri="{9D8B030D-6E8A-4147-A177-3AD203B41FA5}">
                      <a16:colId xmlns:a16="http://schemas.microsoft.com/office/drawing/2014/main" val="2283567199"/>
                    </a:ext>
                  </a:extLst>
                </a:gridCol>
              </a:tblGrid>
              <a:tr h="360000">
                <a:tc>
                  <a:txBody>
                    <a:bodyPr/>
                    <a:lstStyle/>
                    <a:p>
                      <a:r>
                        <a:rPr lang="en-GB" sz="1400" noProof="0">
                          <a:solidFill>
                            <a:schemeClr val="tx1"/>
                          </a:solidFill>
                        </a:rPr>
                        <a:t>Lorem Ipsum</a:t>
                      </a:r>
                    </a:p>
                  </a:txBody>
                  <a:tcPr marL="72000" marR="72000" marT="72000" marB="72000" anchor="ctr">
                    <a:solidFill>
                      <a:schemeClr val="bg1"/>
                    </a:solidFill>
                  </a:tcPr>
                </a:tc>
                <a:tc>
                  <a:txBody>
                    <a:bodyPr/>
                    <a:lstStyle/>
                    <a:p>
                      <a:r>
                        <a:rPr lang="en-GB" sz="1400" noProof="0">
                          <a:solidFill>
                            <a:schemeClr val="tx1"/>
                          </a:solidFill>
                        </a:rPr>
                        <a:t>Lorem </a:t>
                      </a:r>
                    </a:p>
                  </a:txBody>
                  <a:tcPr marL="72000" marR="72000" marT="72000" marB="72000" anchor="ctr">
                    <a:solidFill>
                      <a:schemeClr val="bg1"/>
                    </a:solidFill>
                  </a:tcPr>
                </a:tc>
                <a:tc>
                  <a:txBody>
                    <a:bodyPr/>
                    <a:lstStyle/>
                    <a:p>
                      <a:r>
                        <a:rPr lang="en-GB" sz="1400" noProof="0">
                          <a:solidFill>
                            <a:schemeClr val="tx1"/>
                          </a:solidFill>
                        </a:rPr>
                        <a:t>Ipsum </a:t>
                      </a:r>
                    </a:p>
                  </a:txBody>
                  <a:tcPr marL="72000" marR="72000" marT="72000" marB="72000" anchor="ctr">
                    <a:solidFill>
                      <a:schemeClr val="bg1"/>
                    </a:solidFill>
                  </a:tcPr>
                </a:tc>
                <a:tc>
                  <a:txBody>
                    <a:bodyPr/>
                    <a:lstStyle/>
                    <a:p>
                      <a:r>
                        <a:rPr lang="en-GB" sz="1400" noProof="0" err="1">
                          <a:solidFill>
                            <a:schemeClr val="tx1"/>
                          </a:solidFill>
                        </a:rPr>
                        <a:t>Dolor</a:t>
                      </a:r>
                      <a:r>
                        <a:rPr lang="en-GB" sz="1400" noProof="0">
                          <a:solidFill>
                            <a:schemeClr val="tx1"/>
                          </a:solidFill>
                        </a:rPr>
                        <a:t> sit </a:t>
                      </a:r>
                    </a:p>
                  </a:txBody>
                  <a:tcPr marL="72000" marR="72000" marT="72000" marB="72000" anchor="ctr">
                    <a:solidFill>
                      <a:schemeClr val="bg1"/>
                    </a:solidFill>
                  </a:tcPr>
                </a:tc>
                <a:tc>
                  <a:txBody>
                    <a:bodyPr/>
                    <a:lstStyle/>
                    <a:p>
                      <a:r>
                        <a:rPr lang="en-GB" sz="1400" noProof="0" err="1">
                          <a:solidFill>
                            <a:schemeClr val="tx1"/>
                          </a:solidFill>
                        </a:rPr>
                        <a:t>Amet</a:t>
                      </a:r>
                      <a:endParaRPr lang="en-GB" sz="1400" noProof="0">
                        <a:solidFill>
                          <a:schemeClr val="tx1"/>
                        </a:solidFill>
                      </a:endParaRPr>
                    </a:p>
                  </a:txBody>
                  <a:tcPr marL="72000" marR="72000" marT="72000" marB="72000" anchor="ctr">
                    <a:solidFill>
                      <a:schemeClr val="bg1"/>
                    </a:solidFill>
                  </a:tcPr>
                </a:tc>
                <a:extLst>
                  <a:ext uri="{0D108BD9-81ED-4DB2-BD59-A6C34878D82A}">
                    <a16:rowId xmlns:a16="http://schemas.microsoft.com/office/drawing/2014/main" val="91874804"/>
                  </a:ext>
                </a:extLst>
              </a:tr>
              <a:tr h="360000">
                <a:tc>
                  <a:txBody>
                    <a:bodyPr/>
                    <a:lstStyle/>
                    <a:p>
                      <a:r>
                        <a:rPr lang="en-GB" sz="1400" noProof="0">
                          <a:solidFill>
                            <a:schemeClr val="tx1"/>
                          </a:solidFill>
                          <a:latin typeface="+mj-lt"/>
                        </a:rPr>
                        <a:t>Lorem Ipsum</a:t>
                      </a:r>
                      <a:r>
                        <a:rPr lang="en-GB" sz="1400" baseline="30000" noProof="0">
                          <a:solidFill>
                            <a:schemeClr val="tx1"/>
                          </a:solidFill>
                          <a:latin typeface="+mj-lt"/>
                        </a:rPr>
                        <a:t>1</a:t>
                      </a:r>
                    </a:p>
                  </a:txBody>
                  <a:tcPr marL="72000" marR="72000" marT="72000" marB="72000" anchor="ctr">
                    <a:solidFill>
                      <a:schemeClr val="bg1"/>
                    </a:solidFill>
                  </a:tcPr>
                </a:tc>
                <a:tc>
                  <a:txBody>
                    <a:bodyPr/>
                    <a:lstStyle/>
                    <a:p>
                      <a:r>
                        <a:rPr lang="en-GB" sz="1400" noProof="0">
                          <a:solidFill>
                            <a:srgbClr val="65AC1E"/>
                          </a:solidFill>
                          <a:latin typeface="+mj-lt"/>
                          <a:cs typeface="Arial" panose="020B0604020202020204" pitchFamily="34" charset="0"/>
                        </a:rPr>
                        <a:t>▲</a:t>
                      </a:r>
                      <a:r>
                        <a:rPr lang="en-GB" sz="1400" noProof="0">
                          <a:solidFill>
                            <a:schemeClr val="tx1"/>
                          </a:solidFill>
                          <a:latin typeface="+mj-lt"/>
                          <a:cs typeface="Arial" panose="020B0604020202020204" pitchFamily="34" charset="0"/>
                        </a:rPr>
                        <a:t> 5.5 %</a:t>
                      </a:r>
                      <a:endParaRPr lang="en-GB" sz="1400" noProof="0">
                        <a:solidFill>
                          <a:schemeClr val="tx1"/>
                        </a:solidFill>
                        <a:latin typeface="+mj-lt"/>
                      </a:endParaRPr>
                    </a:p>
                  </a:txBody>
                  <a:tcPr marL="72000" marR="72000" marT="72000" marB="72000" anchor="ctr">
                    <a:solidFill>
                      <a:schemeClr val="bg1"/>
                    </a:solidFill>
                  </a:tcPr>
                </a:tc>
                <a:tc>
                  <a:txBody>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n-GB" sz="1400" kern="1200" noProof="0">
                          <a:solidFill>
                            <a:srgbClr val="65AC1E"/>
                          </a:solidFill>
                          <a:latin typeface="+mn-lt"/>
                          <a:ea typeface="+mn-ea"/>
                          <a:cs typeface="Arial" panose="020B0604020202020204" pitchFamily="34" charset="0"/>
                        </a:rPr>
                        <a:t>▲</a:t>
                      </a:r>
                      <a:r>
                        <a:rPr lang="en-GB" sz="1400" noProof="0">
                          <a:solidFill>
                            <a:schemeClr val="tx1"/>
                          </a:solidFill>
                          <a:latin typeface="+mj-lt"/>
                          <a:cs typeface="Arial" panose="020B0604020202020204" pitchFamily="34" charset="0"/>
                        </a:rPr>
                        <a:t> 6.6 %</a:t>
                      </a:r>
                      <a:endParaRPr lang="en-GB" sz="1400" noProof="0">
                        <a:solidFill>
                          <a:schemeClr val="tx1"/>
                        </a:solidFill>
                        <a:latin typeface="+mj-lt"/>
                      </a:endParaRPr>
                    </a:p>
                  </a:txBody>
                  <a:tcPr marL="72000" marR="72000" marT="72000" marB="72000" anchor="ctr">
                    <a:solidFill>
                      <a:schemeClr val="bg1"/>
                    </a:solidFill>
                  </a:tcPr>
                </a:tc>
                <a:tc>
                  <a:txBody>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n-GB" sz="1400" noProof="0">
                          <a:solidFill>
                            <a:srgbClr val="C50022"/>
                          </a:solidFill>
                          <a:latin typeface="Arial" panose="020B0604020202020204" pitchFamily="34" charset="0"/>
                          <a:cs typeface="Arial" panose="020B0604020202020204" pitchFamily="34" charset="0"/>
                        </a:rPr>
                        <a:t>▼</a:t>
                      </a:r>
                      <a:r>
                        <a:rPr lang="en-GB" sz="1400" noProof="0">
                          <a:solidFill>
                            <a:schemeClr val="tx1"/>
                          </a:solidFill>
                          <a:latin typeface="+mj-lt"/>
                          <a:cs typeface="Arial" panose="020B0604020202020204" pitchFamily="34" charset="0"/>
                        </a:rPr>
                        <a:t> -7.7 %</a:t>
                      </a:r>
                      <a:endParaRPr lang="en-GB" sz="1400" noProof="0">
                        <a:solidFill>
                          <a:schemeClr val="tx1"/>
                        </a:solidFill>
                        <a:latin typeface="+mj-lt"/>
                      </a:endParaRPr>
                    </a:p>
                  </a:txBody>
                  <a:tcPr marL="72000" marR="72000" marT="72000" marB="72000" anchor="ctr">
                    <a:solidFill>
                      <a:schemeClr val="bg1"/>
                    </a:solidFill>
                  </a:tcPr>
                </a:tc>
                <a:tc>
                  <a:txBody>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n-GB" sz="1400" noProof="0">
                          <a:solidFill>
                            <a:srgbClr val="C50022"/>
                          </a:solidFill>
                          <a:latin typeface="Arial" panose="020B0604020202020204" pitchFamily="34" charset="0"/>
                          <a:cs typeface="Arial" panose="020B0604020202020204" pitchFamily="34" charset="0"/>
                        </a:rPr>
                        <a:t>▼</a:t>
                      </a:r>
                      <a:r>
                        <a:rPr lang="en-GB" sz="1400" noProof="0">
                          <a:solidFill>
                            <a:schemeClr val="tx1"/>
                          </a:solidFill>
                          <a:latin typeface="+mj-lt"/>
                          <a:cs typeface="Arial" panose="020B0604020202020204" pitchFamily="34" charset="0"/>
                        </a:rPr>
                        <a:t> -7.7 %</a:t>
                      </a:r>
                      <a:endParaRPr lang="en-GB" sz="1400" noProof="0">
                        <a:solidFill>
                          <a:schemeClr val="tx1"/>
                        </a:solidFill>
                        <a:latin typeface="+mj-lt"/>
                      </a:endParaRPr>
                    </a:p>
                  </a:txBody>
                  <a:tcPr marL="72000" marR="72000" marT="72000" marB="72000" anchor="ctr">
                    <a:solidFill>
                      <a:schemeClr val="bg1"/>
                    </a:solidFill>
                  </a:tcPr>
                </a:tc>
                <a:extLst>
                  <a:ext uri="{0D108BD9-81ED-4DB2-BD59-A6C34878D82A}">
                    <a16:rowId xmlns:a16="http://schemas.microsoft.com/office/drawing/2014/main" val="615572374"/>
                  </a:ext>
                </a:extLst>
              </a:tr>
              <a:tr h="360000">
                <a:tc>
                  <a:txBody>
                    <a:bodyPr/>
                    <a:lstStyle/>
                    <a:p>
                      <a:r>
                        <a:rPr lang="en-GB" sz="1400" kern="1200" noProof="0">
                          <a:solidFill>
                            <a:schemeClr val="tx1"/>
                          </a:solidFill>
                          <a:latin typeface="+mn-lt"/>
                          <a:ea typeface="+mn-ea"/>
                          <a:cs typeface="+mn-cs"/>
                        </a:rPr>
                        <a:t>Lorem Ipsum</a:t>
                      </a:r>
                      <a:r>
                        <a:rPr lang="en-GB" sz="1400" kern="1200" baseline="30000" noProof="0">
                          <a:solidFill>
                            <a:schemeClr val="tx1"/>
                          </a:solidFill>
                          <a:latin typeface="+mn-lt"/>
                          <a:ea typeface="+mn-ea"/>
                          <a:cs typeface="+mn-cs"/>
                        </a:rPr>
                        <a:t>1</a:t>
                      </a:r>
                    </a:p>
                  </a:txBody>
                  <a:tcPr marL="72000" marR="72000" marT="72000" marB="72000">
                    <a:solidFill>
                      <a:schemeClr val="bg1"/>
                    </a:solidFill>
                  </a:tcPr>
                </a:tc>
                <a:tc>
                  <a:txBody>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n-GB" sz="1400" noProof="0">
                          <a:solidFill>
                            <a:srgbClr val="C50022"/>
                          </a:solidFill>
                          <a:latin typeface="Arial" panose="020B0604020202020204" pitchFamily="34" charset="0"/>
                          <a:cs typeface="Arial" panose="020B0604020202020204" pitchFamily="34" charset="0"/>
                        </a:rPr>
                        <a:t>▼</a:t>
                      </a:r>
                      <a:r>
                        <a:rPr lang="en-GB" sz="1400" noProof="0">
                          <a:solidFill>
                            <a:schemeClr val="tx1"/>
                          </a:solidFill>
                          <a:latin typeface="Arial" panose="020B0604020202020204" pitchFamily="34" charset="0"/>
                          <a:cs typeface="Arial" panose="020B0604020202020204" pitchFamily="34" charset="0"/>
                        </a:rPr>
                        <a:t> -5.5 %</a:t>
                      </a:r>
                      <a:endParaRPr lang="en-GB" sz="1400" noProof="0">
                        <a:solidFill>
                          <a:schemeClr val="tx1"/>
                        </a:solidFill>
                      </a:endParaRPr>
                    </a:p>
                  </a:txBody>
                  <a:tcPr marL="72000" marR="72000" marT="72000" marB="72000">
                    <a:solidFill>
                      <a:schemeClr val="bg1"/>
                    </a:solidFill>
                  </a:tcPr>
                </a:tc>
                <a:tc>
                  <a:txBody>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n-GB" sz="1400" noProof="0">
                          <a:solidFill>
                            <a:srgbClr val="C50022"/>
                          </a:solidFill>
                          <a:latin typeface="Arial" panose="020B0604020202020204" pitchFamily="34" charset="0"/>
                          <a:cs typeface="Arial" panose="020B0604020202020204" pitchFamily="34" charset="0"/>
                        </a:rPr>
                        <a:t>▼</a:t>
                      </a:r>
                      <a:r>
                        <a:rPr lang="en-GB" sz="1400" noProof="0">
                          <a:solidFill>
                            <a:schemeClr val="tx1"/>
                          </a:solidFill>
                          <a:latin typeface="Arial" panose="020B0604020202020204" pitchFamily="34" charset="0"/>
                          <a:cs typeface="Arial" panose="020B0604020202020204" pitchFamily="34" charset="0"/>
                        </a:rPr>
                        <a:t> -6.6 %</a:t>
                      </a:r>
                      <a:endParaRPr lang="en-GB" sz="1400" noProof="0">
                        <a:solidFill>
                          <a:schemeClr val="tx1"/>
                        </a:solidFill>
                      </a:endParaRPr>
                    </a:p>
                  </a:txBody>
                  <a:tcPr marL="72000" marR="72000" marT="72000" marB="72000">
                    <a:solidFill>
                      <a:schemeClr val="bg1"/>
                    </a:solidFill>
                  </a:tcPr>
                </a:tc>
                <a:tc>
                  <a:txBody>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n-GB" sz="1400" noProof="0">
                          <a:solidFill>
                            <a:srgbClr val="C50022"/>
                          </a:solidFill>
                          <a:latin typeface="Arial" panose="020B0604020202020204" pitchFamily="34" charset="0"/>
                          <a:cs typeface="Arial" panose="020B0604020202020204" pitchFamily="34" charset="0"/>
                        </a:rPr>
                        <a:t>▼</a:t>
                      </a:r>
                      <a:r>
                        <a:rPr lang="en-GB" sz="1400" noProof="0">
                          <a:solidFill>
                            <a:schemeClr val="tx1"/>
                          </a:solidFill>
                          <a:latin typeface="Arial" panose="020B0604020202020204" pitchFamily="34" charset="0"/>
                          <a:cs typeface="Arial" panose="020B0604020202020204" pitchFamily="34" charset="0"/>
                        </a:rPr>
                        <a:t> -7.7 %</a:t>
                      </a:r>
                      <a:endParaRPr lang="en-GB" sz="1400" noProof="0">
                        <a:solidFill>
                          <a:schemeClr val="tx1"/>
                        </a:solidFill>
                      </a:endParaRPr>
                    </a:p>
                  </a:txBody>
                  <a:tcPr marL="72000" marR="72000" marT="72000" marB="72000">
                    <a:solidFill>
                      <a:schemeClr val="bg1"/>
                    </a:solidFill>
                  </a:tcPr>
                </a:tc>
                <a:tc>
                  <a:txBody>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n-GB" sz="1400" noProof="0">
                          <a:solidFill>
                            <a:srgbClr val="C50022"/>
                          </a:solidFill>
                          <a:latin typeface="Arial" panose="020B0604020202020204" pitchFamily="34" charset="0"/>
                          <a:cs typeface="Arial" panose="020B0604020202020204" pitchFamily="34" charset="0"/>
                        </a:rPr>
                        <a:t>▼</a:t>
                      </a:r>
                      <a:r>
                        <a:rPr lang="en-GB" sz="1400" noProof="0">
                          <a:solidFill>
                            <a:schemeClr val="tx1"/>
                          </a:solidFill>
                          <a:latin typeface="Arial" panose="020B0604020202020204" pitchFamily="34" charset="0"/>
                          <a:cs typeface="Arial" panose="020B0604020202020204" pitchFamily="34" charset="0"/>
                        </a:rPr>
                        <a:t> -7.7 %</a:t>
                      </a:r>
                      <a:endParaRPr lang="en-GB" sz="1400" noProof="0">
                        <a:solidFill>
                          <a:schemeClr val="tx1"/>
                        </a:solidFill>
                      </a:endParaRPr>
                    </a:p>
                  </a:txBody>
                  <a:tcPr marL="72000" marR="72000" marT="72000" marB="72000">
                    <a:solidFill>
                      <a:schemeClr val="bg1"/>
                    </a:solidFill>
                  </a:tcPr>
                </a:tc>
                <a:extLst>
                  <a:ext uri="{0D108BD9-81ED-4DB2-BD59-A6C34878D82A}">
                    <a16:rowId xmlns:a16="http://schemas.microsoft.com/office/drawing/2014/main" val="3837032006"/>
                  </a:ext>
                </a:extLst>
              </a:tr>
            </a:tbl>
          </a:graphicData>
        </a:graphic>
      </p:graphicFrame>
      <p:sp>
        <p:nvSpPr>
          <p:cNvPr id="13" name="Textfeld 12">
            <a:extLst>
              <a:ext uri="{FF2B5EF4-FFF2-40B4-BE49-F238E27FC236}">
                <a16:creationId xmlns:a16="http://schemas.microsoft.com/office/drawing/2014/main" id="{A5472787-BD1D-F0C5-AB71-A5A0DE883FEC}"/>
              </a:ext>
            </a:extLst>
          </p:cNvPr>
          <p:cNvSpPr txBox="1"/>
          <p:nvPr/>
        </p:nvSpPr>
        <p:spPr>
          <a:xfrm>
            <a:off x="521589" y="1983174"/>
            <a:ext cx="4965936"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00000"/>
                </a:solidFill>
                <a:effectLst/>
                <a:uLnTx/>
                <a:uFillTx/>
                <a:latin typeface="Arial" panose="020B0604020202020204"/>
                <a:cs typeface="Arial"/>
              </a:rPr>
              <a:t>Lorem Ipsum </a:t>
            </a:r>
            <a:r>
              <a:rPr kumimoji="0" lang="en-GB" sz="1600" b="1" i="0" u="none" strike="noStrike" kern="1200" cap="none" spc="0" normalizeH="0" baseline="0" noProof="0" err="1">
                <a:ln>
                  <a:noFill/>
                </a:ln>
                <a:solidFill>
                  <a:srgbClr val="000000"/>
                </a:solidFill>
                <a:effectLst/>
                <a:uLnTx/>
                <a:uFillTx/>
                <a:latin typeface="Arial" panose="020B0604020202020204"/>
                <a:cs typeface="Arial"/>
              </a:rPr>
              <a:t>dolor</a:t>
            </a:r>
            <a:r>
              <a:rPr kumimoji="0" lang="en-GB" sz="1600" b="1" i="0" u="none" strike="noStrike" kern="1200" cap="none" spc="0" normalizeH="0" baseline="0" noProof="0">
                <a:ln>
                  <a:noFill/>
                </a:ln>
                <a:solidFill>
                  <a:srgbClr val="000000"/>
                </a:solidFill>
                <a:effectLst/>
                <a:uLnTx/>
                <a:uFillTx/>
                <a:latin typeface="Arial" panose="020B0604020202020204"/>
                <a:cs typeface="Arial"/>
              </a:rPr>
              <a:t> sit </a:t>
            </a:r>
            <a:r>
              <a:rPr kumimoji="0" lang="en-GB" sz="1600" b="1" i="0" u="none" strike="noStrike" kern="1200" cap="none" spc="0" normalizeH="0" baseline="0" noProof="0" err="1">
                <a:ln>
                  <a:noFill/>
                </a:ln>
                <a:solidFill>
                  <a:srgbClr val="000000"/>
                </a:solidFill>
                <a:effectLst/>
                <a:uLnTx/>
                <a:uFillTx/>
                <a:latin typeface="Arial" panose="020B0604020202020204"/>
                <a:cs typeface="Arial"/>
              </a:rPr>
              <a:t>amet</a:t>
            </a:r>
            <a:r>
              <a:rPr kumimoji="0" lang="en-GB" sz="1600" b="1" i="0" u="none" strike="noStrike" kern="1200" cap="none" spc="0" normalizeH="0" baseline="0" noProof="0">
                <a:ln>
                  <a:noFill/>
                </a:ln>
                <a:solidFill>
                  <a:srgbClr val="000000"/>
                </a:solidFill>
                <a:effectLst/>
                <a:uLnTx/>
                <a:uFillTx/>
                <a:latin typeface="Arial" panose="020B0604020202020204"/>
                <a:cs typeface="Arial"/>
              </a:rPr>
              <a:t> </a:t>
            </a:r>
            <a:r>
              <a:rPr kumimoji="0" lang="en-GB" sz="1600" b="0" i="0" u="none" strike="noStrike" kern="1200" cap="none" spc="0" normalizeH="0" baseline="0" noProof="0">
                <a:ln>
                  <a:noFill/>
                </a:ln>
                <a:solidFill>
                  <a:srgbClr val="000000"/>
                </a:solidFill>
                <a:effectLst/>
                <a:uLnTx/>
                <a:uFillTx/>
                <a:latin typeface="Arial" panose="020B0604020202020204"/>
                <a:cs typeface="Arial"/>
              </a:rPr>
              <a:t>(million €) </a:t>
            </a:r>
          </a:p>
        </p:txBody>
      </p:sp>
      <p:sp>
        <p:nvSpPr>
          <p:cNvPr id="14" name="Textfeld 13">
            <a:extLst>
              <a:ext uri="{FF2B5EF4-FFF2-40B4-BE49-F238E27FC236}">
                <a16:creationId xmlns:a16="http://schemas.microsoft.com/office/drawing/2014/main" id="{8089FE08-815B-2398-380E-312465284EC4}"/>
              </a:ext>
            </a:extLst>
          </p:cNvPr>
          <p:cNvSpPr txBox="1"/>
          <p:nvPr/>
        </p:nvSpPr>
        <p:spPr>
          <a:xfrm>
            <a:off x="521587" y="3944288"/>
            <a:ext cx="4965937" cy="246221"/>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1600" b="1" i="0" u="none" strike="noStrike" kern="1200" cap="none" spc="0" normalizeH="0" baseline="0" noProof="0">
                <a:ln>
                  <a:noFill/>
                </a:ln>
                <a:solidFill>
                  <a:srgbClr val="000000"/>
                </a:solidFill>
                <a:effectLst/>
                <a:uLnTx/>
                <a:uFillTx/>
                <a:latin typeface="Arial" panose="020B0604020202020204"/>
                <a:cs typeface="Arial"/>
              </a:rPr>
              <a:t>Lorem Ipsum </a:t>
            </a:r>
            <a:r>
              <a:rPr kumimoji="0" lang="en-GB" sz="1600" b="1" i="0" u="none" strike="noStrike" kern="1200" cap="none" spc="0" normalizeH="0" baseline="0" noProof="0" err="1">
                <a:ln>
                  <a:noFill/>
                </a:ln>
                <a:solidFill>
                  <a:srgbClr val="000000"/>
                </a:solidFill>
                <a:effectLst/>
                <a:uLnTx/>
                <a:uFillTx/>
                <a:latin typeface="Arial" panose="020B0604020202020204"/>
                <a:cs typeface="Arial"/>
              </a:rPr>
              <a:t>dolor</a:t>
            </a:r>
            <a:r>
              <a:rPr kumimoji="0" lang="en-GB" sz="1600" b="1" i="0" u="none" strike="noStrike" kern="1200" cap="none" spc="0" normalizeH="0" baseline="0" noProof="0">
                <a:ln>
                  <a:noFill/>
                </a:ln>
                <a:solidFill>
                  <a:srgbClr val="000000"/>
                </a:solidFill>
                <a:effectLst/>
                <a:uLnTx/>
                <a:uFillTx/>
                <a:latin typeface="Arial" panose="020B0604020202020204"/>
                <a:cs typeface="Arial"/>
              </a:rPr>
              <a:t> sit </a:t>
            </a:r>
            <a:r>
              <a:rPr kumimoji="0" lang="en-GB" sz="1600" b="1" i="0" u="none" strike="noStrike" kern="1200" cap="none" spc="0" normalizeH="0" baseline="0" noProof="0" err="1">
                <a:ln>
                  <a:noFill/>
                </a:ln>
                <a:solidFill>
                  <a:srgbClr val="000000"/>
                </a:solidFill>
                <a:effectLst/>
                <a:uLnTx/>
                <a:uFillTx/>
                <a:latin typeface="Arial" panose="020B0604020202020204"/>
                <a:cs typeface="Arial"/>
              </a:rPr>
              <a:t>amet</a:t>
            </a:r>
            <a:r>
              <a:rPr kumimoji="0" lang="en-GB" sz="1600" b="1" i="0" u="none" strike="noStrike" kern="1200" cap="none" spc="0" normalizeH="0" baseline="0" noProof="0">
                <a:ln>
                  <a:noFill/>
                </a:ln>
                <a:solidFill>
                  <a:srgbClr val="000000"/>
                </a:solidFill>
                <a:effectLst/>
                <a:uLnTx/>
                <a:uFillTx/>
                <a:latin typeface="Arial" panose="020B0604020202020204"/>
                <a:cs typeface="Arial"/>
              </a:rPr>
              <a:t> </a:t>
            </a:r>
            <a:r>
              <a:rPr kumimoji="0" lang="en-GB" sz="1600" b="0" i="0" u="none" strike="noStrike" kern="1200" cap="none" spc="0" normalizeH="0" baseline="0" noProof="0">
                <a:ln>
                  <a:noFill/>
                </a:ln>
                <a:solidFill>
                  <a:srgbClr val="000000"/>
                </a:solidFill>
                <a:effectLst/>
                <a:uLnTx/>
                <a:uFillTx/>
                <a:latin typeface="Arial" panose="020B0604020202020204"/>
                <a:cs typeface="Arial"/>
              </a:rPr>
              <a:t>(million €) </a:t>
            </a:r>
          </a:p>
        </p:txBody>
      </p:sp>
      <p:graphicFrame>
        <p:nvGraphicFramePr>
          <p:cNvPr id="15" name="Diagramm 14">
            <a:extLst>
              <a:ext uri="{FF2B5EF4-FFF2-40B4-BE49-F238E27FC236}">
                <a16:creationId xmlns:a16="http://schemas.microsoft.com/office/drawing/2014/main" id="{1C498AC7-1703-0EC0-657A-079EB0F805B1}"/>
              </a:ext>
            </a:extLst>
          </p:cNvPr>
          <p:cNvGraphicFramePr/>
          <p:nvPr/>
        </p:nvGraphicFramePr>
        <p:xfrm>
          <a:off x="514349" y="4415543"/>
          <a:ext cx="4975238" cy="1983376"/>
        </p:xfrm>
        <a:graphic>
          <a:graphicData uri="http://schemas.openxmlformats.org/drawingml/2006/chart">
            <c:chart xmlns:c="http://schemas.openxmlformats.org/drawingml/2006/chart" xmlns:r="http://schemas.openxmlformats.org/officeDocument/2006/relationships" r:id="rId3"/>
          </a:graphicData>
        </a:graphic>
      </p:graphicFrame>
      <p:sp>
        <p:nvSpPr>
          <p:cNvPr id="2" name="Inhaltsplatzhalter 13">
            <a:extLst>
              <a:ext uri="{FF2B5EF4-FFF2-40B4-BE49-F238E27FC236}">
                <a16:creationId xmlns:a16="http://schemas.microsoft.com/office/drawing/2014/main" id="{567FD257-41C8-8C6F-923C-51ED06915DF3}"/>
              </a:ext>
            </a:extLst>
          </p:cNvPr>
          <p:cNvSpPr txBox="1">
            <a:spLocks/>
          </p:cNvSpPr>
          <p:nvPr/>
        </p:nvSpPr>
        <p:spPr>
          <a:xfrm>
            <a:off x="6203951" y="653297"/>
            <a:ext cx="5469000" cy="3943644"/>
          </a:xfrm>
          <a:prstGeom prst="rect">
            <a:avLst/>
          </a:prstGeom>
          <a:noFill/>
        </p:spPr>
        <p:txBody>
          <a:bodyPr vert="horz" wrap="square" lIns="144000" tIns="0" rIns="0" bIns="0" rtlCol="0">
            <a:spAutoFit/>
          </a:bodyPr>
          <a:lstStyle>
            <a:lvl1pPr marL="179388" marR="0" indent="-179388" algn="l" defTabSz="914400" rtl="0" eaLnBrk="1" fontAlgn="auto" latinLnBrk="0" hangingPunct="1">
              <a:lnSpc>
                <a:spcPct val="110000"/>
              </a:lnSpc>
              <a:spcBef>
                <a:spcPts val="0"/>
              </a:spcBef>
              <a:spcAft>
                <a:spcPts val="0"/>
              </a:spcAft>
              <a:buClr>
                <a:schemeClr val="accent1"/>
              </a:buClr>
              <a:buSzTx/>
              <a:buFont typeface="Wingdings" panose="05000000000000000000" pitchFamily="2" charset="2"/>
              <a:buChar char="§"/>
              <a:tabLst/>
              <a:defRPr sz="2000" b="0" i="0" kern="1200" baseline="0">
                <a:solidFill>
                  <a:schemeClr val="tx1"/>
                </a:solidFill>
                <a:latin typeface="Arial" panose="020B0604020202020204" pitchFamily="34" charset="0"/>
                <a:ea typeface="+mn-ea"/>
                <a:cs typeface="+mn-cs"/>
              </a:defRPr>
            </a:lvl1pPr>
            <a:lvl2pPr marL="447675" marR="0" indent="-268288" algn="l" defTabSz="914400" rtl="0" eaLnBrk="1" fontAlgn="auto" latinLnBrk="0" hangingPunct="1">
              <a:lnSpc>
                <a:spcPct val="110000"/>
              </a:lnSpc>
              <a:spcBef>
                <a:spcPts val="600"/>
              </a:spcBef>
              <a:spcAft>
                <a:spcPts val="0"/>
              </a:spcAft>
              <a:buClr>
                <a:srgbClr val="004A96"/>
              </a:buClr>
              <a:buSzPct val="80000"/>
              <a:buFont typeface="Wingdings 3" panose="05040102010807070707" pitchFamily="18" charset="2"/>
              <a:buChar char=""/>
              <a:tabLst/>
              <a:defRPr sz="2000" b="0" i="0" kern="1200" baseline="0">
                <a:solidFill>
                  <a:schemeClr val="tx1"/>
                </a:solidFill>
                <a:latin typeface="Arial" panose="020B0604020202020204" pitchFamily="34" charset="0"/>
                <a:ea typeface="+mn-ea"/>
                <a:cs typeface="+mn-cs"/>
              </a:defRPr>
            </a:lvl2pPr>
            <a:lvl3pPr marL="628650" marR="0" indent="-180975" algn="l" defTabSz="914400" rtl="0" eaLnBrk="1" fontAlgn="auto" latinLnBrk="0" hangingPunct="1">
              <a:lnSpc>
                <a:spcPct val="110000"/>
              </a:lnSpc>
              <a:spcBef>
                <a:spcPts val="300"/>
              </a:spcBef>
              <a:spcAft>
                <a:spcPts val="0"/>
              </a:spcAft>
              <a:buClr>
                <a:srgbClr val="004A96"/>
              </a:buClr>
              <a:buSzPct val="100000"/>
              <a:buFont typeface="Arial" panose="020B0604020202020204" pitchFamily="34" charset="0"/>
              <a:buChar char="•"/>
              <a:tabLst/>
              <a:defRPr sz="2000" b="0" i="0" kern="1200" baseline="0">
                <a:solidFill>
                  <a:schemeClr val="tx1"/>
                </a:solidFill>
                <a:latin typeface="Arial" panose="020B0604020202020204" pitchFamily="34" charset="0"/>
                <a:ea typeface="+mn-ea"/>
                <a:cs typeface="+mn-cs"/>
              </a:defRPr>
            </a:lvl3pPr>
            <a:lvl4pPr marL="808038" marR="0" indent="-179388" algn="l" defTabSz="914400" rtl="0" eaLnBrk="1" fontAlgn="auto" latinLnBrk="0" hangingPunct="1">
              <a:lnSpc>
                <a:spcPct val="100000"/>
              </a:lnSpc>
              <a:spcBef>
                <a:spcPts val="100"/>
              </a:spcBef>
              <a:spcAft>
                <a:spcPts val="0"/>
              </a:spcAft>
              <a:buClr>
                <a:srgbClr val="004A96"/>
              </a:buClr>
              <a:buSzPct val="80000"/>
              <a:buFont typeface="Arial" panose="020B0604020202020204" pitchFamily="34" charset="0"/>
              <a:buChar char="−"/>
              <a:tabLst/>
              <a:defRPr sz="2000" b="0" i="0" kern="1200" baseline="0">
                <a:solidFill>
                  <a:schemeClr val="tx1"/>
                </a:solidFill>
                <a:latin typeface="Arial" panose="020B0604020202020204" pitchFamily="34" charset="0"/>
                <a:ea typeface="+mn-ea"/>
                <a:cs typeface="+mn-cs"/>
              </a:defRPr>
            </a:lvl4pPr>
            <a:lvl5pPr marL="1623438" indent="-266373" algn="l" defTabSz="914309" rtl="0" eaLnBrk="1" latinLnBrk="0" hangingPunct="1">
              <a:lnSpc>
                <a:spcPct val="95000"/>
              </a:lnSpc>
              <a:spcBef>
                <a:spcPts val="0"/>
              </a:spcBef>
              <a:spcAft>
                <a:spcPts val="0"/>
              </a:spcAft>
              <a:buClr>
                <a:schemeClr val="tx1"/>
              </a:buClr>
              <a:buSzPct val="100000"/>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5pPr>
            <a:lvl6pPr marL="2080592"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6pPr>
            <a:lvl7pPr marL="2537746"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7pPr>
            <a:lvl8pPr marL="2994900"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8pPr>
            <a:lvl9pPr marL="3452055"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9pPr>
          </a:lstStyle>
          <a:p>
            <a:pPr>
              <a:spcBef>
                <a:spcPts val="1200"/>
              </a:spcBef>
            </a:pPr>
            <a:r>
              <a:rPr lang="de-DE" altLang="ko-KR" sz="1800" b="1" dirty="0" err="1">
                <a:solidFill>
                  <a:schemeClr val="accent1"/>
                </a:solidFill>
              </a:rPr>
              <a:t>Lorem</a:t>
            </a:r>
            <a:r>
              <a:rPr lang="de-DE" altLang="ko-KR" sz="1800" b="1" dirty="0">
                <a:solidFill>
                  <a:schemeClr val="accent1"/>
                </a:solidFill>
              </a:rPr>
              <a:t> </a:t>
            </a:r>
            <a:r>
              <a:rPr lang="de-DE" altLang="ko-KR" sz="1800" b="1" dirty="0" err="1">
                <a:solidFill>
                  <a:schemeClr val="accent1"/>
                </a:solidFill>
              </a:rPr>
              <a:t>ipsum</a:t>
            </a:r>
            <a:r>
              <a:rPr lang="de-DE" altLang="ko-KR" sz="1800" b="1" dirty="0">
                <a:solidFill>
                  <a:schemeClr val="accent1"/>
                </a:solidFill>
              </a:rPr>
              <a:t> </a:t>
            </a:r>
            <a:r>
              <a:rPr lang="de-DE" altLang="ko-KR" sz="1800" b="1" dirty="0" err="1">
                <a:solidFill>
                  <a:schemeClr val="accent1"/>
                </a:solidFill>
              </a:rPr>
              <a:t>dolor</a:t>
            </a:r>
            <a:r>
              <a:rPr lang="de-DE" altLang="ko-KR" sz="1800" b="1" dirty="0">
                <a:solidFill>
                  <a:schemeClr val="accent1"/>
                </a:solidFill>
              </a:rPr>
              <a:t> </a:t>
            </a:r>
            <a:r>
              <a:rPr lang="de-DE" altLang="ko-KR" sz="1800" dirty="0" err="1"/>
              <a:t>Lorem</a:t>
            </a:r>
            <a:r>
              <a:rPr lang="de-DE" altLang="ko-KR" sz="1800" dirty="0"/>
              <a:t> Ipsum </a:t>
            </a:r>
            <a:r>
              <a:rPr lang="de-DE" altLang="ko-KR" sz="1800" dirty="0" err="1"/>
              <a:t>dolor</a:t>
            </a:r>
            <a:r>
              <a:rPr lang="de-DE" altLang="ko-KR" sz="1800" dirty="0"/>
              <a:t> </a:t>
            </a:r>
            <a:r>
              <a:rPr lang="de-DE" altLang="ko-KR" sz="1800" dirty="0" err="1"/>
              <a:t>sits</a:t>
            </a:r>
            <a:endParaRPr lang="de-DE" altLang="ko-KR" sz="1800" dirty="0"/>
          </a:p>
          <a:p>
            <a:pPr>
              <a:spcBef>
                <a:spcPts val="1200"/>
              </a:spcBef>
            </a:pPr>
            <a:r>
              <a:rPr lang="de-DE" altLang="ko-KR" sz="1800" dirty="0"/>
              <a:t>Cum </a:t>
            </a:r>
            <a:r>
              <a:rPr lang="de-DE" altLang="ko-KR" sz="1800" dirty="0" err="1"/>
              <a:t>habilitarum</a:t>
            </a:r>
            <a:r>
              <a:rPr lang="de-DE" altLang="ko-KR" sz="1800" dirty="0"/>
              <a:t> </a:t>
            </a:r>
            <a:r>
              <a:rPr lang="de-DE" altLang="ko-KR" sz="1800" dirty="0" err="1"/>
              <a:t>itum</a:t>
            </a:r>
            <a:r>
              <a:rPr lang="de-DE" altLang="ko-KR" sz="1800" dirty="0"/>
              <a:t> </a:t>
            </a:r>
            <a:r>
              <a:rPr lang="de-DE" altLang="ko-KR" sz="1800" dirty="0" err="1"/>
              <a:t>alus</a:t>
            </a:r>
            <a:r>
              <a:rPr lang="de-DE" altLang="ko-KR" sz="1800" dirty="0"/>
              <a:t> </a:t>
            </a:r>
            <a:r>
              <a:rPr lang="de-DE" altLang="ko-KR" sz="1800" dirty="0" err="1"/>
              <a:t>causticus</a:t>
            </a:r>
            <a:r>
              <a:rPr lang="de-DE" altLang="ko-KR" sz="1800" dirty="0"/>
              <a:t>. Status ex </a:t>
            </a:r>
            <a:r>
              <a:rPr lang="de-DE" altLang="ko-KR" sz="1800" dirty="0" err="1"/>
              <a:t>landum</a:t>
            </a:r>
            <a:r>
              <a:rPr lang="de-DE" altLang="ko-KR" sz="1800" dirty="0"/>
              <a:t> </a:t>
            </a:r>
            <a:r>
              <a:rPr lang="de-DE" altLang="ko-KR" sz="1800" dirty="0" err="1"/>
              <a:t>it</a:t>
            </a:r>
            <a:r>
              <a:rPr lang="de-DE" altLang="ko-KR" sz="1800" dirty="0"/>
              <a:t> </a:t>
            </a:r>
            <a:r>
              <a:rPr lang="de-DE" altLang="ko-KR" sz="1800" b="1" dirty="0" err="1">
                <a:solidFill>
                  <a:schemeClr val="accent1"/>
                </a:solidFill>
              </a:rPr>
              <a:t>exus</a:t>
            </a:r>
            <a:r>
              <a:rPr lang="de-DE" altLang="ko-KR" sz="1800" b="1" dirty="0">
                <a:solidFill>
                  <a:schemeClr val="accent1"/>
                </a:solidFill>
              </a:rPr>
              <a:t> </a:t>
            </a:r>
            <a:r>
              <a:rPr lang="de-DE" altLang="ko-KR" sz="1800" b="1" dirty="0" err="1">
                <a:solidFill>
                  <a:schemeClr val="accent1"/>
                </a:solidFill>
              </a:rPr>
              <a:t>rius</a:t>
            </a:r>
            <a:r>
              <a:rPr lang="de-DE" altLang="ko-KR" sz="1800" b="1" dirty="0">
                <a:solidFill>
                  <a:schemeClr val="accent1"/>
                </a:solidFill>
              </a:rPr>
              <a:t> </a:t>
            </a:r>
            <a:r>
              <a:rPr lang="de-DE" altLang="ko-KR" sz="1800" b="1" dirty="0" err="1">
                <a:solidFill>
                  <a:schemeClr val="accent1"/>
                </a:solidFill>
              </a:rPr>
              <a:t>laudanum</a:t>
            </a:r>
            <a:r>
              <a:rPr lang="de-DE" altLang="ko-KR" sz="1800" b="1" dirty="0">
                <a:solidFill>
                  <a:schemeClr val="accent1"/>
                </a:solidFill>
              </a:rPr>
              <a:t> </a:t>
            </a:r>
            <a:r>
              <a:rPr lang="de-DE" altLang="ko-KR" sz="1800" dirty="0" err="1"/>
              <a:t>ibis</a:t>
            </a:r>
            <a:r>
              <a:rPr lang="de-DE" altLang="ko-KR" sz="1800" dirty="0"/>
              <a:t> </a:t>
            </a:r>
            <a:r>
              <a:rPr lang="de-DE" altLang="ko-KR" sz="1800" dirty="0" err="1"/>
              <a:t>tum</a:t>
            </a:r>
            <a:r>
              <a:rPr lang="de-DE" altLang="ko-KR" sz="1800" dirty="0"/>
              <a:t>. </a:t>
            </a:r>
            <a:r>
              <a:rPr lang="de-DE" altLang="ko-KR" sz="1800" dirty="0" err="1"/>
              <a:t>Lorem</a:t>
            </a:r>
            <a:r>
              <a:rPr lang="de-DE" altLang="ko-KR" sz="1800" dirty="0"/>
              <a:t> et </a:t>
            </a:r>
            <a:r>
              <a:rPr lang="de-DE" altLang="ko-KR" sz="1800" dirty="0" err="1"/>
              <a:t>exit</a:t>
            </a:r>
            <a:r>
              <a:rPr lang="de-DE" altLang="ko-KR" sz="1800" dirty="0"/>
              <a:t> et </a:t>
            </a:r>
            <a:r>
              <a:rPr lang="de-DE" altLang="ko-KR" sz="1800" dirty="0" err="1"/>
              <a:t>vulnareus</a:t>
            </a:r>
            <a:r>
              <a:rPr lang="de-DE" altLang="ko-KR" sz="1800" dirty="0"/>
              <a:t> </a:t>
            </a:r>
            <a:r>
              <a:rPr lang="de-DE" altLang="ko-KR" sz="1800" dirty="0" err="1"/>
              <a:t>plexus</a:t>
            </a:r>
            <a:r>
              <a:rPr lang="de-DE" altLang="ko-KR" sz="1800" dirty="0"/>
              <a:t> est. </a:t>
            </a:r>
            <a:r>
              <a:rPr lang="de-DE" altLang="ko-KR" sz="1800" dirty="0" err="1"/>
              <a:t>Vulna</a:t>
            </a:r>
            <a:r>
              <a:rPr lang="de-DE" altLang="ko-KR" sz="1800" dirty="0"/>
              <a:t> </a:t>
            </a:r>
            <a:r>
              <a:rPr lang="de-DE" altLang="ko-KR" sz="1800" dirty="0" err="1"/>
              <a:t>pausta</a:t>
            </a:r>
            <a:r>
              <a:rPr lang="de-DE" altLang="ko-KR" sz="1800" dirty="0"/>
              <a:t> </a:t>
            </a:r>
            <a:r>
              <a:rPr lang="de-DE" altLang="ko-KR" sz="1800" dirty="0" err="1"/>
              <a:t>ru</a:t>
            </a:r>
            <a:r>
              <a:rPr lang="de-DE" altLang="ko-KR" sz="1800" dirty="0"/>
              <a:t>.</a:t>
            </a:r>
          </a:p>
          <a:p>
            <a:pPr>
              <a:spcBef>
                <a:spcPts val="1200"/>
              </a:spcBef>
            </a:pPr>
            <a:r>
              <a:rPr lang="de-DE" altLang="ko-KR" sz="1800" dirty="0" err="1"/>
              <a:t>Consetetur</a:t>
            </a:r>
            <a:r>
              <a:rPr lang="de-DE" altLang="ko-KR" sz="1800" dirty="0"/>
              <a:t> </a:t>
            </a:r>
            <a:r>
              <a:rPr lang="de-DE" altLang="ko-KR" sz="1800" dirty="0" err="1"/>
              <a:t>sadipscing</a:t>
            </a:r>
            <a:r>
              <a:rPr lang="de-DE" altLang="ko-KR" sz="1800" dirty="0"/>
              <a:t> </a:t>
            </a:r>
            <a:r>
              <a:rPr lang="de-DE" altLang="ko-KR" sz="1800" dirty="0" err="1"/>
              <a:t>elitr</a:t>
            </a:r>
            <a:r>
              <a:rPr lang="de-DE" altLang="ko-KR" sz="1800" dirty="0"/>
              <a:t>, sed </a:t>
            </a:r>
            <a:r>
              <a:rPr lang="de-DE" altLang="ko-KR" sz="1800" dirty="0" err="1"/>
              <a:t>diam</a:t>
            </a:r>
            <a:r>
              <a:rPr lang="de-DE" altLang="ko-KR" sz="1800" dirty="0"/>
              <a:t> </a:t>
            </a:r>
            <a:r>
              <a:rPr lang="de-DE" altLang="ko-KR" sz="1800" dirty="0" err="1"/>
              <a:t>nonumy</a:t>
            </a:r>
            <a:r>
              <a:rPr lang="de-DE" altLang="ko-KR" sz="1800" dirty="0"/>
              <a:t> </a:t>
            </a:r>
            <a:r>
              <a:rPr lang="de-DE" altLang="ko-KR" sz="1800" dirty="0" err="1"/>
              <a:t>eirmod</a:t>
            </a:r>
            <a:r>
              <a:rPr lang="de-DE" altLang="ko-KR" sz="1800" dirty="0"/>
              <a:t> </a:t>
            </a:r>
            <a:r>
              <a:rPr lang="de-DE" altLang="ko-KR" sz="1800" dirty="0" err="1"/>
              <a:t>tempor</a:t>
            </a:r>
            <a:r>
              <a:rPr lang="de-DE" altLang="ko-KR" sz="1800" dirty="0"/>
              <a:t>. </a:t>
            </a:r>
            <a:r>
              <a:rPr lang="de-DE" altLang="ko-KR" sz="1800" dirty="0" err="1"/>
              <a:t>Dolor</a:t>
            </a:r>
            <a:r>
              <a:rPr lang="de-DE" altLang="ko-KR" sz="1800" dirty="0"/>
              <a:t> </a:t>
            </a:r>
            <a:r>
              <a:rPr lang="de-DE" altLang="ko-KR" sz="1800" dirty="0" err="1"/>
              <a:t>situs</a:t>
            </a:r>
            <a:r>
              <a:rPr lang="de-DE" altLang="ko-KR" sz="1800" dirty="0"/>
              <a:t> cum </a:t>
            </a:r>
            <a:r>
              <a:rPr lang="de-DE" altLang="ko-KR" sz="1800" dirty="0" err="1"/>
              <a:t>habilitarum</a:t>
            </a:r>
            <a:r>
              <a:rPr lang="de-DE" altLang="ko-KR" sz="1800" dirty="0"/>
              <a:t> </a:t>
            </a:r>
            <a:r>
              <a:rPr lang="de-DE" altLang="ko-KR" sz="1800" dirty="0" err="1"/>
              <a:t>itum</a:t>
            </a:r>
            <a:r>
              <a:rPr lang="de-DE" altLang="ko-KR" sz="1800" dirty="0"/>
              <a:t> </a:t>
            </a:r>
            <a:r>
              <a:rPr lang="de-DE" altLang="ko-KR" sz="1800" b="1" dirty="0" err="1">
                <a:solidFill>
                  <a:schemeClr val="accent1"/>
                </a:solidFill>
              </a:rPr>
              <a:t>alus</a:t>
            </a:r>
            <a:r>
              <a:rPr lang="de-DE" altLang="ko-KR" sz="1800" b="1" dirty="0">
                <a:solidFill>
                  <a:schemeClr val="accent1"/>
                </a:solidFill>
              </a:rPr>
              <a:t> </a:t>
            </a:r>
            <a:r>
              <a:rPr lang="de-DE" altLang="ko-KR" sz="1800" b="1" dirty="0" err="1">
                <a:solidFill>
                  <a:schemeClr val="accent1"/>
                </a:solidFill>
              </a:rPr>
              <a:t>ticus</a:t>
            </a:r>
            <a:r>
              <a:rPr lang="de-DE" altLang="ko-KR" sz="1800" b="1" dirty="0">
                <a:solidFill>
                  <a:schemeClr val="accent1"/>
                </a:solidFill>
              </a:rPr>
              <a:t> </a:t>
            </a:r>
            <a:r>
              <a:rPr lang="de-DE" altLang="ko-KR" sz="1800" b="1" dirty="0" err="1">
                <a:solidFill>
                  <a:schemeClr val="accent1"/>
                </a:solidFill>
              </a:rPr>
              <a:t>imanenter</a:t>
            </a:r>
            <a:r>
              <a:rPr lang="de-DE" altLang="ko-KR" sz="1800" dirty="0"/>
              <a:t>. Status ex </a:t>
            </a:r>
            <a:r>
              <a:rPr lang="de-DE" altLang="ko-KR" sz="1800" dirty="0" err="1"/>
              <a:t>landum</a:t>
            </a:r>
            <a:r>
              <a:rPr lang="de-DE" altLang="ko-KR" sz="1800" dirty="0"/>
              <a:t> </a:t>
            </a:r>
            <a:r>
              <a:rPr lang="de-DE" altLang="ko-KR" sz="1800" dirty="0" err="1"/>
              <a:t>it</a:t>
            </a:r>
            <a:r>
              <a:rPr lang="de-DE" altLang="ko-KR" sz="1800" dirty="0"/>
              <a:t> </a:t>
            </a:r>
            <a:r>
              <a:rPr lang="de-DE" altLang="ko-KR" sz="1800" dirty="0" err="1"/>
              <a:t>exus</a:t>
            </a:r>
            <a:endParaRPr lang="de-DE" altLang="ko-KR" sz="1800" dirty="0"/>
          </a:p>
          <a:p>
            <a:pPr>
              <a:spcBef>
                <a:spcPts val="1200"/>
              </a:spcBef>
            </a:pPr>
            <a:r>
              <a:rPr lang="de-DE" altLang="ko-KR" sz="1800" dirty="0"/>
              <a:t>Rius </a:t>
            </a:r>
            <a:r>
              <a:rPr lang="de-DE" altLang="ko-KR" sz="1800" dirty="0" err="1"/>
              <a:t>laudanum</a:t>
            </a:r>
            <a:r>
              <a:rPr lang="de-DE" altLang="ko-KR" sz="1800" dirty="0"/>
              <a:t> </a:t>
            </a:r>
            <a:r>
              <a:rPr lang="de-DE" altLang="ko-KR" sz="1800" dirty="0" err="1"/>
              <a:t>ibis</a:t>
            </a:r>
            <a:r>
              <a:rPr lang="de-DE" altLang="ko-KR" sz="1800" dirty="0"/>
              <a:t> </a:t>
            </a:r>
            <a:r>
              <a:rPr lang="de-DE" altLang="ko-KR" sz="1800" dirty="0" err="1"/>
              <a:t>tum</a:t>
            </a:r>
            <a:r>
              <a:rPr lang="de-DE" altLang="ko-KR" sz="1800" dirty="0"/>
              <a:t>. </a:t>
            </a:r>
            <a:r>
              <a:rPr lang="de-DE" altLang="ko-KR" sz="1800" b="1" dirty="0" err="1">
                <a:solidFill>
                  <a:schemeClr val="accent1"/>
                </a:solidFill>
              </a:rPr>
              <a:t>Lorem</a:t>
            </a:r>
            <a:r>
              <a:rPr lang="de-DE" altLang="ko-KR" sz="1800" b="1" dirty="0">
                <a:solidFill>
                  <a:schemeClr val="accent1"/>
                </a:solidFill>
              </a:rPr>
              <a:t> </a:t>
            </a:r>
            <a:r>
              <a:rPr lang="de-DE" altLang="ko-KR" sz="1800" b="1" dirty="0" err="1">
                <a:solidFill>
                  <a:schemeClr val="accent1"/>
                </a:solidFill>
              </a:rPr>
              <a:t>exit</a:t>
            </a:r>
            <a:r>
              <a:rPr lang="de-DE" altLang="ko-KR" sz="1800" b="1" dirty="0">
                <a:solidFill>
                  <a:schemeClr val="accent1"/>
                </a:solidFill>
              </a:rPr>
              <a:t> </a:t>
            </a:r>
            <a:r>
              <a:rPr lang="de-DE" altLang="ko-KR" sz="1800" b="1" dirty="0" err="1">
                <a:solidFill>
                  <a:schemeClr val="accent1"/>
                </a:solidFill>
              </a:rPr>
              <a:t>plexuset</a:t>
            </a:r>
            <a:r>
              <a:rPr lang="de-DE" altLang="ko-KR" sz="1800" b="1" dirty="0">
                <a:solidFill>
                  <a:schemeClr val="accent1"/>
                </a:solidFill>
              </a:rPr>
              <a:t> </a:t>
            </a:r>
            <a:r>
              <a:rPr lang="de-DE" altLang="ko-KR" sz="1800" dirty="0" err="1"/>
              <a:t>justo</a:t>
            </a:r>
            <a:r>
              <a:rPr lang="de-DE" altLang="ko-KR" sz="1800" dirty="0"/>
              <a:t> </a:t>
            </a:r>
            <a:r>
              <a:rPr lang="de-DE" altLang="ko-KR" sz="1800" dirty="0" err="1"/>
              <a:t>duo</a:t>
            </a:r>
            <a:r>
              <a:rPr lang="de-DE" altLang="ko-KR" sz="1800" dirty="0"/>
              <a:t> </a:t>
            </a:r>
            <a:r>
              <a:rPr lang="de-DE" altLang="ko-KR" sz="1800" dirty="0" err="1"/>
              <a:t>dolores</a:t>
            </a:r>
            <a:r>
              <a:rPr lang="de-DE" altLang="ko-KR" sz="1800" dirty="0"/>
              <a:t> et </a:t>
            </a:r>
            <a:r>
              <a:rPr lang="de-DE" altLang="ko-KR" sz="1800" dirty="0" err="1"/>
              <a:t>vulnareus</a:t>
            </a:r>
            <a:r>
              <a:rPr lang="de-DE" altLang="ko-KR" sz="1800" dirty="0"/>
              <a:t> est. </a:t>
            </a:r>
            <a:r>
              <a:rPr lang="de-DE" altLang="ko-KR" sz="1800" dirty="0" err="1"/>
              <a:t>Vulna</a:t>
            </a:r>
            <a:r>
              <a:rPr lang="de-DE" altLang="ko-KR" sz="1800" dirty="0"/>
              <a:t> </a:t>
            </a:r>
            <a:r>
              <a:rPr lang="de-DE" altLang="ko-KR" sz="1800" dirty="0" err="1"/>
              <a:t>pausta</a:t>
            </a:r>
            <a:endParaRPr lang="de-DE" altLang="ko-KR" sz="1800" dirty="0"/>
          </a:p>
          <a:p>
            <a:pPr>
              <a:spcBef>
                <a:spcPts val="1200"/>
              </a:spcBef>
            </a:pPr>
            <a:r>
              <a:rPr lang="de-DE" altLang="ko-KR" sz="1800" dirty="0"/>
              <a:t>Rhus </a:t>
            </a:r>
            <a:r>
              <a:rPr lang="de-DE" altLang="ko-KR" sz="1800" dirty="0" err="1"/>
              <a:t>tex</a:t>
            </a:r>
            <a:r>
              <a:rPr lang="de-DE" altLang="ko-KR" sz="1800" dirty="0"/>
              <a:t>, </a:t>
            </a:r>
            <a:r>
              <a:rPr lang="de-DE" altLang="ko-KR" sz="1800" b="1" dirty="0">
                <a:solidFill>
                  <a:schemeClr val="accent1"/>
                </a:solidFill>
              </a:rPr>
              <a:t>per </a:t>
            </a:r>
            <a:r>
              <a:rPr lang="de-DE" altLang="ko-KR" sz="1800" b="1" dirty="0" err="1">
                <a:solidFill>
                  <a:schemeClr val="accent1"/>
                </a:solidFill>
              </a:rPr>
              <a:t>itum</a:t>
            </a:r>
            <a:r>
              <a:rPr lang="de-DE" altLang="ko-KR" sz="1800" b="1" dirty="0">
                <a:solidFill>
                  <a:schemeClr val="accent1"/>
                </a:solidFill>
              </a:rPr>
              <a:t> </a:t>
            </a:r>
            <a:r>
              <a:rPr lang="de-DE" altLang="ko-KR" sz="1800" b="1" dirty="0" err="1">
                <a:solidFill>
                  <a:schemeClr val="accent1"/>
                </a:solidFill>
              </a:rPr>
              <a:t>falor</a:t>
            </a:r>
            <a:r>
              <a:rPr lang="de-DE" altLang="ko-KR" sz="1800" b="1" dirty="0">
                <a:solidFill>
                  <a:schemeClr val="accent1"/>
                </a:solidFill>
              </a:rPr>
              <a:t> </a:t>
            </a:r>
            <a:r>
              <a:rPr lang="de-DE" altLang="ko-KR" sz="1800" b="1" dirty="0" err="1">
                <a:solidFill>
                  <a:schemeClr val="accent1"/>
                </a:solidFill>
              </a:rPr>
              <a:t>sit</a:t>
            </a:r>
            <a:r>
              <a:rPr lang="de-DE" altLang="ko-KR" sz="1800" b="1" dirty="0">
                <a:solidFill>
                  <a:schemeClr val="accent1"/>
                </a:solidFill>
              </a:rPr>
              <a:t> </a:t>
            </a:r>
            <a:r>
              <a:rPr lang="de-DE" altLang="ko-KR" sz="1800" dirty="0" err="1"/>
              <a:t>ewunt</a:t>
            </a:r>
            <a:r>
              <a:rPr lang="de-DE" altLang="ko-KR" sz="1800" dirty="0"/>
              <a:t>. </a:t>
            </a:r>
            <a:r>
              <a:rPr lang="de-DE" altLang="ko-KR" sz="1800" dirty="0" err="1"/>
              <a:t>Nvidunt</a:t>
            </a:r>
            <a:r>
              <a:rPr lang="de-DE" altLang="ko-KR" sz="1800" dirty="0"/>
              <a:t> </a:t>
            </a:r>
            <a:r>
              <a:rPr lang="de-DE" altLang="ko-KR" sz="1800" dirty="0" err="1"/>
              <a:t>ut</a:t>
            </a:r>
            <a:r>
              <a:rPr lang="de-DE" altLang="ko-KR" sz="1800" dirty="0"/>
              <a:t> </a:t>
            </a:r>
            <a:r>
              <a:rPr lang="de-DE" altLang="ko-KR" sz="1800" dirty="0" err="1"/>
              <a:t>labore</a:t>
            </a:r>
            <a:r>
              <a:rPr lang="de-DE" altLang="ko-KR" sz="1800" dirty="0"/>
              <a:t> et </a:t>
            </a:r>
            <a:r>
              <a:rPr lang="de-DE" altLang="ko-KR" sz="1800" dirty="0" err="1"/>
              <a:t>dolore</a:t>
            </a:r>
            <a:r>
              <a:rPr lang="de-DE" altLang="ko-KR" sz="1800" dirty="0"/>
              <a:t> magna </a:t>
            </a:r>
            <a:r>
              <a:rPr lang="de-DE" altLang="ko-KR" sz="1800" dirty="0" err="1"/>
              <a:t>aliquyam</a:t>
            </a:r>
            <a:r>
              <a:rPr lang="de-DE" altLang="ko-KR" sz="1800" dirty="0"/>
              <a:t> erat, sed.</a:t>
            </a:r>
            <a:r>
              <a:rPr lang="de-DE" altLang="ko-KR" sz="1800" baseline="30000" dirty="0"/>
              <a:t>1</a:t>
            </a:r>
          </a:p>
        </p:txBody>
      </p:sp>
      <p:pic>
        <p:nvPicPr>
          <p:cNvPr id="6" name="Graphic 5">
            <a:extLst>
              <a:ext uri="{FF2B5EF4-FFF2-40B4-BE49-F238E27FC236}">
                <a16:creationId xmlns:a16="http://schemas.microsoft.com/office/drawing/2014/main" id="{8EAD32D0-FA05-832B-222C-4E2B7D6C3E3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91813" y="6223000"/>
            <a:ext cx="1498600" cy="635000"/>
          </a:xfrm>
          <a:prstGeom prst="rect">
            <a:avLst/>
          </a:prstGeom>
        </p:spPr>
      </p:pic>
      <p:sp>
        <p:nvSpPr>
          <p:cNvPr id="3" name="Foliennummernplatzhalter 7">
            <a:extLst>
              <a:ext uri="{FF2B5EF4-FFF2-40B4-BE49-F238E27FC236}">
                <a16:creationId xmlns:a16="http://schemas.microsoft.com/office/drawing/2014/main" id="{14CD5BA2-115C-11F3-3A4F-B7B85DF6D901}"/>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44</a:t>
            </a:fld>
            <a:endParaRPr lang="de-DE"/>
          </a:p>
        </p:txBody>
      </p:sp>
    </p:spTree>
    <p:extLst>
      <p:ext uri="{BB962C8B-B14F-4D97-AF65-F5344CB8AC3E}">
        <p14:creationId xmlns:p14="http://schemas.microsoft.com/office/powerpoint/2010/main" val="2535282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EFFD9-84CF-8E8F-4F2F-AFCA65161CA6}"/>
            </a:ext>
          </a:extLst>
        </p:cNvPr>
        <p:cNvGrpSpPr/>
        <p:nvPr/>
      </p:nvGrpSpPr>
      <p:grpSpPr>
        <a:xfrm>
          <a:off x="0" y="0"/>
          <a:ext cx="0" cy="0"/>
          <a:chOff x="0" y="0"/>
          <a:chExt cx="0" cy="0"/>
        </a:xfrm>
      </p:grpSpPr>
      <p:sp>
        <p:nvSpPr>
          <p:cNvPr id="10" name="Rechteck 9">
            <a:extLst>
              <a:ext uri="{FF2B5EF4-FFF2-40B4-BE49-F238E27FC236}">
                <a16:creationId xmlns:a16="http://schemas.microsoft.com/office/drawing/2014/main" id="{B39CD978-55F3-B349-5BF0-08CE011DCFCA}"/>
              </a:ext>
            </a:extLst>
          </p:cNvPr>
          <p:cNvSpPr/>
          <p:nvPr/>
        </p:nvSpPr>
        <p:spPr>
          <a:xfrm>
            <a:off x="0" y="0"/>
            <a:ext cx="4114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 name="Titel 6">
            <a:extLst>
              <a:ext uri="{FF2B5EF4-FFF2-40B4-BE49-F238E27FC236}">
                <a16:creationId xmlns:a16="http://schemas.microsoft.com/office/drawing/2014/main" id="{2F5836B6-BF1D-D826-F321-41577353465A}"/>
              </a:ext>
            </a:extLst>
          </p:cNvPr>
          <p:cNvSpPr>
            <a:spLocks noGrp="1"/>
          </p:cNvSpPr>
          <p:nvPr>
            <p:ph type="title"/>
          </p:nvPr>
        </p:nvSpPr>
        <p:spPr>
          <a:xfrm>
            <a:off x="514800" y="540000"/>
            <a:ext cx="3599549" cy="817200"/>
          </a:xfrm>
        </p:spPr>
        <p:txBody>
          <a:bodyPr/>
          <a:lstStyle/>
          <a:p>
            <a:pPr>
              <a:lnSpc>
                <a:spcPct val="95000"/>
              </a:lnSpc>
            </a:pPr>
            <a:r>
              <a:rPr lang="en-GB" noProof="0" dirty="0"/>
              <a:t>Lorem ipsum </a:t>
            </a:r>
            <a:r>
              <a:rPr lang="en-GB" noProof="0" dirty="0" err="1"/>
              <a:t>dolor</a:t>
            </a:r>
            <a:r>
              <a:rPr lang="en-GB" noProof="0" dirty="0"/>
              <a:t> sit </a:t>
            </a:r>
            <a:r>
              <a:rPr lang="en-GB" noProof="0" dirty="0" err="1"/>
              <a:t>amet</a:t>
            </a:r>
            <a:r>
              <a:rPr lang="en-GB" noProof="0" dirty="0"/>
              <a:t>, </a:t>
            </a:r>
            <a:r>
              <a:rPr lang="en-GB" noProof="0" dirty="0" err="1"/>
              <a:t>consetetur</a:t>
            </a:r>
            <a:r>
              <a:rPr lang="en-GB" noProof="0" dirty="0"/>
              <a:t> </a:t>
            </a:r>
            <a:r>
              <a:rPr lang="en-GB" noProof="0" dirty="0" err="1"/>
              <a:t>sadipscing</a:t>
            </a:r>
            <a:r>
              <a:rPr lang="en-GB" noProof="0" dirty="0"/>
              <a:t> </a:t>
            </a:r>
            <a:r>
              <a:rPr lang="en-GB" noProof="0" dirty="0" err="1"/>
              <a:t>elitr</a:t>
            </a:r>
            <a:r>
              <a:rPr lang="en-GB" noProof="0" dirty="0"/>
              <a:t>, </a:t>
            </a:r>
            <a:br>
              <a:rPr lang="en-GB" noProof="0" dirty="0"/>
            </a:br>
            <a:r>
              <a:rPr lang="en-GB" noProof="0" dirty="0" err="1"/>
              <a:t>sed</a:t>
            </a:r>
            <a:r>
              <a:rPr lang="en-GB" noProof="0" dirty="0"/>
              <a:t> </a:t>
            </a:r>
            <a:r>
              <a:rPr lang="en-GB" noProof="0" dirty="0" err="1"/>
              <a:t>diam</a:t>
            </a:r>
            <a:r>
              <a:rPr lang="en-GB" noProof="0" dirty="0"/>
              <a:t> </a:t>
            </a:r>
            <a:r>
              <a:rPr lang="en-GB" noProof="0" dirty="0" err="1"/>
              <a:t>nonumy</a:t>
            </a:r>
            <a:endParaRPr lang="en-GB" noProof="0" dirty="0"/>
          </a:p>
        </p:txBody>
      </p:sp>
      <p:cxnSp>
        <p:nvCxnSpPr>
          <p:cNvPr id="11" name="Gerader Verbinder 10">
            <a:extLst>
              <a:ext uri="{FF2B5EF4-FFF2-40B4-BE49-F238E27FC236}">
                <a16:creationId xmlns:a16="http://schemas.microsoft.com/office/drawing/2014/main" id="{F8596A21-A377-5FC5-8449-027823D688C2}"/>
              </a:ext>
            </a:extLst>
          </p:cNvPr>
          <p:cNvCxnSpPr>
            <a:cxnSpLocks/>
          </p:cNvCxnSpPr>
          <p:nvPr/>
        </p:nvCxnSpPr>
        <p:spPr>
          <a:xfrm>
            <a:off x="514348" y="2803251"/>
            <a:ext cx="540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graphicFrame>
        <p:nvGraphicFramePr>
          <p:cNvPr id="15" name="Tabelle 14">
            <a:extLst>
              <a:ext uri="{FF2B5EF4-FFF2-40B4-BE49-F238E27FC236}">
                <a16:creationId xmlns:a16="http://schemas.microsoft.com/office/drawing/2014/main" id="{A9A1D566-316E-F452-9B27-DC4D6B8E81D0}"/>
              </a:ext>
            </a:extLst>
          </p:cNvPr>
          <p:cNvGraphicFramePr>
            <a:graphicFrameLocks noGrp="1"/>
          </p:cNvGraphicFramePr>
          <p:nvPr/>
        </p:nvGraphicFramePr>
        <p:xfrm>
          <a:off x="4308477" y="1177732"/>
          <a:ext cx="6865942" cy="1251840"/>
        </p:xfrm>
        <a:graphic>
          <a:graphicData uri="http://schemas.openxmlformats.org/drawingml/2006/table">
            <a:tbl>
              <a:tblPr firstRow="1" bandRow="1">
                <a:tableStyleId>{5C22544A-7EE6-4342-B048-85BDC9FD1C3A}</a:tableStyleId>
              </a:tblPr>
              <a:tblGrid>
                <a:gridCol w="2264682">
                  <a:extLst>
                    <a:ext uri="{9D8B030D-6E8A-4147-A177-3AD203B41FA5}">
                      <a16:colId xmlns:a16="http://schemas.microsoft.com/office/drawing/2014/main" val="1828512030"/>
                    </a:ext>
                  </a:extLst>
                </a:gridCol>
                <a:gridCol w="1150315">
                  <a:extLst>
                    <a:ext uri="{9D8B030D-6E8A-4147-A177-3AD203B41FA5}">
                      <a16:colId xmlns:a16="http://schemas.microsoft.com/office/drawing/2014/main" val="3775910725"/>
                    </a:ext>
                  </a:extLst>
                </a:gridCol>
                <a:gridCol w="1150315">
                  <a:extLst>
                    <a:ext uri="{9D8B030D-6E8A-4147-A177-3AD203B41FA5}">
                      <a16:colId xmlns:a16="http://schemas.microsoft.com/office/drawing/2014/main" val="3562086092"/>
                    </a:ext>
                  </a:extLst>
                </a:gridCol>
                <a:gridCol w="1150315">
                  <a:extLst>
                    <a:ext uri="{9D8B030D-6E8A-4147-A177-3AD203B41FA5}">
                      <a16:colId xmlns:a16="http://schemas.microsoft.com/office/drawing/2014/main" val="3704797128"/>
                    </a:ext>
                  </a:extLst>
                </a:gridCol>
                <a:gridCol w="1150315">
                  <a:extLst>
                    <a:ext uri="{9D8B030D-6E8A-4147-A177-3AD203B41FA5}">
                      <a16:colId xmlns:a16="http://schemas.microsoft.com/office/drawing/2014/main" val="2283567199"/>
                    </a:ext>
                  </a:extLst>
                </a:gridCol>
              </a:tblGrid>
              <a:tr h="432000">
                <a:tc>
                  <a:txBody>
                    <a:bodyPr/>
                    <a:lstStyle/>
                    <a:p>
                      <a:r>
                        <a:rPr lang="en-GB" sz="1600" noProof="0">
                          <a:solidFill>
                            <a:schemeClr val="tx1"/>
                          </a:solidFill>
                        </a:rPr>
                        <a:t>Q3 2024 vs. Q3 2023</a:t>
                      </a:r>
                    </a:p>
                  </a:txBody>
                  <a:tcPr marL="72000" marR="72000" marT="72000" marB="72000" anchor="ctr">
                    <a:solidFill>
                      <a:schemeClr val="bg1"/>
                    </a:solidFill>
                  </a:tcPr>
                </a:tc>
                <a:tc>
                  <a:txBody>
                    <a:bodyPr/>
                    <a:lstStyle/>
                    <a:p>
                      <a:r>
                        <a:rPr lang="en-GB" sz="1600" noProof="0">
                          <a:solidFill>
                            <a:schemeClr val="tx1"/>
                          </a:solidFill>
                        </a:rPr>
                        <a:t>Volumes</a:t>
                      </a:r>
                    </a:p>
                  </a:txBody>
                  <a:tcPr marL="72000" marR="72000" marT="72000" marB="72000" anchor="ctr">
                    <a:solidFill>
                      <a:schemeClr val="bg1"/>
                    </a:solidFill>
                  </a:tcPr>
                </a:tc>
                <a:tc>
                  <a:txBody>
                    <a:bodyPr/>
                    <a:lstStyle/>
                    <a:p>
                      <a:r>
                        <a:rPr lang="en-GB" sz="1600" noProof="0">
                          <a:solidFill>
                            <a:schemeClr val="tx1"/>
                          </a:solidFill>
                        </a:rPr>
                        <a:t>Prices</a:t>
                      </a:r>
                    </a:p>
                  </a:txBody>
                  <a:tcPr marL="72000" marR="72000" marT="72000" marB="72000" anchor="ctr">
                    <a:solidFill>
                      <a:schemeClr val="bg1"/>
                    </a:solidFill>
                  </a:tcPr>
                </a:tc>
                <a:tc>
                  <a:txBody>
                    <a:bodyPr/>
                    <a:lstStyle/>
                    <a:p>
                      <a:r>
                        <a:rPr lang="en-GB" sz="1600" noProof="0">
                          <a:solidFill>
                            <a:schemeClr val="tx1"/>
                          </a:solidFill>
                        </a:rPr>
                        <a:t>Currency</a:t>
                      </a:r>
                    </a:p>
                  </a:txBody>
                  <a:tcPr marL="72000" marR="72000" marT="72000" marB="72000" anchor="ctr">
                    <a:solidFill>
                      <a:schemeClr val="bg1"/>
                    </a:solidFill>
                  </a:tcPr>
                </a:tc>
                <a:tc>
                  <a:txBody>
                    <a:bodyPr/>
                    <a:lstStyle/>
                    <a:p>
                      <a:r>
                        <a:rPr lang="en-GB" sz="1600" noProof="0">
                          <a:solidFill>
                            <a:schemeClr val="tx1"/>
                          </a:solidFill>
                        </a:rPr>
                        <a:t>Portfolio</a:t>
                      </a:r>
                    </a:p>
                  </a:txBody>
                  <a:tcPr marL="72000" marR="72000" marT="72000" marB="72000" anchor="ctr">
                    <a:solidFill>
                      <a:schemeClr val="bg1"/>
                    </a:solidFill>
                  </a:tcPr>
                </a:tc>
                <a:extLst>
                  <a:ext uri="{0D108BD9-81ED-4DB2-BD59-A6C34878D82A}">
                    <a16:rowId xmlns:a16="http://schemas.microsoft.com/office/drawing/2014/main" val="91874804"/>
                  </a:ext>
                </a:extLst>
              </a:tr>
              <a:tr h="432000">
                <a:tc>
                  <a:txBody>
                    <a:bodyPr/>
                    <a:lstStyle/>
                    <a:p>
                      <a:r>
                        <a:rPr lang="en-GB" sz="1600" noProof="0">
                          <a:solidFill>
                            <a:schemeClr val="tx1"/>
                          </a:solidFill>
                          <a:latin typeface="+mj-lt"/>
                        </a:rPr>
                        <a:t>BASF Group adjusted</a:t>
                      </a:r>
                      <a:r>
                        <a:rPr lang="en-GB" sz="1600" baseline="30000" noProof="0">
                          <a:solidFill>
                            <a:schemeClr val="tx1"/>
                          </a:solidFill>
                          <a:latin typeface="+mj-lt"/>
                        </a:rPr>
                        <a:t>1</a:t>
                      </a:r>
                    </a:p>
                  </a:txBody>
                  <a:tcPr marL="72000" marR="72000" marT="72000" marB="72000" anchor="ctr">
                    <a:solidFill>
                      <a:schemeClr val="bg1"/>
                    </a:solidFill>
                  </a:tcPr>
                </a:tc>
                <a:tc>
                  <a:txBody>
                    <a:bodyPr/>
                    <a:lstStyle/>
                    <a:p>
                      <a:r>
                        <a:rPr lang="en-GB" sz="1600" noProof="0">
                          <a:solidFill>
                            <a:srgbClr val="65AC1E"/>
                          </a:solidFill>
                          <a:latin typeface="+mj-lt"/>
                          <a:cs typeface="Arial" panose="020B0604020202020204" pitchFamily="34" charset="0"/>
                        </a:rPr>
                        <a:t>▲</a:t>
                      </a:r>
                      <a:r>
                        <a:rPr lang="en-GB" sz="1600" noProof="0">
                          <a:solidFill>
                            <a:schemeClr val="tx1"/>
                          </a:solidFill>
                          <a:latin typeface="+mj-lt"/>
                          <a:cs typeface="Arial" panose="020B0604020202020204" pitchFamily="34" charset="0"/>
                        </a:rPr>
                        <a:t> 6.8</a:t>
                      </a:r>
                      <a:r>
                        <a:rPr lang="en-GB" sz="800" noProof="0">
                          <a:solidFill>
                            <a:schemeClr val="tx1"/>
                          </a:solidFill>
                          <a:latin typeface="+mj-lt"/>
                          <a:cs typeface="Arial" panose="020B0604020202020204" pitchFamily="34" charset="0"/>
                        </a:rPr>
                        <a:t> </a:t>
                      </a:r>
                      <a:r>
                        <a:rPr lang="en-GB" sz="1600" noProof="0">
                          <a:solidFill>
                            <a:schemeClr val="tx1"/>
                          </a:solidFill>
                          <a:latin typeface="+mj-lt"/>
                          <a:cs typeface="Arial" panose="020B0604020202020204" pitchFamily="34" charset="0"/>
                        </a:rPr>
                        <a:t>%</a:t>
                      </a:r>
                      <a:endParaRPr lang="en-GB" sz="1600" noProof="0">
                        <a:solidFill>
                          <a:schemeClr val="tx1"/>
                        </a:solidFill>
                        <a:latin typeface="+mj-lt"/>
                      </a:endParaRPr>
                    </a:p>
                  </a:txBody>
                  <a:tcPr marL="72000" marR="72000" marT="72000" marB="72000" anchor="ctr">
                    <a:solidFill>
                      <a:schemeClr val="bg1"/>
                    </a:solidFill>
                  </a:tcPr>
                </a:tc>
                <a:tc>
                  <a:txBody>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n-GB" sz="1600" kern="1200" noProof="0">
                          <a:solidFill>
                            <a:srgbClr val="65AC1E"/>
                          </a:solidFill>
                          <a:latin typeface="+mn-lt"/>
                          <a:ea typeface="+mn-ea"/>
                          <a:cs typeface="Arial" panose="020B0604020202020204" pitchFamily="34" charset="0"/>
                        </a:rPr>
                        <a:t>▲</a:t>
                      </a:r>
                      <a:r>
                        <a:rPr lang="en-GB" sz="1600" noProof="0">
                          <a:solidFill>
                            <a:schemeClr val="tx1"/>
                          </a:solidFill>
                          <a:latin typeface="+mj-lt"/>
                          <a:cs typeface="Arial" panose="020B0604020202020204" pitchFamily="34" charset="0"/>
                        </a:rPr>
                        <a:t> 0.4</a:t>
                      </a:r>
                      <a:r>
                        <a:rPr lang="en-GB" sz="800" noProof="0">
                          <a:solidFill>
                            <a:schemeClr val="tx1"/>
                          </a:solidFill>
                          <a:latin typeface="+mj-lt"/>
                          <a:cs typeface="Arial" panose="020B0604020202020204" pitchFamily="34" charset="0"/>
                        </a:rPr>
                        <a:t> </a:t>
                      </a:r>
                      <a:r>
                        <a:rPr lang="en-GB" sz="1600" noProof="0">
                          <a:solidFill>
                            <a:schemeClr val="tx1"/>
                          </a:solidFill>
                          <a:latin typeface="+mj-lt"/>
                          <a:cs typeface="Arial" panose="020B0604020202020204" pitchFamily="34" charset="0"/>
                        </a:rPr>
                        <a:t>%</a:t>
                      </a:r>
                      <a:endParaRPr lang="en-GB" sz="1600" noProof="0">
                        <a:solidFill>
                          <a:schemeClr val="tx1"/>
                        </a:solidFill>
                        <a:latin typeface="+mj-lt"/>
                      </a:endParaRPr>
                    </a:p>
                  </a:txBody>
                  <a:tcPr marL="72000" marR="72000" marT="72000" marB="72000" anchor="ctr">
                    <a:solidFill>
                      <a:schemeClr val="bg1"/>
                    </a:solidFill>
                  </a:tcPr>
                </a:tc>
                <a:tc>
                  <a:txBody>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n-GB" sz="1600" noProof="0">
                          <a:solidFill>
                            <a:srgbClr val="C50022"/>
                          </a:solidFill>
                          <a:latin typeface="Arial" panose="020B0604020202020204" pitchFamily="34" charset="0"/>
                          <a:cs typeface="Arial" panose="020B0604020202020204" pitchFamily="34" charset="0"/>
                        </a:rPr>
                        <a:t>▼</a:t>
                      </a:r>
                      <a:r>
                        <a:rPr lang="en-GB" sz="1600" noProof="0">
                          <a:solidFill>
                            <a:schemeClr val="tx1"/>
                          </a:solidFill>
                          <a:latin typeface="+mj-lt"/>
                          <a:cs typeface="Arial" panose="020B0604020202020204" pitchFamily="34" charset="0"/>
                        </a:rPr>
                        <a:t> -2.9</a:t>
                      </a:r>
                      <a:r>
                        <a:rPr lang="en-GB" sz="800" noProof="0">
                          <a:solidFill>
                            <a:schemeClr val="tx1"/>
                          </a:solidFill>
                          <a:latin typeface="+mj-lt"/>
                          <a:cs typeface="Arial" panose="020B0604020202020204" pitchFamily="34" charset="0"/>
                        </a:rPr>
                        <a:t> </a:t>
                      </a:r>
                      <a:r>
                        <a:rPr lang="en-GB" sz="1600" noProof="0">
                          <a:solidFill>
                            <a:schemeClr val="tx1"/>
                          </a:solidFill>
                          <a:latin typeface="+mj-lt"/>
                          <a:cs typeface="Arial" panose="020B0604020202020204" pitchFamily="34" charset="0"/>
                        </a:rPr>
                        <a:t>%</a:t>
                      </a:r>
                      <a:endParaRPr lang="en-GB" sz="1600" noProof="0">
                        <a:solidFill>
                          <a:schemeClr val="tx1"/>
                        </a:solidFill>
                        <a:latin typeface="+mj-lt"/>
                      </a:endParaRPr>
                    </a:p>
                  </a:txBody>
                  <a:tcPr marL="72000" marR="72000" marT="72000" marB="72000" anchor="ctr">
                    <a:solidFill>
                      <a:schemeClr val="bg1"/>
                    </a:solidFill>
                  </a:tcPr>
                </a:tc>
                <a:tc>
                  <a:txBody>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n-GB" sz="1600" noProof="0">
                          <a:solidFill>
                            <a:srgbClr val="C50022"/>
                          </a:solidFill>
                          <a:latin typeface="Arial" panose="020B0604020202020204" pitchFamily="34" charset="0"/>
                          <a:cs typeface="Arial" panose="020B0604020202020204" pitchFamily="34" charset="0"/>
                        </a:rPr>
                        <a:t>▼</a:t>
                      </a:r>
                      <a:r>
                        <a:rPr lang="en-GB" sz="1600" noProof="0">
                          <a:solidFill>
                            <a:schemeClr val="tx1"/>
                          </a:solidFill>
                          <a:latin typeface="+mj-lt"/>
                          <a:cs typeface="Arial" panose="020B0604020202020204" pitchFamily="34" charset="0"/>
                        </a:rPr>
                        <a:t> -0.1</a:t>
                      </a:r>
                      <a:r>
                        <a:rPr lang="en-GB" sz="800" noProof="0">
                          <a:solidFill>
                            <a:schemeClr val="tx1"/>
                          </a:solidFill>
                          <a:latin typeface="+mj-lt"/>
                          <a:cs typeface="Arial" panose="020B0604020202020204" pitchFamily="34" charset="0"/>
                        </a:rPr>
                        <a:t> </a:t>
                      </a:r>
                      <a:r>
                        <a:rPr lang="en-GB" sz="1600" noProof="0">
                          <a:solidFill>
                            <a:schemeClr val="tx1"/>
                          </a:solidFill>
                          <a:latin typeface="+mj-lt"/>
                          <a:cs typeface="Arial" panose="020B0604020202020204" pitchFamily="34" charset="0"/>
                        </a:rPr>
                        <a:t>%</a:t>
                      </a:r>
                      <a:endParaRPr lang="en-GB" sz="1600" noProof="0">
                        <a:solidFill>
                          <a:schemeClr val="tx1"/>
                        </a:solidFill>
                        <a:latin typeface="+mj-lt"/>
                      </a:endParaRPr>
                    </a:p>
                  </a:txBody>
                  <a:tcPr marL="72000" marR="72000" marT="72000" marB="72000" anchor="ctr">
                    <a:solidFill>
                      <a:schemeClr val="bg1"/>
                    </a:solidFill>
                  </a:tcPr>
                </a:tc>
                <a:extLst>
                  <a:ext uri="{0D108BD9-81ED-4DB2-BD59-A6C34878D82A}">
                    <a16:rowId xmlns:a16="http://schemas.microsoft.com/office/drawing/2014/main" val="615572374"/>
                  </a:ext>
                </a:extLst>
              </a:tr>
              <a:tr h="370840">
                <a:tc>
                  <a:txBody>
                    <a:bodyPr/>
                    <a:lstStyle/>
                    <a:p>
                      <a:r>
                        <a:rPr lang="en-GB" sz="1600" noProof="0">
                          <a:solidFill>
                            <a:schemeClr val="tx1"/>
                          </a:solidFill>
                        </a:rPr>
                        <a:t>BASF Group IFRS</a:t>
                      </a:r>
                      <a:r>
                        <a:rPr lang="en-GB" sz="1600" baseline="30000" noProof="0">
                          <a:solidFill>
                            <a:schemeClr val="tx1"/>
                          </a:solidFill>
                        </a:rPr>
                        <a:t>1</a:t>
                      </a:r>
                      <a:r>
                        <a:rPr lang="en-GB" sz="1600" noProof="0">
                          <a:solidFill>
                            <a:schemeClr val="tx1"/>
                          </a:solidFill>
                        </a:rPr>
                        <a:t> </a:t>
                      </a:r>
                    </a:p>
                  </a:txBody>
                  <a:tcPr marL="72000" marR="72000" marT="72000" marB="72000">
                    <a:solidFill>
                      <a:schemeClr val="bg1"/>
                    </a:solidFill>
                  </a:tcPr>
                </a:tc>
                <a:tc>
                  <a:txBody>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n-GB" sz="1600" noProof="0">
                          <a:solidFill>
                            <a:srgbClr val="C50022"/>
                          </a:solidFill>
                          <a:latin typeface="Arial" panose="020B0604020202020204" pitchFamily="34" charset="0"/>
                          <a:cs typeface="Arial" panose="020B0604020202020204" pitchFamily="34" charset="0"/>
                        </a:rPr>
                        <a:t>▼</a:t>
                      </a:r>
                      <a:r>
                        <a:rPr lang="en-GB" sz="1600" noProof="0">
                          <a:solidFill>
                            <a:schemeClr val="tx1"/>
                          </a:solidFill>
                          <a:latin typeface="Arial" panose="020B0604020202020204" pitchFamily="34" charset="0"/>
                          <a:cs typeface="Arial" panose="020B0604020202020204" pitchFamily="34" charset="0"/>
                        </a:rPr>
                        <a:t> -4.9</a:t>
                      </a:r>
                      <a:r>
                        <a:rPr lang="en-GB" sz="800" noProof="0">
                          <a:solidFill>
                            <a:schemeClr val="tx1"/>
                          </a:solidFill>
                          <a:latin typeface="Arial" panose="020B0604020202020204" pitchFamily="34" charset="0"/>
                          <a:cs typeface="Arial" panose="020B0604020202020204" pitchFamily="34" charset="0"/>
                        </a:rPr>
                        <a:t> </a:t>
                      </a:r>
                      <a:r>
                        <a:rPr lang="en-GB" sz="1600" noProof="0">
                          <a:solidFill>
                            <a:schemeClr val="tx1"/>
                          </a:solidFill>
                          <a:latin typeface="Arial" panose="020B0604020202020204" pitchFamily="34" charset="0"/>
                          <a:cs typeface="Arial" panose="020B0604020202020204" pitchFamily="34" charset="0"/>
                        </a:rPr>
                        <a:t>%</a:t>
                      </a:r>
                      <a:endParaRPr lang="en-GB" sz="1600" noProof="0">
                        <a:solidFill>
                          <a:schemeClr val="tx1"/>
                        </a:solidFill>
                      </a:endParaRPr>
                    </a:p>
                  </a:txBody>
                  <a:tcPr marL="72000" marR="72000" marT="72000" marB="72000">
                    <a:solidFill>
                      <a:schemeClr val="bg1"/>
                    </a:solidFill>
                  </a:tcPr>
                </a:tc>
                <a:tc>
                  <a:txBody>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n-GB" sz="1600" noProof="0">
                          <a:solidFill>
                            <a:srgbClr val="C50022"/>
                          </a:solidFill>
                          <a:latin typeface="Arial" panose="020B0604020202020204" pitchFamily="34" charset="0"/>
                          <a:cs typeface="Arial" panose="020B0604020202020204" pitchFamily="34" charset="0"/>
                        </a:rPr>
                        <a:t>▼</a:t>
                      </a:r>
                      <a:r>
                        <a:rPr lang="en-GB" sz="1600" noProof="0">
                          <a:solidFill>
                            <a:schemeClr val="tx1"/>
                          </a:solidFill>
                          <a:latin typeface="Arial" panose="020B0604020202020204" pitchFamily="34" charset="0"/>
                          <a:cs typeface="Arial" panose="020B0604020202020204" pitchFamily="34" charset="0"/>
                        </a:rPr>
                        <a:t> -2.2</a:t>
                      </a:r>
                      <a:r>
                        <a:rPr lang="en-GB" sz="800" noProof="0">
                          <a:solidFill>
                            <a:schemeClr val="tx1"/>
                          </a:solidFill>
                          <a:latin typeface="Arial" panose="020B0604020202020204" pitchFamily="34" charset="0"/>
                          <a:cs typeface="Arial" panose="020B0604020202020204" pitchFamily="34" charset="0"/>
                        </a:rPr>
                        <a:t> </a:t>
                      </a:r>
                      <a:r>
                        <a:rPr lang="en-GB" sz="1600" noProof="0">
                          <a:solidFill>
                            <a:schemeClr val="tx1"/>
                          </a:solidFill>
                          <a:latin typeface="Arial" panose="020B0604020202020204" pitchFamily="34" charset="0"/>
                          <a:cs typeface="Arial" panose="020B0604020202020204" pitchFamily="34" charset="0"/>
                        </a:rPr>
                        <a:t>%</a:t>
                      </a:r>
                      <a:endParaRPr lang="en-GB" sz="1600" noProof="0">
                        <a:solidFill>
                          <a:schemeClr val="tx1"/>
                        </a:solidFill>
                      </a:endParaRPr>
                    </a:p>
                  </a:txBody>
                  <a:tcPr marL="72000" marR="72000" marT="72000" marB="72000">
                    <a:solidFill>
                      <a:schemeClr val="bg1"/>
                    </a:solidFill>
                  </a:tcPr>
                </a:tc>
                <a:tc>
                  <a:txBody>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n-GB" sz="1600" noProof="0">
                          <a:solidFill>
                            <a:srgbClr val="C50022"/>
                          </a:solidFill>
                          <a:latin typeface="Arial" panose="020B0604020202020204" pitchFamily="34" charset="0"/>
                          <a:cs typeface="Arial" panose="020B0604020202020204" pitchFamily="34" charset="0"/>
                        </a:rPr>
                        <a:t>▼</a:t>
                      </a:r>
                      <a:r>
                        <a:rPr lang="en-GB" sz="1600" noProof="0">
                          <a:solidFill>
                            <a:schemeClr val="tx1"/>
                          </a:solidFill>
                          <a:latin typeface="Arial" panose="020B0604020202020204" pitchFamily="34" charset="0"/>
                          <a:cs typeface="Arial" panose="020B0604020202020204" pitchFamily="34" charset="0"/>
                        </a:rPr>
                        <a:t> -2.6</a:t>
                      </a:r>
                      <a:r>
                        <a:rPr lang="en-GB" sz="800" noProof="0">
                          <a:solidFill>
                            <a:schemeClr val="tx1"/>
                          </a:solidFill>
                          <a:latin typeface="Arial" panose="020B0604020202020204" pitchFamily="34" charset="0"/>
                          <a:cs typeface="Arial" panose="020B0604020202020204" pitchFamily="34" charset="0"/>
                        </a:rPr>
                        <a:t> </a:t>
                      </a:r>
                      <a:r>
                        <a:rPr lang="en-GB" sz="1600" noProof="0">
                          <a:solidFill>
                            <a:schemeClr val="tx1"/>
                          </a:solidFill>
                          <a:latin typeface="Arial" panose="020B0604020202020204" pitchFamily="34" charset="0"/>
                          <a:cs typeface="Arial" panose="020B0604020202020204" pitchFamily="34" charset="0"/>
                        </a:rPr>
                        <a:t>%</a:t>
                      </a:r>
                      <a:endParaRPr lang="en-GB" sz="1600" noProof="0">
                        <a:solidFill>
                          <a:schemeClr val="tx1"/>
                        </a:solidFill>
                      </a:endParaRPr>
                    </a:p>
                  </a:txBody>
                  <a:tcPr marL="72000" marR="72000" marT="72000" marB="72000">
                    <a:solidFill>
                      <a:schemeClr val="bg1"/>
                    </a:solidFill>
                  </a:tcPr>
                </a:tc>
                <a:tc>
                  <a:txBody>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n-GB" sz="1600" noProof="0">
                          <a:solidFill>
                            <a:srgbClr val="C50022"/>
                          </a:solidFill>
                          <a:latin typeface="Arial" panose="020B0604020202020204" pitchFamily="34" charset="0"/>
                          <a:cs typeface="Arial" panose="020B0604020202020204" pitchFamily="34" charset="0"/>
                        </a:rPr>
                        <a:t>▼</a:t>
                      </a:r>
                      <a:r>
                        <a:rPr lang="en-GB" sz="1600" noProof="0">
                          <a:solidFill>
                            <a:schemeClr val="tx1"/>
                          </a:solidFill>
                          <a:latin typeface="Arial" panose="020B0604020202020204" pitchFamily="34" charset="0"/>
                          <a:cs typeface="Arial" panose="020B0604020202020204" pitchFamily="34" charset="0"/>
                        </a:rPr>
                        <a:t> -0.1</a:t>
                      </a:r>
                      <a:r>
                        <a:rPr lang="en-GB" sz="800" noProof="0">
                          <a:solidFill>
                            <a:schemeClr val="tx1"/>
                          </a:solidFill>
                          <a:latin typeface="Arial" panose="020B0604020202020204" pitchFamily="34" charset="0"/>
                          <a:cs typeface="Arial" panose="020B0604020202020204" pitchFamily="34" charset="0"/>
                        </a:rPr>
                        <a:t> </a:t>
                      </a:r>
                      <a:r>
                        <a:rPr lang="en-GB" sz="1600" noProof="0">
                          <a:solidFill>
                            <a:schemeClr val="tx1"/>
                          </a:solidFill>
                          <a:latin typeface="Arial" panose="020B0604020202020204" pitchFamily="34" charset="0"/>
                          <a:cs typeface="Arial" panose="020B0604020202020204" pitchFamily="34" charset="0"/>
                        </a:rPr>
                        <a:t>%</a:t>
                      </a:r>
                      <a:endParaRPr lang="en-GB" sz="1600" noProof="0">
                        <a:solidFill>
                          <a:schemeClr val="tx1"/>
                        </a:solidFill>
                      </a:endParaRPr>
                    </a:p>
                  </a:txBody>
                  <a:tcPr marL="72000" marR="72000" marT="72000" marB="72000">
                    <a:solidFill>
                      <a:schemeClr val="bg1"/>
                    </a:solidFill>
                  </a:tcPr>
                </a:tc>
                <a:extLst>
                  <a:ext uri="{0D108BD9-81ED-4DB2-BD59-A6C34878D82A}">
                    <a16:rowId xmlns:a16="http://schemas.microsoft.com/office/drawing/2014/main" val="3837032006"/>
                  </a:ext>
                </a:extLst>
              </a:tr>
            </a:tbl>
          </a:graphicData>
        </a:graphic>
      </p:graphicFrame>
      <p:sp>
        <p:nvSpPr>
          <p:cNvPr id="16" name="Textfeld 15">
            <a:extLst>
              <a:ext uri="{FF2B5EF4-FFF2-40B4-BE49-F238E27FC236}">
                <a16:creationId xmlns:a16="http://schemas.microsoft.com/office/drawing/2014/main" id="{52039512-4958-7489-55E4-7473CD7A7246}"/>
              </a:ext>
            </a:extLst>
          </p:cNvPr>
          <p:cNvSpPr txBox="1"/>
          <p:nvPr/>
        </p:nvSpPr>
        <p:spPr>
          <a:xfrm>
            <a:off x="4308477" y="634037"/>
            <a:ext cx="6865939" cy="307777"/>
          </a:xfrm>
          <a:prstGeom prst="rect">
            <a:avLst/>
          </a:prstGeom>
          <a:noFill/>
        </p:spPr>
        <p:txBody>
          <a:bodyPr wrap="square" lIns="0" tIns="0" rIns="0" bIns="0" rtlCol="0">
            <a:spAutoFit/>
          </a:bodyPr>
          <a:lstStyle/>
          <a:p>
            <a:r>
              <a:rPr lang="en-GB" sz="2000" b="1" noProof="0"/>
              <a:t>EBITDA before special items </a:t>
            </a:r>
            <a:r>
              <a:rPr lang="en-GB" sz="2000" noProof="0"/>
              <a:t>(million €) </a:t>
            </a:r>
          </a:p>
        </p:txBody>
      </p:sp>
      <p:sp>
        <p:nvSpPr>
          <p:cNvPr id="19" name="Textfeld 18">
            <a:extLst>
              <a:ext uri="{FF2B5EF4-FFF2-40B4-BE49-F238E27FC236}">
                <a16:creationId xmlns:a16="http://schemas.microsoft.com/office/drawing/2014/main" id="{6F662E30-72F2-AF4D-D82C-556886BEEAE1}"/>
              </a:ext>
            </a:extLst>
          </p:cNvPr>
          <p:cNvSpPr txBox="1"/>
          <p:nvPr/>
        </p:nvSpPr>
        <p:spPr>
          <a:xfrm>
            <a:off x="4308476" y="2731490"/>
            <a:ext cx="6865939" cy="307777"/>
          </a:xfrm>
          <a:prstGeom prst="rect">
            <a:avLst/>
          </a:prstGeom>
          <a:noFill/>
        </p:spPr>
        <p:txBody>
          <a:bodyPr wrap="square" lIns="0" tIns="0" rIns="0" bIns="0" rtlCol="0">
            <a:spAutoFit/>
          </a:bodyPr>
          <a:lstStyle/>
          <a:p>
            <a:r>
              <a:rPr lang="en-GB" sz="2000" b="1" noProof="0"/>
              <a:t>EBITDA before special items </a:t>
            </a:r>
            <a:r>
              <a:rPr lang="en-GB" sz="2000" noProof="0"/>
              <a:t>(million €) </a:t>
            </a:r>
          </a:p>
        </p:txBody>
      </p:sp>
      <p:graphicFrame>
        <p:nvGraphicFramePr>
          <p:cNvPr id="22" name="Diagramm 21">
            <a:extLst>
              <a:ext uri="{FF2B5EF4-FFF2-40B4-BE49-F238E27FC236}">
                <a16:creationId xmlns:a16="http://schemas.microsoft.com/office/drawing/2014/main" id="{1D3D39AA-B544-5772-8B19-C21CA41C08B5}"/>
              </a:ext>
            </a:extLst>
          </p:cNvPr>
          <p:cNvGraphicFramePr/>
          <p:nvPr/>
        </p:nvGraphicFramePr>
        <p:xfrm>
          <a:off x="4308475" y="3171379"/>
          <a:ext cx="6865941" cy="3142926"/>
        </p:xfrm>
        <a:graphic>
          <a:graphicData uri="http://schemas.openxmlformats.org/drawingml/2006/chart">
            <c:chart xmlns:c="http://schemas.openxmlformats.org/drawingml/2006/chart" xmlns:r="http://schemas.openxmlformats.org/officeDocument/2006/relationships" r:id="rId2"/>
          </a:graphicData>
        </a:graphic>
      </p:graphicFrame>
      <p:sp>
        <p:nvSpPr>
          <p:cNvPr id="2" name="Inhaltsplatzhalter 13">
            <a:extLst>
              <a:ext uri="{FF2B5EF4-FFF2-40B4-BE49-F238E27FC236}">
                <a16:creationId xmlns:a16="http://schemas.microsoft.com/office/drawing/2014/main" id="{5D0289B9-29E2-3B0D-2981-C54FEF048319}"/>
              </a:ext>
            </a:extLst>
          </p:cNvPr>
          <p:cNvSpPr>
            <a:spLocks noGrp="1"/>
          </p:cNvSpPr>
          <p:nvPr>
            <p:ph sz="quarter" idx="11"/>
          </p:nvPr>
        </p:nvSpPr>
        <p:spPr>
          <a:xfrm>
            <a:off x="514350" y="3061362"/>
            <a:ext cx="3600000" cy="1988750"/>
          </a:xfrm>
          <a:noFill/>
        </p:spPr>
        <p:txBody>
          <a:bodyPr wrap="square" lIns="0" tIns="0" rIns="0" bIns="0">
            <a:spAutoFit/>
          </a:bodyPr>
          <a:lstStyle/>
          <a:p>
            <a:pPr lvl="0">
              <a:spcBef>
                <a:spcPts val="600"/>
              </a:spcBef>
            </a:pPr>
            <a:r>
              <a:rPr lang="de-DE" altLang="ko-KR" sz="1600" dirty="0"/>
              <a:t>Lumas </a:t>
            </a:r>
            <a:r>
              <a:rPr lang="de-DE" altLang="ko-KR" sz="1600" dirty="0" err="1"/>
              <a:t>sares</a:t>
            </a:r>
            <a:r>
              <a:rPr lang="de-DE" altLang="ko-KR" sz="1600" dirty="0"/>
              <a:t> </a:t>
            </a:r>
            <a:r>
              <a:rPr lang="de-DE" altLang="ko-KR" sz="1600" dirty="0" err="1"/>
              <a:t>umars</a:t>
            </a:r>
            <a:endParaRPr lang="de-DE" altLang="ko-KR" sz="1600" dirty="0"/>
          </a:p>
          <a:p>
            <a:pPr lvl="0">
              <a:spcBef>
                <a:spcPts val="600"/>
              </a:spcBef>
            </a:pPr>
            <a:r>
              <a:rPr lang="de-DE" altLang="ko-KR" sz="1600" dirty="0" err="1"/>
              <a:t>Avenius</a:t>
            </a:r>
            <a:r>
              <a:rPr lang="de-DE" altLang="ko-KR" sz="1600" dirty="0"/>
              <a:t> </a:t>
            </a:r>
            <a:r>
              <a:rPr lang="de-DE" altLang="ko-KR" sz="1600" dirty="0" err="1"/>
              <a:t>lumars</a:t>
            </a:r>
            <a:r>
              <a:rPr lang="de-DE" altLang="ko-KR" sz="1600" dirty="0"/>
              <a:t> </a:t>
            </a:r>
            <a:r>
              <a:rPr lang="de-DE" altLang="ko-KR" sz="1600" dirty="0" err="1"/>
              <a:t>tusares</a:t>
            </a:r>
            <a:endParaRPr lang="de-DE" altLang="ko-KR" sz="1600" dirty="0"/>
          </a:p>
          <a:p>
            <a:pPr lvl="0">
              <a:spcBef>
                <a:spcPts val="600"/>
              </a:spcBef>
            </a:pPr>
            <a:r>
              <a:rPr lang="de-DE" altLang="ko-KR" sz="1600" dirty="0"/>
              <a:t>Marens </a:t>
            </a:r>
            <a:r>
              <a:rPr lang="de-DE" altLang="ko-KR" sz="1600" dirty="0" err="1"/>
              <a:t>tus</a:t>
            </a:r>
            <a:r>
              <a:rPr lang="de-DE" altLang="ko-KR" sz="1600" dirty="0"/>
              <a:t> </a:t>
            </a:r>
            <a:r>
              <a:rPr lang="de-DE" altLang="ko-KR" sz="1600" dirty="0" err="1"/>
              <a:t>amoras</a:t>
            </a:r>
            <a:r>
              <a:rPr lang="de-DE" altLang="ko-KR" sz="1600" dirty="0"/>
              <a:t> </a:t>
            </a:r>
            <a:r>
              <a:rPr lang="de-DE" altLang="ko-KR" sz="1600" dirty="0" err="1"/>
              <a:t>limers</a:t>
            </a:r>
            <a:endParaRPr lang="de-DE" altLang="ko-KR" sz="1600" dirty="0"/>
          </a:p>
          <a:p>
            <a:pPr lvl="0">
              <a:spcBef>
                <a:spcPts val="600"/>
              </a:spcBef>
            </a:pPr>
            <a:r>
              <a:rPr lang="de-DE" altLang="ko-KR" sz="1600" dirty="0" err="1"/>
              <a:t>Bolstas</a:t>
            </a:r>
            <a:r>
              <a:rPr lang="de-DE" altLang="ko-KR" sz="1600" dirty="0"/>
              <a:t> </a:t>
            </a:r>
            <a:r>
              <a:rPr lang="de-DE" altLang="ko-KR" sz="1600" dirty="0" err="1"/>
              <a:t>duses</a:t>
            </a:r>
            <a:r>
              <a:rPr lang="de-DE" altLang="ko-KR" sz="1600" dirty="0"/>
              <a:t> </a:t>
            </a:r>
            <a:r>
              <a:rPr lang="de-DE" altLang="ko-KR" sz="1600" dirty="0" err="1"/>
              <a:t>amores</a:t>
            </a:r>
            <a:endParaRPr lang="de-DE" altLang="ko-KR" sz="1600" dirty="0"/>
          </a:p>
          <a:p>
            <a:pPr lvl="0">
              <a:spcBef>
                <a:spcPts val="600"/>
              </a:spcBef>
            </a:pPr>
            <a:r>
              <a:rPr lang="de-DE" altLang="ko-KR" sz="1600" dirty="0"/>
              <a:t>Lumas </a:t>
            </a:r>
            <a:r>
              <a:rPr lang="de-DE" altLang="ko-KR" sz="1600" dirty="0" err="1"/>
              <a:t>sares</a:t>
            </a:r>
            <a:r>
              <a:rPr lang="de-DE" altLang="ko-KR" sz="1600" dirty="0"/>
              <a:t> </a:t>
            </a:r>
            <a:r>
              <a:rPr lang="de-DE" altLang="ko-KR" sz="1600" dirty="0" err="1"/>
              <a:t>umars</a:t>
            </a:r>
            <a:endParaRPr lang="de-DE" altLang="ko-KR" sz="1600" dirty="0"/>
          </a:p>
          <a:p>
            <a:pPr lvl="0">
              <a:spcBef>
                <a:spcPts val="600"/>
              </a:spcBef>
            </a:pPr>
            <a:r>
              <a:rPr lang="de-DE" altLang="ko-KR" sz="1600" dirty="0" err="1"/>
              <a:t>Avenius</a:t>
            </a:r>
            <a:r>
              <a:rPr lang="de-DE" altLang="ko-KR" sz="1600" dirty="0"/>
              <a:t> </a:t>
            </a:r>
            <a:r>
              <a:rPr lang="de-DE" altLang="ko-KR" sz="1600" dirty="0" err="1"/>
              <a:t>lumars</a:t>
            </a:r>
            <a:r>
              <a:rPr lang="de-DE" altLang="ko-KR" sz="1600" dirty="0"/>
              <a:t> </a:t>
            </a:r>
            <a:r>
              <a:rPr lang="de-DE" altLang="ko-KR" sz="1600" dirty="0" err="1"/>
              <a:t>tusares</a:t>
            </a:r>
            <a:endParaRPr lang="de-DE" altLang="ko-KR" sz="1600" dirty="0"/>
          </a:p>
        </p:txBody>
      </p:sp>
      <p:pic>
        <p:nvPicPr>
          <p:cNvPr id="12" name="Graphic 11">
            <a:extLst>
              <a:ext uri="{FF2B5EF4-FFF2-40B4-BE49-F238E27FC236}">
                <a16:creationId xmlns:a16="http://schemas.microsoft.com/office/drawing/2014/main" id="{F2298836-9B4C-5CF6-00FA-80479477AE5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91813" y="6223000"/>
            <a:ext cx="1498600" cy="635000"/>
          </a:xfrm>
          <a:prstGeom prst="rect">
            <a:avLst/>
          </a:prstGeom>
        </p:spPr>
      </p:pic>
      <p:sp>
        <p:nvSpPr>
          <p:cNvPr id="3" name="Foliennummernplatzhalter 7">
            <a:extLst>
              <a:ext uri="{FF2B5EF4-FFF2-40B4-BE49-F238E27FC236}">
                <a16:creationId xmlns:a16="http://schemas.microsoft.com/office/drawing/2014/main" id="{EFBA09A6-2A5D-4DD2-934D-403614FC3DCD}"/>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45</a:t>
            </a:fld>
            <a:endParaRPr lang="de-DE"/>
          </a:p>
        </p:txBody>
      </p:sp>
    </p:spTree>
    <p:extLst>
      <p:ext uri="{BB962C8B-B14F-4D97-AF65-F5344CB8AC3E}">
        <p14:creationId xmlns:p14="http://schemas.microsoft.com/office/powerpoint/2010/main" val="13579493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B2D180-F2EE-1197-B056-6F5354476C03}"/>
            </a:ext>
          </a:extLst>
        </p:cNvPr>
        <p:cNvGrpSpPr/>
        <p:nvPr/>
      </p:nvGrpSpPr>
      <p:grpSpPr>
        <a:xfrm>
          <a:off x="0" y="0"/>
          <a:ext cx="0" cy="0"/>
          <a:chOff x="0" y="0"/>
          <a:chExt cx="0" cy="0"/>
        </a:xfrm>
      </p:grpSpPr>
      <p:sp>
        <p:nvSpPr>
          <p:cNvPr id="10" name="Rechteck 9">
            <a:extLst>
              <a:ext uri="{FF2B5EF4-FFF2-40B4-BE49-F238E27FC236}">
                <a16:creationId xmlns:a16="http://schemas.microsoft.com/office/drawing/2014/main" id="{FBD29CA9-F4FE-C4F4-B56F-461D2F4EFD56}"/>
              </a:ext>
            </a:extLst>
          </p:cNvPr>
          <p:cNvSpPr/>
          <p:nvPr/>
        </p:nvSpPr>
        <p:spPr>
          <a:xfrm>
            <a:off x="4114800" y="-941"/>
            <a:ext cx="8075613" cy="68589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a:ln>
                <a:noFill/>
              </a:ln>
              <a:solidFill>
                <a:srgbClr val="FFFFFF"/>
              </a:solidFill>
              <a:effectLst/>
              <a:uLnTx/>
              <a:uFillTx/>
              <a:latin typeface="Arial" panose="020B0604020202020204"/>
              <a:cs typeface="Arial"/>
            </a:endParaRPr>
          </a:p>
        </p:txBody>
      </p:sp>
      <p:sp>
        <p:nvSpPr>
          <p:cNvPr id="15" name="Inhaltsplatzhalter 13">
            <a:extLst>
              <a:ext uri="{FF2B5EF4-FFF2-40B4-BE49-F238E27FC236}">
                <a16:creationId xmlns:a16="http://schemas.microsoft.com/office/drawing/2014/main" id="{89FD3CBE-E372-74EE-1D0B-5DC323C6EEC1}"/>
              </a:ext>
            </a:extLst>
          </p:cNvPr>
          <p:cNvSpPr>
            <a:spLocks noGrp="1"/>
          </p:cNvSpPr>
          <p:nvPr>
            <p:ph sz="quarter" idx="11"/>
          </p:nvPr>
        </p:nvSpPr>
        <p:spPr>
          <a:xfrm>
            <a:off x="514350" y="3061362"/>
            <a:ext cx="3600000" cy="1988750"/>
          </a:xfrm>
          <a:noFill/>
        </p:spPr>
        <p:txBody>
          <a:bodyPr wrap="square" lIns="0" tIns="0" rIns="0" bIns="0">
            <a:spAutoFit/>
          </a:bodyPr>
          <a:lstStyle/>
          <a:p>
            <a:pPr lvl="0">
              <a:spcBef>
                <a:spcPts val="600"/>
              </a:spcBef>
            </a:pPr>
            <a:r>
              <a:rPr lang="de-DE" altLang="ko-KR" sz="1600" dirty="0"/>
              <a:t>Lumas </a:t>
            </a:r>
            <a:r>
              <a:rPr lang="de-DE" altLang="ko-KR" sz="1600" dirty="0" err="1"/>
              <a:t>sares</a:t>
            </a:r>
            <a:r>
              <a:rPr lang="de-DE" altLang="ko-KR" sz="1600" dirty="0"/>
              <a:t> </a:t>
            </a:r>
            <a:r>
              <a:rPr lang="de-DE" altLang="ko-KR" sz="1600" dirty="0" err="1"/>
              <a:t>umars</a:t>
            </a:r>
            <a:endParaRPr lang="de-DE" altLang="ko-KR" sz="1600" dirty="0"/>
          </a:p>
          <a:p>
            <a:pPr lvl="0">
              <a:spcBef>
                <a:spcPts val="600"/>
              </a:spcBef>
            </a:pPr>
            <a:r>
              <a:rPr lang="de-DE" altLang="ko-KR" sz="1600" dirty="0" err="1"/>
              <a:t>Avenius</a:t>
            </a:r>
            <a:r>
              <a:rPr lang="de-DE" altLang="ko-KR" sz="1600" dirty="0"/>
              <a:t> </a:t>
            </a:r>
            <a:r>
              <a:rPr lang="de-DE" altLang="ko-KR" sz="1600" dirty="0" err="1"/>
              <a:t>lumars</a:t>
            </a:r>
            <a:r>
              <a:rPr lang="de-DE" altLang="ko-KR" sz="1600" dirty="0"/>
              <a:t> </a:t>
            </a:r>
            <a:r>
              <a:rPr lang="de-DE" altLang="ko-KR" sz="1600" dirty="0" err="1"/>
              <a:t>tusares</a:t>
            </a:r>
            <a:endParaRPr lang="de-DE" altLang="ko-KR" sz="1600" dirty="0"/>
          </a:p>
          <a:p>
            <a:pPr lvl="0">
              <a:spcBef>
                <a:spcPts val="600"/>
              </a:spcBef>
            </a:pPr>
            <a:r>
              <a:rPr lang="de-DE" altLang="ko-KR" sz="1600" dirty="0"/>
              <a:t>Marens </a:t>
            </a:r>
            <a:r>
              <a:rPr lang="de-DE" altLang="ko-KR" sz="1600" dirty="0" err="1"/>
              <a:t>tus</a:t>
            </a:r>
            <a:r>
              <a:rPr lang="de-DE" altLang="ko-KR" sz="1600" dirty="0"/>
              <a:t> </a:t>
            </a:r>
            <a:r>
              <a:rPr lang="de-DE" altLang="ko-KR" sz="1600" dirty="0" err="1"/>
              <a:t>amoras</a:t>
            </a:r>
            <a:r>
              <a:rPr lang="de-DE" altLang="ko-KR" sz="1600" dirty="0"/>
              <a:t> </a:t>
            </a:r>
            <a:r>
              <a:rPr lang="de-DE" altLang="ko-KR" sz="1600" dirty="0" err="1"/>
              <a:t>limers</a:t>
            </a:r>
            <a:endParaRPr lang="de-DE" altLang="ko-KR" sz="1600" dirty="0"/>
          </a:p>
          <a:p>
            <a:pPr lvl="0">
              <a:spcBef>
                <a:spcPts val="600"/>
              </a:spcBef>
            </a:pPr>
            <a:r>
              <a:rPr lang="de-DE" altLang="ko-KR" sz="1600" dirty="0" err="1"/>
              <a:t>Bolstas</a:t>
            </a:r>
            <a:r>
              <a:rPr lang="de-DE" altLang="ko-KR" sz="1600" dirty="0"/>
              <a:t> </a:t>
            </a:r>
            <a:r>
              <a:rPr lang="de-DE" altLang="ko-KR" sz="1600" dirty="0" err="1"/>
              <a:t>duses</a:t>
            </a:r>
            <a:r>
              <a:rPr lang="de-DE" altLang="ko-KR" sz="1600" dirty="0"/>
              <a:t> </a:t>
            </a:r>
            <a:r>
              <a:rPr lang="de-DE" altLang="ko-KR" sz="1600" dirty="0" err="1"/>
              <a:t>amores</a:t>
            </a:r>
            <a:endParaRPr lang="de-DE" altLang="ko-KR" sz="1600" dirty="0"/>
          </a:p>
          <a:p>
            <a:pPr lvl="0">
              <a:spcBef>
                <a:spcPts val="600"/>
              </a:spcBef>
            </a:pPr>
            <a:r>
              <a:rPr lang="de-DE" altLang="ko-KR" sz="1600" dirty="0"/>
              <a:t>Lumas </a:t>
            </a:r>
            <a:r>
              <a:rPr lang="de-DE" altLang="ko-KR" sz="1600" dirty="0" err="1"/>
              <a:t>sares</a:t>
            </a:r>
            <a:r>
              <a:rPr lang="de-DE" altLang="ko-KR" sz="1600" dirty="0"/>
              <a:t> </a:t>
            </a:r>
            <a:r>
              <a:rPr lang="de-DE" altLang="ko-KR" sz="1600" dirty="0" err="1"/>
              <a:t>umars</a:t>
            </a:r>
            <a:endParaRPr lang="de-DE" altLang="ko-KR" sz="1600" dirty="0"/>
          </a:p>
          <a:p>
            <a:pPr lvl="0">
              <a:spcBef>
                <a:spcPts val="600"/>
              </a:spcBef>
            </a:pPr>
            <a:r>
              <a:rPr lang="de-DE" altLang="ko-KR" sz="1600" dirty="0" err="1"/>
              <a:t>Avenius</a:t>
            </a:r>
            <a:r>
              <a:rPr lang="de-DE" altLang="ko-KR" sz="1600" dirty="0"/>
              <a:t> </a:t>
            </a:r>
            <a:r>
              <a:rPr lang="de-DE" altLang="ko-KR" sz="1600" dirty="0" err="1"/>
              <a:t>lumars</a:t>
            </a:r>
            <a:r>
              <a:rPr lang="de-DE" altLang="ko-KR" sz="1600" dirty="0"/>
              <a:t> </a:t>
            </a:r>
            <a:r>
              <a:rPr lang="de-DE" altLang="ko-KR" sz="1600" dirty="0" err="1"/>
              <a:t>tusares</a:t>
            </a:r>
            <a:endParaRPr lang="de-DE" altLang="ko-KR" sz="1600" dirty="0"/>
          </a:p>
        </p:txBody>
      </p:sp>
      <p:graphicFrame>
        <p:nvGraphicFramePr>
          <p:cNvPr id="8" name="Tabelle 7">
            <a:extLst>
              <a:ext uri="{FF2B5EF4-FFF2-40B4-BE49-F238E27FC236}">
                <a16:creationId xmlns:a16="http://schemas.microsoft.com/office/drawing/2014/main" id="{6387119B-A89F-C287-11D0-28CA14EED400}"/>
              </a:ext>
            </a:extLst>
          </p:cNvPr>
          <p:cNvGraphicFramePr>
            <a:graphicFrameLocks noGrp="1"/>
          </p:cNvGraphicFramePr>
          <p:nvPr/>
        </p:nvGraphicFramePr>
        <p:xfrm>
          <a:off x="4308477" y="1177732"/>
          <a:ext cx="6865942" cy="1251840"/>
        </p:xfrm>
        <a:graphic>
          <a:graphicData uri="http://schemas.openxmlformats.org/drawingml/2006/table">
            <a:tbl>
              <a:tblPr firstRow="1" bandRow="1">
                <a:tableStyleId>{5C22544A-7EE6-4342-B048-85BDC9FD1C3A}</a:tableStyleId>
              </a:tblPr>
              <a:tblGrid>
                <a:gridCol w="2264682">
                  <a:extLst>
                    <a:ext uri="{9D8B030D-6E8A-4147-A177-3AD203B41FA5}">
                      <a16:colId xmlns:a16="http://schemas.microsoft.com/office/drawing/2014/main" val="1828512030"/>
                    </a:ext>
                  </a:extLst>
                </a:gridCol>
                <a:gridCol w="1150315">
                  <a:extLst>
                    <a:ext uri="{9D8B030D-6E8A-4147-A177-3AD203B41FA5}">
                      <a16:colId xmlns:a16="http://schemas.microsoft.com/office/drawing/2014/main" val="3775910725"/>
                    </a:ext>
                  </a:extLst>
                </a:gridCol>
                <a:gridCol w="1150315">
                  <a:extLst>
                    <a:ext uri="{9D8B030D-6E8A-4147-A177-3AD203B41FA5}">
                      <a16:colId xmlns:a16="http://schemas.microsoft.com/office/drawing/2014/main" val="3562086092"/>
                    </a:ext>
                  </a:extLst>
                </a:gridCol>
                <a:gridCol w="1150315">
                  <a:extLst>
                    <a:ext uri="{9D8B030D-6E8A-4147-A177-3AD203B41FA5}">
                      <a16:colId xmlns:a16="http://schemas.microsoft.com/office/drawing/2014/main" val="3704797128"/>
                    </a:ext>
                  </a:extLst>
                </a:gridCol>
                <a:gridCol w="1150315">
                  <a:extLst>
                    <a:ext uri="{9D8B030D-6E8A-4147-A177-3AD203B41FA5}">
                      <a16:colId xmlns:a16="http://schemas.microsoft.com/office/drawing/2014/main" val="2283567199"/>
                    </a:ext>
                  </a:extLst>
                </a:gridCol>
              </a:tblGrid>
              <a:tr h="432000">
                <a:tc>
                  <a:txBody>
                    <a:bodyPr/>
                    <a:lstStyle/>
                    <a:p>
                      <a:r>
                        <a:rPr lang="en-GB" sz="1600" noProof="0">
                          <a:solidFill>
                            <a:schemeClr val="tx1"/>
                          </a:solidFill>
                        </a:rPr>
                        <a:t>Q3 2024 vs. Q3 2023</a:t>
                      </a:r>
                    </a:p>
                  </a:txBody>
                  <a:tcPr marL="72000" marR="72000" marT="72000" marB="7200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5"/>
                    </a:solidFill>
                  </a:tcPr>
                </a:tc>
                <a:tc>
                  <a:txBody>
                    <a:bodyPr/>
                    <a:lstStyle/>
                    <a:p>
                      <a:r>
                        <a:rPr lang="en-GB" sz="1600" noProof="0">
                          <a:solidFill>
                            <a:schemeClr val="tx1"/>
                          </a:solidFill>
                        </a:rPr>
                        <a:t>Volumes</a:t>
                      </a:r>
                    </a:p>
                  </a:txBody>
                  <a:tcPr marL="72000" marR="72000" marT="72000" marB="7200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5"/>
                    </a:solidFill>
                  </a:tcPr>
                </a:tc>
                <a:tc>
                  <a:txBody>
                    <a:bodyPr/>
                    <a:lstStyle/>
                    <a:p>
                      <a:r>
                        <a:rPr lang="en-GB" sz="1600" noProof="0">
                          <a:solidFill>
                            <a:schemeClr val="tx1"/>
                          </a:solidFill>
                        </a:rPr>
                        <a:t>Prices</a:t>
                      </a:r>
                    </a:p>
                  </a:txBody>
                  <a:tcPr marL="72000" marR="72000" marT="72000" marB="7200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5"/>
                    </a:solidFill>
                  </a:tcPr>
                </a:tc>
                <a:tc>
                  <a:txBody>
                    <a:bodyPr/>
                    <a:lstStyle/>
                    <a:p>
                      <a:r>
                        <a:rPr lang="en-GB" sz="1600" noProof="0">
                          <a:solidFill>
                            <a:schemeClr val="tx1"/>
                          </a:solidFill>
                        </a:rPr>
                        <a:t>Currency</a:t>
                      </a:r>
                    </a:p>
                  </a:txBody>
                  <a:tcPr marL="72000" marR="72000" marT="72000" marB="7200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5"/>
                    </a:solidFill>
                  </a:tcPr>
                </a:tc>
                <a:tc>
                  <a:txBody>
                    <a:bodyPr/>
                    <a:lstStyle/>
                    <a:p>
                      <a:r>
                        <a:rPr lang="en-GB" sz="1600" noProof="0">
                          <a:solidFill>
                            <a:schemeClr val="tx1"/>
                          </a:solidFill>
                        </a:rPr>
                        <a:t>Portfolio</a:t>
                      </a:r>
                    </a:p>
                  </a:txBody>
                  <a:tcPr marL="72000" marR="72000" marT="72000" marB="72000" anchor="ctr">
                    <a:lnL w="12700" cmpd="sng">
                      <a:noFill/>
                    </a:lnL>
                    <a:lnR w="12700" cmpd="sng">
                      <a:noFill/>
                    </a:lnR>
                    <a:lnT w="12700" cmpd="sng">
                      <a:noFill/>
                    </a:lnT>
                    <a:lnB w="38100" cmpd="sng">
                      <a:noFill/>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91874804"/>
                  </a:ext>
                </a:extLst>
              </a:tr>
              <a:tr h="432000">
                <a:tc>
                  <a:txBody>
                    <a:bodyPr/>
                    <a:lstStyle/>
                    <a:p>
                      <a:r>
                        <a:rPr lang="en-GB" sz="1600" noProof="0">
                          <a:solidFill>
                            <a:schemeClr val="tx1"/>
                          </a:solidFill>
                          <a:latin typeface="+mj-lt"/>
                        </a:rPr>
                        <a:t>BASF Group adjusted</a:t>
                      </a:r>
                      <a:r>
                        <a:rPr lang="en-GB" sz="1600" baseline="30000" noProof="0">
                          <a:solidFill>
                            <a:schemeClr val="tx1"/>
                          </a:solidFill>
                          <a:latin typeface="+mj-lt"/>
                        </a:rPr>
                        <a:t>1</a:t>
                      </a:r>
                    </a:p>
                  </a:txBody>
                  <a:tcPr marL="72000" marR="72000" marT="72000" marB="7200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5"/>
                    </a:solidFill>
                  </a:tcPr>
                </a:tc>
                <a:tc>
                  <a:txBody>
                    <a:bodyPr/>
                    <a:lstStyle/>
                    <a:p>
                      <a:r>
                        <a:rPr lang="en-GB" sz="1600" noProof="0">
                          <a:solidFill>
                            <a:srgbClr val="65AC1E"/>
                          </a:solidFill>
                          <a:latin typeface="+mj-lt"/>
                          <a:cs typeface="Arial" panose="020B0604020202020204" pitchFamily="34" charset="0"/>
                        </a:rPr>
                        <a:t>▲</a:t>
                      </a:r>
                      <a:r>
                        <a:rPr lang="en-GB" sz="1600" noProof="0">
                          <a:solidFill>
                            <a:schemeClr val="tx1"/>
                          </a:solidFill>
                          <a:latin typeface="+mj-lt"/>
                          <a:cs typeface="Arial" panose="020B0604020202020204" pitchFamily="34" charset="0"/>
                        </a:rPr>
                        <a:t> 6.8</a:t>
                      </a:r>
                      <a:r>
                        <a:rPr lang="en-GB" sz="800" noProof="0">
                          <a:solidFill>
                            <a:schemeClr val="tx1"/>
                          </a:solidFill>
                          <a:latin typeface="+mj-lt"/>
                          <a:cs typeface="Arial" panose="020B0604020202020204" pitchFamily="34" charset="0"/>
                        </a:rPr>
                        <a:t> </a:t>
                      </a:r>
                      <a:r>
                        <a:rPr lang="en-GB" sz="1600" noProof="0">
                          <a:solidFill>
                            <a:schemeClr val="tx1"/>
                          </a:solidFill>
                          <a:latin typeface="+mj-lt"/>
                          <a:cs typeface="Arial" panose="020B0604020202020204" pitchFamily="34" charset="0"/>
                        </a:rPr>
                        <a:t>%</a:t>
                      </a:r>
                      <a:endParaRPr lang="en-GB" sz="1600" noProof="0">
                        <a:solidFill>
                          <a:schemeClr val="tx1"/>
                        </a:solidFill>
                        <a:latin typeface="+mj-lt"/>
                      </a:endParaRPr>
                    </a:p>
                  </a:txBody>
                  <a:tcPr marL="72000" marR="72000" marT="72000" marB="7200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5"/>
                    </a:solidFill>
                  </a:tcPr>
                </a:tc>
                <a:tc>
                  <a:txBody>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n-GB" sz="1600" kern="1200" noProof="0">
                          <a:solidFill>
                            <a:srgbClr val="65AC1E"/>
                          </a:solidFill>
                          <a:latin typeface="+mn-lt"/>
                          <a:ea typeface="+mn-ea"/>
                          <a:cs typeface="Arial" panose="020B0604020202020204" pitchFamily="34" charset="0"/>
                        </a:rPr>
                        <a:t>▲</a:t>
                      </a:r>
                      <a:r>
                        <a:rPr lang="en-GB" sz="1600" noProof="0">
                          <a:solidFill>
                            <a:schemeClr val="tx1"/>
                          </a:solidFill>
                          <a:latin typeface="+mj-lt"/>
                          <a:cs typeface="Arial" panose="020B0604020202020204" pitchFamily="34" charset="0"/>
                        </a:rPr>
                        <a:t> 0.4</a:t>
                      </a:r>
                      <a:r>
                        <a:rPr lang="en-GB" sz="800" noProof="0">
                          <a:solidFill>
                            <a:schemeClr val="tx1"/>
                          </a:solidFill>
                          <a:latin typeface="+mj-lt"/>
                          <a:cs typeface="Arial" panose="020B0604020202020204" pitchFamily="34" charset="0"/>
                        </a:rPr>
                        <a:t> </a:t>
                      </a:r>
                      <a:r>
                        <a:rPr lang="en-GB" sz="1600" noProof="0">
                          <a:solidFill>
                            <a:schemeClr val="tx1"/>
                          </a:solidFill>
                          <a:latin typeface="+mj-lt"/>
                          <a:cs typeface="Arial" panose="020B0604020202020204" pitchFamily="34" charset="0"/>
                        </a:rPr>
                        <a:t>%</a:t>
                      </a:r>
                      <a:endParaRPr lang="en-GB" sz="1600" noProof="0">
                        <a:solidFill>
                          <a:schemeClr val="tx1"/>
                        </a:solidFill>
                        <a:latin typeface="+mj-lt"/>
                      </a:endParaRPr>
                    </a:p>
                  </a:txBody>
                  <a:tcPr marL="72000" marR="72000" marT="72000" marB="7200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5"/>
                    </a:solidFill>
                  </a:tcPr>
                </a:tc>
                <a:tc>
                  <a:txBody>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n-GB" sz="1600" noProof="0">
                          <a:solidFill>
                            <a:srgbClr val="C50022"/>
                          </a:solidFill>
                          <a:latin typeface="Arial" panose="020B0604020202020204" pitchFamily="34" charset="0"/>
                          <a:cs typeface="Arial" panose="020B0604020202020204" pitchFamily="34" charset="0"/>
                        </a:rPr>
                        <a:t>▼</a:t>
                      </a:r>
                      <a:r>
                        <a:rPr lang="en-GB" sz="1600" noProof="0">
                          <a:solidFill>
                            <a:schemeClr val="tx1"/>
                          </a:solidFill>
                          <a:latin typeface="+mj-lt"/>
                          <a:cs typeface="Arial" panose="020B0604020202020204" pitchFamily="34" charset="0"/>
                        </a:rPr>
                        <a:t> -2.9</a:t>
                      </a:r>
                      <a:r>
                        <a:rPr lang="en-GB" sz="800" noProof="0">
                          <a:solidFill>
                            <a:schemeClr val="tx1"/>
                          </a:solidFill>
                          <a:latin typeface="+mj-lt"/>
                          <a:cs typeface="Arial" panose="020B0604020202020204" pitchFamily="34" charset="0"/>
                        </a:rPr>
                        <a:t> </a:t>
                      </a:r>
                      <a:r>
                        <a:rPr lang="en-GB" sz="1600" noProof="0">
                          <a:solidFill>
                            <a:schemeClr val="tx1"/>
                          </a:solidFill>
                          <a:latin typeface="+mj-lt"/>
                          <a:cs typeface="Arial" panose="020B0604020202020204" pitchFamily="34" charset="0"/>
                        </a:rPr>
                        <a:t>%</a:t>
                      </a:r>
                      <a:endParaRPr lang="en-GB" sz="1600" noProof="0">
                        <a:solidFill>
                          <a:schemeClr val="tx1"/>
                        </a:solidFill>
                        <a:latin typeface="+mj-lt"/>
                      </a:endParaRPr>
                    </a:p>
                  </a:txBody>
                  <a:tcPr marL="72000" marR="72000" marT="72000" marB="7200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5"/>
                    </a:solidFill>
                  </a:tcPr>
                </a:tc>
                <a:tc>
                  <a:txBody>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n-GB" sz="1600" noProof="0">
                          <a:solidFill>
                            <a:srgbClr val="C50022"/>
                          </a:solidFill>
                          <a:latin typeface="Arial" panose="020B0604020202020204" pitchFamily="34" charset="0"/>
                          <a:cs typeface="Arial" panose="020B0604020202020204" pitchFamily="34" charset="0"/>
                        </a:rPr>
                        <a:t>▼</a:t>
                      </a:r>
                      <a:r>
                        <a:rPr lang="en-GB" sz="1600" noProof="0">
                          <a:solidFill>
                            <a:schemeClr val="tx1"/>
                          </a:solidFill>
                          <a:latin typeface="+mj-lt"/>
                          <a:cs typeface="Arial" panose="020B0604020202020204" pitchFamily="34" charset="0"/>
                        </a:rPr>
                        <a:t> -0.1</a:t>
                      </a:r>
                      <a:r>
                        <a:rPr lang="en-GB" sz="800" noProof="0">
                          <a:solidFill>
                            <a:schemeClr val="tx1"/>
                          </a:solidFill>
                          <a:latin typeface="+mj-lt"/>
                          <a:cs typeface="Arial" panose="020B0604020202020204" pitchFamily="34" charset="0"/>
                        </a:rPr>
                        <a:t> </a:t>
                      </a:r>
                      <a:r>
                        <a:rPr lang="en-GB" sz="1600" noProof="0">
                          <a:solidFill>
                            <a:schemeClr val="tx1"/>
                          </a:solidFill>
                          <a:latin typeface="+mj-lt"/>
                          <a:cs typeface="Arial" panose="020B0604020202020204" pitchFamily="34" charset="0"/>
                        </a:rPr>
                        <a:t>%</a:t>
                      </a:r>
                      <a:endParaRPr lang="en-GB" sz="1600" noProof="0">
                        <a:solidFill>
                          <a:schemeClr val="tx1"/>
                        </a:solidFill>
                        <a:latin typeface="+mj-lt"/>
                      </a:endParaRPr>
                    </a:p>
                  </a:txBody>
                  <a:tcPr marL="72000" marR="72000" marT="72000" marB="72000" anchor="ctr">
                    <a:lnL w="12700" cmpd="sng">
                      <a:noFill/>
                    </a:lnL>
                    <a:lnR w="12700" cmpd="sng">
                      <a:noFill/>
                    </a:lnR>
                    <a:lnT w="38100" cmpd="sng">
                      <a:noFill/>
                    </a:lnT>
                    <a:lnB w="12700" cmpd="sng">
                      <a:noFill/>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615572374"/>
                  </a:ext>
                </a:extLst>
              </a:tr>
              <a:tr h="370840">
                <a:tc>
                  <a:txBody>
                    <a:bodyPr/>
                    <a:lstStyle/>
                    <a:p>
                      <a:r>
                        <a:rPr lang="en-GB" sz="1600" noProof="0">
                          <a:solidFill>
                            <a:schemeClr val="tx1"/>
                          </a:solidFill>
                        </a:rPr>
                        <a:t>BASF Group IFRS</a:t>
                      </a:r>
                      <a:r>
                        <a:rPr lang="en-GB" sz="1600" baseline="30000" noProof="0">
                          <a:solidFill>
                            <a:schemeClr val="tx1"/>
                          </a:solidFill>
                        </a:rPr>
                        <a:t>1</a:t>
                      </a:r>
                      <a:r>
                        <a:rPr lang="en-GB" sz="1600" noProof="0">
                          <a:solidFill>
                            <a:schemeClr val="tx1"/>
                          </a:solidFill>
                        </a:rPr>
                        <a:t> </a:t>
                      </a:r>
                    </a:p>
                  </a:txBody>
                  <a:tcPr marL="72000" marR="72000" marT="72000" marB="720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solidFill>
                  </a:tcPr>
                </a:tc>
                <a:tc>
                  <a:txBody>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n-GB" sz="1600" noProof="0">
                          <a:solidFill>
                            <a:srgbClr val="C50022"/>
                          </a:solidFill>
                          <a:latin typeface="Arial" panose="020B0604020202020204" pitchFamily="34" charset="0"/>
                          <a:cs typeface="Arial" panose="020B0604020202020204" pitchFamily="34" charset="0"/>
                        </a:rPr>
                        <a:t>▼</a:t>
                      </a:r>
                      <a:r>
                        <a:rPr lang="en-GB" sz="1600" noProof="0">
                          <a:solidFill>
                            <a:schemeClr val="tx1"/>
                          </a:solidFill>
                          <a:latin typeface="Arial" panose="020B0604020202020204" pitchFamily="34" charset="0"/>
                          <a:cs typeface="Arial" panose="020B0604020202020204" pitchFamily="34" charset="0"/>
                        </a:rPr>
                        <a:t> -4.9</a:t>
                      </a:r>
                      <a:r>
                        <a:rPr lang="en-GB" sz="800" noProof="0">
                          <a:solidFill>
                            <a:schemeClr val="tx1"/>
                          </a:solidFill>
                          <a:latin typeface="Arial" panose="020B0604020202020204" pitchFamily="34" charset="0"/>
                          <a:cs typeface="Arial" panose="020B0604020202020204" pitchFamily="34" charset="0"/>
                        </a:rPr>
                        <a:t> </a:t>
                      </a:r>
                      <a:r>
                        <a:rPr lang="en-GB" sz="1600" noProof="0">
                          <a:solidFill>
                            <a:schemeClr val="tx1"/>
                          </a:solidFill>
                          <a:latin typeface="Arial" panose="020B0604020202020204" pitchFamily="34" charset="0"/>
                          <a:cs typeface="Arial" panose="020B0604020202020204" pitchFamily="34" charset="0"/>
                        </a:rPr>
                        <a:t>%</a:t>
                      </a:r>
                      <a:endParaRPr lang="en-GB" sz="1600" noProof="0">
                        <a:solidFill>
                          <a:schemeClr val="tx1"/>
                        </a:solidFill>
                      </a:endParaRPr>
                    </a:p>
                  </a:txBody>
                  <a:tcPr marL="72000" marR="72000" marT="72000" marB="720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solidFill>
                  </a:tcPr>
                </a:tc>
                <a:tc>
                  <a:txBody>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n-GB" sz="1600" noProof="0">
                          <a:solidFill>
                            <a:srgbClr val="C50022"/>
                          </a:solidFill>
                          <a:latin typeface="Arial" panose="020B0604020202020204" pitchFamily="34" charset="0"/>
                          <a:cs typeface="Arial" panose="020B0604020202020204" pitchFamily="34" charset="0"/>
                        </a:rPr>
                        <a:t>▼</a:t>
                      </a:r>
                      <a:r>
                        <a:rPr lang="en-GB" sz="1600" noProof="0">
                          <a:solidFill>
                            <a:schemeClr val="tx1"/>
                          </a:solidFill>
                          <a:latin typeface="Arial" panose="020B0604020202020204" pitchFamily="34" charset="0"/>
                          <a:cs typeface="Arial" panose="020B0604020202020204" pitchFamily="34" charset="0"/>
                        </a:rPr>
                        <a:t> -2.2</a:t>
                      </a:r>
                      <a:r>
                        <a:rPr lang="en-GB" sz="800" noProof="0">
                          <a:solidFill>
                            <a:schemeClr val="tx1"/>
                          </a:solidFill>
                          <a:latin typeface="Arial" panose="020B0604020202020204" pitchFamily="34" charset="0"/>
                          <a:cs typeface="Arial" panose="020B0604020202020204" pitchFamily="34" charset="0"/>
                        </a:rPr>
                        <a:t> </a:t>
                      </a:r>
                      <a:r>
                        <a:rPr lang="en-GB" sz="1600" noProof="0">
                          <a:solidFill>
                            <a:schemeClr val="tx1"/>
                          </a:solidFill>
                          <a:latin typeface="Arial" panose="020B0604020202020204" pitchFamily="34" charset="0"/>
                          <a:cs typeface="Arial" panose="020B0604020202020204" pitchFamily="34" charset="0"/>
                        </a:rPr>
                        <a:t>%</a:t>
                      </a:r>
                      <a:endParaRPr lang="en-GB" sz="1600" noProof="0">
                        <a:solidFill>
                          <a:schemeClr val="tx1"/>
                        </a:solidFill>
                      </a:endParaRPr>
                    </a:p>
                  </a:txBody>
                  <a:tcPr marL="72000" marR="72000" marT="72000" marB="720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solidFill>
                  </a:tcPr>
                </a:tc>
                <a:tc>
                  <a:txBody>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n-GB" sz="1600" noProof="0">
                          <a:solidFill>
                            <a:srgbClr val="C50022"/>
                          </a:solidFill>
                          <a:latin typeface="Arial" panose="020B0604020202020204" pitchFamily="34" charset="0"/>
                          <a:cs typeface="Arial" panose="020B0604020202020204" pitchFamily="34" charset="0"/>
                        </a:rPr>
                        <a:t>▼</a:t>
                      </a:r>
                      <a:r>
                        <a:rPr lang="en-GB" sz="1600" noProof="0">
                          <a:solidFill>
                            <a:schemeClr val="tx1"/>
                          </a:solidFill>
                          <a:latin typeface="Arial" panose="020B0604020202020204" pitchFamily="34" charset="0"/>
                          <a:cs typeface="Arial" panose="020B0604020202020204" pitchFamily="34" charset="0"/>
                        </a:rPr>
                        <a:t> -2.6</a:t>
                      </a:r>
                      <a:r>
                        <a:rPr lang="en-GB" sz="800" noProof="0">
                          <a:solidFill>
                            <a:schemeClr val="tx1"/>
                          </a:solidFill>
                          <a:latin typeface="Arial" panose="020B0604020202020204" pitchFamily="34" charset="0"/>
                          <a:cs typeface="Arial" panose="020B0604020202020204" pitchFamily="34" charset="0"/>
                        </a:rPr>
                        <a:t> </a:t>
                      </a:r>
                      <a:r>
                        <a:rPr lang="en-GB" sz="1600" noProof="0">
                          <a:solidFill>
                            <a:schemeClr val="tx1"/>
                          </a:solidFill>
                          <a:latin typeface="Arial" panose="020B0604020202020204" pitchFamily="34" charset="0"/>
                          <a:cs typeface="Arial" panose="020B0604020202020204" pitchFamily="34" charset="0"/>
                        </a:rPr>
                        <a:t>%</a:t>
                      </a:r>
                      <a:endParaRPr lang="en-GB" sz="1600" noProof="0">
                        <a:solidFill>
                          <a:schemeClr val="tx1"/>
                        </a:solidFill>
                      </a:endParaRPr>
                    </a:p>
                  </a:txBody>
                  <a:tcPr marL="72000" marR="72000" marT="72000" marB="720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solidFill>
                  </a:tcPr>
                </a:tc>
                <a:tc>
                  <a:txBody>
                    <a:bodyPr/>
                    <a:lstStyle/>
                    <a:p>
                      <a:pPr marL="0" marR="0" lvl="0" indent="0" algn="l" defTabSz="914309" rtl="0" eaLnBrk="1" fontAlgn="auto" latinLnBrk="0" hangingPunct="1">
                        <a:lnSpc>
                          <a:spcPct val="100000"/>
                        </a:lnSpc>
                        <a:spcBef>
                          <a:spcPts val="0"/>
                        </a:spcBef>
                        <a:spcAft>
                          <a:spcPts val="0"/>
                        </a:spcAft>
                        <a:buClrTx/>
                        <a:buSzTx/>
                        <a:buFontTx/>
                        <a:buNone/>
                        <a:tabLst/>
                        <a:defRPr/>
                      </a:pPr>
                      <a:r>
                        <a:rPr lang="en-GB" sz="1600" noProof="0">
                          <a:solidFill>
                            <a:srgbClr val="C50022"/>
                          </a:solidFill>
                          <a:latin typeface="Arial" panose="020B0604020202020204" pitchFamily="34" charset="0"/>
                          <a:cs typeface="Arial" panose="020B0604020202020204" pitchFamily="34" charset="0"/>
                        </a:rPr>
                        <a:t>▼</a:t>
                      </a:r>
                      <a:r>
                        <a:rPr lang="en-GB" sz="1600" noProof="0">
                          <a:solidFill>
                            <a:schemeClr val="tx1"/>
                          </a:solidFill>
                          <a:latin typeface="Arial" panose="020B0604020202020204" pitchFamily="34" charset="0"/>
                          <a:cs typeface="Arial" panose="020B0604020202020204" pitchFamily="34" charset="0"/>
                        </a:rPr>
                        <a:t> -0.1</a:t>
                      </a:r>
                      <a:r>
                        <a:rPr lang="en-GB" sz="800" noProof="0">
                          <a:solidFill>
                            <a:schemeClr val="tx1"/>
                          </a:solidFill>
                          <a:latin typeface="Arial" panose="020B0604020202020204" pitchFamily="34" charset="0"/>
                          <a:cs typeface="Arial" panose="020B0604020202020204" pitchFamily="34" charset="0"/>
                        </a:rPr>
                        <a:t> </a:t>
                      </a:r>
                      <a:r>
                        <a:rPr lang="en-GB" sz="1600" noProof="0">
                          <a:solidFill>
                            <a:schemeClr val="tx1"/>
                          </a:solidFill>
                          <a:latin typeface="Arial" panose="020B0604020202020204" pitchFamily="34" charset="0"/>
                          <a:cs typeface="Arial" panose="020B0604020202020204" pitchFamily="34" charset="0"/>
                        </a:rPr>
                        <a:t>%</a:t>
                      </a:r>
                      <a:endParaRPr lang="en-GB" sz="1600" noProof="0">
                        <a:solidFill>
                          <a:schemeClr val="tx1"/>
                        </a:solidFill>
                      </a:endParaRPr>
                    </a:p>
                  </a:txBody>
                  <a:tcPr marL="72000" marR="72000" marT="72000" marB="72000">
                    <a:lnL w="12700" cmpd="sng">
                      <a:noFill/>
                    </a:lnL>
                    <a:lnR w="12700" cmpd="sng">
                      <a:noFill/>
                    </a:lnR>
                    <a:lnT w="12700" cmpd="sng">
                      <a:noFill/>
                    </a:lnT>
                    <a:lnB w="12700" cmpd="sng">
                      <a:noFill/>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837032006"/>
                  </a:ext>
                </a:extLst>
              </a:tr>
            </a:tbl>
          </a:graphicData>
        </a:graphic>
      </p:graphicFrame>
      <p:sp>
        <p:nvSpPr>
          <p:cNvPr id="7" name="Titel 6">
            <a:extLst>
              <a:ext uri="{FF2B5EF4-FFF2-40B4-BE49-F238E27FC236}">
                <a16:creationId xmlns:a16="http://schemas.microsoft.com/office/drawing/2014/main" id="{DBE349A2-7522-909F-FC1D-9A3B8164B59A}"/>
              </a:ext>
            </a:extLst>
          </p:cNvPr>
          <p:cNvSpPr>
            <a:spLocks noGrp="1"/>
          </p:cNvSpPr>
          <p:nvPr>
            <p:ph type="title"/>
          </p:nvPr>
        </p:nvSpPr>
        <p:spPr>
          <a:xfrm>
            <a:off x="514801" y="540000"/>
            <a:ext cx="3600000" cy="817200"/>
          </a:xfrm>
        </p:spPr>
        <p:txBody>
          <a:bodyPr/>
          <a:lstStyle/>
          <a:p>
            <a:pPr>
              <a:lnSpc>
                <a:spcPct val="95000"/>
              </a:lnSpc>
            </a:pPr>
            <a:r>
              <a:rPr lang="en-GB" noProof="0" dirty="0"/>
              <a:t>Lorem ipsum </a:t>
            </a:r>
            <a:r>
              <a:rPr lang="en-GB" noProof="0" dirty="0" err="1"/>
              <a:t>dolor</a:t>
            </a:r>
            <a:r>
              <a:rPr lang="en-GB" noProof="0" dirty="0"/>
              <a:t> sit </a:t>
            </a:r>
            <a:r>
              <a:rPr lang="en-GB" noProof="0" dirty="0" err="1"/>
              <a:t>amet</a:t>
            </a:r>
            <a:r>
              <a:rPr lang="en-GB" noProof="0" dirty="0"/>
              <a:t>, </a:t>
            </a:r>
            <a:r>
              <a:rPr lang="en-GB" noProof="0" dirty="0" err="1"/>
              <a:t>consetetur</a:t>
            </a:r>
            <a:r>
              <a:rPr lang="en-GB" noProof="0" dirty="0"/>
              <a:t> </a:t>
            </a:r>
            <a:r>
              <a:rPr lang="en-GB" noProof="0" dirty="0" err="1"/>
              <a:t>sadipscing</a:t>
            </a:r>
            <a:r>
              <a:rPr lang="en-GB" noProof="0" dirty="0"/>
              <a:t> </a:t>
            </a:r>
            <a:r>
              <a:rPr lang="en-GB" noProof="0" dirty="0" err="1"/>
              <a:t>elitr</a:t>
            </a:r>
            <a:r>
              <a:rPr lang="en-GB" noProof="0" dirty="0"/>
              <a:t>, </a:t>
            </a:r>
            <a:br>
              <a:rPr lang="en-GB" noProof="0" dirty="0"/>
            </a:br>
            <a:r>
              <a:rPr lang="en-GB" noProof="0" dirty="0" err="1"/>
              <a:t>sed</a:t>
            </a:r>
            <a:r>
              <a:rPr lang="en-GB" noProof="0" dirty="0"/>
              <a:t> </a:t>
            </a:r>
            <a:r>
              <a:rPr lang="en-GB" noProof="0" dirty="0" err="1"/>
              <a:t>diam</a:t>
            </a:r>
            <a:r>
              <a:rPr lang="en-GB" noProof="0" dirty="0"/>
              <a:t> </a:t>
            </a:r>
            <a:r>
              <a:rPr lang="en-GB" noProof="0" dirty="0" err="1"/>
              <a:t>nonumy</a:t>
            </a:r>
            <a:endParaRPr lang="en-GB" noProof="0" dirty="0"/>
          </a:p>
        </p:txBody>
      </p:sp>
      <p:cxnSp>
        <p:nvCxnSpPr>
          <p:cNvPr id="11" name="Gerader Verbinder 10">
            <a:extLst>
              <a:ext uri="{FF2B5EF4-FFF2-40B4-BE49-F238E27FC236}">
                <a16:creationId xmlns:a16="http://schemas.microsoft.com/office/drawing/2014/main" id="{37B7B896-56DD-AEA4-BC89-5E1E9EE3B44E}"/>
              </a:ext>
            </a:extLst>
          </p:cNvPr>
          <p:cNvCxnSpPr>
            <a:cxnSpLocks/>
          </p:cNvCxnSpPr>
          <p:nvPr/>
        </p:nvCxnSpPr>
        <p:spPr>
          <a:xfrm>
            <a:off x="514348" y="2803251"/>
            <a:ext cx="540000"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22" name="Diagramm 21">
            <a:extLst>
              <a:ext uri="{FF2B5EF4-FFF2-40B4-BE49-F238E27FC236}">
                <a16:creationId xmlns:a16="http://schemas.microsoft.com/office/drawing/2014/main" id="{929D99A1-5E77-10A2-04F6-3E7B8FCB4E40}"/>
              </a:ext>
            </a:extLst>
          </p:cNvPr>
          <p:cNvGraphicFramePr/>
          <p:nvPr/>
        </p:nvGraphicFramePr>
        <p:xfrm>
          <a:off x="4295775" y="3171379"/>
          <a:ext cx="6865941" cy="3142926"/>
        </p:xfrm>
        <a:graphic>
          <a:graphicData uri="http://schemas.openxmlformats.org/drawingml/2006/chart">
            <c:chart xmlns:c="http://schemas.openxmlformats.org/drawingml/2006/chart" xmlns:r="http://schemas.openxmlformats.org/officeDocument/2006/relationships" r:id="rId2"/>
          </a:graphicData>
        </a:graphic>
      </p:graphicFrame>
      <p:sp>
        <p:nvSpPr>
          <p:cNvPr id="13" name="Textfeld 12">
            <a:extLst>
              <a:ext uri="{FF2B5EF4-FFF2-40B4-BE49-F238E27FC236}">
                <a16:creationId xmlns:a16="http://schemas.microsoft.com/office/drawing/2014/main" id="{17EC42D6-CE40-9E17-26C1-CA176C3D11FD}"/>
              </a:ext>
            </a:extLst>
          </p:cNvPr>
          <p:cNvSpPr txBox="1"/>
          <p:nvPr/>
        </p:nvSpPr>
        <p:spPr>
          <a:xfrm>
            <a:off x="4295775" y="5966865"/>
            <a:ext cx="6865942" cy="233910"/>
          </a:xfrm>
          <a:prstGeom prst="rect">
            <a:avLst/>
          </a:prstGeom>
          <a:noFill/>
        </p:spPr>
        <p:txBody>
          <a:bodyPr wrap="square" lIns="0" tIns="0" rIns="0" bIns="0" rtlCol="0">
            <a:spAutoFit/>
          </a:bodyPr>
          <a:lstStyle/>
          <a:p>
            <a:pPr>
              <a:lnSpc>
                <a:spcPct val="95000"/>
              </a:lnSpc>
            </a:pPr>
            <a:r>
              <a:rPr lang="en-GB" sz="800" baseline="30000" noProof="0" dirty="0"/>
              <a:t>1 </a:t>
            </a:r>
            <a:r>
              <a:rPr lang="en-GB" sz="800" noProof="0" dirty="0"/>
              <a:t>Lorem ipsum </a:t>
            </a:r>
            <a:r>
              <a:rPr lang="en-GB" sz="800" noProof="0" dirty="0" err="1"/>
              <a:t>dolor</a:t>
            </a:r>
            <a:r>
              <a:rPr lang="en-GB" sz="800" noProof="0" dirty="0"/>
              <a:t> sit </a:t>
            </a:r>
            <a:r>
              <a:rPr lang="en-GB" sz="800" noProof="0" dirty="0" err="1"/>
              <a:t>amet</a:t>
            </a:r>
            <a:r>
              <a:rPr lang="en-GB" sz="800" noProof="0" dirty="0"/>
              <a:t>, </a:t>
            </a:r>
            <a:r>
              <a:rPr lang="en-GB" sz="800" noProof="0" dirty="0" err="1"/>
              <a:t>consetetur</a:t>
            </a:r>
            <a:r>
              <a:rPr lang="en-GB" sz="800" noProof="0" dirty="0"/>
              <a:t> </a:t>
            </a:r>
            <a:r>
              <a:rPr lang="en-GB" sz="800" noProof="0" dirty="0" err="1"/>
              <a:t>sadipscing</a:t>
            </a:r>
            <a:r>
              <a:rPr lang="en-GB" sz="800" noProof="0" dirty="0"/>
              <a:t> </a:t>
            </a:r>
            <a:r>
              <a:rPr lang="en-GB" sz="800" noProof="0" dirty="0" err="1"/>
              <a:t>elitr</a:t>
            </a:r>
            <a:r>
              <a:rPr lang="en-GB" sz="800" noProof="0" dirty="0"/>
              <a:t>, </a:t>
            </a:r>
            <a:r>
              <a:rPr lang="en-GB" sz="800" noProof="0" dirty="0" err="1"/>
              <a:t>sed</a:t>
            </a:r>
            <a:r>
              <a:rPr lang="en-GB" sz="800" noProof="0" dirty="0"/>
              <a:t> </a:t>
            </a:r>
            <a:r>
              <a:rPr lang="en-GB" sz="800" noProof="0" dirty="0" err="1"/>
              <a:t>diam</a:t>
            </a:r>
            <a:r>
              <a:rPr lang="en-GB" sz="800" noProof="0" dirty="0"/>
              <a:t> </a:t>
            </a:r>
            <a:r>
              <a:rPr lang="en-GB" sz="800" noProof="0" dirty="0" err="1"/>
              <a:t>nonumy</a:t>
            </a:r>
            <a:r>
              <a:rPr lang="en-GB" sz="800" noProof="0" dirty="0"/>
              <a:t> </a:t>
            </a:r>
            <a:r>
              <a:rPr lang="en-GB" sz="800" noProof="0" dirty="0" err="1"/>
              <a:t>eirmod</a:t>
            </a:r>
            <a:r>
              <a:rPr lang="en-GB" sz="800" noProof="0" dirty="0"/>
              <a:t> </a:t>
            </a:r>
            <a:r>
              <a:rPr lang="en-GB" sz="800" noProof="0" dirty="0" err="1"/>
              <a:t>tempor</a:t>
            </a:r>
            <a:r>
              <a:rPr lang="en-GB" sz="800" noProof="0" dirty="0"/>
              <a:t> </a:t>
            </a:r>
            <a:r>
              <a:rPr lang="en-GB" sz="800" noProof="0" dirty="0" err="1"/>
              <a:t>invidunt</a:t>
            </a:r>
            <a:r>
              <a:rPr lang="en-GB" sz="800" noProof="0" dirty="0"/>
              <a:t> </a:t>
            </a:r>
            <a:r>
              <a:rPr lang="en-GB" sz="800" noProof="0" dirty="0" err="1"/>
              <a:t>ut</a:t>
            </a:r>
            <a:r>
              <a:rPr lang="en-GB" sz="800" noProof="0" dirty="0"/>
              <a:t> labore et dolore magna </a:t>
            </a:r>
            <a:r>
              <a:rPr lang="en-GB" sz="800" noProof="0" dirty="0" err="1"/>
              <a:t>aliquyam</a:t>
            </a:r>
            <a:r>
              <a:rPr lang="en-GB" sz="800" noProof="0" dirty="0"/>
              <a:t> </a:t>
            </a:r>
            <a:r>
              <a:rPr lang="en-GB" sz="800" noProof="0" dirty="0" err="1"/>
              <a:t>erat</a:t>
            </a:r>
            <a:r>
              <a:rPr lang="en-GB" sz="800" noProof="0" dirty="0"/>
              <a:t>, </a:t>
            </a:r>
            <a:r>
              <a:rPr lang="en-GB" sz="800" noProof="0" dirty="0" err="1"/>
              <a:t>sed</a:t>
            </a:r>
            <a:r>
              <a:rPr lang="en-GB" sz="800" noProof="0" dirty="0"/>
              <a:t> </a:t>
            </a:r>
            <a:r>
              <a:rPr lang="en-GB" sz="800" noProof="0" dirty="0" err="1"/>
              <a:t>diam</a:t>
            </a:r>
            <a:r>
              <a:rPr lang="en-GB" sz="800" noProof="0" dirty="0"/>
              <a:t> </a:t>
            </a:r>
            <a:r>
              <a:rPr lang="en-GB" sz="800" noProof="0" dirty="0" err="1"/>
              <a:t>voluptua</a:t>
            </a:r>
            <a:r>
              <a:rPr lang="en-GB" sz="800" noProof="0" dirty="0"/>
              <a:t>. At </a:t>
            </a:r>
            <a:r>
              <a:rPr lang="en-GB" sz="800" noProof="0" dirty="0" err="1"/>
              <a:t>vero</a:t>
            </a:r>
            <a:r>
              <a:rPr lang="en-GB" sz="800" noProof="0" dirty="0"/>
              <a:t> </a:t>
            </a:r>
            <a:r>
              <a:rPr lang="en-GB" sz="800" noProof="0" dirty="0" err="1"/>
              <a:t>eos</a:t>
            </a:r>
            <a:r>
              <a:rPr lang="en-GB" sz="800" noProof="0" dirty="0"/>
              <a:t> et </a:t>
            </a:r>
            <a:r>
              <a:rPr lang="en-GB" sz="800" noProof="0" dirty="0" err="1"/>
              <a:t>accusam</a:t>
            </a:r>
            <a:r>
              <a:rPr lang="en-GB" sz="800" noProof="0" dirty="0"/>
              <a:t> et </a:t>
            </a:r>
            <a:r>
              <a:rPr lang="en-GB" sz="800" noProof="0" dirty="0" err="1"/>
              <a:t>justo</a:t>
            </a:r>
            <a:r>
              <a:rPr lang="en-GB" sz="800" noProof="0" dirty="0"/>
              <a:t> duo </a:t>
            </a:r>
            <a:r>
              <a:rPr lang="en-GB" sz="800" noProof="0" dirty="0" err="1"/>
              <a:t>dolores</a:t>
            </a:r>
            <a:r>
              <a:rPr lang="en-GB" sz="800" noProof="0" dirty="0"/>
              <a:t> et </a:t>
            </a:r>
            <a:r>
              <a:rPr lang="en-GB" sz="800" noProof="0" dirty="0" err="1"/>
              <a:t>ea</a:t>
            </a:r>
            <a:r>
              <a:rPr lang="en-GB" sz="800" noProof="0" dirty="0"/>
              <a:t> </a:t>
            </a:r>
            <a:r>
              <a:rPr lang="en-GB" sz="800" noProof="0" dirty="0" err="1"/>
              <a:t>rebum</a:t>
            </a:r>
            <a:r>
              <a:rPr lang="en-GB" sz="800" noProof="0" dirty="0"/>
              <a:t>. Stet </a:t>
            </a:r>
            <a:r>
              <a:rPr lang="en-GB" sz="800" noProof="0" dirty="0" err="1"/>
              <a:t>clita</a:t>
            </a:r>
            <a:r>
              <a:rPr lang="en-GB" sz="800" noProof="0" dirty="0"/>
              <a:t> </a:t>
            </a:r>
            <a:r>
              <a:rPr lang="en-GB" sz="800" noProof="0" dirty="0" err="1"/>
              <a:t>kasd</a:t>
            </a:r>
            <a:r>
              <a:rPr lang="en-GB" sz="800" noProof="0" dirty="0"/>
              <a:t> </a:t>
            </a:r>
            <a:r>
              <a:rPr lang="en-GB" sz="800" noProof="0" dirty="0" err="1"/>
              <a:t>gubergren</a:t>
            </a:r>
            <a:r>
              <a:rPr lang="en-GB" sz="800" noProof="0" dirty="0"/>
              <a:t>, no sea </a:t>
            </a:r>
            <a:r>
              <a:rPr lang="en-GB" sz="800" noProof="0" dirty="0" err="1"/>
              <a:t>takimata</a:t>
            </a:r>
            <a:r>
              <a:rPr lang="en-GB" sz="800" noProof="0" dirty="0"/>
              <a:t> </a:t>
            </a:r>
            <a:r>
              <a:rPr lang="en-GB" sz="800" noProof="0" dirty="0" err="1"/>
              <a:t>sanctus</a:t>
            </a:r>
            <a:r>
              <a:rPr lang="en-GB" sz="800" noProof="0" dirty="0"/>
              <a:t> </a:t>
            </a:r>
            <a:r>
              <a:rPr lang="en-GB" sz="800" noProof="0" dirty="0" err="1"/>
              <a:t>est</a:t>
            </a:r>
            <a:r>
              <a:rPr lang="en-GB" sz="800" noProof="0" dirty="0"/>
              <a:t> Lorem ipsum </a:t>
            </a:r>
            <a:r>
              <a:rPr lang="en-GB" sz="800" noProof="0" dirty="0" err="1"/>
              <a:t>dolor</a:t>
            </a:r>
            <a:r>
              <a:rPr lang="en-GB" sz="800" noProof="0" dirty="0"/>
              <a:t> sit </a:t>
            </a:r>
            <a:r>
              <a:rPr lang="en-GB" sz="800" noProof="0" dirty="0" err="1"/>
              <a:t>amet</a:t>
            </a:r>
            <a:r>
              <a:rPr lang="en-GB" sz="800" noProof="0" dirty="0"/>
              <a:t>.</a:t>
            </a:r>
          </a:p>
        </p:txBody>
      </p:sp>
      <p:sp>
        <p:nvSpPr>
          <p:cNvPr id="3" name="Textfeld 2">
            <a:extLst>
              <a:ext uri="{FF2B5EF4-FFF2-40B4-BE49-F238E27FC236}">
                <a16:creationId xmlns:a16="http://schemas.microsoft.com/office/drawing/2014/main" id="{F5219A14-341A-C85E-E5B4-85DA9B8BA1C5}"/>
              </a:ext>
            </a:extLst>
          </p:cNvPr>
          <p:cNvSpPr txBox="1"/>
          <p:nvPr/>
        </p:nvSpPr>
        <p:spPr>
          <a:xfrm>
            <a:off x="4308477" y="634037"/>
            <a:ext cx="6865939" cy="307777"/>
          </a:xfrm>
          <a:prstGeom prst="rect">
            <a:avLst/>
          </a:prstGeom>
          <a:noFill/>
        </p:spPr>
        <p:txBody>
          <a:bodyPr wrap="square" lIns="0" tIns="0" rIns="0" bIns="0" rtlCol="0">
            <a:spAutoFit/>
          </a:bodyPr>
          <a:lstStyle/>
          <a:p>
            <a:r>
              <a:rPr lang="en-GB" sz="2000" b="1" noProof="0"/>
              <a:t>EBITDA before special items </a:t>
            </a:r>
            <a:r>
              <a:rPr lang="en-GB" sz="2000" noProof="0"/>
              <a:t>(million €) </a:t>
            </a:r>
          </a:p>
        </p:txBody>
      </p:sp>
      <p:sp>
        <p:nvSpPr>
          <p:cNvPr id="6" name="Textfeld 5">
            <a:extLst>
              <a:ext uri="{FF2B5EF4-FFF2-40B4-BE49-F238E27FC236}">
                <a16:creationId xmlns:a16="http://schemas.microsoft.com/office/drawing/2014/main" id="{E98D6380-146C-9DF8-249B-940E91F88A21}"/>
              </a:ext>
            </a:extLst>
          </p:cNvPr>
          <p:cNvSpPr txBox="1"/>
          <p:nvPr/>
        </p:nvSpPr>
        <p:spPr>
          <a:xfrm>
            <a:off x="4308476" y="2731490"/>
            <a:ext cx="6865939" cy="307777"/>
          </a:xfrm>
          <a:prstGeom prst="rect">
            <a:avLst/>
          </a:prstGeom>
          <a:noFill/>
        </p:spPr>
        <p:txBody>
          <a:bodyPr wrap="square" lIns="0" tIns="0" rIns="0" bIns="0" rtlCol="0">
            <a:spAutoFit/>
          </a:bodyPr>
          <a:lstStyle/>
          <a:p>
            <a:r>
              <a:rPr lang="en-GB" sz="2000" b="1" noProof="0"/>
              <a:t>EBITDA before special items </a:t>
            </a:r>
            <a:r>
              <a:rPr lang="en-GB" sz="2000" noProof="0"/>
              <a:t>(million €) </a:t>
            </a:r>
          </a:p>
        </p:txBody>
      </p:sp>
      <p:pic>
        <p:nvPicPr>
          <p:cNvPr id="12" name="Graphic 11">
            <a:extLst>
              <a:ext uri="{FF2B5EF4-FFF2-40B4-BE49-F238E27FC236}">
                <a16:creationId xmlns:a16="http://schemas.microsoft.com/office/drawing/2014/main" id="{70EEEBFD-ABCE-DAC6-6BF8-E3C1F1A2654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91813" y="6223000"/>
            <a:ext cx="1498600" cy="635000"/>
          </a:xfrm>
          <a:prstGeom prst="rect">
            <a:avLst/>
          </a:prstGeom>
        </p:spPr>
      </p:pic>
      <p:sp>
        <p:nvSpPr>
          <p:cNvPr id="5" name="Foliennummernplatzhalter 7">
            <a:extLst>
              <a:ext uri="{FF2B5EF4-FFF2-40B4-BE49-F238E27FC236}">
                <a16:creationId xmlns:a16="http://schemas.microsoft.com/office/drawing/2014/main" id="{D2550FAC-E148-2A70-701E-186BF1A894F6}"/>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46</a:t>
            </a:fld>
            <a:endParaRPr lang="de-DE"/>
          </a:p>
        </p:txBody>
      </p:sp>
    </p:spTree>
    <p:extLst>
      <p:ext uri="{BB962C8B-B14F-4D97-AF65-F5344CB8AC3E}">
        <p14:creationId xmlns:p14="http://schemas.microsoft.com/office/powerpoint/2010/main" val="7885670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hteck 7">
            <a:extLst>
              <a:ext uri="{FF2B5EF4-FFF2-40B4-BE49-F238E27FC236}">
                <a16:creationId xmlns:a16="http://schemas.microsoft.com/office/drawing/2014/main" id="{1648DF33-4297-4976-D3DA-1FAECB8D853A}"/>
              </a:ext>
            </a:extLst>
          </p:cNvPr>
          <p:cNvSpPr/>
          <p:nvPr/>
        </p:nvSpPr>
        <p:spPr>
          <a:xfrm>
            <a:off x="8075613" y="0"/>
            <a:ext cx="41148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 name="Inhaltsplatzhalter 13">
            <a:extLst>
              <a:ext uri="{FF2B5EF4-FFF2-40B4-BE49-F238E27FC236}">
                <a16:creationId xmlns:a16="http://schemas.microsoft.com/office/drawing/2014/main" id="{D7B126AD-302E-D9C2-398A-ED944EB0539F}"/>
              </a:ext>
            </a:extLst>
          </p:cNvPr>
          <p:cNvSpPr txBox="1">
            <a:spLocks/>
          </p:cNvSpPr>
          <p:nvPr/>
        </p:nvSpPr>
        <p:spPr>
          <a:xfrm>
            <a:off x="8075613" y="1977184"/>
            <a:ext cx="3358088" cy="3484993"/>
          </a:xfrm>
          <a:prstGeom prst="rect">
            <a:avLst/>
          </a:prstGeom>
          <a:noFill/>
        </p:spPr>
        <p:txBody>
          <a:bodyPr vert="horz" wrap="square" lIns="144000" tIns="0" rIns="0" bIns="0" rtlCol="0">
            <a:spAutoFit/>
          </a:bodyPr>
          <a:lstStyle>
            <a:lvl1pPr marL="179388" marR="0" indent="-179388" algn="l" defTabSz="914400" rtl="0" eaLnBrk="1" fontAlgn="auto" latinLnBrk="0" hangingPunct="1">
              <a:lnSpc>
                <a:spcPct val="110000"/>
              </a:lnSpc>
              <a:spcBef>
                <a:spcPts val="0"/>
              </a:spcBef>
              <a:spcAft>
                <a:spcPts val="0"/>
              </a:spcAft>
              <a:buClr>
                <a:schemeClr val="accent1"/>
              </a:buClr>
              <a:buSzTx/>
              <a:buFont typeface="Wingdings" panose="05000000000000000000" pitchFamily="2" charset="2"/>
              <a:buChar char="§"/>
              <a:tabLst/>
              <a:defRPr sz="2000" b="0" i="0" kern="1200" baseline="0">
                <a:solidFill>
                  <a:schemeClr val="tx1"/>
                </a:solidFill>
                <a:latin typeface="Arial" panose="020B0604020202020204" pitchFamily="34" charset="0"/>
                <a:ea typeface="+mn-ea"/>
                <a:cs typeface="+mn-cs"/>
              </a:defRPr>
            </a:lvl1pPr>
            <a:lvl2pPr marL="447675" marR="0" indent="-268288" algn="l" defTabSz="914400" rtl="0" eaLnBrk="1" fontAlgn="auto" latinLnBrk="0" hangingPunct="1">
              <a:lnSpc>
                <a:spcPct val="110000"/>
              </a:lnSpc>
              <a:spcBef>
                <a:spcPts val="600"/>
              </a:spcBef>
              <a:spcAft>
                <a:spcPts val="0"/>
              </a:spcAft>
              <a:buClr>
                <a:srgbClr val="004A96"/>
              </a:buClr>
              <a:buSzPct val="80000"/>
              <a:buFont typeface="Wingdings 3" panose="05040102010807070707" pitchFamily="18" charset="2"/>
              <a:buChar char=""/>
              <a:tabLst/>
              <a:defRPr sz="2000" b="0" i="0" kern="1200" baseline="0">
                <a:solidFill>
                  <a:schemeClr val="tx1"/>
                </a:solidFill>
                <a:latin typeface="Arial" panose="020B0604020202020204" pitchFamily="34" charset="0"/>
                <a:ea typeface="+mn-ea"/>
                <a:cs typeface="+mn-cs"/>
              </a:defRPr>
            </a:lvl2pPr>
            <a:lvl3pPr marL="628650" marR="0" indent="-180975" algn="l" defTabSz="914400" rtl="0" eaLnBrk="1" fontAlgn="auto" latinLnBrk="0" hangingPunct="1">
              <a:lnSpc>
                <a:spcPct val="110000"/>
              </a:lnSpc>
              <a:spcBef>
                <a:spcPts val="300"/>
              </a:spcBef>
              <a:spcAft>
                <a:spcPts val="0"/>
              </a:spcAft>
              <a:buClr>
                <a:srgbClr val="004A96"/>
              </a:buClr>
              <a:buSzPct val="100000"/>
              <a:buFont typeface="Arial" panose="020B0604020202020204" pitchFamily="34" charset="0"/>
              <a:buChar char="•"/>
              <a:tabLst/>
              <a:defRPr sz="2000" b="0" i="0" kern="1200" baseline="0">
                <a:solidFill>
                  <a:schemeClr val="tx1"/>
                </a:solidFill>
                <a:latin typeface="Arial" panose="020B0604020202020204" pitchFamily="34" charset="0"/>
                <a:ea typeface="+mn-ea"/>
                <a:cs typeface="+mn-cs"/>
              </a:defRPr>
            </a:lvl3pPr>
            <a:lvl4pPr marL="808038" marR="0" indent="-179388" algn="l" defTabSz="914400" rtl="0" eaLnBrk="1" fontAlgn="auto" latinLnBrk="0" hangingPunct="1">
              <a:lnSpc>
                <a:spcPct val="100000"/>
              </a:lnSpc>
              <a:spcBef>
                <a:spcPts val="100"/>
              </a:spcBef>
              <a:spcAft>
                <a:spcPts val="0"/>
              </a:spcAft>
              <a:buClr>
                <a:srgbClr val="004A96"/>
              </a:buClr>
              <a:buSzPct val="80000"/>
              <a:buFont typeface="Arial" panose="020B0604020202020204" pitchFamily="34" charset="0"/>
              <a:buChar char="−"/>
              <a:tabLst/>
              <a:defRPr sz="2000" b="0" i="0" kern="1200" baseline="0">
                <a:solidFill>
                  <a:schemeClr val="tx1"/>
                </a:solidFill>
                <a:latin typeface="Arial" panose="020B0604020202020204" pitchFamily="34" charset="0"/>
                <a:ea typeface="+mn-ea"/>
                <a:cs typeface="+mn-cs"/>
              </a:defRPr>
            </a:lvl4pPr>
            <a:lvl5pPr marL="1623438" indent="-266373" algn="l" defTabSz="914309" rtl="0" eaLnBrk="1" latinLnBrk="0" hangingPunct="1">
              <a:lnSpc>
                <a:spcPct val="95000"/>
              </a:lnSpc>
              <a:spcBef>
                <a:spcPts val="0"/>
              </a:spcBef>
              <a:spcAft>
                <a:spcPts val="0"/>
              </a:spcAft>
              <a:buClr>
                <a:schemeClr val="tx1"/>
              </a:buClr>
              <a:buSzPct val="100000"/>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5pPr>
            <a:lvl6pPr marL="2080592"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6pPr>
            <a:lvl7pPr marL="2537746"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7pPr>
            <a:lvl8pPr marL="2994900"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8pPr>
            <a:lvl9pPr marL="3452055"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9pPr>
          </a:lstStyle>
          <a:p>
            <a:pPr>
              <a:spcBef>
                <a:spcPts val="1200"/>
              </a:spcBef>
            </a:pPr>
            <a:r>
              <a:rPr lang="de-DE" altLang="ko-KR" sz="1800" b="1" dirty="0" err="1">
                <a:solidFill>
                  <a:schemeClr val="accent1"/>
                </a:solidFill>
              </a:rPr>
              <a:t>Lorem</a:t>
            </a:r>
            <a:r>
              <a:rPr lang="de-DE" altLang="ko-KR" sz="1800" b="1" dirty="0">
                <a:solidFill>
                  <a:schemeClr val="accent1"/>
                </a:solidFill>
              </a:rPr>
              <a:t> Ipsum </a:t>
            </a:r>
            <a:r>
              <a:rPr lang="de-DE" altLang="ko-KR" sz="1800" b="1" dirty="0" err="1">
                <a:solidFill>
                  <a:schemeClr val="accent1"/>
                </a:solidFill>
              </a:rPr>
              <a:t>dolor</a:t>
            </a:r>
            <a:r>
              <a:rPr lang="de-DE" altLang="ko-KR" sz="1800" b="1" dirty="0">
                <a:solidFill>
                  <a:schemeClr val="accent1"/>
                </a:solidFill>
              </a:rPr>
              <a:t> </a:t>
            </a:r>
            <a:r>
              <a:rPr lang="de-DE" altLang="ko-KR" sz="1800" b="1" dirty="0" err="1">
                <a:solidFill>
                  <a:schemeClr val="accent1"/>
                </a:solidFill>
              </a:rPr>
              <a:t>sits</a:t>
            </a:r>
            <a:r>
              <a:rPr lang="de-DE" altLang="ko-KR" sz="1800" b="1" dirty="0">
                <a:solidFill>
                  <a:schemeClr val="accent1"/>
                </a:solidFill>
              </a:rPr>
              <a:t> </a:t>
            </a:r>
            <a:br>
              <a:rPr lang="de-DE" altLang="ko-KR" sz="1800" b="1" dirty="0">
                <a:solidFill>
                  <a:schemeClr val="accent1"/>
                </a:solidFill>
              </a:rPr>
            </a:br>
            <a:r>
              <a:rPr lang="de-DE" altLang="ko-KR" sz="1800" dirty="0"/>
              <a:t>cum </a:t>
            </a:r>
            <a:r>
              <a:rPr lang="de-DE" altLang="ko-KR" sz="1800" dirty="0" err="1"/>
              <a:t>habilitarum</a:t>
            </a:r>
            <a:r>
              <a:rPr lang="de-DE" altLang="ko-KR" sz="1800" dirty="0"/>
              <a:t> </a:t>
            </a:r>
            <a:r>
              <a:rPr lang="de-DE" altLang="ko-KR" sz="1800" dirty="0" err="1"/>
              <a:t>itum</a:t>
            </a:r>
            <a:r>
              <a:rPr lang="de-DE" altLang="ko-KR" sz="1800" dirty="0"/>
              <a:t> </a:t>
            </a:r>
            <a:r>
              <a:rPr lang="de-DE" altLang="ko-KR" sz="1800" dirty="0" err="1"/>
              <a:t>alus</a:t>
            </a:r>
            <a:r>
              <a:rPr lang="de-DE" altLang="ko-KR" sz="1800" dirty="0"/>
              <a:t> </a:t>
            </a:r>
            <a:r>
              <a:rPr lang="de-DE" altLang="ko-KR" sz="1800" dirty="0" err="1"/>
              <a:t>causticus</a:t>
            </a:r>
            <a:r>
              <a:rPr lang="de-DE" altLang="ko-KR" sz="1800" dirty="0"/>
              <a:t> </a:t>
            </a:r>
            <a:r>
              <a:rPr lang="de-DE" altLang="ko-KR" sz="1800" dirty="0" err="1"/>
              <a:t>imanenter</a:t>
            </a:r>
            <a:r>
              <a:rPr lang="de-DE" altLang="ko-KR" sz="1800" dirty="0"/>
              <a:t>.</a:t>
            </a:r>
          </a:p>
          <a:p>
            <a:pPr>
              <a:spcBef>
                <a:spcPts val="1200"/>
              </a:spcBef>
            </a:pPr>
            <a:r>
              <a:rPr lang="de-DE" altLang="ko-KR" sz="1800" dirty="0"/>
              <a:t>Status ex </a:t>
            </a:r>
            <a:r>
              <a:rPr lang="de-DE" altLang="ko-KR" sz="1800" b="1" dirty="0" err="1">
                <a:solidFill>
                  <a:schemeClr val="accent1"/>
                </a:solidFill>
              </a:rPr>
              <a:t>landum</a:t>
            </a:r>
            <a:r>
              <a:rPr lang="de-DE" altLang="ko-KR" sz="1800" b="1" dirty="0">
                <a:solidFill>
                  <a:schemeClr val="accent1"/>
                </a:solidFill>
              </a:rPr>
              <a:t> </a:t>
            </a:r>
            <a:r>
              <a:rPr lang="de-DE" altLang="ko-KR" sz="1800" b="1" dirty="0" err="1">
                <a:solidFill>
                  <a:schemeClr val="accent1"/>
                </a:solidFill>
              </a:rPr>
              <a:t>it</a:t>
            </a:r>
            <a:r>
              <a:rPr lang="de-DE" altLang="ko-KR" sz="1800" b="1" dirty="0">
                <a:solidFill>
                  <a:schemeClr val="accent1"/>
                </a:solidFill>
              </a:rPr>
              <a:t> </a:t>
            </a:r>
            <a:r>
              <a:rPr lang="de-DE" altLang="ko-KR" sz="1800" b="1" dirty="0" err="1">
                <a:solidFill>
                  <a:schemeClr val="accent1"/>
                </a:solidFill>
              </a:rPr>
              <a:t>exus</a:t>
            </a:r>
            <a:r>
              <a:rPr lang="de-DE" altLang="ko-KR" sz="1800" b="1" dirty="0">
                <a:solidFill>
                  <a:schemeClr val="accent1"/>
                </a:solidFill>
              </a:rPr>
              <a:t> </a:t>
            </a:r>
            <a:r>
              <a:rPr lang="de-DE" altLang="ko-KR" sz="1800" b="1" dirty="0" err="1">
                <a:solidFill>
                  <a:schemeClr val="accent1"/>
                </a:solidFill>
              </a:rPr>
              <a:t>rius</a:t>
            </a:r>
            <a:r>
              <a:rPr lang="de-DE" altLang="ko-KR" sz="1800" b="1" dirty="0">
                <a:solidFill>
                  <a:schemeClr val="accent1"/>
                </a:solidFill>
              </a:rPr>
              <a:t> </a:t>
            </a:r>
            <a:r>
              <a:rPr lang="de-DE" altLang="ko-KR" sz="1800" dirty="0" err="1"/>
              <a:t>laudanum</a:t>
            </a:r>
            <a:r>
              <a:rPr lang="de-DE" altLang="ko-KR" sz="1800" dirty="0"/>
              <a:t> </a:t>
            </a:r>
            <a:r>
              <a:rPr lang="de-DE" altLang="ko-KR" sz="1800" dirty="0" err="1"/>
              <a:t>ibis</a:t>
            </a:r>
            <a:r>
              <a:rPr lang="de-DE" altLang="ko-KR" sz="1800" dirty="0"/>
              <a:t> </a:t>
            </a:r>
            <a:r>
              <a:rPr lang="de-DE" altLang="ko-KR" sz="1800" dirty="0" err="1"/>
              <a:t>tum</a:t>
            </a:r>
            <a:r>
              <a:rPr lang="de-DE" altLang="ko-KR" sz="1800" dirty="0"/>
              <a:t>. </a:t>
            </a:r>
          </a:p>
          <a:p>
            <a:pPr>
              <a:spcBef>
                <a:spcPts val="1200"/>
              </a:spcBef>
            </a:pPr>
            <a:r>
              <a:rPr lang="de-DE" altLang="ko-KR" sz="1800" dirty="0" err="1"/>
              <a:t>Lorem</a:t>
            </a:r>
            <a:r>
              <a:rPr lang="de-DE" altLang="ko-KR" sz="1800" dirty="0"/>
              <a:t> et </a:t>
            </a:r>
            <a:r>
              <a:rPr lang="de-DE" altLang="ko-KR" sz="1800" dirty="0" err="1"/>
              <a:t>exit</a:t>
            </a:r>
            <a:r>
              <a:rPr lang="de-DE" altLang="ko-KR" sz="1800" dirty="0"/>
              <a:t> et </a:t>
            </a:r>
            <a:r>
              <a:rPr lang="de-DE" altLang="ko-KR" sz="1800" dirty="0" err="1"/>
              <a:t>vulnareus</a:t>
            </a:r>
            <a:r>
              <a:rPr lang="de-DE" altLang="ko-KR" sz="1800" dirty="0"/>
              <a:t> </a:t>
            </a:r>
            <a:r>
              <a:rPr lang="de-DE" altLang="ko-KR" sz="1800" dirty="0" err="1"/>
              <a:t>plexus</a:t>
            </a:r>
            <a:r>
              <a:rPr lang="de-DE" altLang="ko-KR" sz="1800" dirty="0"/>
              <a:t> est. </a:t>
            </a:r>
            <a:r>
              <a:rPr lang="de-DE" altLang="ko-KR" sz="1800" b="1" dirty="0" err="1">
                <a:solidFill>
                  <a:schemeClr val="accent1"/>
                </a:solidFill>
              </a:rPr>
              <a:t>Vulna</a:t>
            </a:r>
            <a:r>
              <a:rPr lang="de-DE" altLang="ko-KR" sz="1800" b="1" dirty="0">
                <a:solidFill>
                  <a:schemeClr val="accent1"/>
                </a:solidFill>
              </a:rPr>
              <a:t> </a:t>
            </a:r>
            <a:r>
              <a:rPr lang="de-DE" altLang="ko-KR" sz="1800" b="1" dirty="0" err="1">
                <a:solidFill>
                  <a:schemeClr val="accent1"/>
                </a:solidFill>
              </a:rPr>
              <a:t>pausta</a:t>
            </a:r>
            <a:r>
              <a:rPr lang="de-DE" altLang="ko-KR" sz="1800" b="1" dirty="0">
                <a:solidFill>
                  <a:schemeClr val="accent1"/>
                </a:solidFill>
              </a:rPr>
              <a:t> </a:t>
            </a:r>
            <a:r>
              <a:rPr lang="de-DE" altLang="ko-KR" sz="1800" b="1" dirty="0" err="1">
                <a:solidFill>
                  <a:schemeClr val="accent1"/>
                </a:solidFill>
              </a:rPr>
              <a:t>rhus</a:t>
            </a:r>
            <a:r>
              <a:rPr lang="de-DE" altLang="ko-KR" sz="1800" b="1" dirty="0">
                <a:solidFill>
                  <a:schemeClr val="accent1"/>
                </a:solidFill>
              </a:rPr>
              <a:t>.</a:t>
            </a:r>
          </a:p>
          <a:p>
            <a:pPr>
              <a:spcBef>
                <a:spcPts val="1200"/>
              </a:spcBef>
            </a:pPr>
            <a:r>
              <a:rPr lang="de-DE" altLang="ko-KR" sz="1800" b="1" dirty="0" err="1">
                <a:solidFill>
                  <a:schemeClr val="accent1"/>
                </a:solidFill>
              </a:rPr>
              <a:t>Dolor</a:t>
            </a:r>
            <a:r>
              <a:rPr lang="de-DE" altLang="ko-KR" sz="1800" b="1" dirty="0">
                <a:solidFill>
                  <a:schemeClr val="accent1"/>
                </a:solidFill>
              </a:rPr>
              <a:t> </a:t>
            </a:r>
            <a:r>
              <a:rPr lang="de-DE" altLang="ko-KR" sz="1800" b="1" dirty="0" err="1">
                <a:solidFill>
                  <a:schemeClr val="accent1"/>
                </a:solidFill>
              </a:rPr>
              <a:t>situs</a:t>
            </a:r>
            <a:r>
              <a:rPr lang="de-DE" altLang="ko-KR" sz="1800" b="1" dirty="0">
                <a:solidFill>
                  <a:schemeClr val="accent1"/>
                </a:solidFill>
              </a:rPr>
              <a:t> cum </a:t>
            </a:r>
            <a:r>
              <a:rPr lang="de-DE" altLang="ko-KR" sz="1800" dirty="0" err="1"/>
              <a:t>habilitarum</a:t>
            </a:r>
            <a:r>
              <a:rPr lang="de-DE" altLang="ko-KR" sz="1800" dirty="0"/>
              <a:t> </a:t>
            </a:r>
            <a:r>
              <a:rPr lang="de-DE" altLang="ko-KR" sz="1800" dirty="0" err="1"/>
              <a:t>itum</a:t>
            </a:r>
            <a:r>
              <a:rPr lang="de-DE" altLang="ko-KR" sz="1800" dirty="0"/>
              <a:t> </a:t>
            </a:r>
            <a:r>
              <a:rPr lang="de-DE" altLang="ko-KR" sz="1800" dirty="0" err="1"/>
              <a:t>alus</a:t>
            </a:r>
            <a:r>
              <a:rPr lang="de-DE" altLang="ko-KR" sz="1800" dirty="0"/>
              <a:t> </a:t>
            </a:r>
            <a:r>
              <a:rPr lang="de-DE" altLang="ko-KR" sz="1800" dirty="0" err="1"/>
              <a:t>ticus</a:t>
            </a:r>
            <a:r>
              <a:rPr lang="de-DE" altLang="ko-KR" sz="1800" dirty="0"/>
              <a:t> </a:t>
            </a:r>
            <a:r>
              <a:rPr lang="de-DE" altLang="ko-KR" sz="1800" dirty="0" err="1"/>
              <a:t>imanenter</a:t>
            </a:r>
            <a:r>
              <a:rPr lang="de-DE" altLang="ko-KR" sz="1800" dirty="0"/>
              <a:t>.</a:t>
            </a:r>
          </a:p>
        </p:txBody>
      </p:sp>
      <p:sp>
        <p:nvSpPr>
          <p:cNvPr id="2" name="Titel 1">
            <a:extLst>
              <a:ext uri="{FF2B5EF4-FFF2-40B4-BE49-F238E27FC236}">
                <a16:creationId xmlns:a16="http://schemas.microsoft.com/office/drawing/2014/main" id="{863C267F-4F43-5261-6766-6EED9806AFB5}"/>
              </a:ext>
            </a:extLst>
          </p:cNvPr>
          <p:cNvSpPr>
            <a:spLocks noGrp="1"/>
          </p:cNvSpPr>
          <p:nvPr>
            <p:ph type="title"/>
          </p:nvPr>
        </p:nvSpPr>
        <p:spPr>
          <a:xfrm>
            <a:off x="514801" y="540000"/>
            <a:ext cx="7379838" cy="817200"/>
          </a:xfrm>
        </p:spPr>
        <p:txBody>
          <a:bodyPr/>
          <a:lstStyle/>
          <a:p>
            <a:r>
              <a:rPr lang="en-GB" noProof="0" dirty="0"/>
              <a:t>Lorem ipsum </a:t>
            </a:r>
            <a:r>
              <a:rPr lang="en-GB" noProof="0" dirty="0" err="1"/>
              <a:t>dolor</a:t>
            </a:r>
            <a:r>
              <a:rPr lang="en-GB" noProof="0" dirty="0"/>
              <a:t> sit </a:t>
            </a:r>
            <a:r>
              <a:rPr lang="en-GB" noProof="0" dirty="0" err="1"/>
              <a:t>amet</a:t>
            </a:r>
            <a:endParaRPr lang="en-GB" noProof="0" dirty="0"/>
          </a:p>
        </p:txBody>
      </p:sp>
      <p:sp>
        <p:nvSpPr>
          <p:cNvPr id="24" name="Textfeld 23">
            <a:extLst>
              <a:ext uri="{FF2B5EF4-FFF2-40B4-BE49-F238E27FC236}">
                <a16:creationId xmlns:a16="http://schemas.microsoft.com/office/drawing/2014/main" id="{D6DBCF1E-0CFB-1A41-EB2E-06FC7739F3E0}"/>
              </a:ext>
            </a:extLst>
          </p:cNvPr>
          <p:cNvSpPr txBox="1"/>
          <p:nvPr/>
        </p:nvSpPr>
        <p:spPr>
          <a:xfrm>
            <a:off x="514350" y="1977184"/>
            <a:ext cx="7039748"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GB" sz="2000" b="1" i="0" u="none" strike="noStrike" kern="1200" cap="none" spc="-20" normalizeH="0" baseline="0" noProof="0">
                <a:ln>
                  <a:noFill/>
                </a:ln>
                <a:effectLst/>
                <a:uLnTx/>
                <a:uFillTx/>
                <a:latin typeface="Arial"/>
                <a:ea typeface="+mn-ea"/>
                <a:cs typeface="+mn-cs"/>
              </a:rPr>
              <a:t>Lorem ipsum </a:t>
            </a:r>
            <a:r>
              <a:rPr kumimoji="0" lang="en-GB" sz="2000" b="1" i="0" u="none" strike="noStrike" kern="1200" cap="none" spc="-20" normalizeH="0" baseline="0" noProof="0" err="1">
                <a:ln>
                  <a:noFill/>
                </a:ln>
                <a:effectLst/>
                <a:uLnTx/>
                <a:uFillTx/>
                <a:latin typeface="Arial"/>
                <a:ea typeface="+mn-ea"/>
                <a:cs typeface="+mn-cs"/>
              </a:rPr>
              <a:t>dolor</a:t>
            </a:r>
            <a:r>
              <a:rPr kumimoji="0" lang="en-GB" sz="2000" b="1" i="0" u="none" strike="noStrike" kern="1200" cap="none" spc="-20" normalizeH="0" baseline="0" noProof="0">
                <a:ln>
                  <a:noFill/>
                </a:ln>
                <a:effectLst/>
                <a:uLnTx/>
                <a:uFillTx/>
                <a:latin typeface="Arial"/>
                <a:ea typeface="+mn-ea"/>
                <a:cs typeface="+mn-cs"/>
              </a:rPr>
              <a:t> sit </a:t>
            </a:r>
            <a:r>
              <a:rPr kumimoji="0" lang="en-GB" sz="2000" b="1" i="0" u="none" strike="noStrike" kern="1200" cap="none" spc="-20" normalizeH="0" baseline="0" noProof="0" err="1">
                <a:ln>
                  <a:noFill/>
                </a:ln>
                <a:effectLst/>
                <a:uLnTx/>
                <a:uFillTx/>
                <a:latin typeface="Arial"/>
                <a:ea typeface="+mn-ea"/>
                <a:cs typeface="+mn-cs"/>
              </a:rPr>
              <a:t>amet</a:t>
            </a:r>
            <a:r>
              <a:rPr kumimoji="0" lang="en-GB" sz="2000" b="1" i="0" u="none" strike="noStrike" kern="1200" cap="none" spc="-20" normalizeH="0" baseline="0" noProof="0">
                <a:ln>
                  <a:noFill/>
                </a:ln>
                <a:effectLst/>
                <a:uLnTx/>
                <a:uFillTx/>
                <a:latin typeface="Arial"/>
                <a:ea typeface="+mn-ea"/>
                <a:cs typeface="+mn-cs"/>
              </a:rPr>
              <a:t>, </a:t>
            </a:r>
            <a:r>
              <a:rPr kumimoji="0" lang="en-GB" sz="2000" b="1" i="0" u="none" strike="noStrike" kern="1200" cap="none" spc="-20" normalizeH="0" baseline="0" noProof="0" err="1">
                <a:ln>
                  <a:noFill/>
                </a:ln>
                <a:effectLst/>
                <a:uLnTx/>
                <a:uFillTx/>
                <a:latin typeface="Arial"/>
                <a:ea typeface="+mn-ea"/>
                <a:cs typeface="+mn-cs"/>
              </a:rPr>
              <a:t>consetetur</a:t>
            </a:r>
            <a:r>
              <a:rPr kumimoji="0" lang="en-GB" sz="2000" b="1" i="0" u="none" strike="noStrike" kern="1200" cap="none" spc="-20" normalizeH="0" baseline="0" noProof="0">
                <a:ln>
                  <a:noFill/>
                </a:ln>
                <a:effectLst/>
                <a:uLnTx/>
                <a:uFillTx/>
                <a:latin typeface="Arial"/>
                <a:ea typeface="+mn-ea"/>
                <a:cs typeface="+mn-cs"/>
              </a:rPr>
              <a:t> </a:t>
            </a:r>
            <a:r>
              <a:rPr kumimoji="0" lang="en-GB" sz="2000" b="1" i="0" u="none" strike="noStrike" kern="1200" cap="none" spc="-20" normalizeH="0" baseline="0" noProof="0" err="1">
                <a:ln>
                  <a:noFill/>
                </a:ln>
                <a:effectLst/>
                <a:uLnTx/>
                <a:uFillTx/>
                <a:latin typeface="Arial"/>
                <a:ea typeface="+mn-ea"/>
                <a:cs typeface="+mn-cs"/>
              </a:rPr>
              <a:t>sadipsing</a:t>
            </a:r>
            <a:r>
              <a:rPr kumimoji="0" lang="en-GB" sz="2000" b="1" i="0" u="none" strike="noStrike" kern="1200" cap="none" spc="-20" normalizeH="0" baseline="0" noProof="0">
                <a:ln>
                  <a:noFill/>
                </a:ln>
                <a:effectLst/>
                <a:uLnTx/>
                <a:uFillTx/>
                <a:latin typeface="Arial"/>
                <a:ea typeface="+mn-ea"/>
                <a:cs typeface="+mn-cs"/>
              </a:rPr>
              <a:t> </a:t>
            </a:r>
            <a:r>
              <a:rPr kumimoji="0" lang="en-GB" sz="2000" i="0" u="none" strike="noStrike" kern="1200" cap="none" spc="-20" normalizeH="0" baseline="0" noProof="0">
                <a:ln>
                  <a:noFill/>
                </a:ln>
                <a:effectLst/>
                <a:uLnTx/>
                <a:uFillTx/>
                <a:latin typeface="Arial"/>
                <a:ea typeface="+mn-ea"/>
                <a:cs typeface="+mn-cs"/>
              </a:rPr>
              <a:t>(</a:t>
            </a:r>
            <a:r>
              <a:rPr lang="en-GB" sz="2000" spc="-20" noProof="0">
                <a:latin typeface="Arial"/>
              </a:rPr>
              <a:t>billion</a:t>
            </a:r>
            <a:r>
              <a:rPr kumimoji="0" lang="en-GB" sz="2000" i="0" u="none" strike="noStrike" kern="1200" cap="none" spc="-20" normalizeH="0" baseline="0" noProof="0">
                <a:ln>
                  <a:noFill/>
                </a:ln>
                <a:effectLst/>
                <a:uLnTx/>
                <a:uFillTx/>
                <a:latin typeface="Arial"/>
                <a:ea typeface="+mn-ea"/>
                <a:cs typeface="+mn-cs"/>
              </a:rPr>
              <a:t> €</a:t>
            </a:r>
            <a:r>
              <a:rPr kumimoji="0" lang="en-GB" sz="2000" b="0" i="0" u="none" strike="noStrike" kern="1200" cap="none" spc="0" normalizeH="0" baseline="0" noProof="0">
                <a:ln>
                  <a:noFill/>
                </a:ln>
                <a:effectLst/>
                <a:uLnTx/>
                <a:uFillTx/>
                <a:latin typeface="Arial"/>
                <a:ea typeface="+mn-ea"/>
                <a:cs typeface="+mn-cs"/>
              </a:rPr>
              <a:t>)</a:t>
            </a:r>
          </a:p>
        </p:txBody>
      </p:sp>
      <p:sp>
        <p:nvSpPr>
          <p:cNvPr id="25" name="Rectangle 7">
            <a:extLst>
              <a:ext uri="{FF2B5EF4-FFF2-40B4-BE49-F238E27FC236}">
                <a16:creationId xmlns:a16="http://schemas.microsoft.com/office/drawing/2014/main" id="{E8B3F272-C400-9230-0252-9F19BF3F4943}"/>
              </a:ext>
            </a:extLst>
          </p:cNvPr>
          <p:cNvSpPr>
            <a:spLocks noChangeAspect="1" noChangeArrowheads="1"/>
          </p:cNvSpPr>
          <p:nvPr/>
        </p:nvSpPr>
        <p:spPr bwMode="auto">
          <a:xfrm>
            <a:off x="508707" y="5825094"/>
            <a:ext cx="884858" cy="152349"/>
          </a:xfrm>
          <a:prstGeom prst="rect">
            <a:avLst/>
          </a:prstGeom>
          <a:noFill/>
          <a:ln>
            <a:noFill/>
          </a:ln>
        </p:spPr>
        <p:txBody>
          <a:bodyPr wrap="square" lIns="0" tIns="0" rIns="0" bIns="0">
            <a:spAutoFit/>
          </a:bodyPr>
          <a:lstStyle/>
          <a:p>
            <a:pPr marL="0" marR="0" lvl="0" indent="0" defTabSz="914400" rtl="0" eaLnBrk="0" fontAlgn="base" latinLnBrk="0" hangingPunct="0">
              <a:lnSpc>
                <a:spcPct val="90000"/>
              </a:lnSpc>
              <a:spcBef>
                <a:spcPct val="0"/>
              </a:spcBef>
              <a:spcAft>
                <a:spcPct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Times New Roman" pitchFamily="18" charset="0"/>
              </a:rPr>
              <a:t>Lorem ipsum</a:t>
            </a:r>
          </a:p>
        </p:txBody>
      </p:sp>
      <p:sp>
        <p:nvSpPr>
          <p:cNvPr id="26" name="Rectangle 8">
            <a:extLst>
              <a:ext uri="{FF2B5EF4-FFF2-40B4-BE49-F238E27FC236}">
                <a16:creationId xmlns:a16="http://schemas.microsoft.com/office/drawing/2014/main" id="{578F235E-2270-3D6E-F3B5-E5D4EA3A7F4D}"/>
              </a:ext>
            </a:extLst>
          </p:cNvPr>
          <p:cNvSpPr>
            <a:spLocks noChangeAspect="1" noChangeArrowheads="1"/>
          </p:cNvSpPr>
          <p:nvPr/>
        </p:nvSpPr>
        <p:spPr bwMode="auto">
          <a:xfrm>
            <a:off x="508706" y="5247120"/>
            <a:ext cx="884858" cy="152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defTabSz="914400" rtl="0" eaLnBrk="0" fontAlgn="base" latinLnBrk="0" hangingPunct="0">
              <a:lnSpc>
                <a:spcPct val="90000"/>
              </a:lnSpc>
              <a:spcBef>
                <a:spcPct val="0"/>
              </a:spcBef>
              <a:spcAft>
                <a:spcPct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Times New Roman" pitchFamily="18" charset="0"/>
              </a:rPr>
              <a:t>Lorem ipsum</a:t>
            </a:r>
          </a:p>
        </p:txBody>
      </p:sp>
      <p:sp>
        <p:nvSpPr>
          <p:cNvPr id="27" name="Rectangle 9">
            <a:extLst>
              <a:ext uri="{FF2B5EF4-FFF2-40B4-BE49-F238E27FC236}">
                <a16:creationId xmlns:a16="http://schemas.microsoft.com/office/drawing/2014/main" id="{409D3674-64C0-C79D-F280-EA88AEF80506}"/>
              </a:ext>
            </a:extLst>
          </p:cNvPr>
          <p:cNvSpPr>
            <a:spLocks noChangeAspect="1" noChangeArrowheads="1"/>
          </p:cNvSpPr>
          <p:nvPr/>
        </p:nvSpPr>
        <p:spPr bwMode="auto">
          <a:xfrm>
            <a:off x="508706" y="2907841"/>
            <a:ext cx="884858" cy="152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defTabSz="914400" rtl="0" eaLnBrk="0" fontAlgn="base" latinLnBrk="0" hangingPunct="0">
              <a:lnSpc>
                <a:spcPct val="90000"/>
              </a:lnSpc>
              <a:spcBef>
                <a:spcPct val="0"/>
              </a:spcBef>
              <a:spcAft>
                <a:spcPct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Times New Roman" pitchFamily="18" charset="0"/>
              </a:rPr>
              <a:t>Lorem ipsum</a:t>
            </a:r>
          </a:p>
        </p:txBody>
      </p:sp>
      <p:sp>
        <p:nvSpPr>
          <p:cNvPr id="28" name="Rectangle 31">
            <a:extLst>
              <a:ext uri="{FF2B5EF4-FFF2-40B4-BE49-F238E27FC236}">
                <a16:creationId xmlns:a16="http://schemas.microsoft.com/office/drawing/2014/main" id="{CF24E168-DB43-08A9-9972-7D9B6E25289A}"/>
              </a:ext>
            </a:extLst>
          </p:cNvPr>
          <p:cNvSpPr>
            <a:spLocks noChangeAspect="1" noChangeArrowheads="1"/>
          </p:cNvSpPr>
          <p:nvPr/>
        </p:nvSpPr>
        <p:spPr bwMode="auto">
          <a:xfrm>
            <a:off x="508706" y="4689121"/>
            <a:ext cx="884858" cy="152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defTabSz="914400" rtl="0" eaLnBrk="0" fontAlgn="base" latinLnBrk="0" hangingPunct="0">
              <a:lnSpc>
                <a:spcPct val="90000"/>
              </a:lnSpc>
              <a:spcBef>
                <a:spcPct val="0"/>
              </a:spcBef>
              <a:spcAft>
                <a:spcPct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Times New Roman" pitchFamily="18" charset="0"/>
              </a:rPr>
              <a:t>Lorem ipsum</a:t>
            </a:r>
          </a:p>
        </p:txBody>
      </p:sp>
      <p:sp>
        <p:nvSpPr>
          <p:cNvPr id="29" name="Rectangle 32">
            <a:extLst>
              <a:ext uri="{FF2B5EF4-FFF2-40B4-BE49-F238E27FC236}">
                <a16:creationId xmlns:a16="http://schemas.microsoft.com/office/drawing/2014/main" id="{7284EDBD-2E0D-E265-3858-1F60D25A8380}"/>
              </a:ext>
            </a:extLst>
          </p:cNvPr>
          <p:cNvSpPr>
            <a:spLocks noChangeAspect="1" noChangeArrowheads="1"/>
          </p:cNvSpPr>
          <p:nvPr/>
        </p:nvSpPr>
        <p:spPr bwMode="auto">
          <a:xfrm>
            <a:off x="508706" y="5659397"/>
            <a:ext cx="884858" cy="1523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defTabSz="914400" rtl="0" eaLnBrk="0" fontAlgn="base" latinLnBrk="0" hangingPunct="0">
              <a:lnSpc>
                <a:spcPct val="90000"/>
              </a:lnSpc>
              <a:spcBef>
                <a:spcPct val="0"/>
              </a:spcBef>
              <a:spcAft>
                <a:spcPct val="0"/>
              </a:spcAft>
              <a:buClrTx/>
              <a:buSzTx/>
              <a:buFontTx/>
              <a:buNone/>
              <a:tabLst/>
              <a:defRPr/>
            </a:pPr>
            <a:r>
              <a:rPr kumimoji="0" lang="en-GB" sz="1100" b="1" i="0" u="none" strike="noStrike" kern="1200" cap="none" spc="0" normalizeH="0" baseline="0" noProof="0">
                <a:ln>
                  <a:noFill/>
                </a:ln>
                <a:solidFill>
                  <a:srgbClr val="000000"/>
                </a:solidFill>
                <a:effectLst/>
                <a:uLnTx/>
                <a:uFillTx/>
                <a:latin typeface="Arial" panose="020B0604020202020204"/>
                <a:ea typeface="+mn-ea"/>
                <a:cs typeface="Times New Roman" pitchFamily="18" charset="0"/>
              </a:rPr>
              <a:t>Lorem ipsum</a:t>
            </a:r>
          </a:p>
        </p:txBody>
      </p:sp>
      <p:sp>
        <p:nvSpPr>
          <p:cNvPr id="33" name="Rectangle 16">
            <a:extLst>
              <a:ext uri="{FF2B5EF4-FFF2-40B4-BE49-F238E27FC236}">
                <a16:creationId xmlns:a16="http://schemas.microsoft.com/office/drawing/2014/main" id="{51B4934C-0E76-B469-CD60-C358CA2FC03D}"/>
              </a:ext>
            </a:extLst>
          </p:cNvPr>
          <p:cNvSpPr>
            <a:spLocks noChangeAspect="1" noChangeArrowheads="1"/>
          </p:cNvSpPr>
          <p:nvPr/>
        </p:nvSpPr>
        <p:spPr bwMode="auto">
          <a:xfrm>
            <a:off x="4302183" y="5110343"/>
            <a:ext cx="966611" cy="166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defTabSz="914400" rtl="0" eaLnBrk="0" fontAlgn="base" latinLnBrk="0" hangingPunct="0">
              <a:lnSpc>
                <a:spcPct val="90000"/>
              </a:lnSpc>
              <a:spcBef>
                <a:spcPct val="0"/>
              </a:spcBef>
              <a:spcAft>
                <a:spcPct val="0"/>
              </a:spcAft>
              <a:buClrTx/>
              <a:buSzTx/>
              <a:buFontTx/>
              <a:buNone/>
              <a:tabLst/>
              <a:defRPr/>
            </a:pPr>
            <a:r>
              <a:rPr kumimoji="0" lang="en-GB" sz="1200" b="1" i="0" u="none" strike="noStrike" kern="1200" cap="none" spc="0" normalizeH="0" baseline="0" noProof="0">
                <a:ln>
                  <a:noFill/>
                </a:ln>
                <a:effectLst/>
                <a:uLnTx/>
                <a:uFillTx/>
                <a:latin typeface="Arial" panose="020B0604020202020204"/>
                <a:ea typeface="+mn-ea"/>
                <a:cs typeface="Times New Roman" pitchFamily="18" charset="0"/>
              </a:rPr>
              <a:t>Lorem ipsum</a:t>
            </a:r>
          </a:p>
        </p:txBody>
      </p:sp>
      <p:sp>
        <p:nvSpPr>
          <p:cNvPr id="34" name="Rectangle 17">
            <a:extLst>
              <a:ext uri="{FF2B5EF4-FFF2-40B4-BE49-F238E27FC236}">
                <a16:creationId xmlns:a16="http://schemas.microsoft.com/office/drawing/2014/main" id="{F27F0FC7-96CF-AF23-8F90-1BF6A4442D36}"/>
              </a:ext>
            </a:extLst>
          </p:cNvPr>
          <p:cNvSpPr>
            <a:spLocks noChangeAspect="1" noChangeArrowheads="1"/>
          </p:cNvSpPr>
          <p:nvPr/>
        </p:nvSpPr>
        <p:spPr bwMode="auto">
          <a:xfrm>
            <a:off x="4302183" y="4246013"/>
            <a:ext cx="966611" cy="166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defTabSz="914400" rtl="0" eaLnBrk="0" fontAlgn="base" latinLnBrk="0" hangingPunct="0">
              <a:lnSpc>
                <a:spcPct val="90000"/>
              </a:lnSpc>
              <a:spcBef>
                <a:spcPct val="0"/>
              </a:spcBef>
              <a:spcAft>
                <a:spcPct val="0"/>
              </a:spcAft>
              <a:buClrTx/>
              <a:buSzTx/>
              <a:buFontTx/>
              <a:buNone/>
              <a:tabLst/>
              <a:defRPr/>
            </a:pPr>
            <a:r>
              <a:rPr kumimoji="0" lang="en-GB" sz="1200" b="1" i="0" u="none" strike="noStrike" kern="1200" cap="none" spc="0" normalizeH="0" baseline="0" noProof="0">
                <a:ln>
                  <a:noFill/>
                </a:ln>
                <a:effectLst/>
                <a:uLnTx/>
                <a:uFillTx/>
                <a:latin typeface="Arial" panose="020B0604020202020204"/>
                <a:ea typeface="+mn-ea"/>
                <a:cs typeface="Times New Roman" pitchFamily="18" charset="0"/>
              </a:rPr>
              <a:t>Lorem ipsum</a:t>
            </a:r>
          </a:p>
        </p:txBody>
      </p:sp>
      <p:sp>
        <p:nvSpPr>
          <p:cNvPr id="35" name="Rectangle 18">
            <a:extLst>
              <a:ext uri="{FF2B5EF4-FFF2-40B4-BE49-F238E27FC236}">
                <a16:creationId xmlns:a16="http://schemas.microsoft.com/office/drawing/2014/main" id="{4D7C2C0E-DFF4-8CEB-4913-ADAA581CD776}"/>
              </a:ext>
            </a:extLst>
          </p:cNvPr>
          <p:cNvSpPr>
            <a:spLocks noChangeAspect="1" noChangeArrowheads="1"/>
          </p:cNvSpPr>
          <p:nvPr/>
        </p:nvSpPr>
        <p:spPr bwMode="auto">
          <a:xfrm>
            <a:off x="4302183" y="2907841"/>
            <a:ext cx="966611" cy="1661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pPr marL="0" marR="0" lvl="0" indent="0" defTabSz="914400" rtl="0" eaLnBrk="0" fontAlgn="base" latinLnBrk="0" hangingPunct="0">
              <a:lnSpc>
                <a:spcPct val="90000"/>
              </a:lnSpc>
              <a:spcBef>
                <a:spcPct val="0"/>
              </a:spcBef>
              <a:spcAft>
                <a:spcPct val="0"/>
              </a:spcAft>
              <a:buClrTx/>
              <a:buSzTx/>
              <a:buFontTx/>
              <a:buNone/>
              <a:tabLst/>
              <a:defRPr/>
            </a:pPr>
            <a:r>
              <a:rPr kumimoji="0" lang="en-GB" sz="1200" b="1" i="0" u="none" strike="noStrike" kern="1200" cap="none" spc="0" normalizeH="0" baseline="0" noProof="0">
                <a:ln>
                  <a:noFill/>
                </a:ln>
                <a:effectLst/>
                <a:uLnTx/>
                <a:uFillTx/>
                <a:latin typeface="Arial" panose="020B0604020202020204"/>
                <a:ea typeface="+mn-ea"/>
                <a:cs typeface="Times New Roman" pitchFamily="18" charset="0"/>
              </a:rPr>
              <a:t>Lorem ipsum</a:t>
            </a:r>
          </a:p>
        </p:txBody>
      </p:sp>
      <p:graphicFrame>
        <p:nvGraphicFramePr>
          <p:cNvPr id="36" name="Diagramm 35">
            <a:extLst>
              <a:ext uri="{FF2B5EF4-FFF2-40B4-BE49-F238E27FC236}">
                <a16:creationId xmlns:a16="http://schemas.microsoft.com/office/drawing/2014/main" id="{63F07FFF-6929-5FB1-4357-A7687B9DE21E}"/>
              </a:ext>
            </a:extLst>
          </p:cNvPr>
          <p:cNvGraphicFramePr/>
          <p:nvPr>
            <p:extLst>
              <p:ext uri="{D42A27DB-BD31-4B8C-83A1-F6EECF244321}">
                <p14:modId xmlns:p14="http://schemas.microsoft.com/office/powerpoint/2010/main" val="4055678718"/>
              </p:ext>
            </p:extLst>
          </p:nvPr>
        </p:nvGraphicFramePr>
        <p:xfrm>
          <a:off x="4879658" y="2075188"/>
          <a:ext cx="2878642" cy="4508345"/>
        </p:xfrm>
        <a:graphic>
          <a:graphicData uri="http://schemas.openxmlformats.org/drawingml/2006/chart">
            <c:chart xmlns:c="http://schemas.openxmlformats.org/drawingml/2006/chart" xmlns:r="http://schemas.openxmlformats.org/officeDocument/2006/relationships" r:id="rId3"/>
          </a:graphicData>
        </a:graphic>
      </p:graphicFrame>
      <p:sp>
        <p:nvSpPr>
          <p:cNvPr id="37" name="Textfeld 36">
            <a:extLst>
              <a:ext uri="{FF2B5EF4-FFF2-40B4-BE49-F238E27FC236}">
                <a16:creationId xmlns:a16="http://schemas.microsoft.com/office/drawing/2014/main" id="{FD882377-A473-9022-F77E-F4C589A10D65}"/>
              </a:ext>
            </a:extLst>
          </p:cNvPr>
          <p:cNvSpPr txBox="1"/>
          <p:nvPr/>
        </p:nvSpPr>
        <p:spPr>
          <a:xfrm>
            <a:off x="6696522" y="2422307"/>
            <a:ext cx="633507" cy="369332"/>
          </a:xfrm>
          <a:prstGeom prst="rect">
            <a:avLst/>
          </a:prstGeom>
          <a:noFill/>
        </p:spPr>
        <p:txBody>
          <a:bodyPr wrap="none" rtlCol="0">
            <a:spAutoFit/>
          </a:bodyPr>
          <a:lstStyle>
            <a:defPPr>
              <a:defRPr lang="en-US"/>
            </a:defPPr>
            <a:lvl1pPr algn="ctr">
              <a:defRPr sz="1400" b="1"/>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sz="1800" b="1" i="0" u="none" strike="noStrike" kern="0" cap="none" spc="0" normalizeH="0" baseline="0" noProof="0">
                <a:ln>
                  <a:noFill/>
                </a:ln>
                <a:solidFill>
                  <a:srgbClr val="000000"/>
                </a:solidFill>
                <a:effectLst/>
                <a:uLnTx/>
                <a:uFillTx/>
                <a:latin typeface="Arial" panose="020B0604020202020204"/>
                <a:ea typeface="+mn-ea"/>
                <a:cs typeface="Arial" charset="0"/>
              </a:rPr>
              <a:t>82.6</a:t>
            </a:r>
          </a:p>
        </p:txBody>
      </p:sp>
      <p:sp>
        <p:nvSpPr>
          <p:cNvPr id="38" name="Textfeld 37">
            <a:extLst>
              <a:ext uri="{FF2B5EF4-FFF2-40B4-BE49-F238E27FC236}">
                <a16:creationId xmlns:a16="http://schemas.microsoft.com/office/drawing/2014/main" id="{397E1B01-1E78-57D7-BA43-9F25D52A8C8B}"/>
              </a:ext>
            </a:extLst>
          </p:cNvPr>
          <p:cNvSpPr txBox="1"/>
          <p:nvPr/>
        </p:nvSpPr>
        <p:spPr>
          <a:xfrm>
            <a:off x="5463780" y="2548691"/>
            <a:ext cx="633507"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b="1" i="0" u="none" strike="noStrike" kern="0" cap="none" spc="0" normalizeH="0" baseline="0" noProof="0">
                <a:ln>
                  <a:noFill/>
                </a:ln>
                <a:solidFill>
                  <a:srgbClr val="000000"/>
                </a:solidFill>
                <a:effectLst/>
                <a:uLnTx/>
                <a:uFillTx/>
                <a:latin typeface="Arial" panose="020B0604020202020204"/>
                <a:ea typeface="+mn-ea"/>
                <a:cs typeface="Arial" charset="0"/>
              </a:rPr>
              <a:t>79.4</a:t>
            </a:r>
          </a:p>
        </p:txBody>
      </p:sp>
      <p:sp>
        <p:nvSpPr>
          <p:cNvPr id="41" name="Textfeld 40">
            <a:extLst>
              <a:ext uri="{FF2B5EF4-FFF2-40B4-BE49-F238E27FC236}">
                <a16:creationId xmlns:a16="http://schemas.microsoft.com/office/drawing/2014/main" id="{53CE0EA8-3872-1144-2BE9-233A233711C3}"/>
              </a:ext>
            </a:extLst>
          </p:cNvPr>
          <p:cNvSpPr txBox="1"/>
          <p:nvPr/>
        </p:nvSpPr>
        <p:spPr>
          <a:xfrm>
            <a:off x="8075613" y="5810872"/>
            <a:ext cx="3606093" cy="391628"/>
          </a:xfrm>
          <a:prstGeom prst="rect">
            <a:avLst/>
          </a:prstGeom>
          <a:noFill/>
        </p:spPr>
        <p:txBody>
          <a:bodyPr wrap="square" lIns="144000" tIns="144000" rIns="144000" bIns="0" rtlCol="0">
            <a:spAutoFit/>
          </a:bodyPr>
          <a:lstStyle/>
          <a:p>
            <a:r>
              <a:rPr lang="en-GB" sz="800" baseline="30000" noProof="0" dirty="0"/>
              <a:t>1 </a:t>
            </a:r>
            <a:r>
              <a:rPr lang="en-GB" sz="800" noProof="0" dirty="0"/>
              <a:t>Lorem ipsum </a:t>
            </a:r>
            <a:r>
              <a:rPr lang="en-GB" sz="800" noProof="0" dirty="0" err="1"/>
              <a:t>dolor</a:t>
            </a:r>
            <a:r>
              <a:rPr lang="en-GB" sz="800" noProof="0" dirty="0"/>
              <a:t> sit </a:t>
            </a:r>
            <a:r>
              <a:rPr lang="en-GB" sz="800" noProof="0" dirty="0" err="1"/>
              <a:t>amet</a:t>
            </a:r>
            <a:r>
              <a:rPr lang="en-GB" sz="800" noProof="0" dirty="0"/>
              <a:t>, </a:t>
            </a:r>
            <a:r>
              <a:rPr lang="en-GB" sz="800" noProof="0" dirty="0" err="1"/>
              <a:t>consetetur</a:t>
            </a:r>
            <a:r>
              <a:rPr lang="en-GB" sz="800" noProof="0" dirty="0"/>
              <a:t> </a:t>
            </a:r>
            <a:r>
              <a:rPr lang="en-GB" sz="800" noProof="0" dirty="0" err="1"/>
              <a:t>sadipscing</a:t>
            </a:r>
            <a:r>
              <a:rPr lang="en-GB" sz="800" noProof="0" dirty="0"/>
              <a:t> </a:t>
            </a:r>
            <a:r>
              <a:rPr lang="en-GB" sz="800" noProof="0" dirty="0" err="1"/>
              <a:t>elitr</a:t>
            </a:r>
            <a:r>
              <a:rPr lang="en-GB" sz="800" noProof="0" dirty="0"/>
              <a:t>, </a:t>
            </a:r>
            <a:r>
              <a:rPr lang="en-GB" sz="800" noProof="0" dirty="0" err="1"/>
              <a:t>sed</a:t>
            </a:r>
            <a:r>
              <a:rPr lang="en-GB" sz="800" noProof="0" dirty="0"/>
              <a:t> </a:t>
            </a:r>
            <a:r>
              <a:rPr lang="en-GB" sz="800" noProof="0" dirty="0" err="1"/>
              <a:t>diam</a:t>
            </a:r>
            <a:r>
              <a:rPr lang="en-GB" sz="800" noProof="0" dirty="0"/>
              <a:t> </a:t>
            </a:r>
            <a:r>
              <a:rPr lang="en-GB" sz="800" noProof="0" dirty="0" err="1"/>
              <a:t>nonumy</a:t>
            </a:r>
            <a:r>
              <a:rPr lang="en-GB" sz="800" noProof="0" dirty="0"/>
              <a:t> </a:t>
            </a:r>
            <a:r>
              <a:rPr lang="en-GB" sz="800" noProof="0" dirty="0" err="1"/>
              <a:t>eirmod</a:t>
            </a:r>
            <a:r>
              <a:rPr lang="en-GB" sz="800" noProof="0" dirty="0"/>
              <a:t> </a:t>
            </a:r>
            <a:r>
              <a:rPr lang="en-GB" sz="800" noProof="0" dirty="0" err="1"/>
              <a:t>tempor</a:t>
            </a:r>
            <a:r>
              <a:rPr lang="en-GB" sz="800" noProof="0" dirty="0"/>
              <a:t> </a:t>
            </a:r>
            <a:r>
              <a:rPr lang="en-GB" sz="800" noProof="0" dirty="0" err="1"/>
              <a:t>invidunt</a:t>
            </a:r>
            <a:r>
              <a:rPr lang="en-GB" sz="800" noProof="0" dirty="0"/>
              <a:t> </a:t>
            </a:r>
            <a:r>
              <a:rPr lang="en-GB" sz="800" noProof="0" dirty="0" err="1"/>
              <a:t>ut</a:t>
            </a:r>
            <a:r>
              <a:rPr lang="en-GB" sz="800" noProof="0" dirty="0"/>
              <a:t> labore et dolore magna </a:t>
            </a:r>
            <a:r>
              <a:rPr lang="en-GB" sz="800" noProof="0" dirty="0" err="1"/>
              <a:t>aliquyam</a:t>
            </a:r>
            <a:r>
              <a:rPr lang="en-GB" sz="800" noProof="0" dirty="0"/>
              <a:t> </a:t>
            </a:r>
            <a:r>
              <a:rPr lang="en-GB" sz="800" noProof="0" dirty="0" err="1"/>
              <a:t>erat</a:t>
            </a:r>
            <a:endParaRPr lang="en-GB" sz="800" noProof="0" dirty="0"/>
          </a:p>
        </p:txBody>
      </p:sp>
      <p:pic>
        <p:nvPicPr>
          <p:cNvPr id="7" name="Graphic 6">
            <a:extLst>
              <a:ext uri="{FF2B5EF4-FFF2-40B4-BE49-F238E27FC236}">
                <a16:creationId xmlns:a16="http://schemas.microsoft.com/office/drawing/2014/main" id="{0A47A87C-FAC5-9D48-18B7-E6A4872D42B4}"/>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691813" y="6223000"/>
            <a:ext cx="1498600" cy="635000"/>
          </a:xfrm>
          <a:prstGeom prst="rect">
            <a:avLst/>
          </a:prstGeom>
        </p:spPr>
      </p:pic>
      <p:graphicFrame>
        <p:nvGraphicFramePr>
          <p:cNvPr id="4" name="Diagramm 3">
            <a:extLst>
              <a:ext uri="{FF2B5EF4-FFF2-40B4-BE49-F238E27FC236}">
                <a16:creationId xmlns:a16="http://schemas.microsoft.com/office/drawing/2014/main" id="{77DD8798-2F2F-11B2-3130-4941C6E29A57}"/>
              </a:ext>
            </a:extLst>
          </p:cNvPr>
          <p:cNvGraphicFramePr/>
          <p:nvPr>
            <p:extLst>
              <p:ext uri="{D42A27DB-BD31-4B8C-83A1-F6EECF244321}">
                <p14:modId xmlns:p14="http://schemas.microsoft.com/office/powerpoint/2010/main" val="3984284222"/>
              </p:ext>
            </p:extLst>
          </p:nvPr>
        </p:nvGraphicFramePr>
        <p:xfrm>
          <a:off x="1106228" y="2062844"/>
          <a:ext cx="2878642" cy="4508346"/>
        </p:xfrm>
        <a:graphic>
          <a:graphicData uri="http://schemas.openxmlformats.org/drawingml/2006/chart">
            <c:chart xmlns:c="http://schemas.openxmlformats.org/drawingml/2006/chart" xmlns:r="http://schemas.openxmlformats.org/officeDocument/2006/relationships" r:id="rId5"/>
          </a:graphicData>
        </a:graphic>
      </p:graphicFrame>
      <p:sp>
        <p:nvSpPr>
          <p:cNvPr id="6" name="Textfeld 5">
            <a:extLst>
              <a:ext uri="{FF2B5EF4-FFF2-40B4-BE49-F238E27FC236}">
                <a16:creationId xmlns:a16="http://schemas.microsoft.com/office/drawing/2014/main" id="{9BC28E3C-9F40-EFEC-4FF4-0A0F4DD02102}"/>
              </a:ext>
            </a:extLst>
          </p:cNvPr>
          <p:cNvSpPr txBox="1"/>
          <p:nvPr/>
        </p:nvSpPr>
        <p:spPr>
          <a:xfrm>
            <a:off x="2921940" y="2415150"/>
            <a:ext cx="633507"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b="1" i="0" u="none" strike="noStrike" kern="0" cap="none" spc="0" normalizeH="0" baseline="0" noProof="0">
                <a:ln>
                  <a:noFill/>
                </a:ln>
                <a:solidFill>
                  <a:srgbClr val="000000"/>
                </a:solidFill>
                <a:effectLst/>
                <a:uLnTx/>
                <a:uFillTx/>
                <a:latin typeface="Arial" panose="020B0604020202020204"/>
                <a:ea typeface="+mn-ea"/>
                <a:cs typeface="Arial" charset="0"/>
              </a:rPr>
              <a:t>82.6</a:t>
            </a:r>
          </a:p>
        </p:txBody>
      </p:sp>
      <p:sp>
        <p:nvSpPr>
          <p:cNvPr id="10" name="Textfeld 9">
            <a:extLst>
              <a:ext uri="{FF2B5EF4-FFF2-40B4-BE49-F238E27FC236}">
                <a16:creationId xmlns:a16="http://schemas.microsoft.com/office/drawing/2014/main" id="{F4580D54-3A34-60CB-74F4-67F138FCF90F}"/>
              </a:ext>
            </a:extLst>
          </p:cNvPr>
          <p:cNvSpPr txBox="1"/>
          <p:nvPr/>
        </p:nvSpPr>
        <p:spPr>
          <a:xfrm>
            <a:off x="1686837" y="2544085"/>
            <a:ext cx="633507"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GB" b="1" i="0" u="none" strike="noStrike" kern="0" cap="none" spc="0" normalizeH="0" baseline="0" noProof="0">
                <a:ln>
                  <a:noFill/>
                </a:ln>
                <a:solidFill>
                  <a:srgbClr val="000000"/>
                </a:solidFill>
                <a:effectLst/>
                <a:uLnTx/>
                <a:uFillTx/>
                <a:latin typeface="Arial" panose="020B0604020202020204"/>
                <a:ea typeface="+mn-ea"/>
                <a:cs typeface="Arial" charset="0"/>
              </a:rPr>
              <a:t>79.4</a:t>
            </a:r>
          </a:p>
        </p:txBody>
      </p:sp>
      <p:sp>
        <p:nvSpPr>
          <p:cNvPr id="11" name="Foliennummernplatzhalter 7">
            <a:extLst>
              <a:ext uri="{FF2B5EF4-FFF2-40B4-BE49-F238E27FC236}">
                <a16:creationId xmlns:a16="http://schemas.microsoft.com/office/drawing/2014/main" id="{330DF09E-165C-B6B6-3530-3ED405C233FB}"/>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47</a:t>
            </a:fld>
            <a:endParaRPr lang="de-DE"/>
          </a:p>
        </p:txBody>
      </p:sp>
    </p:spTree>
    <p:extLst>
      <p:ext uri="{BB962C8B-B14F-4D97-AF65-F5344CB8AC3E}">
        <p14:creationId xmlns:p14="http://schemas.microsoft.com/office/powerpoint/2010/main" val="1322628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8B432AE-404D-3A8D-0CD1-483AF1325B20}"/>
              </a:ext>
            </a:extLst>
          </p:cNvPr>
          <p:cNvSpPr>
            <a:spLocks noGrp="1"/>
          </p:cNvSpPr>
          <p:nvPr>
            <p:ph type="title"/>
          </p:nvPr>
        </p:nvSpPr>
        <p:spPr/>
        <p:txBody>
          <a:bodyPr/>
          <a:lstStyle/>
          <a:p>
            <a:r>
              <a:rPr lang="en-GB" noProof="0" dirty="0"/>
              <a:t>Lorem ipsum </a:t>
            </a:r>
            <a:r>
              <a:rPr lang="en-GB" noProof="0" dirty="0" err="1"/>
              <a:t>dolor</a:t>
            </a:r>
            <a:r>
              <a:rPr lang="en-GB" noProof="0" dirty="0"/>
              <a:t> sit </a:t>
            </a:r>
            <a:r>
              <a:rPr lang="en-GB" noProof="0" dirty="0" err="1"/>
              <a:t>amet</a:t>
            </a:r>
            <a:endParaRPr lang="en-GB" noProof="0" dirty="0"/>
          </a:p>
        </p:txBody>
      </p:sp>
      <p:graphicFrame>
        <p:nvGraphicFramePr>
          <p:cNvPr id="14" name="Chart 3">
            <a:extLst>
              <a:ext uri="{FF2B5EF4-FFF2-40B4-BE49-F238E27FC236}">
                <a16:creationId xmlns:a16="http://schemas.microsoft.com/office/drawing/2014/main" id="{D61935E2-8889-B374-CB73-2677D422F116}"/>
              </a:ext>
            </a:extLst>
          </p:cNvPr>
          <p:cNvGraphicFramePr/>
          <p:nvPr>
            <p:custDataLst>
              <p:tags r:id="rId1"/>
            </p:custDataLst>
          </p:nvPr>
        </p:nvGraphicFramePr>
        <p:xfrm>
          <a:off x="903286" y="1965110"/>
          <a:ext cx="2827983" cy="2827984"/>
        </p:xfrm>
        <a:graphic>
          <a:graphicData uri="http://schemas.openxmlformats.org/drawingml/2006/chart">
            <c:chart xmlns:c="http://schemas.openxmlformats.org/drawingml/2006/chart" xmlns:r="http://schemas.openxmlformats.org/officeDocument/2006/relationships" r:id="rId13"/>
          </a:graphicData>
        </a:graphic>
      </p:graphicFrame>
      <p:sp>
        <p:nvSpPr>
          <p:cNvPr id="15" name="Textfeld 14">
            <a:extLst>
              <a:ext uri="{FF2B5EF4-FFF2-40B4-BE49-F238E27FC236}">
                <a16:creationId xmlns:a16="http://schemas.microsoft.com/office/drawing/2014/main" id="{33604C0F-079D-197D-F171-39E112DD1F68}"/>
              </a:ext>
            </a:extLst>
          </p:cNvPr>
          <p:cNvSpPr txBox="1"/>
          <p:nvPr/>
        </p:nvSpPr>
        <p:spPr>
          <a:xfrm>
            <a:off x="1814927" y="2989674"/>
            <a:ext cx="884123" cy="890437"/>
          </a:xfrm>
          <a:prstGeom prst="rect">
            <a:avLst/>
          </a:prstGeom>
          <a:noFill/>
        </p:spPr>
        <p:txBody>
          <a:bodyPr wrap="square" lIns="0" tIns="0" rIns="0" bIns="0" rtlCol="0">
            <a:spAutoFit/>
          </a:bodyPr>
          <a:lstStyle/>
          <a:p>
            <a:pPr algn="ctr" defTabSz="914309">
              <a:lnSpc>
                <a:spcPct val="110000"/>
              </a:lnSpc>
            </a:pPr>
            <a:r>
              <a:rPr lang="en-GB" noProof="0" dirty="0">
                <a:latin typeface="Arial" panose="020B0604020202020204"/>
                <a:cs typeface="Arial"/>
              </a:rPr>
              <a:t>Lorem ipsum</a:t>
            </a:r>
          </a:p>
          <a:p>
            <a:pPr algn="ctr" defTabSz="914309">
              <a:lnSpc>
                <a:spcPct val="110000"/>
              </a:lnSpc>
            </a:pPr>
            <a:r>
              <a:rPr lang="en-GB" b="1" noProof="0" dirty="0">
                <a:latin typeface="Arial" panose="020B0604020202020204"/>
                <a:cs typeface="Arial"/>
              </a:rPr>
              <a:t>€3.9bn</a:t>
            </a:r>
          </a:p>
        </p:txBody>
      </p:sp>
      <p:graphicFrame>
        <p:nvGraphicFramePr>
          <p:cNvPr id="16" name="Chart 3">
            <a:extLst>
              <a:ext uri="{FF2B5EF4-FFF2-40B4-BE49-F238E27FC236}">
                <a16:creationId xmlns:a16="http://schemas.microsoft.com/office/drawing/2014/main" id="{16FF1125-F59D-3B62-6B6C-164289FCBC22}"/>
              </a:ext>
            </a:extLst>
          </p:cNvPr>
          <p:cNvGraphicFramePr/>
          <p:nvPr>
            <p:custDataLst>
              <p:tags r:id="rId2"/>
            </p:custDataLst>
          </p:nvPr>
        </p:nvGraphicFramePr>
        <p:xfrm>
          <a:off x="4714891" y="1929452"/>
          <a:ext cx="3057509" cy="3057510"/>
        </p:xfrm>
        <a:graphic>
          <a:graphicData uri="http://schemas.openxmlformats.org/drawingml/2006/chart">
            <c:chart xmlns:c="http://schemas.openxmlformats.org/drawingml/2006/chart" xmlns:r="http://schemas.openxmlformats.org/officeDocument/2006/relationships" r:id="rId14"/>
          </a:graphicData>
        </a:graphic>
      </p:graphicFrame>
      <p:graphicFrame>
        <p:nvGraphicFramePr>
          <p:cNvPr id="17" name="Chart 3">
            <a:extLst>
              <a:ext uri="{FF2B5EF4-FFF2-40B4-BE49-F238E27FC236}">
                <a16:creationId xmlns:a16="http://schemas.microsoft.com/office/drawing/2014/main" id="{2B8932B4-FCE0-FC31-6BA8-D53BC4BB0C3A}"/>
              </a:ext>
            </a:extLst>
          </p:cNvPr>
          <p:cNvGraphicFramePr/>
          <p:nvPr>
            <p:custDataLst>
              <p:tags r:id="rId3"/>
            </p:custDataLst>
          </p:nvPr>
        </p:nvGraphicFramePr>
        <p:xfrm>
          <a:off x="8555374" y="1965110"/>
          <a:ext cx="2827983" cy="2827984"/>
        </p:xfrm>
        <a:graphic>
          <a:graphicData uri="http://schemas.openxmlformats.org/drawingml/2006/chart">
            <c:chart xmlns:c="http://schemas.openxmlformats.org/drawingml/2006/chart" xmlns:r="http://schemas.openxmlformats.org/officeDocument/2006/relationships" r:id="rId15"/>
          </a:graphicData>
        </a:graphic>
      </p:graphicFrame>
      <p:sp>
        <p:nvSpPr>
          <p:cNvPr id="18" name="Textfeld 17">
            <a:extLst>
              <a:ext uri="{FF2B5EF4-FFF2-40B4-BE49-F238E27FC236}">
                <a16:creationId xmlns:a16="http://schemas.microsoft.com/office/drawing/2014/main" id="{60F7B9F8-CE81-E9F7-4E79-462AFA007435}"/>
              </a:ext>
            </a:extLst>
          </p:cNvPr>
          <p:cNvSpPr txBox="1"/>
          <p:nvPr/>
        </p:nvSpPr>
        <p:spPr>
          <a:xfrm>
            <a:off x="5652351" y="2989674"/>
            <a:ext cx="884123" cy="890437"/>
          </a:xfrm>
          <a:prstGeom prst="rect">
            <a:avLst/>
          </a:prstGeom>
          <a:noFill/>
        </p:spPr>
        <p:txBody>
          <a:bodyPr wrap="square" lIns="0" tIns="0" rIns="0" bIns="0" rtlCol="0">
            <a:spAutoFit/>
          </a:bodyPr>
          <a:lstStyle/>
          <a:p>
            <a:pPr algn="ctr" defTabSz="914309">
              <a:lnSpc>
                <a:spcPct val="110000"/>
              </a:lnSpc>
            </a:pPr>
            <a:r>
              <a:rPr lang="en-GB" noProof="0" dirty="0">
                <a:latin typeface="Arial" panose="020B0604020202020204"/>
                <a:cs typeface="Arial"/>
              </a:rPr>
              <a:t>Lorem ipsum</a:t>
            </a:r>
          </a:p>
          <a:p>
            <a:pPr algn="ctr" defTabSz="914309">
              <a:lnSpc>
                <a:spcPct val="110000"/>
              </a:lnSpc>
            </a:pPr>
            <a:r>
              <a:rPr lang="en-GB" b="1" noProof="0" dirty="0">
                <a:latin typeface="Arial" panose="020B0604020202020204"/>
                <a:cs typeface="Arial"/>
              </a:rPr>
              <a:t>€2.6bn</a:t>
            </a:r>
          </a:p>
        </p:txBody>
      </p:sp>
      <p:sp>
        <p:nvSpPr>
          <p:cNvPr id="19" name="Textfeld 18">
            <a:extLst>
              <a:ext uri="{FF2B5EF4-FFF2-40B4-BE49-F238E27FC236}">
                <a16:creationId xmlns:a16="http://schemas.microsoft.com/office/drawing/2014/main" id="{A29914F1-EFA2-7EAB-585E-84536BAF9BD3}"/>
              </a:ext>
            </a:extLst>
          </p:cNvPr>
          <p:cNvSpPr txBox="1"/>
          <p:nvPr/>
        </p:nvSpPr>
        <p:spPr>
          <a:xfrm>
            <a:off x="9467012" y="2989674"/>
            <a:ext cx="884123" cy="890437"/>
          </a:xfrm>
          <a:prstGeom prst="rect">
            <a:avLst/>
          </a:prstGeom>
          <a:noFill/>
        </p:spPr>
        <p:txBody>
          <a:bodyPr wrap="square" lIns="0" tIns="0" rIns="0" bIns="0" rtlCol="0">
            <a:spAutoFit/>
          </a:bodyPr>
          <a:lstStyle/>
          <a:p>
            <a:pPr algn="ctr" defTabSz="914309">
              <a:lnSpc>
                <a:spcPct val="110000"/>
              </a:lnSpc>
            </a:pPr>
            <a:r>
              <a:rPr lang="en-GB" noProof="0" dirty="0">
                <a:latin typeface="Arial" panose="020B0604020202020204"/>
                <a:cs typeface="Arial"/>
              </a:rPr>
              <a:t>Lorem ipsum</a:t>
            </a:r>
          </a:p>
          <a:p>
            <a:pPr algn="ctr" defTabSz="914309">
              <a:lnSpc>
                <a:spcPct val="110000"/>
              </a:lnSpc>
            </a:pPr>
            <a:r>
              <a:rPr lang="en-GB" b="1" noProof="0" dirty="0">
                <a:latin typeface="Arial" panose="020B0604020202020204"/>
                <a:cs typeface="Arial"/>
              </a:rPr>
              <a:t>€1.9bn</a:t>
            </a:r>
          </a:p>
        </p:txBody>
      </p:sp>
      <p:sp>
        <p:nvSpPr>
          <p:cNvPr id="20" name="Rechteck 19">
            <a:extLst>
              <a:ext uri="{FF2B5EF4-FFF2-40B4-BE49-F238E27FC236}">
                <a16:creationId xmlns:a16="http://schemas.microsoft.com/office/drawing/2014/main" id="{25742FD6-71CE-09F8-F61B-FE3307797470}"/>
              </a:ext>
            </a:extLst>
          </p:cNvPr>
          <p:cNvSpPr/>
          <p:nvPr>
            <p:custDataLst>
              <p:tags r:id="rId4"/>
            </p:custDataLst>
          </p:nvPr>
        </p:nvSpPr>
        <p:spPr bwMode="auto">
          <a:xfrm>
            <a:off x="514350" y="5506450"/>
            <a:ext cx="108000" cy="108000"/>
          </a:xfrm>
          <a:prstGeom prst="rect">
            <a:avLst/>
          </a:prstGeom>
          <a:solidFill>
            <a:schemeClr val="bg1"/>
          </a:solidFill>
          <a:ln w="12700" cmpd="sng" algn="ctr">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endParaRPr lang="en-GB" noProof="0">
              <a:solidFill>
                <a:srgbClr val="FFFFFF"/>
              </a:solidFill>
              <a:latin typeface="Arial" panose="020B0604020202020204"/>
              <a:cs typeface="Arial"/>
            </a:endParaRPr>
          </a:p>
        </p:txBody>
      </p:sp>
      <p:sp>
        <p:nvSpPr>
          <p:cNvPr id="21" name="Rechteck 20">
            <a:extLst>
              <a:ext uri="{FF2B5EF4-FFF2-40B4-BE49-F238E27FC236}">
                <a16:creationId xmlns:a16="http://schemas.microsoft.com/office/drawing/2014/main" id="{C0D17963-5110-B2C3-B21F-7BDD5CD5D696}"/>
              </a:ext>
            </a:extLst>
          </p:cNvPr>
          <p:cNvSpPr/>
          <p:nvPr>
            <p:custDataLst>
              <p:tags r:id="rId5"/>
            </p:custDataLst>
          </p:nvPr>
        </p:nvSpPr>
        <p:spPr bwMode="auto">
          <a:xfrm>
            <a:off x="514350" y="5702225"/>
            <a:ext cx="108000" cy="108000"/>
          </a:xfrm>
          <a:prstGeom prst="rect">
            <a:avLst/>
          </a:prstGeom>
          <a:solidFill>
            <a:schemeClr val="accent4"/>
          </a:solidFill>
          <a:ln w="12700" cmpd="sng" algn="ctr">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endParaRPr lang="en-GB" noProof="0">
              <a:solidFill>
                <a:srgbClr val="FFFFFF"/>
              </a:solidFill>
              <a:latin typeface="Arial" panose="020B0604020202020204"/>
              <a:cs typeface="Arial"/>
            </a:endParaRPr>
          </a:p>
        </p:txBody>
      </p:sp>
      <p:sp>
        <p:nvSpPr>
          <p:cNvPr id="22" name="Rechteck 21">
            <a:extLst>
              <a:ext uri="{FF2B5EF4-FFF2-40B4-BE49-F238E27FC236}">
                <a16:creationId xmlns:a16="http://schemas.microsoft.com/office/drawing/2014/main" id="{962CD4DD-6CD5-9134-EC72-4AACA9EACF3E}"/>
              </a:ext>
            </a:extLst>
          </p:cNvPr>
          <p:cNvSpPr/>
          <p:nvPr>
            <p:custDataLst>
              <p:tags r:id="rId6"/>
            </p:custDataLst>
          </p:nvPr>
        </p:nvSpPr>
        <p:spPr bwMode="auto">
          <a:xfrm>
            <a:off x="514350" y="5898000"/>
            <a:ext cx="108000" cy="108000"/>
          </a:xfrm>
          <a:prstGeom prst="rect">
            <a:avLst/>
          </a:prstGeom>
          <a:solidFill>
            <a:schemeClr val="accent3"/>
          </a:solidFill>
          <a:ln w="12700" cmpd="sng" algn="ctr">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endParaRPr lang="en-GB" noProof="0">
              <a:solidFill>
                <a:srgbClr val="FFFFFF"/>
              </a:solidFill>
              <a:latin typeface="Arial" panose="020B0604020202020204"/>
              <a:cs typeface="Arial"/>
            </a:endParaRPr>
          </a:p>
        </p:txBody>
      </p:sp>
      <p:sp>
        <p:nvSpPr>
          <p:cNvPr id="23" name="Rechteck 22">
            <a:extLst>
              <a:ext uri="{FF2B5EF4-FFF2-40B4-BE49-F238E27FC236}">
                <a16:creationId xmlns:a16="http://schemas.microsoft.com/office/drawing/2014/main" id="{FAF5720E-2015-05EB-6354-7C70D82CF32E}"/>
              </a:ext>
            </a:extLst>
          </p:cNvPr>
          <p:cNvSpPr/>
          <p:nvPr>
            <p:custDataLst>
              <p:tags r:id="rId7"/>
            </p:custDataLst>
          </p:nvPr>
        </p:nvSpPr>
        <p:spPr bwMode="auto">
          <a:xfrm>
            <a:off x="514350" y="6093775"/>
            <a:ext cx="108000" cy="108000"/>
          </a:xfrm>
          <a:prstGeom prst="rect">
            <a:avLst/>
          </a:prstGeom>
          <a:solidFill>
            <a:schemeClr val="accent1"/>
          </a:solidFill>
          <a:ln w="12700" cmpd="sng" algn="ctr">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endParaRPr lang="en-GB" noProof="0">
              <a:solidFill>
                <a:srgbClr val="FFFFFF"/>
              </a:solidFill>
              <a:latin typeface="Arial" panose="020B0604020202020204"/>
              <a:cs typeface="Arial"/>
            </a:endParaRPr>
          </a:p>
        </p:txBody>
      </p:sp>
      <p:sp>
        <p:nvSpPr>
          <p:cNvPr id="24" name="Textplatzhalter 2">
            <a:extLst>
              <a:ext uri="{FF2B5EF4-FFF2-40B4-BE49-F238E27FC236}">
                <a16:creationId xmlns:a16="http://schemas.microsoft.com/office/drawing/2014/main" id="{DC00122F-2A9F-C305-7381-51CCFED9FB28}"/>
              </a:ext>
            </a:extLst>
          </p:cNvPr>
          <p:cNvSpPr>
            <a:spLocks noGrp="1"/>
          </p:cNvSpPr>
          <p:nvPr>
            <p:custDataLst>
              <p:tags r:id="rId8"/>
            </p:custDataLst>
          </p:nvPr>
        </p:nvSpPr>
        <p:spPr bwMode="auto">
          <a:xfrm>
            <a:off x="724015" y="5470138"/>
            <a:ext cx="809625"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342900" marR="0" indent="-342900" algn="l" defTabSz="914400" rtl="0" eaLnBrk="1" fontAlgn="base" latinLnBrk="0" hangingPunct="1">
              <a:lnSpc>
                <a:spcPct val="110000"/>
              </a:lnSpc>
              <a:spcBef>
                <a:spcPts val="1800"/>
              </a:spcBef>
              <a:spcAft>
                <a:spcPct val="0"/>
              </a:spcAft>
              <a:buClr>
                <a:srgbClr val="65AC1E"/>
              </a:buClr>
              <a:buSzTx/>
              <a:buFont typeface="Wingdings" panose="05000000000000000000" pitchFamily="2" charset="2"/>
              <a:buChar char="n"/>
              <a:tabLst/>
              <a:defRPr sz="2000" b="0" i="0" kern="1200" baseline="0">
                <a:solidFill>
                  <a:schemeClr val="tx1"/>
                </a:solidFill>
                <a:latin typeface="Arial" panose="020B0604020202020204" pitchFamily="34" charset="0"/>
                <a:ea typeface="+mn-ea"/>
                <a:cs typeface="+mn-cs"/>
              </a:defRPr>
            </a:lvl1pPr>
            <a:lvl2pPr marL="715963" marR="0" indent="-358775" algn="l" defTabSz="914400" rtl="0" eaLnBrk="1" fontAlgn="base" latinLnBrk="0" hangingPunct="1">
              <a:lnSpc>
                <a:spcPct val="110000"/>
              </a:lnSpc>
              <a:spcBef>
                <a:spcPts val="600"/>
              </a:spcBef>
              <a:spcAft>
                <a:spcPct val="0"/>
              </a:spcAft>
              <a:buClr>
                <a:srgbClr val="65AC1E"/>
              </a:buClr>
              <a:buSzPct val="90000"/>
              <a:buFont typeface="Wingdings 3" panose="05040102010807070707" pitchFamily="18" charset="2"/>
              <a:buChar char=""/>
              <a:tabLst/>
              <a:defRPr sz="2000" b="0" i="0" kern="1200" baseline="0">
                <a:solidFill>
                  <a:schemeClr val="tx1"/>
                </a:solidFill>
                <a:latin typeface="Arial" panose="020B0604020202020204" pitchFamily="34" charset="0"/>
                <a:ea typeface="+mn-ea"/>
                <a:cs typeface="+mn-cs"/>
              </a:defRPr>
            </a:lvl2pPr>
            <a:lvl3pPr marL="1081088" marR="0" indent="-365125" algn="l" defTabSz="914400" rtl="0" eaLnBrk="1" fontAlgn="base" latinLnBrk="0" hangingPunct="1">
              <a:lnSpc>
                <a:spcPct val="110000"/>
              </a:lnSpc>
              <a:spcBef>
                <a:spcPts val="300"/>
              </a:spcBef>
              <a:spcAft>
                <a:spcPts val="0"/>
              </a:spcAft>
              <a:buClr>
                <a:srgbClr val="65AC1E"/>
              </a:buClr>
              <a:buSzPct val="95000"/>
              <a:buFont typeface="Arial" panose="020B0604020202020204" pitchFamily="34" charset="0"/>
              <a:buChar char="●"/>
              <a:tabLst/>
              <a:defRPr sz="2000" b="0" i="0" kern="1200" baseline="0">
                <a:solidFill>
                  <a:schemeClr val="tx1"/>
                </a:solidFill>
                <a:latin typeface="Arial" panose="020B0604020202020204" pitchFamily="34" charset="0"/>
                <a:ea typeface="+mn-ea"/>
                <a:cs typeface="+mn-cs"/>
              </a:defRPr>
            </a:lvl3pPr>
            <a:lvl4pPr marL="1433513" marR="0" indent="-358775" algn="l" defTabSz="914400" rtl="0" eaLnBrk="1" fontAlgn="base" latinLnBrk="0" hangingPunct="1">
              <a:lnSpc>
                <a:spcPct val="110000"/>
              </a:lnSpc>
              <a:spcBef>
                <a:spcPct val="0"/>
              </a:spcBef>
              <a:spcAft>
                <a:spcPct val="0"/>
              </a:spcAft>
              <a:buClr>
                <a:srgbClr val="65AC1E"/>
              </a:buClr>
              <a:buSzTx/>
              <a:buFont typeface="Arial" panose="020B0604020202020204" pitchFamily="34" charset="0"/>
              <a:buChar char="−"/>
              <a:tabLst/>
              <a:defRPr sz="2000" b="0" i="0" kern="1200" baseline="0">
                <a:solidFill>
                  <a:schemeClr val="tx1"/>
                </a:solidFill>
                <a:latin typeface="Arial" panose="020B0604020202020204" pitchFamily="34" charset="0"/>
                <a:ea typeface="+mn-ea"/>
                <a:cs typeface="+mn-cs"/>
              </a:defRPr>
            </a:lvl4pPr>
            <a:lvl5pPr marL="1623438" indent="-266373" algn="l" defTabSz="914309" rtl="0" eaLnBrk="1" latinLnBrk="0" hangingPunct="1">
              <a:lnSpc>
                <a:spcPct val="95000"/>
              </a:lnSpc>
              <a:spcBef>
                <a:spcPts val="0"/>
              </a:spcBef>
              <a:spcAft>
                <a:spcPts val="0"/>
              </a:spcAft>
              <a:buClr>
                <a:schemeClr val="tx1"/>
              </a:buClr>
              <a:buSzPct val="100000"/>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5pPr>
            <a:lvl6pPr marL="2080592"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6pPr>
            <a:lvl7pPr marL="2537746"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7pPr>
            <a:lvl8pPr marL="2994900"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8pPr>
            <a:lvl9pPr marL="3452055"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9pPr>
          </a:lstStyle>
          <a:p>
            <a:pPr marL="0" indent="0" defTabSz="914309">
              <a:spcBef>
                <a:spcPct val="0"/>
              </a:spcBef>
              <a:buNone/>
              <a:defRPr/>
            </a:pPr>
            <a:fld id="{6AA55777-D51E-441F-91DF-D469DFD8F32E}" type="datetime'N''''o''rt''''h ''''A''m''e''''ri''''''''''c''''a'''''''">
              <a:rPr lang="en-GB" sz="1000" noProof="0" smtClean="0">
                <a:solidFill>
                  <a:srgbClr val="000000"/>
                </a:solidFill>
                <a:latin typeface="Arial" panose="020B0604020202020204"/>
                <a:cs typeface="Arial"/>
              </a:rPr>
              <a:pPr marL="0" indent="0" defTabSz="914309">
                <a:spcBef>
                  <a:spcPct val="0"/>
                </a:spcBef>
                <a:buNone/>
                <a:defRPr/>
              </a:pPr>
              <a:t>North America</a:t>
            </a:fld>
            <a:endParaRPr lang="en-GB" sz="1000" noProof="0">
              <a:solidFill>
                <a:srgbClr val="000000"/>
              </a:solidFill>
              <a:latin typeface="Arial" panose="020B0604020202020204"/>
              <a:cs typeface="Arial"/>
            </a:endParaRPr>
          </a:p>
        </p:txBody>
      </p:sp>
      <p:sp>
        <p:nvSpPr>
          <p:cNvPr id="25" name="Textplatzhalter 2">
            <a:extLst>
              <a:ext uri="{FF2B5EF4-FFF2-40B4-BE49-F238E27FC236}">
                <a16:creationId xmlns:a16="http://schemas.microsoft.com/office/drawing/2014/main" id="{7EE58F98-700B-B01C-1D70-36FAD91A0ACA}"/>
              </a:ext>
            </a:extLst>
          </p:cNvPr>
          <p:cNvSpPr>
            <a:spLocks noGrp="1"/>
          </p:cNvSpPr>
          <p:nvPr>
            <p:custDataLst>
              <p:tags r:id="rId9"/>
            </p:custDataLst>
          </p:nvPr>
        </p:nvSpPr>
        <p:spPr bwMode="auto">
          <a:xfrm>
            <a:off x="724015" y="5670558"/>
            <a:ext cx="1952625"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342900" marR="0" indent="-342900" algn="l" defTabSz="914400" rtl="0" eaLnBrk="1" fontAlgn="base" latinLnBrk="0" hangingPunct="1">
              <a:lnSpc>
                <a:spcPct val="110000"/>
              </a:lnSpc>
              <a:spcBef>
                <a:spcPts val="1800"/>
              </a:spcBef>
              <a:spcAft>
                <a:spcPct val="0"/>
              </a:spcAft>
              <a:buClr>
                <a:srgbClr val="65AC1E"/>
              </a:buClr>
              <a:buSzTx/>
              <a:buFont typeface="Wingdings" panose="05000000000000000000" pitchFamily="2" charset="2"/>
              <a:buChar char="n"/>
              <a:tabLst/>
              <a:defRPr sz="2000" b="0" i="0" kern="1200" baseline="0">
                <a:solidFill>
                  <a:schemeClr val="tx1"/>
                </a:solidFill>
                <a:latin typeface="Arial" panose="020B0604020202020204" pitchFamily="34" charset="0"/>
                <a:ea typeface="+mn-ea"/>
                <a:cs typeface="+mn-cs"/>
              </a:defRPr>
            </a:lvl1pPr>
            <a:lvl2pPr marL="715963" marR="0" indent="-358775" algn="l" defTabSz="914400" rtl="0" eaLnBrk="1" fontAlgn="base" latinLnBrk="0" hangingPunct="1">
              <a:lnSpc>
                <a:spcPct val="110000"/>
              </a:lnSpc>
              <a:spcBef>
                <a:spcPts val="600"/>
              </a:spcBef>
              <a:spcAft>
                <a:spcPct val="0"/>
              </a:spcAft>
              <a:buClr>
                <a:srgbClr val="65AC1E"/>
              </a:buClr>
              <a:buSzPct val="90000"/>
              <a:buFont typeface="Wingdings 3" panose="05040102010807070707" pitchFamily="18" charset="2"/>
              <a:buChar char=""/>
              <a:tabLst/>
              <a:defRPr sz="2000" b="0" i="0" kern="1200" baseline="0">
                <a:solidFill>
                  <a:schemeClr val="tx1"/>
                </a:solidFill>
                <a:latin typeface="Arial" panose="020B0604020202020204" pitchFamily="34" charset="0"/>
                <a:ea typeface="+mn-ea"/>
                <a:cs typeface="+mn-cs"/>
              </a:defRPr>
            </a:lvl2pPr>
            <a:lvl3pPr marL="1081088" marR="0" indent="-365125" algn="l" defTabSz="914400" rtl="0" eaLnBrk="1" fontAlgn="base" latinLnBrk="0" hangingPunct="1">
              <a:lnSpc>
                <a:spcPct val="110000"/>
              </a:lnSpc>
              <a:spcBef>
                <a:spcPts val="300"/>
              </a:spcBef>
              <a:spcAft>
                <a:spcPts val="0"/>
              </a:spcAft>
              <a:buClr>
                <a:srgbClr val="65AC1E"/>
              </a:buClr>
              <a:buSzPct val="95000"/>
              <a:buFont typeface="Arial" panose="020B0604020202020204" pitchFamily="34" charset="0"/>
              <a:buChar char="●"/>
              <a:tabLst/>
              <a:defRPr sz="2000" b="0" i="0" kern="1200" baseline="0">
                <a:solidFill>
                  <a:schemeClr val="tx1"/>
                </a:solidFill>
                <a:latin typeface="Arial" panose="020B0604020202020204" pitchFamily="34" charset="0"/>
                <a:ea typeface="+mn-ea"/>
                <a:cs typeface="+mn-cs"/>
              </a:defRPr>
            </a:lvl3pPr>
            <a:lvl4pPr marL="1433513" marR="0" indent="-358775" algn="l" defTabSz="914400" rtl="0" eaLnBrk="1" fontAlgn="base" latinLnBrk="0" hangingPunct="1">
              <a:lnSpc>
                <a:spcPct val="110000"/>
              </a:lnSpc>
              <a:spcBef>
                <a:spcPct val="0"/>
              </a:spcBef>
              <a:spcAft>
                <a:spcPct val="0"/>
              </a:spcAft>
              <a:buClr>
                <a:srgbClr val="65AC1E"/>
              </a:buClr>
              <a:buSzTx/>
              <a:buFont typeface="Arial" panose="020B0604020202020204" pitchFamily="34" charset="0"/>
              <a:buChar char="−"/>
              <a:tabLst/>
              <a:defRPr sz="2000" b="0" i="0" kern="1200" baseline="0">
                <a:solidFill>
                  <a:schemeClr val="tx1"/>
                </a:solidFill>
                <a:latin typeface="Arial" panose="020B0604020202020204" pitchFamily="34" charset="0"/>
                <a:ea typeface="+mn-ea"/>
                <a:cs typeface="+mn-cs"/>
              </a:defRPr>
            </a:lvl4pPr>
            <a:lvl5pPr marL="1623438" indent="-266373" algn="l" defTabSz="914309" rtl="0" eaLnBrk="1" latinLnBrk="0" hangingPunct="1">
              <a:lnSpc>
                <a:spcPct val="95000"/>
              </a:lnSpc>
              <a:spcBef>
                <a:spcPts val="0"/>
              </a:spcBef>
              <a:spcAft>
                <a:spcPts val="0"/>
              </a:spcAft>
              <a:buClr>
                <a:schemeClr val="tx1"/>
              </a:buClr>
              <a:buSzPct val="100000"/>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5pPr>
            <a:lvl6pPr marL="2080592"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6pPr>
            <a:lvl7pPr marL="2537746"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7pPr>
            <a:lvl8pPr marL="2994900"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8pPr>
            <a:lvl9pPr marL="3452055"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9pPr>
          </a:lstStyle>
          <a:p>
            <a:pPr marL="0" indent="0" defTabSz="914309">
              <a:spcBef>
                <a:spcPct val="0"/>
              </a:spcBef>
              <a:buNone/>
              <a:defRPr/>
            </a:pPr>
            <a:fld id="{4D1826B3-CAA8-4542-A7D7-7C7412E1BC2F}" type="datetime'S''outh ''Am''''''eri''ca,'' Africa, M''iddle'' ''Ea''s''t'''">
              <a:rPr lang="en-GB" sz="1000" noProof="0" smtClean="0">
                <a:solidFill>
                  <a:srgbClr val="000000"/>
                </a:solidFill>
                <a:latin typeface="Arial" panose="020B0604020202020204"/>
                <a:cs typeface="Arial"/>
              </a:rPr>
              <a:pPr marL="0" indent="0" defTabSz="914309">
                <a:spcBef>
                  <a:spcPct val="0"/>
                </a:spcBef>
                <a:buNone/>
                <a:defRPr/>
              </a:pPr>
              <a:t>South America, Africa, Middle East</a:t>
            </a:fld>
            <a:endParaRPr lang="en-GB" sz="1000" noProof="0">
              <a:solidFill>
                <a:srgbClr val="000000"/>
              </a:solidFill>
              <a:latin typeface="Arial" panose="020B0604020202020204"/>
              <a:cs typeface="Arial"/>
            </a:endParaRPr>
          </a:p>
        </p:txBody>
      </p:sp>
      <p:sp>
        <p:nvSpPr>
          <p:cNvPr id="26" name="Textplatzhalter 2">
            <a:extLst>
              <a:ext uri="{FF2B5EF4-FFF2-40B4-BE49-F238E27FC236}">
                <a16:creationId xmlns:a16="http://schemas.microsoft.com/office/drawing/2014/main" id="{FD7116DB-F955-E321-BDC9-BDB8670F0DC8}"/>
              </a:ext>
            </a:extLst>
          </p:cNvPr>
          <p:cNvSpPr>
            <a:spLocks noGrp="1"/>
          </p:cNvSpPr>
          <p:nvPr>
            <p:custDataLst>
              <p:tags r:id="rId10"/>
            </p:custDataLst>
          </p:nvPr>
        </p:nvSpPr>
        <p:spPr bwMode="auto">
          <a:xfrm>
            <a:off x="724015" y="5870978"/>
            <a:ext cx="406400"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342900" marR="0" indent="-342900" algn="l" defTabSz="914400" rtl="0" eaLnBrk="1" fontAlgn="base" latinLnBrk="0" hangingPunct="1">
              <a:lnSpc>
                <a:spcPct val="110000"/>
              </a:lnSpc>
              <a:spcBef>
                <a:spcPts val="1800"/>
              </a:spcBef>
              <a:spcAft>
                <a:spcPct val="0"/>
              </a:spcAft>
              <a:buClr>
                <a:srgbClr val="65AC1E"/>
              </a:buClr>
              <a:buSzTx/>
              <a:buFont typeface="Wingdings" panose="05000000000000000000" pitchFamily="2" charset="2"/>
              <a:buChar char="n"/>
              <a:tabLst/>
              <a:defRPr sz="2000" b="0" i="0" kern="1200" baseline="0">
                <a:solidFill>
                  <a:schemeClr val="tx1"/>
                </a:solidFill>
                <a:latin typeface="Arial" panose="020B0604020202020204" pitchFamily="34" charset="0"/>
                <a:ea typeface="+mn-ea"/>
                <a:cs typeface="+mn-cs"/>
              </a:defRPr>
            </a:lvl1pPr>
            <a:lvl2pPr marL="715963" marR="0" indent="-358775" algn="l" defTabSz="914400" rtl="0" eaLnBrk="1" fontAlgn="base" latinLnBrk="0" hangingPunct="1">
              <a:lnSpc>
                <a:spcPct val="110000"/>
              </a:lnSpc>
              <a:spcBef>
                <a:spcPts val="600"/>
              </a:spcBef>
              <a:spcAft>
                <a:spcPct val="0"/>
              </a:spcAft>
              <a:buClr>
                <a:srgbClr val="65AC1E"/>
              </a:buClr>
              <a:buSzPct val="90000"/>
              <a:buFont typeface="Wingdings 3" panose="05040102010807070707" pitchFamily="18" charset="2"/>
              <a:buChar char=""/>
              <a:tabLst/>
              <a:defRPr sz="2000" b="0" i="0" kern="1200" baseline="0">
                <a:solidFill>
                  <a:schemeClr val="tx1"/>
                </a:solidFill>
                <a:latin typeface="Arial" panose="020B0604020202020204" pitchFamily="34" charset="0"/>
                <a:ea typeface="+mn-ea"/>
                <a:cs typeface="+mn-cs"/>
              </a:defRPr>
            </a:lvl2pPr>
            <a:lvl3pPr marL="1081088" marR="0" indent="-365125" algn="l" defTabSz="914400" rtl="0" eaLnBrk="1" fontAlgn="base" latinLnBrk="0" hangingPunct="1">
              <a:lnSpc>
                <a:spcPct val="110000"/>
              </a:lnSpc>
              <a:spcBef>
                <a:spcPts val="300"/>
              </a:spcBef>
              <a:spcAft>
                <a:spcPts val="0"/>
              </a:spcAft>
              <a:buClr>
                <a:srgbClr val="65AC1E"/>
              </a:buClr>
              <a:buSzPct val="95000"/>
              <a:buFont typeface="Arial" panose="020B0604020202020204" pitchFamily="34" charset="0"/>
              <a:buChar char="●"/>
              <a:tabLst/>
              <a:defRPr sz="2000" b="0" i="0" kern="1200" baseline="0">
                <a:solidFill>
                  <a:schemeClr val="tx1"/>
                </a:solidFill>
                <a:latin typeface="Arial" panose="020B0604020202020204" pitchFamily="34" charset="0"/>
                <a:ea typeface="+mn-ea"/>
                <a:cs typeface="+mn-cs"/>
              </a:defRPr>
            </a:lvl3pPr>
            <a:lvl4pPr marL="1433513" marR="0" indent="-358775" algn="l" defTabSz="914400" rtl="0" eaLnBrk="1" fontAlgn="base" latinLnBrk="0" hangingPunct="1">
              <a:lnSpc>
                <a:spcPct val="110000"/>
              </a:lnSpc>
              <a:spcBef>
                <a:spcPct val="0"/>
              </a:spcBef>
              <a:spcAft>
                <a:spcPct val="0"/>
              </a:spcAft>
              <a:buClr>
                <a:srgbClr val="65AC1E"/>
              </a:buClr>
              <a:buSzTx/>
              <a:buFont typeface="Arial" panose="020B0604020202020204" pitchFamily="34" charset="0"/>
              <a:buChar char="−"/>
              <a:tabLst/>
              <a:defRPr sz="2000" b="0" i="0" kern="1200" baseline="0">
                <a:solidFill>
                  <a:schemeClr val="tx1"/>
                </a:solidFill>
                <a:latin typeface="Arial" panose="020B0604020202020204" pitchFamily="34" charset="0"/>
                <a:ea typeface="+mn-ea"/>
                <a:cs typeface="+mn-cs"/>
              </a:defRPr>
            </a:lvl4pPr>
            <a:lvl5pPr marL="1623438" indent="-266373" algn="l" defTabSz="914309" rtl="0" eaLnBrk="1" latinLnBrk="0" hangingPunct="1">
              <a:lnSpc>
                <a:spcPct val="95000"/>
              </a:lnSpc>
              <a:spcBef>
                <a:spcPts val="0"/>
              </a:spcBef>
              <a:spcAft>
                <a:spcPts val="0"/>
              </a:spcAft>
              <a:buClr>
                <a:schemeClr val="tx1"/>
              </a:buClr>
              <a:buSzPct val="100000"/>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5pPr>
            <a:lvl6pPr marL="2080592"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6pPr>
            <a:lvl7pPr marL="2537746"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7pPr>
            <a:lvl8pPr marL="2994900"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8pPr>
            <a:lvl9pPr marL="3452055"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9pPr>
          </a:lstStyle>
          <a:p>
            <a:pPr marL="0" indent="0" defTabSz="914309">
              <a:spcBef>
                <a:spcPct val="0"/>
              </a:spcBef>
              <a:buNone/>
              <a:defRPr/>
            </a:pPr>
            <a:fld id="{9EA9F9FF-84D2-4370-9C2D-152D725DC6FC}" type="datetime'''''''''''E''''u''''''''''''r''''''''''''''''''''ope'''''">
              <a:rPr lang="en-GB" sz="1000" noProof="0" smtClean="0">
                <a:solidFill>
                  <a:srgbClr val="000000"/>
                </a:solidFill>
                <a:latin typeface="Arial" panose="020B0604020202020204"/>
                <a:cs typeface="Arial"/>
              </a:rPr>
              <a:pPr marL="0" indent="0" defTabSz="914309">
                <a:spcBef>
                  <a:spcPct val="0"/>
                </a:spcBef>
                <a:buNone/>
                <a:defRPr/>
              </a:pPr>
              <a:t>Europe</a:t>
            </a:fld>
            <a:endParaRPr lang="en-GB" sz="1000" noProof="0">
              <a:solidFill>
                <a:srgbClr val="000000"/>
              </a:solidFill>
              <a:latin typeface="Arial" panose="020B0604020202020204"/>
              <a:cs typeface="Arial"/>
            </a:endParaRPr>
          </a:p>
        </p:txBody>
      </p:sp>
      <p:sp>
        <p:nvSpPr>
          <p:cNvPr id="27" name="Textplatzhalter 2">
            <a:extLst>
              <a:ext uri="{FF2B5EF4-FFF2-40B4-BE49-F238E27FC236}">
                <a16:creationId xmlns:a16="http://schemas.microsoft.com/office/drawing/2014/main" id="{105F73E2-E4EC-E11C-8E05-C510334CF93F}"/>
              </a:ext>
            </a:extLst>
          </p:cNvPr>
          <p:cNvSpPr>
            <a:spLocks noGrp="1"/>
          </p:cNvSpPr>
          <p:nvPr>
            <p:custDataLst>
              <p:tags r:id="rId11"/>
            </p:custDataLst>
          </p:nvPr>
        </p:nvSpPr>
        <p:spPr bwMode="auto">
          <a:xfrm>
            <a:off x="724015" y="6071398"/>
            <a:ext cx="654050" cy="168275"/>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oAutofit/>
          </a:bodyPr>
          <a:lstStyle>
            <a:lvl1pPr marL="342900" marR="0" indent="-342900" algn="l" defTabSz="914400" rtl="0" eaLnBrk="1" fontAlgn="base" latinLnBrk="0" hangingPunct="1">
              <a:lnSpc>
                <a:spcPct val="110000"/>
              </a:lnSpc>
              <a:spcBef>
                <a:spcPts val="1800"/>
              </a:spcBef>
              <a:spcAft>
                <a:spcPct val="0"/>
              </a:spcAft>
              <a:buClr>
                <a:srgbClr val="65AC1E"/>
              </a:buClr>
              <a:buSzTx/>
              <a:buFont typeface="Wingdings" panose="05000000000000000000" pitchFamily="2" charset="2"/>
              <a:buChar char="n"/>
              <a:tabLst/>
              <a:defRPr sz="2000" b="0" i="0" kern="1200" baseline="0">
                <a:solidFill>
                  <a:schemeClr val="tx1"/>
                </a:solidFill>
                <a:latin typeface="Arial" panose="020B0604020202020204" pitchFamily="34" charset="0"/>
                <a:ea typeface="+mn-ea"/>
                <a:cs typeface="+mn-cs"/>
              </a:defRPr>
            </a:lvl1pPr>
            <a:lvl2pPr marL="715963" marR="0" indent="-358775" algn="l" defTabSz="914400" rtl="0" eaLnBrk="1" fontAlgn="base" latinLnBrk="0" hangingPunct="1">
              <a:lnSpc>
                <a:spcPct val="110000"/>
              </a:lnSpc>
              <a:spcBef>
                <a:spcPts val="600"/>
              </a:spcBef>
              <a:spcAft>
                <a:spcPct val="0"/>
              </a:spcAft>
              <a:buClr>
                <a:srgbClr val="65AC1E"/>
              </a:buClr>
              <a:buSzPct val="90000"/>
              <a:buFont typeface="Wingdings 3" panose="05040102010807070707" pitchFamily="18" charset="2"/>
              <a:buChar char=""/>
              <a:tabLst/>
              <a:defRPr sz="2000" b="0" i="0" kern="1200" baseline="0">
                <a:solidFill>
                  <a:schemeClr val="tx1"/>
                </a:solidFill>
                <a:latin typeface="Arial" panose="020B0604020202020204" pitchFamily="34" charset="0"/>
                <a:ea typeface="+mn-ea"/>
                <a:cs typeface="+mn-cs"/>
              </a:defRPr>
            </a:lvl2pPr>
            <a:lvl3pPr marL="1081088" marR="0" indent="-365125" algn="l" defTabSz="914400" rtl="0" eaLnBrk="1" fontAlgn="base" latinLnBrk="0" hangingPunct="1">
              <a:lnSpc>
                <a:spcPct val="110000"/>
              </a:lnSpc>
              <a:spcBef>
                <a:spcPts val="300"/>
              </a:spcBef>
              <a:spcAft>
                <a:spcPts val="0"/>
              </a:spcAft>
              <a:buClr>
                <a:srgbClr val="65AC1E"/>
              </a:buClr>
              <a:buSzPct val="95000"/>
              <a:buFont typeface="Arial" panose="020B0604020202020204" pitchFamily="34" charset="0"/>
              <a:buChar char="●"/>
              <a:tabLst/>
              <a:defRPr sz="2000" b="0" i="0" kern="1200" baseline="0">
                <a:solidFill>
                  <a:schemeClr val="tx1"/>
                </a:solidFill>
                <a:latin typeface="Arial" panose="020B0604020202020204" pitchFamily="34" charset="0"/>
                <a:ea typeface="+mn-ea"/>
                <a:cs typeface="+mn-cs"/>
              </a:defRPr>
            </a:lvl3pPr>
            <a:lvl4pPr marL="1433513" marR="0" indent="-358775" algn="l" defTabSz="914400" rtl="0" eaLnBrk="1" fontAlgn="base" latinLnBrk="0" hangingPunct="1">
              <a:lnSpc>
                <a:spcPct val="110000"/>
              </a:lnSpc>
              <a:spcBef>
                <a:spcPct val="0"/>
              </a:spcBef>
              <a:spcAft>
                <a:spcPct val="0"/>
              </a:spcAft>
              <a:buClr>
                <a:srgbClr val="65AC1E"/>
              </a:buClr>
              <a:buSzTx/>
              <a:buFont typeface="Arial" panose="020B0604020202020204" pitchFamily="34" charset="0"/>
              <a:buChar char="−"/>
              <a:tabLst/>
              <a:defRPr sz="2000" b="0" i="0" kern="1200" baseline="0">
                <a:solidFill>
                  <a:schemeClr val="tx1"/>
                </a:solidFill>
                <a:latin typeface="Arial" panose="020B0604020202020204" pitchFamily="34" charset="0"/>
                <a:ea typeface="+mn-ea"/>
                <a:cs typeface="+mn-cs"/>
              </a:defRPr>
            </a:lvl4pPr>
            <a:lvl5pPr marL="1623438" indent="-266373" algn="l" defTabSz="914309" rtl="0" eaLnBrk="1" latinLnBrk="0" hangingPunct="1">
              <a:lnSpc>
                <a:spcPct val="95000"/>
              </a:lnSpc>
              <a:spcBef>
                <a:spcPts val="0"/>
              </a:spcBef>
              <a:spcAft>
                <a:spcPts val="0"/>
              </a:spcAft>
              <a:buClr>
                <a:schemeClr val="tx1"/>
              </a:buClr>
              <a:buSzPct val="100000"/>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5pPr>
            <a:lvl6pPr marL="2080592"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6pPr>
            <a:lvl7pPr marL="2537746"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7pPr>
            <a:lvl8pPr marL="2994900"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8pPr>
            <a:lvl9pPr marL="3452055"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9pPr>
          </a:lstStyle>
          <a:p>
            <a:pPr marL="0" indent="0" defTabSz="914309">
              <a:spcBef>
                <a:spcPct val="0"/>
              </a:spcBef>
              <a:buNone/>
              <a:defRPr/>
            </a:pPr>
            <a:fld id="{80B13093-0B09-4833-9555-978776DBDB31}" type="datetime'''''''''''As''''i''''''''''''''a'' P''''ac''ifi''''''''c'''''">
              <a:rPr lang="en-GB" sz="1000" noProof="0" smtClean="0">
                <a:solidFill>
                  <a:srgbClr val="000000"/>
                </a:solidFill>
                <a:latin typeface="Arial" panose="020B0604020202020204"/>
                <a:cs typeface="Arial"/>
              </a:rPr>
              <a:pPr marL="0" indent="0" defTabSz="914309">
                <a:spcBef>
                  <a:spcPct val="0"/>
                </a:spcBef>
                <a:buNone/>
                <a:defRPr/>
              </a:pPr>
              <a:t>Asia Pacific</a:t>
            </a:fld>
            <a:endParaRPr lang="en-GB" sz="1000" noProof="0">
              <a:solidFill>
                <a:srgbClr val="000000"/>
              </a:solidFill>
              <a:latin typeface="Arial" panose="020B0604020202020204"/>
              <a:cs typeface="Arial"/>
            </a:endParaRPr>
          </a:p>
        </p:txBody>
      </p:sp>
      <p:sp>
        <p:nvSpPr>
          <p:cNvPr id="3" name="Foliennummernplatzhalter 7">
            <a:extLst>
              <a:ext uri="{FF2B5EF4-FFF2-40B4-BE49-F238E27FC236}">
                <a16:creationId xmlns:a16="http://schemas.microsoft.com/office/drawing/2014/main" id="{B9F84AD9-E13A-FAC4-C5E7-CFB4DC74D0B2}"/>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48</a:t>
            </a:fld>
            <a:endParaRPr lang="de-DE"/>
          </a:p>
        </p:txBody>
      </p:sp>
    </p:spTree>
    <p:extLst>
      <p:ext uri="{BB962C8B-B14F-4D97-AF65-F5344CB8AC3E}">
        <p14:creationId xmlns:p14="http://schemas.microsoft.com/office/powerpoint/2010/main" val="2113805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Grafik 8" descr="Ein Bild, das Himmel, draußen, Wolke, Stadtgebiet enthält.&#10;&#10;KI-generierte Inhalte können fehlerhaft sein.">
            <a:extLst>
              <a:ext uri="{FF2B5EF4-FFF2-40B4-BE49-F238E27FC236}">
                <a16:creationId xmlns:a16="http://schemas.microsoft.com/office/drawing/2014/main" id="{5D4AEFFE-5463-339E-615F-7B90493C1695}"/>
              </a:ext>
            </a:extLst>
          </p:cNvPr>
          <p:cNvPicPr>
            <a:picLocks noChangeAspect="1"/>
          </p:cNvPicPr>
          <p:nvPr/>
        </p:nvPicPr>
        <p:blipFill>
          <a:blip r:embed="rId2">
            <a:extLst>
              <a:ext uri="{28A0092B-C50C-407E-A947-70E740481C1C}">
                <a14:useLocalDpi xmlns:a14="http://schemas.microsoft.com/office/drawing/2010/main" val="0"/>
              </a:ext>
            </a:extLst>
          </a:blip>
          <a:srcRect l="20400" r="15325" b="45676"/>
          <a:stretch/>
        </p:blipFill>
        <p:spPr>
          <a:xfrm>
            <a:off x="0" y="-1"/>
            <a:ext cx="12190414" cy="6858001"/>
          </a:xfrm>
          <a:prstGeom prst="rect">
            <a:avLst/>
          </a:prstGeom>
          <a:noFill/>
        </p:spPr>
      </p:pic>
      <p:sp>
        <p:nvSpPr>
          <p:cNvPr id="12" name="Titel 11">
            <a:extLst>
              <a:ext uri="{FF2B5EF4-FFF2-40B4-BE49-F238E27FC236}">
                <a16:creationId xmlns:a16="http://schemas.microsoft.com/office/drawing/2014/main" id="{7650C99F-F668-78A3-E25B-F7ECCA44FAB9}"/>
              </a:ext>
            </a:extLst>
          </p:cNvPr>
          <p:cNvSpPr>
            <a:spLocks noGrp="1"/>
          </p:cNvSpPr>
          <p:nvPr>
            <p:ph type="title"/>
          </p:nvPr>
        </p:nvSpPr>
        <p:spPr/>
        <p:txBody>
          <a:bodyPr/>
          <a:lstStyle/>
          <a:p>
            <a:pPr>
              <a:lnSpc>
                <a:spcPct val="95000"/>
              </a:lnSpc>
            </a:pPr>
            <a:r>
              <a:rPr lang="en-GB" noProof="0" dirty="0">
                <a:solidFill>
                  <a:schemeClr val="bg1"/>
                </a:solidFill>
                <a:sym typeface="Arial"/>
              </a:rPr>
              <a:t>Full screen image / video</a:t>
            </a:r>
            <a:endParaRPr lang="en-GB" noProof="0" dirty="0">
              <a:solidFill>
                <a:schemeClr val="bg1"/>
              </a:solidFill>
            </a:endParaRPr>
          </a:p>
        </p:txBody>
      </p:sp>
      <p:pic>
        <p:nvPicPr>
          <p:cNvPr id="6" name="Graphic 5">
            <a:extLst>
              <a:ext uri="{FF2B5EF4-FFF2-40B4-BE49-F238E27FC236}">
                <a16:creationId xmlns:a16="http://schemas.microsoft.com/office/drawing/2014/main" id="{2AFEFB13-4E8F-8757-10E2-3914723D381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91813" y="6223000"/>
            <a:ext cx="1498600" cy="635000"/>
          </a:xfrm>
          <a:prstGeom prst="rect">
            <a:avLst/>
          </a:prstGeom>
        </p:spPr>
      </p:pic>
      <p:sp>
        <p:nvSpPr>
          <p:cNvPr id="3" name="Foliennummernplatzhalter 7">
            <a:extLst>
              <a:ext uri="{FF2B5EF4-FFF2-40B4-BE49-F238E27FC236}">
                <a16:creationId xmlns:a16="http://schemas.microsoft.com/office/drawing/2014/main" id="{D02FBA50-E820-EC0A-CD02-D1C95507B335}"/>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49</a:t>
            </a:fld>
            <a:endParaRPr lang="de-DE"/>
          </a:p>
        </p:txBody>
      </p:sp>
    </p:spTree>
    <p:extLst>
      <p:ext uri="{BB962C8B-B14F-4D97-AF65-F5344CB8AC3E}">
        <p14:creationId xmlns:p14="http://schemas.microsoft.com/office/powerpoint/2010/main" val="12079888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2D1566-902A-1F4A-7A51-5B75FFBC4A8F}"/>
            </a:ext>
          </a:extLst>
        </p:cNvPr>
        <p:cNvGrpSpPr/>
        <p:nvPr/>
      </p:nvGrpSpPr>
      <p:grpSpPr>
        <a:xfrm>
          <a:off x="0" y="0"/>
          <a:ext cx="0" cy="0"/>
          <a:chOff x="0" y="0"/>
          <a:chExt cx="0" cy="0"/>
        </a:xfrm>
      </p:grpSpPr>
      <p:sp>
        <p:nvSpPr>
          <p:cNvPr id="24" name="Titel 23">
            <a:extLst>
              <a:ext uri="{FF2B5EF4-FFF2-40B4-BE49-F238E27FC236}">
                <a16:creationId xmlns:a16="http://schemas.microsoft.com/office/drawing/2014/main" id="{B5B02C5C-7AD0-65D6-339B-9AF20E59C5BC}"/>
              </a:ext>
            </a:extLst>
          </p:cNvPr>
          <p:cNvSpPr>
            <a:spLocks noGrp="1"/>
          </p:cNvSpPr>
          <p:nvPr>
            <p:ph type="title"/>
          </p:nvPr>
        </p:nvSpPr>
        <p:spPr/>
        <p:txBody>
          <a:bodyPr/>
          <a:lstStyle/>
          <a:p>
            <a:pPr>
              <a:lnSpc>
                <a:spcPct val="95000"/>
              </a:lnSpc>
            </a:pPr>
            <a:r>
              <a:rPr lang="en-GB" noProof="0" dirty="0"/>
              <a:t>Lorem ipsum </a:t>
            </a:r>
            <a:r>
              <a:rPr lang="en-GB" noProof="0" dirty="0" err="1"/>
              <a:t>dolor</a:t>
            </a:r>
            <a:r>
              <a:rPr lang="en-GB" noProof="0" dirty="0"/>
              <a:t> sit </a:t>
            </a:r>
            <a:r>
              <a:rPr lang="en-GB" noProof="0" dirty="0" err="1"/>
              <a:t>amet</a:t>
            </a:r>
            <a:r>
              <a:rPr lang="en-GB" noProof="0" dirty="0"/>
              <a:t>, </a:t>
            </a:r>
            <a:br>
              <a:rPr lang="en-GB" noProof="0" dirty="0"/>
            </a:br>
            <a:r>
              <a:rPr lang="en-GB" noProof="0" dirty="0" err="1"/>
              <a:t>consetetur</a:t>
            </a:r>
            <a:r>
              <a:rPr lang="en-GB" noProof="0" dirty="0"/>
              <a:t> </a:t>
            </a:r>
            <a:r>
              <a:rPr lang="en-GB" noProof="0" dirty="0" err="1"/>
              <a:t>sadipscing</a:t>
            </a:r>
            <a:r>
              <a:rPr lang="en-GB" noProof="0" dirty="0"/>
              <a:t> </a:t>
            </a:r>
            <a:r>
              <a:rPr lang="en-GB" noProof="0" dirty="0" err="1"/>
              <a:t>elitr</a:t>
            </a:r>
            <a:r>
              <a:rPr lang="en-GB" noProof="0" dirty="0"/>
              <a:t> </a:t>
            </a:r>
            <a:r>
              <a:rPr lang="en-GB" noProof="0" dirty="0" err="1"/>
              <a:t>sed</a:t>
            </a:r>
            <a:endParaRPr lang="en-GB" noProof="0" dirty="0"/>
          </a:p>
        </p:txBody>
      </p:sp>
      <p:sp>
        <p:nvSpPr>
          <p:cNvPr id="11" name="Inhaltsplatzhalter 10">
            <a:extLst>
              <a:ext uri="{FF2B5EF4-FFF2-40B4-BE49-F238E27FC236}">
                <a16:creationId xmlns:a16="http://schemas.microsoft.com/office/drawing/2014/main" id="{2B75DC67-8380-3A9D-F4B4-E92F65BB1170}"/>
              </a:ext>
            </a:extLst>
          </p:cNvPr>
          <p:cNvSpPr>
            <a:spLocks noGrp="1"/>
          </p:cNvSpPr>
          <p:nvPr>
            <p:ph sz="quarter" idx="14"/>
          </p:nvPr>
        </p:nvSpPr>
        <p:spPr>
          <a:xfrm>
            <a:off x="9023350" y="1953275"/>
            <a:ext cx="2660649" cy="4247500"/>
          </a:xfrm>
          <a:noFill/>
        </p:spPr>
        <p:txBody>
          <a:bodyPr lIns="0" tIns="0" rIns="0" bIns="0" anchor="t" anchorCtr="0"/>
          <a:lstStyle/>
          <a:p>
            <a:pPr marL="0" indent="0">
              <a:lnSpc>
                <a:spcPct val="110000"/>
              </a:lnSpc>
              <a:spcBef>
                <a:spcPct val="50000"/>
              </a:spcBef>
              <a:buClr>
                <a:schemeClr val="accent1"/>
              </a:buClr>
              <a:buNone/>
            </a:pPr>
            <a:r>
              <a:rPr lang="en-GB" sz="2000" b="1" noProof="0" dirty="0">
                <a:latin typeface="Arial"/>
                <a:sym typeface="Arial"/>
              </a:rPr>
              <a:t>Lorem Ipsum is </a:t>
            </a:r>
            <a:br>
              <a:rPr lang="en-GB" sz="2000" b="1" noProof="0" dirty="0">
                <a:latin typeface="Arial"/>
                <a:sym typeface="Arial"/>
              </a:rPr>
            </a:br>
            <a:r>
              <a:rPr lang="en-GB" sz="2000" b="1" noProof="0" dirty="0">
                <a:latin typeface="Arial"/>
                <a:sym typeface="Arial"/>
              </a:rPr>
              <a:t>simply dummy text </a:t>
            </a:r>
            <a:br>
              <a:rPr lang="en-GB" sz="2000" b="1" noProof="0" dirty="0">
                <a:latin typeface="Arial"/>
                <a:sym typeface="Arial"/>
              </a:rPr>
            </a:br>
            <a:r>
              <a:rPr lang="en-GB" sz="2000" b="1" noProof="0" dirty="0">
                <a:latin typeface="Arial"/>
                <a:sym typeface="Arial"/>
              </a:rPr>
              <a:t>of the printing and </a:t>
            </a:r>
            <a:br>
              <a:rPr lang="en-GB" sz="2000" b="1" noProof="0" dirty="0">
                <a:latin typeface="Arial"/>
                <a:sym typeface="Arial"/>
              </a:rPr>
            </a:br>
            <a:r>
              <a:rPr lang="en-GB" sz="2000" b="1" noProof="0" dirty="0">
                <a:latin typeface="Arial"/>
                <a:sym typeface="Arial"/>
              </a:rPr>
              <a:t>typesetting industry. </a:t>
            </a:r>
            <a:endParaRPr lang="en-GB" sz="2000" b="1" noProof="0" dirty="0"/>
          </a:p>
          <a:p>
            <a:pPr marL="0" indent="0">
              <a:lnSpc>
                <a:spcPct val="110000"/>
              </a:lnSpc>
              <a:spcBef>
                <a:spcPct val="50000"/>
              </a:spcBef>
              <a:buClr>
                <a:schemeClr val="accent1"/>
              </a:buClr>
              <a:buNone/>
            </a:pPr>
            <a:r>
              <a:rPr lang="en-GB" sz="2000" noProof="0" dirty="0"/>
              <a:t>Lorem Ipsum is </a:t>
            </a:r>
            <a:br>
              <a:rPr lang="en-GB" sz="2000" noProof="0" dirty="0"/>
            </a:br>
            <a:r>
              <a:rPr lang="en-GB" sz="2000" noProof="0" dirty="0"/>
              <a:t>simply dummy text </a:t>
            </a:r>
            <a:br>
              <a:rPr lang="en-GB" sz="2000" noProof="0" dirty="0"/>
            </a:br>
            <a:r>
              <a:rPr lang="en-GB" sz="2000" noProof="0" dirty="0"/>
              <a:t>of the printing and </a:t>
            </a:r>
            <a:br>
              <a:rPr lang="en-GB" sz="2000" noProof="0" dirty="0"/>
            </a:br>
            <a:r>
              <a:rPr lang="en-GB" sz="2000" noProof="0" dirty="0"/>
              <a:t>typesetting industry. </a:t>
            </a:r>
          </a:p>
        </p:txBody>
      </p:sp>
      <p:sp>
        <p:nvSpPr>
          <p:cNvPr id="2" name="Foliennummernplatzhalter 7">
            <a:extLst>
              <a:ext uri="{FF2B5EF4-FFF2-40B4-BE49-F238E27FC236}">
                <a16:creationId xmlns:a16="http://schemas.microsoft.com/office/drawing/2014/main" id="{91D4DBB1-2087-AE62-2772-C588D6714749}"/>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50</a:t>
            </a:fld>
            <a:endParaRPr lang="de-DE"/>
          </a:p>
        </p:txBody>
      </p:sp>
      <p:pic>
        <p:nvPicPr>
          <p:cNvPr id="3" name="Picture 5" descr="746_CD97_2155_EN[1]">
            <a:extLst>
              <a:ext uri="{FF2B5EF4-FFF2-40B4-BE49-F238E27FC236}">
                <a16:creationId xmlns:a16="http://schemas.microsoft.com/office/drawing/2014/main" id="{77D390FB-373B-5839-93C8-5F0B498ACF4F}"/>
              </a:ext>
            </a:extLst>
          </p:cNvPr>
          <p:cNvPicPr>
            <a:picLocks noChangeAspect="1" noChangeArrowheads="1"/>
          </p:cNvPicPr>
          <p:nvPr>
            <p:custDataLst>
              <p:tags r:id="rId1"/>
            </p:custDataLst>
          </p:nvPr>
        </p:nvPicPr>
        <p:blipFill rotWithShape="1">
          <a:blip r:embed="rId4">
            <a:extLst>
              <a:ext uri="{28A0092B-C50C-407E-A947-70E740481C1C}">
                <a14:useLocalDpi xmlns:a14="http://schemas.microsoft.com/office/drawing/2010/main" val="0"/>
              </a:ext>
            </a:extLst>
          </a:blip>
          <a:srcRect l="754" t="9496" r="442" b="2225"/>
          <a:stretch/>
        </p:blipFill>
        <p:spPr bwMode="auto">
          <a:xfrm>
            <a:off x="514351" y="2024063"/>
            <a:ext cx="8328024" cy="41767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4811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descr="Ein Bild, das Kleidung, Industrie, Pfeife Flöte Rohr, Person enthält.&#10;&#10;Automatisch generierte Beschreibung">
            <a:extLst>
              <a:ext uri="{FF2B5EF4-FFF2-40B4-BE49-F238E27FC236}">
                <a16:creationId xmlns:a16="http://schemas.microsoft.com/office/drawing/2014/main" id="{DE5D8018-1463-84F8-1685-56C6FD5A3D3C}"/>
              </a:ext>
            </a:extLst>
          </p:cNvPr>
          <p:cNvPicPr>
            <a:picLocks noChangeAspect="1"/>
          </p:cNvPicPr>
          <p:nvPr/>
        </p:nvPicPr>
        <p:blipFill rotWithShape="1">
          <a:blip r:embed="rId2">
            <a:extLst>
              <a:ext uri="{28A0092B-C50C-407E-A947-70E740481C1C}">
                <a14:useLocalDpi xmlns:a14="http://schemas.microsoft.com/office/drawing/2010/main" val="0"/>
              </a:ext>
            </a:extLst>
          </a:blip>
          <a:srcRect l="22810" t="4744" r="21756"/>
          <a:stretch/>
        </p:blipFill>
        <p:spPr>
          <a:xfrm>
            <a:off x="6188075" y="0"/>
            <a:ext cx="6002337" cy="6858000"/>
          </a:xfrm>
          <a:prstGeom prst="rect">
            <a:avLst/>
          </a:prstGeom>
        </p:spPr>
      </p:pic>
      <p:sp>
        <p:nvSpPr>
          <p:cNvPr id="2" name="Titel 1">
            <a:extLst>
              <a:ext uri="{FF2B5EF4-FFF2-40B4-BE49-F238E27FC236}">
                <a16:creationId xmlns:a16="http://schemas.microsoft.com/office/drawing/2014/main" id="{A4389161-E461-6074-6512-4F195287C22F}"/>
              </a:ext>
            </a:extLst>
          </p:cNvPr>
          <p:cNvSpPr>
            <a:spLocks noGrp="1"/>
          </p:cNvSpPr>
          <p:nvPr>
            <p:ph type="title"/>
          </p:nvPr>
        </p:nvSpPr>
        <p:spPr>
          <a:xfrm>
            <a:off x="514800" y="540000"/>
            <a:ext cx="5492300" cy="817200"/>
          </a:xfrm>
        </p:spPr>
        <p:txBody>
          <a:bodyPr/>
          <a:lstStyle/>
          <a:p>
            <a:pPr>
              <a:lnSpc>
                <a:spcPct val="95000"/>
              </a:lnSpc>
            </a:pPr>
            <a:r>
              <a:rPr lang="en-GB" noProof="0" dirty="0"/>
              <a:t>Lorem ipsum </a:t>
            </a:r>
            <a:r>
              <a:rPr lang="en-GB" noProof="0" dirty="0" err="1"/>
              <a:t>dolor</a:t>
            </a:r>
            <a:r>
              <a:rPr lang="en-GB" noProof="0" dirty="0"/>
              <a:t> sit </a:t>
            </a:r>
            <a:r>
              <a:rPr lang="en-GB" noProof="0" dirty="0" err="1"/>
              <a:t>amet</a:t>
            </a:r>
            <a:r>
              <a:rPr lang="en-GB" noProof="0" dirty="0"/>
              <a:t>, </a:t>
            </a:r>
            <a:br>
              <a:rPr lang="en-GB" noProof="0" dirty="0"/>
            </a:br>
            <a:r>
              <a:rPr lang="en-GB" noProof="0" dirty="0" err="1"/>
              <a:t>consetetur</a:t>
            </a:r>
            <a:r>
              <a:rPr lang="en-GB" noProof="0" dirty="0"/>
              <a:t> </a:t>
            </a:r>
            <a:r>
              <a:rPr lang="en-GB" noProof="0" dirty="0" err="1"/>
              <a:t>sadipscing</a:t>
            </a:r>
            <a:r>
              <a:rPr lang="en-GB" noProof="0" dirty="0"/>
              <a:t> </a:t>
            </a:r>
            <a:r>
              <a:rPr lang="en-GB" noProof="0" dirty="0" err="1"/>
              <a:t>elitr</a:t>
            </a:r>
            <a:r>
              <a:rPr lang="en-GB" noProof="0" dirty="0"/>
              <a:t> </a:t>
            </a:r>
            <a:r>
              <a:rPr lang="en-GB" noProof="0" dirty="0" err="1"/>
              <a:t>sed</a:t>
            </a:r>
            <a:endParaRPr lang="en-GB" noProof="0" dirty="0"/>
          </a:p>
        </p:txBody>
      </p:sp>
      <p:sp>
        <p:nvSpPr>
          <p:cNvPr id="7" name="Inhaltsplatzhalter 6">
            <a:extLst>
              <a:ext uri="{FF2B5EF4-FFF2-40B4-BE49-F238E27FC236}">
                <a16:creationId xmlns:a16="http://schemas.microsoft.com/office/drawing/2014/main" id="{97E5EA9E-A1F5-F73F-4C86-5E597433298B}"/>
              </a:ext>
            </a:extLst>
          </p:cNvPr>
          <p:cNvSpPr>
            <a:spLocks noGrp="1"/>
          </p:cNvSpPr>
          <p:nvPr>
            <p:ph sz="quarter" idx="10"/>
          </p:nvPr>
        </p:nvSpPr>
        <p:spPr>
          <a:xfrm>
            <a:off x="514349" y="1956327"/>
            <a:ext cx="5492751" cy="1820435"/>
          </a:xfrm>
          <a:noFill/>
        </p:spPr>
        <p:txBody>
          <a:bodyPr lIns="0" tIns="0" rIns="0" bIns="0">
            <a:spAutoFit/>
          </a:bodyPr>
          <a:lstStyle/>
          <a:p>
            <a:pPr marL="0" indent="0">
              <a:spcBef>
                <a:spcPts val="1200"/>
              </a:spcBef>
              <a:buFont typeface="Wingdings" panose="05000000000000000000" pitchFamily="2" charset="2"/>
              <a:buNone/>
            </a:pPr>
            <a:r>
              <a:rPr lang="en-GB" b="1" noProof="0" dirty="0">
                <a:latin typeface="Arial" charset="0"/>
              </a:rPr>
              <a:t>Lorem ipsum </a:t>
            </a:r>
            <a:r>
              <a:rPr lang="en-GB" b="1" noProof="0" dirty="0" err="1">
                <a:latin typeface="Arial" charset="0"/>
              </a:rPr>
              <a:t>dolor</a:t>
            </a:r>
            <a:endParaRPr lang="en-GB" b="1" noProof="0" dirty="0">
              <a:latin typeface="Arial" charset="0"/>
            </a:endParaRPr>
          </a:p>
          <a:p>
            <a:pPr marL="0" indent="0">
              <a:spcBef>
                <a:spcPts val="1200"/>
              </a:spcBef>
              <a:buFont typeface="Wingdings" panose="05000000000000000000" pitchFamily="2" charset="2"/>
              <a:buNone/>
            </a:pPr>
            <a:r>
              <a:rPr lang="en-GB" kern="0" noProof="0" dirty="0">
                <a:solidFill>
                  <a:srgbClr val="000000"/>
                </a:solidFill>
                <a:latin typeface="Arial" charset="0"/>
              </a:rPr>
              <a:t>Lorem Ipsum </a:t>
            </a:r>
            <a:r>
              <a:rPr lang="en-GB" kern="0" noProof="0" dirty="0" err="1">
                <a:solidFill>
                  <a:srgbClr val="000000"/>
                </a:solidFill>
                <a:latin typeface="Arial" charset="0"/>
              </a:rPr>
              <a:t>dolor</a:t>
            </a:r>
            <a:r>
              <a:rPr lang="en-GB" kern="0" noProof="0" dirty="0">
                <a:solidFill>
                  <a:srgbClr val="000000"/>
                </a:solidFill>
                <a:latin typeface="Arial" charset="0"/>
              </a:rPr>
              <a:t> sits cum </a:t>
            </a:r>
            <a:r>
              <a:rPr lang="en-GB" kern="0" noProof="0" dirty="0" err="1">
                <a:solidFill>
                  <a:srgbClr val="000000"/>
                </a:solidFill>
                <a:latin typeface="Arial" charset="0"/>
              </a:rPr>
              <a:t>habilitarum</a:t>
            </a:r>
            <a:r>
              <a:rPr lang="en-GB" kern="0" noProof="0" dirty="0">
                <a:solidFill>
                  <a:srgbClr val="000000"/>
                </a:solidFill>
                <a:latin typeface="Arial" charset="0"/>
              </a:rPr>
              <a:t> </a:t>
            </a:r>
            <a:r>
              <a:rPr lang="en-GB" kern="0" noProof="0" dirty="0" err="1">
                <a:solidFill>
                  <a:srgbClr val="000000"/>
                </a:solidFill>
                <a:latin typeface="Arial" charset="0"/>
              </a:rPr>
              <a:t>itum</a:t>
            </a:r>
            <a:r>
              <a:rPr lang="en-GB" kern="0" noProof="0" dirty="0">
                <a:solidFill>
                  <a:srgbClr val="000000"/>
                </a:solidFill>
                <a:latin typeface="Arial" charset="0"/>
              </a:rPr>
              <a:t> alus </a:t>
            </a:r>
            <a:r>
              <a:rPr lang="en-GB" kern="0" noProof="0" dirty="0" err="1">
                <a:solidFill>
                  <a:srgbClr val="000000"/>
                </a:solidFill>
                <a:latin typeface="Arial" charset="0"/>
              </a:rPr>
              <a:t>causticus</a:t>
            </a:r>
            <a:r>
              <a:rPr lang="en-GB" kern="0" noProof="0" dirty="0">
                <a:solidFill>
                  <a:srgbClr val="000000"/>
                </a:solidFill>
                <a:latin typeface="Arial" charset="0"/>
              </a:rPr>
              <a:t> </a:t>
            </a:r>
            <a:r>
              <a:rPr lang="en-GB" kern="0" noProof="0" dirty="0" err="1">
                <a:solidFill>
                  <a:srgbClr val="000000"/>
                </a:solidFill>
                <a:latin typeface="Arial" charset="0"/>
              </a:rPr>
              <a:t>imanenter</a:t>
            </a:r>
            <a:r>
              <a:rPr lang="en-GB" kern="0" noProof="0" dirty="0">
                <a:solidFill>
                  <a:srgbClr val="000000"/>
                </a:solidFill>
                <a:latin typeface="Arial" charset="0"/>
              </a:rPr>
              <a:t>. Status ex </a:t>
            </a:r>
            <a:r>
              <a:rPr lang="en-GB" kern="0" noProof="0" dirty="0" err="1">
                <a:solidFill>
                  <a:srgbClr val="000000"/>
                </a:solidFill>
                <a:latin typeface="Arial" charset="0"/>
              </a:rPr>
              <a:t>landum</a:t>
            </a:r>
            <a:r>
              <a:rPr lang="en-GB" kern="0" noProof="0" dirty="0">
                <a:solidFill>
                  <a:srgbClr val="000000"/>
                </a:solidFill>
                <a:latin typeface="Arial" charset="0"/>
              </a:rPr>
              <a:t> it </a:t>
            </a:r>
            <a:br>
              <a:rPr lang="en-GB" kern="0" noProof="0" dirty="0">
                <a:solidFill>
                  <a:srgbClr val="000000"/>
                </a:solidFill>
                <a:latin typeface="Arial" charset="0"/>
              </a:rPr>
            </a:br>
            <a:r>
              <a:rPr lang="en-GB" kern="0" noProof="0" dirty="0" err="1">
                <a:solidFill>
                  <a:srgbClr val="000000"/>
                </a:solidFill>
                <a:latin typeface="Arial" charset="0"/>
              </a:rPr>
              <a:t>exus</a:t>
            </a:r>
            <a:r>
              <a:rPr lang="en-GB" kern="0" noProof="0" dirty="0">
                <a:solidFill>
                  <a:srgbClr val="000000"/>
                </a:solidFill>
                <a:latin typeface="Arial" charset="0"/>
              </a:rPr>
              <a:t> </a:t>
            </a:r>
            <a:r>
              <a:rPr lang="en-GB" kern="0" noProof="0" dirty="0" err="1">
                <a:solidFill>
                  <a:srgbClr val="000000"/>
                </a:solidFill>
                <a:latin typeface="Arial" charset="0"/>
              </a:rPr>
              <a:t>rius</a:t>
            </a:r>
            <a:r>
              <a:rPr lang="en-GB" kern="0" noProof="0" dirty="0">
                <a:solidFill>
                  <a:srgbClr val="000000"/>
                </a:solidFill>
                <a:latin typeface="Arial" charset="0"/>
              </a:rPr>
              <a:t> laudanum ibis tum. Lorem et exit et </a:t>
            </a:r>
            <a:r>
              <a:rPr lang="en-GB" kern="0" noProof="0" dirty="0" err="1">
                <a:solidFill>
                  <a:srgbClr val="000000"/>
                </a:solidFill>
                <a:latin typeface="Arial" charset="0"/>
              </a:rPr>
              <a:t>vulnareus</a:t>
            </a:r>
            <a:r>
              <a:rPr lang="en-GB" kern="0" noProof="0" dirty="0">
                <a:solidFill>
                  <a:srgbClr val="000000"/>
                </a:solidFill>
                <a:latin typeface="Arial" charset="0"/>
              </a:rPr>
              <a:t> plexus est. </a:t>
            </a:r>
            <a:r>
              <a:rPr lang="en-GB" kern="0" noProof="0" dirty="0" err="1">
                <a:solidFill>
                  <a:srgbClr val="000000"/>
                </a:solidFill>
                <a:latin typeface="Arial" charset="0"/>
              </a:rPr>
              <a:t>Vulna</a:t>
            </a:r>
            <a:r>
              <a:rPr lang="en-GB" kern="0" noProof="0" dirty="0">
                <a:solidFill>
                  <a:srgbClr val="000000"/>
                </a:solidFill>
                <a:latin typeface="Arial" charset="0"/>
              </a:rPr>
              <a:t> </a:t>
            </a:r>
            <a:r>
              <a:rPr lang="en-GB" kern="0" noProof="0" dirty="0" err="1">
                <a:solidFill>
                  <a:srgbClr val="000000"/>
                </a:solidFill>
                <a:latin typeface="Arial" charset="0"/>
              </a:rPr>
              <a:t>pausta</a:t>
            </a:r>
            <a:r>
              <a:rPr lang="en-GB" kern="0" noProof="0" dirty="0">
                <a:solidFill>
                  <a:srgbClr val="000000"/>
                </a:solidFill>
                <a:latin typeface="Arial" charset="0"/>
              </a:rPr>
              <a:t> rhus.</a:t>
            </a:r>
          </a:p>
        </p:txBody>
      </p:sp>
      <p:sp>
        <p:nvSpPr>
          <p:cNvPr id="13" name="Textplatzhalter 3">
            <a:extLst>
              <a:ext uri="{FF2B5EF4-FFF2-40B4-BE49-F238E27FC236}">
                <a16:creationId xmlns:a16="http://schemas.microsoft.com/office/drawing/2014/main" id="{CE036D2B-DA34-4054-980E-2FCCBBF37F4D}"/>
              </a:ext>
            </a:extLst>
          </p:cNvPr>
          <p:cNvSpPr txBox="1">
            <a:spLocks/>
          </p:cNvSpPr>
          <p:nvPr/>
        </p:nvSpPr>
        <p:spPr>
          <a:xfrm>
            <a:off x="521586" y="1665289"/>
            <a:ext cx="5464876" cy="4535484"/>
          </a:xfrm>
          <a:prstGeom prst="rect">
            <a:avLst/>
          </a:prstGeom>
        </p:spPr>
        <p:txBody>
          <a:bodyPr wrap="square" lIns="144000" tIns="144000" rIns="144000" bIns="144000">
            <a:noAutofit/>
          </a:bodyPr>
          <a:lstStyle>
            <a:lvl1pPr marL="342900" marR="0" indent="-342900" algn="l" defTabSz="914400" rtl="0" eaLnBrk="1" fontAlgn="auto" latinLnBrk="0" hangingPunct="1">
              <a:lnSpc>
                <a:spcPct val="110000"/>
              </a:lnSpc>
              <a:spcBef>
                <a:spcPts val="0"/>
              </a:spcBef>
              <a:spcAft>
                <a:spcPts val="0"/>
              </a:spcAft>
              <a:buClr>
                <a:schemeClr val="accent1"/>
              </a:buClr>
              <a:buSzTx/>
              <a:buFont typeface="Wingdings" panose="05000000000000000000" pitchFamily="2" charset="2"/>
              <a:buChar char="n"/>
              <a:tabLst/>
              <a:defRPr sz="2000" b="0" i="0" kern="1200" baseline="0">
                <a:solidFill>
                  <a:schemeClr val="tx1"/>
                </a:solidFill>
                <a:latin typeface="Arial" panose="020B0604020202020204" pitchFamily="34" charset="0"/>
                <a:ea typeface="+mn-ea"/>
                <a:cs typeface="+mn-cs"/>
              </a:defRPr>
            </a:lvl1pPr>
            <a:lvl2pPr marL="719138" marR="0" indent="-361950" algn="l" defTabSz="914400" rtl="0" eaLnBrk="1" fontAlgn="auto" latinLnBrk="0" hangingPunct="1">
              <a:lnSpc>
                <a:spcPct val="110000"/>
              </a:lnSpc>
              <a:spcBef>
                <a:spcPts val="600"/>
              </a:spcBef>
              <a:spcAft>
                <a:spcPts val="0"/>
              </a:spcAft>
              <a:buClr>
                <a:srgbClr val="004A96"/>
              </a:buClr>
              <a:buSzTx/>
              <a:buFont typeface="Wingdings 3" panose="05040102010807070707" pitchFamily="18" charset="2"/>
              <a:buChar char=""/>
              <a:tabLst/>
              <a:defRPr sz="2000" b="0" i="0" kern="1200" baseline="0">
                <a:solidFill>
                  <a:schemeClr val="tx1"/>
                </a:solidFill>
                <a:latin typeface="Arial" panose="020B0604020202020204" pitchFamily="34" charset="0"/>
                <a:ea typeface="+mn-ea"/>
                <a:cs typeface="+mn-cs"/>
              </a:defRPr>
            </a:lvl2pPr>
            <a:lvl3pPr marL="1074738" marR="0" indent="-355600" algn="l" defTabSz="914400" rtl="0" eaLnBrk="1" fontAlgn="auto" latinLnBrk="0" hangingPunct="1">
              <a:lnSpc>
                <a:spcPct val="110000"/>
              </a:lnSpc>
              <a:spcBef>
                <a:spcPts val="300"/>
              </a:spcBef>
              <a:spcAft>
                <a:spcPts val="0"/>
              </a:spcAft>
              <a:buClr>
                <a:srgbClr val="004A96"/>
              </a:buClr>
              <a:buSzTx/>
              <a:buFont typeface="Arial" panose="020B0604020202020204" pitchFamily="34" charset="0"/>
              <a:buChar char="●"/>
              <a:tabLst/>
              <a:defRPr sz="2000" b="0" i="0" kern="1200" baseline="0">
                <a:solidFill>
                  <a:schemeClr val="tx1"/>
                </a:solidFill>
                <a:latin typeface="Arial" panose="020B0604020202020204" pitchFamily="34" charset="0"/>
                <a:ea typeface="+mn-ea"/>
                <a:cs typeface="+mn-cs"/>
              </a:defRPr>
            </a:lvl3pPr>
            <a:lvl4pPr marL="1436688" marR="0" indent="-361950" algn="l" defTabSz="914400" rtl="0" eaLnBrk="1" fontAlgn="auto" latinLnBrk="0" hangingPunct="1">
              <a:lnSpc>
                <a:spcPct val="110000"/>
              </a:lnSpc>
              <a:spcBef>
                <a:spcPts val="0"/>
              </a:spcBef>
              <a:spcAft>
                <a:spcPct val="50000"/>
              </a:spcAft>
              <a:buClr>
                <a:srgbClr val="004A96"/>
              </a:buClr>
              <a:buSzTx/>
              <a:buFont typeface="Arial" panose="020B0604020202020204" pitchFamily="34" charset="0"/>
              <a:buChar char="−"/>
              <a:tabLst/>
              <a:defRPr sz="2000" b="0" i="0" kern="1200" baseline="0">
                <a:solidFill>
                  <a:schemeClr val="tx1"/>
                </a:solidFill>
                <a:latin typeface="Arial" panose="020B0604020202020204" pitchFamily="34" charset="0"/>
                <a:ea typeface="+mn-ea"/>
                <a:cs typeface="+mn-cs"/>
              </a:defRPr>
            </a:lvl4pPr>
            <a:lvl5pPr marL="1623438" indent="-266373" algn="l" defTabSz="914309" rtl="0" eaLnBrk="1" latinLnBrk="0" hangingPunct="1">
              <a:lnSpc>
                <a:spcPct val="95000"/>
              </a:lnSpc>
              <a:spcBef>
                <a:spcPts val="0"/>
              </a:spcBef>
              <a:spcAft>
                <a:spcPts val="0"/>
              </a:spcAft>
              <a:buClr>
                <a:schemeClr val="tx1"/>
              </a:buClr>
              <a:buSzPct val="100000"/>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5pPr>
            <a:lvl6pPr marL="2080592"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6pPr>
            <a:lvl7pPr marL="2537746"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7pPr>
            <a:lvl8pPr marL="2994900"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8pPr>
            <a:lvl9pPr marL="3452055"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9pPr>
          </a:lstStyle>
          <a:p>
            <a:pPr marL="0" indent="0">
              <a:spcBef>
                <a:spcPts val="1200"/>
              </a:spcBef>
              <a:buFont typeface="Wingdings" panose="05000000000000000000" pitchFamily="2" charset="2"/>
              <a:buNone/>
            </a:pPr>
            <a:endParaRPr lang="en-GB" kern="0" noProof="0">
              <a:solidFill>
                <a:srgbClr val="000000"/>
              </a:solidFill>
              <a:latin typeface="Arial" charset="0"/>
            </a:endParaRPr>
          </a:p>
        </p:txBody>
      </p:sp>
      <p:pic>
        <p:nvPicPr>
          <p:cNvPr id="6" name="Graphic 5">
            <a:extLst>
              <a:ext uri="{FF2B5EF4-FFF2-40B4-BE49-F238E27FC236}">
                <a16:creationId xmlns:a16="http://schemas.microsoft.com/office/drawing/2014/main" id="{FB3AE336-A252-15D0-C467-36E77C1421DB}"/>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91813" y="6223000"/>
            <a:ext cx="1498600" cy="635000"/>
          </a:xfrm>
          <a:prstGeom prst="rect">
            <a:avLst/>
          </a:prstGeom>
        </p:spPr>
      </p:pic>
      <p:sp>
        <p:nvSpPr>
          <p:cNvPr id="4" name="Inhaltsplatzhalter 6">
            <a:extLst>
              <a:ext uri="{FF2B5EF4-FFF2-40B4-BE49-F238E27FC236}">
                <a16:creationId xmlns:a16="http://schemas.microsoft.com/office/drawing/2014/main" id="{6373DC42-CA36-56CA-CAEE-8C8C808C1907}"/>
              </a:ext>
            </a:extLst>
          </p:cNvPr>
          <p:cNvSpPr txBox="1">
            <a:spLocks/>
          </p:cNvSpPr>
          <p:nvPr/>
        </p:nvSpPr>
        <p:spPr>
          <a:xfrm>
            <a:off x="514349" y="4000064"/>
            <a:ext cx="5492751" cy="1618805"/>
          </a:xfrm>
          <a:prstGeom prst="rect">
            <a:avLst/>
          </a:prstGeom>
          <a:solidFill>
            <a:schemeClr val="bg1"/>
          </a:solidFill>
        </p:spPr>
        <p:txBody>
          <a:bodyPr vert="horz" lIns="144000" tIns="144000" rIns="144000" bIns="144000" rtlCol="0">
            <a:spAutoFit/>
          </a:bodyPr>
          <a:lstStyle>
            <a:lvl1pPr marL="179388" marR="0" indent="-179388" algn="l" defTabSz="914400" rtl="0" eaLnBrk="1" fontAlgn="auto" latinLnBrk="0" hangingPunct="1">
              <a:lnSpc>
                <a:spcPct val="110000"/>
              </a:lnSpc>
              <a:spcBef>
                <a:spcPts val="0"/>
              </a:spcBef>
              <a:spcAft>
                <a:spcPts val="0"/>
              </a:spcAft>
              <a:buClr>
                <a:schemeClr val="accent1"/>
              </a:buClr>
              <a:buSzTx/>
              <a:buFont typeface="Wingdings" panose="05000000000000000000" pitchFamily="2" charset="2"/>
              <a:buChar char="§"/>
              <a:tabLst/>
              <a:defRPr sz="2000" b="0" i="0" kern="1200" baseline="0">
                <a:solidFill>
                  <a:schemeClr val="tx1"/>
                </a:solidFill>
                <a:latin typeface="Arial" panose="020B0604020202020204" pitchFamily="34" charset="0"/>
                <a:ea typeface="+mn-ea"/>
                <a:cs typeface="+mn-cs"/>
              </a:defRPr>
            </a:lvl1pPr>
            <a:lvl2pPr marL="447675" marR="0" indent="-268288" algn="l" defTabSz="914400" rtl="0" eaLnBrk="1" fontAlgn="auto" latinLnBrk="0" hangingPunct="1">
              <a:lnSpc>
                <a:spcPct val="110000"/>
              </a:lnSpc>
              <a:spcBef>
                <a:spcPts val="600"/>
              </a:spcBef>
              <a:spcAft>
                <a:spcPts val="0"/>
              </a:spcAft>
              <a:buClr>
                <a:srgbClr val="004A96"/>
              </a:buClr>
              <a:buSzPct val="80000"/>
              <a:buFont typeface="Wingdings 3" panose="05040102010807070707" pitchFamily="18" charset="2"/>
              <a:buChar char=""/>
              <a:tabLst/>
              <a:defRPr sz="2000" b="0" i="0" kern="1200" baseline="0">
                <a:solidFill>
                  <a:schemeClr val="tx1"/>
                </a:solidFill>
                <a:latin typeface="Arial" panose="020B0604020202020204" pitchFamily="34" charset="0"/>
                <a:ea typeface="+mn-ea"/>
                <a:cs typeface="+mn-cs"/>
              </a:defRPr>
            </a:lvl2pPr>
            <a:lvl3pPr marL="628650" marR="0" indent="-180975" algn="l" defTabSz="914400" rtl="0" eaLnBrk="1" fontAlgn="auto" latinLnBrk="0" hangingPunct="1">
              <a:lnSpc>
                <a:spcPct val="110000"/>
              </a:lnSpc>
              <a:spcBef>
                <a:spcPts val="300"/>
              </a:spcBef>
              <a:spcAft>
                <a:spcPts val="0"/>
              </a:spcAft>
              <a:buClr>
                <a:srgbClr val="004A96"/>
              </a:buClr>
              <a:buSzPct val="100000"/>
              <a:buFont typeface="Arial" panose="020B0604020202020204" pitchFamily="34" charset="0"/>
              <a:buChar char="•"/>
              <a:tabLst/>
              <a:defRPr sz="2000" b="0" i="0" kern="1200" baseline="0">
                <a:solidFill>
                  <a:schemeClr val="tx1"/>
                </a:solidFill>
                <a:latin typeface="Arial" panose="020B0604020202020204" pitchFamily="34" charset="0"/>
                <a:ea typeface="+mn-ea"/>
                <a:cs typeface="+mn-cs"/>
              </a:defRPr>
            </a:lvl3pPr>
            <a:lvl4pPr marL="808038" marR="0" indent="-179388" algn="l" defTabSz="914400" rtl="0" eaLnBrk="1" fontAlgn="auto" latinLnBrk="0" hangingPunct="1">
              <a:lnSpc>
                <a:spcPct val="100000"/>
              </a:lnSpc>
              <a:spcBef>
                <a:spcPts val="100"/>
              </a:spcBef>
              <a:spcAft>
                <a:spcPts val="0"/>
              </a:spcAft>
              <a:buClr>
                <a:srgbClr val="004A96"/>
              </a:buClr>
              <a:buSzPct val="80000"/>
              <a:buFont typeface="Arial" panose="020B0604020202020204" pitchFamily="34" charset="0"/>
              <a:buChar char="−"/>
              <a:tabLst/>
              <a:defRPr sz="2000" b="0" i="0" kern="1200" baseline="0">
                <a:solidFill>
                  <a:schemeClr val="tx1"/>
                </a:solidFill>
                <a:latin typeface="Arial" panose="020B0604020202020204" pitchFamily="34" charset="0"/>
                <a:ea typeface="+mn-ea"/>
                <a:cs typeface="+mn-cs"/>
              </a:defRPr>
            </a:lvl4pPr>
            <a:lvl5pPr marL="1623438" indent="-266373" algn="l" defTabSz="914309" rtl="0" eaLnBrk="1" latinLnBrk="0" hangingPunct="1">
              <a:lnSpc>
                <a:spcPct val="95000"/>
              </a:lnSpc>
              <a:spcBef>
                <a:spcPts val="0"/>
              </a:spcBef>
              <a:spcAft>
                <a:spcPts val="0"/>
              </a:spcAft>
              <a:buClr>
                <a:schemeClr val="tx1"/>
              </a:buClr>
              <a:buSzPct val="100000"/>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5pPr>
            <a:lvl6pPr marL="2080592"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6pPr>
            <a:lvl7pPr marL="2537746"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7pPr>
            <a:lvl8pPr marL="2994900"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8pPr>
            <a:lvl9pPr marL="3452055"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9pPr>
          </a:lstStyle>
          <a:p>
            <a:pPr marL="0" indent="0">
              <a:spcBef>
                <a:spcPts val="1200"/>
              </a:spcBef>
              <a:buFont typeface="Wingdings" panose="05000000000000000000" pitchFamily="2" charset="2"/>
              <a:buNone/>
            </a:pPr>
            <a:r>
              <a:rPr lang="en-GB" kern="0" dirty="0" err="1">
                <a:solidFill>
                  <a:srgbClr val="000000"/>
                </a:solidFill>
                <a:latin typeface="Arial" charset="0"/>
              </a:rPr>
              <a:t>Dolor</a:t>
            </a:r>
            <a:r>
              <a:rPr lang="en-GB" kern="0" dirty="0">
                <a:solidFill>
                  <a:srgbClr val="000000"/>
                </a:solidFill>
                <a:latin typeface="Arial" charset="0"/>
              </a:rPr>
              <a:t> situs cum </a:t>
            </a:r>
            <a:r>
              <a:rPr lang="en-GB" kern="0" dirty="0" err="1">
                <a:solidFill>
                  <a:srgbClr val="000000"/>
                </a:solidFill>
                <a:latin typeface="Arial" charset="0"/>
              </a:rPr>
              <a:t>habilitarum</a:t>
            </a:r>
            <a:r>
              <a:rPr lang="en-GB" kern="0" dirty="0">
                <a:solidFill>
                  <a:srgbClr val="000000"/>
                </a:solidFill>
                <a:latin typeface="Arial" charset="0"/>
              </a:rPr>
              <a:t> </a:t>
            </a:r>
            <a:r>
              <a:rPr lang="en-GB" kern="0" dirty="0" err="1">
                <a:solidFill>
                  <a:srgbClr val="000000"/>
                </a:solidFill>
                <a:latin typeface="Arial" charset="0"/>
              </a:rPr>
              <a:t>itum</a:t>
            </a:r>
            <a:r>
              <a:rPr lang="en-GB" kern="0" dirty="0">
                <a:solidFill>
                  <a:srgbClr val="000000"/>
                </a:solidFill>
                <a:latin typeface="Arial" charset="0"/>
              </a:rPr>
              <a:t> alus </a:t>
            </a:r>
            <a:r>
              <a:rPr lang="en-GB" kern="0" dirty="0" err="1">
                <a:solidFill>
                  <a:srgbClr val="000000"/>
                </a:solidFill>
                <a:latin typeface="Arial" charset="0"/>
              </a:rPr>
              <a:t>ticus</a:t>
            </a:r>
            <a:r>
              <a:rPr lang="en-GB" kern="0" dirty="0">
                <a:solidFill>
                  <a:srgbClr val="000000"/>
                </a:solidFill>
                <a:latin typeface="Arial" charset="0"/>
              </a:rPr>
              <a:t> </a:t>
            </a:r>
            <a:r>
              <a:rPr lang="en-GB" kern="0" dirty="0" err="1">
                <a:solidFill>
                  <a:srgbClr val="000000"/>
                </a:solidFill>
                <a:latin typeface="Arial" charset="0"/>
              </a:rPr>
              <a:t>imanenter</a:t>
            </a:r>
            <a:r>
              <a:rPr lang="en-GB" kern="0" dirty="0">
                <a:solidFill>
                  <a:srgbClr val="000000"/>
                </a:solidFill>
                <a:latin typeface="Arial" charset="0"/>
              </a:rPr>
              <a:t>. Status ex </a:t>
            </a:r>
            <a:r>
              <a:rPr lang="en-GB" kern="0" dirty="0" err="1">
                <a:solidFill>
                  <a:srgbClr val="000000"/>
                </a:solidFill>
                <a:latin typeface="Arial" charset="0"/>
              </a:rPr>
              <a:t>landum</a:t>
            </a:r>
            <a:r>
              <a:rPr lang="en-GB" kern="0" dirty="0">
                <a:solidFill>
                  <a:srgbClr val="000000"/>
                </a:solidFill>
                <a:latin typeface="Arial" charset="0"/>
              </a:rPr>
              <a:t> it </a:t>
            </a:r>
            <a:r>
              <a:rPr lang="en-GB" kern="0" dirty="0" err="1">
                <a:solidFill>
                  <a:srgbClr val="000000"/>
                </a:solidFill>
                <a:latin typeface="Arial" charset="0"/>
              </a:rPr>
              <a:t>exus</a:t>
            </a:r>
            <a:r>
              <a:rPr lang="en-GB" kern="0" dirty="0">
                <a:solidFill>
                  <a:srgbClr val="000000"/>
                </a:solidFill>
                <a:latin typeface="Arial" charset="0"/>
              </a:rPr>
              <a:t> </a:t>
            </a:r>
            <a:r>
              <a:rPr lang="en-GB" kern="0" dirty="0" err="1">
                <a:solidFill>
                  <a:srgbClr val="000000"/>
                </a:solidFill>
                <a:latin typeface="Arial" charset="0"/>
              </a:rPr>
              <a:t>rius</a:t>
            </a:r>
            <a:r>
              <a:rPr lang="en-GB" kern="0" dirty="0">
                <a:solidFill>
                  <a:srgbClr val="000000"/>
                </a:solidFill>
                <a:latin typeface="Arial" charset="0"/>
              </a:rPr>
              <a:t> </a:t>
            </a:r>
            <a:br>
              <a:rPr lang="en-GB" kern="0" dirty="0">
                <a:solidFill>
                  <a:srgbClr val="000000"/>
                </a:solidFill>
                <a:latin typeface="Arial" charset="0"/>
              </a:rPr>
            </a:br>
            <a:r>
              <a:rPr lang="en-GB" kern="0" dirty="0">
                <a:solidFill>
                  <a:srgbClr val="000000"/>
                </a:solidFill>
                <a:latin typeface="Arial" charset="0"/>
              </a:rPr>
              <a:t>alus </a:t>
            </a:r>
            <a:r>
              <a:rPr lang="en-GB" kern="0" dirty="0" err="1">
                <a:solidFill>
                  <a:srgbClr val="000000"/>
                </a:solidFill>
                <a:latin typeface="Arial" charset="0"/>
              </a:rPr>
              <a:t>causticus</a:t>
            </a:r>
            <a:r>
              <a:rPr lang="en-GB" kern="0" dirty="0">
                <a:solidFill>
                  <a:srgbClr val="000000"/>
                </a:solidFill>
                <a:latin typeface="Arial" charset="0"/>
              </a:rPr>
              <a:t> </a:t>
            </a:r>
            <a:r>
              <a:rPr lang="en-GB" kern="0" dirty="0" err="1">
                <a:solidFill>
                  <a:srgbClr val="000000"/>
                </a:solidFill>
                <a:latin typeface="Arial" charset="0"/>
              </a:rPr>
              <a:t>imanenter</a:t>
            </a:r>
            <a:r>
              <a:rPr lang="en-GB" kern="0" dirty="0">
                <a:solidFill>
                  <a:srgbClr val="000000"/>
                </a:solidFill>
                <a:latin typeface="Arial" charset="0"/>
              </a:rPr>
              <a:t>. Status ex </a:t>
            </a:r>
            <a:r>
              <a:rPr lang="en-GB" kern="0" dirty="0" err="1">
                <a:solidFill>
                  <a:srgbClr val="000000"/>
                </a:solidFill>
                <a:latin typeface="Arial" charset="0"/>
              </a:rPr>
              <a:t>landum</a:t>
            </a:r>
            <a:r>
              <a:rPr lang="en-GB" kern="0" dirty="0">
                <a:solidFill>
                  <a:srgbClr val="000000"/>
                </a:solidFill>
                <a:latin typeface="Arial" charset="0"/>
              </a:rPr>
              <a:t> </a:t>
            </a:r>
            <a:br>
              <a:rPr lang="en-GB" kern="0" dirty="0">
                <a:solidFill>
                  <a:srgbClr val="000000"/>
                </a:solidFill>
                <a:latin typeface="Arial" charset="0"/>
              </a:rPr>
            </a:br>
            <a:r>
              <a:rPr lang="en-GB" kern="0" dirty="0">
                <a:solidFill>
                  <a:srgbClr val="000000"/>
                </a:solidFill>
                <a:latin typeface="Arial" charset="0"/>
              </a:rPr>
              <a:t>it laudanum ibis tum. </a:t>
            </a:r>
          </a:p>
        </p:txBody>
      </p:sp>
      <p:sp>
        <p:nvSpPr>
          <p:cNvPr id="3" name="Foliennummernplatzhalter 7">
            <a:extLst>
              <a:ext uri="{FF2B5EF4-FFF2-40B4-BE49-F238E27FC236}">
                <a16:creationId xmlns:a16="http://schemas.microsoft.com/office/drawing/2014/main" id="{45B43103-BE63-79C1-5D60-3CA92687E879}"/>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51</a:t>
            </a:fld>
            <a:endParaRPr lang="de-DE"/>
          </a:p>
        </p:txBody>
      </p:sp>
    </p:spTree>
    <p:extLst>
      <p:ext uri="{BB962C8B-B14F-4D97-AF65-F5344CB8AC3E}">
        <p14:creationId xmlns:p14="http://schemas.microsoft.com/office/powerpoint/2010/main" val="736898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Grafik 10" descr="Ein Bild, das Kleidung, Industrie, Pfeife Flöte Rohr, Person enthält.&#10;&#10;Automatisch generierte Beschreibung">
            <a:extLst>
              <a:ext uri="{FF2B5EF4-FFF2-40B4-BE49-F238E27FC236}">
                <a16:creationId xmlns:a16="http://schemas.microsoft.com/office/drawing/2014/main" id="{0AC69ACF-4661-FD5D-23E9-42665B83DF79}"/>
              </a:ext>
            </a:extLst>
          </p:cNvPr>
          <p:cNvPicPr>
            <a:picLocks noChangeAspect="1"/>
          </p:cNvPicPr>
          <p:nvPr/>
        </p:nvPicPr>
        <p:blipFill rotWithShape="1">
          <a:blip r:embed="rId2">
            <a:extLst>
              <a:ext uri="{28A0092B-C50C-407E-A947-70E740481C1C}">
                <a14:useLocalDpi xmlns:a14="http://schemas.microsoft.com/office/drawing/2010/main" val="0"/>
              </a:ext>
            </a:extLst>
          </a:blip>
          <a:srcRect l="27006" r="32994"/>
          <a:stretch/>
        </p:blipFill>
        <p:spPr>
          <a:xfrm>
            <a:off x="8075613" y="0"/>
            <a:ext cx="4114800" cy="6858000"/>
          </a:xfrm>
          <a:prstGeom prst="rect">
            <a:avLst/>
          </a:prstGeom>
        </p:spPr>
      </p:pic>
      <p:sp>
        <p:nvSpPr>
          <p:cNvPr id="2" name="Titel 1">
            <a:extLst>
              <a:ext uri="{FF2B5EF4-FFF2-40B4-BE49-F238E27FC236}">
                <a16:creationId xmlns:a16="http://schemas.microsoft.com/office/drawing/2014/main" id="{1548A5C0-282F-1508-C84E-118E0122DCB6}"/>
              </a:ext>
            </a:extLst>
          </p:cNvPr>
          <p:cNvSpPr>
            <a:spLocks noGrp="1"/>
          </p:cNvSpPr>
          <p:nvPr>
            <p:ph type="title"/>
          </p:nvPr>
        </p:nvSpPr>
        <p:spPr>
          <a:xfrm>
            <a:off x="514800" y="540000"/>
            <a:ext cx="7379837" cy="817200"/>
          </a:xfrm>
        </p:spPr>
        <p:txBody>
          <a:bodyPr/>
          <a:lstStyle/>
          <a:p>
            <a:pPr>
              <a:lnSpc>
                <a:spcPct val="95000"/>
              </a:lnSpc>
            </a:pPr>
            <a:r>
              <a:rPr lang="en-GB" noProof="0" dirty="0"/>
              <a:t>Lorem ipsum </a:t>
            </a:r>
            <a:r>
              <a:rPr lang="en-GB" noProof="0" dirty="0" err="1"/>
              <a:t>dolor</a:t>
            </a:r>
            <a:r>
              <a:rPr lang="en-GB" noProof="0" dirty="0"/>
              <a:t> sit </a:t>
            </a:r>
            <a:r>
              <a:rPr lang="en-GB" noProof="0" dirty="0" err="1"/>
              <a:t>amet</a:t>
            </a:r>
            <a:r>
              <a:rPr lang="en-GB" noProof="0" dirty="0"/>
              <a:t>, </a:t>
            </a:r>
            <a:r>
              <a:rPr lang="en-GB" noProof="0" dirty="0" err="1"/>
              <a:t>consetetur</a:t>
            </a:r>
            <a:r>
              <a:rPr lang="en-GB" noProof="0" dirty="0"/>
              <a:t> </a:t>
            </a:r>
            <a:br>
              <a:rPr lang="en-GB" noProof="0" dirty="0"/>
            </a:br>
            <a:r>
              <a:rPr lang="en-GB" noProof="0" dirty="0" err="1"/>
              <a:t>sadipscing</a:t>
            </a:r>
            <a:r>
              <a:rPr lang="en-GB" noProof="0" dirty="0"/>
              <a:t> </a:t>
            </a:r>
            <a:r>
              <a:rPr lang="en-GB" noProof="0" dirty="0" err="1"/>
              <a:t>elitr</a:t>
            </a:r>
            <a:r>
              <a:rPr lang="en-GB" noProof="0" dirty="0"/>
              <a:t>, </a:t>
            </a:r>
            <a:r>
              <a:rPr lang="en-GB" noProof="0" dirty="0" err="1"/>
              <a:t>diam</a:t>
            </a:r>
            <a:r>
              <a:rPr lang="en-GB" noProof="0" dirty="0"/>
              <a:t> </a:t>
            </a:r>
            <a:r>
              <a:rPr lang="en-GB" noProof="0" dirty="0" err="1"/>
              <a:t>nonumy</a:t>
            </a:r>
            <a:r>
              <a:rPr lang="en-GB" noProof="0" dirty="0"/>
              <a:t> </a:t>
            </a:r>
            <a:r>
              <a:rPr lang="en-GB" noProof="0" dirty="0" err="1"/>
              <a:t>eirmod</a:t>
            </a:r>
            <a:endParaRPr lang="en-GB" noProof="0" dirty="0"/>
          </a:p>
        </p:txBody>
      </p:sp>
      <p:sp>
        <p:nvSpPr>
          <p:cNvPr id="15" name="Inhaltsplatzhalter 14">
            <a:extLst>
              <a:ext uri="{FF2B5EF4-FFF2-40B4-BE49-F238E27FC236}">
                <a16:creationId xmlns:a16="http://schemas.microsoft.com/office/drawing/2014/main" id="{87198E30-4C94-5C53-BD5B-CDF577350149}"/>
              </a:ext>
            </a:extLst>
          </p:cNvPr>
          <p:cNvSpPr>
            <a:spLocks noGrp="1"/>
          </p:cNvSpPr>
          <p:nvPr>
            <p:ph sz="quarter" idx="11"/>
          </p:nvPr>
        </p:nvSpPr>
        <p:spPr>
          <a:xfrm>
            <a:off x="514350" y="1964794"/>
            <a:ext cx="7380287" cy="1666546"/>
          </a:xfrm>
          <a:noFill/>
        </p:spPr>
        <p:txBody>
          <a:bodyPr lIns="0" tIns="0" rIns="0" bIns="0">
            <a:spAutoFit/>
          </a:bodyPr>
          <a:lstStyle/>
          <a:p>
            <a:pPr marL="0" indent="0">
              <a:spcBef>
                <a:spcPts val="1200"/>
              </a:spcBef>
              <a:buFont typeface="Wingdings" panose="05000000000000000000" pitchFamily="2" charset="2"/>
              <a:buNone/>
            </a:pPr>
            <a:r>
              <a:rPr lang="en-GB" kern="0" noProof="0" dirty="0" err="1">
                <a:solidFill>
                  <a:srgbClr val="000000"/>
                </a:solidFill>
                <a:latin typeface="Arial" charset="0"/>
              </a:rPr>
              <a:t>Dolor</a:t>
            </a:r>
            <a:r>
              <a:rPr lang="en-GB" kern="0" noProof="0" dirty="0">
                <a:solidFill>
                  <a:srgbClr val="000000"/>
                </a:solidFill>
                <a:latin typeface="Arial" charset="0"/>
              </a:rPr>
              <a:t> situs cum </a:t>
            </a:r>
            <a:r>
              <a:rPr lang="en-GB" kern="0" noProof="0" dirty="0" err="1">
                <a:solidFill>
                  <a:srgbClr val="000000"/>
                </a:solidFill>
                <a:latin typeface="Arial" charset="0"/>
              </a:rPr>
              <a:t>habilitarum</a:t>
            </a:r>
            <a:r>
              <a:rPr lang="en-GB" kern="0" noProof="0" dirty="0">
                <a:solidFill>
                  <a:srgbClr val="000000"/>
                </a:solidFill>
                <a:latin typeface="Arial" charset="0"/>
              </a:rPr>
              <a:t> </a:t>
            </a:r>
            <a:r>
              <a:rPr lang="en-GB" kern="0" noProof="0" dirty="0" err="1">
                <a:solidFill>
                  <a:srgbClr val="000000"/>
                </a:solidFill>
                <a:latin typeface="Arial" charset="0"/>
              </a:rPr>
              <a:t>itum</a:t>
            </a:r>
            <a:r>
              <a:rPr lang="en-GB" kern="0" noProof="0" dirty="0">
                <a:solidFill>
                  <a:srgbClr val="000000"/>
                </a:solidFill>
                <a:latin typeface="Arial" charset="0"/>
              </a:rPr>
              <a:t> alus </a:t>
            </a:r>
            <a:r>
              <a:rPr lang="en-GB" kern="0" noProof="0" dirty="0" err="1">
                <a:solidFill>
                  <a:srgbClr val="000000"/>
                </a:solidFill>
                <a:latin typeface="Arial" charset="0"/>
              </a:rPr>
              <a:t>ticus</a:t>
            </a:r>
            <a:r>
              <a:rPr lang="en-GB" kern="0" noProof="0" dirty="0">
                <a:solidFill>
                  <a:srgbClr val="000000"/>
                </a:solidFill>
                <a:latin typeface="Arial" charset="0"/>
              </a:rPr>
              <a:t> </a:t>
            </a:r>
            <a:r>
              <a:rPr lang="en-GB" kern="0" noProof="0" dirty="0" err="1">
                <a:solidFill>
                  <a:srgbClr val="000000"/>
                </a:solidFill>
                <a:latin typeface="Arial" charset="0"/>
              </a:rPr>
              <a:t>imanenter</a:t>
            </a:r>
            <a:r>
              <a:rPr lang="en-GB" kern="0" noProof="0" dirty="0">
                <a:solidFill>
                  <a:srgbClr val="000000"/>
                </a:solidFill>
                <a:latin typeface="Arial" charset="0"/>
              </a:rPr>
              <a:t>. Status ex </a:t>
            </a:r>
            <a:r>
              <a:rPr lang="en-GB" kern="0" noProof="0" dirty="0" err="1">
                <a:solidFill>
                  <a:srgbClr val="000000"/>
                </a:solidFill>
                <a:latin typeface="Arial" charset="0"/>
              </a:rPr>
              <a:t>landum</a:t>
            </a:r>
            <a:r>
              <a:rPr lang="en-GB" kern="0" noProof="0" dirty="0">
                <a:solidFill>
                  <a:srgbClr val="000000"/>
                </a:solidFill>
                <a:latin typeface="Arial" charset="0"/>
              </a:rPr>
              <a:t> it </a:t>
            </a:r>
            <a:r>
              <a:rPr lang="en-GB" kern="0" noProof="0" dirty="0" err="1">
                <a:solidFill>
                  <a:srgbClr val="000000"/>
                </a:solidFill>
                <a:latin typeface="Arial" charset="0"/>
              </a:rPr>
              <a:t>exus</a:t>
            </a:r>
            <a:r>
              <a:rPr lang="en-GB" kern="0" noProof="0" dirty="0">
                <a:solidFill>
                  <a:srgbClr val="000000"/>
                </a:solidFill>
                <a:latin typeface="Arial" charset="0"/>
              </a:rPr>
              <a:t> </a:t>
            </a:r>
            <a:r>
              <a:rPr lang="en-GB" kern="0" noProof="0" dirty="0" err="1">
                <a:solidFill>
                  <a:srgbClr val="000000"/>
                </a:solidFill>
                <a:latin typeface="Arial" charset="0"/>
              </a:rPr>
              <a:t>rius</a:t>
            </a:r>
            <a:r>
              <a:rPr lang="en-GB" kern="0" noProof="0" dirty="0">
                <a:solidFill>
                  <a:srgbClr val="000000"/>
                </a:solidFill>
                <a:latin typeface="Arial" charset="0"/>
              </a:rPr>
              <a:t> laudanum ibis tum. Lorem exit </a:t>
            </a:r>
            <a:r>
              <a:rPr lang="en-GB" kern="0" noProof="0" dirty="0" err="1">
                <a:solidFill>
                  <a:srgbClr val="000000"/>
                </a:solidFill>
                <a:latin typeface="Arial" charset="0"/>
              </a:rPr>
              <a:t>plexuset</a:t>
            </a:r>
            <a:r>
              <a:rPr lang="en-GB" kern="0" noProof="0" dirty="0">
                <a:solidFill>
                  <a:srgbClr val="000000"/>
                </a:solidFill>
                <a:latin typeface="Arial" charset="0"/>
              </a:rPr>
              <a:t> </a:t>
            </a:r>
            <a:r>
              <a:rPr lang="en-GB" kern="0" noProof="0" dirty="0" err="1">
                <a:solidFill>
                  <a:srgbClr val="000000"/>
                </a:solidFill>
                <a:latin typeface="Arial" charset="0"/>
              </a:rPr>
              <a:t>justo</a:t>
            </a:r>
            <a:r>
              <a:rPr lang="en-GB" kern="0" noProof="0" dirty="0">
                <a:solidFill>
                  <a:srgbClr val="000000"/>
                </a:solidFill>
                <a:latin typeface="Arial" charset="0"/>
              </a:rPr>
              <a:t> duo </a:t>
            </a:r>
            <a:r>
              <a:rPr lang="en-GB" kern="0" noProof="0" dirty="0" err="1">
                <a:solidFill>
                  <a:srgbClr val="000000"/>
                </a:solidFill>
                <a:latin typeface="Arial" charset="0"/>
              </a:rPr>
              <a:t>dolores</a:t>
            </a:r>
            <a:r>
              <a:rPr lang="en-GB" kern="0" noProof="0" dirty="0">
                <a:solidFill>
                  <a:srgbClr val="000000"/>
                </a:solidFill>
                <a:latin typeface="Arial" charset="0"/>
              </a:rPr>
              <a:t> et </a:t>
            </a:r>
            <a:r>
              <a:rPr lang="en-GB" kern="0" noProof="0" dirty="0" err="1">
                <a:solidFill>
                  <a:srgbClr val="000000"/>
                </a:solidFill>
                <a:latin typeface="Arial" charset="0"/>
              </a:rPr>
              <a:t>vulnareus</a:t>
            </a:r>
            <a:r>
              <a:rPr lang="en-GB" kern="0" noProof="0" dirty="0">
                <a:solidFill>
                  <a:srgbClr val="000000"/>
                </a:solidFill>
                <a:latin typeface="Arial" charset="0"/>
              </a:rPr>
              <a:t> est. </a:t>
            </a:r>
            <a:r>
              <a:rPr lang="en-GB" kern="0" noProof="0" dirty="0" err="1">
                <a:solidFill>
                  <a:srgbClr val="000000"/>
                </a:solidFill>
                <a:latin typeface="Arial" charset="0"/>
              </a:rPr>
              <a:t>Vulna</a:t>
            </a:r>
            <a:r>
              <a:rPr lang="en-GB" kern="0" noProof="0" dirty="0">
                <a:solidFill>
                  <a:srgbClr val="000000"/>
                </a:solidFill>
                <a:latin typeface="Arial" charset="0"/>
              </a:rPr>
              <a:t> </a:t>
            </a:r>
            <a:r>
              <a:rPr lang="en-GB" kern="0" noProof="0" dirty="0" err="1">
                <a:solidFill>
                  <a:srgbClr val="000000"/>
                </a:solidFill>
                <a:latin typeface="Arial" charset="0"/>
              </a:rPr>
              <a:t>pausta</a:t>
            </a:r>
            <a:r>
              <a:rPr lang="en-GB" kern="0" noProof="0" dirty="0">
                <a:solidFill>
                  <a:srgbClr val="000000"/>
                </a:solidFill>
                <a:latin typeface="Arial" charset="0"/>
              </a:rPr>
              <a:t> rhus </a:t>
            </a:r>
            <a:r>
              <a:rPr lang="en-GB" kern="0" noProof="0" dirty="0" err="1">
                <a:solidFill>
                  <a:srgbClr val="000000"/>
                </a:solidFill>
                <a:latin typeface="Arial" charset="0"/>
              </a:rPr>
              <a:t>tex</a:t>
            </a:r>
            <a:r>
              <a:rPr lang="en-GB" kern="0" noProof="0" dirty="0">
                <a:solidFill>
                  <a:srgbClr val="000000"/>
                </a:solidFill>
                <a:latin typeface="Arial" charset="0"/>
              </a:rPr>
              <a:t>, per </a:t>
            </a:r>
            <a:r>
              <a:rPr lang="en-GB" kern="0" noProof="0" dirty="0" err="1">
                <a:solidFill>
                  <a:srgbClr val="000000"/>
                </a:solidFill>
                <a:latin typeface="Arial" charset="0"/>
              </a:rPr>
              <a:t>itum</a:t>
            </a:r>
            <a:r>
              <a:rPr lang="en-GB" kern="0" noProof="0" dirty="0">
                <a:solidFill>
                  <a:srgbClr val="000000"/>
                </a:solidFill>
                <a:latin typeface="Arial" charset="0"/>
              </a:rPr>
              <a:t> </a:t>
            </a:r>
            <a:r>
              <a:rPr lang="en-GB" kern="0" noProof="0" dirty="0" err="1">
                <a:solidFill>
                  <a:srgbClr val="000000"/>
                </a:solidFill>
                <a:latin typeface="Arial" charset="0"/>
              </a:rPr>
              <a:t>falor</a:t>
            </a:r>
            <a:r>
              <a:rPr lang="en-GB" kern="0" noProof="0" dirty="0">
                <a:solidFill>
                  <a:srgbClr val="000000"/>
                </a:solidFill>
                <a:latin typeface="Arial" charset="0"/>
              </a:rPr>
              <a:t> sit </a:t>
            </a:r>
            <a:r>
              <a:rPr lang="en-GB" kern="0" noProof="0" dirty="0" err="1">
                <a:solidFill>
                  <a:srgbClr val="000000"/>
                </a:solidFill>
                <a:latin typeface="Arial" charset="0"/>
              </a:rPr>
              <a:t>ewunt</a:t>
            </a:r>
            <a:r>
              <a:rPr lang="en-GB" kern="0" noProof="0" dirty="0">
                <a:solidFill>
                  <a:srgbClr val="000000"/>
                </a:solidFill>
                <a:latin typeface="Arial" charset="0"/>
              </a:rPr>
              <a:t>. </a:t>
            </a:r>
            <a:r>
              <a:rPr lang="en-GB" kern="0" noProof="0" dirty="0" err="1">
                <a:solidFill>
                  <a:srgbClr val="000000"/>
                </a:solidFill>
                <a:latin typeface="Arial" charset="0"/>
              </a:rPr>
              <a:t>Nvidunt</a:t>
            </a:r>
            <a:r>
              <a:rPr lang="en-GB" kern="0" noProof="0" dirty="0">
                <a:solidFill>
                  <a:srgbClr val="000000"/>
                </a:solidFill>
                <a:latin typeface="Arial" charset="0"/>
              </a:rPr>
              <a:t> </a:t>
            </a:r>
            <a:r>
              <a:rPr lang="en-GB" kern="0" noProof="0" dirty="0" err="1">
                <a:solidFill>
                  <a:srgbClr val="000000"/>
                </a:solidFill>
                <a:latin typeface="Arial" charset="0"/>
              </a:rPr>
              <a:t>ut</a:t>
            </a:r>
            <a:r>
              <a:rPr lang="en-GB" kern="0" noProof="0" dirty="0">
                <a:solidFill>
                  <a:srgbClr val="000000"/>
                </a:solidFill>
                <a:latin typeface="Arial" charset="0"/>
              </a:rPr>
              <a:t> labore et dolore magna </a:t>
            </a:r>
            <a:r>
              <a:rPr lang="en-GB" kern="0" noProof="0" dirty="0" err="1">
                <a:solidFill>
                  <a:srgbClr val="000000"/>
                </a:solidFill>
                <a:latin typeface="Arial" charset="0"/>
              </a:rPr>
              <a:t>aliquyam</a:t>
            </a:r>
            <a:r>
              <a:rPr lang="en-GB" kern="0" noProof="0" dirty="0">
                <a:solidFill>
                  <a:srgbClr val="000000"/>
                </a:solidFill>
                <a:latin typeface="Arial" charset="0"/>
              </a:rPr>
              <a:t> </a:t>
            </a:r>
            <a:r>
              <a:rPr lang="en-GB" kern="0" noProof="0" dirty="0" err="1">
                <a:solidFill>
                  <a:srgbClr val="000000"/>
                </a:solidFill>
                <a:latin typeface="Arial" charset="0"/>
              </a:rPr>
              <a:t>erat</a:t>
            </a:r>
            <a:r>
              <a:rPr lang="en-GB" kern="0" noProof="0" dirty="0">
                <a:solidFill>
                  <a:srgbClr val="000000"/>
                </a:solidFill>
                <a:latin typeface="Arial" charset="0"/>
              </a:rPr>
              <a:t>, </a:t>
            </a:r>
            <a:r>
              <a:rPr lang="en-GB" kern="0" noProof="0" dirty="0" err="1">
                <a:solidFill>
                  <a:srgbClr val="000000"/>
                </a:solidFill>
                <a:latin typeface="Arial" charset="0"/>
              </a:rPr>
              <a:t>sed</a:t>
            </a:r>
            <a:r>
              <a:rPr lang="en-GB" kern="0" noProof="0" dirty="0">
                <a:solidFill>
                  <a:srgbClr val="000000"/>
                </a:solidFill>
                <a:latin typeface="Arial" charset="0"/>
              </a:rPr>
              <a:t> </a:t>
            </a:r>
            <a:r>
              <a:rPr lang="en-GB" kern="0" noProof="0" dirty="0" err="1">
                <a:solidFill>
                  <a:srgbClr val="000000"/>
                </a:solidFill>
                <a:latin typeface="Arial" charset="0"/>
              </a:rPr>
              <a:t>diam</a:t>
            </a:r>
            <a:r>
              <a:rPr lang="en-GB" kern="0" noProof="0" dirty="0">
                <a:solidFill>
                  <a:srgbClr val="000000"/>
                </a:solidFill>
                <a:latin typeface="Arial" charset="0"/>
              </a:rPr>
              <a:t> </a:t>
            </a:r>
            <a:r>
              <a:rPr lang="en-GB" kern="0" noProof="0" dirty="0" err="1">
                <a:solidFill>
                  <a:srgbClr val="000000"/>
                </a:solidFill>
                <a:latin typeface="Arial" charset="0"/>
              </a:rPr>
              <a:t>voluptua</a:t>
            </a:r>
            <a:r>
              <a:rPr lang="en-GB" kern="0" noProof="0" dirty="0">
                <a:solidFill>
                  <a:srgbClr val="000000"/>
                </a:solidFill>
                <a:latin typeface="Arial" charset="0"/>
              </a:rPr>
              <a:t>.</a:t>
            </a:r>
          </a:p>
        </p:txBody>
      </p:sp>
      <p:pic>
        <p:nvPicPr>
          <p:cNvPr id="7" name="Graphic 6">
            <a:extLst>
              <a:ext uri="{FF2B5EF4-FFF2-40B4-BE49-F238E27FC236}">
                <a16:creationId xmlns:a16="http://schemas.microsoft.com/office/drawing/2014/main" id="{C03F5094-C627-1E2D-1494-1B43EEC4ABF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91813" y="6223000"/>
            <a:ext cx="1498600" cy="635000"/>
          </a:xfrm>
          <a:prstGeom prst="rect">
            <a:avLst/>
          </a:prstGeom>
        </p:spPr>
      </p:pic>
      <p:sp>
        <p:nvSpPr>
          <p:cNvPr id="3" name="Inhaltsplatzhalter 14">
            <a:extLst>
              <a:ext uri="{FF2B5EF4-FFF2-40B4-BE49-F238E27FC236}">
                <a16:creationId xmlns:a16="http://schemas.microsoft.com/office/drawing/2014/main" id="{32199EA5-3D9B-823A-0057-C5DD3D240699}"/>
              </a:ext>
            </a:extLst>
          </p:cNvPr>
          <p:cNvSpPr txBox="1">
            <a:spLocks/>
          </p:cNvSpPr>
          <p:nvPr/>
        </p:nvSpPr>
        <p:spPr>
          <a:xfrm>
            <a:off x="514349" y="3854927"/>
            <a:ext cx="7380287" cy="2111247"/>
          </a:xfrm>
          <a:prstGeom prst="rect">
            <a:avLst/>
          </a:prstGeom>
          <a:solidFill>
            <a:schemeClr val="bg1"/>
          </a:solidFill>
        </p:spPr>
        <p:txBody>
          <a:bodyPr vert="horz" lIns="144000" tIns="144000" rIns="144000" bIns="144000" rtlCol="0">
            <a:spAutoFit/>
          </a:bodyPr>
          <a:lstStyle>
            <a:lvl1pPr marL="179388" marR="0" indent="-179388" algn="l" defTabSz="914400" rtl="0" eaLnBrk="1" fontAlgn="auto" latinLnBrk="0" hangingPunct="1">
              <a:lnSpc>
                <a:spcPct val="110000"/>
              </a:lnSpc>
              <a:spcBef>
                <a:spcPts val="0"/>
              </a:spcBef>
              <a:spcAft>
                <a:spcPts val="0"/>
              </a:spcAft>
              <a:buClr>
                <a:schemeClr val="accent1"/>
              </a:buClr>
              <a:buSzTx/>
              <a:buFont typeface="Wingdings" panose="05000000000000000000" pitchFamily="2" charset="2"/>
              <a:buChar char="§"/>
              <a:tabLst/>
              <a:defRPr sz="2000" b="0" i="0" kern="1200" baseline="0">
                <a:solidFill>
                  <a:schemeClr val="tx1"/>
                </a:solidFill>
                <a:latin typeface="Arial" panose="020B0604020202020204" pitchFamily="34" charset="0"/>
                <a:ea typeface="+mn-ea"/>
                <a:cs typeface="+mn-cs"/>
              </a:defRPr>
            </a:lvl1pPr>
            <a:lvl2pPr marL="447675" marR="0" indent="-268288" algn="l" defTabSz="914400" rtl="0" eaLnBrk="1" fontAlgn="auto" latinLnBrk="0" hangingPunct="1">
              <a:lnSpc>
                <a:spcPct val="110000"/>
              </a:lnSpc>
              <a:spcBef>
                <a:spcPts val="600"/>
              </a:spcBef>
              <a:spcAft>
                <a:spcPts val="0"/>
              </a:spcAft>
              <a:buClr>
                <a:srgbClr val="004A96"/>
              </a:buClr>
              <a:buSzPct val="80000"/>
              <a:buFont typeface="Wingdings 3" panose="05040102010807070707" pitchFamily="18" charset="2"/>
              <a:buChar char=""/>
              <a:tabLst/>
              <a:defRPr sz="2000" b="0" i="0" kern="1200" baseline="0">
                <a:solidFill>
                  <a:schemeClr val="tx1"/>
                </a:solidFill>
                <a:latin typeface="Arial" panose="020B0604020202020204" pitchFamily="34" charset="0"/>
                <a:ea typeface="+mn-ea"/>
                <a:cs typeface="+mn-cs"/>
              </a:defRPr>
            </a:lvl2pPr>
            <a:lvl3pPr marL="628650" marR="0" indent="-180975" algn="l" defTabSz="914400" rtl="0" eaLnBrk="1" fontAlgn="auto" latinLnBrk="0" hangingPunct="1">
              <a:lnSpc>
                <a:spcPct val="110000"/>
              </a:lnSpc>
              <a:spcBef>
                <a:spcPts val="300"/>
              </a:spcBef>
              <a:spcAft>
                <a:spcPts val="0"/>
              </a:spcAft>
              <a:buClr>
                <a:srgbClr val="004A96"/>
              </a:buClr>
              <a:buSzPct val="100000"/>
              <a:buFont typeface="Arial" panose="020B0604020202020204" pitchFamily="34" charset="0"/>
              <a:buChar char="•"/>
              <a:tabLst/>
              <a:defRPr sz="2000" b="0" i="0" kern="1200" baseline="0">
                <a:solidFill>
                  <a:schemeClr val="tx1"/>
                </a:solidFill>
                <a:latin typeface="Arial" panose="020B0604020202020204" pitchFamily="34" charset="0"/>
                <a:ea typeface="+mn-ea"/>
                <a:cs typeface="+mn-cs"/>
              </a:defRPr>
            </a:lvl3pPr>
            <a:lvl4pPr marL="808038" marR="0" indent="-179388" algn="l" defTabSz="914400" rtl="0" eaLnBrk="1" fontAlgn="auto" latinLnBrk="0" hangingPunct="1">
              <a:lnSpc>
                <a:spcPct val="100000"/>
              </a:lnSpc>
              <a:spcBef>
                <a:spcPts val="100"/>
              </a:spcBef>
              <a:spcAft>
                <a:spcPts val="0"/>
              </a:spcAft>
              <a:buClr>
                <a:srgbClr val="004A96"/>
              </a:buClr>
              <a:buSzPct val="80000"/>
              <a:buFont typeface="Arial" panose="020B0604020202020204" pitchFamily="34" charset="0"/>
              <a:buChar char="−"/>
              <a:tabLst/>
              <a:defRPr sz="2000" b="0" i="0" kern="1200" baseline="0">
                <a:solidFill>
                  <a:schemeClr val="tx1"/>
                </a:solidFill>
                <a:latin typeface="Arial" panose="020B0604020202020204" pitchFamily="34" charset="0"/>
                <a:ea typeface="+mn-ea"/>
                <a:cs typeface="+mn-cs"/>
              </a:defRPr>
            </a:lvl4pPr>
            <a:lvl5pPr marL="1623438" indent="-266373" algn="l" defTabSz="914309" rtl="0" eaLnBrk="1" latinLnBrk="0" hangingPunct="1">
              <a:lnSpc>
                <a:spcPct val="95000"/>
              </a:lnSpc>
              <a:spcBef>
                <a:spcPts val="0"/>
              </a:spcBef>
              <a:spcAft>
                <a:spcPts val="0"/>
              </a:spcAft>
              <a:buClr>
                <a:schemeClr val="tx1"/>
              </a:buClr>
              <a:buSzPct val="100000"/>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5pPr>
            <a:lvl6pPr marL="2080592"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6pPr>
            <a:lvl7pPr marL="2537746"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7pPr>
            <a:lvl8pPr marL="2994900"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8pPr>
            <a:lvl9pPr marL="3452055"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9pPr>
          </a:lstStyle>
          <a:p>
            <a:pPr marL="0" indent="0">
              <a:spcBef>
                <a:spcPts val="1200"/>
              </a:spcBef>
              <a:buFont typeface="Wingdings" panose="05000000000000000000" pitchFamily="2" charset="2"/>
              <a:buNone/>
            </a:pPr>
            <a:r>
              <a:rPr lang="en-GB" b="1" dirty="0">
                <a:solidFill>
                  <a:schemeClr val="accent1"/>
                </a:solidFill>
                <a:latin typeface="Arial" charset="0"/>
              </a:rPr>
              <a:t>Lorem ipsum </a:t>
            </a:r>
            <a:r>
              <a:rPr lang="en-GB" b="1" dirty="0" err="1">
                <a:solidFill>
                  <a:schemeClr val="accent1"/>
                </a:solidFill>
                <a:latin typeface="Arial" charset="0"/>
              </a:rPr>
              <a:t>dolor</a:t>
            </a:r>
            <a:endParaRPr lang="en-GB" b="1" dirty="0">
              <a:solidFill>
                <a:schemeClr val="accent1"/>
              </a:solidFill>
              <a:latin typeface="Arial" charset="0"/>
            </a:endParaRPr>
          </a:p>
          <a:p>
            <a:pPr marL="0" indent="0">
              <a:spcBef>
                <a:spcPts val="1200"/>
              </a:spcBef>
              <a:buFont typeface="Wingdings" panose="05000000000000000000" pitchFamily="2" charset="2"/>
              <a:buNone/>
            </a:pPr>
            <a:r>
              <a:rPr lang="en-GB" kern="0" dirty="0">
                <a:solidFill>
                  <a:srgbClr val="000000"/>
                </a:solidFill>
                <a:latin typeface="Arial" charset="0"/>
              </a:rPr>
              <a:t>Lorem Ipsum </a:t>
            </a:r>
            <a:r>
              <a:rPr lang="en-GB" kern="0" dirty="0" err="1">
                <a:solidFill>
                  <a:srgbClr val="000000"/>
                </a:solidFill>
                <a:latin typeface="Arial" charset="0"/>
              </a:rPr>
              <a:t>dolor</a:t>
            </a:r>
            <a:r>
              <a:rPr lang="en-GB" kern="0" dirty="0">
                <a:solidFill>
                  <a:srgbClr val="000000"/>
                </a:solidFill>
                <a:latin typeface="Arial" charset="0"/>
              </a:rPr>
              <a:t> sits cum </a:t>
            </a:r>
            <a:r>
              <a:rPr lang="en-GB" kern="0" dirty="0" err="1">
                <a:solidFill>
                  <a:srgbClr val="000000"/>
                </a:solidFill>
                <a:latin typeface="Arial" charset="0"/>
              </a:rPr>
              <a:t>habilitarum</a:t>
            </a:r>
            <a:r>
              <a:rPr lang="en-GB" kern="0" dirty="0">
                <a:solidFill>
                  <a:srgbClr val="000000"/>
                </a:solidFill>
                <a:latin typeface="Arial" charset="0"/>
              </a:rPr>
              <a:t> </a:t>
            </a:r>
            <a:r>
              <a:rPr lang="en-GB" kern="0" dirty="0" err="1">
                <a:solidFill>
                  <a:srgbClr val="000000"/>
                </a:solidFill>
                <a:latin typeface="Arial" charset="0"/>
              </a:rPr>
              <a:t>itum</a:t>
            </a:r>
            <a:r>
              <a:rPr lang="en-GB" kern="0" dirty="0">
                <a:solidFill>
                  <a:srgbClr val="000000"/>
                </a:solidFill>
                <a:latin typeface="Arial" charset="0"/>
              </a:rPr>
              <a:t> alus </a:t>
            </a:r>
            <a:r>
              <a:rPr lang="en-GB" kern="0" dirty="0" err="1">
                <a:solidFill>
                  <a:srgbClr val="000000"/>
                </a:solidFill>
                <a:latin typeface="Arial" charset="0"/>
              </a:rPr>
              <a:t>causticus</a:t>
            </a:r>
            <a:r>
              <a:rPr lang="en-GB" kern="0" dirty="0">
                <a:solidFill>
                  <a:srgbClr val="000000"/>
                </a:solidFill>
                <a:latin typeface="Arial" charset="0"/>
              </a:rPr>
              <a:t> </a:t>
            </a:r>
            <a:r>
              <a:rPr lang="en-GB" kern="0" dirty="0" err="1">
                <a:solidFill>
                  <a:srgbClr val="000000"/>
                </a:solidFill>
                <a:latin typeface="Arial" charset="0"/>
              </a:rPr>
              <a:t>imanenter</a:t>
            </a:r>
            <a:r>
              <a:rPr lang="en-GB" kern="0" dirty="0">
                <a:solidFill>
                  <a:srgbClr val="000000"/>
                </a:solidFill>
                <a:latin typeface="Arial" charset="0"/>
              </a:rPr>
              <a:t>. Status ex </a:t>
            </a:r>
            <a:r>
              <a:rPr lang="en-GB" kern="0" dirty="0" err="1">
                <a:solidFill>
                  <a:srgbClr val="000000"/>
                </a:solidFill>
                <a:latin typeface="Arial" charset="0"/>
              </a:rPr>
              <a:t>landum</a:t>
            </a:r>
            <a:r>
              <a:rPr lang="en-GB" kern="0" dirty="0">
                <a:solidFill>
                  <a:srgbClr val="000000"/>
                </a:solidFill>
                <a:latin typeface="Arial" charset="0"/>
              </a:rPr>
              <a:t> it </a:t>
            </a:r>
            <a:r>
              <a:rPr lang="en-GB" kern="0" dirty="0" err="1">
                <a:solidFill>
                  <a:srgbClr val="000000"/>
                </a:solidFill>
                <a:latin typeface="Arial" charset="0"/>
              </a:rPr>
              <a:t>exus</a:t>
            </a:r>
            <a:r>
              <a:rPr lang="en-GB" kern="0" dirty="0">
                <a:solidFill>
                  <a:srgbClr val="000000"/>
                </a:solidFill>
                <a:latin typeface="Arial" charset="0"/>
              </a:rPr>
              <a:t> </a:t>
            </a:r>
            <a:r>
              <a:rPr lang="en-GB" kern="0" dirty="0" err="1">
                <a:solidFill>
                  <a:srgbClr val="000000"/>
                </a:solidFill>
                <a:latin typeface="Arial" charset="0"/>
              </a:rPr>
              <a:t>rius</a:t>
            </a:r>
            <a:r>
              <a:rPr lang="en-GB" kern="0" dirty="0">
                <a:solidFill>
                  <a:srgbClr val="000000"/>
                </a:solidFill>
                <a:latin typeface="Arial" charset="0"/>
              </a:rPr>
              <a:t> laudanum ibis tum. Lorem et exit et </a:t>
            </a:r>
            <a:r>
              <a:rPr lang="en-GB" kern="0" dirty="0" err="1">
                <a:solidFill>
                  <a:srgbClr val="000000"/>
                </a:solidFill>
                <a:latin typeface="Arial" charset="0"/>
              </a:rPr>
              <a:t>vulnareus</a:t>
            </a:r>
            <a:r>
              <a:rPr lang="en-GB" kern="0" dirty="0">
                <a:solidFill>
                  <a:srgbClr val="000000"/>
                </a:solidFill>
                <a:latin typeface="Arial" charset="0"/>
              </a:rPr>
              <a:t> plexus est. </a:t>
            </a:r>
            <a:r>
              <a:rPr lang="en-GB" kern="0" dirty="0" err="1">
                <a:solidFill>
                  <a:srgbClr val="000000"/>
                </a:solidFill>
                <a:latin typeface="Arial" charset="0"/>
              </a:rPr>
              <a:t>Vulna</a:t>
            </a:r>
            <a:r>
              <a:rPr lang="en-GB" kern="0" dirty="0">
                <a:solidFill>
                  <a:srgbClr val="000000"/>
                </a:solidFill>
                <a:latin typeface="Arial" charset="0"/>
              </a:rPr>
              <a:t> </a:t>
            </a:r>
            <a:r>
              <a:rPr lang="en-GB" kern="0" dirty="0" err="1">
                <a:solidFill>
                  <a:srgbClr val="000000"/>
                </a:solidFill>
                <a:latin typeface="Arial" charset="0"/>
              </a:rPr>
              <a:t>pausta</a:t>
            </a:r>
            <a:r>
              <a:rPr lang="en-GB" kern="0" dirty="0">
                <a:solidFill>
                  <a:srgbClr val="000000"/>
                </a:solidFill>
                <a:latin typeface="Arial" charset="0"/>
              </a:rPr>
              <a:t> rhus. </a:t>
            </a:r>
            <a:r>
              <a:rPr lang="en-GB" kern="0" dirty="0" err="1">
                <a:solidFill>
                  <a:srgbClr val="000000"/>
                </a:solidFill>
                <a:latin typeface="Arial" charset="0"/>
              </a:rPr>
              <a:t>Consetetur</a:t>
            </a:r>
            <a:r>
              <a:rPr lang="en-GB" kern="0" dirty="0">
                <a:solidFill>
                  <a:srgbClr val="000000"/>
                </a:solidFill>
                <a:latin typeface="Arial" charset="0"/>
              </a:rPr>
              <a:t> </a:t>
            </a:r>
            <a:r>
              <a:rPr lang="en-GB" kern="0" dirty="0" err="1">
                <a:solidFill>
                  <a:srgbClr val="000000"/>
                </a:solidFill>
                <a:latin typeface="Arial" charset="0"/>
              </a:rPr>
              <a:t>sadipscing</a:t>
            </a:r>
            <a:r>
              <a:rPr lang="en-GB" kern="0" dirty="0">
                <a:solidFill>
                  <a:srgbClr val="000000"/>
                </a:solidFill>
                <a:latin typeface="Arial" charset="0"/>
              </a:rPr>
              <a:t> </a:t>
            </a:r>
            <a:r>
              <a:rPr lang="en-GB" kern="0" dirty="0" err="1">
                <a:solidFill>
                  <a:srgbClr val="000000"/>
                </a:solidFill>
                <a:latin typeface="Arial" charset="0"/>
              </a:rPr>
              <a:t>elitr</a:t>
            </a:r>
            <a:r>
              <a:rPr lang="en-GB" kern="0" dirty="0">
                <a:solidFill>
                  <a:srgbClr val="000000"/>
                </a:solidFill>
                <a:latin typeface="Arial" charset="0"/>
              </a:rPr>
              <a:t>, </a:t>
            </a:r>
            <a:r>
              <a:rPr lang="en-GB" kern="0" dirty="0" err="1">
                <a:solidFill>
                  <a:srgbClr val="000000"/>
                </a:solidFill>
                <a:latin typeface="Arial" charset="0"/>
              </a:rPr>
              <a:t>sed</a:t>
            </a:r>
            <a:r>
              <a:rPr lang="en-GB" kern="0" dirty="0">
                <a:solidFill>
                  <a:srgbClr val="000000"/>
                </a:solidFill>
                <a:latin typeface="Arial" charset="0"/>
              </a:rPr>
              <a:t> </a:t>
            </a:r>
            <a:r>
              <a:rPr lang="en-GB" kern="0" dirty="0" err="1">
                <a:solidFill>
                  <a:srgbClr val="000000"/>
                </a:solidFill>
                <a:latin typeface="Arial" charset="0"/>
              </a:rPr>
              <a:t>diam</a:t>
            </a:r>
            <a:r>
              <a:rPr lang="en-GB" kern="0" dirty="0">
                <a:solidFill>
                  <a:srgbClr val="000000"/>
                </a:solidFill>
                <a:latin typeface="Arial" charset="0"/>
              </a:rPr>
              <a:t> </a:t>
            </a:r>
            <a:r>
              <a:rPr lang="en-GB" kern="0" dirty="0" err="1">
                <a:solidFill>
                  <a:srgbClr val="000000"/>
                </a:solidFill>
                <a:latin typeface="Arial" charset="0"/>
              </a:rPr>
              <a:t>nonumy</a:t>
            </a:r>
            <a:r>
              <a:rPr lang="en-GB" kern="0" dirty="0">
                <a:solidFill>
                  <a:srgbClr val="000000"/>
                </a:solidFill>
                <a:latin typeface="Arial" charset="0"/>
              </a:rPr>
              <a:t> </a:t>
            </a:r>
            <a:r>
              <a:rPr lang="en-GB" kern="0" dirty="0" err="1">
                <a:solidFill>
                  <a:srgbClr val="000000"/>
                </a:solidFill>
                <a:latin typeface="Arial" charset="0"/>
              </a:rPr>
              <a:t>eirmod</a:t>
            </a:r>
            <a:r>
              <a:rPr lang="en-GB" kern="0" dirty="0">
                <a:solidFill>
                  <a:srgbClr val="000000"/>
                </a:solidFill>
                <a:latin typeface="Arial" charset="0"/>
              </a:rPr>
              <a:t> </a:t>
            </a:r>
            <a:r>
              <a:rPr lang="en-GB" kern="0" dirty="0" err="1">
                <a:solidFill>
                  <a:srgbClr val="000000"/>
                </a:solidFill>
                <a:latin typeface="Arial" charset="0"/>
              </a:rPr>
              <a:t>tempor</a:t>
            </a:r>
            <a:r>
              <a:rPr lang="en-GB" kern="0" dirty="0">
                <a:solidFill>
                  <a:srgbClr val="000000"/>
                </a:solidFill>
                <a:latin typeface="Arial" charset="0"/>
              </a:rPr>
              <a:t>.</a:t>
            </a:r>
          </a:p>
        </p:txBody>
      </p:sp>
      <p:sp>
        <p:nvSpPr>
          <p:cNvPr id="9" name="Foliennummernplatzhalter 7">
            <a:extLst>
              <a:ext uri="{FF2B5EF4-FFF2-40B4-BE49-F238E27FC236}">
                <a16:creationId xmlns:a16="http://schemas.microsoft.com/office/drawing/2014/main" id="{DF868C09-7E69-B67D-6086-F3BCFA23CFA5}"/>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52</a:t>
            </a:fld>
            <a:endParaRPr lang="de-DE"/>
          </a:p>
        </p:txBody>
      </p:sp>
    </p:spTree>
    <p:extLst>
      <p:ext uri="{BB962C8B-B14F-4D97-AF65-F5344CB8AC3E}">
        <p14:creationId xmlns:p14="http://schemas.microsoft.com/office/powerpoint/2010/main" val="2631081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Grafik 8" descr="Ein Bild, das Kleidung, Industrie, Pfeife Flöte Rohr, Person enthält.&#10;&#10;Automatisch generierte Beschreibung">
            <a:extLst>
              <a:ext uri="{FF2B5EF4-FFF2-40B4-BE49-F238E27FC236}">
                <a16:creationId xmlns:a16="http://schemas.microsoft.com/office/drawing/2014/main" id="{40D71257-3417-9655-D3BC-5B8C8E90D5F5}"/>
              </a:ext>
            </a:extLst>
          </p:cNvPr>
          <p:cNvPicPr>
            <a:picLocks noChangeAspect="1"/>
          </p:cNvPicPr>
          <p:nvPr/>
        </p:nvPicPr>
        <p:blipFill rotWithShape="1">
          <a:blip r:embed="rId2">
            <a:extLst>
              <a:ext uri="{28A0092B-C50C-407E-A947-70E740481C1C}">
                <a14:useLocalDpi xmlns:a14="http://schemas.microsoft.com/office/drawing/2010/main" val="0"/>
              </a:ext>
            </a:extLst>
          </a:blip>
          <a:srcRect l="22959" t="4744" r="3938"/>
          <a:stretch/>
        </p:blipFill>
        <p:spPr>
          <a:xfrm>
            <a:off x="4295775" y="0"/>
            <a:ext cx="7894638" cy="6858000"/>
          </a:xfrm>
          <a:prstGeom prst="rect">
            <a:avLst/>
          </a:prstGeom>
        </p:spPr>
      </p:pic>
      <p:sp>
        <p:nvSpPr>
          <p:cNvPr id="7" name="Titel 6">
            <a:extLst>
              <a:ext uri="{FF2B5EF4-FFF2-40B4-BE49-F238E27FC236}">
                <a16:creationId xmlns:a16="http://schemas.microsoft.com/office/drawing/2014/main" id="{82105707-33FB-9E29-2B7C-198E905E5D80}"/>
              </a:ext>
            </a:extLst>
          </p:cNvPr>
          <p:cNvSpPr>
            <a:spLocks noGrp="1"/>
          </p:cNvSpPr>
          <p:nvPr>
            <p:ph type="title"/>
          </p:nvPr>
        </p:nvSpPr>
        <p:spPr>
          <a:xfrm>
            <a:off x="514801" y="540000"/>
            <a:ext cx="3600000" cy="817200"/>
          </a:xfrm>
        </p:spPr>
        <p:txBody>
          <a:bodyPr/>
          <a:lstStyle/>
          <a:p>
            <a:pPr>
              <a:lnSpc>
                <a:spcPct val="95000"/>
              </a:lnSpc>
            </a:pPr>
            <a:r>
              <a:rPr lang="en-GB" noProof="0" dirty="0"/>
              <a:t>Lorem ipsum </a:t>
            </a:r>
            <a:r>
              <a:rPr lang="en-GB" noProof="0" dirty="0" err="1"/>
              <a:t>dolor</a:t>
            </a:r>
            <a:r>
              <a:rPr lang="en-GB" noProof="0" dirty="0"/>
              <a:t> </a:t>
            </a:r>
            <a:br>
              <a:rPr lang="en-GB" noProof="0" dirty="0"/>
            </a:br>
            <a:r>
              <a:rPr lang="en-GB" noProof="0" dirty="0"/>
              <a:t>sit </a:t>
            </a:r>
            <a:r>
              <a:rPr lang="en-GB" noProof="0" dirty="0" err="1"/>
              <a:t>amet</a:t>
            </a:r>
            <a:r>
              <a:rPr lang="en-GB" noProof="0" dirty="0"/>
              <a:t>, </a:t>
            </a:r>
            <a:r>
              <a:rPr lang="en-GB" noProof="0" dirty="0" err="1"/>
              <a:t>sadipscing</a:t>
            </a:r>
            <a:r>
              <a:rPr lang="en-GB" noProof="0" dirty="0"/>
              <a:t> </a:t>
            </a:r>
            <a:br>
              <a:rPr lang="en-GB" noProof="0" dirty="0"/>
            </a:br>
            <a:r>
              <a:rPr lang="en-GB" noProof="0" dirty="0" err="1"/>
              <a:t>elitr</a:t>
            </a:r>
            <a:r>
              <a:rPr lang="en-GB" noProof="0" dirty="0"/>
              <a:t>, </a:t>
            </a:r>
            <a:r>
              <a:rPr lang="en-GB" noProof="0" dirty="0" err="1"/>
              <a:t>diam</a:t>
            </a:r>
            <a:r>
              <a:rPr lang="en-GB" noProof="0" dirty="0"/>
              <a:t> </a:t>
            </a:r>
            <a:r>
              <a:rPr lang="en-GB" noProof="0" dirty="0" err="1"/>
              <a:t>nonumy</a:t>
            </a:r>
            <a:endParaRPr lang="en-GB" noProof="0" dirty="0"/>
          </a:p>
        </p:txBody>
      </p:sp>
      <p:sp>
        <p:nvSpPr>
          <p:cNvPr id="16" name="Inhaltsplatzhalter 15">
            <a:extLst>
              <a:ext uri="{FF2B5EF4-FFF2-40B4-BE49-F238E27FC236}">
                <a16:creationId xmlns:a16="http://schemas.microsoft.com/office/drawing/2014/main" id="{EA0BE799-6795-8E65-C0B4-ED61BBECF9F6}"/>
              </a:ext>
            </a:extLst>
          </p:cNvPr>
          <p:cNvSpPr>
            <a:spLocks noGrp="1"/>
          </p:cNvSpPr>
          <p:nvPr>
            <p:ph sz="quarter" idx="11"/>
          </p:nvPr>
        </p:nvSpPr>
        <p:spPr>
          <a:xfrm>
            <a:off x="514351" y="2024063"/>
            <a:ext cx="3600450" cy="2111247"/>
          </a:xfrm>
        </p:spPr>
        <p:txBody>
          <a:bodyPr>
            <a:spAutoFit/>
          </a:bodyPr>
          <a:lstStyle/>
          <a:p>
            <a:pPr marL="0" indent="0">
              <a:spcBef>
                <a:spcPts val="1200"/>
              </a:spcBef>
              <a:buFont typeface="Wingdings" panose="05000000000000000000" pitchFamily="2" charset="2"/>
              <a:buNone/>
            </a:pPr>
            <a:r>
              <a:rPr lang="en-GB" b="1" noProof="0" dirty="0">
                <a:solidFill>
                  <a:schemeClr val="accent1"/>
                </a:solidFill>
                <a:latin typeface="Arial" charset="0"/>
              </a:rPr>
              <a:t>Lorem ipsum </a:t>
            </a:r>
            <a:r>
              <a:rPr lang="en-GB" b="1" noProof="0" dirty="0" err="1">
                <a:solidFill>
                  <a:schemeClr val="accent1"/>
                </a:solidFill>
                <a:latin typeface="Arial" charset="0"/>
              </a:rPr>
              <a:t>dolor</a:t>
            </a:r>
            <a:endParaRPr lang="en-GB" b="1" noProof="0" dirty="0">
              <a:solidFill>
                <a:schemeClr val="accent1"/>
              </a:solidFill>
              <a:latin typeface="Arial" charset="0"/>
            </a:endParaRPr>
          </a:p>
          <a:p>
            <a:pPr marL="0" indent="0">
              <a:spcBef>
                <a:spcPts val="1200"/>
              </a:spcBef>
              <a:buFont typeface="Wingdings" panose="05000000000000000000" pitchFamily="2" charset="2"/>
              <a:buNone/>
            </a:pPr>
            <a:r>
              <a:rPr lang="en-GB" kern="0" noProof="0" dirty="0">
                <a:solidFill>
                  <a:srgbClr val="000000"/>
                </a:solidFill>
                <a:latin typeface="Arial" charset="0"/>
              </a:rPr>
              <a:t>Lorem Ipsum </a:t>
            </a:r>
            <a:r>
              <a:rPr lang="en-GB" kern="0" noProof="0" dirty="0" err="1">
                <a:solidFill>
                  <a:srgbClr val="000000"/>
                </a:solidFill>
                <a:latin typeface="Arial" charset="0"/>
              </a:rPr>
              <a:t>dolor</a:t>
            </a:r>
            <a:r>
              <a:rPr lang="en-GB" kern="0" noProof="0" dirty="0">
                <a:solidFill>
                  <a:srgbClr val="000000"/>
                </a:solidFill>
                <a:latin typeface="Arial" charset="0"/>
              </a:rPr>
              <a:t> sits cum </a:t>
            </a:r>
            <a:r>
              <a:rPr lang="en-GB" kern="0" noProof="0" dirty="0" err="1">
                <a:solidFill>
                  <a:srgbClr val="000000"/>
                </a:solidFill>
                <a:latin typeface="Arial" charset="0"/>
              </a:rPr>
              <a:t>habilitarum</a:t>
            </a:r>
            <a:r>
              <a:rPr lang="en-GB" kern="0" noProof="0" dirty="0">
                <a:solidFill>
                  <a:srgbClr val="000000"/>
                </a:solidFill>
                <a:latin typeface="Arial" charset="0"/>
              </a:rPr>
              <a:t> </a:t>
            </a:r>
            <a:r>
              <a:rPr lang="en-GB" kern="0" noProof="0" dirty="0" err="1">
                <a:solidFill>
                  <a:srgbClr val="000000"/>
                </a:solidFill>
                <a:latin typeface="Arial" charset="0"/>
              </a:rPr>
              <a:t>itum</a:t>
            </a:r>
            <a:r>
              <a:rPr lang="en-GB" kern="0" noProof="0" dirty="0">
                <a:solidFill>
                  <a:srgbClr val="000000"/>
                </a:solidFill>
                <a:latin typeface="Arial" charset="0"/>
              </a:rPr>
              <a:t> alus caustic </a:t>
            </a:r>
            <a:r>
              <a:rPr lang="en-GB" kern="0" noProof="0" dirty="0" err="1">
                <a:solidFill>
                  <a:srgbClr val="000000"/>
                </a:solidFill>
                <a:latin typeface="Arial" charset="0"/>
              </a:rPr>
              <a:t>cus</a:t>
            </a:r>
            <a:r>
              <a:rPr lang="en-GB" kern="0" noProof="0" dirty="0">
                <a:solidFill>
                  <a:srgbClr val="000000"/>
                </a:solidFill>
                <a:latin typeface="Arial" charset="0"/>
              </a:rPr>
              <a:t> </a:t>
            </a:r>
            <a:r>
              <a:rPr lang="en-GB" kern="0" noProof="0" dirty="0" err="1">
                <a:solidFill>
                  <a:srgbClr val="000000"/>
                </a:solidFill>
                <a:latin typeface="Arial" charset="0"/>
              </a:rPr>
              <a:t>imanenter</a:t>
            </a:r>
            <a:r>
              <a:rPr lang="en-GB" kern="0" noProof="0" dirty="0">
                <a:solidFill>
                  <a:srgbClr val="000000"/>
                </a:solidFill>
                <a:latin typeface="Arial" charset="0"/>
              </a:rPr>
              <a:t>. Status ex </a:t>
            </a:r>
            <a:r>
              <a:rPr lang="en-GB" kern="0" noProof="0" dirty="0" err="1">
                <a:solidFill>
                  <a:srgbClr val="000000"/>
                </a:solidFill>
                <a:latin typeface="Arial" charset="0"/>
              </a:rPr>
              <a:t>landum</a:t>
            </a:r>
            <a:r>
              <a:rPr lang="en-GB" kern="0" noProof="0" dirty="0">
                <a:solidFill>
                  <a:srgbClr val="000000"/>
                </a:solidFill>
                <a:latin typeface="Arial" charset="0"/>
              </a:rPr>
              <a:t> it </a:t>
            </a:r>
            <a:r>
              <a:rPr lang="en-GB" kern="0" noProof="0" dirty="0" err="1">
                <a:solidFill>
                  <a:srgbClr val="000000"/>
                </a:solidFill>
                <a:latin typeface="Arial" charset="0"/>
              </a:rPr>
              <a:t>exus</a:t>
            </a:r>
            <a:r>
              <a:rPr lang="en-GB" kern="0" noProof="0" dirty="0">
                <a:solidFill>
                  <a:srgbClr val="000000"/>
                </a:solidFill>
                <a:latin typeface="Arial" charset="0"/>
              </a:rPr>
              <a:t> </a:t>
            </a:r>
            <a:r>
              <a:rPr lang="en-GB" kern="0" noProof="0" dirty="0" err="1">
                <a:solidFill>
                  <a:srgbClr val="000000"/>
                </a:solidFill>
                <a:latin typeface="Arial" charset="0"/>
              </a:rPr>
              <a:t>rius</a:t>
            </a:r>
            <a:r>
              <a:rPr lang="en-GB" kern="0" noProof="0" dirty="0">
                <a:solidFill>
                  <a:srgbClr val="000000"/>
                </a:solidFill>
                <a:latin typeface="Arial" charset="0"/>
              </a:rPr>
              <a:t> exit et.</a:t>
            </a:r>
          </a:p>
        </p:txBody>
      </p:sp>
      <p:sp>
        <p:nvSpPr>
          <p:cNvPr id="2" name="Inhaltsplatzhalter 15">
            <a:extLst>
              <a:ext uri="{FF2B5EF4-FFF2-40B4-BE49-F238E27FC236}">
                <a16:creationId xmlns:a16="http://schemas.microsoft.com/office/drawing/2014/main" id="{43CE2743-E626-023D-9238-B7564A413533}"/>
              </a:ext>
            </a:extLst>
          </p:cNvPr>
          <p:cNvSpPr txBox="1">
            <a:spLocks/>
          </p:cNvSpPr>
          <p:nvPr/>
        </p:nvSpPr>
        <p:spPr>
          <a:xfrm>
            <a:off x="522817" y="4353947"/>
            <a:ext cx="3600450" cy="1702898"/>
          </a:xfrm>
          <a:prstGeom prst="rect">
            <a:avLst/>
          </a:prstGeom>
          <a:noFill/>
        </p:spPr>
        <p:txBody>
          <a:bodyPr vert="horz" lIns="0" tIns="0" rIns="0" bIns="0" rtlCol="0">
            <a:spAutoFit/>
          </a:bodyPr>
          <a:lstStyle>
            <a:lvl1pPr marL="179388" marR="0" indent="-179388" algn="l" defTabSz="914400" rtl="0" eaLnBrk="1" fontAlgn="auto" latinLnBrk="0" hangingPunct="1">
              <a:lnSpc>
                <a:spcPct val="110000"/>
              </a:lnSpc>
              <a:spcBef>
                <a:spcPts val="0"/>
              </a:spcBef>
              <a:spcAft>
                <a:spcPts val="0"/>
              </a:spcAft>
              <a:buClr>
                <a:schemeClr val="accent1"/>
              </a:buClr>
              <a:buSzTx/>
              <a:buFont typeface="Wingdings" panose="05000000000000000000" pitchFamily="2" charset="2"/>
              <a:buChar char="§"/>
              <a:tabLst/>
              <a:defRPr sz="2000" b="0" i="0" kern="1200" baseline="0">
                <a:solidFill>
                  <a:schemeClr val="tx1"/>
                </a:solidFill>
                <a:latin typeface="Arial" panose="020B0604020202020204" pitchFamily="34" charset="0"/>
                <a:ea typeface="+mn-ea"/>
                <a:cs typeface="+mn-cs"/>
              </a:defRPr>
            </a:lvl1pPr>
            <a:lvl2pPr marL="447675" marR="0" indent="-268288" algn="l" defTabSz="914400" rtl="0" eaLnBrk="1" fontAlgn="auto" latinLnBrk="0" hangingPunct="1">
              <a:lnSpc>
                <a:spcPct val="110000"/>
              </a:lnSpc>
              <a:spcBef>
                <a:spcPts val="600"/>
              </a:spcBef>
              <a:spcAft>
                <a:spcPts val="0"/>
              </a:spcAft>
              <a:buClr>
                <a:srgbClr val="004A96"/>
              </a:buClr>
              <a:buSzPct val="80000"/>
              <a:buFont typeface="Wingdings 3" panose="05040102010807070707" pitchFamily="18" charset="2"/>
              <a:buChar char=""/>
              <a:tabLst/>
              <a:defRPr sz="2000" b="0" i="0" kern="1200" baseline="0">
                <a:solidFill>
                  <a:schemeClr val="tx1"/>
                </a:solidFill>
                <a:latin typeface="Arial" panose="020B0604020202020204" pitchFamily="34" charset="0"/>
                <a:ea typeface="+mn-ea"/>
                <a:cs typeface="+mn-cs"/>
              </a:defRPr>
            </a:lvl2pPr>
            <a:lvl3pPr marL="628650" marR="0" indent="-180975" algn="l" defTabSz="914400" rtl="0" eaLnBrk="1" fontAlgn="auto" latinLnBrk="0" hangingPunct="1">
              <a:lnSpc>
                <a:spcPct val="110000"/>
              </a:lnSpc>
              <a:spcBef>
                <a:spcPts val="300"/>
              </a:spcBef>
              <a:spcAft>
                <a:spcPts val="0"/>
              </a:spcAft>
              <a:buClr>
                <a:srgbClr val="004A96"/>
              </a:buClr>
              <a:buSzPct val="100000"/>
              <a:buFont typeface="Arial" panose="020B0604020202020204" pitchFamily="34" charset="0"/>
              <a:buChar char="•"/>
              <a:tabLst/>
              <a:defRPr sz="2000" b="0" i="0" kern="1200" baseline="0">
                <a:solidFill>
                  <a:schemeClr val="tx1"/>
                </a:solidFill>
                <a:latin typeface="Arial" panose="020B0604020202020204" pitchFamily="34" charset="0"/>
                <a:ea typeface="+mn-ea"/>
                <a:cs typeface="+mn-cs"/>
              </a:defRPr>
            </a:lvl3pPr>
            <a:lvl4pPr marL="808038" marR="0" indent="-179388" algn="l" defTabSz="914400" rtl="0" eaLnBrk="1" fontAlgn="auto" latinLnBrk="0" hangingPunct="1">
              <a:lnSpc>
                <a:spcPct val="100000"/>
              </a:lnSpc>
              <a:spcBef>
                <a:spcPts val="100"/>
              </a:spcBef>
              <a:spcAft>
                <a:spcPts val="0"/>
              </a:spcAft>
              <a:buClr>
                <a:srgbClr val="004A96"/>
              </a:buClr>
              <a:buSzPct val="80000"/>
              <a:buFont typeface="Arial" panose="020B0604020202020204" pitchFamily="34" charset="0"/>
              <a:buChar char="−"/>
              <a:tabLst/>
              <a:defRPr sz="2000" b="0" i="0" kern="1200" baseline="0">
                <a:solidFill>
                  <a:schemeClr val="tx1"/>
                </a:solidFill>
                <a:latin typeface="Arial" panose="020B0604020202020204" pitchFamily="34" charset="0"/>
                <a:ea typeface="+mn-ea"/>
                <a:cs typeface="+mn-cs"/>
              </a:defRPr>
            </a:lvl4pPr>
            <a:lvl5pPr marL="1623438" indent="-266373" algn="l" defTabSz="914309" rtl="0" eaLnBrk="1" latinLnBrk="0" hangingPunct="1">
              <a:lnSpc>
                <a:spcPct val="95000"/>
              </a:lnSpc>
              <a:spcBef>
                <a:spcPts val="0"/>
              </a:spcBef>
              <a:spcAft>
                <a:spcPts val="0"/>
              </a:spcAft>
              <a:buClr>
                <a:schemeClr val="tx1"/>
              </a:buClr>
              <a:buSzPct val="100000"/>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5pPr>
            <a:lvl6pPr marL="2080592"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6pPr>
            <a:lvl7pPr marL="2537746"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7pPr>
            <a:lvl8pPr marL="2994900"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8pPr>
            <a:lvl9pPr marL="3452055"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9pPr>
          </a:lstStyle>
          <a:p>
            <a:pPr marL="0" indent="0">
              <a:spcBef>
                <a:spcPts val="1200"/>
              </a:spcBef>
              <a:buFont typeface="Wingdings" panose="05000000000000000000" pitchFamily="2" charset="2"/>
              <a:buNone/>
            </a:pPr>
            <a:r>
              <a:rPr lang="en-GB" kern="0" dirty="0" err="1">
                <a:solidFill>
                  <a:srgbClr val="000000"/>
                </a:solidFill>
                <a:latin typeface="Arial" charset="0"/>
              </a:rPr>
              <a:t>Dolor</a:t>
            </a:r>
            <a:r>
              <a:rPr lang="en-GB" kern="0" dirty="0">
                <a:solidFill>
                  <a:srgbClr val="000000"/>
                </a:solidFill>
                <a:latin typeface="Arial" charset="0"/>
              </a:rPr>
              <a:t> situs cum </a:t>
            </a:r>
            <a:r>
              <a:rPr lang="en-GB" kern="0" dirty="0" err="1">
                <a:solidFill>
                  <a:srgbClr val="000000"/>
                </a:solidFill>
                <a:latin typeface="Arial" charset="0"/>
              </a:rPr>
              <a:t>habilitarum</a:t>
            </a:r>
            <a:r>
              <a:rPr lang="en-GB" kern="0" dirty="0">
                <a:solidFill>
                  <a:srgbClr val="000000"/>
                </a:solidFill>
                <a:latin typeface="Arial" charset="0"/>
              </a:rPr>
              <a:t> </a:t>
            </a:r>
            <a:r>
              <a:rPr lang="en-GB" kern="0" dirty="0" err="1">
                <a:solidFill>
                  <a:srgbClr val="000000"/>
                </a:solidFill>
                <a:latin typeface="Arial" charset="0"/>
              </a:rPr>
              <a:t>itum</a:t>
            </a:r>
            <a:r>
              <a:rPr lang="en-GB" kern="0" dirty="0">
                <a:solidFill>
                  <a:srgbClr val="000000"/>
                </a:solidFill>
                <a:latin typeface="Arial" charset="0"/>
              </a:rPr>
              <a:t> alus </a:t>
            </a:r>
            <a:r>
              <a:rPr lang="en-GB" kern="0" dirty="0" err="1">
                <a:solidFill>
                  <a:srgbClr val="000000"/>
                </a:solidFill>
                <a:latin typeface="Arial" charset="0"/>
              </a:rPr>
              <a:t>ticus</a:t>
            </a:r>
            <a:r>
              <a:rPr lang="en-GB" kern="0" dirty="0">
                <a:solidFill>
                  <a:srgbClr val="000000"/>
                </a:solidFill>
                <a:latin typeface="Arial" charset="0"/>
              </a:rPr>
              <a:t> </a:t>
            </a:r>
            <a:r>
              <a:rPr lang="en-GB" kern="0" dirty="0" err="1">
                <a:solidFill>
                  <a:srgbClr val="000000"/>
                </a:solidFill>
                <a:latin typeface="Arial" charset="0"/>
              </a:rPr>
              <a:t>imanenter</a:t>
            </a:r>
            <a:r>
              <a:rPr lang="en-GB" kern="0" dirty="0">
                <a:solidFill>
                  <a:srgbClr val="000000"/>
                </a:solidFill>
                <a:latin typeface="Arial" charset="0"/>
              </a:rPr>
              <a:t>. Duo </a:t>
            </a:r>
            <a:r>
              <a:rPr lang="en-GB" kern="0" dirty="0" err="1">
                <a:solidFill>
                  <a:srgbClr val="000000"/>
                </a:solidFill>
                <a:latin typeface="Arial" charset="0"/>
              </a:rPr>
              <a:t>dolores</a:t>
            </a:r>
            <a:r>
              <a:rPr lang="en-GB" kern="0" dirty="0">
                <a:solidFill>
                  <a:srgbClr val="000000"/>
                </a:solidFill>
                <a:latin typeface="Arial" charset="0"/>
              </a:rPr>
              <a:t> et </a:t>
            </a:r>
            <a:r>
              <a:rPr lang="en-GB" kern="0" dirty="0" err="1">
                <a:solidFill>
                  <a:srgbClr val="000000"/>
                </a:solidFill>
                <a:latin typeface="Arial" charset="0"/>
              </a:rPr>
              <a:t>vulnareus</a:t>
            </a:r>
            <a:r>
              <a:rPr lang="en-GB" kern="0" dirty="0">
                <a:solidFill>
                  <a:srgbClr val="000000"/>
                </a:solidFill>
                <a:latin typeface="Arial" charset="0"/>
              </a:rPr>
              <a:t> est. </a:t>
            </a:r>
            <a:r>
              <a:rPr lang="en-GB" kern="0" dirty="0" err="1">
                <a:solidFill>
                  <a:srgbClr val="000000"/>
                </a:solidFill>
                <a:latin typeface="Arial" charset="0"/>
              </a:rPr>
              <a:t>Vulna</a:t>
            </a:r>
            <a:r>
              <a:rPr lang="en-GB" kern="0" dirty="0">
                <a:solidFill>
                  <a:srgbClr val="000000"/>
                </a:solidFill>
                <a:latin typeface="Arial" charset="0"/>
              </a:rPr>
              <a:t> </a:t>
            </a:r>
            <a:r>
              <a:rPr lang="en-GB" kern="0" dirty="0" err="1">
                <a:solidFill>
                  <a:srgbClr val="000000"/>
                </a:solidFill>
                <a:latin typeface="Arial" charset="0"/>
              </a:rPr>
              <a:t>pausta</a:t>
            </a:r>
            <a:r>
              <a:rPr lang="en-GB" kern="0" dirty="0">
                <a:solidFill>
                  <a:srgbClr val="000000"/>
                </a:solidFill>
                <a:latin typeface="Arial" charset="0"/>
              </a:rPr>
              <a:t> rhus </a:t>
            </a:r>
            <a:r>
              <a:rPr lang="en-GB" kern="0" dirty="0" err="1">
                <a:solidFill>
                  <a:srgbClr val="000000"/>
                </a:solidFill>
                <a:latin typeface="Arial" charset="0"/>
              </a:rPr>
              <a:t>tex</a:t>
            </a:r>
            <a:r>
              <a:rPr lang="en-GB" kern="0" dirty="0">
                <a:solidFill>
                  <a:srgbClr val="000000"/>
                </a:solidFill>
                <a:latin typeface="Arial" charset="0"/>
              </a:rPr>
              <a:t>, per </a:t>
            </a:r>
            <a:r>
              <a:rPr lang="en-GB" kern="0" dirty="0" err="1">
                <a:solidFill>
                  <a:srgbClr val="000000"/>
                </a:solidFill>
                <a:latin typeface="Arial" charset="0"/>
              </a:rPr>
              <a:t>itum</a:t>
            </a:r>
            <a:r>
              <a:rPr lang="en-GB" kern="0" dirty="0">
                <a:solidFill>
                  <a:srgbClr val="000000"/>
                </a:solidFill>
                <a:latin typeface="Arial" charset="0"/>
              </a:rPr>
              <a:t> </a:t>
            </a:r>
            <a:r>
              <a:rPr lang="en-GB" kern="0" dirty="0" err="1">
                <a:solidFill>
                  <a:srgbClr val="000000"/>
                </a:solidFill>
                <a:latin typeface="Arial" charset="0"/>
              </a:rPr>
              <a:t>falor</a:t>
            </a:r>
            <a:r>
              <a:rPr lang="en-GB" kern="0" dirty="0">
                <a:solidFill>
                  <a:srgbClr val="000000"/>
                </a:solidFill>
                <a:latin typeface="Arial" charset="0"/>
              </a:rPr>
              <a:t> sit </a:t>
            </a:r>
            <a:r>
              <a:rPr lang="en-GB" kern="0" dirty="0" err="1">
                <a:solidFill>
                  <a:srgbClr val="000000"/>
                </a:solidFill>
                <a:latin typeface="Arial" charset="0"/>
              </a:rPr>
              <a:t>ewunt</a:t>
            </a:r>
            <a:r>
              <a:rPr lang="en-GB" kern="0" dirty="0">
                <a:solidFill>
                  <a:srgbClr val="000000"/>
                </a:solidFill>
                <a:latin typeface="Arial" charset="0"/>
              </a:rPr>
              <a:t> </a:t>
            </a:r>
            <a:r>
              <a:rPr lang="en-GB" kern="0" dirty="0" err="1">
                <a:solidFill>
                  <a:srgbClr val="000000"/>
                </a:solidFill>
                <a:latin typeface="Arial" charset="0"/>
              </a:rPr>
              <a:t>justo</a:t>
            </a:r>
            <a:r>
              <a:rPr lang="en-GB" kern="0" dirty="0">
                <a:solidFill>
                  <a:srgbClr val="000000"/>
                </a:solidFill>
                <a:latin typeface="Arial" charset="0"/>
              </a:rPr>
              <a:t>.</a:t>
            </a:r>
          </a:p>
        </p:txBody>
      </p:sp>
      <p:sp>
        <p:nvSpPr>
          <p:cNvPr id="5" name="Foliennummernplatzhalter 7">
            <a:extLst>
              <a:ext uri="{FF2B5EF4-FFF2-40B4-BE49-F238E27FC236}">
                <a16:creationId xmlns:a16="http://schemas.microsoft.com/office/drawing/2014/main" id="{EDB344F1-488A-62E1-2CAC-47725B2F3AA2}"/>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53</a:t>
            </a:fld>
            <a:endParaRPr lang="de-DE"/>
          </a:p>
        </p:txBody>
      </p:sp>
      <p:pic>
        <p:nvPicPr>
          <p:cNvPr id="10" name="Graphic 6">
            <a:extLst>
              <a:ext uri="{FF2B5EF4-FFF2-40B4-BE49-F238E27FC236}">
                <a16:creationId xmlns:a16="http://schemas.microsoft.com/office/drawing/2014/main" id="{AEF06762-F3AE-5A8B-234B-49DF0B49F524}"/>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91813" y="6223000"/>
            <a:ext cx="1498600" cy="635000"/>
          </a:xfrm>
          <a:prstGeom prst="rect">
            <a:avLst/>
          </a:prstGeom>
        </p:spPr>
      </p:pic>
    </p:spTree>
    <p:extLst>
      <p:ext uri="{BB962C8B-B14F-4D97-AF65-F5344CB8AC3E}">
        <p14:creationId xmlns:p14="http://schemas.microsoft.com/office/powerpoint/2010/main" val="4837106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Inhaltsplatzhalter 6">
            <a:extLst>
              <a:ext uri="{FF2B5EF4-FFF2-40B4-BE49-F238E27FC236}">
                <a16:creationId xmlns:a16="http://schemas.microsoft.com/office/drawing/2014/main" id="{2765931C-9CD2-A25D-4D3C-6C3792D00F29}"/>
              </a:ext>
            </a:extLst>
          </p:cNvPr>
          <p:cNvSpPr>
            <a:spLocks noGrp="1"/>
          </p:cNvSpPr>
          <p:nvPr>
            <p:ph sz="quarter" idx="10"/>
          </p:nvPr>
        </p:nvSpPr>
        <p:spPr>
          <a:prstGeom prst="rect">
            <a:avLst/>
          </a:prstGeom>
        </p:spPr>
        <p:txBody>
          <a:bodyPr/>
          <a:lstStyle/>
          <a:p>
            <a:pPr marL="0" indent="0">
              <a:spcBef>
                <a:spcPts val="1200"/>
              </a:spcBef>
              <a:buFont typeface="Wingdings" panose="05000000000000000000" pitchFamily="2" charset="2"/>
              <a:buNone/>
            </a:pPr>
            <a:r>
              <a:rPr lang="en-GB" b="1" noProof="0" dirty="0">
                <a:solidFill>
                  <a:schemeClr val="accent1"/>
                </a:solidFill>
                <a:latin typeface="Arial" charset="0"/>
              </a:rPr>
              <a:t>Lorem ipsum </a:t>
            </a:r>
            <a:r>
              <a:rPr lang="en-GB" b="1" noProof="0" dirty="0" err="1">
                <a:solidFill>
                  <a:schemeClr val="accent1"/>
                </a:solidFill>
                <a:latin typeface="Arial" charset="0"/>
              </a:rPr>
              <a:t>dolor</a:t>
            </a:r>
            <a:endParaRPr lang="en-GB" b="1" noProof="0" dirty="0">
              <a:solidFill>
                <a:schemeClr val="accent1"/>
              </a:solidFill>
              <a:latin typeface="Arial" charset="0"/>
            </a:endParaRPr>
          </a:p>
          <a:p>
            <a:pPr>
              <a:spcBef>
                <a:spcPts val="1200"/>
              </a:spcBef>
            </a:pPr>
            <a:r>
              <a:rPr lang="en-GB" noProof="0" dirty="0"/>
              <a:t>Lumas </a:t>
            </a:r>
            <a:r>
              <a:rPr lang="en-GB" noProof="0" dirty="0" err="1"/>
              <a:t>sares</a:t>
            </a:r>
            <a:r>
              <a:rPr lang="en-GB" noProof="0" dirty="0"/>
              <a:t> </a:t>
            </a:r>
            <a:r>
              <a:rPr lang="en-GB" noProof="0" dirty="0" err="1"/>
              <a:t>umars</a:t>
            </a:r>
            <a:endParaRPr lang="en-GB" noProof="0" dirty="0"/>
          </a:p>
          <a:p>
            <a:pPr>
              <a:spcBef>
                <a:spcPts val="600"/>
              </a:spcBef>
            </a:pPr>
            <a:r>
              <a:rPr lang="en-GB" noProof="0" dirty="0" err="1"/>
              <a:t>Avenius</a:t>
            </a:r>
            <a:r>
              <a:rPr lang="en-GB" noProof="0" dirty="0"/>
              <a:t> </a:t>
            </a:r>
            <a:r>
              <a:rPr lang="en-GB" noProof="0" dirty="0" err="1"/>
              <a:t>lumars</a:t>
            </a:r>
            <a:r>
              <a:rPr lang="en-GB" noProof="0" dirty="0"/>
              <a:t> </a:t>
            </a:r>
            <a:r>
              <a:rPr lang="en-GB" noProof="0" dirty="0" err="1"/>
              <a:t>tusares</a:t>
            </a:r>
            <a:endParaRPr lang="en-GB" noProof="0" dirty="0"/>
          </a:p>
          <a:p>
            <a:pPr>
              <a:spcBef>
                <a:spcPts val="600"/>
              </a:spcBef>
            </a:pPr>
            <a:r>
              <a:rPr lang="en-GB" noProof="0" dirty="0" err="1"/>
              <a:t>Marens</a:t>
            </a:r>
            <a:r>
              <a:rPr lang="en-GB" noProof="0" dirty="0"/>
              <a:t> </a:t>
            </a:r>
            <a:r>
              <a:rPr lang="en-GB" noProof="0" dirty="0" err="1"/>
              <a:t>tus</a:t>
            </a:r>
            <a:r>
              <a:rPr lang="en-GB" noProof="0" dirty="0"/>
              <a:t> </a:t>
            </a:r>
            <a:r>
              <a:rPr lang="en-GB" noProof="0" dirty="0" err="1"/>
              <a:t>amoras</a:t>
            </a:r>
            <a:r>
              <a:rPr lang="en-GB" noProof="0" dirty="0"/>
              <a:t> </a:t>
            </a:r>
            <a:r>
              <a:rPr lang="en-GB" noProof="0" dirty="0" err="1"/>
              <a:t>limers</a:t>
            </a:r>
            <a:endParaRPr lang="en-GB" noProof="0" dirty="0"/>
          </a:p>
          <a:p>
            <a:pPr>
              <a:spcBef>
                <a:spcPts val="600"/>
              </a:spcBef>
            </a:pPr>
            <a:r>
              <a:rPr lang="en-GB" noProof="0" dirty="0" err="1"/>
              <a:t>Bolstas</a:t>
            </a:r>
            <a:r>
              <a:rPr lang="en-GB" noProof="0" dirty="0"/>
              <a:t> </a:t>
            </a:r>
            <a:r>
              <a:rPr lang="en-GB" noProof="0" dirty="0" err="1"/>
              <a:t>duses</a:t>
            </a:r>
            <a:r>
              <a:rPr lang="en-GB" noProof="0" dirty="0"/>
              <a:t> </a:t>
            </a:r>
            <a:r>
              <a:rPr lang="en-GB" noProof="0" dirty="0" err="1"/>
              <a:t>amores</a:t>
            </a:r>
            <a:endParaRPr lang="en-GB" noProof="0" dirty="0"/>
          </a:p>
          <a:p>
            <a:pPr>
              <a:spcBef>
                <a:spcPts val="600"/>
              </a:spcBef>
            </a:pPr>
            <a:r>
              <a:rPr lang="en-GB" noProof="0" dirty="0"/>
              <a:t>Lumas </a:t>
            </a:r>
            <a:r>
              <a:rPr lang="en-GB" noProof="0" dirty="0" err="1"/>
              <a:t>sares</a:t>
            </a:r>
            <a:r>
              <a:rPr lang="en-GB" noProof="0" dirty="0"/>
              <a:t> </a:t>
            </a:r>
            <a:r>
              <a:rPr lang="en-GB" noProof="0" dirty="0" err="1"/>
              <a:t>umars</a:t>
            </a:r>
            <a:endParaRPr lang="en-GB" noProof="0" dirty="0"/>
          </a:p>
          <a:p>
            <a:pPr>
              <a:spcBef>
                <a:spcPts val="600"/>
              </a:spcBef>
            </a:pPr>
            <a:r>
              <a:rPr lang="en-GB" noProof="0" dirty="0" err="1"/>
              <a:t>Avenius</a:t>
            </a:r>
            <a:r>
              <a:rPr lang="en-GB" noProof="0" dirty="0"/>
              <a:t> </a:t>
            </a:r>
            <a:r>
              <a:rPr lang="en-GB" noProof="0" dirty="0" err="1"/>
              <a:t>lumars</a:t>
            </a:r>
            <a:r>
              <a:rPr lang="en-GB" noProof="0" dirty="0"/>
              <a:t> </a:t>
            </a:r>
            <a:r>
              <a:rPr lang="en-GB" noProof="0" dirty="0" err="1"/>
              <a:t>tusares</a:t>
            </a:r>
            <a:endParaRPr lang="en-GB" noProof="0" dirty="0"/>
          </a:p>
        </p:txBody>
      </p:sp>
      <p:sp>
        <p:nvSpPr>
          <p:cNvPr id="2" name="Titel 1">
            <a:extLst>
              <a:ext uri="{FF2B5EF4-FFF2-40B4-BE49-F238E27FC236}">
                <a16:creationId xmlns:a16="http://schemas.microsoft.com/office/drawing/2014/main" id="{96C4251A-3A7E-5E78-3C8E-42377D9663F9}"/>
              </a:ext>
            </a:extLst>
          </p:cNvPr>
          <p:cNvSpPr>
            <a:spLocks noGrp="1"/>
          </p:cNvSpPr>
          <p:nvPr>
            <p:ph type="title"/>
          </p:nvPr>
        </p:nvSpPr>
        <p:spPr/>
        <p:txBody>
          <a:bodyPr/>
          <a:lstStyle/>
          <a:p>
            <a:pPr>
              <a:lnSpc>
                <a:spcPct val="95000"/>
              </a:lnSpc>
            </a:pPr>
            <a:r>
              <a:rPr lang="en-GB" noProof="0" dirty="0"/>
              <a:t>Lorem ipsum </a:t>
            </a:r>
            <a:r>
              <a:rPr lang="en-GB" noProof="0" dirty="0" err="1"/>
              <a:t>dolor</a:t>
            </a:r>
            <a:r>
              <a:rPr lang="en-GB" noProof="0" dirty="0"/>
              <a:t> sit </a:t>
            </a:r>
            <a:r>
              <a:rPr lang="en-GB" noProof="0" dirty="0" err="1"/>
              <a:t>amet</a:t>
            </a:r>
            <a:r>
              <a:rPr lang="en-GB" noProof="0" dirty="0"/>
              <a:t>, </a:t>
            </a:r>
            <a:br>
              <a:rPr lang="en-GB" noProof="0" dirty="0"/>
            </a:br>
            <a:r>
              <a:rPr lang="en-GB" noProof="0" dirty="0" err="1"/>
              <a:t>consetetur</a:t>
            </a:r>
            <a:r>
              <a:rPr lang="en-GB" noProof="0" dirty="0"/>
              <a:t> </a:t>
            </a:r>
            <a:r>
              <a:rPr lang="en-GB" noProof="0" dirty="0" err="1"/>
              <a:t>sadipscing</a:t>
            </a:r>
            <a:r>
              <a:rPr lang="en-GB" noProof="0" dirty="0"/>
              <a:t> </a:t>
            </a:r>
            <a:r>
              <a:rPr lang="en-GB" noProof="0" dirty="0" err="1"/>
              <a:t>elitr</a:t>
            </a:r>
            <a:r>
              <a:rPr lang="en-GB" noProof="0" dirty="0"/>
              <a:t> </a:t>
            </a:r>
            <a:r>
              <a:rPr lang="en-GB" noProof="0" dirty="0" err="1"/>
              <a:t>sed</a:t>
            </a:r>
            <a:endParaRPr lang="en-GB" noProof="0" dirty="0"/>
          </a:p>
        </p:txBody>
      </p:sp>
      <p:sp>
        <p:nvSpPr>
          <p:cNvPr id="3" name="Foliennummernplatzhalter 7">
            <a:extLst>
              <a:ext uri="{FF2B5EF4-FFF2-40B4-BE49-F238E27FC236}">
                <a16:creationId xmlns:a16="http://schemas.microsoft.com/office/drawing/2014/main" id="{A3371FC7-76B2-B954-E4E9-DDB60E73F834}"/>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54</a:t>
            </a:fld>
            <a:endParaRPr lang="de-DE"/>
          </a:p>
        </p:txBody>
      </p:sp>
    </p:spTree>
    <p:extLst>
      <p:ext uri="{BB962C8B-B14F-4D97-AF65-F5344CB8AC3E}">
        <p14:creationId xmlns:p14="http://schemas.microsoft.com/office/powerpoint/2010/main" val="785521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el 9">
            <a:extLst>
              <a:ext uri="{FF2B5EF4-FFF2-40B4-BE49-F238E27FC236}">
                <a16:creationId xmlns:a16="http://schemas.microsoft.com/office/drawing/2014/main" id="{2BFC3A95-59E7-83B6-5493-326EF5BFB9B7}"/>
              </a:ext>
            </a:extLst>
          </p:cNvPr>
          <p:cNvSpPr>
            <a:spLocks noGrp="1"/>
          </p:cNvSpPr>
          <p:nvPr>
            <p:ph type="title"/>
          </p:nvPr>
        </p:nvSpPr>
        <p:spPr/>
        <p:txBody>
          <a:bodyPr/>
          <a:lstStyle/>
          <a:p>
            <a:r>
              <a:rPr lang="en-GB" noProof="0" dirty="0"/>
              <a:t>Lorem ipsum </a:t>
            </a:r>
            <a:r>
              <a:rPr lang="en-GB" noProof="0" dirty="0" err="1"/>
              <a:t>dolor</a:t>
            </a:r>
            <a:r>
              <a:rPr lang="en-GB" noProof="0" dirty="0"/>
              <a:t> sit </a:t>
            </a:r>
            <a:r>
              <a:rPr lang="en-GB" noProof="0" dirty="0" err="1"/>
              <a:t>amet</a:t>
            </a:r>
            <a:r>
              <a:rPr lang="en-GB" noProof="0" dirty="0"/>
              <a:t>, </a:t>
            </a:r>
            <a:br>
              <a:rPr lang="en-GB" noProof="0" dirty="0"/>
            </a:br>
            <a:r>
              <a:rPr lang="en-GB" noProof="0" dirty="0" err="1"/>
              <a:t>consetetur</a:t>
            </a:r>
            <a:r>
              <a:rPr lang="en-GB" noProof="0" dirty="0"/>
              <a:t> </a:t>
            </a:r>
            <a:r>
              <a:rPr lang="en-GB" noProof="0" dirty="0" err="1"/>
              <a:t>sadipscing</a:t>
            </a:r>
            <a:r>
              <a:rPr lang="en-GB" noProof="0" dirty="0"/>
              <a:t> </a:t>
            </a:r>
            <a:r>
              <a:rPr lang="en-GB" noProof="0" dirty="0" err="1"/>
              <a:t>elitr</a:t>
            </a:r>
            <a:r>
              <a:rPr lang="en-GB" noProof="0" dirty="0"/>
              <a:t> </a:t>
            </a:r>
            <a:r>
              <a:rPr lang="en-GB" noProof="0" dirty="0" err="1"/>
              <a:t>sed</a:t>
            </a:r>
            <a:endParaRPr lang="en-US" dirty="0"/>
          </a:p>
        </p:txBody>
      </p:sp>
      <p:sp>
        <p:nvSpPr>
          <p:cNvPr id="2" name="Foliennummernplatzhalter 7">
            <a:extLst>
              <a:ext uri="{FF2B5EF4-FFF2-40B4-BE49-F238E27FC236}">
                <a16:creationId xmlns:a16="http://schemas.microsoft.com/office/drawing/2014/main" id="{3D8477F5-9C47-EA0F-B454-6ADA6CCC41E9}"/>
              </a:ext>
            </a:extLst>
          </p:cNvPr>
          <p:cNvSpPr>
            <a:spLocks noGrp="1"/>
          </p:cNvSpPr>
          <p:nvPr>
            <p:ph type="sldNum" sz="quarter" idx="4"/>
          </p:nvPr>
        </p:nvSpPr>
        <p:spPr>
          <a:prstGeom prst="rect">
            <a:avLst/>
          </a:prstGeom>
        </p:spPr>
        <p:txBody>
          <a:bodyPr lIns="0" tIns="0" rIns="0" bIns="0" anchor="b"/>
          <a:lstStyle>
            <a:lvl1pPr>
              <a:defRPr sz="800" b="1"/>
            </a:lvl1pPr>
          </a:lstStyle>
          <a:p>
            <a:fld id="{82EA1D04-CA53-4DE3-84A8-2B63E41036C9}" type="slidenum">
              <a:rPr lang="de-DE" smtClean="0"/>
              <a:pPr/>
              <a:t>55</a:t>
            </a:fld>
            <a:endParaRPr lang="de-DE"/>
          </a:p>
        </p:txBody>
      </p:sp>
      <p:sp>
        <p:nvSpPr>
          <p:cNvPr id="11" name="Inhaltsplatzhalter 10">
            <a:extLst>
              <a:ext uri="{FF2B5EF4-FFF2-40B4-BE49-F238E27FC236}">
                <a16:creationId xmlns:a16="http://schemas.microsoft.com/office/drawing/2014/main" id="{9EB39E41-247E-CDB2-C2D6-81610770C86E}"/>
              </a:ext>
            </a:extLst>
          </p:cNvPr>
          <p:cNvSpPr>
            <a:spLocks noGrp="1"/>
          </p:cNvSpPr>
          <p:nvPr>
            <p:ph sz="quarter" idx="10"/>
          </p:nvPr>
        </p:nvSpPr>
        <p:spPr/>
        <p:txBody>
          <a:bodyPr/>
          <a:lstStyle/>
          <a:p>
            <a:pPr marL="0" indent="0">
              <a:spcBef>
                <a:spcPts val="1200"/>
              </a:spcBef>
              <a:buFont typeface="Wingdings" panose="05000000000000000000" pitchFamily="2" charset="2"/>
              <a:buNone/>
            </a:pPr>
            <a:r>
              <a:rPr lang="en-GB" b="1" noProof="0" dirty="0">
                <a:latin typeface="Arial" charset="0"/>
              </a:rPr>
              <a:t>Lorem ipsum </a:t>
            </a:r>
            <a:r>
              <a:rPr lang="en-GB" b="1" noProof="0" dirty="0" err="1">
                <a:latin typeface="Arial" charset="0"/>
              </a:rPr>
              <a:t>dolor</a:t>
            </a:r>
            <a:endParaRPr lang="en-GB" b="1" noProof="0" dirty="0">
              <a:latin typeface="Arial" charset="0"/>
            </a:endParaRPr>
          </a:p>
          <a:p>
            <a:pPr>
              <a:spcBef>
                <a:spcPts val="1200"/>
              </a:spcBef>
            </a:pPr>
            <a:r>
              <a:rPr lang="en-GB" noProof="0" dirty="0"/>
              <a:t>Lumas </a:t>
            </a:r>
            <a:r>
              <a:rPr lang="en-GB" noProof="0" dirty="0" err="1"/>
              <a:t>sares</a:t>
            </a:r>
            <a:r>
              <a:rPr lang="en-GB" noProof="0" dirty="0"/>
              <a:t> </a:t>
            </a:r>
            <a:r>
              <a:rPr lang="en-GB" noProof="0" dirty="0" err="1"/>
              <a:t>umars</a:t>
            </a:r>
            <a:endParaRPr lang="en-GB" noProof="0" dirty="0"/>
          </a:p>
          <a:p>
            <a:pPr>
              <a:spcBef>
                <a:spcPts val="600"/>
              </a:spcBef>
            </a:pPr>
            <a:r>
              <a:rPr lang="en-GB" noProof="0" dirty="0" err="1"/>
              <a:t>Avenius</a:t>
            </a:r>
            <a:r>
              <a:rPr lang="en-GB" noProof="0" dirty="0"/>
              <a:t> </a:t>
            </a:r>
            <a:r>
              <a:rPr lang="en-GB" noProof="0" dirty="0" err="1"/>
              <a:t>lumars</a:t>
            </a:r>
            <a:r>
              <a:rPr lang="en-GB" noProof="0" dirty="0"/>
              <a:t> </a:t>
            </a:r>
            <a:r>
              <a:rPr lang="en-GB" noProof="0" dirty="0" err="1"/>
              <a:t>tusares</a:t>
            </a:r>
            <a:endParaRPr lang="en-GB" noProof="0" dirty="0"/>
          </a:p>
          <a:p>
            <a:pPr>
              <a:spcBef>
                <a:spcPts val="600"/>
              </a:spcBef>
            </a:pPr>
            <a:r>
              <a:rPr lang="en-GB" noProof="0" dirty="0" err="1"/>
              <a:t>Marens</a:t>
            </a:r>
            <a:r>
              <a:rPr lang="en-GB" noProof="0" dirty="0"/>
              <a:t> </a:t>
            </a:r>
            <a:r>
              <a:rPr lang="en-GB" noProof="0" dirty="0" err="1"/>
              <a:t>tus</a:t>
            </a:r>
            <a:r>
              <a:rPr lang="en-GB" noProof="0" dirty="0"/>
              <a:t> </a:t>
            </a:r>
            <a:r>
              <a:rPr lang="en-GB" noProof="0" dirty="0" err="1"/>
              <a:t>amoras</a:t>
            </a:r>
            <a:r>
              <a:rPr lang="en-GB" noProof="0" dirty="0"/>
              <a:t> </a:t>
            </a:r>
            <a:r>
              <a:rPr lang="en-GB" noProof="0" dirty="0" err="1"/>
              <a:t>limers</a:t>
            </a:r>
            <a:endParaRPr lang="en-GB" noProof="0" dirty="0"/>
          </a:p>
          <a:p>
            <a:pPr>
              <a:spcBef>
                <a:spcPts val="600"/>
              </a:spcBef>
            </a:pPr>
            <a:r>
              <a:rPr lang="en-GB" noProof="0" dirty="0" err="1"/>
              <a:t>Bolstas</a:t>
            </a:r>
            <a:r>
              <a:rPr lang="en-GB" noProof="0" dirty="0"/>
              <a:t> </a:t>
            </a:r>
            <a:r>
              <a:rPr lang="en-GB" noProof="0" dirty="0" err="1"/>
              <a:t>duses</a:t>
            </a:r>
            <a:r>
              <a:rPr lang="en-GB" noProof="0" dirty="0"/>
              <a:t> </a:t>
            </a:r>
            <a:r>
              <a:rPr lang="en-GB" noProof="0" dirty="0" err="1"/>
              <a:t>amores</a:t>
            </a:r>
            <a:endParaRPr lang="en-GB" noProof="0" dirty="0"/>
          </a:p>
          <a:p>
            <a:pPr>
              <a:spcBef>
                <a:spcPts val="600"/>
              </a:spcBef>
            </a:pPr>
            <a:r>
              <a:rPr lang="en-GB" noProof="0" dirty="0"/>
              <a:t>Lumas </a:t>
            </a:r>
            <a:r>
              <a:rPr lang="en-GB" noProof="0" dirty="0" err="1"/>
              <a:t>sares</a:t>
            </a:r>
            <a:r>
              <a:rPr lang="en-GB" noProof="0" dirty="0"/>
              <a:t> </a:t>
            </a:r>
            <a:r>
              <a:rPr lang="en-GB" noProof="0" dirty="0" err="1"/>
              <a:t>umars</a:t>
            </a:r>
            <a:endParaRPr lang="en-GB" noProof="0" dirty="0"/>
          </a:p>
          <a:p>
            <a:pPr>
              <a:spcBef>
                <a:spcPts val="600"/>
              </a:spcBef>
            </a:pPr>
            <a:r>
              <a:rPr lang="en-GB" noProof="0" dirty="0" err="1"/>
              <a:t>Avenius</a:t>
            </a:r>
            <a:r>
              <a:rPr lang="en-GB" noProof="0" dirty="0"/>
              <a:t> </a:t>
            </a:r>
            <a:r>
              <a:rPr lang="en-GB" noProof="0" dirty="0" err="1"/>
              <a:t>lumars</a:t>
            </a:r>
            <a:r>
              <a:rPr lang="en-GB" noProof="0" dirty="0"/>
              <a:t> </a:t>
            </a:r>
            <a:r>
              <a:rPr lang="en-GB" noProof="0" dirty="0" err="1"/>
              <a:t>tusares</a:t>
            </a:r>
            <a:endParaRPr lang="en-GB" noProof="0" dirty="0"/>
          </a:p>
          <a:p>
            <a:pPr marL="0" indent="0">
              <a:buNone/>
            </a:pPr>
            <a:endParaRPr lang="en-US" dirty="0"/>
          </a:p>
        </p:txBody>
      </p:sp>
    </p:spTree>
    <p:extLst>
      <p:ext uri="{BB962C8B-B14F-4D97-AF65-F5344CB8AC3E}">
        <p14:creationId xmlns:p14="http://schemas.microsoft.com/office/powerpoint/2010/main" val="3642250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E1BA55-7C6D-A363-564B-AB3268ED4595}"/>
            </a:ext>
          </a:extLst>
        </p:cNvPr>
        <p:cNvGrpSpPr/>
        <p:nvPr/>
      </p:nvGrpSpPr>
      <p:grpSpPr>
        <a:xfrm>
          <a:off x="0" y="0"/>
          <a:ext cx="0" cy="0"/>
          <a:chOff x="0" y="0"/>
          <a:chExt cx="0" cy="0"/>
        </a:xfrm>
      </p:grpSpPr>
      <p:sp>
        <p:nvSpPr>
          <p:cNvPr id="9" name="Rechteck 8">
            <a:extLst>
              <a:ext uri="{FF2B5EF4-FFF2-40B4-BE49-F238E27FC236}">
                <a16:creationId xmlns:a16="http://schemas.microsoft.com/office/drawing/2014/main" id="{16B82D1F-00EF-2B64-EF73-A81BEC9D6E07}"/>
              </a:ext>
            </a:extLst>
          </p:cNvPr>
          <p:cNvSpPr/>
          <p:nvPr/>
        </p:nvSpPr>
        <p:spPr>
          <a:xfrm>
            <a:off x="8843293" y="2025929"/>
            <a:ext cx="2832770" cy="18864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5" name="Textfeld 14">
            <a:extLst>
              <a:ext uri="{FF2B5EF4-FFF2-40B4-BE49-F238E27FC236}">
                <a16:creationId xmlns:a16="http://schemas.microsoft.com/office/drawing/2014/main" id="{F18EB4BE-65D0-93DA-2CD9-B6C2BAA5F27E}"/>
              </a:ext>
            </a:extLst>
          </p:cNvPr>
          <p:cNvSpPr txBox="1"/>
          <p:nvPr/>
        </p:nvSpPr>
        <p:spPr>
          <a:xfrm>
            <a:off x="8844080" y="2025929"/>
            <a:ext cx="2829482" cy="832454"/>
          </a:xfrm>
          <a:prstGeom prst="rect">
            <a:avLst/>
          </a:prstGeom>
          <a:noFill/>
        </p:spPr>
        <p:txBody>
          <a:bodyPr wrap="square" lIns="144000" tIns="72000" rIns="144000" bIns="72000" rtlCol="0">
            <a:spAutoFit/>
          </a:bodyPr>
          <a:lstStyle/>
          <a:p>
            <a:pPr>
              <a:lnSpc>
                <a:spcPct val="110000"/>
              </a:lnSpc>
            </a:pPr>
            <a:r>
              <a:rPr lang="en-GB" sz="4400" b="1" kern="0" noProof="0" dirty="0">
                <a:solidFill>
                  <a:schemeClr val="accent1"/>
                </a:solidFill>
                <a:sym typeface="Arial"/>
              </a:rPr>
              <a:t>23%</a:t>
            </a:r>
          </a:p>
        </p:txBody>
      </p:sp>
      <p:sp>
        <p:nvSpPr>
          <p:cNvPr id="19" name="Textplatzhalter 31">
            <a:extLst>
              <a:ext uri="{FF2B5EF4-FFF2-40B4-BE49-F238E27FC236}">
                <a16:creationId xmlns:a16="http://schemas.microsoft.com/office/drawing/2014/main" id="{116E70CD-8970-31D2-8D47-678130173408}"/>
              </a:ext>
            </a:extLst>
          </p:cNvPr>
          <p:cNvSpPr txBox="1">
            <a:spLocks/>
          </p:cNvSpPr>
          <p:nvPr/>
        </p:nvSpPr>
        <p:spPr>
          <a:xfrm>
            <a:off x="8844080" y="2830018"/>
            <a:ext cx="2829482" cy="108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44000" tIns="144000" rIns="144000" bIns="144000" numCol="1" anchor="t" anchorCtr="0" compatLnSpc="1">
            <a:prstTxWarp prst="textNoShape">
              <a:avLst/>
            </a:prstTxWarp>
            <a:spAutoFit/>
          </a:bodyPr>
          <a:lstStyle>
            <a:lvl1pPr marL="342900" indent="-342900" algn="l" defTabSz="914400" rtl="0" eaLnBrk="1" latinLnBrk="0" hangingPunct="1">
              <a:lnSpc>
                <a:spcPct val="95000"/>
              </a:lnSpc>
              <a:spcBef>
                <a:spcPts val="0"/>
              </a:spcBef>
              <a:spcAft>
                <a:spcPct val="50000"/>
              </a:spcAft>
              <a:buClr>
                <a:schemeClr val="accent1"/>
              </a:buClr>
              <a:buFont typeface="Wingdings"/>
              <a:buChar char="n"/>
              <a:defRPr lang="de-DE" sz="2000" b="0" i="0" kern="1200" dirty="0" smtClean="0">
                <a:solidFill>
                  <a:schemeClr val="tx1"/>
                </a:solidFill>
                <a:latin typeface="Arial"/>
                <a:ea typeface="+mn-ea"/>
                <a:cs typeface="+mn-cs"/>
              </a:defRPr>
            </a:lvl1pPr>
            <a:lvl2pPr marL="742950" indent="-285750" algn="l" defTabSz="914400" rtl="0" eaLnBrk="1" latinLnBrk="0" hangingPunct="1">
              <a:lnSpc>
                <a:spcPct val="95000"/>
              </a:lnSpc>
              <a:spcBef>
                <a:spcPts val="0"/>
              </a:spcBef>
              <a:spcAft>
                <a:spcPct val="50000"/>
              </a:spcAft>
              <a:buClr>
                <a:schemeClr val="accent1"/>
              </a:buClr>
              <a:buFont typeface="Wingdings"/>
              <a:buChar char="n"/>
              <a:defRPr lang="de-DE" sz="2000" b="0" i="0" kern="1200" dirty="0" smtClean="0">
                <a:solidFill>
                  <a:schemeClr val="tx1"/>
                </a:solidFill>
                <a:latin typeface="Arial"/>
                <a:ea typeface="+mn-ea"/>
                <a:cs typeface="+mn-cs"/>
              </a:defRPr>
            </a:lvl2pPr>
            <a:lvl3pPr marL="1143000" indent="-228600" algn="l" defTabSz="914400" rtl="0" eaLnBrk="1" latinLnBrk="0" hangingPunct="1">
              <a:lnSpc>
                <a:spcPct val="95000"/>
              </a:lnSpc>
              <a:spcBef>
                <a:spcPts val="0"/>
              </a:spcBef>
              <a:spcAft>
                <a:spcPct val="50000"/>
              </a:spcAft>
              <a:buClr>
                <a:schemeClr val="tx1"/>
              </a:buClr>
              <a:buFontTx/>
              <a:buChar char="–"/>
              <a:defRPr lang="de-DE" sz="2000" b="0" i="0" kern="1200" dirty="0" smtClean="0">
                <a:solidFill>
                  <a:schemeClr val="tx1"/>
                </a:solidFill>
                <a:latin typeface="Arial"/>
                <a:ea typeface="+mn-ea"/>
                <a:cs typeface="+mn-cs"/>
              </a:defRPr>
            </a:lvl3pPr>
            <a:lvl4pPr marL="1600200" indent="-228600" algn="l" defTabSz="914400" rtl="0" eaLnBrk="1" latinLnBrk="0" hangingPunct="1">
              <a:lnSpc>
                <a:spcPct val="95000"/>
              </a:lnSpc>
              <a:spcBef>
                <a:spcPts val="0"/>
              </a:spcBef>
              <a:spcAft>
                <a:spcPct val="50000"/>
              </a:spcAft>
              <a:buClr>
                <a:schemeClr val="tx1"/>
              </a:buClr>
              <a:buFontTx/>
              <a:buChar char="–"/>
              <a:defRPr lang="de-DE" sz="2000" b="0" i="0" kern="1200" dirty="0" smtClean="0">
                <a:solidFill>
                  <a:schemeClr val="tx1"/>
                </a:solidFill>
                <a:latin typeface="Arial"/>
                <a:ea typeface="+mn-ea"/>
                <a:cs typeface="+mn-cs"/>
              </a:defRPr>
            </a:lvl4pPr>
            <a:lvl5pPr marL="2057400" indent="-228600" algn="l" defTabSz="914400" rtl="0" eaLnBrk="1" latinLnBrk="0" hangingPunct="1">
              <a:lnSpc>
                <a:spcPct val="95000"/>
              </a:lnSpc>
              <a:spcBef>
                <a:spcPts val="0"/>
              </a:spcBef>
              <a:spcAft>
                <a:spcPct val="50000"/>
              </a:spcAft>
              <a:buClr>
                <a:schemeClr val="tx1"/>
              </a:buClr>
              <a:buFontTx/>
              <a:buChar char="–"/>
              <a:defRPr lang="de-DE" sz="2000" b="0" i="0" kern="1200" dirty="0">
                <a:solidFill>
                  <a:schemeClr val="tx1"/>
                </a:solidFill>
                <a:latin typeface="Arial"/>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10000"/>
              </a:lnSpc>
              <a:spcAft>
                <a:spcPts val="0"/>
              </a:spcAft>
              <a:buNone/>
            </a:pPr>
            <a:r>
              <a:rPr lang="en-GB" sz="1600" noProof="0" dirty="0"/>
              <a:t>Lorem Ipsum </a:t>
            </a:r>
            <a:r>
              <a:rPr lang="en-GB" sz="1600" noProof="0" dirty="0" err="1"/>
              <a:t>dolor</a:t>
            </a:r>
            <a:r>
              <a:rPr lang="en-GB" sz="1600" noProof="0" dirty="0"/>
              <a:t> sit  </a:t>
            </a:r>
            <a:r>
              <a:rPr lang="en-GB" sz="1600" noProof="0" dirty="0" err="1"/>
              <a:t>amet</a:t>
            </a:r>
            <a:r>
              <a:rPr lang="en-GB" sz="1600" noProof="0" dirty="0"/>
              <a:t> </a:t>
            </a:r>
            <a:r>
              <a:rPr lang="en-GB" sz="1600" noProof="0" dirty="0" err="1"/>
              <a:t>avensisjusto</a:t>
            </a:r>
            <a:r>
              <a:rPr lang="en-GB" sz="1600" noProof="0" dirty="0"/>
              <a:t> duo </a:t>
            </a:r>
            <a:r>
              <a:rPr lang="en-GB" sz="1600" noProof="0" dirty="0" err="1"/>
              <a:t>dolores</a:t>
            </a:r>
            <a:r>
              <a:rPr lang="en-GB" sz="1600" noProof="0" dirty="0"/>
              <a:t> </a:t>
            </a:r>
            <a:r>
              <a:rPr lang="en-GB" sz="1600" noProof="0" dirty="0" err="1"/>
              <a:t>demped</a:t>
            </a:r>
            <a:r>
              <a:rPr lang="en-GB" sz="1600" noProof="0" dirty="0"/>
              <a:t> mas.</a:t>
            </a:r>
          </a:p>
        </p:txBody>
      </p:sp>
      <p:cxnSp>
        <p:nvCxnSpPr>
          <p:cNvPr id="20" name="Gerader Verbinder 19">
            <a:extLst>
              <a:ext uri="{FF2B5EF4-FFF2-40B4-BE49-F238E27FC236}">
                <a16:creationId xmlns:a16="http://schemas.microsoft.com/office/drawing/2014/main" id="{8A8C4651-5725-C77F-335F-45EA8AA34838}"/>
              </a:ext>
            </a:extLst>
          </p:cNvPr>
          <p:cNvCxnSpPr>
            <a:cxnSpLocks/>
          </p:cNvCxnSpPr>
          <p:nvPr/>
        </p:nvCxnSpPr>
        <p:spPr>
          <a:xfrm>
            <a:off x="8984724" y="2845008"/>
            <a:ext cx="540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7" name="Rechteck 46">
            <a:extLst>
              <a:ext uri="{FF2B5EF4-FFF2-40B4-BE49-F238E27FC236}">
                <a16:creationId xmlns:a16="http://schemas.microsoft.com/office/drawing/2014/main" id="{FDCCF5D2-6CF4-FE6C-97DE-8899F084BCCF}"/>
              </a:ext>
            </a:extLst>
          </p:cNvPr>
          <p:cNvSpPr/>
          <p:nvPr/>
        </p:nvSpPr>
        <p:spPr>
          <a:xfrm>
            <a:off x="8843293" y="4314373"/>
            <a:ext cx="2843212" cy="18864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8" name="Textfeld 47">
            <a:extLst>
              <a:ext uri="{FF2B5EF4-FFF2-40B4-BE49-F238E27FC236}">
                <a16:creationId xmlns:a16="http://schemas.microsoft.com/office/drawing/2014/main" id="{143B61CF-B151-E26D-B2DC-5FCE687B96B9}"/>
              </a:ext>
            </a:extLst>
          </p:cNvPr>
          <p:cNvSpPr txBox="1"/>
          <p:nvPr/>
        </p:nvSpPr>
        <p:spPr>
          <a:xfrm>
            <a:off x="8844080" y="4314373"/>
            <a:ext cx="2829482" cy="832454"/>
          </a:xfrm>
          <a:prstGeom prst="rect">
            <a:avLst/>
          </a:prstGeom>
          <a:noFill/>
        </p:spPr>
        <p:txBody>
          <a:bodyPr wrap="square" lIns="144000" tIns="72000" rIns="144000" bIns="72000" rtlCol="0">
            <a:spAutoFit/>
          </a:bodyPr>
          <a:lstStyle/>
          <a:p>
            <a:pPr>
              <a:lnSpc>
                <a:spcPct val="110000"/>
              </a:lnSpc>
            </a:pPr>
            <a:r>
              <a:rPr lang="en-GB" sz="4400" b="1" kern="0" noProof="0" dirty="0">
                <a:solidFill>
                  <a:schemeClr val="accent1"/>
                </a:solidFill>
                <a:sym typeface="Arial"/>
              </a:rPr>
              <a:t>50%</a:t>
            </a:r>
          </a:p>
        </p:txBody>
      </p:sp>
      <p:sp>
        <p:nvSpPr>
          <p:cNvPr id="49" name="Textplatzhalter 31">
            <a:extLst>
              <a:ext uri="{FF2B5EF4-FFF2-40B4-BE49-F238E27FC236}">
                <a16:creationId xmlns:a16="http://schemas.microsoft.com/office/drawing/2014/main" id="{5E8A22EB-929E-9DE8-00DB-F9761F9FDDA0}"/>
              </a:ext>
            </a:extLst>
          </p:cNvPr>
          <p:cNvSpPr txBox="1">
            <a:spLocks/>
          </p:cNvSpPr>
          <p:nvPr/>
        </p:nvSpPr>
        <p:spPr>
          <a:xfrm>
            <a:off x="8844080" y="5118462"/>
            <a:ext cx="2829482" cy="108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44000" tIns="144000" rIns="144000" bIns="144000" numCol="1" anchor="t" anchorCtr="0" compatLnSpc="1">
            <a:prstTxWarp prst="textNoShape">
              <a:avLst/>
            </a:prstTxWarp>
            <a:spAutoFit/>
          </a:bodyPr>
          <a:lstStyle>
            <a:lvl1pPr marL="342900" indent="-342900" algn="l" defTabSz="914400" rtl="0" eaLnBrk="1" latinLnBrk="0" hangingPunct="1">
              <a:lnSpc>
                <a:spcPct val="95000"/>
              </a:lnSpc>
              <a:spcBef>
                <a:spcPts val="0"/>
              </a:spcBef>
              <a:spcAft>
                <a:spcPct val="50000"/>
              </a:spcAft>
              <a:buClr>
                <a:schemeClr val="accent1"/>
              </a:buClr>
              <a:buFont typeface="Wingdings"/>
              <a:buChar char="n"/>
              <a:defRPr lang="de-DE" sz="2000" b="0" i="0" kern="1200" dirty="0" smtClean="0">
                <a:solidFill>
                  <a:schemeClr val="tx1"/>
                </a:solidFill>
                <a:latin typeface="Arial"/>
                <a:ea typeface="+mn-ea"/>
                <a:cs typeface="+mn-cs"/>
              </a:defRPr>
            </a:lvl1pPr>
            <a:lvl2pPr marL="742950" indent="-285750" algn="l" defTabSz="914400" rtl="0" eaLnBrk="1" latinLnBrk="0" hangingPunct="1">
              <a:lnSpc>
                <a:spcPct val="95000"/>
              </a:lnSpc>
              <a:spcBef>
                <a:spcPts val="0"/>
              </a:spcBef>
              <a:spcAft>
                <a:spcPct val="50000"/>
              </a:spcAft>
              <a:buClr>
                <a:schemeClr val="accent1"/>
              </a:buClr>
              <a:buFont typeface="Wingdings"/>
              <a:buChar char="n"/>
              <a:defRPr lang="de-DE" sz="2000" b="0" i="0" kern="1200" dirty="0" smtClean="0">
                <a:solidFill>
                  <a:schemeClr val="tx1"/>
                </a:solidFill>
                <a:latin typeface="Arial"/>
                <a:ea typeface="+mn-ea"/>
                <a:cs typeface="+mn-cs"/>
              </a:defRPr>
            </a:lvl2pPr>
            <a:lvl3pPr marL="1143000" indent="-228600" algn="l" defTabSz="914400" rtl="0" eaLnBrk="1" latinLnBrk="0" hangingPunct="1">
              <a:lnSpc>
                <a:spcPct val="95000"/>
              </a:lnSpc>
              <a:spcBef>
                <a:spcPts val="0"/>
              </a:spcBef>
              <a:spcAft>
                <a:spcPct val="50000"/>
              </a:spcAft>
              <a:buClr>
                <a:schemeClr val="tx1"/>
              </a:buClr>
              <a:buFontTx/>
              <a:buChar char="–"/>
              <a:defRPr lang="de-DE" sz="2000" b="0" i="0" kern="1200" dirty="0" smtClean="0">
                <a:solidFill>
                  <a:schemeClr val="tx1"/>
                </a:solidFill>
                <a:latin typeface="Arial"/>
                <a:ea typeface="+mn-ea"/>
                <a:cs typeface="+mn-cs"/>
              </a:defRPr>
            </a:lvl3pPr>
            <a:lvl4pPr marL="1600200" indent="-228600" algn="l" defTabSz="914400" rtl="0" eaLnBrk="1" latinLnBrk="0" hangingPunct="1">
              <a:lnSpc>
                <a:spcPct val="95000"/>
              </a:lnSpc>
              <a:spcBef>
                <a:spcPts val="0"/>
              </a:spcBef>
              <a:spcAft>
                <a:spcPct val="50000"/>
              </a:spcAft>
              <a:buClr>
                <a:schemeClr val="tx1"/>
              </a:buClr>
              <a:buFontTx/>
              <a:buChar char="–"/>
              <a:defRPr lang="de-DE" sz="2000" b="0" i="0" kern="1200" dirty="0" smtClean="0">
                <a:solidFill>
                  <a:schemeClr val="tx1"/>
                </a:solidFill>
                <a:latin typeface="Arial"/>
                <a:ea typeface="+mn-ea"/>
                <a:cs typeface="+mn-cs"/>
              </a:defRPr>
            </a:lvl4pPr>
            <a:lvl5pPr marL="2057400" indent="-228600" algn="l" defTabSz="914400" rtl="0" eaLnBrk="1" latinLnBrk="0" hangingPunct="1">
              <a:lnSpc>
                <a:spcPct val="95000"/>
              </a:lnSpc>
              <a:spcBef>
                <a:spcPts val="0"/>
              </a:spcBef>
              <a:spcAft>
                <a:spcPct val="50000"/>
              </a:spcAft>
              <a:buClr>
                <a:schemeClr val="tx1"/>
              </a:buClr>
              <a:buFontTx/>
              <a:buChar char="–"/>
              <a:defRPr lang="de-DE" sz="2000" b="0" i="0" kern="1200" dirty="0">
                <a:solidFill>
                  <a:schemeClr val="tx1"/>
                </a:solidFill>
                <a:latin typeface="Arial"/>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10000"/>
              </a:lnSpc>
              <a:spcAft>
                <a:spcPts val="0"/>
              </a:spcAft>
              <a:buNone/>
            </a:pPr>
            <a:r>
              <a:rPr lang="en-GB" sz="1600" noProof="0" dirty="0"/>
              <a:t>Lorem Ipsum </a:t>
            </a:r>
            <a:r>
              <a:rPr lang="en-GB" sz="1600" noProof="0" dirty="0" err="1"/>
              <a:t>dolor</a:t>
            </a:r>
            <a:r>
              <a:rPr lang="en-GB" sz="1600" noProof="0" dirty="0"/>
              <a:t> sit  </a:t>
            </a:r>
            <a:r>
              <a:rPr lang="en-GB" sz="1600" noProof="0" dirty="0" err="1"/>
              <a:t>amet</a:t>
            </a:r>
            <a:r>
              <a:rPr lang="en-GB" sz="1600" noProof="0" dirty="0"/>
              <a:t> </a:t>
            </a:r>
            <a:r>
              <a:rPr lang="en-GB" sz="1600" noProof="0" dirty="0" err="1"/>
              <a:t>avensisjusto</a:t>
            </a:r>
            <a:r>
              <a:rPr lang="en-GB" sz="1600" noProof="0" dirty="0"/>
              <a:t> duo </a:t>
            </a:r>
            <a:r>
              <a:rPr lang="en-GB" sz="1600" noProof="0" dirty="0" err="1"/>
              <a:t>dolores</a:t>
            </a:r>
            <a:r>
              <a:rPr lang="en-GB" sz="1600" noProof="0" dirty="0"/>
              <a:t> </a:t>
            </a:r>
            <a:r>
              <a:rPr lang="en-GB" sz="1600" noProof="0" dirty="0" err="1"/>
              <a:t>demped</a:t>
            </a:r>
            <a:r>
              <a:rPr lang="en-GB" sz="1600" noProof="0" dirty="0"/>
              <a:t> mas.</a:t>
            </a:r>
          </a:p>
        </p:txBody>
      </p:sp>
      <p:cxnSp>
        <p:nvCxnSpPr>
          <p:cNvPr id="50" name="Gerader Verbinder 49">
            <a:extLst>
              <a:ext uri="{FF2B5EF4-FFF2-40B4-BE49-F238E27FC236}">
                <a16:creationId xmlns:a16="http://schemas.microsoft.com/office/drawing/2014/main" id="{43C704AC-91BB-8C8C-1DE3-DC45A5447E90}"/>
              </a:ext>
            </a:extLst>
          </p:cNvPr>
          <p:cNvCxnSpPr>
            <a:cxnSpLocks/>
          </p:cNvCxnSpPr>
          <p:nvPr/>
        </p:nvCxnSpPr>
        <p:spPr>
          <a:xfrm>
            <a:off x="8984724" y="5133452"/>
            <a:ext cx="540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2" name="Grafik 1" descr="Ein Bild, das drinnen, Wand, Person enthält.&#10;&#10;Mit sehr hoher Zuverlässigkeit generierte Beschreibung">
            <a:extLst>
              <a:ext uri="{FF2B5EF4-FFF2-40B4-BE49-F238E27FC236}">
                <a16:creationId xmlns:a16="http://schemas.microsoft.com/office/drawing/2014/main" id="{7D2DDCA8-4C70-A4CF-E199-0DE789BF096D}"/>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12670" t="2122" r="12686" b="2107"/>
          <a:stretch/>
        </p:blipFill>
        <p:spPr>
          <a:xfrm>
            <a:off x="6184900" y="2025927"/>
            <a:ext cx="2659180" cy="1886401"/>
          </a:xfrm>
          <a:prstGeom prst="rect">
            <a:avLst/>
          </a:prstGeom>
        </p:spPr>
      </p:pic>
      <p:pic>
        <p:nvPicPr>
          <p:cNvPr id="8" name="Grafik 7" descr="Ein Bild, das drinnen, Person, Tisch, Mann enthält.&#10;&#10;Mit sehr hoher Zuverlässigkeit generierte Beschreibung">
            <a:extLst>
              <a:ext uri="{FF2B5EF4-FFF2-40B4-BE49-F238E27FC236}">
                <a16:creationId xmlns:a16="http://schemas.microsoft.com/office/drawing/2014/main" id="{51142024-5C5B-BCB1-33A7-99CEA0EF788E}"/>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5375" t="1682" r="4930" b="1682"/>
          <a:stretch/>
        </p:blipFill>
        <p:spPr>
          <a:xfrm>
            <a:off x="6192956" y="4314373"/>
            <a:ext cx="2651124" cy="1886401"/>
          </a:xfrm>
          <a:prstGeom prst="rect">
            <a:avLst/>
          </a:prstGeom>
        </p:spPr>
      </p:pic>
      <p:sp>
        <p:nvSpPr>
          <p:cNvPr id="5" name="Rechteck 4">
            <a:extLst>
              <a:ext uri="{FF2B5EF4-FFF2-40B4-BE49-F238E27FC236}">
                <a16:creationId xmlns:a16="http://schemas.microsoft.com/office/drawing/2014/main" id="{CE601D8A-C41B-B2E4-641A-D6B92C1398A9}"/>
              </a:ext>
            </a:extLst>
          </p:cNvPr>
          <p:cNvSpPr/>
          <p:nvPr/>
        </p:nvSpPr>
        <p:spPr>
          <a:xfrm>
            <a:off x="3165475" y="2025929"/>
            <a:ext cx="2840038" cy="18864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7" name="Textfeld 16">
            <a:extLst>
              <a:ext uri="{FF2B5EF4-FFF2-40B4-BE49-F238E27FC236}">
                <a16:creationId xmlns:a16="http://schemas.microsoft.com/office/drawing/2014/main" id="{1065DA40-15C3-F623-E8B8-D27D2A7A3DC5}"/>
              </a:ext>
            </a:extLst>
          </p:cNvPr>
          <p:cNvSpPr txBox="1"/>
          <p:nvPr/>
        </p:nvSpPr>
        <p:spPr>
          <a:xfrm>
            <a:off x="3165475" y="2025929"/>
            <a:ext cx="2838450" cy="832454"/>
          </a:xfrm>
          <a:prstGeom prst="rect">
            <a:avLst/>
          </a:prstGeom>
          <a:noFill/>
        </p:spPr>
        <p:txBody>
          <a:bodyPr wrap="square" lIns="144000" tIns="72000" rIns="144000" bIns="72000" rtlCol="0">
            <a:spAutoFit/>
          </a:bodyPr>
          <a:lstStyle/>
          <a:p>
            <a:pPr>
              <a:lnSpc>
                <a:spcPct val="110000"/>
              </a:lnSpc>
            </a:pPr>
            <a:r>
              <a:rPr lang="en-GB" sz="4400" b="1" kern="0" noProof="0" dirty="0">
                <a:solidFill>
                  <a:schemeClr val="accent1"/>
                </a:solidFill>
                <a:sym typeface="Arial"/>
              </a:rPr>
              <a:t>82%</a:t>
            </a:r>
          </a:p>
        </p:txBody>
      </p:sp>
      <p:sp>
        <p:nvSpPr>
          <p:cNvPr id="11" name="Textplatzhalter 31">
            <a:extLst>
              <a:ext uri="{FF2B5EF4-FFF2-40B4-BE49-F238E27FC236}">
                <a16:creationId xmlns:a16="http://schemas.microsoft.com/office/drawing/2014/main" id="{828C5874-A473-38A5-1F47-C09FFEE9F471}"/>
              </a:ext>
            </a:extLst>
          </p:cNvPr>
          <p:cNvSpPr txBox="1">
            <a:spLocks/>
          </p:cNvSpPr>
          <p:nvPr/>
        </p:nvSpPr>
        <p:spPr>
          <a:xfrm>
            <a:off x="3165475" y="2830018"/>
            <a:ext cx="2838450" cy="108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44000" tIns="144000" rIns="144000" bIns="144000" numCol="1" anchor="t" anchorCtr="0" compatLnSpc="1">
            <a:prstTxWarp prst="textNoShape">
              <a:avLst/>
            </a:prstTxWarp>
            <a:spAutoFit/>
          </a:bodyPr>
          <a:lstStyle>
            <a:lvl1pPr marL="342900" indent="-342900" algn="l" defTabSz="914400" rtl="0" eaLnBrk="1" latinLnBrk="0" hangingPunct="1">
              <a:lnSpc>
                <a:spcPct val="95000"/>
              </a:lnSpc>
              <a:spcBef>
                <a:spcPts val="0"/>
              </a:spcBef>
              <a:spcAft>
                <a:spcPct val="50000"/>
              </a:spcAft>
              <a:buClr>
                <a:schemeClr val="accent1"/>
              </a:buClr>
              <a:buFont typeface="Wingdings"/>
              <a:buChar char="n"/>
              <a:defRPr lang="de-DE" sz="2000" b="0" i="0" kern="1200" dirty="0" smtClean="0">
                <a:solidFill>
                  <a:schemeClr val="tx1"/>
                </a:solidFill>
                <a:latin typeface="Arial"/>
                <a:ea typeface="+mn-ea"/>
                <a:cs typeface="+mn-cs"/>
              </a:defRPr>
            </a:lvl1pPr>
            <a:lvl2pPr marL="742950" indent="-285750" algn="l" defTabSz="914400" rtl="0" eaLnBrk="1" latinLnBrk="0" hangingPunct="1">
              <a:lnSpc>
                <a:spcPct val="95000"/>
              </a:lnSpc>
              <a:spcBef>
                <a:spcPts val="0"/>
              </a:spcBef>
              <a:spcAft>
                <a:spcPct val="50000"/>
              </a:spcAft>
              <a:buClr>
                <a:schemeClr val="accent1"/>
              </a:buClr>
              <a:buFont typeface="Wingdings"/>
              <a:buChar char="n"/>
              <a:defRPr lang="de-DE" sz="2000" b="0" i="0" kern="1200" dirty="0" smtClean="0">
                <a:solidFill>
                  <a:schemeClr val="tx1"/>
                </a:solidFill>
                <a:latin typeface="Arial"/>
                <a:ea typeface="+mn-ea"/>
                <a:cs typeface="+mn-cs"/>
              </a:defRPr>
            </a:lvl2pPr>
            <a:lvl3pPr marL="1143000" indent="-228600" algn="l" defTabSz="914400" rtl="0" eaLnBrk="1" latinLnBrk="0" hangingPunct="1">
              <a:lnSpc>
                <a:spcPct val="95000"/>
              </a:lnSpc>
              <a:spcBef>
                <a:spcPts val="0"/>
              </a:spcBef>
              <a:spcAft>
                <a:spcPct val="50000"/>
              </a:spcAft>
              <a:buClr>
                <a:schemeClr val="tx1"/>
              </a:buClr>
              <a:buFontTx/>
              <a:buChar char="–"/>
              <a:defRPr lang="de-DE" sz="2000" b="0" i="0" kern="1200" dirty="0" smtClean="0">
                <a:solidFill>
                  <a:schemeClr val="tx1"/>
                </a:solidFill>
                <a:latin typeface="Arial"/>
                <a:ea typeface="+mn-ea"/>
                <a:cs typeface="+mn-cs"/>
              </a:defRPr>
            </a:lvl3pPr>
            <a:lvl4pPr marL="1600200" indent="-228600" algn="l" defTabSz="914400" rtl="0" eaLnBrk="1" latinLnBrk="0" hangingPunct="1">
              <a:lnSpc>
                <a:spcPct val="95000"/>
              </a:lnSpc>
              <a:spcBef>
                <a:spcPts val="0"/>
              </a:spcBef>
              <a:spcAft>
                <a:spcPct val="50000"/>
              </a:spcAft>
              <a:buClr>
                <a:schemeClr val="tx1"/>
              </a:buClr>
              <a:buFontTx/>
              <a:buChar char="–"/>
              <a:defRPr lang="de-DE" sz="2000" b="0" i="0" kern="1200" dirty="0" smtClean="0">
                <a:solidFill>
                  <a:schemeClr val="tx1"/>
                </a:solidFill>
                <a:latin typeface="Arial"/>
                <a:ea typeface="+mn-ea"/>
                <a:cs typeface="+mn-cs"/>
              </a:defRPr>
            </a:lvl4pPr>
            <a:lvl5pPr marL="2057400" indent="-228600" algn="l" defTabSz="914400" rtl="0" eaLnBrk="1" latinLnBrk="0" hangingPunct="1">
              <a:lnSpc>
                <a:spcPct val="95000"/>
              </a:lnSpc>
              <a:spcBef>
                <a:spcPts val="0"/>
              </a:spcBef>
              <a:spcAft>
                <a:spcPct val="50000"/>
              </a:spcAft>
              <a:buClr>
                <a:schemeClr val="tx1"/>
              </a:buClr>
              <a:buFontTx/>
              <a:buChar char="–"/>
              <a:defRPr lang="de-DE" sz="2000" b="0" i="0" kern="1200" dirty="0">
                <a:solidFill>
                  <a:schemeClr val="tx1"/>
                </a:solidFill>
                <a:latin typeface="Arial"/>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10000"/>
              </a:lnSpc>
              <a:spcAft>
                <a:spcPts val="0"/>
              </a:spcAft>
              <a:buNone/>
            </a:pPr>
            <a:r>
              <a:rPr lang="en-GB" sz="1600" noProof="0" dirty="0"/>
              <a:t>Lorem Ipsum </a:t>
            </a:r>
            <a:r>
              <a:rPr lang="en-GB" sz="1600" noProof="0" dirty="0" err="1"/>
              <a:t>dolor</a:t>
            </a:r>
            <a:r>
              <a:rPr lang="en-GB" sz="1600" noProof="0" dirty="0"/>
              <a:t> sit  </a:t>
            </a:r>
            <a:r>
              <a:rPr lang="en-GB" sz="1600" noProof="0" dirty="0" err="1"/>
              <a:t>amet</a:t>
            </a:r>
            <a:r>
              <a:rPr lang="en-GB" sz="1600" noProof="0" dirty="0"/>
              <a:t> </a:t>
            </a:r>
            <a:r>
              <a:rPr lang="en-GB" sz="1600" noProof="0" dirty="0" err="1"/>
              <a:t>avensisjusto</a:t>
            </a:r>
            <a:r>
              <a:rPr lang="en-GB" sz="1600" noProof="0" dirty="0"/>
              <a:t> duo </a:t>
            </a:r>
            <a:r>
              <a:rPr lang="en-GB" sz="1600" noProof="0" dirty="0" err="1"/>
              <a:t>dolores</a:t>
            </a:r>
            <a:r>
              <a:rPr lang="en-GB" sz="1600" noProof="0" dirty="0"/>
              <a:t> </a:t>
            </a:r>
            <a:r>
              <a:rPr lang="en-GB" sz="1600" noProof="0" dirty="0" err="1"/>
              <a:t>demped</a:t>
            </a:r>
            <a:r>
              <a:rPr lang="en-GB" sz="1600" noProof="0" dirty="0"/>
              <a:t> mas.</a:t>
            </a:r>
          </a:p>
        </p:txBody>
      </p:sp>
      <p:cxnSp>
        <p:nvCxnSpPr>
          <p:cNvPr id="13" name="Gerader Verbinder 12">
            <a:extLst>
              <a:ext uri="{FF2B5EF4-FFF2-40B4-BE49-F238E27FC236}">
                <a16:creationId xmlns:a16="http://schemas.microsoft.com/office/drawing/2014/main" id="{51584274-781A-43EC-0086-F51BAD774FDA}"/>
              </a:ext>
            </a:extLst>
          </p:cNvPr>
          <p:cNvCxnSpPr>
            <a:cxnSpLocks/>
          </p:cNvCxnSpPr>
          <p:nvPr/>
        </p:nvCxnSpPr>
        <p:spPr>
          <a:xfrm>
            <a:off x="3298411" y="2845008"/>
            <a:ext cx="540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2" name="Rechteck 21">
            <a:extLst>
              <a:ext uri="{FF2B5EF4-FFF2-40B4-BE49-F238E27FC236}">
                <a16:creationId xmlns:a16="http://schemas.microsoft.com/office/drawing/2014/main" id="{54D1CB22-3AAF-990F-1C31-1F57E8FFDAA9}"/>
              </a:ext>
            </a:extLst>
          </p:cNvPr>
          <p:cNvSpPr/>
          <p:nvPr/>
        </p:nvSpPr>
        <p:spPr>
          <a:xfrm>
            <a:off x="3165475" y="4314373"/>
            <a:ext cx="2838450" cy="18864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3" name="Textfeld 42">
            <a:extLst>
              <a:ext uri="{FF2B5EF4-FFF2-40B4-BE49-F238E27FC236}">
                <a16:creationId xmlns:a16="http://schemas.microsoft.com/office/drawing/2014/main" id="{2269CEDA-5BBB-4B20-3BB8-386553EFE75A}"/>
              </a:ext>
            </a:extLst>
          </p:cNvPr>
          <p:cNvSpPr txBox="1"/>
          <p:nvPr/>
        </p:nvSpPr>
        <p:spPr>
          <a:xfrm>
            <a:off x="3165475" y="4314373"/>
            <a:ext cx="2838450" cy="832454"/>
          </a:xfrm>
          <a:prstGeom prst="rect">
            <a:avLst/>
          </a:prstGeom>
          <a:noFill/>
        </p:spPr>
        <p:txBody>
          <a:bodyPr wrap="square" lIns="144000" tIns="72000" rIns="144000" bIns="72000" rtlCol="0">
            <a:spAutoFit/>
          </a:bodyPr>
          <a:lstStyle/>
          <a:p>
            <a:pPr>
              <a:lnSpc>
                <a:spcPct val="110000"/>
              </a:lnSpc>
            </a:pPr>
            <a:r>
              <a:rPr lang="en-GB" sz="4400" b="1" kern="0" noProof="0" dirty="0">
                <a:solidFill>
                  <a:schemeClr val="accent1"/>
                </a:solidFill>
                <a:sym typeface="Arial"/>
              </a:rPr>
              <a:t>90%</a:t>
            </a:r>
          </a:p>
        </p:txBody>
      </p:sp>
      <p:sp>
        <p:nvSpPr>
          <p:cNvPr id="44" name="Textplatzhalter 31">
            <a:extLst>
              <a:ext uri="{FF2B5EF4-FFF2-40B4-BE49-F238E27FC236}">
                <a16:creationId xmlns:a16="http://schemas.microsoft.com/office/drawing/2014/main" id="{2AFC2C88-43E4-1EAB-784D-112DEAE62B07}"/>
              </a:ext>
            </a:extLst>
          </p:cNvPr>
          <p:cNvSpPr txBox="1">
            <a:spLocks/>
          </p:cNvSpPr>
          <p:nvPr/>
        </p:nvSpPr>
        <p:spPr>
          <a:xfrm>
            <a:off x="3165475" y="5118462"/>
            <a:ext cx="2838450" cy="10823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44000" tIns="144000" rIns="144000" bIns="144000" numCol="1" anchor="t" anchorCtr="0" compatLnSpc="1">
            <a:prstTxWarp prst="textNoShape">
              <a:avLst/>
            </a:prstTxWarp>
            <a:spAutoFit/>
          </a:bodyPr>
          <a:lstStyle>
            <a:lvl1pPr marL="342900" indent="-342900" algn="l" defTabSz="914400" rtl="0" eaLnBrk="1" latinLnBrk="0" hangingPunct="1">
              <a:lnSpc>
                <a:spcPct val="95000"/>
              </a:lnSpc>
              <a:spcBef>
                <a:spcPts val="0"/>
              </a:spcBef>
              <a:spcAft>
                <a:spcPct val="50000"/>
              </a:spcAft>
              <a:buClr>
                <a:schemeClr val="accent1"/>
              </a:buClr>
              <a:buFont typeface="Wingdings"/>
              <a:buChar char="n"/>
              <a:defRPr lang="de-DE" sz="2000" b="0" i="0" kern="1200" dirty="0" smtClean="0">
                <a:solidFill>
                  <a:schemeClr val="tx1"/>
                </a:solidFill>
                <a:latin typeface="Arial"/>
                <a:ea typeface="+mn-ea"/>
                <a:cs typeface="+mn-cs"/>
              </a:defRPr>
            </a:lvl1pPr>
            <a:lvl2pPr marL="742950" indent="-285750" algn="l" defTabSz="914400" rtl="0" eaLnBrk="1" latinLnBrk="0" hangingPunct="1">
              <a:lnSpc>
                <a:spcPct val="95000"/>
              </a:lnSpc>
              <a:spcBef>
                <a:spcPts val="0"/>
              </a:spcBef>
              <a:spcAft>
                <a:spcPct val="50000"/>
              </a:spcAft>
              <a:buClr>
                <a:schemeClr val="accent1"/>
              </a:buClr>
              <a:buFont typeface="Wingdings"/>
              <a:buChar char="n"/>
              <a:defRPr lang="de-DE" sz="2000" b="0" i="0" kern="1200" dirty="0" smtClean="0">
                <a:solidFill>
                  <a:schemeClr val="tx1"/>
                </a:solidFill>
                <a:latin typeface="Arial"/>
                <a:ea typeface="+mn-ea"/>
                <a:cs typeface="+mn-cs"/>
              </a:defRPr>
            </a:lvl2pPr>
            <a:lvl3pPr marL="1143000" indent="-228600" algn="l" defTabSz="914400" rtl="0" eaLnBrk="1" latinLnBrk="0" hangingPunct="1">
              <a:lnSpc>
                <a:spcPct val="95000"/>
              </a:lnSpc>
              <a:spcBef>
                <a:spcPts val="0"/>
              </a:spcBef>
              <a:spcAft>
                <a:spcPct val="50000"/>
              </a:spcAft>
              <a:buClr>
                <a:schemeClr val="tx1"/>
              </a:buClr>
              <a:buFontTx/>
              <a:buChar char="–"/>
              <a:defRPr lang="de-DE" sz="2000" b="0" i="0" kern="1200" dirty="0" smtClean="0">
                <a:solidFill>
                  <a:schemeClr val="tx1"/>
                </a:solidFill>
                <a:latin typeface="Arial"/>
                <a:ea typeface="+mn-ea"/>
                <a:cs typeface="+mn-cs"/>
              </a:defRPr>
            </a:lvl3pPr>
            <a:lvl4pPr marL="1600200" indent="-228600" algn="l" defTabSz="914400" rtl="0" eaLnBrk="1" latinLnBrk="0" hangingPunct="1">
              <a:lnSpc>
                <a:spcPct val="95000"/>
              </a:lnSpc>
              <a:spcBef>
                <a:spcPts val="0"/>
              </a:spcBef>
              <a:spcAft>
                <a:spcPct val="50000"/>
              </a:spcAft>
              <a:buClr>
                <a:schemeClr val="tx1"/>
              </a:buClr>
              <a:buFontTx/>
              <a:buChar char="–"/>
              <a:defRPr lang="de-DE" sz="2000" b="0" i="0" kern="1200" dirty="0" smtClean="0">
                <a:solidFill>
                  <a:schemeClr val="tx1"/>
                </a:solidFill>
                <a:latin typeface="Arial"/>
                <a:ea typeface="+mn-ea"/>
                <a:cs typeface="+mn-cs"/>
              </a:defRPr>
            </a:lvl4pPr>
            <a:lvl5pPr marL="2057400" indent="-228600" algn="l" defTabSz="914400" rtl="0" eaLnBrk="1" latinLnBrk="0" hangingPunct="1">
              <a:lnSpc>
                <a:spcPct val="95000"/>
              </a:lnSpc>
              <a:spcBef>
                <a:spcPts val="0"/>
              </a:spcBef>
              <a:spcAft>
                <a:spcPct val="50000"/>
              </a:spcAft>
              <a:buClr>
                <a:schemeClr val="tx1"/>
              </a:buClr>
              <a:buFontTx/>
              <a:buChar char="–"/>
              <a:defRPr lang="de-DE" sz="2000" b="0" i="0" kern="1200" dirty="0">
                <a:solidFill>
                  <a:schemeClr val="tx1"/>
                </a:solidFill>
                <a:latin typeface="Arial"/>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lnSpc>
                <a:spcPct val="110000"/>
              </a:lnSpc>
              <a:spcAft>
                <a:spcPts val="0"/>
              </a:spcAft>
              <a:buNone/>
            </a:pPr>
            <a:r>
              <a:rPr lang="en-GB" sz="1600" noProof="0" dirty="0"/>
              <a:t>Lorem Ipsum </a:t>
            </a:r>
            <a:r>
              <a:rPr lang="en-GB" sz="1600" noProof="0" dirty="0" err="1"/>
              <a:t>dolor</a:t>
            </a:r>
            <a:r>
              <a:rPr lang="en-GB" sz="1600" noProof="0" dirty="0"/>
              <a:t> sit  </a:t>
            </a:r>
            <a:r>
              <a:rPr lang="en-GB" sz="1600" noProof="0" dirty="0" err="1"/>
              <a:t>amet</a:t>
            </a:r>
            <a:r>
              <a:rPr lang="en-GB" sz="1600" noProof="0" dirty="0"/>
              <a:t> </a:t>
            </a:r>
            <a:r>
              <a:rPr lang="en-GB" sz="1600" noProof="0" dirty="0" err="1"/>
              <a:t>avensisjusto</a:t>
            </a:r>
            <a:r>
              <a:rPr lang="en-GB" sz="1600" noProof="0" dirty="0"/>
              <a:t> duo </a:t>
            </a:r>
            <a:r>
              <a:rPr lang="en-GB" sz="1600" noProof="0" dirty="0" err="1"/>
              <a:t>dolores</a:t>
            </a:r>
            <a:r>
              <a:rPr lang="en-GB" sz="1600" noProof="0" dirty="0"/>
              <a:t> </a:t>
            </a:r>
            <a:r>
              <a:rPr lang="en-GB" sz="1600" noProof="0" dirty="0" err="1"/>
              <a:t>demped</a:t>
            </a:r>
            <a:r>
              <a:rPr lang="en-GB" sz="1600" noProof="0" dirty="0"/>
              <a:t> mas.</a:t>
            </a:r>
          </a:p>
        </p:txBody>
      </p:sp>
      <p:cxnSp>
        <p:nvCxnSpPr>
          <p:cNvPr id="45" name="Gerader Verbinder 44">
            <a:extLst>
              <a:ext uri="{FF2B5EF4-FFF2-40B4-BE49-F238E27FC236}">
                <a16:creationId xmlns:a16="http://schemas.microsoft.com/office/drawing/2014/main" id="{DE88B68C-3963-5FAF-36E5-8334A8B87B82}"/>
              </a:ext>
            </a:extLst>
          </p:cNvPr>
          <p:cNvCxnSpPr>
            <a:cxnSpLocks/>
          </p:cNvCxnSpPr>
          <p:nvPr/>
        </p:nvCxnSpPr>
        <p:spPr>
          <a:xfrm>
            <a:off x="3298411" y="5133452"/>
            <a:ext cx="540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7" name="Grafik 6" descr="Ein Bild, das Person, drinnen enthält.&#10;&#10;Mit sehr hoher Zuverlässigkeit generierte Beschreibung">
            <a:extLst>
              <a:ext uri="{FF2B5EF4-FFF2-40B4-BE49-F238E27FC236}">
                <a16:creationId xmlns:a16="http://schemas.microsoft.com/office/drawing/2014/main" id="{24F4EA46-4497-A3D5-9703-976816D1B47F}"/>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9861" t="3403" r="10547" b="2717"/>
          <a:stretch/>
        </p:blipFill>
        <p:spPr>
          <a:xfrm>
            <a:off x="514349" y="4316127"/>
            <a:ext cx="2651125" cy="1884648"/>
          </a:xfrm>
          <a:prstGeom prst="rect">
            <a:avLst/>
          </a:prstGeom>
        </p:spPr>
      </p:pic>
      <p:pic>
        <p:nvPicPr>
          <p:cNvPr id="18" name="Grafik 17">
            <a:extLst>
              <a:ext uri="{FF2B5EF4-FFF2-40B4-BE49-F238E27FC236}">
                <a16:creationId xmlns:a16="http://schemas.microsoft.com/office/drawing/2014/main" id="{8AE5C6C0-CF0C-BD9D-6095-67E74319C5A9}"/>
              </a:ext>
            </a:extLst>
          </p:cNvPr>
          <p:cNvPicPr>
            <a:picLocks/>
          </p:cNvPicPr>
          <p:nvPr/>
        </p:nvPicPr>
        <p:blipFill rotWithShape="1">
          <a:blip r:embed="rId6"/>
          <a:srcRect l="2132" t="4149" r="2164" b="4149"/>
          <a:stretch/>
        </p:blipFill>
        <p:spPr>
          <a:xfrm>
            <a:off x="514349" y="2025929"/>
            <a:ext cx="2651125" cy="1886400"/>
          </a:xfrm>
          <a:prstGeom prst="rect">
            <a:avLst/>
          </a:prstGeom>
        </p:spPr>
      </p:pic>
      <p:sp>
        <p:nvSpPr>
          <p:cNvPr id="24" name="Titel 23">
            <a:extLst>
              <a:ext uri="{FF2B5EF4-FFF2-40B4-BE49-F238E27FC236}">
                <a16:creationId xmlns:a16="http://schemas.microsoft.com/office/drawing/2014/main" id="{7F97C42D-76EA-8C09-3053-02FB3624B9FA}"/>
              </a:ext>
            </a:extLst>
          </p:cNvPr>
          <p:cNvSpPr>
            <a:spLocks noGrp="1"/>
          </p:cNvSpPr>
          <p:nvPr>
            <p:ph type="title"/>
          </p:nvPr>
        </p:nvSpPr>
        <p:spPr/>
        <p:txBody>
          <a:bodyPr/>
          <a:lstStyle/>
          <a:p>
            <a:pPr>
              <a:lnSpc>
                <a:spcPct val="95000"/>
              </a:lnSpc>
            </a:pPr>
            <a:r>
              <a:rPr lang="en-GB" noProof="0" dirty="0"/>
              <a:t>Lorem ipsum </a:t>
            </a:r>
            <a:r>
              <a:rPr lang="en-GB" noProof="0" dirty="0" err="1"/>
              <a:t>dolor</a:t>
            </a:r>
            <a:r>
              <a:rPr lang="en-GB" noProof="0" dirty="0"/>
              <a:t> sit </a:t>
            </a:r>
            <a:r>
              <a:rPr lang="en-GB" noProof="0" dirty="0" err="1"/>
              <a:t>amet</a:t>
            </a:r>
            <a:r>
              <a:rPr lang="en-GB" noProof="0" dirty="0"/>
              <a:t>, </a:t>
            </a:r>
            <a:br>
              <a:rPr lang="en-GB" noProof="0" dirty="0"/>
            </a:br>
            <a:r>
              <a:rPr lang="en-GB" noProof="0" dirty="0" err="1"/>
              <a:t>consetetur</a:t>
            </a:r>
            <a:r>
              <a:rPr lang="en-GB" noProof="0" dirty="0"/>
              <a:t> </a:t>
            </a:r>
            <a:r>
              <a:rPr lang="en-GB" noProof="0" dirty="0" err="1"/>
              <a:t>sadipscing</a:t>
            </a:r>
            <a:r>
              <a:rPr lang="en-GB" noProof="0" dirty="0"/>
              <a:t> </a:t>
            </a:r>
            <a:r>
              <a:rPr lang="en-GB" noProof="0" dirty="0" err="1"/>
              <a:t>elitr</a:t>
            </a:r>
            <a:r>
              <a:rPr lang="en-GB" noProof="0" dirty="0"/>
              <a:t> </a:t>
            </a:r>
            <a:r>
              <a:rPr lang="en-GB" noProof="0" dirty="0" err="1"/>
              <a:t>sed</a:t>
            </a:r>
            <a:endParaRPr lang="en-GB" noProof="0" dirty="0"/>
          </a:p>
        </p:txBody>
      </p:sp>
      <p:sp>
        <p:nvSpPr>
          <p:cNvPr id="4" name="Foliennummernplatzhalter 7">
            <a:extLst>
              <a:ext uri="{FF2B5EF4-FFF2-40B4-BE49-F238E27FC236}">
                <a16:creationId xmlns:a16="http://schemas.microsoft.com/office/drawing/2014/main" id="{DAF1CB82-650D-CC2E-F27C-843D89AD99F2}"/>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56</a:t>
            </a:fld>
            <a:endParaRPr lang="de-DE"/>
          </a:p>
        </p:txBody>
      </p:sp>
    </p:spTree>
    <p:extLst>
      <p:ext uri="{BB962C8B-B14F-4D97-AF65-F5344CB8AC3E}">
        <p14:creationId xmlns:p14="http://schemas.microsoft.com/office/powerpoint/2010/main" val="614574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887DB-47C5-B92E-1107-4C7CD0E3AB90}"/>
            </a:ext>
          </a:extLst>
        </p:cNvPr>
        <p:cNvGrpSpPr/>
        <p:nvPr/>
      </p:nvGrpSpPr>
      <p:grpSpPr>
        <a:xfrm>
          <a:off x="0" y="0"/>
          <a:ext cx="0" cy="0"/>
          <a:chOff x="0" y="0"/>
          <a:chExt cx="0" cy="0"/>
        </a:xfrm>
      </p:grpSpPr>
      <p:pic>
        <p:nvPicPr>
          <p:cNvPr id="47" name="Grafik 46">
            <a:extLst>
              <a:ext uri="{FF2B5EF4-FFF2-40B4-BE49-F238E27FC236}">
                <a16:creationId xmlns:a16="http://schemas.microsoft.com/office/drawing/2014/main" id="{5A4AF19C-8351-723A-9DF6-C202DDB3B62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420" t="13553" r="1287" b="15489"/>
          <a:stretch/>
        </p:blipFill>
        <p:spPr>
          <a:xfrm>
            <a:off x="2786464" y="2024063"/>
            <a:ext cx="2087998" cy="1440000"/>
          </a:xfrm>
          <a:prstGeom prst="rect">
            <a:avLst/>
          </a:prstGeom>
        </p:spPr>
      </p:pic>
      <p:pic>
        <p:nvPicPr>
          <p:cNvPr id="48" name="Grafik 47">
            <a:extLst>
              <a:ext uri="{FF2B5EF4-FFF2-40B4-BE49-F238E27FC236}">
                <a16:creationId xmlns:a16="http://schemas.microsoft.com/office/drawing/2014/main" id="{47524645-DB34-E040-7729-1940D4634873}"/>
              </a:ext>
            </a:extLst>
          </p:cNvPr>
          <p:cNvPicPr>
            <a:picLocks/>
          </p:cNvPicPr>
          <p:nvPr/>
        </p:nvPicPr>
        <p:blipFill rotWithShape="1">
          <a:blip r:embed="rId3" cstate="print">
            <a:extLst>
              <a:ext uri="{28A0092B-C50C-407E-A947-70E740481C1C}">
                <a14:useLocalDpi xmlns:a14="http://schemas.microsoft.com/office/drawing/2010/main" val="0"/>
              </a:ext>
            </a:extLst>
          </a:blip>
          <a:srcRect l="524" t="13008" r="-524" b="14059"/>
          <a:stretch/>
        </p:blipFill>
        <p:spPr>
          <a:xfrm>
            <a:off x="514345" y="2024063"/>
            <a:ext cx="2088000" cy="1440000"/>
          </a:xfrm>
          <a:prstGeom prst="rect">
            <a:avLst/>
          </a:prstGeom>
        </p:spPr>
      </p:pic>
      <p:pic>
        <p:nvPicPr>
          <p:cNvPr id="49" name="Grafik 48">
            <a:extLst>
              <a:ext uri="{FF2B5EF4-FFF2-40B4-BE49-F238E27FC236}">
                <a16:creationId xmlns:a16="http://schemas.microsoft.com/office/drawing/2014/main" id="{DDE1B1C9-B104-5F7B-19A1-7F99A1E54734}"/>
              </a:ext>
            </a:extLst>
          </p:cNvPr>
          <p:cNvPicPr>
            <a:picLocks/>
          </p:cNvPicPr>
          <p:nvPr/>
        </p:nvPicPr>
        <p:blipFill rotWithShape="1">
          <a:blip r:embed="rId4" cstate="print">
            <a:extLst>
              <a:ext uri="{28A0092B-C50C-407E-A947-70E740481C1C}">
                <a14:useLocalDpi xmlns:a14="http://schemas.microsoft.com/office/drawing/2010/main" val="0"/>
              </a:ext>
            </a:extLst>
          </a:blip>
          <a:srcRect l="1262" t="13642" r="323" b="14581"/>
          <a:stretch/>
        </p:blipFill>
        <p:spPr>
          <a:xfrm>
            <a:off x="5051340" y="2024063"/>
            <a:ext cx="2088000" cy="1440000"/>
          </a:xfrm>
          <a:prstGeom prst="rect">
            <a:avLst/>
          </a:prstGeom>
        </p:spPr>
      </p:pic>
      <p:pic>
        <p:nvPicPr>
          <p:cNvPr id="50" name="Grafik 49">
            <a:extLst>
              <a:ext uri="{FF2B5EF4-FFF2-40B4-BE49-F238E27FC236}">
                <a16:creationId xmlns:a16="http://schemas.microsoft.com/office/drawing/2014/main" id="{A1AE5BAC-FFFB-1150-F88B-63138590AB73}"/>
              </a:ext>
            </a:extLst>
          </p:cNvPr>
          <p:cNvPicPr>
            <a:picLocks/>
          </p:cNvPicPr>
          <p:nvPr/>
        </p:nvPicPr>
        <p:blipFill rotWithShape="1">
          <a:blip r:embed="rId5" cstate="print">
            <a:extLst>
              <a:ext uri="{BEBA8EAE-BF5A-486C-A8C5-ECC9F3942E4B}">
                <a14:imgProps xmlns:a14="http://schemas.microsoft.com/office/drawing/2010/main">
                  <a14:imgLayer r:embed="rId6">
                    <a14:imgEffect>
                      <a14:brightnessContrast bright="-2000"/>
                    </a14:imgEffect>
                  </a14:imgLayer>
                </a14:imgProps>
              </a:ext>
              <a:ext uri="{28A0092B-C50C-407E-A947-70E740481C1C}">
                <a14:useLocalDpi xmlns:a14="http://schemas.microsoft.com/office/drawing/2010/main" val="0"/>
              </a:ext>
            </a:extLst>
          </a:blip>
          <a:srcRect l="89" t="18443" r="326" b="35777"/>
          <a:stretch/>
        </p:blipFill>
        <p:spPr>
          <a:xfrm>
            <a:off x="7318079" y="2024063"/>
            <a:ext cx="2086138" cy="1440000"/>
          </a:xfrm>
          <a:prstGeom prst="rect">
            <a:avLst/>
          </a:prstGeom>
        </p:spPr>
      </p:pic>
      <p:pic>
        <p:nvPicPr>
          <p:cNvPr id="51" name="Grafik 50">
            <a:extLst>
              <a:ext uri="{FF2B5EF4-FFF2-40B4-BE49-F238E27FC236}">
                <a16:creationId xmlns:a16="http://schemas.microsoft.com/office/drawing/2014/main" id="{F5E70F3F-3807-A426-273E-3EB42C83F733}"/>
              </a:ext>
            </a:extLst>
          </p:cNvPr>
          <p:cNvPicPr>
            <a:picLocks noChangeAspect="1"/>
          </p:cNvPicPr>
          <p:nvPr/>
        </p:nvPicPr>
        <p:blipFill rotWithShape="1">
          <a:blip r:embed="rId7" cstate="print">
            <a:extLst>
              <a:ext uri="{28A0092B-C50C-407E-A947-70E740481C1C}">
                <a14:useLocalDpi xmlns:a14="http://schemas.microsoft.com/office/drawing/2010/main" val="0"/>
              </a:ext>
            </a:extLst>
          </a:blip>
          <a:srcRect l="-328" t="13911" r="423" b="13161"/>
          <a:stretch/>
        </p:blipFill>
        <p:spPr>
          <a:xfrm>
            <a:off x="9581095" y="2024063"/>
            <a:ext cx="2086138" cy="1439998"/>
          </a:xfrm>
          <a:prstGeom prst="rect">
            <a:avLst/>
          </a:prstGeom>
        </p:spPr>
      </p:pic>
      <p:sp>
        <p:nvSpPr>
          <p:cNvPr id="2" name="Titel 1">
            <a:extLst>
              <a:ext uri="{FF2B5EF4-FFF2-40B4-BE49-F238E27FC236}">
                <a16:creationId xmlns:a16="http://schemas.microsoft.com/office/drawing/2014/main" id="{D9A12F02-3F45-E969-FC7E-D873C6E38A9A}"/>
              </a:ext>
            </a:extLst>
          </p:cNvPr>
          <p:cNvSpPr>
            <a:spLocks noGrp="1"/>
          </p:cNvSpPr>
          <p:nvPr>
            <p:ph type="title"/>
          </p:nvPr>
        </p:nvSpPr>
        <p:spPr/>
        <p:txBody>
          <a:bodyPr/>
          <a:lstStyle/>
          <a:p>
            <a:pPr>
              <a:lnSpc>
                <a:spcPct val="95000"/>
              </a:lnSpc>
            </a:pPr>
            <a:r>
              <a:rPr lang="en-GB" noProof="0" dirty="0"/>
              <a:t>Lorem ipsum </a:t>
            </a:r>
            <a:r>
              <a:rPr lang="en-GB" noProof="0" dirty="0" err="1"/>
              <a:t>dolor</a:t>
            </a:r>
            <a:r>
              <a:rPr lang="en-GB" noProof="0" dirty="0"/>
              <a:t> sit </a:t>
            </a:r>
            <a:r>
              <a:rPr lang="en-GB" noProof="0" dirty="0" err="1"/>
              <a:t>amet</a:t>
            </a:r>
            <a:r>
              <a:rPr lang="en-GB" dirty="0"/>
              <a:t>,</a:t>
            </a:r>
            <a:br>
              <a:rPr lang="en-GB" noProof="0" dirty="0"/>
            </a:br>
            <a:r>
              <a:rPr lang="en-GB" noProof="0" dirty="0" err="1"/>
              <a:t>consetetur</a:t>
            </a:r>
            <a:r>
              <a:rPr lang="en-GB" noProof="0" dirty="0"/>
              <a:t> </a:t>
            </a:r>
            <a:r>
              <a:rPr lang="en-GB" noProof="0" dirty="0" err="1"/>
              <a:t>sadipscing</a:t>
            </a:r>
            <a:r>
              <a:rPr lang="en-GB" noProof="0" dirty="0"/>
              <a:t> </a:t>
            </a:r>
            <a:r>
              <a:rPr lang="en-GB" noProof="0" dirty="0" err="1"/>
              <a:t>elitr</a:t>
            </a:r>
            <a:r>
              <a:rPr lang="en-GB" noProof="0" dirty="0"/>
              <a:t> </a:t>
            </a:r>
            <a:r>
              <a:rPr lang="en-GB" noProof="0" dirty="0" err="1"/>
              <a:t>sed</a:t>
            </a:r>
            <a:endParaRPr lang="en-GB" noProof="0" dirty="0"/>
          </a:p>
        </p:txBody>
      </p:sp>
      <p:sp>
        <p:nvSpPr>
          <p:cNvPr id="3" name="Rechteck 2">
            <a:extLst>
              <a:ext uri="{FF2B5EF4-FFF2-40B4-BE49-F238E27FC236}">
                <a16:creationId xmlns:a16="http://schemas.microsoft.com/office/drawing/2014/main" id="{A3499EAC-B7EE-480A-72F8-6F4A66A6A131}"/>
              </a:ext>
            </a:extLst>
          </p:cNvPr>
          <p:cNvSpPr/>
          <p:nvPr/>
        </p:nvSpPr>
        <p:spPr>
          <a:xfrm>
            <a:off x="514345" y="3464062"/>
            <a:ext cx="2088000" cy="273671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 name="Rechteck 4">
            <a:extLst>
              <a:ext uri="{FF2B5EF4-FFF2-40B4-BE49-F238E27FC236}">
                <a16:creationId xmlns:a16="http://schemas.microsoft.com/office/drawing/2014/main" id="{D74CEBDE-42D1-2193-847D-524DEFE770F1}"/>
              </a:ext>
            </a:extLst>
          </p:cNvPr>
          <p:cNvSpPr/>
          <p:nvPr/>
        </p:nvSpPr>
        <p:spPr>
          <a:xfrm>
            <a:off x="2786463" y="3464062"/>
            <a:ext cx="2088000" cy="273671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8" name="Rechteck 17">
            <a:extLst>
              <a:ext uri="{FF2B5EF4-FFF2-40B4-BE49-F238E27FC236}">
                <a16:creationId xmlns:a16="http://schemas.microsoft.com/office/drawing/2014/main" id="{4A66F15B-11AC-21ED-459C-87692EB6D424}"/>
              </a:ext>
            </a:extLst>
          </p:cNvPr>
          <p:cNvSpPr/>
          <p:nvPr/>
        </p:nvSpPr>
        <p:spPr>
          <a:xfrm>
            <a:off x="5051340" y="3464062"/>
            <a:ext cx="2088000" cy="273671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0" name="Rechteck 19">
            <a:extLst>
              <a:ext uri="{FF2B5EF4-FFF2-40B4-BE49-F238E27FC236}">
                <a16:creationId xmlns:a16="http://schemas.microsoft.com/office/drawing/2014/main" id="{85210E50-CD44-037E-AC4E-813E99097A25}"/>
              </a:ext>
            </a:extLst>
          </p:cNvPr>
          <p:cNvSpPr/>
          <p:nvPr/>
        </p:nvSpPr>
        <p:spPr>
          <a:xfrm>
            <a:off x="7316217" y="3464062"/>
            <a:ext cx="2088000" cy="273671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1" name="Rechteck 20">
            <a:extLst>
              <a:ext uri="{FF2B5EF4-FFF2-40B4-BE49-F238E27FC236}">
                <a16:creationId xmlns:a16="http://schemas.microsoft.com/office/drawing/2014/main" id="{34636A07-8580-55BB-A99A-EB15C6AD45E3}"/>
              </a:ext>
            </a:extLst>
          </p:cNvPr>
          <p:cNvSpPr/>
          <p:nvPr/>
        </p:nvSpPr>
        <p:spPr>
          <a:xfrm>
            <a:off x="9588062" y="3464062"/>
            <a:ext cx="2088000" cy="273671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2" name="Rectangle 20">
            <a:extLst>
              <a:ext uri="{FF2B5EF4-FFF2-40B4-BE49-F238E27FC236}">
                <a16:creationId xmlns:a16="http://schemas.microsoft.com/office/drawing/2014/main" id="{6A7E5ECC-A68E-42C3-A37E-D89ABDD5F4C2}"/>
              </a:ext>
            </a:extLst>
          </p:cNvPr>
          <p:cNvSpPr>
            <a:spLocks noChangeArrowheads="1"/>
          </p:cNvSpPr>
          <p:nvPr/>
        </p:nvSpPr>
        <p:spPr bwMode="auto">
          <a:xfrm>
            <a:off x="2774554" y="3716815"/>
            <a:ext cx="65" cy="2185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lIns="0" tIns="0" rIns="0" bIns="0" anchor="t" anchorCtr="0">
            <a:spAutoFit/>
          </a:bodyPr>
          <a:lstStyle/>
          <a:p>
            <a:pPr marR="0" lvl="0" indent="0" fontAlgn="auto">
              <a:lnSpc>
                <a:spcPct val="110000"/>
              </a:lnSpc>
              <a:spcBef>
                <a:spcPct val="50000"/>
              </a:spcBef>
              <a:spcAft>
                <a:spcPts val="0"/>
              </a:spcAft>
              <a:buClrTx/>
              <a:buSzTx/>
              <a:buFontTx/>
              <a:buNone/>
              <a:tabLst/>
              <a:defRPr/>
            </a:pPr>
            <a:endParaRPr lang="en-GB" sz="1400" b="1" kern="0" noProof="0">
              <a:solidFill>
                <a:srgbClr val="FFFFFF"/>
              </a:solidFill>
              <a:latin typeface="Arial" pitchFamily="34" charset="0"/>
              <a:cs typeface="Arial" pitchFamily="34" charset="0"/>
            </a:endParaRPr>
          </a:p>
        </p:txBody>
      </p:sp>
      <p:sp>
        <p:nvSpPr>
          <p:cNvPr id="24" name="Rechteck 23">
            <a:extLst>
              <a:ext uri="{FF2B5EF4-FFF2-40B4-BE49-F238E27FC236}">
                <a16:creationId xmlns:a16="http://schemas.microsoft.com/office/drawing/2014/main" id="{9ED34E47-83E8-9E02-DA72-B16FE6CF8435}"/>
              </a:ext>
            </a:extLst>
          </p:cNvPr>
          <p:cNvSpPr/>
          <p:nvPr/>
        </p:nvSpPr>
        <p:spPr>
          <a:xfrm>
            <a:off x="2786463" y="3460506"/>
            <a:ext cx="2088000" cy="8038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08000" rIns="108000" bIns="108000" rtlCol="0" anchor="ctr">
            <a:spAutoFit/>
          </a:bodyPr>
          <a:lstStyle/>
          <a:p>
            <a:pPr marR="0" lvl="0" indent="0" fontAlgn="auto">
              <a:lnSpc>
                <a:spcPct val="110000"/>
              </a:lnSpc>
              <a:spcAft>
                <a:spcPts val="0"/>
              </a:spcAft>
              <a:buClrTx/>
              <a:buSzTx/>
              <a:buFontTx/>
              <a:buNone/>
              <a:tabLst/>
              <a:defRPr/>
            </a:pPr>
            <a:r>
              <a:rPr lang="en-GB" b="1" kern="0" noProof="0" dirty="0">
                <a:solidFill>
                  <a:schemeClr val="accent1"/>
                </a:solidFill>
                <a:latin typeface="Arial" pitchFamily="34" charset="0"/>
                <a:cs typeface="Arial" pitchFamily="34" charset="0"/>
              </a:rPr>
              <a:t>Performance</a:t>
            </a:r>
            <a:br>
              <a:rPr lang="en-GB" b="1" kern="0" noProof="0" dirty="0">
                <a:solidFill>
                  <a:schemeClr val="accent1"/>
                </a:solidFill>
                <a:latin typeface="Arial" pitchFamily="34" charset="0"/>
                <a:cs typeface="Arial" pitchFamily="34" charset="0"/>
              </a:rPr>
            </a:br>
            <a:r>
              <a:rPr lang="en-GB" b="1" kern="0" noProof="0" dirty="0">
                <a:solidFill>
                  <a:schemeClr val="accent1"/>
                </a:solidFill>
                <a:latin typeface="Arial" pitchFamily="34" charset="0"/>
                <a:cs typeface="Arial" pitchFamily="34" charset="0"/>
              </a:rPr>
              <a:t>Products</a:t>
            </a:r>
          </a:p>
        </p:txBody>
      </p:sp>
      <p:sp>
        <p:nvSpPr>
          <p:cNvPr id="26" name="Textplatzhalter 31">
            <a:extLst>
              <a:ext uri="{FF2B5EF4-FFF2-40B4-BE49-F238E27FC236}">
                <a16:creationId xmlns:a16="http://schemas.microsoft.com/office/drawing/2014/main" id="{15C57749-2F25-D97B-ACF1-B55A39AD8A87}"/>
              </a:ext>
            </a:extLst>
          </p:cNvPr>
          <p:cNvSpPr txBox="1">
            <a:spLocks/>
          </p:cNvSpPr>
          <p:nvPr/>
        </p:nvSpPr>
        <p:spPr>
          <a:xfrm>
            <a:off x="2786462" y="4638515"/>
            <a:ext cx="2085173" cy="11592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44000" tIns="144000" rIns="144000" bIns="144000" numCol="1" anchor="t" anchorCtr="0" compatLnSpc="1">
            <a:prstTxWarp prst="textNoShape">
              <a:avLst/>
            </a:prstTxWarp>
            <a:spAutoFit/>
          </a:bodyPr>
          <a:lstStyle>
            <a:lvl1pPr marL="342900" indent="-342900" algn="l" defTabSz="914400" rtl="0" eaLnBrk="1" latinLnBrk="0" hangingPunct="1">
              <a:lnSpc>
                <a:spcPct val="95000"/>
              </a:lnSpc>
              <a:spcBef>
                <a:spcPts val="0"/>
              </a:spcBef>
              <a:spcAft>
                <a:spcPct val="50000"/>
              </a:spcAft>
              <a:buClr>
                <a:schemeClr val="accent1"/>
              </a:buClr>
              <a:buFont typeface="Wingdings"/>
              <a:buChar char="n"/>
              <a:defRPr lang="de-DE" sz="2000" b="0" i="0" kern="1200" dirty="0" smtClean="0">
                <a:solidFill>
                  <a:schemeClr val="tx1"/>
                </a:solidFill>
                <a:latin typeface="Arial"/>
                <a:ea typeface="+mn-ea"/>
                <a:cs typeface="+mn-cs"/>
              </a:defRPr>
            </a:lvl1pPr>
            <a:lvl2pPr marL="742950" indent="-285750" algn="l" defTabSz="914400" rtl="0" eaLnBrk="1" latinLnBrk="0" hangingPunct="1">
              <a:lnSpc>
                <a:spcPct val="95000"/>
              </a:lnSpc>
              <a:spcBef>
                <a:spcPts val="0"/>
              </a:spcBef>
              <a:spcAft>
                <a:spcPct val="50000"/>
              </a:spcAft>
              <a:buClr>
                <a:schemeClr val="accent1"/>
              </a:buClr>
              <a:buFont typeface="Wingdings"/>
              <a:buChar char="n"/>
              <a:defRPr lang="de-DE" sz="2000" b="0" i="0" kern="1200" dirty="0" smtClean="0">
                <a:solidFill>
                  <a:schemeClr val="tx1"/>
                </a:solidFill>
                <a:latin typeface="Arial"/>
                <a:ea typeface="+mn-ea"/>
                <a:cs typeface="+mn-cs"/>
              </a:defRPr>
            </a:lvl2pPr>
            <a:lvl3pPr marL="1143000" indent="-228600" algn="l" defTabSz="914400" rtl="0" eaLnBrk="1" latinLnBrk="0" hangingPunct="1">
              <a:lnSpc>
                <a:spcPct val="95000"/>
              </a:lnSpc>
              <a:spcBef>
                <a:spcPts val="0"/>
              </a:spcBef>
              <a:spcAft>
                <a:spcPct val="50000"/>
              </a:spcAft>
              <a:buClr>
                <a:schemeClr val="tx1"/>
              </a:buClr>
              <a:buFontTx/>
              <a:buChar char="–"/>
              <a:defRPr lang="de-DE" sz="2000" b="0" i="0" kern="1200" dirty="0" smtClean="0">
                <a:solidFill>
                  <a:schemeClr val="tx1"/>
                </a:solidFill>
                <a:latin typeface="Arial"/>
                <a:ea typeface="+mn-ea"/>
                <a:cs typeface="+mn-cs"/>
              </a:defRPr>
            </a:lvl3pPr>
            <a:lvl4pPr marL="1600200" indent="-228600" algn="l" defTabSz="914400" rtl="0" eaLnBrk="1" latinLnBrk="0" hangingPunct="1">
              <a:lnSpc>
                <a:spcPct val="95000"/>
              </a:lnSpc>
              <a:spcBef>
                <a:spcPts val="0"/>
              </a:spcBef>
              <a:spcAft>
                <a:spcPct val="50000"/>
              </a:spcAft>
              <a:buClr>
                <a:schemeClr val="tx1"/>
              </a:buClr>
              <a:buFontTx/>
              <a:buChar char="–"/>
              <a:defRPr lang="de-DE" sz="2000" b="0" i="0" kern="1200" dirty="0" smtClean="0">
                <a:solidFill>
                  <a:schemeClr val="tx1"/>
                </a:solidFill>
                <a:latin typeface="Arial"/>
                <a:ea typeface="+mn-ea"/>
                <a:cs typeface="+mn-cs"/>
              </a:defRPr>
            </a:lvl4pPr>
            <a:lvl5pPr marL="2057400" indent="-228600" algn="l" defTabSz="914400" rtl="0" eaLnBrk="1" latinLnBrk="0" hangingPunct="1">
              <a:lnSpc>
                <a:spcPct val="95000"/>
              </a:lnSpc>
              <a:spcBef>
                <a:spcPts val="0"/>
              </a:spcBef>
              <a:spcAft>
                <a:spcPct val="50000"/>
              </a:spcAft>
              <a:buClr>
                <a:schemeClr val="tx1"/>
              </a:buClr>
              <a:buFontTx/>
              <a:buChar char="–"/>
              <a:defRPr lang="de-DE" sz="2000" b="0" i="0" kern="1200" dirty="0">
                <a:solidFill>
                  <a:schemeClr val="tx1"/>
                </a:solidFill>
                <a:latin typeface="Arial"/>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80975" indent="-180975">
              <a:lnSpc>
                <a:spcPct val="110000"/>
              </a:lnSpc>
              <a:spcBef>
                <a:spcPts val="600"/>
              </a:spcBef>
              <a:spcAft>
                <a:spcPts val="0"/>
              </a:spcAft>
              <a:buFont typeface="Wingdings" panose="05000000000000000000" pitchFamily="2" charset="2"/>
              <a:buChar char="§"/>
            </a:pPr>
            <a:r>
              <a:rPr lang="en-GB" sz="1600" noProof="0"/>
              <a:t>Dispersions &amp;</a:t>
            </a:r>
            <a:br>
              <a:rPr lang="en-GB" sz="1600" noProof="0"/>
            </a:br>
            <a:r>
              <a:rPr lang="en-GB" sz="1600" noProof="0"/>
              <a:t>Pigments</a:t>
            </a:r>
          </a:p>
          <a:p>
            <a:pPr marL="180975" indent="-180975">
              <a:lnSpc>
                <a:spcPct val="110000"/>
              </a:lnSpc>
              <a:spcBef>
                <a:spcPts val="600"/>
              </a:spcBef>
              <a:spcAft>
                <a:spcPts val="0"/>
              </a:spcAft>
              <a:buFont typeface="Wingdings" panose="05000000000000000000" pitchFamily="2" charset="2"/>
              <a:buChar char="§"/>
            </a:pPr>
            <a:r>
              <a:rPr lang="en-GB" sz="1600" noProof="0"/>
              <a:t>Care Chemicals</a:t>
            </a:r>
          </a:p>
        </p:txBody>
      </p:sp>
      <p:sp>
        <p:nvSpPr>
          <p:cNvPr id="28" name="Textplatzhalter 31">
            <a:extLst>
              <a:ext uri="{FF2B5EF4-FFF2-40B4-BE49-F238E27FC236}">
                <a16:creationId xmlns:a16="http://schemas.microsoft.com/office/drawing/2014/main" id="{03783EBD-D962-AABD-8B30-BFF5B21AD7E8}"/>
              </a:ext>
            </a:extLst>
          </p:cNvPr>
          <p:cNvSpPr txBox="1">
            <a:spLocks/>
          </p:cNvSpPr>
          <p:nvPr/>
        </p:nvSpPr>
        <p:spPr>
          <a:xfrm>
            <a:off x="514345" y="4638515"/>
            <a:ext cx="2088000" cy="123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44000" tIns="144000" rIns="144000" bIns="144000" numCol="1" anchor="t" anchorCtr="0" compatLnSpc="1">
            <a:prstTxWarp prst="textNoShape">
              <a:avLst/>
            </a:prstTxWarp>
            <a:spAutoFit/>
          </a:bodyPr>
          <a:lstStyle>
            <a:lvl1pPr marL="342900" indent="-342900" algn="l" defTabSz="914400" rtl="0" eaLnBrk="1" latinLnBrk="0" hangingPunct="1">
              <a:lnSpc>
                <a:spcPct val="95000"/>
              </a:lnSpc>
              <a:spcBef>
                <a:spcPts val="0"/>
              </a:spcBef>
              <a:spcAft>
                <a:spcPct val="50000"/>
              </a:spcAft>
              <a:buClr>
                <a:schemeClr val="accent1"/>
              </a:buClr>
              <a:buFont typeface="Wingdings"/>
              <a:buChar char="n"/>
              <a:defRPr lang="de-DE" sz="2000" b="0" i="0" kern="1200" dirty="0" smtClean="0">
                <a:solidFill>
                  <a:schemeClr val="tx1"/>
                </a:solidFill>
                <a:latin typeface="Arial"/>
                <a:ea typeface="+mn-ea"/>
                <a:cs typeface="+mn-cs"/>
              </a:defRPr>
            </a:lvl1pPr>
            <a:lvl2pPr marL="742950" indent="-285750" algn="l" defTabSz="914400" rtl="0" eaLnBrk="1" latinLnBrk="0" hangingPunct="1">
              <a:lnSpc>
                <a:spcPct val="95000"/>
              </a:lnSpc>
              <a:spcBef>
                <a:spcPts val="0"/>
              </a:spcBef>
              <a:spcAft>
                <a:spcPct val="50000"/>
              </a:spcAft>
              <a:buClr>
                <a:schemeClr val="accent1"/>
              </a:buClr>
              <a:buFont typeface="Wingdings"/>
              <a:buChar char="n"/>
              <a:defRPr lang="de-DE" sz="2000" b="0" i="0" kern="1200" dirty="0" smtClean="0">
                <a:solidFill>
                  <a:schemeClr val="tx1"/>
                </a:solidFill>
                <a:latin typeface="Arial"/>
                <a:ea typeface="+mn-ea"/>
                <a:cs typeface="+mn-cs"/>
              </a:defRPr>
            </a:lvl2pPr>
            <a:lvl3pPr marL="1143000" indent="-228600" algn="l" defTabSz="914400" rtl="0" eaLnBrk="1" latinLnBrk="0" hangingPunct="1">
              <a:lnSpc>
                <a:spcPct val="95000"/>
              </a:lnSpc>
              <a:spcBef>
                <a:spcPts val="0"/>
              </a:spcBef>
              <a:spcAft>
                <a:spcPct val="50000"/>
              </a:spcAft>
              <a:buClr>
                <a:schemeClr val="tx1"/>
              </a:buClr>
              <a:buFontTx/>
              <a:buChar char="–"/>
              <a:defRPr lang="de-DE" sz="2000" b="0" i="0" kern="1200" dirty="0" smtClean="0">
                <a:solidFill>
                  <a:schemeClr val="tx1"/>
                </a:solidFill>
                <a:latin typeface="Arial"/>
                <a:ea typeface="+mn-ea"/>
                <a:cs typeface="+mn-cs"/>
              </a:defRPr>
            </a:lvl3pPr>
            <a:lvl4pPr marL="1600200" indent="-228600" algn="l" defTabSz="914400" rtl="0" eaLnBrk="1" latinLnBrk="0" hangingPunct="1">
              <a:lnSpc>
                <a:spcPct val="95000"/>
              </a:lnSpc>
              <a:spcBef>
                <a:spcPts val="0"/>
              </a:spcBef>
              <a:spcAft>
                <a:spcPct val="50000"/>
              </a:spcAft>
              <a:buClr>
                <a:schemeClr val="tx1"/>
              </a:buClr>
              <a:buFontTx/>
              <a:buChar char="–"/>
              <a:defRPr lang="de-DE" sz="2000" b="0" i="0" kern="1200" dirty="0" smtClean="0">
                <a:solidFill>
                  <a:schemeClr val="tx1"/>
                </a:solidFill>
                <a:latin typeface="Arial"/>
                <a:ea typeface="+mn-ea"/>
                <a:cs typeface="+mn-cs"/>
              </a:defRPr>
            </a:lvl4pPr>
            <a:lvl5pPr marL="2057400" indent="-228600" algn="l" defTabSz="914400" rtl="0" eaLnBrk="1" latinLnBrk="0" hangingPunct="1">
              <a:lnSpc>
                <a:spcPct val="95000"/>
              </a:lnSpc>
              <a:spcBef>
                <a:spcPts val="0"/>
              </a:spcBef>
              <a:spcAft>
                <a:spcPct val="50000"/>
              </a:spcAft>
              <a:buClr>
                <a:schemeClr val="tx1"/>
              </a:buClr>
              <a:buFontTx/>
              <a:buChar char="–"/>
              <a:defRPr lang="de-DE" sz="2000" b="0" i="0" kern="1200" dirty="0">
                <a:solidFill>
                  <a:schemeClr val="tx1"/>
                </a:solidFill>
                <a:latin typeface="Arial"/>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80975" indent="-180975">
              <a:lnSpc>
                <a:spcPct val="110000"/>
              </a:lnSpc>
              <a:spcBef>
                <a:spcPts val="600"/>
              </a:spcBef>
              <a:spcAft>
                <a:spcPts val="0"/>
              </a:spcAft>
              <a:buFont typeface="Wingdings" panose="05000000000000000000" pitchFamily="2" charset="2"/>
              <a:buChar char="§"/>
            </a:pPr>
            <a:r>
              <a:rPr lang="en-GB" sz="1600" noProof="0" dirty="0"/>
              <a:t>Petrochemicals</a:t>
            </a:r>
          </a:p>
          <a:p>
            <a:pPr marL="180975" indent="-180975">
              <a:lnSpc>
                <a:spcPct val="110000"/>
              </a:lnSpc>
              <a:spcBef>
                <a:spcPts val="600"/>
              </a:spcBef>
              <a:spcAft>
                <a:spcPts val="0"/>
              </a:spcAft>
              <a:buFont typeface="Wingdings" panose="05000000000000000000" pitchFamily="2" charset="2"/>
              <a:buChar char="§"/>
            </a:pPr>
            <a:r>
              <a:rPr lang="en-GB" sz="1600" noProof="0" dirty="0"/>
              <a:t>Monomers</a:t>
            </a:r>
          </a:p>
          <a:p>
            <a:pPr marL="180975" indent="-180975">
              <a:lnSpc>
                <a:spcPct val="110000"/>
              </a:lnSpc>
              <a:spcBef>
                <a:spcPts val="600"/>
              </a:spcBef>
              <a:spcAft>
                <a:spcPts val="0"/>
              </a:spcAft>
              <a:buFont typeface="Wingdings" panose="05000000000000000000" pitchFamily="2" charset="2"/>
              <a:buChar char="§"/>
            </a:pPr>
            <a:r>
              <a:rPr lang="en-GB" sz="1600" noProof="0" dirty="0"/>
              <a:t>Intermediates</a:t>
            </a:r>
          </a:p>
        </p:txBody>
      </p:sp>
      <p:sp>
        <p:nvSpPr>
          <p:cNvPr id="29" name="Rechteck 28">
            <a:extLst>
              <a:ext uri="{FF2B5EF4-FFF2-40B4-BE49-F238E27FC236}">
                <a16:creationId xmlns:a16="http://schemas.microsoft.com/office/drawing/2014/main" id="{3282DA34-24DC-4428-551B-8C6FC0095B22}"/>
              </a:ext>
            </a:extLst>
          </p:cNvPr>
          <p:cNvSpPr/>
          <p:nvPr/>
        </p:nvSpPr>
        <p:spPr>
          <a:xfrm>
            <a:off x="514348" y="3460506"/>
            <a:ext cx="2088000" cy="8038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08000" rIns="144000" bIns="108000" rtlCol="0" anchor="ctr">
            <a:spAutoFit/>
          </a:bodyPr>
          <a:lstStyle/>
          <a:p>
            <a:pPr>
              <a:lnSpc>
                <a:spcPct val="110000"/>
              </a:lnSpc>
            </a:pPr>
            <a:r>
              <a:rPr kumimoji="0" lang="en-GB" b="1" i="0" u="none" strike="noStrike" kern="0" cap="none" spc="0" normalizeH="0" baseline="0" noProof="0" dirty="0">
                <a:ln>
                  <a:noFill/>
                </a:ln>
                <a:solidFill>
                  <a:schemeClr val="accent1"/>
                </a:solidFill>
                <a:effectLst/>
                <a:uLnTx/>
                <a:uFillTx/>
                <a:latin typeface="Arial" pitchFamily="34" charset="0"/>
                <a:cs typeface="Arial" pitchFamily="34" charset="0"/>
              </a:rPr>
              <a:t>Chemicals</a:t>
            </a:r>
            <a:br>
              <a:rPr kumimoji="0" lang="en-GB" b="1" i="0" u="none" strike="noStrike" kern="0" cap="none" spc="0" normalizeH="0" baseline="0" noProof="0" dirty="0">
                <a:ln>
                  <a:noFill/>
                </a:ln>
                <a:solidFill>
                  <a:schemeClr val="accent1"/>
                </a:solidFill>
                <a:effectLst/>
                <a:uLnTx/>
                <a:uFillTx/>
                <a:latin typeface="Arial" pitchFamily="34" charset="0"/>
                <a:cs typeface="Arial" pitchFamily="34" charset="0"/>
              </a:rPr>
            </a:br>
            <a:endParaRPr kumimoji="0" lang="en-GB" b="1" i="0" u="none" strike="noStrike" kern="0" cap="none" spc="0" normalizeH="0" baseline="0" noProof="0" dirty="0">
              <a:ln>
                <a:noFill/>
              </a:ln>
              <a:solidFill>
                <a:schemeClr val="accent1"/>
              </a:solidFill>
              <a:effectLst/>
              <a:uLnTx/>
              <a:uFillTx/>
              <a:latin typeface="Arial" pitchFamily="34" charset="0"/>
              <a:cs typeface="Arial" pitchFamily="34" charset="0"/>
            </a:endParaRPr>
          </a:p>
        </p:txBody>
      </p:sp>
      <p:sp>
        <p:nvSpPr>
          <p:cNvPr id="35" name="Textplatzhalter 31">
            <a:extLst>
              <a:ext uri="{FF2B5EF4-FFF2-40B4-BE49-F238E27FC236}">
                <a16:creationId xmlns:a16="http://schemas.microsoft.com/office/drawing/2014/main" id="{DABE4312-44D3-D612-E441-E26A4A7D9C98}"/>
              </a:ext>
            </a:extLst>
          </p:cNvPr>
          <p:cNvSpPr txBox="1">
            <a:spLocks/>
          </p:cNvSpPr>
          <p:nvPr/>
        </p:nvSpPr>
        <p:spPr>
          <a:xfrm>
            <a:off x="5051340" y="4638515"/>
            <a:ext cx="2088000" cy="1583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44000" tIns="144000" rIns="144000" bIns="144000" numCol="1" anchor="t" anchorCtr="0" compatLnSpc="1">
            <a:prstTxWarp prst="textNoShape">
              <a:avLst/>
            </a:prstTxWarp>
            <a:spAutoFit/>
          </a:bodyPr>
          <a:lstStyle>
            <a:lvl1pPr marL="342900" indent="-342900" algn="l" defTabSz="914400" rtl="0" eaLnBrk="1" latinLnBrk="0" hangingPunct="1">
              <a:lnSpc>
                <a:spcPct val="95000"/>
              </a:lnSpc>
              <a:spcBef>
                <a:spcPts val="0"/>
              </a:spcBef>
              <a:spcAft>
                <a:spcPct val="50000"/>
              </a:spcAft>
              <a:buClr>
                <a:schemeClr val="accent1"/>
              </a:buClr>
              <a:buFont typeface="Wingdings"/>
              <a:buChar char="n"/>
              <a:defRPr lang="de-DE" sz="2000" b="0" i="0" kern="1200" dirty="0" smtClean="0">
                <a:solidFill>
                  <a:schemeClr val="tx1"/>
                </a:solidFill>
                <a:latin typeface="Arial"/>
                <a:ea typeface="+mn-ea"/>
                <a:cs typeface="+mn-cs"/>
              </a:defRPr>
            </a:lvl1pPr>
            <a:lvl2pPr marL="742950" indent="-285750" algn="l" defTabSz="914400" rtl="0" eaLnBrk="1" latinLnBrk="0" hangingPunct="1">
              <a:lnSpc>
                <a:spcPct val="95000"/>
              </a:lnSpc>
              <a:spcBef>
                <a:spcPts val="0"/>
              </a:spcBef>
              <a:spcAft>
                <a:spcPct val="50000"/>
              </a:spcAft>
              <a:buClr>
                <a:schemeClr val="accent1"/>
              </a:buClr>
              <a:buFont typeface="Wingdings"/>
              <a:buChar char="n"/>
              <a:defRPr lang="de-DE" sz="2000" b="0" i="0" kern="1200" dirty="0" smtClean="0">
                <a:solidFill>
                  <a:schemeClr val="tx1"/>
                </a:solidFill>
                <a:latin typeface="Arial"/>
                <a:ea typeface="+mn-ea"/>
                <a:cs typeface="+mn-cs"/>
              </a:defRPr>
            </a:lvl2pPr>
            <a:lvl3pPr marL="1143000" indent="-228600" algn="l" defTabSz="914400" rtl="0" eaLnBrk="1" latinLnBrk="0" hangingPunct="1">
              <a:lnSpc>
                <a:spcPct val="95000"/>
              </a:lnSpc>
              <a:spcBef>
                <a:spcPts val="0"/>
              </a:spcBef>
              <a:spcAft>
                <a:spcPct val="50000"/>
              </a:spcAft>
              <a:buClr>
                <a:schemeClr val="tx1"/>
              </a:buClr>
              <a:buFontTx/>
              <a:buChar char="–"/>
              <a:defRPr lang="de-DE" sz="2000" b="0" i="0" kern="1200" dirty="0" smtClean="0">
                <a:solidFill>
                  <a:schemeClr val="tx1"/>
                </a:solidFill>
                <a:latin typeface="Arial"/>
                <a:ea typeface="+mn-ea"/>
                <a:cs typeface="+mn-cs"/>
              </a:defRPr>
            </a:lvl3pPr>
            <a:lvl4pPr marL="1600200" indent="-228600" algn="l" defTabSz="914400" rtl="0" eaLnBrk="1" latinLnBrk="0" hangingPunct="1">
              <a:lnSpc>
                <a:spcPct val="95000"/>
              </a:lnSpc>
              <a:spcBef>
                <a:spcPts val="0"/>
              </a:spcBef>
              <a:spcAft>
                <a:spcPct val="50000"/>
              </a:spcAft>
              <a:buClr>
                <a:schemeClr val="tx1"/>
              </a:buClr>
              <a:buFontTx/>
              <a:buChar char="–"/>
              <a:defRPr lang="de-DE" sz="2000" b="0" i="0" kern="1200" dirty="0" smtClean="0">
                <a:solidFill>
                  <a:schemeClr val="tx1"/>
                </a:solidFill>
                <a:latin typeface="Arial"/>
                <a:ea typeface="+mn-ea"/>
                <a:cs typeface="+mn-cs"/>
              </a:defRPr>
            </a:lvl4pPr>
            <a:lvl5pPr marL="2057400" indent="-228600" algn="l" defTabSz="914400" rtl="0" eaLnBrk="1" latinLnBrk="0" hangingPunct="1">
              <a:lnSpc>
                <a:spcPct val="95000"/>
              </a:lnSpc>
              <a:spcBef>
                <a:spcPts val="0"/>
              </a:spcBef>
              <a:spcAft>
                <a:spcPct val="50000"/>
              </a:spcAft>
              <a:buClr>
                <a:schemeClr val="tx1"/>
              </a:buClr>
              <a:buFontTx/>
              <a:buChar char="–"/>
              <a:defRPr lang="de-DE" sz="2000" b="0" i="0" kern="1200" dirty="0">
                <a:solidFill>
                  <a:schemeClr val="tx1"/>
                </a:solidFill>
                <a:latin typeface="Arial"/>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80975" indent="-180975">
              <a:lnSpc>
                <a:spcPct val="110000"/>
              </a:lnSpc>
              <a:spcBef>
                <a:spcPts val="600"/>
              </a:spcBef>
              <a:spcAft>
                <a:spcPts val="0"/>
              </a:spcAft>
              <a:buFont typeface="Wingdings" panose="05000000000000000000" pitchFamily="2" charset="2"/>
              <a:buChar char="§"/>
            </a:pPr>
            <a:r>
              <a:rPr lang="en-GB" sz="1600" noProof="0"/>
              <a:t>Catalysts</a:t>
            </a:r>
          </a:p>
          <a:p>
            <a:pPr marL="180975" indent="-180975">
              <a:lnSpc>
                <a:spcPct val="110000"/>
              </a:lnSpc>
              <a:spcBef>
                <a:spcPts val="600"/>
              </a:spcBef>
              <a:spcAft>
                <a:spcPts val="0"/>
              </a:spcAft>
              <a:buFont typeface="Wingdings" panose="05000000000000000000" pitchFamily="2" charset="2"/>
              <a:buChar char="§"/>
            </a:pPr>
            <a:r>
              <a:rPr lang="en-GB" sz="1600" noProof="0"/>
              <a:t>Construction</a:t>
            </a:r>
          </a:p>
          <a:p>
            <a:pPr marL="180975" indent="-180975">
              <a:lnSpc>
                <a:spcPct val="110000"/>
              </a:lnSpc>
              <a:spcBef>
                <a:spcPts val="600"/>
              </a:spcBef>
              <a:spcAft>
                <a:spcPts val="0"/>
              </a:spcAft>
              <a:buFont typeface="Wingdings" panose="05000000000000000000" pitchFamily="2" charset="2"/>
              <a:buChar char="§"/>
            </a:pPr>
            <a:r>
              <a:rPr lang="en-GB" sz="1600" noProof="0"/>
              <a:t>Chemicals</a:t>
            </a:r>
          </a:p>
          <a:p>
            <a:pPr marL="180975" indent="-180975">
              <a:lnSpc>
                <a:spcPct val="110000"/>
              </a:lnSpc>
              <a:spcBef>
                <a:spcPts val="600"/>
              </a:spcBef>
              <a:spcAft>
                <a:spcPts val="0"/>
              </a:spcAft>
              <a:buFont typeface="Wingdings" panose="05000000000000000000" pitchFamily="2" charset="2"/>
              <a:buChar char="§"/>
            </a:pPr>
            <a:r>
              <a:rPr lang="en-GB" sz="1600" noProof="0"/>
              <a:t>Coatings</a:t>
            </a:r>
          </a:p>
        </p:txBody>
      </p:sp>
      <p:sp>
        <p:nvSpPr>
          <p:cNvPr id="36" name="Rechteck 35">
            <a:extLst>
              <a:ext uri="{FF2B5EF4-FFF2-40B4-BE49-F238E27FC236}">
                <a16:creationId xmlns:a16="http://schemas.microsoft.com/office/drawing/2014/main" id="{292B5928-E928-1193-B6D5-79962A98BBA1}"/>
              </a:ext>
            </a:extLst>
          </p:cNvPr>
          <p:cNvSpPr/>
          <p:nvPr/>
        </p:nvSpPr>
        <p:spPr>
          <a:xfrm>
            <a:off x="5051340" y="3460506"/>
            <a:ext cx="2088000" cy="11085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08000" rIns="108000" bIns="108000" rtlCol="0" anchor="ctr">
            <a:spAutoFit/>
          </a:bodyPr>
          <a:lstStyle/>
          <a:p>
            <a:pPr lvl="0" defTabSz="739775" eaLnBrk="0" hangingPunct="0">
              <a:lnSpc>
                <a:spcPct val="110000"/>
              </a:lnSpc>
              <a:defRPr/>
            </a:pPr>
            <a:r>
              <a:rPr lang="en-GB" b="1" kern="0" noProof="0" dirty="0">
                <a:solidFill>
                  <a:schemeClr val="accent1"/>
                </a:solidFill>
                <a:latin typeface="Arial" pitchFamily="34" charset="0"/>
                <a:cs typeface="Arial" pitchFamily="34" charset="0"/>
              </a:rPr>
              <a:t>Functional</a:t>
            </a:r>
            <a:br>
              <a:rPr lang="en-GB" b="1" kern="0" noProof="0" dirty="0">
                <a:solidFill>
                  <a:schemeClr val="accent1"/>
                </a:solidFill>
                <a:latin typeface="Arial" pitchFamily="34" charset="0"/>
                <a:cs typeface="Arial" pitchFamily="34" charset="0"/>
              </a:rPr>
            </a:br>
            <a:r>
              <a:rPr lang="en-GB" b="1" kern="0" noProof="0" dirty="0">
                <a:solidFill>
                  <a:schemeClr val="accent1"/>
                </a:solidFill>
                <a:latin typeface="Arial" pitchFamily="34" charset="0"/>
                <a:cs typeface="Arial" pitchFamily="34" charset="0"/>
              </a:rPr>
              <a:t>Materials &amp; Solutions</a:t>
            </a:r>
            <a:endParaRPr kumimoji="0" lang="en-GB" b="1" i="0" u="none" strike="noStrike" kern="0" cap="none" spc="0" normalizeH="0" baseline="0" noProof="0" dirty="0">
              <a:ln>
                <a:noFill/>
              </a:ln>
              <a:solidFill>
                <a:schemeClr val="accent1"/>
              </a:solidFill>
              <a:effectLst/>
              <a:uLnTx/>
              <a:uFillTx/>
              <a:latin typeface="Arial" pitchFamily="34" charset="0"/>
              <a:cs typeface="Arial" pitchFamily="34" charset="0"/>
            </a:endParaRPr>
          </a:p>
        </p:txBody>
      </p:sp>
      <p:sp>
        <p:nvSpPr>
          <p:cNvPr id="39" name="Textplatzhalter 31">
            <a:extLst>
              <a:ext uri="{FF2B5EF4-FFF2-40B4-BE49-F238E27FC236}">
                <a16:creationId xmlns:a16="http://schemas.microsoft.com/office/drawing/2014/main" id="{10665F7D-D820-F57D-597F-2F6519851E7D}"/>
              </a:ext>
            </a:extLst>
          </p:cNvPr>
          <p:cNvSpPr txBox="1">
            <a:spLocks/>
          </p:cNvSpPr>
          <p:nvPr/>
        </p:nvSpPr>
        <p:spPr>
          <a:xfrm>
            <a:off x="7316217" y="4638515"/>
            <a:ext cx="2088000" cy="540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44000" tIns="144000" rIns="144000" bIns="144000" numCol="1" anchor="t" anchorCtr="0" compatLnSpc="1">
            <a:prstTxWarp prst="textNoShape">
              <a:avLst/>
            </a:prstTxWarp>
            <a:spAutoFit/>
          </a:bodyPr>
          <a:lstStyle>
            <a:lvl1pPr marL="342900" indent="-342900" algn="l" defTabSz="914400" rtl="0" eaLnBrk="1" latinLnBrk="0" hangingPunct="1">
              <a:lnSpc>
                <a:spcPct val="95000"/>
              </a:lnSpc>
              <a:spcBef>
                <a:spcPts val="0"/>
              </a:spcBef>
              <a:spcAft>
                <a:spcPct val="50000"/>
              </a:spcAft>
              <a:buClr>
                <a:schemeClr val="accent1"/>
              </a:buClr>
              <a:buFont typeface="Wingdings"/>
              <a:buChar char="n"/>
              <a:defRPr lang="de-DE" sz="2000" b="0" i="0" kern="1200" dirty="0" smtClean="0">
                <a:solidFill>
                  <a:schemeClr val="tx1"/>
                </a:solidFill>
                <a:latin typeface="Arial"/>
                <a:ea typeface="+mn-ea"/>
                <a:cs typeface="+mn-cs"/>
              </a:defRPr>
            </a:lvl1pPr>
            <a:lvl2pPr marL="742950" indent="-285750" algn="l" defTabSz="914400" rtl="0" eaLnBrk="1" latinLnBrk="0" hangingPunct="1">
              <a:lnSpc>
                <a:spcPct val="95000"/>
              </a:lnSpc>
              <a:spcBef>
                <a:spcPts val="0"/>
              </a:spcBef>
              <a:spcAft>
                <a:spcPct val="50000"/>
              </a:spcAft>
              <a:buClr>
                <a:schemeClr val="accent1"/>
              </a:buClr>
              <a:buFont typeface="Wingdings"/>
              <a:buChar char="n"/>
              <a:defRPr lang="de-DE" sz="2000" b="0" i="0" kern="1200" dirty="0" smtClean="0">
                <a:solidFill>
                  <a:schemeClr val="tx1"/>
                </a:solidFill>
                <a:latin typeface="Arial"/>
                <a:ea typeface="+mn-ea"/>
                <a:cs typeface="+mn-cs"/>
              </a:defRPr>
            </a:lvl2pPr>
            <a:lvl3pPr marL="1143000" indent="-228600" algn="l" defTabSz="914400" rtl="0" eaLnBrk="1" latinLnBrk="0" hangingPunct="1">
              <a:lnSpc>
                <a:spcPct val="95000"/>
              </a:lnSpc>
              <a:spcBef>
                <a:spcPts val="0"/>
              </a:spcBef>
              <a:spcAft>
                <a:spcPct val="50000"/>
              </a:spcAft>
              <a:buClr>
                <a:schemeClr val="tx1"/>
              </a:buClr>
              <a:buFontTx/>
              <a:buChar char="–"/>
              <a:defRPr lang="de-DE" sz="2000" b="0" i="0" kern="1200" dirty="0" smtClean="0">
                <a:solidFill>
                  <a:schemeClr val="tx1"/>
                </a:solidFill>
                <a:latin typeface="Arial"/>
                <a:ea typeface="+mn-ea"/>
                <a:cs typeface="+mn-cs"/>
              </a:defRPr>
            </a:lvl3pPr>
            <a:lvl4pPr marL="1600200" indent="-228600" algn="l" defTabSz="914400" rtl="0" eaLnBrk="1" latinLnBrk="0" hangingPunct="1">
              <a:lnSpc>
                <a:spcPct val="95000"/>
              </a:lnSpc>
              <a:spcBef>
                <a:spcPts val="0"/>
              </a:spcBef>
              <a:spcAft>
                <a:spcPct val="50000"/>
              </a:spcAft>
              <a:buClr>
                <a:schemeClr val="tx1"/>
              </a:buClr>
              <a:buFontTx/>
              <a:buChar char="–"/>
              <a:defRPr lang="de-DE" sz="2000" b="0" i="0" kern="1200" dirty="0" smtClean="0">
                <a:solidFill>
                  <a:schemeClr val="tx1"/>
                </a:solidFill>
                <a:latin typeface="Arial"/>
                <a:ea typeface="+mn-ea"/>
                <a:cs typeface="+mn-cs"/>
              </a:defRPr>
            </a:lvl4pPr>
            <a:lvl5pPr marL="2057400" indent="-228600" algn="l" defTabSz="914400" rtl="0" eaLnBrk="1" latinLnBrk="0" hangingPunct="1">
              <a:lnSpc>
                <a:spcPct val="95000"/>
              </a:lnSpc>
              <a:spcBef>
                <a:spcPts val="0"/>
              </a:spcBef>
              <a:spcAft>
                <a:spcPct val="50000"/>
              </a:spcAft>
              <a:buClr>
                <a:schemeClr val="tx1"/>
              </a:buClr>
              <a:buFontTx/>
              <a:buChar char="–"/>
              <a:defRPr lang="de-DE" sz="2000" b="0" i="0" kern="1200" dirty="0">
                <a:solidFill>
                  <a:schemeClr val="tx1"/>
                </a:solidFill>
                <a:latin typeface="Arial"/>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80975" indent="-180975">
              <a:lnSpc>
                <a:spcPct val="110000"/>
              </a:lnSpc>
              <a:spcBef>
                <a:spcPts val="600"/>
              </a:spcBef>
              <a:spcAft>
                <a:spcPts val="0"/>
              </a:spcAft>
              <a:buFont typeface="Wingdings" panose="05000000000000000000" pitchFamily="2" charset="2"/>
              <a:buChar char="§"/>
            </a:pPr>
            <a:r>
              <a:rPr lang="en-GB" sz="1600" noProof="0"/>
              <a:t>Crop Protection</a:t>
            </a:r>
          </a:p>
        </p:txBody>
      </p:sp>
      <p:sp>
        <p:nvSpPr>
          <p:cNvPr id="41" name="Rechteck 40">
            <a:extLst>
              <a:ext uri="{FF2B5EF4-FFF2-40B4-BE49-F238E27FC236}">
                <a16:creationId xmlns:a16="http://schemas.microsoft.com/office/drawing/2014/main" id="{16CB1773-B99A-6349-BE30-55D060063265}"/>
              </a:ext>
            </a:extLst>
          </p:cNvPr>
          <p:cNvSpPr/>
          <p:nvPr/>
        </p:nvSpPr>
        <p:spPr>
          <a:xfrm>
            <a:off x="7316217" y="3460506"/>
            <a:ext cx="2088000" cy="8038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08000" rIns="108000" bIns="108000" rtlCol="0" anchor="ctr">
            <a:spAutoFit/>
          </a:bodyPr>
          <a:lstStyle/>
          <a:p>
            <a:pPr marL="0" marR="0" lvl="0" indent="0" defTabSz="739775" eaLnBrk="0" fontAlgn="auto" latinLnBrk="0" hangingPunct="0">
              <a:lnSpc>
                <a:spcPct val="110000"/>
              </a:lnSpc>
              <a:spcAft>
                <a:spcPts val="0"/>
              </a:spcAft>
              <a:buClrTx/>
              <a:buSzTx/>
              <a:buFontTx/>
              <a:buNone/>
              <a:tabLst/>
              <a:defRPr/>
            </a:pPr>
            <a:r>
              <a:rPr kumimoji="0" lang="en-GB" b="1" i="0" u="none" strike="noStrike" kern="0" cap="none" spc="0" normalizeH="0" baseline="0" noProof="0">
                <a:ln>
                  <a:noFill/>
                </a:ln>
                <a:solidFill>
                  <a:schemeClr val="accent1"/>
                </a:solidFill>
                <a:effectLst/>
                <a:uLnTx/>
                <a:uFillTx/>
                <a:latin typeface="Arial" pitchFamily="34" charset="0"/>
                <a:cs typeface="Arial" pitchFamily="34" charset="0"/>
              </a:rPr>
              <a:t>Agricultural</a:t>
            </a:r>
            <a:br>
              <a:rPr kumimoji="0" lang="en-GB" b="1" i="0" u="none" strike="noStrike" kern="0" cap="none" spc="0" normalizeH="0" baseline="0" noProof="0">
                <a:ln>
                  <a:noFill/>
                </a:ln>
                <a:solidFill>
                  <a:schemeClr val="accent1"/>
                </a:solidFill>
                <a:effectLst/>
                <a:uLnTx/>
                <a:uFillTx/>
                <a:latin typeface="Arial" pitchFamily="34" charset="0"/>
                <a:cs typeface="Arial" pitchFamily="34" charset="0"/>
              </a:rPr>
            </a:br>
            <a:r>
              <a:rPr kumimoji="0" lang="en-GB" b="1" i="0" u="none" strike="noStrike" kern="0" cap="none" spc="0" normalizeH="0" baseline="0" noProof="0">
                <a:ln>
                  <a:noFill/>
                </a:ln>
                <a:solidFill>
                  <a:schemeClr val="accent1"/>
                </a:solidFill>
                <a:effectLst/>
                <a:uLnTx/>
                <a:uFillTx/>
                <a:latin typeface="Arial" pitchFamily="34" charset="0"/>
                <a:cs typeface="Arial" pitchFamily="34" charset="0"/>
              </a:rPr>
              <a:t>Solutions</a:t>
            </a:r>
          </a:p>
        </p:txBody>
      </p:sp>
      <p:sp>
        <p:nvSpPr>
          <p:cNvPr id="42" name="Textplatzhalter 31">
            <a:extLst>
              <a:ext uri="{FF2B5EF4-FFF2-40B4-BE49-F238E27FC236}">
                <a16:creationId xmlns:a16="http://schemas.microsoft.com/office/drawing/2014/main" id="{ED852834-7789-2720-FE00-88FFE567B3EA}"/>
              </a:ext>
            </a:extLst>
          </p:cNvPr>
          <p:cNvSpPr txBox="1">
            <a:spLocks/>
          </p:cNvSpPr>
          <p:nvPr/>
        </p:nvSpPr>
        <p:spPr>
          <a:xfrm>
            <a:off x="9587945" y="4638515"/>
            <a:ext cx="2088117" cy="540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144000" tIns="144000" rIns="144000" bIns="144000" numCol="1" anchor="t" anchorCtr="0" compatLnSpc="1">
            <a:prstTxWarp prst="textNoShape">
              <a:avLst/>
            </a:prstTxWarp>
            <a:spAutoFit/>
          </a:bodyPr>
          <a:lstStyle>
            <a:lvl1pPr marL="342900" indent="-342900" algn="l" defTabSz="914400" rtl="0" eaLnBrk="1" latinLnBrk="0" hangingPunct="1">
              <a:lnSpc>
                <a:spcPct val="95000"/>
              </a:lnSpc>
              <a:spcBef>
                <a:spcPts val="0"/>
              </a:spcBef>
              <a:spcAft>
                <a:spcPct val="50000"/>
              </a:spcAft>
              <a:buClr>
                <a:schemeClr val="accent1"/>
              </a:buClr>
              <a:buFont typeface="Wingdings"/>
              <a:buChar char="n"/>
              <a:defRPr lang="de-DE" sz="2000" b="0" i="0" kern="1200" dirty="0" smtClean="0">
                <a:solidFill>
                  <a:schemeClr val="tx1"/>
                </a:solidFill>
                <a:latin typeface="Arial"/>
                <a:ea typeface="+mn-ea"/>
                <a:cs typeface="+mn-cs"/>
              </a:defRPr>
            </a:lvl1pPr>
            <a:lvl2pPr marL="742950" indent="-285750" algn="l" defTabSz="914400" rtl="0" eaLnBrk="1" latinLnBrk="0" hangingPunct="1">
              <a:lnSpc>
                <a:spcPct val="95000"/>
              </a:lnSpc>
              <a:spcBef>
                <a:spcPts val="0"/>
              </a:spcBef>
              <a:spcAft>
                <a:spcPct val="50000"/>
              </a:spcAft>
              <a:buClr>
                <a:schemeClr val="accent1"/>
              </a:buClr>
              <a:buFont typeface="Wingdings"/>
              <a:buChar char="n"/>
              <a:defRPr lang="de-DE" sz="2000" b="0" i="0" kern="1200" dirty="0" smtClean="0">
                <a:solidFill>
                  <a:schemeClr val="tx1"/>
                </a:solidFill>
                <a:latin typeface="Arial"/>
                <a:ea typeface="+mn-ea"/>
                <a:cs typeface="+mn-cs"/>
              </a:defRPr>
            </a:lvl2pPr>
            <a:lvl3pPr marL="1143000" indent="-228600" algn="l" defTabSz="914400" rtl="0" eaLnBrk="1" latinLnBrk="0" hangingPunct="1">
              <a:lnSpc>
                <a:spcPct val="95000"/>
              </a:lnSpc>
              <a:spcBef>
                <a:spcPts val="0"/>
              </a:spcBef>
              <a:spcAft>
                <a:spcPct val="50000"/>
              </a:spcAft>
              <a:buClr>
                <a:schemeClr val="tx1"/>
              </a:buClr>
              <a:buFontTx/>
              <a:buChar char="–"/>
              <a:defRPr lang="de-DE" sz="2000" b="0" i="0" kern="1200" dirty="0" smtClean="0">
                <a:solidFill>
                  <a:schemeClr val="tx1"/>
                </a:solidFill>
                <a:latin typeface="Arial"/>
                <a:ea typeface="+mn-ea"/>
                <a:cs typeface="+mn-cs"/>
              </a:defRPr>
            </a:lvl3pPr>
            <a:lvl4pPr marL="1600200" indent="-228600" algn="l" defTabSz="914400" rtl="0" eaLnBrk="1" latinLnBrk="0" hangingPunct="1">
              <a:lnSpc>
                <a:spcPct val="95000"/>
              </a:lnSpc>
              <a:spcBef>
                <a:spcPts val="0"/>
              </a:spcBef>
              <a:spcAft>
                <a:spcPct val="50000"/>
              </a:spcAft>
              <a:buClr>
                <a:schemeClr val="tx1"/>
              </a:buClr>
              <a:buFontTx/>
              <a:buChar char="–"/>
              <a:defRPr lang="de-DE" sz="2000" b="0" i="0" kern="1200" dirty="0" smtClean="0">
                <a:solidFill>
                  <a:schemeClr val="tx1"/>
                </a:solidFill>
                <a:latin typeface="Arial"/>
                <a:ea typeface="+mn-ea"/>
                <a:cs typeface="+mn-cs"/>
              </a:defRPr>
            </a:lvl4pPr>
            <a:lvl5pPr marL="2057400" indent="-228600" algn="l" defTabSz="914400" rtl="0" eaLnBrk="1" latinLnBrk="0" hangingPunct="1">
              <a:lnSpc>
                <a:spcPct val="95000"/>
              </a:lnSpc>
              <a:spcBef>
                <a:spcPts val="0"/>
              </a:spcBef>
              <a:spcAft>
                <a:spcPct val="50000"/>
              </a:spcAft>
              <a:buClr>
                <a:schemeClr val="tx1"/>
              </a:buClr>
              <a:buFontTx/>
              <a:buChar char="–"/>
              <a:defRPr lang="de-DE" sz="2000" b="0" i="0" kern="1200" dirty="0">
                <a:solidFill>
                  <a:schemeClr val="tx1"/>
                </a:solidFill>
                <a:latin typeface="Arial"/>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180975" indent="-180975">
              <a:lnSpc>
                <a:spcPct val="110000"/>
              </a:lnSpc>
              <a:spcBef>
                <a:spcPts val="600"/>
              </a:spcBef>
              <a:spcAft>
                <a:spcPts val="0"/>
              </a:spcAft>
              <a:buFont typeface="Wingdings" panose="05000000000000000000" pitchFamily="2" charset="2"/>
              <a:buChar char="§"/>
            </a:pPr>
            <a:r>
              <a:rPr lang="en-GB" sz="1600" noProof="0" dirty="0"/>
              <a:t>Oil &amp; Gas</a:t>
            </a:r>
          </a:p>
        </p:txBody>
      </p:sp>
      <p:sp>
        <p:nvSpPr>
          <p:cNvPr id="45" name="Rechteck 44">
            <a:extLst>
              <a:ext uri="{FF2B5EF4-FFF2-40B4-BE49-F238E27FC236}">
                <a16:creationId xmlns:a16="http://schemas.microsoft.com/office/drawing/2014/main" id="{4E25B82B-C0B1-D3CC-935A-C5AFD9D9309B}"/>
              </a:ext>
            </a:extLst>
          </p:cNvPr>
          <p:cNvSpPr/>
          <p:nvPr/>
        </p:nvSpPr>
        <p:spPr>
          <a:xfrm>
            <a:off x="9587946" y="3460506"/>
            <a:ext cx="2088000" cy="80384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144000" tIns="108000" rIns="108000" bIns="108000" rtlCol="0" anchor="ctr">
            <a:spAutoFit/>
          </a:bodyPr>
          <a:lstStyle/>
          <a:p>
            <a:pPr marL="0" marR="0" lvl="0" indent="0" defTabSz="739775" eaLnBrk="0" fontAlgn="auto" latinLnBrk="0" hangingPunct="0">
              <a:lnSpc>
                <a:spcPct val="110000"/>
              </a:lnSpc>
              <a:spcAft>
                <a:spcPts val="0"/>
              </a:spcAft>
              <a:buClrTx/>
              <a:buSzTx/>
              <a:buFontTx/>
              <a:buNone/>
              <a:tabLst/>
              <a:defRPr/>
            </a:pPr>
            <a:r>
              <a:rPr kumimoji="0" lang="en-GB" b="1" i="0" u="none" strike="noStrike" kern="0" cap="none" spc="0" normalizeH="0" baseline="0" noProof="0" dirty="0">
                <a:ln>
                  <a:noFill/>
                </a:ln>
                <a:solidFill>
                  <a:schemeClr val="accent1"/>
                </a:solidFill>
                <a:effectLst/>
                <a:uLnTx/>
                <a:uFillTx/>
                <a:latin typeface="Arial" pitchFamily="34" charset="0"/>
                <a:cs typeface="Arial" pitchFamily="34" charset="0"/>
              </a:rPr>
              <a:t>Oil &amp; Gas</a:t>
            </a:r>
            <a:br>
              <a:rPr kumimoji="0" lang="en-GB" b="1" i="0" u="none" strike="noStrike" kern="0" cap="none" spc="0" normalizeH="0" baseline="0" noProof="0" dirty="0">
                <a:ln>
                  <a:noFill/>
                </a:ln>
                <a:solidFill>
                  <a:schemeClr val="accent1"/>
                </a:solidFill>
                <a:effectLst/>
                <a:uLnTx/>
                <a:uFillTx/>
                <a:latin typeface="Arial" pitchFamily="34" charset="0"/>
                <a:cs typeface="Arial" pitchFamily="34" charset="0"/>
              </a:rPr>
            </a:br>
            <a:endParaRPr kumimoji="0" lang="en-GB" b="1" i="0" u="none" strike="noStrike" kern="0" cap="none" spc="0" normalizeH="0" baseline="0" noProof="0" dirty="0">
              <a:ln>
                <a:noFill/>
              </a:ln>
              <a:solidFill>
                <a:schemeClr val="accent1"/>
              </a:solidFill>
              <a:effectLst/>
              <a:uLnTx/>
              <a:uFillTx/>
              <a:latin typeface="Arial" pitchFamily="34" charset="0"/>
              <a:cs typeface="Arial" pitchFamily="34" charset="0"/>
            </a:endParaRPr>
          </a:p>
        </p:txBody>
      </p:sp>
      <p:cxnSp>
        <p:nvCxnSpPr>
          <p:cNvPr id="46" name="Gerader Verbinder 45">
            <a:extLst>
              <a:ext uri="{FF2B5EF4-FFF2-40B4-BE49-F238E27FC236}">
                <a16:creationId xmlns:a16="http://schemas.microsoft.com/office/drawing/2014/main" id="{7FFEEDDB-B1D0-8FAA-12E4-0498D9418B83}"/>
              </a:ext>
            </a:extLst>
          </p:cNvPr>
          <p:cNvCxnSpPr>
            <a:cxnSpLocks/>
          </p:cNvCxnSpPr>
          <p:nvPr/>
        </p:nvCxnSpPr>
        <p:spPr>
          <a:xfrm>
            <a:off x="670340" y="4591466"/>
            <a:ext cx="540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2" name="Gerader Verbinder 51">
            <a:extLst>
              <a:ext uri="{FF2B5EF4-FFF2-40B4-BE49-F238E27FC236}">
                <a16:creationId xmlns:a16="http://schemas.microsoft.com/office/drawing/2014/main" id="{C7F15078-DE84-52DB-4173-4AB7EE93606E}"/>
              </a:ext>
            </a:extLst>
          </p:cNvPr>
          <p:cNvCxnSpPr>
            <a:cxnSpLocks/>
          </p:cNvCxnSpPr>
          <p:nvPr/>
        </p:nvCxnSpPr>
        <p:spPr>
          <a:xfrm>
            <a:off x="2944972" y="4591466"/>
            <a:ext cx="540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3" name="Gerader Verbinder 52">
            <a:extLst>
              <a:ext uri="{FF2B5EF4-FFF2-40B4-BE49-F238E27FC236}">
                <a16:creationId xmlns:a16="http://schemas.microsoft.com/office/drawing/2014/main" id="{BDA5727F-C2D2-F3F9-AFE5-8C60F990D094}"/>
              </a:ext>
            </a:extLst>
          </p:cNvPr>
          <p:cNvCxnSpPr>
            <a:cxnSpLocks/>
          </p:cNvCxnSpPr>
          <p:nvPr/>
        </p:nvCxnSpPr>
        <p:spPr>
          <a:xfrm>
            <a:off x="5202078" y="4591466"/>
            <a:ext cx="540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4" name="Gerader Verbinder 53">
            <a:extLst>
              <a:ext uri="{FF2B5EF4-FFF2-40B4-BE49-F238E27FC236}">
                <a16:creationId xmlns:a16="http://schemas.microsoft.com/office/drawing/2014/main" id="{F6027862-9CBA-8446-E4F4-A28A9478008F}"/>
              </a:ext>
            </a:extLst>
          </p:cNvPr>
          <p:cNvCxnSpPr>
            <a:cxnSpLocks/>
          </p:cNvCxnSpPr>
          <p:nvPr/>
        </p:nvCxnSpPr>
        <p:spPr>
          <a:xfrm>
            <a:off x="7463883" y="4591466"/>
            <a:ext cx="540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55" name="Gerader Verbinder 54">
            <a:extLst>
              <a:ext uri="{FF2B5EF4-FFF2-40B4-BE49-F238E27FC236}">
                <a16:creationId xmlns:a16="http://schemas.microsoft.com/office/drawing/2014/main" id="{B39B3B7E-7F9F-93F4-2AF9-D1DCD922D96E}"/>
              </a:ext>
            </a:extLst>
          </p:cNvPr>
          <p:cNvCxnSpPr>
            <a:cxnSpLocks/>
          </p:cNvCxnSpPr>
          <p:nvPr/>
        </p:nvCxnSpPr>
        <p:spPr>
          <a:xfrm>
            <a:off x="9742685" y="4591466"/>
            <a:ext cx="540000" cy="0"/>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Foliennummernplatzhalter 7">
            <a:extLst>
              <a:ext uri="{FF2B5EF4-FFF2-40B4-BE49-F238E27FC236}">
                <a16:creationId xmlns:a16="http://schemas.microsoft.com/office/drawing/2014/main" id="{8A5C6381-22B9-DC36-EBA6-800ED2E11C62}"/>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57</a:t>
            </a:fld>
            <a:endParaRPr lang="de-DE"/>
          </a:p>
        </p:txBody>
      </p:sp>
    </p:spTree>
    <p:extLst>
      <p:ext uri="{BB962C8B-B14F-4D97-AF65-F5344CB8AC3E}">
        <p14:creationId xmlns:p14="http://schemas.microsoft.com/office/powerpoint/2010/main" val="988839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Group 3">
            <a:extLst>
              <a:ext uri="{FF2B5EF4-FFF2-40B4-BE49-F238E27FC236}">
                <a16:creationId xmlns:a16="http://schemas.microsoft.com/office/drawing/2014/main" id="{3766C3CA-B2BF-DA0B-1BB4-3790A71CC705}"/>
              </a:ext>
            </a:extLst>
          </p:cNvPr>
          <p:cNvGrpSpPr>
            <a:grpSpLocks/>
          </p:cNvGrpSpPr>
          <p:nvPr>
            <p:custDataLst>
              <p:tags r:id="rId1"/>
            </p:custDataLst>
          </p:nvPr>
        </p:nvGrpSpPr>
        <p:grpSpPr bwMode="auto">
          <a:xfrm>
            <a:off x="-1108599" y="50110"/>
            <a:ext cx="14709460" cy="7179398"/>
            <a:chOff x="181" y="4439"/>
            <a:chExt cx="5579" cy="2723"/>
          </a:xfrm>
          <a:solidFill>
            <a:schemeClr val="bg2"/>
          </a:solidFill>
          <a:effectLst/>
        </p:grpSpPr>
        <p:sp>
          <p:nvSpPr>
            <p:cNvPr id="8" name="USA (Alaska)" descr="© INSCALE GmbH, 05.05.2010&#10;http://www.presentationload.com/">
              <a:extLst>
                <a:ext uri="{FF2B5EF4-FFF2-40B4-BE49-F238E27FC236}">
                  <a16:creationId xmlns:a16="http://schemas.microsoft.com/office/drawing/2014/main" id="{B2D0096D-2279-3407-8A77-A9EF5C66CBAB}"/>
                </a:ext>
              </a:extLst>
            </p:cNvPr>
            <p:cNvSpPr>
              <a:spLocks noEditPoints="1"/>
            </p:cNvSpPr>
            <p:nvPr/>
          </p:nvSpPr>
          <p:spPr bwMode="gray">
            <a:xfrm>
              <a:off x="181" y="4621"/>
              <a:ext cx="779" cy="338"/>
            </a:xfrm>
            <a:custGeom>
              <a:avLst/>
              <a:gdLst>
                <a:gd name="T0" fmla="*/ 2147483647 w 3072"/>
                <a:gd name="T1" fmla="*/ 2147483647 h 1332"/>
                <a:gd name="T2" fmla="*/ 2147483647 w 3072"/>
                <a:gd name="T3" fmla="*/ 2147483647 h 1332"/>
                <a:gd name="T4" fmla="*/ 2147483647 w 3072"/>
                <a:gd name="T5" fmla="*/ 2147483647 h 1332"/>
                <a:gd name="T6" fmla="*/ 2147483647 w 3072"/>
                <a:gd name="T7" fmla="*/ 2147483647 h 1332"/>
                <a:gd name="T8" fmla="*/ 2147483647 w 3072"/>
                <a:gd name="T9" fmla="*/ 2147483647 h 1332"/>
                <a:gd name="T10" fmla="*/ 2147483647 w 3072"/>
                <a:gd name="T11" fmla="*/ 2147483647 h 1332"/>
                <a:gd name="T12" fmla="*/ 2147483647 w 3072"/>
                <a:gd name="T13" fmla="*/ 2147483647 h 1332"/>
                <a:gd name="T14" fmla="*/ 2147483647 w 3072"/>
                <a:gd name="T15" fmla="*/ 2147483647 h 1332"/>
                <a:gd name="T16" fmla="*/ 2147483647 w 3072"/>
                <a:gd name="T17" fmla="*/ 2147483647 h 1332"/>
                <a:gd name="T18" fmla="*/ 2147483647 w 3072"/>
                <a:gd name="T19" fmla="*/ 2147483647 h 1332"/>
                <a:gd name="T20" fmla="*/ 2147483647 w 3072"/>
                <a:gd name="T21" fmla="*/ 2147483647 h 1332"/>
                <a:gd name="T22" fmla="*/ 2147483647 w 3072"/>
                <a:gd name="T23" fmla="*/ 0 h 1332"/>
                <a:gd name="T24" fmla="*/ 2147483647 w 3072"/>
                <a:gd name="T25" fmla="*/ 2147483647 h 1332"/>
                <a:gd name="T26" fmla="*/ 2147483647 w 3072"/>
                <a:gd name="T27" fmla="*/ 2147483647 h 1332"/>
                <a:gd name="T28" fmla="*/ 2147483647 w 3072"/>
                <a:gd name="T29" fmla="*/ 2147483647 h 1332"/>
                <a:gd name="T30" fmla="*/ 2147483647 w 3072"/>
                <a:gd name="T31" fmla="*/ 2147483647 h 1332"/>
                <a:gd name="T32" fmla="*/ 2147483647 w 3072"/>
                <a:gd name="T33" fmla="*/ 2147483647 h 1332"/>
                <a:gd name="T34" fmla="*/ 2147483647 w 3072"/>
                <a:gd name="T35" fmla="*/ 2147483647 h 1332"/>
                <a:gd name="T36" fmla="*/ 2147483647 w 3072"/>
                <a:gd name="T37" fmla="*/ 2147483647 h 1332"/>
                <a:gd name="T38" fmla="*/ 2147483647 w 3072"/>
                <a:gd name="T39" fmla="*/ 2147483647 h 1332"/>
                <a:gd name="T40" fmla="*/ 2147483647 w 3072"/>
                <a:gd name="T41" fmla="*/ 2147483647 h 1332"/>
                <a:gd name="T42" fmla="*/ 2147483647 w 3072"/>
                <a:gd name="T43" fmla="*/ 2147483647 h 1332"/>
                <a:gd name="T44" fmla="*/ 2147483647 w 3072"/>
                <a:gd name="T45" fmla="*/ 2147483647 h 1332"/>
                <a:gd name="T46" fmla="*/ 2147483647 w 3072"/>
                <a:gd name="T47" fmla="*/ 2147483647 h 1332"/>
                <a:gd name="T48" fmla="*/ 2147483647 w 3072"/>
                <a:gd name="T49" fmla="*/ 2147483647 h 1332"/>
                <a:gd name="T50" fmla="*/ 2147483647 w 3072"/>
                <a:gd name="T51" fmla="*/ 2147483647 h 1332"/>
                <a:gd name="T52" fmla="*/ 2147483647 w 3072"/>
                <a:gd name="T53" fmla="*/ 2147483647 h 1332"/>
                <a:gd name="T54" fmla="*/ 2147483647 w 3072"/>
                <a:gd name="T55" fmla="*/ 2147483647 h 1332"/>
                <a:gd name="T56" fmla="*/ 2147483647 w 3072"/>
                <a:gd name="T57" fmla="*/ 2147483647 h 1332"/>
                <a:gd name="T58" fmla="*/ 2147483647 w 3072"/>
                <a:gd name="T59" fmla="*/ 2147483647 h 1332"/>
                <a:gd name="T60" fmla="*/ 2147483647 w 3072"/>
                <a:gd name="T61" fmla="*/ 2147483647 h 1332"/>
                <a:gd name="T62" fmla="*/ 2147483647 w 3072"/>
                <a:gd name="T63" fmla="*/ 2147483647 h 1332"/>
                <a:gd name="T64" fmla="*/ 2147483647 w 3072"/>
                <a:gd name="T65" fmla="*/ 2147483647 h 1332"/>
                <a:gd name="T66" fmla="*/ 2147483647 w 3072"/>
                <a:gd name="T67" fmla="*/ 2147483647 h 1332"/>
                <a:gd name="T68" fmla="*/ 2147483647 w 3072"/>
                <a:gd name="T69" fmla="*/ 2147483647 h 1332"/>
                <a:gd name="T70" fmla="*/ 2147483647 w 3072"/>
                <a:gd name="T71" fmla="*/ 2147483647 h 1332"/>
                <a:gd name="T72" fmla="*/ 2147483647 w 3072"/>
                <a:gd name="T73" fmla="*/ 2147483647 h 1332"/>
                <a:gd name="T74" fmla="*/ 2147483647 w 3072"/>
                <a:gd name="T75" fmla="*/ 2147483647 h 1332"/>
                <a:gd name="T76" fmla="*/ 2147483647 w 3072"/>
                <a:gd name="T77" fmla="*/ 2147483647 h 1332"/>
                <a:gd name="T78" fmla="*/ 2147483647 w 3072"/>
                <a:gd name="T79" fmla="*/ 2147483647 h 1332"/>
                <a:gd name="T80" fmla="*/ 2147483647 w 3072"/>
                <a:gd name="T81" fmla="*/ 2147483647 h 1332"/>
                <a:gd name="T82" fmla="*/ 2147483647 w 3072"/>
                <a:gd name="T83" fmla="*/ 2147483647 h 1332"/>
                <a:gd name="T84" fmla="*/ 2147483647 w 3072"/>
                <a:gd name="T85" fmla="*/ 2147483647 h 1332"/>
                <a:gd name="T86" fmla="*/ 2147483647 w 3072"/>
                <a:gd name="T87" fmla="*/ 2147483647 h 1332"/>
                <a:gd name="T88" fmla="*/ 2147483647 w 3072"/>
                <a:gd name="T89" fmla="*/ 2147483647 h 1332"/>
                <a:gd name="T90" fmla="*/ 2147483647 w 3072"/>
                <a:gd name="T91" fmla="*/ 2147483647 h 1332"/>
                <a:gd name="T92" fmla="*/ 2147483647 w 3072"/>
                <a:gd name="T93" fmla="*/ 2147483647 h 1332"/>
                <a:gd name="T94" fmla="*/ 2147483647 w 3072"/>
                <a:gd name="T95" fmla="*/ 2147483647 h 1332"/>
                <a:gd name="T96" fmla="*/ 2147483647 w 3072"/>
                <a:gd name="T97" fmla="*/ 2147483647 h 1332"/>
                <a:gd name="T98" fmla="*/ 2147483647 w 3072"/>
                <a:gd name="T99" fmla="*/ 2147483647 h 1332"/>
                <a:gd name="T100" fmla="*/ 2147483647 w 3072"/>
                <a:gd name="T101" fmla="*/ 2147483647 h 1332"/>
                <a:gd name="T102" fmla="*/ 2147483647 w 3072"/>
                <a:gd name="T103" fmla="*/ 2147483647 h 1332"/>
                <a:gd name="T104" fmla="*/ 2147483647 w 3072"/>
                <a:gd name="T105" fmla="*/ 2147483647 h 1332"/>
                <a:gd name="T106" fmla="*/ 2147483647 w 3072"/>
                <a:gd name="T107" fmla="*/ 2147483647 h 1332"/>
                <a:gd name="T108" fmla="*/ 2147483647 w 3072"/>
                <a:gd name="T109" fmla="*/ 2147483647 h 1332"/>
                <a:gd name="T110" fmla="*/ 2147483647 w 3072"/>
                <a:gd name="T111" fmla="*/ 2147483647 h 1332"/>
                <a:gd name="T112" fmla="*/ 2147483647 w 3072"/>
                <a:gd name="T113" fmla="*/ 2147483647 h 1332"/>
                <a:gd name="T114" fmla="*/ 2147483647 w 3072"/>
                <a:gd name="T115" fmla="*/ 2147483647 h 1332"/>
                <a:gd name="T116" fmla="*/ 2147483647 w 3072"/>
                <a:gd name="T117" fmla="*/ 2147483647 h 1332"/>
                <a:gd name="T118" fmla="*/ 2147483647 w 3072"/>
                <a:gd name="T119" fmla="*/ 2147483647 h 1332"/>
                <a:gd name="T120" fmla="*/ 2147483647 w 3072"/>
                <a:gd name="T121" fmla="*/ 2147483647 h 133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072"/>
                <a:gd name="T184" fmla="*/ 0 h 1332"/>
                <a:gd name="T185" fmla="*/ 3072 w 3072"/>
                <a:gd name="T186" fmla="*/ 1332 h 133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072" h="1332">
                  <a:moveTo>
                    <a:pt x="2454" y="930"/>
                  </a:moveTo>
                  <a:lnTo>
                    <a:pt x="2418" y="966"/>
                  </a:lnTo>
                  <a:lnTo>
                    <a:pt x="2400" y="1002"/>
                  </a:lnTo>
                  <a:lnTo>
                    <a:pt x="2412" y="1002"/>
                  </a:lnTo>
                  <a:lnTo>
                    <a:pt x="2448" y="984"/>
                  </a:lnTo>
                  <a:lnTo>
                    <a:pt x="2460" y="972"/>
                  </a:lnTo>
                  <a:lnTo>
                    <a:pt x="2460" y="954"/>
                  </a:lnTo>
                  <a:lnTo>
                    <a:pt x="2472" y="942"/>
                  </a:lnTo>
                  <a:lnTo>
                    <a:pt x="2460" y="930"/>
                  </a:lnTo>
                  <a:lnTo>
                    <a:pt x="2454" y="930"/>
                  </a:lnTo>
                  <a:close/>
                  <a:moveTo>
                    <a:pt x="2400" y="930"/>
                  </a:moveTo>
                  <a:lnTo>
                    <a:pt x="2388" y="930"/>
                  </a:lnTo>
                  <a:lnTo>
                    <a:pt x="2376" y="936"/>
                  </a:lnTo>
                  <a:lnTo>
                    <a:pt x="2364" y="948"/>
                  </a:lnTo>
                  <a:lnTo>
                    <a:pt x="2364" y="954"/>
                  </a:lnTo>
                  <a:lnTo>
                    <a:pt x="2370" y="966"/>
                  </a:lnTo>
                  <a:lnTo>
                    <a:pt x="2376" y="972"/>
                  </a:lnTo>
                  <a:lnTo>
                    <a:pt x="2406" y="972"/>
                  </a:lnTo>
                  <a:lnTo>
                    <a:pt x="2412" y="960"/>
                  </a:lnTo>
                  <a:lnTo>
                    <a:pt x="2418" y="954"/>
                  </a:lnTo>
                  <a:lnTo>
                    <a:pt x="2418" y="942"/>
                  </a:lnTo>
                  <a:lnTo>
                    <a:pt x="2406" y="936"/>
                  </a:lnTo>
                  <a:lnTo>
                    <a:pt x="2400" y="930"/>
                  </a:lnTo>
                  <a:close/>
                  <a:moveTo>
                    <a:pt x="2316" y="1188"/>
                  </a:moveTo>
                  <a:lnTo>
                    <a:pt x="2328" y="1188"/>
                  </a:lnTo>
                  <a:lnTo>
                    <a:pt x="2340" y="1152"/>
                  </a:lnTo>
                  <a:lnTo>
                    <a:pt x="2322" y="1158"/>
                  </a:lnTo>
                  <a:lnTo>
                    <a:pt x="2316" y="1188"/>
                  </a:lnTo>
                  <a:close/>
                  <a:moveTo>
                    <a:pt x="2388" y="1074"/>
                  </a:moveTo>
                  <a:lnTo>
                    <a:pt x="2370" y="1086"/>
                  </a:lnTo>
                  <a:lnTo>
                    <a:pt x="2382" y="1098"/>
                  </a:lnTo>
                  <a:lnTo>
                    <a:pt x="2388" y="1098"/>
                  </a:lnTo>
                  <a:lnTo>
                    <a:pt x="2382" y="1104"/>
                  </a:lnTo>
                  <a:lnTo>
                    <a:pt x="2376" y="1104"/>
                  </a:lnTo>
                  <a:lnTo>
                    <a:pt x="2364" y="1116"/>
                  </a:lnTo>
                  <a:lnTo>
                    <a:pt x="2358" y="1116"/>
                  </a:lnTo>
                  <a:lnTo>
                    <a:pt x="2352" y="1122"/>
                  </a:lnTo>
                  <a:lnTo>
                    <a:pt x="2352" y="1152"/>
                  </a:lnTo>
                  <a:lnTo>
                    <a:pt x="2358" y="1164"/>
                  </a:lnTo>
                  <a:lnTo>
                    <a:pt x="2358" y="1188"/>
                  </a:lnTo>
                  <a:lnTo>
                    <a:pt x="2370" y="1182"/>
                  </a:lnTo>
                  <a:lnTo>
                    <a:pt x="2376" y="1170"/>
                  </a:lnTo>
                  <a:lnTo>
                    <a:pt x="2388" y="1164"/>
                  </a:lnTo>
                  <a:lnTo>
                    <a:pt x="2394" y="1158"/>
                  </a:lnTo>
                  <a:lnTo>
                    <a:pt x="2394" y="1146"/>
                  </a:lnTo>
                  <a:lnTo>
                    <a:pt x="2382" y="1134"/>
                  </a:lnTo>
                  <a:lnTo>
                    <a:pt x="2394" y="1134"/>
                  </a:lnTo>
                  <a:lnTo>
                    <a:pt x="2412" y="1116"/>
                  </a:lnTo>
                  <a:lnTo>
                    <a:pt x="2412" y="1098"/>
                  </a:lnTo>
                  <a:lnTo>
                    <a:pt x="2388" y="1074"/>
                  </a:lnTo>
                  <a:close/>
                  <a:moveTo>
                    <a:pt x="2562" y="1080"/>
                  </a:moveTo>
                  <a:lnTo>
                    <a:pt x="2550" y="1080"/>
                  </a:lnTo>
                  <a:lnTo>
                    <a:pt x="2550" y="1074"/>
                  </a:lnTo>
                  <a:lnTo>
                    <a:pt x="2544" y="1068"/>
                  </a:lnTo>
                  <a:lnTo>
                    <a:pt x="2538" y="1068"/>
                  </a:lnTo>
                  <a:lnTo>
                    <a:pt x="2532" y="1062"/>
                  </a:lnTo>
                  <a:lnTo>
                    <a:pt x="2520" y="1056"/>
                  </a:lnTo>
                  <a:lnTo>
                    <a:pt x="2514" y="1050"/>
                  </a:lnTo>
                  <a:lnTo>
                    <a:pt x="2514" y="1044"/>
                  </a:lnTo>
                  <a:lnTo>
                    <a:pt x="2520" y="1032"/>
                  </a:lnTo>
                  <a:lnTo>
                    <a:pt x="2520" y="1020"/>
                  </a:lnTo>
                  <a:lnTo>
                    <a:pt x="2526" y="1008"/>
                  </a:lnTo>
                  <a:lnTo>
                    <a:pt x="2532" y="1002"/>
                  </a:lnTo>
                  <a:lnTo>
                    <a:pt x="2532" y="960"/>
                  </a:lnTo>
                  <a:lnTo>
                    <a:pt x="2550" y="924"/>
                  </a:lnTo>
                  <a:lnTo>
                    <a:pt x="2550" y="906"/>
                  </a:lnTo>
                  <a:lnTo>
                    <a:pt x="2544" y="894"/>
                  </a:lnTo>
                  <a:lnTo>
                    <a:pt x="2526" y="876"/>
                  </a:lnTo>
                  <a:lnTo>
                    <a:pt x="2538" y="864"/>
                  </a:lnTo>
                  <a:lnTo>
                    <a:pt x="2538" y="834"/>
                  </a:lnTo>
                  <a:lnTo>
                    <a:pt x="2544" y="828"/>
                  </a:lnTo>
                  <a:lnTo>
                    <a:pt x="2550" y="828"/>
                  </a:lnTo>
                  <a:lnTo>
                    <a:pt x="2556" y="822"/>
                  </a:lnTo>
                  <a:lnTo>
                    <a:pt x="2550" y="816"/>
                  </a:lnTo>
                  <a:lnTo>
                    <a:pt x="2532" y="810"/>
                  </a:lnTo>
                  <a:lnTo>
                    <a:pt x="2520" y="810"/>
                  </a:lnTo>
                  <a:lnTo>
                    <a:pt x="2502" y="816"/>
                  </a:lnTo>
                  <a:lnTo>
                    <a:pt x="2490" y="816"/>
                  </a:lnTo>
                  <a:lnTo>
                    <a:pt x="2484" y="822"/>
                  </a:lnTo>
                  <a:lnTo>
                    <a:pt x="2478" y="822"/>
                  </a:lnTo>
                  <a:lnTo>
                    <a:pt x="2478" y="834"/>
                  </a:lnTo>
                  <a:lnTo>
                    <a:pt x="2460" y="834"/>
                  </a:lnTo>
                  <a:lnTo>
                    <a:pt x="2454" y="840"/>
                  </a:lnTo>
                  <a:lnTo>
                    <a:pt x="2442" y="846"/>
                  </a:lnTo>
                  <a:lnTo>
                    <a:pt x="2430" y="846"/>
                  </a:lnTo>
                  <a:lnTo>
                    <a:pt x="2418" y="852"/>
                  </a:lnTo>
                  <a:lnTo>
                    <a:pt x="2406" y="852"/>
                  </a:lnTo>
                  <a:lnTo>
                    <a:pt x="2400" y="858"/>
                  </a:lnTo>
                  <a:lnTo>
                    <a:pt x="2394" y="858"/>
                  </a:lnTo>
                  <a:lnTo>
                    <a:pt x="2388" y="864"/>
                  </a:lnTo>
                  <a:lnTo>
                    <a:pt x="2376" y="870"/>
                  </a:lnTo>
                  <a:lnTo>
                    <a:pt x="2370" y="876"/>
                  </a:lnTo>
                  <a:lnTo>
                    <a:pt x="2364" y="876"/>
                  </a:lnTo>
                  <a:lnTo>
                    <a:pt x="2364" y="864"/>
                  </a:lnTo>
                  <a:lnTo>
                    <a:pt x="2382" y="846"/>
                  </a:lnTo>
                  <a:lnTo>
                    <a:pt x="2376" y="840"/>
                  </a:lnTo>
                  <a:lnTo>
                    <a:pt x="2364" y="834"/>
                  </a:lnTo>
                  <a:lnTo>
                    <a:pt x="2358" y="828"/>
                  </a:lnTo>
                  <a:lnTo>
                    <a:pt x="2358" y="810"/>
                  </a:lnTo>
                  <a:lnTo>
                    <a:pt x="2352" y="798"/>
                  </a:lnTo>
                  <a:lnTo>
                    <a:pt x="2352" y="792"/>
                  </a:lnTo>
                  <a:lnTo>
                    <a:pt x="2376" y="768"/>
                  </a:lnTo>
                  <a:lnTo>
                    <a:pt x="2340" y="768"/>
                  </a:lnTo>
                  <a:lnTo>
                    <a:pt x="2328" y="780"/>
                  </a:lnTo>
                  <a:lnTo>
                    <a:pt x="2274" y="780"/>
                  </a:lnTo>
                  <a:lnTo>
                    <a:pt x="2274" y="768"/>
                  </a:lnTo>
                  <a:lnTo>
                    <a:pt x="2280" y="756"/>
                  </a:lnTo>
                  <a:lnTo>
                    <a:pt x="2292" y="750"/>
                  </a:lnTo>
                  <a:lnTo>
                    <a:pt x="2298" y="744"/>
                  </a:lnTo>
                  <a:lnTo>
                    <a:pt x="3072" y="108"/>
                  </a:lnTo>
                  <a:lnTo>
                    <a:pt x="3054" y="108"/>
                  </a:lnTo>
                  <a:lnTo>
                    <a:pt x="3054" y="102"/>
                  </a:lnTo>
                  <a:lnTo>
                    <a:pt x="3048" y="90"/>
                  </a:lnTo>
                  <a:lnTo>
                    <a:pt x="3036" y="84"/>
                  </a:lnTo>
                  <a:lnTo>
                    <a:pt x="3030" y="78"/>
                  </a:lnTo>
                  <a:lnTo>
                    <a:pt x="3012" y="78"/>
                  </a:lnTo>
                  <a:lnTo>
                    <a:pt x="2988" y="84"/>
                  </a:lnTo>
                  <a:lnTo>
                    <a:pt x="2964" y="84"/>
                  </a:lnTo>
                  <a:lnTo>
                    <a:pt x="2928" y="96"/>
                  </a:lnTo>
                  <a:lnTo>
                    <a:pt x="2916" y="96"/>
                  </a:lnTo>
                  <a:lnTo>
                    <a:pt x="2892" y="84"/>
                  </a:lnTo>
                  <a:lnTo>
                    <a:pt x="2886" y="78"/>
                  </a:lnTo>
                  <a:lnTo>
                    <a:pt x="2874" y="72"/>
                  </a:lnTo>
                  <a:lnTo>
                    <a:pt x="2784" y="72"/>
                  </a:lnTo>
                  <a:lnTo>
                    <a:pt x="2772" y="66"/>
                  </a:lnTo>
                  <a:lnTo>
                    <a:pt x="2766" y="60"/>
                  </a:lnTo>
                  <a:lnTo>
                    <a:pt x="2748" y="60"/>
                  </a:lnTo>
                  <a:lnTo>
                    <a:pt x="2736" y="54"/>
                  </a:lnTo>
                  <a:lnTo>
                    <a:pt x="2598" y="54"/>
                  </a:lnTo>
                  <a:lnTo>
                    <a:pt x="2598" y="42"/>
                  </a:lnTo>
                  <a:lnTo>
                    <a:pt x="2604" y="36"/>
                  </a:lnTo>
                  <a:lnTo>
                    <a:pt x="2592" y="36"/>
                  </a:lnTo>
                  <a:lnTo>
                    <a:pt x="2574" y="30"/>
                  </a:lnTo>
                  <a:lnTo>
                    <a:pt x="2562" y="30"/>
                  </a:lnTo>
                  <a:lnTo>
                    <a:pt x="2550" y="24"/>
                  </a:lnTo>
                  <a:lnTo>
                    <a:pt x="2532" y="24"/>
                  </a:lnTo>
                  <a:lnTo>
                    <a:pt x="2520" y="30"/>
                  </a:lnTo>
                  <a:lnTo>
                    <a:pt x="2496" y="30"/>
                  </a:lnTo>
                  <a:lnTo>
                    <a:pt x="2490" y="36"/>
                  </a:lnTo>
                  <a:lnTo>
                    <a:pt x="2484" y="36"/>
                  </a:lnTo>
                  <a:lnTo>
                    <a:pt x="2514" y="0"/>
                  </a:lnTo>
                  <a:lnTo>
                    <a:pt x="2430" y="36"/>
                  </a:lnTo>
                  <a:lnTo>
                    <a:pt x="2460" y="0"/>
                  </a:lnTo>
                  <a:lnTo>
                    <a:pt x="2430" y="0"/>
                  </a:lnTo>
                  <a:lnTo>
                    <a:pt x="2418" y="6"/>
                  </a:lnTo>
                  <a:lnTo>
                    <a:pt x="2412" y="12"/>
                  </a:lnTo>
                  <a:lnTo>
                    <a:pt x="2358" y="30"/>
                  </a:lnTo>
                  <a:lnTo>
                    <a:pt x="2232" y="30"/>
                  </a:lnTo>
                  <a:lnTo>
                    <a:pt x="2214" y="36"/>
                  </a:lnTo>
                  <a:lnTo>
                    <a:pt x="2208" y="42"/>
                  </a:lnTo>
                  <a:lnTo>
                    <a:pt x="2184" y="54"/>
                  </a:lnTo>
                  <a:lnTo>
                    <a:pt x="2172" y="54"/>
                  </a:lnTo>
                  <a:lnTo>
                    <a:pt x="2166" y="60"/>
                  </a:lnTo>
                  <a:lnTo>
                    <a:pt x="2046" y="60"/>
                  </a:lnTo>
                  <a:lnTo>
                    <a:pt x="2004" y="72"/>
                  </a:lnTo>
                  <a:lnTo>
                    <a:pt x="1956" y="102"/>
                  </a:lnTo>
                  <a:lnTo>
                    <a:pt x="1902" y="132"/>
                  </a:lnTo>
                  <a:lnTo>
                    <a:pt x="1854" y="144"/>
                  </a:lnTo>
                  <a:lnTo>
                    <a:pt x="1758" y="156"/>
                  </a:lnTo>
                  <a:lnTo>
                    <a:pt x="1722" y="162"/>
                  </a:lnTo>
                  <a:lnTo>
                    <a:pt x="1704" y="162"/>
                  </a:lnTo>
                  <a:lnTo>
                    <a:pt x="1698" y="168"/>
                  </a:lnTo>
                  <a:lnTo>
                    <a:pt x="1644" y="186"/>
                  </a:lnTo>
                  <a:lnTo>
                    <a:pt x="1632" y="192"/>
                  </a:lnTo>
                  <a:lnTo>
                    <a:pt x="1620" y="192"/>
                  </a:lnTo>
                  <a:lnTo>
                    <a:pt x="1620" y="198"/>
                  </a:lnTo>
                  <a:lnTo>
                    <a:pt x="1626" y="204"/>
                  </a:lnTo>
                  <a:lnTo>
                    <a:pt x="1638" y="210"/>
                  </a:lnTo>
                  <a:lnTo>
                    <a:pt x="1650" y="222"/>
                  </a:lnTo>
                  <a:lnTo>
                    <a:pt x="1656" y="222"/>
                  </a:lnTo>
                  <a:lnTo>
                    <a:pt x="1662" y="234"/>
                  </a:lnTo>
                  <a:lnTo>
                    <a:pt x="1662" y="240"/>
                  </a:lnTo>
                  <a:lnTo>
                    <a:pt x="1668" y="252"/>
                  </a:lnTo>
                  <a:lnTo>
                    <a:pt x="1668" y="264"/>
                  </a:lnTo>
                  <a:lnTo>
                    <a:pt x="1662" y="264"/>
                  </a:lnTo>
                  <a:lnTo>
                    <a:pt x="1650" y="270"/>
                  </a:lnTo>
                  <a:lnTo>
                    <a:pt x="1644" y="282"/>
                  </a:lnTo>
                  <a:lnTo>
                    <a:pt x="1734" y="282"/>
                  </a:lnTo>
                  <a:lnTo>
                    <a:pt x="1704" y="318"/>
                  </a:lnTo>
                  <a:lnTo>
                    <a:pt x="1770" y="318"/>
                  </a:lnTo>
                  <a:lnTo>
                    <a:pt x="1764" y="336"/>
                  </a:lnTo>
                  <a:lnTo>
                    <a:pt x="1710" y="336"/>
                  </a:lnTo>
                  <a:lnTo>
                    <a:pt x="1698" y="348"/>
                  </a:lnTo>
                  <a:lnTo>
                    <a:pt x="1632" y="348"/>
                  </a:lnTo>
                  <a:lnTo>
                    <a:pt x="1614" y="354"/>
                  </a:lnTo>
                  <a:lnTo>
                    <a:pt x="1560" y="354"/>
                  </a:lnTo>
                  <a:lnTo>
                    <a:pt x="1554" y="348"/>
                  </a:lnTo>
                  <a:lnTo>
                    <a:pt x="1548" y="348"/>
                  </a:lnTo>
                  <a:lnTo>
                    <a:pt x="1554" y="342"/>
                  </a:lnTo>
                  <a:lnTo>
                    <a:pt x="1560" y="342"/>
                  </a:lnTo>
                  <a:lnTo>
                    <a:pt x="1572" y="330"/>
                  </a:lnTo>
                  <a:lnTo>
                    <a:pt x="1566" y="324"/>
                  </a:lnTo>
                  <a:lnTo>
                    <a:pt x="1458" y="324"/>
                  </a:lnTo>
                  <a:lnTo>
                    <a:pt x="1452" y="330"/>
                  </a:lnTo>
                  <a:lnTo>
                    <a:pt x="1452" y="348"/>
                  </a:lnTo>
                  <a:lnTo>
                    <a:pt x="1434" y="348"/>
                  </a:lnTo>
                  <a:lnTo>
                    <a:pt x="1422" y="354"/>
                  </a:lnTo>
                  <a:lnTo>
                    <a:pt x="1404" y="354"/>
                  </a:lnTo>
                  <a:lnTo>
                    <a:pt x="1386" y="360"/>
                  </a:lnTo>
                  <a:lnTo>
                    <a:pt x="1338" y="360"/>
                  </a:lnTo>
                  <a:lnTo>
                    <a:pt x="1308" y="366"/>
                  </a:lnTo>
                  <a:lnTo>
                    <a:pt x="1254" y="384"/>
                  </a:lnTo>
                  <a:lnTo>
                    <a:pt x="1254" y="390"/>
                  </a:lnTo>
                  <a:lnTo>
                    <a:pt x="1272" y="396"/>
                  </a:lnTo>
                  <a:lnTo>
                    <a:pt x="1284" y="402"/>
                  </a:lnTo>
                  <a:lnTo>
                    <a:pt x="1314" y="402"/>
                  </a:lnTo>
                  <a:lnTo>
                    <a:pt x="1272" y="420"/>
                  </a:lnTo>
                  <a:lnTo>
                    <a:pt x="1260" y="462"/>
                  </a:lnTo>
                  <a:lnTo>
                    <a:pt x="1272" y="462"/>
                  </a:lnTo>
                  <a:lnTo>
                    <a:pt x="1290" y="468"/>
                  </a:lnTo>
                  <a:lnTo>
                    <a:pt x="1338" y="468"/>
                  </a:lnTo>
                  <a:lnTo>
                    <a:pt x="1350" y="462"/>
                  </a:lnTo>
                  <a:lnTo>
                    <a:pt x="1362" y="462"/>
                  </a:lnTo>
                  <a:lnTo>
                    <a:pt x="1410" y="474"/>
                  </a:lnTo>
                  <a:lnTo>
                    <a:pt x="1422" y="456"/>
                  </a:lnTo>
                  <a:lnTo>
                    <a:pt x="1434" y="474"/>
                  </a:lnTo>
                  <a:lnTo>
                    <a:pt x="1446" y="468"/>
                  </a:lnTo>
                  <a:lnTo>
                    <a:pt x="1452" y="462"/>
                  </a:lnTo>
                  <a:lnTo>
                    <a:pt x="1476" y="450"/>
                  </a:lnTo>
                  <a:lnTo>
                    <a:pt x="1482" y="444"/>
                  </a:lnTo>
                  <a:lnTo>
                    <a:pt x="1494" y="444"/>
                  </a:lnTo>
                  <a:lnTo>
                    <a:pt x="1506" y="450"/>
                  </a:lnTo>
                  <a:lnTo>
                    <a:pt x="1524" y="450"/>
                  </a:lnTo>
                  <a:lnTo>
                    <a:pt x="1536" y="444"/>
                  </a:lnTo>
                  <a:lnTo>
                    <a:pt x="1542" y="438"/>
                  </a:lnTo>
                  <a:lnTo>
                    <a:pt x="1554" y="432"/>
                  </a:lnTo>
                  <a:lnTo>
                    <a:pt x="1560" y="432"/>
                  </a:lnTo>
                  <a:lnTo>
                    <a:pt x="1566" y="426"/>
                  </a:lnTo>
                  <a:lnTo>
                    <a:pt x="1566" y="450"/>
                  </a:lnTo>
                  <a:lnTo>
                    <a:pt x="1560" y="462"/>
                  </a:lnTo>
                  <a:lnTo>
                    <a:pt x="1554" y="468"/>
                  </a:lnTo>
                  <a:lnTo>
                    <a:pt x="1500" y="468"/>
                  </a:lnTo>
                  <a:lnTo>
                    <a:pt x="1506" y="498"/>
                  </a:lnTo>
                  <a:lnTo>
                    <a:pt x="1494" y="504"/>
                  </a:lnTo>
                  <a:lnTo>
                    <a:pt x="1488" y="516"/>
                  </a:lnTo>
                  <a:lnTo>
                    <a:pt x="1476" y="522"/>
                  </a:lnTo>
                  <a:lnTo>
                    <a:pt x="1464" y="534"/>
                  </a:lnTo>
                  <a:lnTo>
                    <a:pt x="1446" y="540"/>
                  </a:lnTo>
                  <a:lnTo>
                    <a:pt x="1380" y="540"/>
                  </a:lnTo>
                  <a:lnTo>
                    <a:pt x="1362" y="522"/>
                  </a:lnTo>
                  <a:lnTo>
                    <a:pt x="1344" y="534"/>
                  </a:lnTo>
                  <a:lnTo>
                    <a:pt x="1344" y="546"/>
                  </a:lnTo>
                  <a:lnTo>
                    <a:pt x="1338" y="546"/>
                  </a:lnTo>
                  <a:lnTo>
                    <a:pt x="1332" y="552"/>
                  </a:lnTo>
                  <a:lnTo>
                    <a:pt x="1320" y="558"/>
                  </a:lnTo>
                  <a:lnTo>
                    <a:pt x="1302" y="564"/>
                  </a:lnTo>
                  <a:lnTo>
                    <a:pt x="1290" y="570"/>
                  </a:lnTo>
                  <a:lnTo>
                    <a:pt x="1266" y="570"/>
                  </a:lnTo>
                  <a:lnTo>
                    <a:pt x="1242" y="558"/>
                  </a:lnTo>
                  <a:lnTo>
                    <a:pt x="1236" y="558"/>
                  </a:lnTo>
                  <a:lnTo>
                    <a:pt x="1140" y="606"/>
                  </a:lnTo>
                  <a:lnTo>
                    <a:pt x="1122" y="624"/>
                  </a:lnTo>
                  <a:lnTo>
                    <a:pt x="1116" y="606"/>
                  </a:lnTo>
                  <a:lnTo>
                    <a:pt x="1080" y="624"/>
                  </a:lnTo>
                  <a:lnTo>
                    <a:pt x="1068" y="624"/>
                  </a:lnTo>
                  <a:lnTo>
                    <a:pt x="1044" y="636"/>
                  </a:lnTo>
                  <a:lnTo>
                    <a:pt x="1020" y="660"/>
                  </a:lnTo>
                  <a:lnTo>
                    <a:pt x="990" y="648"/>
                  </a:lnTo>
                  <a:lnTo>
                    <a:pt x="990" y="672"/>
                  </a:lnTo>
                  <a:lnTo>
                    <a:pt x="984" y="666"/>
                  </a:lnTo>
                  <a:lnTo>
                    <a:pt x="972" y="666"/>
                  </a:lnTo>
                  <a:lnTo>
                    <a:pt x="966" y="672"/>
                  </a:lnTo>
                  <a:lnTo>
                    <a:pt x="966" y="690"/>
                  </a:lnTo>
                  <a:lnTo>
                    <a:pt x="954" y="708"/>
                  </a:lnTo>
                  <a:lnTo>
                    <a:pt x="1014" y="684"/>
                  </a:lnTo>
                  <a:lnTo>
                    <a:pt x="990" y="702"/>
                  </a:lnTo>
                  <a:lnTo>
                    <a:pt x="990" y="714"/>
                  </a:lnTo>
                  <a:lnTo>
                    <a:pt x="972" y="726"/>
                  </a:lnTo>
                  <a:lnTo>
                    <a:pt x="1026" y="726"/>
                  </a:lnTo>
                  <a:lnTo>
                    <a:pt x="1032" y="732"/>
                  </a:lnTo>
                  <a:lnTo>
                    <a:pt x="1032" y="738"/>
                  </a:lnTo>
                  <a:lnTo>
                    <a:pt x="1020" y="744"/>
                  </a:lnTo>
                  <a:lnTo>
                    <a:pt x="984" y="744"/>
                  </a:lnTo>
                  <a:lnTo>
                    <a:pt x="960" y="750"/>
                  </a:lnTo>
                  <a:lnTo>
                    <a:pt x="972" y="738"/>
                  </a:lnTo>
                  <a:lnTo>
                    <a:pt x="960" y="732"/>
                  </a:lnTo>
                  <a:lnTo>
                    <a:pt x="954" y="732"/>
                  </a:lnTo>
                  <a:lnTo>
                    <a:pt x="948" y="738"/>
                  </a:lnTo>
                  <a:lnTo>
                    <a:pt x="936" y="744"/>
                  </a:lnTo>
                  <a:lnTo>
                    <a:pt x="930" y="750"/>
                  </a:lnTo>
                  <a:lnTo>
                    <a:pt x="924" y="750"/>
                  </a:lnTo>
                  <a:lnTo>
                    <a:pt x="918" y="756"/>
                  </a:lnTo>
                  <a:lnTo>
                    <a:pt x="924" y="756"/>
                  </a:lnTo>
                  <a:lnTo>
                    <a:pt x="930" y="762"/>
                  </a:lnTo>
                  <a:lnTo>
                    <a:pt x="930" y="768"/>
                  </a:lnTo>
                  <a:lnTo>
                    <a:pt x="924" y="774"/>
                  </a:lnTo>
                  <a:lnTo>
                    <a:pt x="924" y="780"/>
                  </a:lnTo>
                  <a:lnTo>
                    <a:pt x="918" y="792"/>
                  </a:lnTo>
                  <a:lnTo>
                    <a:pt x="918" y="804"/>
                  </a:lnTo>
                  <a:lnTo>
                    <a:pt x="990" y="804"/>
                  </a:lnTo>
                  <a:lnTo>
                    <a:pt x="1038" y="774"/>
                  </a:lnTo>
                  <a:lnTo>
                    <a:pt x="1104" y="750"/>
                  </a:lnTo>
                  <a:lnTo>
                    <a:pt x="1098" y="750"/>
                  </a:lnTo>
                  <a:lnTo>
                    <a:pt x="1092" y="756"/>
                  </a:lnTo>
                  <a:lnTo>
                    <a:pt x="1080" y="762"/>
                  </a:lnTo>
                  <a:lnTo>
                    <a:pt x="1062" y="768"/>
                  </a:lnTo>
                  <a:lnTo>
                    <a:pt x="1050" y="780"/>
                  </a:lnTo>
                  <a:lnTo>
                    <a:pt x="1038" y="786"/>
                  </a:lnTo>
                  <a:lnTo>
                    <a:pt x="1026" y="798"/>
                  </a:lnTo>
                  <a:lnTo>
                    <a:pt x="1026" y="816"/>
                  </a:lnTo>
                  <a:lnTo>
                    <a:pt x="1020" y="828"/>
                  </a:lnTo>
                  <a:lnTo>
                    <a:pt x="990" y="828"/>
                  </a:lnTo>
                  <a:lnTo>
                    <a:pt x="978" y="834"/>
                  </a:lnTo>
                  <a:lnTo>
                    <a:pt x="972" y="852"/>
                  </a:lnTo>
                  <a:lnTo>
                    <a:pt x="966" y="864"/>
                  </a:lnTo>
                  <a:lnTo>
                    <a:pt x="954" y="870"/>
                  </a:lnTo>
                  <a:lnTo>
                    <a:pt x="942" y="882"/>
                  </a:lnTo>
                  <a:lnTo>
                    <a:pt x="930" y="888"/>
                  </a:lnTo>
                  <a:lnTo>
                    <a:pt x="924" y="894"/>
                  </a:lnTo>
                  <a:lnTo>
                    <a:pt x="978" y="888"/>
                  </a:lnTo>
                  <a:lnTo>
                    <a:pt x="972" y="906"/>
                  </a:lnTo>
                  <a:lnTo>
                    <a:pt x="978" y="894"/>
                  </a:lnTo>
                  <a:lnTo>
                    <a:pt x="990" y="888"/>
                  </a:lnTo>
                  <a:lnTo>
                    <a:pt x="1002" y="876"/>
                  </a:lnTo>
                  <a:lnTo>
                    <a:pt x="1026" y="864"/>
                  </a:lnTo>
                  <a:lnTo>
                    <a:pt x="1038" y="864"/>
                  </a:lnTo>
                  <a:lnTo>
                    <a:pt x="1050" y="870"/>
                  </a:lnTo>
                  <a:lnTo>
                    <a:pt x="1056" y="870"/>
                  </a:lnTo>
                  <a:lnTo>
                    <a:pt x="1056" y="876"/>
                  </a:lnTo>
                  <a:lnTo>
                    <a:pt x="1050" y="876"/>
                  </a:lnTo>
                  <a:lnTo>
                    <a:pt x="1074" y="870"/>
                  </a:lnTo>
                  <a:lnTo>
                    <a:pt x="1068" y="876"/>
                  </a:lnTo>
                  <a:lnTo>
                    <a:pt x="1068" y="906"/>
                  </a:lnTo>
                  <a:lnTo>
                    <a:pt x="1074" y="912"/>
                  </a:lnTo>
                  <a:lnTo>
                    <a:pt x="1092" y="912"/>
                  </a:lnTo>
                  <a:lnTo>
                    <a:pt x="1098" y="900"/>
                  </a:lnTo>
                  <a:lnTo>
                    <a:pt x="1110" y="894"/>
                  </a:lnTo>
                  <a:lnTo>
                    <a:pt x="1116" y="888"/>
                  </a:lnTo>
                  <a:lnTo>
                    <a:pt x="1122" y="876"/>
                  </a:lnTo>
                  <a:lnTo>
                    <a:pt x="1164" y="858"/>
                  </a:lnTo>
                  <a:lnTo>
                    <a:pt x="1176" y="870"/>
                  </a:lnTo>
                  <a:lnTo>
                    <a:pt x="1146" y="870"/>
                  </a:lnTo>
                  <a:lnTo>
                    <a:pt x="1140" y="876"/>
                  </a:lnTo>
                  <a:lnTo>
                    <a:pt x="1140" y="882"/>
                  </a:lnTo>
                  <a:lnTo>
                    <a:pt x="1134" y="888"/>
                  </a:lnTo>
                  <a:lnTo>
                    <a:pt x="1134" y="894"/>
                  </a:lnTo>
                  <a:lnTo>
                    <a:pt x="1152" y="894"/>
                  </a:lnTo>
                  <a:lnTo>
                    <a:pt x="1164" y="888"/>
                  </a:lnTo>
                  <a:lnTo>
                    <a:pt x="1182" y="888"/>
                  </a:lnTo>
                  <a:lnTo>
                    <a:pt x="1200" y="882"/>
                  </a:lnTo>
                  <a:lnTo>
                    <a:pt x="1218" y="882"/>
                  </a:lnTo>
                  <a:lnTo>
                    <a:pt x="1224" y="876"/>
                  </a:lnTo>
                  <a:lnTo>
                    <a:pt x="1230" y="876"/>
                  </a:lnTo>
                  <a:lnTo>
                    <a:pt x="1272" y="858"/>
                  </a:lnTo>
                  <a:lnTo>
                    <a:pt x="1224" y="882"/>
                  </a:lnTo>
                  <a:lnTo>
                    <a:pt x="1224" y="894"/>
                  </a:lnTo>
                  <a:lnTo>
                    <a:pt x="1212" y="894"/>
                  </a:lnTo>
                  <a:lnTo>
                    <a:pt x="1200" y="900"/>
                  </a:lnTo>
                  <a:lnTo>
                    <a:pt x="1188" y="900"/>
                  </a:lnTo>
                  <a:lnTo>
                    <a:pt x="1176" y="906"/>
                  </a:lnTo>
                  <a:lnTo>
                    <a:pt x="1170" y="912"/>
                  </a:lnTo>
                  <a:lnTo>
                    <a:pt x="1158" y="918"/>
                  </a:lnTo>
                  <a:lnTo>
                    <a:pt x="1152" y="930"/>
                  </a:lnTo>
                  <a:lnTo>
                    <a:pt x="1122" y="930"/>
                  </a:lnTo>
                  <a:lnTo>
                    <a:pt x="1086" y="960"/>
                  </a:lnTo>
                  <a:lnTo>
                    <a:pt x="1086" y="978"/>
                  </a:lnTo>
                  <a:lnTo>
                    <a:pt x="1038" y="978"/>
                  </a:lnTo>
                  <a:lnTo>
                    <a:pt x="1032" y="984"/>
                  </a:lnTo>
                  <a:lnTo>
                    <a:pt x="1020" y="984"/>
                  </a:lnTo>
                  <a:lnTo>
                    <a:pt x="1002" y="990"/>
                  </a:lnTo>
                  <a:lnTo>
                    <a:pt x="990" y="996"/>
                  </a:lnTo>
                  <a:lnTo>
                    <a:pt x="978" y="996"/>
                  </a:lnTo>
                  <a:lnTo>
                    <a:pt x="966" y="1008"/>
                  </a:lnTo>
                  <a:lnTo>
                    <a:pt x="966" y="1020"/>
                  </a:lnTo>
                  <a:lnTo>
                    <a:pt x="960" y="1026"/>
                  </a:lnTo>
                  <a:lnTo>
                    <a:pt x="960" y="1038"/>
                  </a:lnTo>
                  <a:lnTo>
                    <a:pt x="876" y="1038"/>
                  </a:lnTo>
                  <a:lnTo>
                    <a:pt x="858" y="1044"/>
                  </a:lnTo>
                  <a:lnTo>
                    <a:pt x="828" y="1062"/>
                  </a:lnTo>
                  <a:lnTo>
                    <a:pt x="804" y="1080"/>
                  </a:lnTo>
                  <a:lnTo>
                    <a:pt x="780" y="1092"/>
                  </a:lnTo>
                  <a:lnTo>
                    <a:pt x="774" y="1098"/>
                  </a:lnTo>
                  <a:lnTo>
                    <a:pt x="750" y="1104"/>
                  </a:lnTo>
                  <a:lnTo>
                    <a:pt x="738" y="1122"/>
                  </a:lnTo>
                  <a:lnTo>
                    <a:pt x="732" y="1104"/>
                  </a:lnTo>
                  <a:lnTo>
                    <a:pt x="672" y="1104"/>
                  </a:lnTo>
                  <a:lnTo>
                    <a:pt x="648" y="1116"/>
                  </a:lnTo>
                  <a:lnTo>
                    <a:pt x="630" y="1122"/>
                  </a:lnTo>
                  <a:lnTo>
                    <a:pt x="624" y="1128"/>
                  </a:lnTo>
                  <a:lnTo>
                    <a:pt x="606" y="1128"/>
                  </a:lnTo>
                  <a:lnTo>
                    <a:pt x="606" y="1140"/>
                  </a:lnTo>
                  <a:lnTo>
                    <a:pt x="576" y="1146"/>
                  </a:lnTo>
                  <a:lnTo>
                    <a:pt x="564" y="1152"/>
                  </a:lnTo>
                  <a:lnTo>
                    <a:pt x="540" y="1152"/>
                  </a:lnTo>
                  <a:lnTo>
                    <a:pt x="516" y="1170"/>
                  </a:lnTo>
                  <a:lnTo>
                    <a:pt x="522" y="1182"/>
                  </a:lnTo>
                  <a:lnTo>
                    <a:pt x="540" y="1164"/>
                  </a:lnTo>
                  <a:lnTo>
                    <a:pt x="558" y="1176"/>
                  </a:lnTo>
                  <a:lnTo>
                    <a:pt x="582" y="1158"/>
                  </a:lnTo>
                  <a:lnTo>
                    <a:pt x="582" y="1170"/>
                  </a:lnTo>
                  <a:lnTo>
                    <a:pt x="594" y="1170"/>
                  </a:lnTo>
                  <a:lnTo>
                    <a:pt x="606" y="1164"/>
                  </a:lnTo>
                  <a:lnTo>
                    <a:pt x="618" y="1164"/>
                  </a:lnTo>
                  <a:lnTo>
                    <a:pt x="642" y="1140"/>
                  </a:lnTo>
                  <a:lnTo>
                    <a:pt x="654" y="1134"/>
                  </a:lnTo>
                  <a:lnTo>
                    <a:pt x="666" y="1122"/>
                  </a:lnTo>
                  <a:lnTo>
                    <a:pt x="684" y="1122"/>
                  </a:lnTo>
                  <a:lnTo>
                    <a:pt x="684" y="1134"/>
                  </a:lnTo>
                  <a:lnTo>
                    <a:pt x="690" y="1140"/>
                  </a:lnTo>
                  <a:lnTo>
                    <a:pt x="708" y="1140"/>
                  </a:lnTo>
                  <a:lnTo>
                    <a:pt x="732" y="1128"/>
                  </a:lnTo>
                  <a:lnTo>
                    <a:pt x="744" y="1128"/>
                  </a:lnTo>
                  <a:lnTo>
                    <a:pt x="756" y="1122"/>
                  </a:lnTo>
                  <a:lnTo>
                    <a:pt x="762" y="1116"/>
                  </a:lnTo>
                  <a:lnTo>
                    <a:pt x="768" y="1116"/>
                  </a:lnTo>
                  <a:lnTo>
                    <a:pt x="804" y="1128"/>
                  </a:lnTo>
                  <a:lnTo>
                    <a:pt x="822" y="1110"/>
                  </a:lnTo>
                  <a:lnTo>
                    <a:pt x="834" y="1110"/>
                  </a:lnTo>
                  <a:lnTo>
                    <a:pt x="852" y="1104"/>
                  </a:lnTo>
                  <a:lnTo>
                    <a:pt x="870" y="1104"/>
                  </a:lnTo>
                  <a:lnTo>
                    <a:pt x="894" y="1092"/>
                  </a:lnTo>
                  <a:lnTo>
                    <a:pt x="918" y="1068"/>
                  </a:lnTo>
                  <a:lnTo>
                    <a:pt x="942" y="1056"/>
                  </a:lnTo>
                  <a:lnTo>
                    <a:pt x="972" y="1056"/>
                  </a:lnTo>
                  <a:lnTo>
                    <a:pt x="978" y="1044"/>
                  </a:lnTo>
                  <a:lnTo>
                    <a:pt x="1014" y="1044"/>
                  </a:lnTo>
                  <a:lnTo>
                    <a:pt x="1026" y="1038"/>
                  </a:lnTo>
                  <a:lnTo>
                    <a:pt x="1032" y="1038"/>
                  </a:lnTo>
                  <a:lnTo>
                    <a:pt x="1038" y="1032"/>
                  </a:lnTo>
                  <a:lnTo>
                    <a:pt x="1050" y="1032"/>
                  </a:lnTo>
                  <a:lnTo>
                    <a:pt x="1086" y="1020"/>
                  </a:lnTo>
                  <a:lnTo>
                    <a:pt x="1110" y="1008"/>
                  </a:lnTo>
                  <a:lnTo>
                    <a:pt x="1122" y="996"/>
                  </a:lnTo>
                  <a:lnTo>
                    <a:pt x="1134" y="990"/>
                  </a:lnTo>
                  <a:lnTo>
                    <a:pt x="1140" y="984"/>
                  </a:lnTo>
                  <a:lnTo>
                    <a:pt x="1206" y="972"/>
                  </a:lnTo>
                  <a:lnTo>
                    <a:pt x="1260" y="942"/>
                  </a:lnTo>
                  <a:lnTo>
                    <a:pt x="1296" y="942"/>
                  </a:lnTo>
                  <a:lnTo>
                    <a:pt x="1314" y="936"/>
                  </a:lnTo>
                  <a:lnTo>
                    <a:pt x="1326" y="936"/>
                  </a:lnTo>
                  <a:lnTo>
                    <a:pt x="1338" y="930"/>
                  </a:lnTo>
                  <a:lnTo>
                    <a:pt x="1368" y="900"/>
                  </a:lnTo>
                  <a:lnTo>
                    <a:pt x="1380" y="900"/>
                  </a:lnTo>
                  <a:lnTo>
                    <a:pt x="1404" y="888"/>
                  </a:lnTo>
                  <a:lnTo>
                    <a:pt x="1416" y="888"/>
                  </a:lnTo>
                  <a:lnTo>
                    <a:pt x="1428" y="882"/>
                  </a:lnTo>
                  <a:lnTo>
                    <a:pt x="1434" y="876"/>
                  </a:lnTo>
                  <a:lnTo>
                    <a:pt x="1434" y="864"/>
                  </a:lnTo>
                  <a:lnTo>
                    <a:pt x="1422" y="864"/>
                  </a:lnTo>
                  <a:lnTo>
                    <a:pt x="1428" y="858"/>
                  </a:lnTo>
                  <a:lnTo>
                    <a:pt x="1452" y="846"/>
                  </a:lnTo>
                  <a:lnTo>
                    <a:pt x="1458" y="840"/>
                  </a:lnTo>
                  <a:lnTo>
                    <a:pt x="1470" y="834"/>
                  </a:lnTo>
                  <a:lnTo>
                    <a:pt x="1476" y="828"/>
                  </a:lnTo>
                  <a:lnTo>
                    <a:pt x="1488" y="828"/>
                  </a:lnTo>
                  <a:lnTo>
                    <a:pt x="1500" y="822"/>
                  </a:lnTo>
                  <a:lnTo>
                    <a:pt x="1512" y="822"/>
                  </a:lnTo>
                  <a:lnTo>
                    <a:pt x="1518" y="816"/>
                  </a:lnTo>
                  <a:lnTo>
                    <a:pt x="1524" y="816"/>
                  </a:lnTo>
                  <a:lnTo>
                    <a:pt x="1596" y="786"/>
                  </a:lnTo>
                  <a:lnTo>
                    <a:pt x="1590" y="768"/>
                  </a:lnTo>
                  <a:lnTo>
                    <a:pt x="1602" y="768"/>
                  </a:lnTo>
                  <a:lnTo>
                    <a:pt x="1608" y="774"/>
                  </a:lnTo>
                  <a:lnTo>
                    <a:pt x="1626" y="774"/>
                  </a:lnTo>
                  <a:lnTo>
                    <a:pt x="1638" y="762"/>
                  </a:lnTo>
                  <a:lnTo>
                    <a:pt x="1650" y="762"/>
                  </a:lnTo>
                  <a:lnTo>
                    <a:pt x="1674" y="750"/>
                  </a:lnTo>
                  <a:lnTo>
                    <a:pt x="1680" y="744"/>
                  </a:lnTo>
                  <a:lnTo>
                    <a:pt x="1704" y="732"/>
                  </a:lnTo>
                  <a:lnTo>
                    <a:pt x="1740" y="720"/>
                  </a:lnTo>
                  <a:lnTo>
                    <a:pt x="1770" y="708"/>
                  </a:lnTo>
                  <a:lnTo>
                    <a:pt x="1794" y="702"/>
                  </a:lnTo>
                  <a:lnTo>
                    <a:pt x="1812" y="702"/>
                  </a:lnTo>
                  <a:lnTo>
                    <a:pt x="1818" y="708"/>
                  </a:lnTo>
                  <a:lnTo>
                    <a:pt x="1842" y="720"/>
                  </a:lnTo>
                  <a:lnTo>
                    <a:pt x="1848" y="726"/>
                  </a:lnTo>
                  <a:lnTo>
                    <a:pt x="1812" y="726"/>
                  </a:lnTo>
                  <a:lnTo>
                    <a:pt x="1794" y="714"/>
                  </a:lnTo>
                  <a:lnTo>
                    <a:pt x="1758" y="738"/>
                  </a:lnTo>
                  <a:lnTo>
                    <a:pt x="1728" y="738"/>
                  </a:lnTo>
                  <a:lnTo>
                    <a:pt x="1722" y="744"/>
                  </a:lnTo>
                  <a:lnTo>
                    <a:pt x="1710" y="750"/>
                  </a:lnTo>
                  <a:lnTo>
                    <a:pt x="1704" y="762"/>
                  </a:lnTo>
                  <a:lnTo>
                    <a:pt x="1692" y="768"/>
                  </a:lnTo>
                  <a:lnTo>
                    <a:pt x="1686" y="774"/>
                  </a:lnTo>
                  <a:lnTo>
                    <a:pt x="1680" y="774"/>
                  </a:lnTo>
                  <a:lnTo>
                    <a:pt x="1668" y="780"/>
                  </a:lnTo>
                  <a:lnTo>
                    <a:pt x="1656" y="780"/>
                  </a:lnTo>
                  <a:lnTo>
                    <a:pt x="1638" y="786"/>
                  </a:lnTo>
                  <a:lnTo>
                    <a:pt x="1614" y="798"/>
                  </a:lnTo>
                  <a:lnTo>
                    <a:pt x="1614" y="804"/>
                  </a:lnTo>
                  <a:lnTo>
                    <a:pt x="1620" y="810"/>
                  </a:lnTo>
                  <a:lnTo>
                    <a:pt x="1632" y="816"/>
                  </a:lnTo>
                  <a:lnTo>
                    <a:pt x="1650" y="816"/>
                  </a:lnTo>
                  <a:lnTo>
                    <a:pt x="1644" y="816"/>
                  </a:lnTo>
                  <a:lnTo>
                    <a:pt x="1638" y="822"/>
                  </a:lnTo>
                  <a:lnTo>
                    <a:pt x="1632" y="822"/>
                  </a:lnTo>
                  <a:lnTo>
                    <a:pt x="1620" y="828"/>
                  </a:lnTo>
                  <a:lnTo>
                    <a:pt x="1572" y="828"/>
                  </a:lnTo>
                  <a:lnTo>
                    <a:pt x="1566" y="834"/>
                  </a:lnTo>
                  <a:lnTo>
                    <a:pt x="1560" y="834"/>
                  </a:lnTo>
                  <a:lnTo>
                    <a:pt x="1560" y="846"/>
                  </a:lnTo>
                  <a:lnTo>
                    <a:pt x="1572" y="858"/>
                  </a:lnTo>
                  <a:lnTo>
                    <a:pt x="1584" y="858"/>
                  </a:lnTo>
                  <a:lnTo>
                    <a:pt x="1596" y="852"/>
                  </a:lnTo>
                  <a:lnTo>
                    <a:pt x="1638" y="834"/>
                  </a:lnTo>
                  <a:lnTo>
                    <a:pt x="1680" y="810"/>
                  </a:lnTo>
                  <a:lnTo>
                    <a:pt x="1722" y="798"/>
                  </a:lnTo>
                  <a:lnTo>
                    <a:pt x="1788" y="798"/>
                  </a:lnTo>
                  <a:lnTo>
                    <a:pt x="1818" y="792"/>
                  </a:lnTo>
                  <a:lnTo>
                    <a:pt x="1824" y="786"/>
                  </a:lnTo>
                  <a:lnTo>
                    <a:pt x="1848" y="774"/>
                  </a:lnTo>
                  <a:lnTo>
                    <a:pt x="1854" y="762"/>
                  </a:lnTo>
                  <a:lnTo>
                    <a:pt x="1866" y="756"/>
                  </a:lnTo>
                  <a:lnTo>
                    <a:pt x="1872" y="750"/>
                  </a:lnTo>
                  <a:lnTo>
                    <a:pt x="1866" y="738"/>
                  </a:lnTo>
                  <a:lnTo>
                    <a:pt x="1878" y="732"/>
                  </a:lnTo>
                  <a:lnTo>
                    <a:pt x="1908" y="720"/>
                  </a:lnTo>
                  <a:lnTo>
                    <a:pt x="1944" y="714"/>
                  </a:lnTo>
                  <a:lnTo>
                    <a:pt x="1962" y="708"/>
                  </a:lnTo>
                  <a:lnTo>
                    <a:pt x="1968" y="708"/>
                  </a:lnTo>
                  <a:lnTo>
                    <a:pt x="1980" y="720"/>
                  </a:lnTo>
                  <a:lnTo>
                    <a:pt x="1980" y="726"/>
                  </a:lnTo>
                  <a:lnTo>
                    <a:pt x="2046" y="702"/>
                  </a:lnTo>
                  <a:lnTo>
                    <a:pt x="2004" y="738"/>
                  </a:lnTo>
                  <a:lnTo>
                    <a:pt x="2022" y="744"/>
                  </a:lnTo>
                  <a:lnTo>
                    <a:pt x="2022" y="762"/>
                  </a:lnTo>
                  <a:lnTo>
                    <a:pt x="2028" y="762"/>
                  </a:lnTo>
                  <a:lnTo>
                    <a:pt x="2034" y="756"/>
                  </a:lnTo>
                  <a:lnTo>
                    <a:pt x="2094" y="726"/>
                  </a:lnTo>
                  <a:lnTo>
                    <a:pt x="2082" y="732"/>
                  </a:lnTo>
                  <a:lnTo>
                    <a:pt x="2076" y="744"/>
                  </a:lnTo>
                  <a:lnTo>
                    <a:pt x="2064" y="750"/>
                  </a:lnTo>
                  <a:lnTo>
                    <a:pt x="2058" y="762"/>
                  </a:lnTo>
                  <a:lnTo>
                    <a:pt x="2046" y="774"/>
                  </a:lnTo>
                  <a:lnTo>
                    <a:pt x="2052" y="780"/>
                  </a:lnTo>
                  <a:lnTo>
                    <a:pt x="2064" y="780"/>
                  </a:lnTo>
                  <a:lnTo>
                    <a:pt x="2076" y="786"/>
                  </a:lnTo>
                  <a:lnTo>
                    <a:pt x="2106" y="786"/>
                  </a:lnTo>
                  <a:lnTo>
                    <a:pt x="2208" y="798"/>
                  </a:lnTo>
                  <a:lnTo>
                    <a:pt x="2238" y="780"/>
                  </a:lnTo>
                  <a:lnTo>
                    <a:pt x="2232" y="786"/>
                  </a:lnTo>
                  <a:lnTo>
                    <a:pt x="2232" y="810"/>
                  </a:lnTo>
                  <a:lnTo>
                    <a:pt x="2298" y="810"/>
                  </a:lnTo>
                  <a:lnTo>
                    <a:pt x="2334" y="804"/>
                  </a:lnTo>
                  <a:lnTo>
                    <a:pt x="2328" y="804"/>
                  </a:lnTo>
                  <a:lnTo>
                    <a:pt x="2322" y="810"/>
                  </a:lnTo>
                  <a:lnTo>
                    <a:pt x="2310" y="810"/>
                  </a:lnTo>
                  <a:lnTo>
                    <a:pt x="2286" y="822"/>
                  </a:lnTo>
                  <a:lnTo>
                    <a:pt x="2280" y="828"/>
                  </a:lnTo>
                  <a:lnTo>
                    <a:pt x="2280" y="834"/>
                  </a:lnTo>
                  <a:lnTo>
                    <a:pt x="2292" y="846"/>
                  </a:lnTo>
                  <a:lnTo>
                    <a:pt x="2304" y="852"/>
                  </a:lnTo>
                  <a:lnTo>
                    <a:pt x="2310" y="858"/>
                  </a:lnTo>
                  <a:lnTo>
                    <a:pt x="2310" y="882"/>
                  </a:lnTo>
                  <a:lnTo>
                    <a:pt x="2316" y="888"/>
                  </a:lnTo>
                  <a:lnTo>
                    <a:pt x="2316" y="900"/>
                  </a:lnTo>
                  <a:lnTo>
                    <a:pt x="2322" y="912"/>
                  </a:lnTo>
                  <a:lnTo>
                    <a:pt x="2358" y="912"/>
                  </a:lnTo>
                  <a:lnTo>
                    <a:pt x="2370" y="906"/>
                  </a:lnTo>
                  <a:lnTo>
                    <a:pt x="2388" y="906"/>
                  </a:lnTo>
                  <a:lnTo>
                    <a:pt x="2382" y="876"/>
                  </a:lnTo>
                  <a:lnTo>
                    <a:pt x="2400" y="870"/>
                  </a:lnTo>
                  <a:lnTo>
                    <a:pt x="2412" y="888"/>
                  </a:lnTo>
                  <a:lnTo>
                    <a:pt x="2442" y="876"/>
                  </a:lnTo>
                  <a:lnTo>
                    <a:pt x="2430" y="888"/>
                  </a:lnTo>
                  <a:lnTo>
                    <a:pt x="2430" y="900"/>
                  </a:lnTo>
                  <a:lnTo>
                    <a:pt x="2424" y="906"/>
                  </a:lnTo>
                  <a:lnTo>
                    <a:pt x="2424" y="912"/>
                  </a:lnTo>
                  <a:lnTo>
                    <a:pt x="2430" y="918"/>
                  </a:lnTo>
                  <a:lnTo>
                    <a:pt x="2436" y="918"/>
                  </a:lnTo>
                  <a:lnTo>
                    <a:pt x="2448" y="912"/>
                  </a:lnTo>
                  <a:lnTo>
                    <a:pt x="2454" y="906"/>
                  </a:lnTo>
                  <a:lnTo>
                    <a:pt x="2460" y="894"/>
                  </a:lnTo>
                  <a:lnTo>
                    <a:pt x="2466" y="888"/>
                  </a:lnTo>
                  <a:lnTo>
                    <a:pt x="2472" y="876"/>
                  </a:lnTo>
                  <a:lnTo>
                    <a:pt x="2502" y="834"/>
                  </a:lnTo>
                  <a:lnTo>
                    <a:pt x="2478" y="900"/>
                  </a:lnTo>
                  <a:lnTo>
                    <a:pt x="2484" y="924"/>
                  </a:lnTo>
                  <a:lnTo>
                    <a:pt x="2520" y="912"/>
                  </a:lnTo>
                  <a:lnTo>
                    <a:pt x="2496" y="936"/>
                  </a:lnTo>
                  <a:lnTo>
                    <a:pt x="2520" y="954"/>
                  </a:lnTo>
                  <a:lnTo>
                    <a:pt x="2502" y="954"/>
                  </a:lnTo>
                  <a:lnTo>
                    <a:pt x="2502" y="972"/>
                  </a:lnTo>
                  <a:lnTo>
                    <a:pt x="2472" y="990"/>
                  </a:lnTo>
                  <a:lnTo>
                    <a:pt x="2454" y="1002"/>
                  </a:lnTo>
                  <a:lnTo>
                    <a:pt x="2484" y="1020"/>
                  </a:lnTo>
                  <a:lnTo>
                    <a:pt x="2478" y="1050"/>
                  </a:lnTo>
                  <a:lnTo>
                    <a:pt x="2460" y="1068"/>
                  </a:lnTo>
                  <a:lnTo>
                    <a:pt x="2478" y="1080"/>
                  </a:lnTo>
                  <a:lnTo>
                    <a:pt x="2460" y="1098"/>
                  </a:lnTo>
                  <a:lnTo>
                    <a:pt x="2490" y="1098"/>
                  </a:lnTo>
                  <a:lnTo>
                    <a:pt x="2526" y="1086"/>
                  </a:lnTo>
                  <a:lnTo>
                    <a:pt x="2496" y="1122"/>
                  </a:lnTo>
                  <a:lnTo>
                    <a:pt x="2478" y="1140"/>
                  </a:lnTo>
                  <a:lnTo>
                    <a:pt x="2502" y="1146"/>
                  </a:lnTo>
                  <a:lnTo>
                    <a:pt x="2454" y="1164"/>
                  </a:lnTo>
                  <a:lnTo>
                    <a:pt x="2436" y="1176"/>
                  </a:lnTo>
                  <a:lnTo>
                    <a:pt x="2454" y="1188"/>
                  </a:lnTo>
                  <a:lnTo>
                    <a:pt x="2454" y="1200"/>
                  </a:lnTo>
                  <a:lnTo>
                    <a:pt x="2472" y="1188"/>
                  </a:lnTo>
                  <a:lnTo>
                    <a:pt x="2490" y="1182"/>
                  </a:lnTo>
                  <a:lnTo>
                    <a:pt x="2502" y="1170"/>
                  </a:lnTo>
                  <a:lnTo>
                    <a:pt x="2514" y="1164"/>
                  </a:lnTo>
                  <a:lnTo>
                    <a:pt x="2532" y="1146"/>
                  </a:lnTo>
                  <a:lnTo>
                    <a:pt x="2538" y="1134"/>
                  </a:lnTo>
                  <a:lnTo>
                    <a:pt x="2538" y="1122"/>
                  </a:lnTo>
                  <a:lnTo>
                    <a:pt x="2550" y="1116"/>
                  </a:lnTo>
                  <a:lnTo>
                    <a:pt x="2562" y="1104"/>
                  </a:lnTo>
                  <a:lnTo>
                    <a:pt x="2574" y="1098"/>
                  </a:lnTo>
                  <a:lnTo>
                    <a:pt x="2574" y="1086"/>
                  </a:lnTo>
                  <a:lnTo>
                    <a:pt x="2568" y="1080"/>
                  </a:lnTo>
                  <a:lnTo>
                    <a:pt x="2562" y="1080"/>
                  </a:lnTo>
                  <a:close/>
                  <a:moveTo>
                    <a:pt x="2394" y="1056"/>
                  </a:moveTo>
                  <a:lnTo>
                    <a:pt x="2400" y="1062"/>
                  </a:lnTo>
                  <a:lnTo>
                    <a:pt x="2418" y="1062"/>
                  </a:lnTo>
                  <a:lnTo>
                    <a:pt x="2436" y="1044"/>
                  </a:lnTo>
                  <a:lnTo>
                    <a:pt x="2460" y="1038"/>
                  </a:lnTo>
                  <a:lnTo>
                    <a:pt x="2454" y="1020"/>
                  </a:lnTo>
                  <a:lnTo>
                    <a:pt x="2430" y="1020"/>
                  </a:lnTo>
                  <a:lnTo>
                    <a:pt x="2418" y="1026"/>
                  </a:lnTo>
                  <a:lnTo>
                    <a:pt x="2412" y="1032"/>
                  </a:lnTo>
                  <a:lnTo>
                    <a:pt x="2406" y="1044"/>
                  </a:lnTo>
                  <a:lnTo>
                    <a:pt x="2394" y="1050"/>
                  </a:lnTo>
                  <a:lnTo>
                    <a:pt x="2394" y="1056"/>
                  </a:lnTo>
                  <a:close/>
                  <a:moveTo>
                    <a:pt x="2376" y="984"/>
                  </a:moveTo>
                  <a:lnTo>
                    <a:pt x="2358" y="984"/>
                  </a:lnTo>
                  <a:lnTo>
                    <a:pt x="2346" y="990"/>
                  </a:lnTo>
                  <a:lnTo>
                    <a:pt x="2334" y="1002"/>
                  </a:lnTo>
                  <a:lnTo>
                    <a:pt x="2334" y="1014"/>
                  </a:lnTo>
                  <a:lnTo>
                    <a:pt x="2322" y="1026"/>
                  </a:lnTo>
                  <a:lnTo>
                    <a:pt x="2322" y="1044"/>
                  </a:lnTo>
                  <a:lnTo>
                    <a:pt x="2310" y="1056"/>
                  </a:lnTo>
                  <a:lnTo>
                    <a:pt x="2310" y="1074"/>
                  </a:lnTo>
                  <a:lnTo>
                    <a:pt x="2316" y="1080"/>
                  </a:lnTo>
                  <a:lnTo>
                    <a:pt x="2322" y="1074"/>
                  </a:lnTo>
                  <a:lnTo>
                    <a:pt x="2328" y="1062"/>
                  </a:lnTo>
                  <a:lnTo>
                    <a:pt x="2340" y="1050"/>
                  </a:lnTo>
                  <a:lnTo>
                    <a:pt x="2352" y="1044"/>
                  </a:lnTo>
                  <a:lnTo>
                    <a:pt x="2376" y="1020"/>
                  </a:lnTo>
                  <a:lnTo>
                    <a:pt x="2382" y="1008"/>
                  </a:lnTo>
                  <a:lnTo>
                    <a:pt x="2382" y="990"/>
                  </a:lnTo>
                  <a:lnTo>
                    <a:pt x="2376" y="984"/>
                  </a:lnTo>
                  <a:close/>
                  <a:moveTo>
                    <a:pt x="786" y="810"/>
                  </a:moveTo>
                  <a:lnTo>
                    <a:pt x="798" y="810"/>
                  </a:lnTo>
                  <a:lnTo>
                    <a:pt x="834" y="798"/>
                  </a:lnTo>
                  <a:lnTo>
                    <a:pt x="858" y="786"/>
                  </a:lnTo>
                  <a:lnTo>
                    <a:pt x="864" y="780"/>
                  </a:lnTo>
                  <a:lnTo>
                    <a:pt x="870" y="780"/>
                  </a:lnTo>
                  <a:lnTo>
                    <a:pt x="864" y="774"/>
                  </a:lnTo>
                  <a:lnTo>
                    <a:pt x="828" y="762"/>
                  </a:lnTo>
                  <a:lnTo>
                    <a:pt x="810" y="762"/>
                  </a:lnTo>
                  <a:lnTo>
                    <a:pt x="798" y="768"/>
                  </a:lnTo>
                  <a:lnTo>
                    <a:pt x="792" y="774"/>
                  </a:lnTo>
                  <a:lnTo>
                    <a:pt x="786" y="768"/>
                  </a:lnTo>
                  <a:lnTo>
                    <a:pt x="774" y="768"/>
                  </a:lnTo>
                  <a:lnTo>
                    <a:pt x="768" y="774"/>
                  </a:lnTo>
                  <a:lnTo>
                    <a:pt x="768" y="804"/>
                  </a:lnTo>
                  <a:lnTo>
                    <a:pt x="774" y="810"/>
                  </a:lnTo>
                  <a:lnTo>
                    <a:pt x="786" y="810"/>
                  </a:lnTo>
                  <a:close/>
                  <a:moveTo>
                    <a:pt x="0" y="1332"/>
                  </a:moveTo>
                  <a:lnTo>
                    <a:pt x="60" y="1320"/>
                  </a:lnTo>
                  <a:lnTo>
                    <a:pt x="72" y="1302"/>
                  </a:lnTo>
                  <a:lnTo>
                    <a:pt x="132" y="1296"/>
                  </a:lnTo>
                  <a:lnTo>
                    <a:pt x="114" y="1272"/>
                  </a:lnTo>
                  <a:lnTo>
                    <a:pt x="0" y="1332"/>
                  </a:lnTo>
                  <a:close/>
                  <a:moveTo>
                    <a:pt x="1362" y="954"/>
                  </a:moveTo>
                  <a:lnTo>
                    <a:pt x="1350" y="954"/>
                  </a:lnTo>
                  <a:lnTo>
                    <a:pt x="1338" y="960"/>
                  </a:lnTo>
                  <a:lnTo>
                    <a:pt x="1332" y="954"/>
                  </a:lnTo>
                  <a:lnTo>
                    <a:pt x="1314" y="954"/>
                  </a:lnTo>
                  <a:lnTo>
                    <a:pt x="1314" y="978"/>
                  </a:lnTo>
                  <a:lnTo>
                    <a:pt x="1290" y="996"/>
                  </a:lnTo>
                  <a:lnTo>
                    <a:pt x="1290" y="972"/>
                  </a:lnTo>
                  <a:lnTo>
                    <a:pt x="1278" y="966"/>
                  </a:lnTo>
                  <a:lnTo>
                    <a:pt x="1272" y="966"/>
                  </a:lnTo>
                  <a:lnTo>
                    <a:pt x="1248" y="978"/>
                  </a:lnTo>
                  <a:lnTo>
                    <a:pt x="1242" y="978"/>
                  </a:lnTo>
                  <a:lnTo>
                    <a:pt x="1230" y="990"/>
                  </a:lnTo>
                  <a:lnTo>
                    <a:pt x="1224" y="1002"/>
                  </a:lnTo>
                  <a:lnTo>
                    <a:pt x="1218" y="1008"/>
                  </a:lnTo>
                  <a:lnTo>
                    <a:pt x="1218" y="1014"/>
                  </a:lnTo>
                  <a:lnTo>
                    <a:pt x="1224" y="1014"/>
                  </a:lnTo>
                  <a:lnTo>
                    <a:pt x="1230" y="1020"/>
                  </a:lnTo>
                  <a:lnTo>
                    <a:pt x="1278" y="1020"/>
                  </a:lnTo>
                  <a:lnTo>
                    <a:pt x="1296" y="1014"/>
                  </a:lnTo>
                  <a:lnTo>
                    <a:pt x="1308" y="1014"/>
                  </a:lnTo>
                  <a:lnTo>
                    <a:pt x="1320" y="1008"/>
                  </a:lnTo>
                  <a:lnTo>
                    <a:pt x="1320" y="996"/>
                  </a:lnTo>
                  <a:lnTo>
                    <a:pt x="1350" y="990"/>
                  </a:lnTo>
                  <a:lnTo>
                    <a:pt x="1350" y="984"/>
                  </a:lnTo>
                  <a:lnTo>
                    <a:pt x="1386" y="978"/>
                  </a:lnTo>
                  <a:lnTo>
                    <a:pt x="1398" y="954"/>
                  </a:lnTo>
                  <a:lnTo>
                    <a:pt x="1380" y="960"/>
                  </a:lnTo>
                  <a:lnTo>
                    <a:pt x="1374" y="954"/>
                  </a:lnTo>
                  <a:lnTo>
                    <a:pt x="1362" y="954"/>
                  </a:lnTo>
                  <a:close/>
                  <a:moveTo>
                    <a:pt x="162" y="1290"/>
                  </a:moveTo>
                  <a:lnTo>
                    <a:pt x="204" y="1290"/>
                  </a:lnTo>
                  <a:lnTo>
                    <a:pt x="240" y="1260"/>
                  </a:lnTo>
                  <a:lnTo>
                    <a:pt x="228" y="1242"/>
                  </a:lnTo>
                  <a:lnTo>
                    <a:pt x="162" y="1290"/>
                  </a:lnTo>
                  <a:close/>
                  <a:moveTo>
                    <a:pt x="2466" y="1140"/>
                  </a:moveTo>
                  <a:lnTo>
                    <a:pt x="2472" y="1128"/>
                  </a:lnTo>
                  <a:lnTo>
                    <a:pt x="2454" y="1110"/>
                  </a:lnTo>
                  <a:lnTo>
                    <a:pt x="2448" y="1110"/>
                  </a:lnTo>
                  <a:lnTo>
                    <a:pt x="2436" y="1122"/>
                  </a:lnTo>
                  <a:lnTo>
                    <a:pt x="2430" y="1134"/>
                  </a:lnTo>
                  <a:lnTo>
                    <a:pt x="2424" y="1152"/>
                  </a:lnTo>
                  <a:lnTo>
                    <a:pt x="2418" y="1164"/>
                  </a:lnTo>
                  <a:lnTo>
                    <a:pt x="2418" y="1176"/>
                  </a:lnTo>
                  <a:lnTo>
                    <a:pt x="2436" y="1158"/>
                  </a:lnTo>
                  <a:lnTo>
                    <a:pt x="2454" y="1158"/>
                  </a:lnTo>
                  <a:lnTo>
                    <a:pt x="2460" y="1152"/>
                  </a:lnTo>
                  <a:lnTo>
                    <a:pt x="2466" y="1140"/>
                  </a:lnTo>
                  <a:close/>
                  <a:moveTo>
                    <a:pt x="1428" y="912"/>
                  </a:moveTo>
                  <a:lnTo>
                    <a:pt x="1404" y="924"/>
                  </a:lnTo>
                  <a:lnTo>
                    <a:pt x="1386" y="942"/>
                  </a:lnTo>
                  <a:lnTo>
                    <a:pt x="1386" y="948"/>
                  </a:lnTo>
                  <a:lnTo>
                    <a:pt x="1398" y="954"/>
                  </a:lnTo>
                  <a:lnTo>
                    <a:pt x="1410" y="954"/>
                  </a:lnTo>
                  <a:lnTo>
                    <a:pt x="1422" y="948"/>
                  </a:lnTo>
                  <a:lnTo>
                    <a:pt x="1428" y="948"/>
                  </a:lnTo>
                  <a:lnTo>
                    <a:pt x="1440" y="942"/>
                  </a:lnTo>
                  <a:lnTo>
                    <a:pt x="1446" y="930"/>
                  </a:lnTo>
                  <a:lnTo>
                    <a:pt x="1470" y="930"/>
                  </a:lnTo>
                  <a:lnTo>
                    <a:pt x="1470" y="924"/>
                  </a:lnTo>
                  <a:lnTo>
                    <a:pt x="1458" y="912"/>
                  </a:lnTo>
                  <a:lnTo>
                    <a:pt x="1452" y="912"/>
                  </a:lnTo>
                  <a:lnTo>
                    <a:pt x="1440" y="906"/>
                  </a:lnTo>
                  <a:lnTo>
                    <a:pt x="1428" y="912"/>
                  </a:lnTo>
                  <a:close/>
                  <a:moveTo>
                    <a:pt x="498" y="1164"/>
                  </a:moveTo>
                  <a:lnTo>
                    <a:pt x="486" y="1164"/>
                  </a:lnTo>
                  <a:lnTo>
                    <a:pt x="474" y="1170"/>
                  </a:lnTo>
                  <a:lnTo>
                    <a:pt x="462" y="1170"/>
                  </a:lnTo>
                  <a:lnTo>
                    <a:pt x="450" y="1176"/>
                  </a:lnTo>
                  <a:lnTo>
                    <a:pt x="444" y="1182"/>
                  </a:lnTo>
                  <a:lnTo>
                    <a:pt x="432" y="1182"/>
                  </a:lnTo>
                  <a:lnTo>
                    <a:pt x="426" y="1188"/>
                  </a:lnTo>
                  <a:lnTo>
                    <a:pt x="414" y="1188"/>
                  </a:lnTo>
                  <a:lnTo>
                    <a:pt x="390" y="1200"/>
                  </a:lnTo>
                  <a:lnTo>
                    <a:pt x="384" y="1206"/>
                  </a:lnTo>
                  <a:lnTo>
                    <a:pt x="384" y="1218"/>
                  </a:lnTo>
                  <a:lnTo>
                    <a:pt x="402" y="1218"/>
                  </a:lnTo>
                  <a:lnTo>
                    <a:pt x="420" y="1212"/>
                  </a:lnTo>
                  <a:lnTo>
                    <a:pt x="432" y="1206"/>
                  </a:lnTo>
                  <a:lnTo>
                    <a:pt x="504" y="1206"/>
                  </a:lnTo>
                  <a:lnTo>
                    <a:pt x="510" y="1200"/>
                  </a:lnTo>
                  <a:lnTo>
                    <a:pt x="510" y="1176"/>
                  </a:lnTo>
                  <a:lnTo>
                    <a:pt x="498" y="1164"/>
                  </a:lnTo>
                  <a:close/>
                  <a:moveTo>
                    <a:pt x="330" y="1242"/>
                  </a:moveTo>
                  <a:lnTo>
                    <a:pt x="330" y="1224"/>
                  </a:lnTo>
                  <a:lnTo>
                    <a:pt x="276" y="1242"/>
                  </a:lnTo>
                  <a:lnTo>
                    <a:pt x="330" y="1242"/>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grpSp>
          <p:nvGrpSpPr>
            <p:cNvPr id="9" name="Group 5">
              <a:extLst>
                <a:ext uri="{FF2B5EF4-FFF2-40B4-BE49-F238E27FC236}">
                  <a16:creationId xmlns:a16="http://schemas.microsoft.com/office/drawing/2014/main" id="{0A1EFBA3-2E74-339D-5724-12B152ED948B}"/>
                </a:ext>
              </a:extLst>
            </p:cNvPr>
            <p:cNvGrpSpPr>
              <a:grpSpLocks/>
            </p:cNvGrpSpPr>
            <p:nvPr/>
          </p:nvGrpSpPr>
          <p:grpSpPr bwMode="auto">
            <a:xfrm>
              <a:off x="691" y="4439"/>
              <a:ext cx="5069" cy="2723"/>
              <a:chOff x="600" y="974"/>
              <a:chExt cx="5069" cy="2723"/>
            </a:xfrm>
            <a:grpFill/>
          </p:grpSpPr>
          <p:sp>
            <p:nvSpPr>
              <p:cNvPr id="10" name="Israel" descr="© INSCALE GmbH, 05.05.2010&#10;http://www.presentationload.com/">
                <a:extLst>
                  <a:ext uri="{FF2B5EF4-FFF2-40B4-BE49-F238E27FC236}">
                    <a16:creationId xmlns:a16="http://schemas.microsoft.com/office/drawing/2014/main" id="{0F6E73E7-09E1-8A2D-EAB2-E3D44447DE41}"/>
                  </a:ext>
                </a:extLst>
              </p:cNvPr>
              <p:cNvSpPr>
                <a:spLocks/>
              </p:cNvSpPr>
              <p:nvPr/>
            </p:nvSpPr>
            <p:spPr bwMode="gray">
              <a:xfrm>
                <a:off x="3254" y="1885"/>
                <a:ext cx="26" cy="82"/>
              </a:xfrm>
              <a:custGeom>
                <a:avLst/>
                <a:gdLst>
                  <a:gd name="T0" fmla="*/ 0 w 102"/>
                  <a:gd name="T1" fmla="*/ 2147483647 h 324"/>
                  <a:gd name="T2" fmla="*/ 2147483647 w 102"/>
                  <a:gd name="T3" fmla="*/ 2147483647 h 324"/>
                  <a:gd name="T4" fmla="*/ 2147483647 w 102"/>
                  <a:gd name="T5" fmla="*/ 2147483647 h 324"/>
                  <a:gd name="T6" fmla="*/ 2147483647 w 102"/>
                  <a:gd name="T7" fmla="*/ 2147483647 h 324"/>
                  <a:gd name="T8" fmla="*/ 2147483647 w 102"/>
                  <a:gd name="T9" fmla="*/ 2147483647 h 324"/>
                  <a:gd name="T10" fmla="*/ 2147483647 w 102"/>
                  <a:gd name="T11" fmla="*/ 2147483647 h 324"/>
                  <a:gd name="T12" fmla="*/ 2147483647 w 102"/>
                  <a:gd name="T13" fmla="*/ 2147483647 h 324"/>
                  <a:gd name="T14" fmla="*/ 2147483647 w 102"/>
                  <a:gd name="T15" fmla="*/ 2147483647 h 324"/>
                  <a:gd name="T16" fmla="*/ 2147483647 w 102"/>
                  <a:gd name="T17" fmla="*/ 2147483647 h 324"/>
                  <a:gd name="T18" fmla="*/ 2147483647 w 102"/>
                  <a:gd name="T19" fmla="*/ 2147483647 h 324"/>
                  <a:gd name="T20" fmla="*/ 2147483647 w 102"/>
                  <a:gd name="T21" fmla="*/ 2147483647 h 324"/>
                  <a:gd name="T22" fmla="*/ 2147483647 w 102"/>
                  <a:gd name="T23" fmla="*/ 2147483647 h 324"/>
                  <a:gd name="T24" fmla="*/ 2147483647 w 102"/>
                  <a:gd name="T25" fmla="*/ 2147483647 h 324"/>
                  <a:gd name="T26" fmla="*/ 2147483647 w 102"/>
                  <a:gd name="T27" fmla="*/ 2147483647 h 324"/>
                  <a:gd name="T28" fmla="*/ 2147483647 w 102"/>
                  <a:gd name="T29" fmla="*/ 2147483647 h 324"/>
                  <a:gd name="T30" fmla="*/ 2147483647 w 102"/>
                  <a:gd name="T31" fmla="*/ 2147483647 h 324"/>
                  <a:gd name="T32" fmla="*/ 2147483647 w 102"/>
                  <a:gd name="T33" fmla="*/ 2147483647 h 324"/>
                  <a:gd name="T34" fmla="*/ 2147483647 w 102"/>
                  <a:gd name="T35" fmla="*/ 2147483647 h 324"/>
                  <a:gd name="T36" fmla="*/ 2147483647 w 102"/>
                  <a:gd name="T37" fmla="*/ 2147483647 h 324"/>
                  <a:gd name="T38" fmla="*/ 2147483647 w 102"/>
                  <a:gd name="T39" fmla="*/ 2147483647 h 324"/>
                  <a:gd name="T40" fmla="*/ 2147483647 w 102"/>
                  <a:gd name="T41" fmla="*/ 2147483647 h 324"/>
                  <a:gd name="T42" fmla="*/ 2147483647 w 102"/>
                  <a:gd name="T43" fmla="*/ 2147483647 h 324"/>
                  <a:gd name="T44" fmla="*/ 2147483647 w 102"/>
                  <a:gd name="T45" fmla="*/ 2147483647 h 324"/>
                  <a:gd name="T46" fmla="*/ 2147483647 w 102"/>
                  <a:gd name="T47" fmla="*/ 2147483647 h 324"/>
                  <a:gd name="T48" fmla="*/ 2147483647 w 102"/>
                  <a:gd name="T49" fmla="*/ 0 h 324"/>
                  <a:gd name="T50" fmla="*/ 2147483647 w 102"/>
                  <a:gd name="T51" fmla="*/ 2147483647 h 324"/>
                  <a:gd name="T52" fmla="*/ 2147483647 w 102"/>
                  <a:gd name="T53" fmla="*/ 2147483647 h 324"/>
                  <a:gd name="T54" fmla="*/ 2147483647 w 102"/>
                  <a:gd name="T55" fmla="*/ 2147483647 h 324"/>
                  <a:gd name="T56" fmla="*/ 2147483647 w 102"/>
                  <a:gd name="T57" fmla="*/ 2147483647 h 324"/>
                  <a:gd name="T58" fmla="*/ 2147483647 w 102"/>
                  <a:gd name="T59" fmla="*/ 2147483647 h 324"/>
                  <a:gd name="T60" fmla="*/ 2147483647 w 102"/>
                  <a:gd name="T61" fmla="*/ 2147483647 h 324"/>
                  <a:gd name="T62" fmla="*/ 2147483647 w 102"/>
                  <a:gd name="T63" fmla="*/ 2147483647 h 324"/>
                  <a:gd name="T64" fmla="*/ 2147483647 w 102"/>
                  <a:gd name="T65" fmla="*/ 2147483647 h 324"/>
                  <a:gd name="T66" fmla="*/ 2147483647 w 102"/>
                  <a:gd name="T67" fmla="*/ 2147483647 h 324"/>
                  <a:gd name="T68" fmla="*/ 2147483647 w 102"/>
                  <a:gd name="T69" fmla="*/ 2147483647 h 324"/>
                  <a:gd name="T70" fmla="*/ 2147483647 w 102"/>
                  <a:gd name="T71" fmla="*/ 2147483647 h 324"/>
                  <a:gd name="T72" fmla="*/ 2147483647 w 102"/>
                  <a:gd name="T73" fmla="*/ 2147483647 h 324"/>
                  <a:gd name="T74" fmla="*/ 2147483647 w 102"/>
                  <a:gd name="T75" fmla="*/ 2147483647 h 324"/>
                  <a:gd name="T76" fmla="*/ 2147483647 w 102"/>
                  <a:gd name="T77" fmla="*/ 2147483647 h 324"/>
                  <a:gd name="T78" fmla="*/ 0 w 102"/>
                  <a:gd name="T79" fmla="*/ 2147483647 h 32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02"/>
                  <a:gd name="T121" fmla="*/ 0 h 324"/>
                  <a:gd name="T122" fmla="*/ 102 w 102"/>
                  <a:gd name="T123" fmla="*/ 324 h 32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02" h="324">
                    <a:moveTo>
                      <a:pt x="0" y="168"/>
                    </a:moveTo>
                    <a:lnTo>
                      <a:pt x="54" y="312"/>
                    </a:lnTo>
                    <a:lnTo>
                      <a:pt x="60" y="324"/>
                    </a:lnTo>
                    <a:lnTo>
                      <a:pt x="60" y="306"/>
                    </a:lnTo>
                    <a:lnTo>
                      <a:pt x="66" y="294"/>
                    </a:lnTo>
                    <a:lnTo>
                      <a:pt x="66" y="234"/>
                    </a:lnTo>
                    <a:lnTo>
                      <a:pt x="72" y="228"/>
                    </a:lnTo>
                    <a:lnTo>
                      <a:pt x="78" y="216"/>
                    </a:lnTo>
                    <a:lnTo>
                      <a:pt x="84" y="210"/>
                    </a:lnTo>
                    <a:lnTo>
                      <a:pt x="90" y="198"/>
                    </a:lnTo>
                    <a:lnTo>
                      <a:pt x="90" y="186"/>
                    </a:lnTo>
                    <a:lnTo>
                      <a:pt x="78" y="174"/>
                    </a:lnTo>
                    <a:lnTo>
                      <a:pt x="78" y="162"/>
                    </a:lnTo>
                    <a:lnTo>
                      <a:pt x="72" y="156"/>
                    </a:lnTo>
                    <a:lnTo>
                      <a:pt x="66" y="162"/>
                    </a:lnTo>
                    <a:lnTo>
                      <a:pt x="66" y="168"/>
                    </a:lnTo>
                    <a:lnTo>
                      <a:pt x="60" y="168"/>
                    </a:lnTo>
                    <a:lnTo>
                      <a:pt x="54" y="174"/>
                    </a:lnTo>
                    <a:lnTo>
                      <a:pt x="48" y="168"/>
                    </a:lnTo>
                    <a:lnTo>
                      <a:pt x="48" y="96"/>
                    </a:lnTo>
                    <a:lnTo>
                      <a:pt x="66" y="78"/>
                    </a:lnTo>
                    <a:lnTo>
                      <a:pt x="84" y="78"/>
                    </a:lnTo>
                    <a:lnTo>
                      <a:pt x="90" y="60"/>
                    </a:lnTo>
                    <a:lnTo>
                      <a:pt x="84" y="18"/>
                    </a:lnTo>
                    <a:lnTo>
                      <a:pt x="102" y="0"/>
                    </a:lnTo>
                    <a:lnTo>
                      <a:pt x="78" y="6"/>
                    </a:lnTo>
                    <a:lnTo>
                      <a:pt x="78" y="18"/>
                    </a:lnTo>
                    <a:lnTo>
                      <a:pt x="72" y="30"/>
                    </a:lnTo>
                    <a:lnTo>
                      <a:pt x="66" y="36"/>
                    </a:lnTo>
                    <a:lnTo>
                      <a:pt x="60" y="36"/>
                    </a:lnTo>
                    <a:lnTo>
                      <a:pt x="54" y="30"/>
                    </a:lnTo>
                    <a:lnTo>
                      <a:pt x="42" y="54"/>
                    </a:lnTo>
                    <a:lnTo>
                      <a:pt x="30" y="60"/>
                    </a:lnTo>
                    <a:lnTo>
                      <a:pt x="36" y="72"/>
                    </a:lnTo>
                    <a:lnTo>
                      <a:pt x="36" y="84"/>
                    </a:lnTo>
                    <a:lnTo>
                      <a:pt x="42" y="90"/>
                    </a:lnTo>
                    <a:lnTo>
                      <a:pt x="42" y="96"/>
                    </a:lnTo>
                    <a:lnTo>
                      <a:pt x="18" y="138"/>
                    </a:lnTo>
                    <a:lnTo>
                      <a:pt x="18" y="156"/>
                    </a:lnTo>
                    <a:lnTo>
                      <a:pt x="0" y="168"/>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1" name="Egypt" descr="© INSCALE GmbH, 05.05.2010&#10;http://www.presentationload.com/">
                <a:extLst>
                  <a:ext uri="{FF2B5EF4-FFF2-40B4-BE49-F238E27FC236}">
                    <a16:creationId xmlns:a16="http://schemas.microsoft.com/office/drawing/2014/main" id="{71AAD678-556D-21D4-3E64-208370FE191B}"/>
                  </a:ext>
                </a:extLst>
              </p:cNvPr>
              <p:cNvSpPr>
                <a:spLocks/>
              </p:cNvSpPr>
              <p:nvPr/>
            </p:nvSpPr>
            <p:spPr bwMode="gray">
              <a:xfrm>
                <a:off x="3090" y="1921"/>
                <a:ext cx="200" cy="204"/>
              </a:xfrm>
              <a:custGeom>
                <a:avLst/>
                <a:gdLst>
                  <a:gd name="T0" fmla="*/ 2147483647 w 792"/>
                  <a:gd name="T1" fmla="*/ 2147483647 h 804"/>
                  <a:gd name="T2" fmla="*/ 2147483647 w 792"/>
                  <a:gd name="T3" fmla="*/ 2147483647 h 804"/>
                  <a:gd name="T4" fmla="*/ 2147483647 w 792"/>
                  <a:gd name="T5" fmla="*/ 2147483647 h 804"/>
                  <a:gd name="T6" fmla="*/ 2147483647 w 792"/>
                  <a:gd name="T7" fmla="*/ 2147483647 h 804"/>
                  <a:gd name="T8" fmla="*/ 2147483647 w 792"/>
                  <a:gd name="T9" fmla="*/ 2147483647 h 804"/>
                  <a:gd name="T10" fmla="*/ 2147483647 w 792"/>
                  <a:gd name="T11" fmla="*/ 2147483647 h 804"/>
                  <a:gd name="T12" fmla="*/ 2147483647 w 792"/>
                  <a:gd name="T13" fmla="*/ 2147483647 h 804"/>
                  <a:gd name="T14" fmla="*/ 2147483647 w 792"/>
                  <a:gd name="T15" fmla="*/ 2147483647 h 804"/>
                  <a:gd name="T16" fmla="*/ 2147483647 w 792"/>
                  <a:gd name="T17" fmla="*/ 2147483647 h 804"/>
                  <a:gd name="T18" fmla="*/ 2147483647 w 792"/>
                  <a:gd name="T19" fmla="*/ 2147483647 h 804"/>
                  <a:gd name="T20" fmla="*/ 2147483647 w 792"/>
                  <a:gd name="T21" fmla="*/ 2147483647 h 804"/>
                  <a:gd name="T22" fmla="*/ 2147483647 w 792"/>
                  <a:gd name="T23" fmla="*/ 2147483647 h 804"/>
                  <a:gd name="T24" fmla="*/ 2147483647 w 792"/>
                  <a:gd name="T25" fmla="*/ 2147483647 h 804"/>
                  <a:gd name="T26" fmla="*/ 2147483647 w 792"/>
                  <a:gd name="T27" fmla="*/ 2147483647 h 804"/>
                  <a:gd name="T28" fmla="*/ 2147483647 w 792"/>
                  <a:gd name="T29" fmla="*/ 2147483647 h 804"/>
                  <a:gd name="T30" fmla="*/ 2147483647 w 792"/>
                  <a:gd name="T31" fmla="*/ 2147483647 h 804"/>
                  <a:gd name="T32" fmla="*/ 2147483647 w 792"/>
                  <a:gd name="T33" fmla="*/ 2147483647 h 804"/>
                  <a:gd name="T34" fmla="*/ 2147483647 w 792"/>
                  <a:gd name="T35" fmla="*/ 2147483647 h 804"/>
                  <a:gd name="T36" fmla="*/ 2147483647 w 792"/>
                  <a:gd name="T37" fmla="*/ 2147483647 h 804"/>
                  <a:gd name="T38" fmla="*/ 2147483647 w 792"/>
                  <a:gd name="T39" fmla="*/ 2147483647 h 804"/>
                  <a:gd name="T40" fmla="*/ 2147483647 w 792"/>
                  <a:gd name="T41" fmla="*/ 2147483647 h 804"/>
                  <a:gd name="T42" fmla="*/ 2147483647 w 792"/>
                  <a:gd name="T43" fmla="*/ 2147483647 h 804"/>
                  <a:gd name="T44" fmla="*/ 2147483647 w 792"/>
                  <a:gd name="T45" fmla="*/ 2147483647 h 804"/>
                  <a:gd name="T46" fmla="*/ 2147483647 w 792"/>
                  <a:gd name="T47" fmla="*/ 2147483647 h 804"/>
                  <a:gd name="T48" fmla="*/ 2147483647 w 792"/>
                  <a:gd name="T49" fmla="*/ 2147483647 h 804"/>
                  <a:gd name="T50" fmla="*/ 2147483647 w 792"/>
                  <a:gd name="T51" fmla="*/ 2147483647 h 804"/>
                  <a:gd name="T52" fmla="*/ 2147483647 w 792"/>
                  <a:gd name="T53" fmla="*/ 2147483647 h 804"/>
                  <a:gd name="T54" fmla="*/ 2147483647 w 792"/>
                  <a:gd name="T55" fmla="*/ 2147483647 h 804"/>
                  <a:gd name="T56" fmla="*/ 2147483647 w 792"/>
                  <a:gd name="T57" fmla="*/ 2147483647 h 804"/>
                  <a:gd name="T58" fmla="*/ 2147483647 w 792"/>
                  <a:gd name="T59" fmla="*/ 2147483647 h 804"/>
                  <a:gd name="T60" fmla="*/ 2147483647 w 792"/>
                  <a:gd name="T61" fmla="*/ 2147483647 h 804"/>
                  <a:gd name="T62" fmla="*/ 2147483647 w 792"/>
                  <a:gd name="T63" fmla="*/ 2147483647 h 804"/>
                  <a:gd name="T64" fmla="*/ 2147483647 w 792"/>
                  <a:gd name="T65" fmla="*/ 2147483647 h 804"/>
                  <a:gd name="T66" fmla="*/ 2147483647 w 792"/>
                  <a:gd name="T67" fmla="*/ 2147483647 h 804"/>
                  <a:gd name="T68" fmla="*/ 2147483647 w 792"/>
                  <a:gd name="T69" fmla="*/ 2147483647 h 804"/>
                  <a:gd name="T70" fmla="*/ 2147483647 w 792"/>
                  <a:gd name="T71" fmla="*/ 2147483647 h 804"/>
                  <a:gd name="T72" fmla="*/ 2147483647 w 792"/>
                  <a:gd name="T73" fmla="*/ 2147483647 h 804"/>
                  <a:gd name="T74" fmla="*/ 2147483647 w 792"/>
                  <a:gd name="T75" fmla="*/ 2147483647 h 804"/>
                  <a:gd name="T76" fmla="*/ 2147483647 w 792"/>
                  <a:gd name="T77" fmla="*/ 2147483647 h 804"/>
                  <a:gd name="T78" fmla="*/ 2147483647 w 792"/>
                  <a:gd name="T79" fmla="*/ 2147483647 h 804"/>
                  <a:gd name="T80" fmla="*/ 2147483647 w 792"/>
                  <a:gd name="T81" fmla="*/ 2147483647 h 804"/>
                  <a:gd name="T82" fmla="*/ 2147483647 w 792"/>
                  <a:gd name="T83" fmla="*/ 2147483647 h 804"/>
                  <a:gd name="T84" fmla="*/ 2147483647 w 792"/>
                  <a:gd name="T85" fmla="*/ 2147483647 h 804"/>
                  <a:gd name="T86" fmla="*/ 2147483647 w 792"/>
                  <a:gd name="T87" fmla="*/ 2147483647 h 804"/>
                  <a:gd name="T88" fmla="*/ 2147483647 w 792"/>
                  <a:gd name="T89" fmla="*/ 2147483647 h 804"/>
                  <a:gd name="T90" fmla="*/ 2147483647 w 792"/>
                  <a:gd name="T91" fmla="*/ 0 h 804"/>
                  <a:gd name="T92" fmla="*/ 2147483647 w 792"/>
                  <a:gd name="T93" fmla="*/ 2147483647 h 804"/>
                  <a:gd name="T94" fmla="*/ 2147483647 w 792"/>
                  <a:gd name="T95" fmla="*/ 0 h 80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92"/>
                  <a:gd name="T145" fmla="*/ 0 h 804"/>
                  <a:gd name="T146" fmla="*/ 792 w 792"/>
                  <a:gd name="T147" fmla="*/ 804 h 80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92" h="804">
                    <a:moveTo>
                      <a:pt x="12" y="18"/>
                    </a:moveTo>
                    <a:lnTo>
                      <a:pt x="6" y="24"/>
                    </a:lnTo>
                    <a:lnTo>
                      <a:pt x="6" y="54"/>
                    </a:lnTo>
                    <a:lnTo>
                      <a:pt x="18" y="60"/>
                    </a:lnTo>
                    <a:lnTo>
                      <a:pt x="24" y="72"/>
                    </a:lnTo>
                    <a:lnTo>
                      <a:pt x="24" y="78"/>
                    </a:lnTo>
                    <a:lnTo>
                      <a:pt x="18" y="84"/>
                    </a:lnTo>
                    <a:lnTo>
                      <a:pt x="12" y="96"/>
                    </a:lnTo>
                    <a:lnTo>
                      <a:pt x="6" y="102"/>
                    </a:lnTo>
                    <a:lnTo>
                      <a:pt x="0" y="114"/>
                    </a:lnTo>
                    <a:lnTo>
                      <a:pt x="0" y="120"/>
                    </a:lnTo>
                    <a:lnTo>
                      <a:pt x="6" y="132"/>
                    </a:lnTo>
                    <a:lnTo>
                      <a:pt x="18" y="144"/>
                    </a:lnTo>
                    <a:lnTo>
                      <a:pt x="30" y="180"/>
                    </a:lnTo>
                    <a:lnTo>
                      <a:pt x="30" y="264"/>
                    </a:lnTo>
                    <a:lnTo>
                      <a:pt x="36" y="342"/>
                    </a:lnTo>
                    <a:lnTo>
                      <a:pt x="36" y="438"/>
                    </a:lnTo>
                    <a:lnTo>
                      <a:pt x="42" y="534"/>
                    </a:lnTo>
                    <a:lnTo>
                      <a:pt x="42" y="624"/>
                    </a:lnTo>
                    <a:lnTo>
                      <a:pt x="48" y="702"/>
                    </a:lnTo>
                    <a:lnTo>
                      <a:pt x="48" y="774"/>
                    </a:lnTo>
                    <a:lnTo>
                      <a:pt x="474" y="780"/>
                    </a:lnTo>
                    <a:lnTo>
                      <a:pt x="492" y="762"/>
                    </a:lnTo>
                    <a:lnTo>
                      <a:pt x="498" y="762"/>
                    </a:lnTo>
                    <a:lnTo>
                      <a:pt x="498" y="774"/>
                    </a:lnTo>
                    <a:lnTo>
                      <a:pt x="618" y="780"/>
                    </a:lnTo>
                    <a:lnTo>
                      <a:pt x="624" y="786"/>
                    </a:lnTo>
                    <a:lnTo>
                      <a:pt x="630" y="798"/>
                    </a:lnTo>
                    <a:lnTo>
                      <a:pt x="636" y="804"/>
                    </a:lnTo>
                    <a:lnTo>
                      <a:pt x="654" y="804"/>
                    </a:lnTo>
                    <a:lnTo>
                      <a:pt x="660" y="798"/>
                    </a:lnTo>
                    <a:lnTo>
                      <a:pt x="672" y="774"/>
                    </a:lnTo>
                    <a:lnTo>
                      <a:pt x="684" y="762"/>
                    </a:lnTo>
                    <a:lnTo>
                      <a:pt x="696" y="762"/>
                    </a:lnTo>
                    <a:lnTo>
                      <a:pt x="702" y="756"/>
                    </a:lnTo>
                    <a:lnTo>
                      <a:pt x="720" y="756"/>
                    </a:lnTo>
                    <a:lnTo>
                      <a:pt x="726" y="750"/>
                    </a:lnTo>
                    <a:lnTo>
                      <a:pt x="732" y="738"/>
                    </a:lnTo>
                    <a:lnTo>
                      <a:pt x="732" y="714"/>
                    </a:lnTo>
                    <a:lnTo>
                      <a:pt x="762" y="714"/>
                    </a:lnTo>
                    <a:lnTo>
                      <a:pt x="786" y="690"/>
                    </a:lnTo>
                    <a:lnTo>
                      <a:pt x="780" y="684"/>
                    </a:lnTo>
                    <a:lnTo>
                      <a:pt x="774" y="672"/>
                    </a:lnTo>
                    <a:lnTo>
                      <a:pt x="774" y="624"/>
                    </a:lnTo>
                    <a:lnTo>
                      <a:pt x="792" y="618"/>
                    </a:lnTo>
                    <a:lnTo>
                      <a:pt x="786" y="618"/>
                    </a:lnTo>
                    <a:lnTo>
                      <a:pt x="756" y="588"/>
                    </a:lnTo>
                    <a:lnTo>
                      <a:pt x="732" y="552"/>
                    </a:lnTo>
                    <a:lnTo>
                      <a:pt x="726" y="528"/>
                    </a:lnTo>
                    <a:lnTo>
                      <a:pt x="714" y="492"/>
                    </a:lnTo>
                    <a:lnTo>
                      <a:pt x="702" y="468"/>
                    </a:lnTo>
                    <a:lnTo>
                      <a:pt x="690" y="462"/>
                    </a:lnTo>
                    <a:lnTo>
                      <a:pt x="684" y="450"/>
                    </a:lnTo>
                    <a:lnTo>
                      <a:pt x="672" y="444"/>
                    </a:lnTo>
                    <a:lnTo>
                      <a:pt x="666" y="432"/>
                    </a:lnTo>
                    <a:lnTo>
                      <a:pt x="654" y="396"/>
                    </a:lnTo>
                    <a:lnTo>
                      <a:pt x="654" y="378"/>
                    </a:lnTo>
                    <a:lnTo>
                      <a:pt x="618" y="336"/>
                    </a:lnTo>
                    <a:lnTo>
                      <a:pt x="618" y="318"/>
                    </a:lnTo>
                    <a:lnTo>
                      <a:pt x="606" y="294"/>
                    </a:lnTo>
                    <a:lnTo>
                      <a:pt x="594" y="282"/>
                    </a:lnTo>
                    <a:lnTo>
                      <a:pt x="588" y="270"/>
                    </a:lnTo>
                    <a:lnTo>
                      <a:pt x="576" y="258"/>
                    </a:lnTo>
                    <a:lnTo>
                      <a:pt x="570" y="246"/>
                    </a:lnTo>
                    <a:lnTo>
                      <a:pt x="558" y="234"/>
                    </a:lnTo>
                    <a:lnTo>
                      <a:pt x="552" y="222"/>
                    </a:lnTo>
                    <a:lnTo>
                      <a:pt x="546" y="216"/>
                    </a:lnTo>
                    <a:lnTo>
                      <a:pt x="552" y="210"/>
                    </a:lnTo>
                    <a:lnTo>
                      <a:pt x="552" y="198"/>
                    </a:lnTo>
                    <a:lnTo>
                      <a:pt x="540" y="174"/>
                    </a:lnTo>
                    <a:lnTo>
                      <a:pt x="528" y="168"/>
                    </a:lnTo>
                    <a:lnTo>
                      <a:pt x="522" y="168"/>
                    </a:lnTo>
                    <a:lnTo>
                      <a:pt x="540" y="144"/>
                    </a:lnTo>
                    <a:lnTo>
                      <a:pt x="558" y="156"/>
                    </a:lnTo>
                    <a:lnTo>
                      <a:pt x="558" y="174"/>
                    </a:lnTo>
                    <a:lnTo>
                      <a:pt x="564" y="186"/>
                    </a:lnTo>
                    <a:lnTo>
                      <a:pt x="576" y="198"/>
                    </a:lnTo>
                    <a:lnTo>
                      <a:pt x="582" y="210"/>
                    </a:lnTo>
                    <a:lnTo>
                      <a:pt x="588" y="216"/>
                    </a:lnTo>
                    <a:lnTo>
                      <a:pt x="588" y="246"/>
                    </a:lnTo>
                    <a:lnTo>
                      <a:pt x="606" y="264"/>
                    </a:lnTo>
                    <a:lnTo>
                      <a:pt x="612" y="276"/>
                    </a:lnTo>
                    <a:lnTo>
                      <a:pt x="636" y="300"/>
                    </a:lnTo>
                    <a:lnTo>
                      <a:pt x="648" y="306"/>
                    </a:lnTo>
                    <a:lnTo>
                      <a:pt x="654" y="306"/>
                    </a:lnTo>
                    <a:lnTo>
                      <a:pt x="666" y="300"/>
                    </a:lnTo>
                    <a:lnTo>
                      <a:pt x="678" y="288"/>
                    </a:lnTo>
                    <a:lnTo>
                      <a:pt x="672" y="270"/>
                    </a:lnTo>
                    <a:lnTo>
                      <a:pt x="684" y="246"/>
                    </a:lnTo>
                    <a:lnTo>
                      <a:pt x="684" y="234"/>
                    </a:lnTo>
                    <a:lnTo>
                      <a:pt x="690" y="222"/>
                    </a:lnTo>
                    <a:lnTo>
                      <a:pt x="690" y="198"/>
                    </a:lnTo>
                    <a:lnTo>
                      <a:pt x="696" y="186"/>
                    </a:lnTo>
                    <a:lnTo>
                      <a:pt x="696" y="180"/>
                    </a:lnTo>
                    <a:lnTo>
                      <a:pt x="702" y="168"/>
                    </a:lnTo>
                    <a:lnTo>
                      <a:pt x="648" y="24"/>
                    </a:lnTo>
                    <a:lnTo>
                      <a:pt x="642" y="24"/>
                    </a:lnTo>
                    <a:lnTo>
                      <a:pt x="636" y="30"/>
                    </a:lnTo>
                    <a:lnTo>
                      <a:pt x="624" y="30"/>
                    </a:lnTo>
                    <a:lnTo>
                      <a:pt x="600" y="42"/>
                    </a:lnTo>
                    <a:lnTo>
                      <a:pt x="576" y="42"/>
                    </a:lnTo>
                    <a:lnTo>
                      <a:pt x="564" y="36"/>
                    </a:lnTo>
                    <a:lnTo>
                      <a:pt x="558" y="30"/>
                    </a:lnTo>
                    <a:lnTo>
                      <a:pt x="552" y="36"/>
                    </a:lnTo>
                    <a:lnTo>
                      <a:pt x="540" y="42"/>
                    </a:lnTo>
                    <a:lnTo>
                      <a:pt x="534" y="42"/>
                    </a:lnTo>
                    <a:lnTo>
                      <a:pt x="510" y="30"/>
                    </a:lnTo>
                    <a:lnTo>
                      <a:pt x="504" y="24"/>
                    </a:lnTo>
                    <a:lnTo>
                      <a:pt x="504" y="18"/>
                    </a:lnTo>
                    <a:lnTo>
                      <a:pt x="498" y="12"/>
                    </a:lnTo>
                    <a:lnTo>
                      <a:pt x="486" y="6"/>
                    </a:lnTo>
                    <a:lnTo>
                      <a:pt x="468" y="6"/>
                    </a:lnTo>
                    <a:lnTo>
                      <a:pt x="456" y="12"/>
                    </a:lnTo>
                    <a:lnTo>
                      <a:pt x="438" y="12"/>
                    </a:lnTo>
                    <a:lnTo>
                      <a:pt x="432" y="18"/>
                    </a:lnTo>
                    <a:lnTo>
                      <a:pt x="420" y="18"/>
                    </a:lnTo>
                    <a:lnTo>
                      <a:pt x="414" y="12"/>
                    </a:lnTo>
                    <a:lnTo>
                      <a:pt x="390" y="12"/>
                    </a:lnTo>
                    <a:lnTo>
                      <a:pt x="378" y="18"/>
                    </a:lnTo>
                    <a:lnTo>
                      <a:pt x="372" y="24"/>
                    </a:lnTo>
                    <a:lnTo>
                      <a:pt x="366" y="36"/>
                    </a:lnTo>
                    <a:lnTo>
                      <a:pt x="360" y="42"/>
                    </a:lnTo>
                    <a:lnTo>
                      <a:pt x="336" y="42"/>
                    </a:lnTo>
                    <a:lnTo>
                      <a:pt x="324" y="54"/>
                    </a:lnTo>
                    <a:lnTo>
                      <a:pt x="312" y="60"/>
                    </a:lnTo>
                    <a:lnTo>
                      <a:pt x="306" y="60"/>
                    </a:lnTo>
                    <a:lnTo>
                      <a:pt x="300" y="54"/>
                    </a:lnTo>
                    <a:lnTo>
                      <a:pt x="288" y="54"/>
                    </a:lnTo>
                    <a:lnTo>
                      <a:pt x="276" y="48"/>
                    </a:lnTo>
                    <a:lnTo>
                      <a:pt x="264" y="48"/>
                    </a:lnTo>
                    <a:lnTo>
                      <a:pt x="258" y="42"/>
                    </a:lnTo>
                    <a:lnTo>
                      <a:pt x="204" y="42"/>
                    </a:lnTo>
                    <a:lnTo>
                      <a:pt x="198" y="36"/>
                    </a:lnTo>
                    <a:lnTo>
                      <a:pt x="186" y="30"/>
                    </a:lnTo>
                    <a:lnTo>
                      <a:pt x="174" y="18"/>
                    </a:lnTo>
                    <a:lnTo>
                      <a:pt x="126" y="18"/>
                    </a:lnTo>
                    <a:lnTo>
                      <a:pt x="120" y="12"/>
                    </a:lnTo>
                    <a:lnTo>
                      <a:pt x="96" y="0"/>
                    </a:lnTo>
                    <a:lnTo>
                      <a:pt x="78" y="0"/>
                    </a:lnTo>
                    <a:lnTo>
                      <a:pt x="66" y="12"/>
                    </a:lnTo>
                    <a:lnTo>
                      <a:pt x="54" y="12"/>
                    </a:lnTo>
                    <a:lnTo>
                      <a:pt x="42" y="6"/>
                    </a:lnTo>
                    <a:lnTo>
                      <a:pt x="36" y="6"/>
                    </a:lnTo>
                    <a:lnTo>
                      <a:pt x="36" y="0"/>
                    </a:lnTo>
                    <a:lnTo>
                      <a:pt x="30" y="0"/>
                    </a:lnTo>
                    <a:lnTo>
                      <a:pt x="12" y="18"/>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2" name="Jordan" descr="© INSCALE GmbH, 05.05.2010&#10;http://www.presentationload.com/">
                <a:extLst>
                  <a:ext uri="{FF2B5EF4-FFF2-40B4-BE49-F238E27FC236}">
                    <a16:creationId xmlns:a16="http://schemas.microsoft.com/office/drawing/2014/main" id="{C3C1A948-09CE-5235-5E64-BF7916AE98C5}"/>
                  </a:ext>
                </a:extLst>
              </p:cNvPr>
              <p:cNvSpPr>
                <a:spLocks/>
              </p:cNvSpPr>
              <p:nvPr/>
            </p:nvSpPr>
            <p:spPr bwMode="gray">
              <a:xfrm>
                <a:off x="3269" y="1888"/>
                <a:ext cx="71" cy="86"/>
              </a:xfrm>
              <a:custGeom>
                <a:avLst/>
                <a:gdLst>
                  <a:gd name="T0" fmla="*/ 2147483647 w 282"/>
                  <a:gd name="T1" fmla="*/ 2147483647 h 336"/>
                  <a:gd name="T2" fmla="*/ 2147483647 w 282"/>
                  <a:gd name="T3" fmla="*/ 2147483647 h 336"/>
                  <a:gd name="T4" fmla="*/ 2147483647 w 282"/>
                  <a:gd name="T5" fmla="*/ 0 h 336"/>
                  <a:gd name="T6" fmla="*/ 2147483647 w 282"/>
                  <a:gd name="T7" fmla="*/ 2147483647 h 336"/>
                  <a:gd name="T8" fmla="*/ 2147483647 w 282"/>
                  <a:gd name="T9" fmla="*/ 2147483647 h 336"/>
                  <a:gd name="T10" fmla="*/ 2147483647 w 282"/>
                  <a:gd name="T11" fmla="*/ 2147483647 h 336"/>
                  <a:gd name="T12" fmla="*/ 2147483647 w 282"/>
                  <a:gd name="T13" fmla="*/ 2147483647 h 336"/>
                  <a:gd name="T14" fmla="*/ 2147483647 w 282"/>
                  <a:gd name="T15" fmla="*/ 2147483647 h 336"/>
                  <a:gd name="T16" fmla="*/ 2147483647 w 282"/>
                  <a:gd name="T17" fmla="*/ 2147483647 h 336"/>
                  <a:gd name="T18" fmla="*/ 2147483647 w 282"/>
                  <a:gd name="T19" fmla="*/ 2147483647 h 336"/>
                  <a:gd name="T20" fmla="*/ 2147483647 w 282"/>
                  <a:gd name="T21" fmla="*/ 2147483647 h 336"/>
                  <a:gd name="T22" fmla="*/ 2147483647 w 282"/>
                  <a:gd name="T23" fmla="*/ 2147483647 h 336"/>
                  <a:gd name="T24" fmla="*/ 2147483647 w 282"/>
                  <a:gd name="T25" fmla="*/ 2147483647 h 336"/>
                  <a:gd name="T26" fmla="*/ 2147483647 w 282"/>
                  <a:gd name="T27" fmla="*/ 2147483647 h 336"/>
                  <a:gd name="T28" fmla="*/ 2147483647 w 282"/>
                  <a:gd name="T29" fmla="*/ 2147483647 h 336"/>
                  <a:gd name="T30" fmla="*/ 2147483647 w 282"/>
                  <a:gd name="T31" fmla="*/ 2147483647 h 336"/>
                  <a:gd name="T32" fmla="*/ 2147483647 w 282"/>
                  <a:gd name="T33" fmla="*/ 2147483647 h 336"/>
                  <a:gd name="T34" fmla="*/ 2147483647 w 282"/>
                  <a:gd name="T35" fmla="*/ 2147483647 h 336"/>
                  <a:gd name="T36" fmla="*/ 2147483647 w 282"/>
                  <a:gd name="T37" fmla="*/ 2147483647 h 336"/>
                  <a:gd name="T38" fmla="*/ 2147483647 w 282"/>
                  <a:gd name="T39" fmla="*/ 2147483647 h 336"/>
                  <a:gd name="T40" fmla="*/ 2147483647 w 282"/>
                  <a:gd name="T41" fmla="*/ 2147483647 h 336"/>
                  <a:gd name="T42" fmla="*/ 2147483647 w 282"/>
                  <a:gd name="T43" fmla="*/ 2147483647 h 336"/>
                  <a:gd name="T44" fmla="*/ 2147483647 w 282"/>
                  <a:gd name="T45" fmla="*/ 2147483647 h 336"/>
                  <a:gd name="T46" fmla="*/ 0 w 282"/>
                  <a:gd name="T47" fmla="*/ 2147483647 h 336"/>
                  <a:gd name="T48" fmla="*/ 0 w 282"/>
                  <a:gd name="T49" fmla="*/ 2147483647 h 336"/>
                  <a:gd name="T50" fmla="*/ 2147483647 w 282"/>
                  <a:gd name="T51" fmla="*/ 2147483647 h 336"/>
                  <a:gd name="T52" fmla="*/ 2147483647 w 282"/>
                  <a:gd name="T53" fmla="*/ 2147483647 h 336"/>
                  <a:gd name="T54" fmla="*/ 2147483647 w 282"/>
                  <a:gd name="T55" fmla="*/ 2147483647 h 336"/>
                  <a:gd name="T56" fmla="*/ 2147483647 w 282"/>
                  <a:gd name="T57" fmla="*/ 2147483647 h 336"/>
                  <a:gd name="T58" fmla="*/ 2147483647 w 282"/>
                  <a:gd name="T59" fmla="*/ 2147483647 h 336"/>
                  <a:gd name="T60" fmla="*/ 2147483647 w 282"/>
                  <a:gd name="T61" fmla="*/ 2147483647 h 336"/>
                  <a:gd name="T62" fmla="*/ 2147483647 w 282"/>
                  <a:gd name="T63" fmla="*/ 2147483647 h 336"/>
                  <a:gd name="T64" fmla="*/ 2147483647 w 282"/>
                  <a:gd name="T65" fmla="*/ 2147483647 h 336"/>
                  <a:gd name="T66" fmla="*/ 2147483647 w 282"/>
                  <a:gd name="T67" fmla="*/ 2147483647 h 336"/>
                  <a:gd name="T68" fmla="*/ 2147483647 w 282"/>
                  <a:gd name="T69" fmla="*/ 2147483647 h 336"/>
                  <a:gd name="T70" fmla="*/ 2147483647 w 282"/>
                  <a:gd name="T71" fmla="*/ 2147483647 h 336"/>
                  <a:gd name="T72" fmla="*/ 2147483647 w 282"/>
                  <a:gd name="T73" fmla="*/ 2147483647 h 336"/>
                  <a:gd name="T74" fmla="*/ 2147483647 w 282"/>
                  <a:gd name="T75" fmla="*/ 2147483647 h 336"/>
                  <a:gd name="T76" fmla="*/ 2147483647 w 282"/>
                  <a:gd name="T77" fmla="*/ 2147483647 h 336"/>
                  <a:gd name="T78" fmla="*/ 2147483647 w 282"/>
                  <a:gd name="T79" fmla="*/ 2147483647 h 336"/>
                  <a:gd name="T80" fmla="*/ 2147483647 w 282"/>
                  <a:gd name="T81" fmla="*/ 2147483647 h 336"/>
                  <a:gd name="T82" fmla="*/ 2147483647 w 282"/>
                  <a:gd name="T83" fmla="*/ 2147483647 h 336"/>
                  <a:gd name="T84" fmla="*/ 2147483647 w 282"/>
                  <a:gd name="T85" fmla="*/ 2147483647 h 336"/>
                  <a:gd name="T86" fmla="*/ 2147483647 w 282"/>
                  <a:gd name="T87" fmla="*/ 2147483647 h 336"/>
                  <a:gd name="T88" fmla="*/ 2147483647 w 282"/>
                  <a:gd name="T89" fmla="*/ 2147483647 h 336"/>
                  <a:gd name="T90" fmla="*/ 2147483647 w 282"/>
                  <a:gd name="T91" fmla="*/ 2147483647 h 336"/>
                  <a:gd name="T92" fmla="*/ 2147483647 w 282"/>
                  <a:gd name="T93" fmla="*/ 2147483647 h 336"/>
                  <a:gd name="T94" fmla="*/ 2147483647 w 282"/>
                  <a:gd name="T95" fmla="*/ 2147483647 h 336"/>
                  <a:gd name="T96" fmla="*/ 2147483647 w 282"/>
                  <a:gd name="T97" fmla="*/ 2147483647 h 336"/>
                  <a:gd name="T98" fmla="*/ 2147483647 w 282"/>
                  <a:gd name="T99" fmla="*/ 2147483647 h 336"/>
                  <a:gd name="T100" fmla="*/ 2147483647 w 282"/>
                  <a:gd name="T101" fmla="*/ 2147483647 h 336"/>
                  <a:gd name="T102" fmla="*/ 2147483647 w 282"/>
                  <a:gd name="T103" fmla="*/ 2147483647 h 336"/>
                  <a:gd name="T104" fmla="*/ 2147483647 w 282"/>
                  <a:gd name="T105" fmla="*/ 2147483647 h 336"/>
                  <a:gd name="T106" fmla="*/ 2147483647 w 282"/>
                  <a:gd name="T107" fmla="*/ 2147483647 h 336"/>
                  <a:gd name="T108" fmla="*/ 2147483647 w 282"/>
                  <a:gd name="T109" fmla="*/ 2147483647 h 336"/>
                  <a:gd name="T110" fmla="*/ 2147483647 w 282"/>
                  <a:gd name="T111" fmla="*/ 2147483647 h 336"/>
                  <a:gd name="T112" fmla="*/ 2147483647 w 282"/>
                  <a:gd name="T113" fmla="*/ 2147483647 h 336"/>
                  <a:gd name="T114" fmla="*/ 2147483647 w 282"/>
                  <a:gd name="T115" fmla="*/ 2147483647 h 336"/>
                  <a:gd name="T116" fmla="*/ 2147483647 w 282"/>
                  <a:gd name="T117" fmla="*/ 2147483647 h 336"/>
                  <a:gd name="T118" fmla="*/ 2147483647 w 282"/>
                  <a:gd name="T119" fmla="*/ 2147483647 h 336"/>
                  <a:gd name="T120" fmla="*/ 2147483647 w 282"/>
                  <a:gd name="T121" fmla="*/ 2147483647 h 336"/>
                  <a:gd name="T122" fmla="*/ 2147483647 w 282"/>
                  <a:gd name="T123" fmla="*/ 2147483647 h 3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82"/>
                  <a:gd name="T187" fmla="*/ 0 h 336"/>
                  <a:gd name="T188" fmla="*/ 282 w 282"/>
                  <a:gd name="T189" fmla="*/ 336 h 3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82" h="336">
                    <a:moveTo>
                      <a:pt x="258" y="60"/>
                    </a:moveTo>
                    <a:lnTo>
                      <a:pt x="258" y="42"/>
                    </a:lnTo>
                    <a:lnTo>
                      <a:pt x="234" y="0"/>
                    </a:lnTo>
                    <a:lnTo>
                      <a:pt x="222" y="6"/>
                    </a:lnTo>
                    <a:lnTo>
                      <a:pt x="198" y="30"/>
                    </a:lnTo>
                    <a:lnTo>
                      <a:pt x="138" y="78"/>
                    </a:lnTo>
                    <a:lnTo>
                      <a:pt x="114" y="84"/>
                    </a:lnTo>
                    <a:lnTo>
                      <a:pt x="96" y="84"/>
                    </a:lnTo>
                    <a:lnTo>
                      <a:pt x="84" y="78"/>
                    </a:lnTo>
                    <a:lnTo>
                      <a:pt x="72" y="66"/>
                    </a:lnTo>
                    <a:lnTo>
                      <a:pt x="36" y="48"/>
                    </a:lnTo>
                    <a:lnTo>
                      <a:pt x="30" y="48"/>
                    </a:lnTo>
                    <a:lnTo>
                      <a:pt x="24" y="66"/>
                    </a:lnTo>
                    <a:lnTo>
                      <a:pt x="30" y="138"/>
                    </a:lnTo>
                    <a:lnTo>
                      <a:pt x="18" y="150"/>
                    </a:lnTo>
                    <a:lnTo>
                      <a:pt x="18" y="162"/>
                    </a:lnTo>
                    <a:lnTo>
                      <a:pt x="30" y="174"/>
                    </a:lnTo>
                    <a:lnTo>
                      <a:pt x="30" y="186"/>
                    </a:lnTo>
                    <a:lnTo>
                      <a:pt x="24" y="198"/>
                    </a:lnTo>
                    <a:lnTo>
                      <a:pt x="18" y="204"/>
                    </a:lnTo>
                    <a:lnTo>
                      <a:pt x="12" y="216"/>
                    </a:lnTo>
                    <a:lnTo>
                      <a:pt x="6" y="222"/>
                    </a:lnTo>
                    <a:lnTo>
                      <a:pt x="6" y="282"/>
                    </a:lnTo>
                    <a:lnTo>
                      <a:pt x="0" y="294"/>
                    </a:lnTo>
                    <a:lnTo>
                      <a:pt x="0" y="312"/>
                    </a:lnTo>
                    <a:lnTo>
                      <a:pt x="6" y="324"/>
                    </a:lnTo>
                    <a:lnTo>
                      <a:pt x="24" y="324"/>
                    </a:lnTo>
                    <a:lnTo>
                      <a:pt x="48" y="336"/>
                    </a:lnTo>
                    <a:lnTo>
                      <a:pt x="84" y="336"/>
                    </a:lnTo>
                    <a:lnTo>
                      <a:pt x="96" y="324"/>
                    </a:lnTo>
                    <a:lnTo>
                      <a:pt x="108" y="300"/>
                    </a:lnTo>
                    <a:lnTo>
                      <a:pt x="108" y="288"/>
                    </a:lnTo>
                    <a:lnTo>
                      <a:pt x="120" y="276"/>
                    </a:lnTo>
                    <a:lnTo>
                      <a:pt x="126" y="276"/>
                    </a:lnTo>
                    <a:lnTo>
                      <a:pt x="138" y="270"/>
                    </a:lnTo>
                    <a:lnTo>
                      <a:pt x="150" y="270"/>
                    </a:lnTo>
                    <a:lnTo>
                      <a:pt x="162" y="264"/>
                    </a:lnTo>
                    <a:lnTo>
                      <a:pt x="168" y="258"/>
                    </a:lnTo>
                    <a:lnTo>
                      <a:pt x="174" y="246"/>
                    </a:lnTo>
                    <a:lnTo>
                      <a:pt x="180" y="240"/>
                    </a:lnTo>
                    <a:lnTo>
                      <a:pt x="180" y="228"/>
                    </a:lnTo>
                    <a:lnTo>
                      <a:pt x="186" y="222"/>
                    </a:lnTo>
                    <a:lnTo>
                      <a:pt x="186" y="210"/>
                    </a:lnTo>
                    <a:lnTo>
                      <a:pt x="180" y="204"/>
                    </a:lnTo>
                    <a:lnTo>
                      <a:pt x="168" y="180"/>
                    </a:lnTo>
                    <a:lnTo>
                      <a:pt x="144" y="156"/>
                    </a:lnTo>
                    <a:lnTo>
                      <a:pt x="132" y="156"/>
                    </a:lnTo>
                    <a:lnTo>
                      <a:pt x="120" y="150"/>
                    </a:lnTo>
                    <a:lnTo>
                      <a:pt x="96" y="150"/>
                    </a:lnTo>
                    <a:lnTo>
                      <a:pt x="96" y="144"/>
                    </a:lnTo>
                    <a:lnTo>
                      <a:pt x="108" y="144"/>
                    </a:lnTo>
                    <a:lnTo>
                      <a:pt x="120" y="138"/>
                    </a:lnTo>
                    <a:lnTo>
                      <a:pt x="186" y="138"/>
                    </a:lnTo>
                    <a:lnTo>
                      <a:pt x="198" y="114"/>
                    </a:lnTo>
                    <a:lnTo>
                      <a:pt x="240" y="114"/>
                    </a:lnTo>
                    <a:lnTo>
                      <a:pt x="252" y="108"/>
                    </a:lnTo>
                    <a:lnTo>
                      <a:pt x="258" y="102"/>
                    </a:lnTo>
                    <a:lnTo>
                      <a:pt x="264" y="102"/>
                    </a:lnTo>
                    <a:lnTo>
                      <a:pt x="276" y="96"/>
                    </a:lnTo>
                    <a:lnTo>
                      <a:pt x="282" y="90"/>
                    </a:lnTo>
                    <a:lnTo>
                      <a:pt x="282" y="78"/>
                    </a:lnTo>
                    <a:lnTo>
                      <a:pt x="258" y="60"/>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3" name="Vietnam" descr="© INSCALE GmbH, 05.05.2010&#10;http://www.presentationload.com/">
                <a:extLst>
                  <a:ext uri="{FF2B5EF4-FFF2-40B4-BE49-F238E27FC236}">
                    <a16:creationId xmlns:a16="http://schemas.microsoft.com/office/drawing/2014/main" id="{A5F7B65E-B35E-E505-A98A-EBB87DE4406C}"/>
                  </a:ext>
                </a:extLst>
              </p:cNvPr>
              <p:cNvSpPr>
                <a:spLocks/>
              </p:cNvSpPr>
              <p:nvPr/>
            </p:nvSpPr>
            <p:spPr bwMode="gray">
              <a:xfrm>
                <a:off x="4465" y="2091"/>
                <a:ext cx="153" cy="302"/>
              </a:xfrm>
              <a:custGeom>
                <a:avLst/>
                <a:gdLst>
                  <a:gd name="T0" fmla="*/ 2147483647 w 606"/>
                  <a:gd name="T1" fmla="*/ 2147483647 h 1194"/>
                  <a:gd name="T2" fmla="*/ 2147483647 w 606"/>
                  <a:gd name="T3" fmla="*/ 2147483647 h 1194"/>
                  <a:gd name="T4" fmla="*/ 2147483647 w 606"/>
                  <a:gd name="T5" fmla="*/ 2147483647 h 1194"/>
                  <a:gd name="T6" fmla="*/ 2147483647 w 606"/>
                  <a:gd name="T7" fmla="*/ 2147483647 h 1194"/>
                  <a:gd name="T8" fmla="*/ 2147483647 w 606"/>
                  <a:gd name="T9" fmla="*/ 2147483647 h 1194"/>
                  <a:gd name="T10" fmla="*/ 2147483647 w 606"/>
                  <a:gd name="T11" fmla="*/ 2147483647 h 1194"/>
                  <a:gd name="T12" fmla="*/ 2147483647 w 606"/>
                  <a:gd name="T13" fmla="*/ 2147483647 h 1194"/>
                  <a:gd name="T14" fmla="*/ 2147483647 w 606"/>
                  <a:gd name="T15" fmla="*/ 2147483647 h 1194"/>
                  <a:gd name="T16" fmla="*/ 2147483647 w 606"/>
                  <a:gd name="T17" fmla="*/ 2147483647 h 1194"/>
                  <a:gd name="T18" fmla="*/ 2147483647 w 606"/>
                  <a:gd name="T19" fmla="*/ 2147483647 h 1194"/>
                  <a:gd name="T20" fmla="*/ 2147483647 w 606"/>
                  <a:gd name="T21" fmla="*/ 2147483647 h 1194"/>
                  <a:gd name="T22" fmla="*/ 2147483647 w 606"/>
                  <a:gd name="T23" fmla="*/ 2147483647 h 1194"/>
                  <a:gd name="T24" fmla="*/ 2147483647 w 606"/>
                  <a:gd name="T25" fmla="*/ 2147483647 h 1194"/>
                  <a:gd name="T26" fmla="*/ 2147483647 w 606"/>
                  <a:gd name="T27" fmla="*/ 2147483647 h 1194"/>
                  <a:gd name="T28" fmla="*/ 2147483647 w 606"/>
                  <a:gd name="T29" fmla="*/ 2147483647 h 1194"/>
                  <a:gd name="T30" fmla="*/ 2147483647 w 606"/>
                  <a:gd name="T31" fmla="*/ 2147483647 h 1194"/>
                  <a:gd name="T32" fmla="*/ 2147483647 w 606"/>
                  <a:gd name="T33" fmla="*/ 2147483647 h 1194"/>
                  <a:gd name="T34" fmla="*/ 2147483647 w 606"/>
                  <a:gd name="T35" fmla="*/ 2147483647 h 1194"/>
                  <a:gd name="T36" fmla="*/ 2147483647 w 606"/>
                  <a:gd name="T37" fmla="*/ 2147483647 h 1194"/>
                  <a:gd name="T38" fmla="*/ 2147483647 w 606"/>
                  <a:gd name="T39" fmla="*/ 2147483647 h 1194"/>
                  <a:gd name="T40" fmla="*/ 2147483647 w 606"/>
                  <a:gd name="T41" fmla="*/ 2147483647 h 1194"/>
                  <a:gd name="T42" fmla="*/ 2147483647 w 606"/>
                  <a:gd name="T43" fmla="*/ 2147483647 h 1194"/>
                  <a:gd name="T44" fmla="*/ 2147483647 w 606"/>
                  <a:gd name="T45" fmla="*/ 2147483647 h 1194"/>
                  <a:gd name="T46" fmla="*/ 2147483647 w 606"/>
                  <a:gd name="T47" fmla="*/ 2147483647 h 1194"/>
                  <a:gd name="T48" fmla="*/ 2147483647 w 606"/>
                  <a:gd name="T49" fmla="*/ 2147483647 h 1194"/>
                  <a:gd name="T50" fmla="*/ 2147483647 w 606"/>
                  <a:gd name="T51" fmla="*/ 2147483647 h 1194"/>
                  <a:gd name="T52" fmla="*/ 2147483647 w 606"/>
                  <a:gd name="T53" fmla="*/ 2147483647 h 1194"/>
                  <a:gd name="T54" fmla="*/ 2147483647 w 606"/>
                  <a:gd name="T55" fmla="*/ 2147483647 h 1194"/>
                  <a:gd name="T56" fmla="*/ 2147483647 w 606"/>
                  <a:gd name="T57" fmla="*/ 2147483647 h 1194"/>
                  <a:gd name="T58" fmla="*/ 2147483647 w 606"/>
                  <a:gd name="T59" fmla="*/ 2147483647 h 1194"/>
                  <a:gd name="T60" fmla="*/ 2147483647 w 606"/>
                  <a:gd name="T61" fmla="*/ 2147483647 h 1194"/>
                  <a:gd name="T62" fmla="*/ 2147483647 w 606"/>
                  <a:gd name="T63" fmla="*/ 2147483647 h 1194"/>
                  <a:gd name="T64" fmla="*/ 2147483647 w 606"/>
                  <a:gd name="T65" fmla="*/ 2147483647 h 1194"/>
                  <a:gd name="T66" fmla="*/ 2147483647 w 606"/>
                  <a:gd name="T67" fmla="*/ 2147483647 h 1194"/>
                  <a:gd name="T68" fmla="*/ 2147483647 w 606"/>
                  <a:gd name="T69" fmla="*/ 2147483647 h 1194"/>
                  <a:gd name="T70" fmla="*/ 2147483647 w 606"/>
                  <a:gd name="T71" fmla="*/ 2147483647 h 1194"/>
                  <a:gd name="T72" fmla="*/ 2147483647 w 606"/>
                  <a:gd name="T73" fmla="*/ 2147483647 h 1194"/>
                  <a:gd name="T74" fmla="*/ 2147483647 w 606"/>
                  <a:gd name="T75" fmla="*/ 2147483647 h 1194"/>
                  <a:gd name="T76" fmla="*/ 2147483647 w 606"/>
                  <a:gd name="T77" fmla="*/ 2147483647 h 1194"/>
                  <a:gd name="T78" fmla="*/ 2147483647 w 606"/>
                  <a:gd name="T79" fmla="*/ 2147483647 h 1194"/>
                  <a:gd name="T80" fmla="*/ 2147483647 w 606"/>
                  <a:gd name="T81" fmla="*/ 2147483647 h 1194"/>
                  <a:gd name="T82" fmla="*/ 2147483647 w 606"/>
                  <a:gd name="T83" fmla="*/ 2147483647 h 1194"/>
                  <a:gd name="T84" fmla="*/ 2147483647 w 606"/>
                  <a:gd name="T85" fmla="*/ 2147483647 h 1194"/>
                  <a:gd name="T86" fmla="*/ 2147483647 w 606"/>
                  <a:gd name="T87" fmla="*/ 2147483647 h 1194"/>
                  <a:gd name="T88" fmla="*/ 2147483647 w 606"/>
                  <a:gd name="T89" fmla="*/ 2147483647 h 1194"/>
                  <a:gd name="T90" fmla="*/ 2147483647 w 606"/>
                  <a:gd name="T91" fmla="*/ 2147483647 h 1194"/>
                  <a:gd name="T92" fmla="*/ 2147483647 w 606"/>
                  <a:gd name="T93" fmla="*/ 2147483647 h 1194"/>
                  <a:gd name="T94" fmla="*/ 2147483647 w 606"/>
                  <a:gd name="T95" fmla="*/ 2147483647 h 1194"/>
                  <a:gd name="T96" fmla="*/ 2147483647 w 606"/>
                  <a:gd name="T97" fmla="*/ 2147483647 h 1194"/>
                  <a:gd name="T98" fmla="*/ 2147483647 w 606"/>
                  <a:gd name="T99" fmla="*/ 2147483647 h 1194"/>
                  <a:gd name="T100" fmla="*/ 2147483647 w 606"/>
                  <a:gd name="T101" fmla="*/ 2147483647 h 1194"/>
                  <a:gd name="T102" fmla="*/ 2147483647 w 606"/>
                  <a:gd name="T103" fmla="*/ 2147483647 h 1194"/>
                  <a:gd name="T104" fmla="*/ 2147483647 w 606"/>
                  <a:gd name="T105" fmla="*/ 2147483647 h 1194"/>
                  <a:gd name="T106" fmla="*/ 2147483647 w 606"/>
                  <a:gd name="T107" fmla="*/ 2147483647 h 1194"/>
                  <a:gd name="T108" fmla="*/ 2147483647 w 606"/>
                  <a:gd name="T109" fmla="*/ 2147483647 h 1194"/>
                  <a:gd name="T110" fmla="*/ 2147483647 w 606"/>
                  <a:gd name="T111" fmla="*/ 2147483647 h 1194"/>
                  <a:gd name="T112" fmla="*/ 2147483647 w 606"/>
                  <a:gd name="T113" fmla="*/ 2147483647 h 1194"/>
                  <a:gd name="T114" fmla="*/ 2147483647 w 606"/>
                  <a:gd name="T115" fmla="*/ 2147483647 h 1194"/>
                  <a:gd name="T116" fmla="*/ 2147483647 w 606"/>
                  <a:gd name="T117" fmla="*/ 2147483647 h 1194"/>
                  <a:gd name="T118" fmla="*/ 2147483647 w 606"/>
                  <a:gd name="T119" fmla="*/ 2147483647 h 1194"/>
                  <a:gd name="T120" fmla="*/ 2147483647 w 606"/>
                  <a:gd name="T121" fmla="*/ 2147483647 h 1194"/>
                  <a:gd name="T122" fmla="*/ 2147483647 w 606"/>
                  <a:gd name="T123" fmla="*/ 2147483647 h 119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606"/>
                  <a:gd name="T187" fmla="*/ 0 h 1194"/>
                  <a:gd name="T188" fmla="*/ 606 w 606"/>
                  <a:gd name="T189" fmla="*/ 1194 h 119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606" h="1194">
                    <a:moveTo>
                      <a:pt x="6" y="48"/>
                    </a:moveTo>
                    <a:lnTo>
                      <a:pt x="0" y="60"/>
                    </a:lnTo>
                    <a:lnTo>
                      <a:pt x="0" y="72"/>
                    </a:lnTo>
                    <a:lnTo>
                      <a:pt x="12" y="96"/>
                    </a:lnTo>
                    <a:lnTo>
                      <a:pt x="18" y="102"/>
                    </a:lnTo>
                    <a:lnTo>
                      <a:pt x="24" y="114"/>
                    </a:lnTo>
                    <a:lnTo>
                      <a:pt x="36" y="120"/>
                    </a:lnTo>
                    <a:lnTo>
                      <a:pt x="42" y="132"/>
                    </a:lnTo>
                    <a:lnTo>
                      <a:pt x="48" y="126"/>
                    </a:lnTo>
                    <a:lnTo>
                      <a:pt x="54" y="126"/>
                    </a:lnTo>
                    <a:lnTo>
                      <a:pt x="54" y="156"/>
                    </a:lnTo>
                    <a:lnTo>
                      <a:pt x="66" y="180"/>
                    </a:lnTo>
                    <a:lnTo>
                      <a:pt x="84" y="198"/>
                    </a:lnTo>
                    <a:lnTo>
                      <a:pt x="90" y="210"/>
                    </a:lnTo>
                    <a:lnTo>
                      <a:pt x="108" y="210"/>
                    </a:lnTo>
                    <a:lnTo>
                      <a:pt x="108" y="216"/>
                    </a:lnTo>
                    <a:lnTo>
                      <a:pt x="120" y="228"/>
                    </a:lnTo>
                    <a:lnTo>
                      <a:pt x="126" y="222"/>
                    </a:lnTo>
                    <a:lnTo>
                      <a:pt x="132" y="210"/>
                    </a:lnTo>
                    <a:lnTo>
                      <a:pt x="132" y="204"/>
                    </a:lnTo>
                    <a:lnTo>
                      <a:pt x="138" y="192"/>
                    </a:lnTo>
                    <a:lnTo>
                      <a:pt x="150" y="192"/>
                    </a:lnTo>
                    <a:lnTo>
                      <a:pt x="162" y="198"/>
                    </a:lnTo>
                    <a:lnTo>
                      <a:pt x="186" y="222"/>
                    </a:lnTo>
                    <a:lnTo>
                      <a:pt x="180" y="222"/>
                    </a:lnTo>
                    <a:lnTo>
                      <a:pt x="174" y="228"/>
                    </a:lnTo>
                    <a:lnTo>
                      <a:pt x="174" y="234"/>
                    </a:lnTo>
                    <a:lnTo>
                      <a:pt x="198" y="246"/>
                    </a:lnTo>
                    <a:lnTo>
                      <a:pt x="216" y="252"/>
                    </a:lnTo>
                    <a:lnTo>
                      <a:pt x="228" y="258"/>
                    </a:lnTo>
                    <a:lnTo>
                      <a:pt x="228" y="270"/>
                    </a:lnTo>
                    <a:lnTo>
                      <a:pt x="222" y="282"/>
                    </a:lnTo>
                    <a:lnTo>
                      <a:pt x="210" y="288"/>
                    </a:lnTo>
                    <a:lnTo>
                      <a:pt x="204" y="300"/>
                    </a:lnTo>
                    <a:lnTo>
                      <a:pt x="198" y="306"/>
                    </a:lnTo>
                    <a:lnTo>
                      <a:pt x="180" y="306"/>
                    </a:lnTo>
                    <a:lnTo>
                      <a:pt x="174" y="300"/>
                    </a:lnTo>
                    <a:lnTo>
                      <a:pt x="150" y="300"/>
                    </a:lnTo>
                    <a:lnTo>
                      <a:pt x="156" y="306"/>
                    </a:lnTo>
                    <a:lnTo>
                      <a:pt x="156" y="324"/>
                    </a:lnTo>
                    <a:lnTo>
                      <a:pt x="168" y="330"/>
                    </a:lnTo>
                    <a:lnTo>
                      <a:pt x="174" y="336"/>
                    </a:lnTo>
                    <a:lnTo>
                      <a:pt x="210" y="354"/>
                    </a:lnTo>
                    <a:lnTo>
                      <a:pt x="222" y="366"/>
                    </a:lnTo>
                    <a:lnTo>
                      <a:pt x="234" y="372"/>
                    </a:lnTo>
                    <a:lnTo>
                      <a:pt x="240" y="378"/>
                    </a:lnTo>
                    <a:lnTo>
                      <a:pt x="252" y="378"/>
                    </a:lnTo>
                    <a:lnTo>
                      <a:pt x="252" y="408"/>
                    </a:lnTo>
                    <a:lnTo>
                      <a:pt x="258" y="414"/>
                    </a:lnTo>
                    <a:lnTo>
                      <a:pt x="270" y="414"/>
                    </a:lnTo>
                    <a:lnTo>
                      <a:pt x="282" y="420"/>
                    </a:lnTo>
                    <a:lnTo>
                      <a:pt x="288" y="426"/>
                    </a:lnTo>
                    <a:lnTo>
                      <a:pt x="294" y="426"/>
                    </a:lnTo>
                    <a:lnTo>
                      <a:pt x="294" y="450"/>
                    </a:lnTo>
                    <a:lnTo>
                      <a:pt x="306" y="474"/>
                    </a:lnTo>
                    <a:lnTo>
                      <a:pt x="324" y="486"/>
                    </a:lnTo>
                    <a:lnTo>
                      <a:pt x="342" y="504"/>
                    </a:lnTo>
                    <a:lnTo>
                      <a:pt x="348" y="522"/>
                    </a:lnTo>
                    <a:lnTo>
                      <a:pt x="366" y="522"/>
                    </a:lnTo>
                    <a:lnTo>
                      <a:pt x="366" y="528"/>
                    </a:lnTo>
                    <a:lnTo>
                      <a:pt x="372" y="534"/>
                    </a:lnTo>
                    <a:lnTo>
                      <a:pt x="384" y="558"/>
                    </a:lnTo>
                    <a:lnTo>
                      <a:pt x="396" y="570"/>
                    </a:lnTo>
                    <a:lnTo>
                      <a:pt x="408" y="570"/>
                    </a:lnTo>
                    <a:lnTo>
                      <a:pt x="414" y="576"/>
                    </a:lnTo>
                    <a:lnTo>
                      <a:pt x="426" y="582"/>
                    </a:lnTo>
                    <a:lnTo>
                      <a:pt x="432" y="588"/>
                    </a:lnTo>
                    <a:lnTo>
                      <a:pt x="432" y="600"/>
                    </a:lnTo>
                    <a:lnTo>
                      <a:pt x="426" y="606"/>
                    </a:lnTo>
                    <a:lnTo>
                      <a:pt x="420" y="606"/>
                    </a:lnTo>
                    <a:lnTo>
                      <a:pt x="414" y="612"/>
                    </a:lnTo>
                    <a:lnTo>
                      <a:pt x="408" y="612"/>
                    </a:lnTo>
                    <a:lnTo>
                      <a:pt x="432" y="636"/>
                    </a:lnTo>
                    <a:lnTo>
                      <a:pt x="456" y="648"/>
                    </a:lnTo>
                    <a:lnTo>
                      <a:pt x="462" y="654"/>
                    </a:lnTo>
                    <a:lnTo>
                      <a:pt x="468" y="654"/>
                    </a:lnTo>
                    <a:lnTo>
                      <a:pt x="450" y="690"/>
                    </a:lnTo>
                    <a:lnTo>
                      <a:pt x="456" y="690"/>
                    </a:lnTo>
                    <a:lnTo>
                      <a:pt x="468" y="702"/>
                    </a:lnTo>
                    <a:lnTo>
                      <a:pt x="468" y="708"/>
                    </a:lnTo>
                    <a:lnTo>
                      <a:pt x="456" y="720"/>
                    </a:lnTo>
                    <a:lnTo>
                      <a:pt x="450" y="720"/>
                    </a:lnTo>
                    <a:lnTo>
                      <a:pt x="450" y="762"/>
                    </a:lnTo>
                    <a:lnTo>
                      <a:pt x="456" y="762"/>
                    </a:lnTo>
                    <a:lnTo>
                      <a:pt x="468" y="774"/>
                    </a:lnTo>
                    <a:lnTo>
                      <a:pt x="480" y="798"/>
                    </a:lnTo>
                    <a:lnTo>
                      <a:pt x="480" y="804"/>
                    </a:lnTo>
                    <a:lnTo>
                      <a:pt x="468" y="816"/>
                    </a:lnTo>
                    <a:lnTo>
                      <a:pt x="462" y="816"/>
                    </a:lnTo>
                    <a:lnTo>
                      <a:pt x="462" y="828"/>
                    </a:lnTo>
                    <a:lnTo>
                      <a:pt x="468" y="834"/>
                    </a:lnTo>
                    <a:lnTo>
                      <a:pt x="468" y="864"/>
                    </a:lnTo>
                    <a:lnTo>
                      <a:pt x="474" y="870"/>
                    </a:lnTo>
                    <a:lnTo>
                      <a:pt x="474" y="900"/>
                    </a:lnTo>
                    <a:lnTo>
                      <a:pt x="462" y="894"/>
                    </a:lnTo>
                    <a:lnTo>
                      <a:pt x="444" y="894"/>
                    </a:lnTo>
                    <a:lnTo>
                      <a:pt x="438" y="900"/>
                    </a:lnTo>
                    <a:lnTo>
                      <a:pt x="438" y="918"/>
                    </a:lnTo>
                    <a:lnTo>
                      <a:pt x="408" y="918"/>
                    </a:lnTo>
                    <a:lnTo>
                      <a:pt x="408" y="942"/>
                    </a:lnTo>
                    <a:lnTo>
                      <a:pt x="366" y="942"/>
                    </a:lnTo>
                    <a:lnTo>
                      <a:pt x="366" y="966"/>
                    </a:lnTo>
                    <a:lnTo>
                      <a:pt x="378" y="990"/>
                    </a:lnTo>
                    <a:lnTo>
                      <a:pt x="396" y="1008"/>
                    </a:lnTo>
                    <a:lnTo>
                      <a:pt x="396" y="1020"/>
                    </a:lnTo>
                    <a:lnTo>
                      <a:pt x="390" y="1014"/>
                    </a:lnTo>
                    <a:lnTo>
                      <a:pt x="378" y="1008"/>
                    </a:lnTo>
                    <a:lnTo>
                      <a:pt x="372" y="1002"/>
                    </a:lnTo>
                    <a:lnTo>
                      <a:pt x="360" y="996"/>
                    </a:lnTo>
                    <a:lnTo>
                      <a:pt x="348" y="996"/>
                    </a:lnTo>
                    <a:lnTo>
                      <a:pt x="342" y="1002"/>
                    </a:lnTo>
                    <a:lnTo>
                      <a:pt x="342" y="1008"/>
                    </a:lnTo>
                    <a:lnTo>
                      <a:pt x="306" y="1008"/>
                    </a:lnTo>
                    <a:lnTo>
                      <a:pt x="312" y="1014"/>
                    </a:lnTo>
                    <a:lnTo>
                      <a:pt x="318" y="1014"/>
                    </a:lnTo>
                    <a:lnTo>
                      <a:pt x="324" y="1020"/>
                    </a:lnTo>
                    <a:lnTo>
                      <a:pt x="324" y="1026"/>
                    </a:lnTo>
                    <a:lnTo>
                      <a:pt x="312" y="1032"/>
                    </a:lnTo>
                    <a:lnTo>
                      <a:pt x="294" y="1032"/>
                    </a:lnTo>
                    <a:lnTo>
                      <a:pt x="276" y="1038"/>
                    </a:lnTo>
                    <a:lnTo>
                      <a:pt x="270" y="1050"/>
                    </a:lnTo>
                    <a:lnTo>
                      <a:pt x="270" y="1056"/>
                    </a:lnTo>
                    <a:lnTo>
                      <a:pt x="288" y="1074"/>
                    </a:lnTo>
                    <a:lnTo>
                      <a:pt x="300" y="1080"/>
                    </a:lnTo>
                    <a:lnTo>
                      <a:pt x="306" y="1086"/>
                    </a:lnTo>
                    <a:lnTo>
                      <a:pt x="312" y="1086"/>
                    </a:lnTo>
                    <a:lnTo>
                      <a:pt x="294" y="1104"/>
                    </a:lnTo>
                    <a:lnTo>
                      <a:pt x="294" y="1110"/>
                    </a:lnTo>
                    <a:lnTo>
                      <a:pt x="300" y="1116"/>
                    </a:lnTo>
                    <a:lnTo>
                      <a:pt x="300" y="1128"/>
                    </a:lnTo>
                    <a:lnTo>
                      <a:pt x="306" y="1140"/>
                    </a:lnTo>
                    <a:lnTo>
                      <a:pt x="306" y="1152"/>
                    </a:lnTo>
                    <a:lnTo>
                      <a:pt x="312" y="1158"/>
                    </a:lnTo>
                    <a:lnTo>
                      <a:pt x="294" y="1176"/>
                    </a:lnTo>
                    <a:lnTo>
                      <a:pt x="294" y="1188"/>
                    </a:lnTo>
                    <a:lnTo>
                      <a:pt x="306" y="1194"/>
                    </a:lnTo>
                    <a:lnTo>
                      <a:pt x="318" y="1194"/>
                    </a:lnTo>
                    <a:lnTo>
                      <a:pt x="330" y="1188"/>
                    </a:lnTo>
                    <a:lnTo>
                      <a:pt x="354" y="1164"/>
                    </a:lnTo>
                    <a:lnTo>
                      <a:pt x="366" y="1158"/>
                    </a:lnTo>
                    <a:lnTo>
                      <a:pt x="378" y="1158"/>
                    </a:lnTo>
                    <a:lnTo>
                      <a:pt x="384" y="1134"/>
                    </a:lnTo>
                    <a:lnTo>
                      <a:pt x="384" y="1110"/>
                    </a:lnTo>
                    <a:lnTo>
                      <a:pt x="396" y="1110"/>
                    </a:lnTo>
                    <a:lnTo>
                      <a:pt x="402" y="1116"/>
                    </a:lnTo>
                    <a:lnTo>
                      <a:pt x="414" y="1116"/>
                    </a:lnTo>
                    <a:lnTo>
                      <a:pt x="426" y="1104"/>
                    </a:lnTo>
                    <a:lnTo>
                      <a:pt x="426" y="1092"/>
                    </a:lnTo>
                    <a:lnTo>
                      <a:pt x="420" y="1086"/>
                    </a:lnTo>
                    <a:lnTo>
                      <a:pt x="414" y="1074"/>
                    </a:lnTo>
                    <a:lnTo>
                      <a:pt x="408" y="1068"/>
                    </a:lnTo>
                    <a:lnTo>
                      <a:pt x="408" y="1062"/>
                    </a:lnTo>
                    <a:lnTo>
                      <a:pt x="414" y="1056"/>
                    </a:lnTo>
                    <a:lnTo>
                      <a:pt x="426" y="1056"/>
                    </a:lnTo>
                    <a:lnTo>
                      <a:pt x="438" y="1050"/>
                    </a:lnTo>
                    <a:lnTo>
                      <a:pt x="444" y="1044"/>
                    </a:lnTo>
                    <a:lnTo>
                      <a:pt x="450" y="1044"/>
                    </a:lnTo>
                    <a:lnTo>
                      <a:pt x="456" y="1050"/>
                    </a:lnTo>
                    <a:lnTo>
                      <a:pt x="468" y="1050"/>
                    </a:lnTo>
                    <a:lnTo>
                      <a:pt x="480" y="1044"/>
                    </a:lnTo>
                    <a:lnTo>
                      <a:pt x="498" y="1038"/>
                    </a:lnTo>
                    <a:lnTo>
                      <a:pt x="546" y="1014"/>
                    </a:lnTo>
                    <a:lnTo>
                      <a:pt x="582" y="978"/>
                    </a:lnTo>
                    <a:lnTo>
                      <a:pt x="588" y="960"/>
                    </a:lnTo>
                    <a:lnTo>
                      <a:pt x="594" y="936"/>
                    </a:lnTo>
                    <a:lnTo>
                      <a:pt x="606" y="876"/>
                    </a:lnTo>
                    <a:lnTo>
                      <a:pt x="606" y="846"/>
                    </a:lnTo>
                    <a:lnTo>
                      <a:pt x="600" y="834"/>
                    </a:lnTo>
                    <a:lnTo>
                      <a:pt x="576" y="810"/>
                    </a:lnTo>
                    <a:lnTo>
                      <a:pt x="594" y="804"/>
                    </a:lnTo>
                    <a:lnTo>
                      <a:pt x="594" y="774"/>
                    </a:lnTo>
                    <a:lnTo>
                      <a:pt x="588" y="756"/>
                    </a:lnTo>
                    <a:lnTo>
                      <a:pt x="588" y="744"/>
                    </a:lnTo>
                    <a:lnTo>
                      <a:pt x="570" y="708"/>
                    </a:lnTo>
                    <a:lnTo>
                      <a:pt x="564" y="690"/>
                    </a:lnTo>
                    <a:lnTo>
                      <a:pt x="558" y="684"/>
                    </a:lnTo>
                    <a:lnTo>
                      <a:pt x="552" y="672"/>
                    </a:lnTo>
                    <a:lnTo>
                      <a:pt x="558" y="666"/>
                    </a:lnTo>
                    <a:lnTo>
                      <a:pt x="558" y="642"/>
                    </a:lnTo>
                    <a:lnTo>
                      <a:pt x="522" y="606"/>
                    </a:lnTo>
                    <a:lnTo>
                      <a:pt x="486" y="576"/>
                    </a:lnTo>
                    <a:lnTo>
                      <a:pt x="456" y="552"/>
                    </a:lnTo>
                    <a:lnTo>
                      <a:pt x="432" y="534"/>
                    </a:lnTo>
                    <a:lnTo>
                      <a:pt x="420" y="528"/>
                    </a:lnTo>
                    <a:lnTo>
                      <a:pt x="402" y="516"/>
                    </a:lnTo>
                    <a:lnTo>
                      <a:pt x="390" y="510"/>
                    </a:lnTo>
                    <a:lnTo>
                      <a:pt x="384" y="504"/>
                    </a:lnTo>
                    <a:lnTo>
                      <a:pt x="384" y="468"/>
                    </a:lnTo>
                    <a:lnTo>
                      <a:pt x="336" y="420"/>
                    </a:lnTo>
                    <a:lnTo>
                      <a:pt x="306" y="384"/>
                    </a:lnTo>
                    <a:lnTo>
                      <a:pt x="288" y="354"/>
                    </a:lnTo>
                    <a:lnTo>
                      <a:pt x="282" y="336"/>
                    </a:lnTo>
                    <a:lnTo>
                      <a:pt x="282" y="318"/>
                    </a:lnTo>
                    <a:lnTo>
                      <a:pt x="276" y="306"/>
                    </a:lnTo>
                    <a:lnTo>
                      <a:pt x="276" y="282"/>
                    </a:lnTo>
                    <a:lnTo>
                      <a:pt x="282" y="276"/>
                    </a:lnTo>
                    <a:lnTo>
                      <a:pt x="294" y="252"/>
                    </a:lnTo>
                    <a:lnTo>
                      <a:pt x="294" y="240"/>
                    </a:lnTo>
                    <a:lnTo>
                      <a:pt x="300" y="240"/>
                    </a:lnTo>
                    <a:lnTo>
                      <a:pt x="312" y="228"/>
                    </a:lnTo>
                    <a:lnTo>
                      <a:pt x="324" y="222"/>
                    </a:lnTo>
                    <a:lnTo>
                      <a:pt x="336" y="210"/>
                    </a:lnTo>
                    <a:lnTo>
                      <a:pt x="336" y="204"/>
                    </a:lnTo>
                    <a:lnTo>
                      <a:pt x="342" y="198"/>
                    </a:lnTo>
                    <a:lnTo>
                      <a:pt x="372" y="198"/>
                    </a:lnTo>
                    <a:lnTo>
                      <a:pt x="384" y="186"/>
                    </a:lnTo>
                    <a:lnTo>
                      <a:pt x="390" y="174"/>
                    </a:lnTo>
                    <a:lnTo>
                      <a:pt x="390" y="156"/>
                    </a:lnTo>
                    <a:lnTo>
                      <a:pt x="396" y="144"/>
                    </a:lnTo>
                    <a:lnTo>
                      <a:pt x="390" y="144"/>
                    </a:lnTo>
                    <a:lnTo>
                      <a:pt x="384" y="138"/>
                    </a:lnTo>
                    <a:lnTo>
                      <a:pt x="354" y="138"/>
                    </a:lnTo>
                    <a:lnTo>
                      <a:pt x="342" y="132"/>
                    </a:lnTo>
                    <a:lnTo>
                      <a:pt x="336" y="120"/>
                    </a:lnTo>
                    <a:lnTo>
                      <a:pt x="330" y="114"/>
                    </a:lnTo>
                    <a:lnTo>
                      <a:pt x="312" y="114"/>
                    </a:lnTo>
                    <a:lnTo>
                      <a:pt x="312" y="96"/>
                    </a:lnTo>
                    <a:lnTo>
                      <a:pt x="300" y="90"/>
                    </a:lnTo>
                    <a:lnTo>
                      <a:pt x="294" y="72"/>
                    </a:lnTo>
                    <a:lnTo>
                      <a:pt x="312" y="54"/>
                    </a:lnTo>
                    <a:lnTo>
                      <a:pt x="312" y="48"/>
                    </a:lnTo>
                    <a:lnTo>
                      <a:pt x="306" y="42"/>
                    </a:lnTo>
                    <a:lnTo>
                      <a:pt x="276" y="42"/>
                    </a:lnTo>
                    <a:lnTo>
                      <a:pt x="264" y="30"/>
                    </a:lnTo>
                    <a:lnTo>
                      <a:pt x="234" y="36"/>
                    </a:lnTo>
                    <a:lnTo>
                      <a:pt x="204" y="0"/>
                    </a:lnTo>
                    <a:lnTo>
                      <a:pt x="198" y="0"/>
                    </a:lnTo>
                    <a:lnTo>
                      <a:pt x="192" y="6"/>
                    </a:lnTo>
                    <a:lnTo>
                      <a:pt x="180" y="12"/>
                    </a:lnTo>
                    <a:lnTo>
                      <a:pt x="174" y="18"/>
                    </a:lnTo>
                    <a:lnTo>
                      <a:pt x="174" y="30"/>
                    </a:lnTo>
                    <a:lnTo>
                      <a:pt x="168" y="42"/>
                    </a:lnTo>
                    <a:lnTo>
                      <a:pt x="168" y="48"/>
                    </a:lnTo>
                    <a:lnTo>
                      <a:pt x="150" y="48"/>
                    </a:lnTo>
                    <a:lnTo>
                      <a:pt x="144" y="54"/>
                    </a:lnTo>
                    <a:lnTo>
                      <a:pt x="138" y="48"/>
                    </a:lnTo>
                    <a:lnTo>
                      <a:pt x="120" y="48"/>
                    </a:lnTo>
                    <a:lnTo>
                      <a:pt x="132" y="60"/>
                    </a:lnTo>
                    <a:lnTo>
                      <a:pt x="132" y="72"/>
                    </a:lnTo>
                    <a:lnTo>
                      <a:pt x="114" y="72"/>
                    </a:lnTo>
                    <a:lnTo>
                      <a:pt x="108" y="66"/>
                    </a:lnTo>
                    <a:lnTo>
                      <a:pt x="96" y="48"/>
                    </a:lnTo>
                    <a:lnTo>
                      <a:pt x="90" y="48"/>
                    </a:lnTo>
                    <a:lnTo>
                      <a:pt x="90" y="66"/>
                    </a:lnTo>
                    <a:lnTo>
                      <a:pt x="72" y="48"/>
                    </a:lnTo>
                    <a:lnTo>
                      <a:pt x="66" y="54"/>
                    </a:lnTo>
                    <a:lnTo>
                      <a:pt x="60" y="66"/>
                    </a:lnTo>
                    <a:lnTo>
                      <a:pt x="54" y="72"/>
                    </a:lnTo>
                    <a:lnTo>
                      <a:pt x="42" y="72"/>
                    </a:lnTo>
                    <a:lnTo>
                      <a:pt x="18" y="48"/>
                    </a:lnTo>
                    <a:lnTo>
                      <a:pt x="6" y="48"/>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4" name="Thailand" descr="© INSCALE GmbH, 05.05.2010&#10;http://www.presentationload.com/">
                <a:extLst>
                  <a:ext uri="{FF2B5EF4-FFF2-40B4-BE49-F238E27FC236}">
                    <a16:creationId xmlns:a16="http://schemas.microsoft.com/office/drawing/2014/main" id="{144B25CB-9C76-934C-F997-4BBD7761B188}"/>
                  </a:ext>
                </a:extLst>
              </p:cNvPr>
              <p:cNvSpPr>
                <a:spLocks/>
              </p:cNvSpPr>
              <p:nvPr/>
            </p:nvSpPr>
            <p:spPr bwMode="gray">
              <a:xfrm>
                <a:off x="4390" y="2151"/>
                <a:ext cx="157" cy="302"/>
              </a:xfrm>
              <a:custGeom>
                <a:avLst/>
                <a:gdLst>
                  <a:gd name="T0" fmla="*/ 2147483647 w 618"/>
                  <a:gd name="T1" fmla="*/ 2147483647 h 1188"/>
                  <a:gd name="T2" fmla="*/ 2147483647 w 618"/>
                  <a:gd name="T3" fmla="*/ 2147483647 h 1188"/>
                  <a:gd name="T4" fmla="*/ 2147483647 w 618"/>
                  <a:gd name="T5" fmla="*/ 2147483647 h 1188"/>
                  <a:gd name="T6" fmla="*/ 2147483647 w 618"/>
                  <a:gd name="T7" fmla="*/ 2147483647 h 1188"/>
                  <a:gd name="T8" fmla="*/ 2147483647 w 618"/>
                  <a:gd name="T9" fmla="*/ 2147483647 h 1188"/>
                  <a:gd name="T10" fmla="*/ 2147483647 w 618"/>
                  <a:gd name="T11" fmla="*/ 2147483647 h 1188"/>
                  <a:gd name="T12" fmla="*/ 2147483647 w 618"/>
                  <a:gd name="T13" fmla="*/ 2147483647 h 1188"/>
                  <a:gd name="T14" fmla="*/ 2147483647 w 618"/>
                  <a:gd name="T15" fmla="*/ 2147483647 h 1188"/>
                  <a:gd name="T16" fmla="*/ 2147483647 w 618"/>
                  <a:gd name="T17" fmla="*/ 2147483647 h 1188"/>
                  <a:gd name="T18" fmla="*/ 2147483647 w 618"/>
                  <a:gd name="T19" fmla="*/ 2147483647 h 1188"/>
                  <a:gd name="T20" fmla="*/ 2147483647 w 618"/>
                  <a:gd name="T21" fmla="*/ 2147483647 h 1188"/>
                  <a:gd name="T22" fmla="*/ 2147483647 w 618"/>
                  <a:gd name="T23" fmla="*/ 2147483647 h 1188"/>
                  <a:gd name="T24" fmla="*/ 2147483647 w 618"/>
                  <a:gd name="T25" fmla="*/ 0 h 1188"/>
                  <a:gd name="T26" fmla="*/ 2147483647 w 618"/>
                  <a:gd name="T27" fmla="*/ 2147483647 h 1188"/>
                  <a:gd name="T28" fmla="*/ 2147483647 w 618"/>
                  <a:gd name="T29" fmla="*/ 2147483647 h 1188"/>
                  <a:gd name="T30" fmla="*/ 2147483647 w 618"/>
                  <a:gd name="T31" fmla="*/ 2147483647 h 1188"/>
                  <a:gd name="T32" fmla="*/ 0 w 618"/>
                  <a:gd name="T33" fmla="*/ 2147483647 h 1188"/>
                  <a:gd name="T34" fmla="*/ 2147483647 w 618"/>
                  <a:gd name="T35" fmla="*/ 2147483647 h 1188"/>
                  <a:gd name="T36" fmla="*/ 2147483647 w 618"/>
                  <a:gd name="T37" fmla="*/ 2147483647 h 1188"/>
                  <a:gd name="T38" fmla="*/ 2147483647 w 618"/>
                  <a:gd name="T39" fmla="*/ 2147483647 h 1188"/>
                  <a:gd name="T40" fmla="*/ 2147483647 w 618"/>
                  <a:gd name="T41" fmla="*/ 2147483647 h 1188"/>
                  <a:gd name="T42" fmla="*/ 2147483647 w 618"/>
                  <a:gd name="T43" fmla="*/ 2147483647 h 1188"/>
                  <a:gd name="T44" fmla="*/ 2147483647 w 618"/>
                  <a:gd name="T45" fmla="*/ 2147483647 h 1188"/>
                  <a:gd name="T46" fmla="*/ 2147483647 w 618"/>
                  <a:gd name="T47" fmla="*/ 2147483647 h 1188"/>
                  <a:gd name="T48" fmla="*/ 2147483647 w 618"/>
                  <a:gd name="T49" fmla="*/ 2147483647 h 1188"/>
                  <a:gd name="T50" fmla="*/ 2147483647 w 618"/>
                  <a:gd name="T51" fmla="*/ 2147483647 h 1188"/>
                  <a:gd name="T52" fmla="*/ 2147483647 w 618"/>
                  <a:gd name="T53" fmla="*/ 2147483647 h 1188"/>
                  <a:gd name="T54" fmla="*/ 2147483647 w 618"/>
                  <a:gd name="T55" fmla="*/ 2147483647 h 1188"/>
                  <a:gd name="T56" fmla="*/ 2147483647 w 618"/>
                  <a:gd name="T57" fmla="*/ 2147483647 h 1188"/>
                  <a:gd name="T58" fmla="*/ 2147483647 w 618"/>
                  <a:gd name="T59" fmla="*/ 2147483647 h 1188"/>
                  <a:gd name="T60" fmla="*/ 2147483647 w 618"/>
                  <a:gd name="T61" fmla="*/ 2147483647 h 1188"/>
                  <a:gd name="T62" fmla="*/ 2147483647 w 618"/>
                  <a:gd name="T63" fmla="*/ 2147483647 h 1188"/>
                  <a:gd name="T64" fmla="*/ 2147483647 w 618"/>
                  <a:gd name="T65" fmla="*/ 2147483647 h 1188"/>
                  <a:gd name="T66" fmla="*/ 2147483647 w 618"/>
                  <a:gd name="T67" fmla="*/ 2147483647 h 1188"/>
                  <a:gd name="T68" fmla="*/ 2147483647 w 618"/>
                  <a:gd name="T69" fmla="*/ 2147483647 h 1188"/>
                  <a:gd name="T70" fmla="*/ 2147483647 w 618"/>
                  <a:gd name="T71" fmla="*/ 2147483647 h 1188"/>
                  <a:gd name="T72" fmla="*/ 2147483647 w 618"/>
                  <a:gd name="T73" fmla="*/ 2147483647 h 1188"/>
                  <a:gd name="T74" fmla="*/ 2147483647 w 618"/>
                  <a:gd name="T75" fmla="*/ 2147483647 h 1188"/>
                  <a:gd name="T76" fmla="*/ 2147483647 w 618"/>
                  <a:gd name="T77" fmla="*/ 2147483647 h 1188"/>
                  <a:gd name="T78" fmla="*/ 2147483647 w 618"/>
                  <a:gd name="T79" fmla="*/ 2147483647 h 1188"/>
                  <a:gd name="T80" fmla="*/ 2147483647 w 618"/>
                  <a:gd name="T81" fmla="*/ 2147483647 h 1188"/>
                  <a:gd name="T82" fmla="*/ 2147483647 w 618"/>
                  <a:gd name="T83" fmla="*/ 2147483647 h 1188"/>
                  <a:gd name="T84" fmla="*/ 2147483647 w 618"/>
                  <a:gd name="T85" fmla="*/ 2147483647 h 1188"/>
                  <a:gd name="T86" fmla="*/ 2147483647 w 618"/>
                  <a:gd name="T87" fmla="*/ 2147483647 h 1188"/>
                  <a:gd name="T88" fmla="*/ 2147483647 w 618"/>
                  <a:gd name="T89" fmla="*/ 2147483647 h 1188"/>
                  <a:gd name="T90" fmla="*/ 2147483647 w 618"/>
                  <a:gd name="T91" fmla="*/ 2147483647 h 1188"/>
                  <a:gd name="T92" fmla="*/ 2147483647 w 618"/>
                  <a:gd name="T93" fmla="*/ 2147483647 h 1188"/>
                  <a:gd name="T94" fmla="*/ 2147483647 w 618"/>
                  <a:gd name="T95" fmla="*/ 2147483647 h 1188"/>
                  <a:gd name="T96" fmla="*/ 2147483647 w 618"/>
                  <a:gd name="T97" fmla="*/ 2147483647 h 1188"/>
                  <a:gd name="T98" fmla="*/ 2147483647 w 618"/>
                  <a:gd name="T99" fmla="*/ 2147483647 h 1188"/>
                  <a:gd name="T100" fmla="*/ 2147483647 w 618"/>
                  <a:gd name="T101" fmla="*/ 2147483647 h 1188"/>
                  <a:gd name="T102" fmla="*/ 2147483647 w 618"/>
                  <a:gd name="T103" fmla="*/ 2147483647 h 1188"/>
                  <a:gd name="T104" fmla="*/ 2147483647 w 618"/>
                  <a:gd name="T105" fmla="*/ 2147483647 h 1188"/>
                  <a:gd name="T106" fmla="*/ 2147483647 w 618"/>
                  <a:gd name="T107" fmla="*/ 2147483647 h 1188"/>
                  <a:gd name="T108" fmla="*/ 2147483647 w 618"/>
                  <a:gd name="T109" fmla="*/ 2147483647 h 1188"/>
                  <a:gd name="T110" fmla="*/ 2147483647 w 618"/>
                  <a:gd name="T111" fmla="*/ 2147483647 h 1188"/>
                  <a:gd name="T112" fmla="*/ 2147483647 w 618"/>
                  <a:gd name="T113" fmla="*/ 2147483647 h 1188"/>
                  <a:gd name="T114" fmla="*/ 2147483647 w 618"/>
                  <a:gd name="T115" fmla="*/ 2147483647 h 1188"/>
                  <a:gd name="T116" fmla="*/ 2147483647 w 618"/>
                  <a:gd name="T117" fmla="*/ 2147483647 h 118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618"/>
                  <a:gd name="T178" fmla="*/ 0 h 1188"/>
                  <a:gd name="T179" fmla="*/ 618 w 618"/>
                  <a:gd name="T180" fmla="*/ 1188 h 118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618" h="1188">
                    <a:moveTo>
                      <a:pt x="588" y="426"/>
                    </a:moveTo>
                    <a:lnTo>
                      <a:pt x="588" y="420"/>
                    </a:lnTo>
                    <a:lnTo>
                      <a:pt x="594" y="414"/>
                    </a:lnTo>
                    <a:lnTo>
                      <a:pt x="606" y="390"/>
                    </a:lnTo>
                    <a:lnTo>
                      <a:pt x="594" y="378"/>
                    </a:lnTo>
                    <a:lnTo>
                      <a:pt x="594" y="372"/>
                    </a:lnTo>
                    <a:lnTo>
                      <a:pt x="588" y="378"/>
                    </a:lnTo>
                    <a:lnTo>
                      <a:pt x="588" y="366"/>
                    </a:lnTo>
                    <a:lnTo>
                      <a:pt x="582" y="360"/>
                    </a:lnTo>
                    <a:lnTo>
                      <a:pt x="582" y="354"/>
                    </a:lnTo>
                    <a:lnTo>
                      <a:pt x="546" y="318"/>
                    </a:lnTo>
                    <a:lnTo>
                      <a:pt x="534" y="294"/>
                    </a:lnTo>
                    <a:lnTo>
                      <a:pt x="534" y="282"/>
                    </a:lnTo>
                    <a:lnTo>
                      <a:pt x="528" y="240"/>
                    </a:lnTo>
                    <a:lnTo>
                      <a:pt x="510" y="222"/>
                    </a:lnTo>
                    <a:lnTo>
                      <a:pt x="498" y="216"/>
                    </a:lnTo>
                    <a:lnTo>
                      <a:pt x="480" y="204"/>
                    </a:lnTo>
                    <a:lnTo>
                      <a:pt x="468" y="192"/>
                    </a:lnTo>
                    <a:lnTo>
                      <a:pt x="468" y="180"/>
                    </a:lnTo>
                    <a:lnTo>
                      <a:pt x="462" y="174"/>
                    </a:lnTo>
                    <a:lnTo>
                      <a:pt x="438" y="174"/>
                    </a:lnTo>
                    <a:lnTo>
                      <a:pt x="426" y="168"/>
                    </a:lnTo>
                    <a:lnTo>
                      <a:pt x="420" y="162"/>
                    </a:lnTo>
                    <a:lnTo>
                      <a:pt x="402" y="162"/>
                    </a:lnTo>
                    <a:lnTo>
                      <a:pt x="396" y="168"/>
                    </a:lnTo>
                    <a:lnTo>
                      <a:pt x="396" y="180"/>
                    </a:lnTo>
                    <a:lnTo>
                      <a:pt x="378" y="198"/>
                    </a:lnTo>
                    <a:lnTo>
                      <a:pt x="360" y="198"/>
                    </a:lnTo>
                    <a:lnTo>
                      <a:pt x="336" y="186"/>
                    </a:lnTo>
                    <a:lnTo>
                      <a:pt x="330" y="180"/>
                    </a:lnTo>
                    <a:lnTo>
                      <a:pt x="318" y="180"/>
                    </a:lnTo>
                    <a:lnTo>
                      <a:pt x="312" y="186"/>
                    </a:lnTo>
                    <a:lnTo>
                      <a:pt x="306" y="198"/>
                    </a:lnTo>
                    <a:lnTo>
                      <a:pt x="294" y="210"/>
                    </a:lnTo>
                    <a:lnTo>
                      <a:pt x="294" y="216"/>
                    </a:lnTo>
                    <a:lnTo>
                      <a:pt x="288" y="222"/>
                    </a:lnTo>
                    <a:lnTo>
                      <a:pt x="264" y="234"/>
                    </a:lnTo>
                    <a:lnTo>
                      <a:pt x="246" y="234"/>
                    </a:lnTo>
                    <a:lnTo>
                      <a:pt x="246" y="222"/>
                    </a:lnTo>
                    <a:lnTo>
                      <a:pt x="270" y="174"/>
                    </a:lnTo>
                    <a:lnTo>
                      <a:pt x="270" y="162"/>
                    </a:lnTo>
                    <a:lnTo>
                      <a:pt x="264" y="156"/>
                    </a:lnTo>
                    <a:lnTo>
                      <a:pt x="252" y="156"/>
                    </a:lnTo>
                    <a:lnTo>
                      <a:pt x="264" y="144"/>
                    </a:lnTo>
                    <a:lnTo>
                      <a:pt x="270" y="132"/>
                    </a:lnTo>
                    <a:lnTo>
                      <a:pt x="270" y="120"/>
                    </a:lnTo>
                    <a:lnTo>
                      <a:pt x="264" y="108"/>
                    </a:lnTo>
                    <a:lnTo>
                      <a:pt x="258" y="102"/>
                    </a:lnTo>
                    <a:lnTo>
                      <a:pt x="264" y="96"/>
                    </a:lnTo>
                    <a:lnTo>
                      <a:pt x="264" y="66"/>
                    </a:lnTo>
                    <a:lnTo>
                      <a:pt x="252" y="60"/>
                    </a:lnTo>
                    <a:lnTo>
                      <a:pt x="246" y="60"/>
                    </a:lnTo>
                    <a:lnTo>
                      <a:pt x="240" y="66"/>
                    </a:lnTo>
                    <a:lnTo>
                      <a:pt x="228" y="66"/>
                    </a:lnTo>
                    <a:lnTo>
                      <a:pt x="228" y="78"/>
                    </a:lnTo>
                    <a:lnTo>
                      <a:pt x="210" y="78"/>
                    </a:lnTo>
                    <a:lnTo>
                      <a:pt x="204" y="72"/>
                    </a:lnTo>
                    <a:lnTo>
                      <a:pt x="198" y="60"/>
                    </a:lnTo>
                    <a:lnTo>
                      <a:pt x="198" y="36"/>
                    </a:lnTo>
                    <a:lnTo>
                      <a:pt x="204" y="30"/>
                    </a:lnTo>
                    <a:lnTo>
                      <a:pt x="204" y="18"/>
                    </a:lnTo>
                    <a:lnTo>
                      <a:pt x="198" y="12"/>
                    </a:lnTo>
                    <a:lnTo>
                      <a:pt x="186" y="12"/>
                    </a:lnTo>
                    <a:lnTo>
                      <a:pt x="174" y="6"/>
                    </a:lnTo>
                    <a:lnTo>
                      <a:pt x="168" y="0"/>
                    </a:lnTo>
                    <a:lnTo>
                      <a:pt x="138" y="0"/>
                    </a:lnTo>
                    <a:lnTo>
                      <a:pt x="132" y="6"/>
                    </a:lnTo>
                    <a:lnTo>
                      <a:pt x="126" y="6"/>
                    </a:lnTo>
                    <a:lnTo>
                      <a:pt x="120" y="30"/>
                    </a:lnTo>
                    <a:lnTo>
                      <a:pt x="96" y="30"/>
                    </a:lnTo>
                    <a:lnTo>
                      <a:pt x="96" y="36"/>
                    </a:lnTo>
                    <a:lnTo>
                      <a:pt x="90" y="42"/>
                    </a:lnTo>
                    <a:lnTo>
                      <a:pt x="84" y="54"/>
                    </a:lnTo>
                    <a:lnTo>
                      <a:pt x="78" y="60"/>
                    </a:lnTo>
                    <a:lnTo>
                      <a:pt x="66" y="60"/>
                    </a:lnTo>
                    <a:lnTo>
                      <a:pt x="54" y="54"/>
                    </a:lnTo>
                    <a:lnTo>
                      <a:pt x="24" y="54"/>
                    </a:lnTo>
                    <a:lnTo>
                      <a:pt x="24" y="102"/>
                    </a:lnTo>
                    <a:lnTo>
                      <a:pt x="18" y="108"/>
                    </a:lnTo>
                    <a:lnTo>
                      <a:pt x="12" y="108"/>
                    </a:lnTo>
                    <a:lnTo>
                      <a:pt x="6" y="114"/>
                    </a:lnTo>
                    <a:lnTo>
                      <a:pt x="6" y="120"/>
                    </a:lnTo>
                    <a:lnTo>
                      <a:pt x="24" y="138"/>
                    </a:lnTo>
                    <a:lnTo>
                      <a:pt x="24" y="156"/>
                    </a:lnTo>
                    <a:lnTo>
                      <a:pt x="0" y="156"/>
                    </a:lnTo>
                    <a:lnTo>
                      <a:pt x="0" y="162"/>
                    </a:lnTo>
                    <a:lnTo>
                      <a:pt x="24" y="186"/>
                    </a:lnTo>
                    <a:lnTo>
                      <a:pt x="36" y="192"/>
                    </a:lnTo>
                    <a:lnTo>
                      <a:pt x="30" y="216"/>
                    </a:lnTo>
                    <a:lnTo>
                      <a:pt x="36" y="216"/>
                    </a:lnTo>
                    <a:lnTo>
                      <a:pt x="36" y="222"/>
                    </a:lnTo>
                    <a:lnTo>
                      <a:pt x="42" y="234"/>
                    </a:lnTo>
                    <a:lnTo>
                      <a:pt x="60" y="252"/>
                    </a:lnTo>
                    <a:lnTo>
                      <a:pt x="72" y="258"/>
                    </a:lnTo>
                    <a:lnTo>
                      <a:pt x="84" y="270"/>
                    </a:lnTo>
                    <a:lnTo>
                      <a:pt x="96" y="276"/>
                    </a:lnTo>
                    <a:lnTo>
                      <a:pt x="102" y="282"/>
                    </a:lnTo>
                    <a:lnTo>
                      <a:pt x="102" y="288"/>
                    </a:lnTo>
                    <a:lnTo>
                      <a:pt x="96" y="288"/>
                    </a:lnTo>
                    <a:lnTo>
                      <a:pt x="96" y="306"/>
                    </a:lnTo>
                    <a:lnTo>
                      <a:pt x="102" y="318"/>
                    </a:lnTo>
                    <a:lnTo>
                      <a:pt x="108" y="324"/>
                    </a:lnTo>
                    <a:lnTo>
                      <a:pt x="114" y="324"/>
                    </a:lnTo>
                    <a:lnTo>
                      <a:pt x="120" y="318"/>
                    </a:lnTo>
                    <a:lnTo>
                      <a:pt x="126" y="324"/>
                    </a:lnTo>
                    <a:lnTo>
                      <a:pt x="126" y="342"/>
                    </a:lnTo>
                    <a:lnTo>
                      <a:pt x="120" y="348"/>
                    </a:lnTo>
                    <a:lnTo>
                      <a:pt x="108" y="348"/>
                    </a:lnTo>
                    <a:lnTo>
                      <a:pt x="114" y="360"/>
                    </a:lnTo>
                    <a:lnTo>
                      <a:pt x="114" y="384"/>
                    </a:lnTo>
                    <a:lnTo>
                      <a:pt x="108" y="396"/>
                    </a:lnTo>
                    <a:lnTo>
                      <a:pt x="102" y="402"/>
                    </a:lnTo>
                    <a:lnTo>
                      <a:pt x="84" y="438"/>
                    </a:lnTo>
                    <a:lnTo>
                      <a:pt x="90" y="444"/>
                    </a:lnTo>
                    <a:lnTo>
                      <a:pt x="90" y="450"/>
                    </a:lnTo>
                    <a:lnTo>
                      <a:pt x="96" y="456"/>
                    </a:lnTo>
                    <a:lnTo>
                      <a:pt x="102" y="468"/>
                    </a:lnTo>
                    <a:lnTo>
                      <a:pt x="108" y="474"/>
                    </a:lnTo>
                    <a:lnTo>
                      <a:pt x="114" y="486"/>
                    </a:lnTo>
                    <a:lnTo>
                      <a:pt x="156" y="528"/>
                    </a:lnTo>
                    <a:lnTo>
                      <a:pt x="162" y="540"/>
                    </a:lnTo>
                    <a:lnTo>
                      <a:pt x="162" y="570"/>
                    </a:lnTo>
                    <a:lnTo>
                      <a:pt x="168" y="588"/>
                    </a:lnTo>
                    <a:lnTo>
                      <a:pt x="168" y="612"/>
                    </a:lnTo>
                    <a:lnTo>
                      <a:pt x="192" y="636"/>
                    </a:lnTo>
                    <a:lnTo>
                      <a:pt x="192" y="660"/>
                    </a:lnTo>
                    <a:lnTo>
                      <a:pt x="198" y="672"/>
                    </a:lnTo>
                    <a:lnTo>
                      <a:pt x="198" y="702"/>
                    </a:lnTo>
                    <a:lnTo>
                      <a:pt x="192" y="714"/>
                    </a:lnTo>
                    <a:lnTo>
                      <a:pt x="192" y="732"/>
                    </a:lnTo>
                    <a:lnTo>
                      <a:pt x="174" y="768"/>
                    </a:lnTo>
                    <a:lnTo>
                      <a:pt x="156" y="786"/>
                    </a:lnTo>
                    <a:lnTo>
                      <a:pt x="156" y="798"/>
                    </a:lnTo>
                    <a:lnTo>
                      <a:pt x="162" y="804"/>
                    </a:lnTo>
                    <a:lnTo>
                      <a:pt x="162" y="816"/>
                    </a:lnTo>
                    <a:lnTo>
                      <a:pt x="156" y="828"/>
                    </a:lnTo>
                    <a:lnTo>
                      <a:pt x="150" y="834"/>
                    </a:lnTo>
                    <a:lnTo>
                      <a:pt x="144" y="846"/>
                    </a:lnTo>
                    <a:lnTo>
                      <a:pt x="144" y="852"/>
                    </a:lnTo>
                    <a:lnTo>
                      <a:pt x="138" y="858"/>
                    </a:lnTo>
                    <a:lnTo>
                      <a:pt x="132" y="876"/>
                    </a:lnTo>
                    <a:lnTo>
                      <a:pt x="126" y="888"/>
                    </a:lnTo>
                    <a:lnTo>
                      <a:pt x="126" y="906"/>
                    </a:lnTo>
                    <a:lnTo>
                      <a:pt x="120" y="918"/>
                    </a:lnTo>
                    <a:lnTo>
                      <a:pt x="120" y="966"/>
                    </a:lnTo>
                    <a:lnTo>
                      <a:pt x="126" y="978"/>
                    </a:lnTo>
                    <a:lnTo>
                      <a:pt x="126" y="1008"/>
                    </a:lnTo>
                    <a:lnTo>
                      <a:pt x="132" y="1014"/>
                    </a:lnTo>
                    <a:lnTo>
                      <a:pt x="132" y="1020"/>
                    </a:lnTo>
                    <a:lnTo>
                      <a:pt x="138" y="1020"/>
                    </a:lnTo>
                    <a:lnTo>
                      <a:pt x="138" y="1002"/>
                    </a:lnTo>
                    <a:lnTo>
                      <a:pt x="144" y="990"/>
                    </a:lnTo>
                    <a:lnTo>
                      <a:pt x="144" y="978"/>
                    </a:lnTo>
                    <a:lnTo>
                      <a:pt x="150" y="972"/>
                    </a:lnTo>
                    <a:lnTo>
                      <a:pt x="150" y="996"/>
                    </a:lnTo>
                    <a:lnTo>
                      <a:pt x="162" y="996"/>
                    </a:lnTo>
                    <a:lnTo>
                      <a:pt x="186" y="1020"/>
                    </a:lnTo>
                    <a:lnTo>
                      <a:pt x="192" y="1032"/>
                    </a:lnTo>
                    <a:lnTo>
                      <a:pt x="198" y="1038"/>
                    </a:lnTo>
                    <a:lnTo>
                      <a:pt x="198" y="1044"/>
                    </a:lnTo>
                    <a:lnTo>
                      <a:pt x="228" y="1074"/>
                    </a:lnTo>
                    <a:lnTo>
                      <a:pt x="228" y="1098"/>
                    </a:lnTo>
                    <a:lnTo>
                      <a:pt x="234" y="1110"/>
                    </a:lnTo>
                    <a:lnTo>
                      <a:pt x="246" y="1128"/>
                    </a:lnTo>
                    <a:lnTo>
                      <a:pt x="264" y="1146"/>
                    </a:lnTo>
                    <a:lnTo>
                      <a:pt x="270" y="1140"/>
                    </a:lnTo>
                    <a:lnTo>
                      <a:pt x="276" y="1128"/>
                    </a:lnTo>
                    <a:lnTo>
                      <a:pt x="270" y="1122"/>
                    </a:lnTo>
                    <a:lnTo>
                      <a:pt x="270" y="1110"/>
                    </a:lnTo>
                    <a:lnTo>
                      <a:pt x="276" y="1104"/>
                    </a:lnTo>
                    <a:lnTo>
                      <a:pt x="288" y="1104"/>
                    </a:lnTo>
                    <a:lnTo>
                      <a:pt x="294" y="1116"/>
                    </a:lnTo>
                    <a:lnTo>
                      <a:pt x="294" y="1122"/>
                    </a:lnTo>
                    <a:lnTo>
                      <a:pt x="312" y="1122"/>
                    </a:lnTo>
                    <a:lnTo>
                      <a:pt x="324" y="1128"/>
                    </a:lnTo>
                    <a:lnTo>
                      <a:pt x="330" y="1134"/>
                    </a:lnTo>
                    <a:lnTo>
                      <a:pt x="330" y="1146"/>
                    </a:lnTo>
                    <a:lnTo>
                      <a:pt x="342" y="1146"/>
                    </a:lnTo>
                    <a:lnTo>
                      <a:pt x="342" y="1158"/>
                    </a:lnTo>
                    <a:lnTo>
                      <a:pt x="330" y="1170"/>
                    </a:lnTo>
                    <a:lnTo>
                      <a:pt x="330" y="1176"/>
                    </a:lnTo>
                    <a:lnTo>
                      <a:pt x="336" y="1182"/>
                    </a:lnTo>
                    <a:lnTo>
                      <a:pt x="354" y="1182"/>
                    </a:lnTo>
                    <a:lnTo>
                      <a:pt x="354" y="1176"/>
                    </a:lnTo>
                    <a:lnTo>
                      <a:pt x="366" y="1176"/>
                    </a:lnTo>
                    <a:lnTo>
                      <a:pt x="372" y="1170"/>
                    </a:lnTo>
                    <a:lnTo>
                      <a:pt x="378" y="1170"/>
                    </a:lnTo>
                    <a:lnTo>
                      <a:pt x="396" y="1188"/>
                    </a:lnTo>
                    <a:lnTo>
                      <a:pt x="402" y="1182"/>
                    </a:lnTo>
                    <a:lnTo>
                      <a:pt x="402" y="1176"/>
                    </a:lnTo>
                    <a:lnTo>
                      <a:pt x="408" y="1164"/>
                    </a:lnTo>
                    <a:lnTo>
                      <a:pt x="414" y="1158"/>
                    </a:lnTo>
                    <a:lnTo>
                      <a:pt x="420" y="1146"/>
                    </a:lnTo>
                    <a:lnTo>
                      <a:pt x="396" y="1134"/>
                    </a:lnTo>
                    <a:lnTo>
                      <a:pt x="390" y="1128"/>
                    </a:lnTo>
                    <a:lnTo>
                      <a:pt x="390" y="1116"/>
                    </a:lnTo>
                    <a:lnTo>
                      <a:pt x="384" y="1104"/>
                    </a:lnTo>
                    <a:lnTo>
                      <a:pt x="384" y="1092"/>
                    </a:lnTo>
                    <a:lnTo>
                      <a:pt x="378" y="1080"/>
                    </a:lnTo>
                    <a:lnTo>
                      <a:pt x="372" y="1074"/>
                    </a:lnTo>
                    <a:lnTo>
                      <a:pt x="354" y="1074"/>
                    </a:lnTo>
                    <a:lnTo>
                      <a:pt x="342" y="1080"/>
                    </a:lnTo>
                    <a:lnTo>
                      <a:pt x="336" y="1086"/>
                    </a:lnTo>
                    <a:lnTo>
                      <a:pt x="318" y="1086"/>
                    </a:lnTo>
                    <a:lnTo>
                      <a:pt x="312" y="1080"/>
                    </a:lnTo>
                    <a:lnTo>
                      <a:pt x="306" y="1068"/>
                    </a:lnTo>
                    <a:lnTo>
                      <a:pt x="306" y="1056"/>
                    </a:lnTo>
                    <a:lnTo>
                      <a:pt x="294" y="1032"/>
                    </a:lnTo>
                    <a:lnTo>
                      <a:pt x="288" y="1032"/>
                    </a:lnTo>
                    <a:lnTo>
                      <a:pt x="288" y="1050"/>
                    </a:lnTo>
                    <a:lnTo>
                      <a:pt x="282" y="1056"/>
                    </a:lnTo>
                    <a:lnTo>
                      <a:pt x="276" y="1056"/>
                    </a:lnTo>
                    <a:lnTo>
                      <a:pt x="270" y="1044"/>
                    </a:lnTo>
                    <a:lnTo>
                      <a:pt x="264" y="1038"/>
                    </a:lnTo>
                    <a:lnTo>
                      <a:pt x="258" y="1026"/>
                    </a:lnTo>
                    <a:lnTo>
                      <a:pt x="258" y="1014"/>
                    </a:lnTo>
                    <a:lnTo>
                      <a:pt x="270" y="1002"/>
                    </a:lnTo>
                    <a:lnTo>
                      <a:pt x="270" y="1008"/>
                    </a:lnTo>
                    <a:lnTo>
                      <a:pt x="276" y="1008"/>
                    </a:lnTo>
                    <a:lnTo>
                      <a:pt x="276" y="1014"/>
                    </a:lnTo>
                    <a:lnTo>
                      <a:pt x="282" y="1014"/>
                    </a:lnTo>
                    <a:lnTo>
                      <a:pt x="288" y="1008"/>
                    </a:lnTo>
                    <a:lnTo>
                      <a:pt x="282" y="1002"/>
                    </a:lnTo>
                    <a:lnTo>
                      <a:pt x="282" y="990"/>
                    </a:lnTo>
                    <a:lnTo>
                      <a:pt x="276" y="978"/>
                    </a:lnTo>
                    <a:lnTo>
                      <a:pt x="270" y="972"/>
                    </a:lnTo>
                    <a:lnTo>
                      <a:pt x="270" y="960"/>
                    </a:lnTo>
                    <a:lnTo>
                      <a:pt x="258" y="948"/>
                    </a:lnTo>
                    <a:lnTo>
                      <a:pt x="246" y="948"/>
                    </a:lnTo>
                    <a:lnTo>
                      <a:pt x="246" y="894"/>
                    </a:lnTo>
                    <a:lnTo>
                      <a:pt x="192" y="906"/>
                    </a:lnTo>
                    <a:lnTo>
                      <a:pt x="192" y="864"/>
                    </a:lnTo>
                    <a:lnTo>
                      <a:pt x="186" y="828"/>
                    </a:lnTo>
                    <a:lnTo>
                      <a:pt x="186" y="804"/>
                    </a:lnTo>
                    <a:lnTo>
                      <a:pt x="180" y="792"/>
                    </a:lnTo>
                    <a:lnTo>
                      <a:pt x="174" y="786"/>
                    </a:lnTo>
                    <a:lnTo>
                      <a:pt x="180" y="786"/>
                    </a:lnTo>
                    <a:lnTo>
                      <a:pt x="192" y="774"/>
                    </a:lnTo>
                    <a:lnTo>
                      <a:pt x="198" y="762"/>
                    </a:lnTo>
                    <a:lnTo>
                      <a:pt x="204" y="744"/>
                    </a:lnTo>
                    <a:lnTo>
                      <a:pt x="204" y="678"/>
                    </a:lnTo>
                    <a:lnTo>
                      <a:pt x="210" y="678"/>
                    </a:lnTo>
                    <a:lnTo>
                      <a:pt x="216" y="672"/>
                    </a:lnTo>
                    <a:lnTo>
                      <a:pt x="222" y="660"/>
                    </a:lnTo>
                    <a:lnTo>
                      <a:pt x="228" y="654"/>
                    </a:lnTo>
                    <a:lnTo>
                      <a:pt x="228" y="612"/>
                    </a:lnTo>
                    <a:lnTo>
                      <a:pt x="222" y="600"/>
                    </a:lnTo>
                    <a:lnTo>
                      <a:pt x="222" y="594"/>
                    </a:lnTo>
                    <a:lnTo>
                      <a:pt x="216" y="588"/>
                    </a:lnTo>
                    <a:lnTo>
                      <a:pt x="222" y="558"/>
                    </a:lnTo>
                    <a:lnTo>
                      <a:pt x="234" y="558"/>
                    </a:lnTo>
                    <a:lnTo>
                      <a:pt x="234" y="552"/>
                    </a:lnTo>
                    <a:lnTo>
                      <a:pt x="240" y="546"/>
                    </a:lnTo>
                    <a:lnTo>
                      <a:pt x="264" y="546"/>
                    </a:lnTo>
                    <a:lnTo>
                      <a:pt x="270" y="552"/>
                    </a:lnTo>
                    <a:lnTo>
                      <a:pt x="294" y="564"/>
                    </a:lnTo>
                    <a:lnTo>
                      <a:pt x="300" y="570"/>
                    </a:lnTo>
                    <a:lnTo>
                      <a:pt x="288" y="576"/>
                    </a:lnTo>
                    <a:lnTo>
                      <a:pt x="288" y="588"/>
                    </a:lnTo>
                    <a:lnTo>
                      <a:pt x="282" y="594"/>
                    </a:lnTo>
                    <a:lnTo>
                      <a:pt x="282" y="612"/>
                    </a:lnTo>
                    <a:lnTo>
                      <a:pt x="288" y="624"/>
                    </a:lnTo>
                    <a:lnTo>
                      <a:pt x="306" y="624"/>
                    </a:lnTo>
                    <a:lnTo>
                      <a:pt x="330" y="612"/>
                    </a:lnTo>
                    <a:lnTo>
                      <a:pt x="342" y="612"/>
                    </a:lnTo>
                    <a:lnTo>
                      <a:pt x="354" y="606"/>
                    </a:lnTo>
                    <a:lnTo>
                      <a:pt x="360" y="600"/>
                    </a:lnTo>
                    <a:lnTo>
                      <a:pt x="366" y="600"/>
                    </a:lnTo>
                    <a:lnTo>
                      <a:pt x="396" y="684"/>
                    </a:lnTo>
                    <a:lnTo>
                      <a:pt x="402" y="678"/>
                    </a:lnTo>
                    <a:lnTo>
                      <a:pt x="414" y="672"/>
                    </a:lnTo>
                    <a:lnTo>
                      <a:pt x="426" y="672"/>
                    </a:lnTo>
                    <a:lnTo>
                      <a:pt x="426" y="642"/>
                    </a:lnTo>
                    <a:lnTo>
                      <a:pt x="414" y="630"/>
                    </a:lnTo>
                    <a:lnTo>
                      <a:pt x="414" y="600"/>
                    </a:lnTo>
                    <a:lnTo>
                      <a:pt x="402" y="588"/>
                    </a:lnTo>
                    <a:lnTo>
                      <a:pt x="396" y="552"/>
                    </a:lnTo>
                    <a:lnTo>
                      <a:pt x="426" y="522"/>
                    </a:lnTo>
                    <a:lnTo>
                      <a:pt x="426" y="516"/>
                    </a:lnTo>
                    <a:lnTo>
                      <a:pt x="432" y="504"/>
                    </a:lnTo>
                    <a:lnTo>
                      <a:pt x="438" y="498"/>
                    </a:lnTo>
                    <a:lnTo>
                      <a:pt x="450" y="492"/>
                    </a:lnTo>
                    <a:lnTo>
                      <a:pt x="468" y="486"/>
                    </a:lnTo>
                    <a:lnTo>
                      <a:pt x="504" y="486"/>
                    </a:lnTo>
                    <a:lnTo>
                      <a:pt x="510" y="492"/>
                    </a:lnTo>
                    <a:lnTo>
                      <a:pt x="522" y="492"/>
                    </a:lnTo>
                    <a:lnTo>
                      <a:pt x="534" y="486"/>
                    </a:lnTo>
                    <a:lnTo>
                      <a:pt x="564" y="486"/>
                    </a:lnTo>
                    <a:lnTo>
                      <a:pt x="576" y="492"/>
                    </a:lnTo>
                    <a:lnTo>
                      <a:pt x="582" y="498"/>
                    </a:lnTo>
                    <a:lnTo>
                      <a:pt x="588" y="498"/>
                    </a:lnTo>
                    <a:lnTo>
                      <a:pt x="594" y="492"/>
                    </a:lnTo>
                    <a:lnTo>
                      <a:pt x="600" y="480"/>
                    </a:lnTo>
                    <a:lnTo>
                      <a:pt x="618" y="462"/>
                    </a:lnTo>
                    <a:lnTo>
                      <a:pt x="618" y="450"/>
                    </a:lnTo>
                    <a:lnTo>
                      <a:pt x="612" y="444"/>
                    </a:lnTo>
                    <a:lnTo>
                      <a:pt x="600" y="438"/>
                    </a:lnTo>
                    <a:lnTo>
                      <a:pt x="588" y="426"/>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5" name="Taiwan" descr="© INSCALE GmbH, 05.05.2010&#10;http://www.presentationload.com/">
                <a:extLst>
                  <a:ext uri="{FF2B5EF4-FFF2-40B4-BE49-F238E27FC236}">
                    <a16:creationId xmlns:a16="http://schemas.microsoft.com/office/drawing/2014/main" id="{0CAC5437-2C31-4707-CD9B-CD82F5EE9FE7}"/>
                  </a:ext>
                </a:extLst>
              </p:cNvPr>
              <p:cNvSpPr>
                <a:spLocks/>
              </p:cNvSpPr>
              <p:nvPr/>
            </p:nvSpPr>
            <p:spPr bwMode="gray">
              <a:xfrm>
                <a:off x="4773" y="2051"/>
                <a:ext cx="31" cy="68"/>
              </a:xfrm>
              <a:custGeom>
                <a:avLst/>
                <a:gdLst>
                  <a:gd name="T0" fmla="*/ 2147483647 w 120"/>
                  <a:gd name="T1" fmla="*/ 2147483647 h 270"/>
                  <a:gd name="T2" fmla="*/ 2147483647 w 120"/>
                  <a:gd name="T3" fmla="*/ 2147483647 h 270"/>
                  <a:gd name="T4" fmla="*/ 2147483647 w 120"/>
                  <a:gd name="T5" fmla="*/ 2147483647 h 270"/>
                  <a:gd name="T6" fmla="*/ 2147483647 w 120"/>
                  <a:gd name="T7" fmla="*/ 2147483647 h 270"/>
                  <a:gd name="T8" fmla="*/ 2147483647 w 120"/>
                  <a:gd name="T9" fmla="*/ 2147483647 h 270"/>
                  <a:gd name="T10" fmla="*/ 2147483647 w 120"/>
                  <a:gd name="T11" fmla="*/ 2147483647 h 270"/>
                  <a:gd name="T12" fmla="*/ 2147483647 w 120"/>
                  <a:gd name="T13" fmla="*/ 2147483647 h 270"/>
                  <a:gd name="T14" fmla="*/ 2147483647 w 120"/>
                  <a:gd name="T15" fmla="*/ 2147483647 h 270"/>
                  <a:gd name="T16" fmla="*/ 2147483647 w 120"/>
                  <a:gd name="T17" fmla="*/ 2147483647 h 270"/>
                  <a:gd name="T18" fmla="*/ 2147483647 w 120"/>
                  <a:gd name="T19" fmla="*/ 2147483647 h 270"/>
                  <a:gd name="T20" fmla="*/ 2147483647 w 120"/>
                  <a:gd name="T21" fmla="*/ 0 h 270"/>
                  <a:gd name="T22" fmla="*/ 2147483647 w 120"/>
                  <a:gd name="T23" fmla="*/ 2147483647 h 270"/>
                  <a:gd name="T24" fmla="*/ 2147483647 w 120"/>
                  <a:gd name="T25" fmla="*/ 2147483647 h 270"/>
                  <a:gd name="T26" fmla="*/ 2147483647 w 120"/>
                  <a:gd name="T27" fmla="*/ 2147483647 h 270"/>
                  <a:gd name="T28" fmla="*/ 2147483647 w 120"/>
                  <a:gd name="T29" fmla="*/ 2147483647 h 270"/>
                  <a:gd name="T30" fmla="*/ 0 w 120"/>
                  <a:gd name="T31" fmla="*/ 2147483647 h 270"/>
                  <a:gd name="T32" fmla="*/ 0 w 120"/>
                  <a:gd name="T33" fmla="*/ 2147483647 h 270"/>
                  <a:gd name="T34" fmla="*/ 2147483647 w 120"/>
                  <a:gd name="T35" fmla="*/ 2147483647 h 270"/>
                  <a:gd name="T36" fmla="*/ 2147483647 w 120"/>
                  <a:gd name="T37" fmla="*/ 2147483647 h 270"/>
                  <a:gd name="T38" fmla="*/ 2147483647 w 120"/>
                  <a:gd name="T39" fmla="*/ 2147483647 h 270"/>
                  <a:gd name="T40" fmla="*/ 2147483647 w 120"/>
                  <a:gd name="T41" fmla="*/ 2147483647 h 270"/>
                  <a:gd name="T42" fmla="*/ 2147483647 w 120"/>
                  <a:gd name="T43" fmla="*/ 2147483647 h 270"/>
                  <a:gd name="T44" fmla="*/ 2147483647 w 120"/>
                  <a:gd name="T45" fmla="*/ 2147483647 h 270"/>
                  <a:gd name="T46" fmla="*/ 2147483647 w 120"/>
                  <a:gd name="T47" fmla="*/ 2147483647 h 270"/>
                  <a:gd name="T48" fmla="*/ 2147483647 w 120"/>
                  <a:gd name="T49" fmla="*/ 2147483647 h 270"/>
                  <a:gd name="T50" fmla="*/ 2147483647 w 120"/>
                  <a:gd name="T51" fmla="*/ 2147483647 h 27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20"/>
                  <a:gd name="T79" fmla="*/ 0 h 270"/>
                  <a:gd name="T80" fmla="*/ 120 w 120"/>
                  <a:gd name="T81" fmla="*/ 270 h 27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20" h="270">
                    <a:moveTo>
                      <a:pt x="84" y="270"/>
                    </a:moveTo>
                    <a:lnTo>
                      <a:pt x="84" y="222"/>
                    </a:lnTo>
                    <a:lnTo>
                      <a:pt x="90" y="216"/>
                    </a:lnTo>
                    <a:lnTo>
                      <a:pt x="102" y="192"/>
                    </a:lnTo>
                    <a:lnTo>
                      <a:pt x="102" y="102"/>
                    </a:lnTo>
                    <a:lnTo>
                      <a:pt x="108" y="96"/>
                    </a:lnTo>
                    <a:lnTo>
                      <a:pt x="114" y="84"/>
                    </a:lnTo>
                    <a:lnTo>
                      <a:pt x="114" y="54"/>
                    </a:lnTo>
                    <a:lnTo>
                      <a:pt x="120" y="36"/>
                    </a:lnTo>
                    <a:lnTo>
                      <a:pt x="120" y="24"/>
                    </a:lnTo>
                    <a:lnTo>
                      <a:pt x="72" y="0"/>
                    </a:lnTo>
                    <a:lnTo>
                      <a:pt x="48" y="30"/>
                    </a:lnTo>
                    <a:lnTo>
                      <a:pt x="42" y="42"/>
                    </a:lnTo>
                    <a:lnTo>
                      <a:pt x="30" y="78"/>
                    </a:lnTo>
                    <a:lnTo>
                      <a:pt x="12" y="114"/>
                    </a:lnTo>
                    <a:lnTo>
                      <a:pt x="0" y="150"/>
                    </a:lnTo>
                    <a:lnTo>
                      <a:pt x="0" y="168"/>
                    </a:lnTo>
                    <a:lnTo>
                      <a:pt x="6" y="180"/>
                    </a:lnTo>
                    <a:lnTo>
                      <a:pt x="18" y="192"/>
                    </a:lnTo>
                    <a:lnTo>
                      <a:pt x="24" y="204"/>
                    </a:lnTo>
                    <a:lnTo>
                      <a:pt x="36" y="210"/>
                    </a:lnTo>
                    <a:lnTo>
                      <a:pt x="42" y="222"/>
                    </a:lnTo>
                    <a:lnTo>
                      <a:pt x="42" y="228"/>
                    </a:lnTo>
                    <a:lnTo>
                      <a:pt x="48" y="234"/>
                    </a:lnTo>
                    <a:lnTo>
                      <a:pt x="60" y="258"/>
                    </a:lnTo>
                    <a:lnTo>
                      <a:pt x="84" y="270"/>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6" name="Solomon Islands" descr="© INSCALE GmbH, 05.05.2010&#10;http://www.presentationload.com/">
                <a:extLst>
                  <a:ext uri="{FF2B5EF4-FFF2-40B4-BE49-F238E27FC236}">
                    <a16:creationId xmlns:a16="http://schemas.microsoft.com/office/drawing/2014/main" id="{4382BA66-0F5C-C523-A9B6-81997D812D30}"/>
                  </a:ext>
                </a:extLst>
              </p:cNvPr>
              <p:cNvSpPr>
                <a:spLocks noEditPoints="1"/>
              </p:cNvSpPr>
              <p:nvPr/>
            </p:nvSpPr>
            <p:spPr bwMode="gray">
              <a:xfrm>
                <a:off x="5476" y="2705"/>
                <a:ext cx="94" cy="89"/>
              </a:xfrm>
              <a:custGeom>
                <a:avLst/>
                <a:gdLst>
                  <a:gd name="T0" fmla="*/ 2147483647 w 372"/>
                  <a:gd name="T1" fmla="*/ 0 h 348"/>
                  <a:gd name="T2" fmla="*/ 2147483647 w 372"/>
                  <a:gd name="T3" fmla="*/ 2147483647 h 348"/>
                  <a:gd name="T4" fmla="*/ 0 w 372"/>
                  <a:gd name="T5" fmla="*/ 2147483647 h 348"/>
                  <a:gd name="T6" fmla="*/ 2147483647 w 372"/>
                  <a:gd name="T7" fmla="*/ 2147483647 h 348"/>
                  <a:gd name="T8" fmla="*/ 0 w 372"/>
                  <a:gd name="T9" fmla="*/ 2147483647 h 348"/>
                  <a:gd name="T10" fmla="*/ 2147483647 w 372"/>
                  <a:gd name="T11" fmla="*/ 2147483647 h 348"/>
                  <a:gd name="T12" fmla="*/ 2147483647 w 372"/>
                  <a:gd name="T13" fmla="*/ 2147483647 h 348"/>
                  <a:gd name="T14" fmla="*/ 2147483647 w 372"/>
                  <a:gd name="T15" fmla="*/ 2147483647 h 348"/>
                  <a:gd name="T16" fmla="*/ 2147483647 w 372"/>
                  <a:gd name="T17" fmla="*/ 2147483647 h 348"/>
                  <a:gd name="T18" fmla="*/ 2147483647 w 372"/>
                  <a:gd name="T19" fmla="*/ 2147483647 h 348"/>
                  <a:gd name="T20" fmla="*/ 2147483647 w 372"/>
                  <a:gd name="T21" fmla="*/ 2147483647 h 348"/>
                  <a:gd name="T22" fmla="*/ 2147483647 w 372"/>
                  <a:gd name="T23" fmla="*/ 2147483647 h 348"/>
                  <a:gd name="T24" fmla="*/ 2147483647 w 372"/>
                  <a:gd name="T25" fmla="*/ 2147483647 h 348"/>
                  <a:gd name="T26" fmla="*/ 2147483647 w 372"/>
                  <a:gd name="T27" fmla="*/ 2147483647 h 348"/>
                  <a:gd name="T28" fmla="*/ 2147483647 w 372"/>
                  <a:gd name="T29" fmla="*/ 2147483647 h 348"/>
                  <a:gd name="T30" fmla="*/ 2147483647 w 372"/>
                  <a:gd name="T31" fmla="*/ 2147483647 h 348"/>
                  <a:gd name="T32" fmla="*/ 2147483647 w 372"/>
                  <a:gd name="T33" fmla="*/ 2147483647 h 348"/>
                  <a:gd name="T34" fmla="*/ 2147483647 w 372"/>
                  <a:gd name="T35" fmla="*/ 2147483647 h 348"/>
                  <a:gd name="T36" fmla="*/ 2147483647 w 372"/>
                  <a:gd name="T37" fmla="*/ 2147483647 h 348"/>
                  <a:gd name="T38" fmla="*/ 2147483647 w 372"/>
                  <a:gd name="T39" fmla="*/ 2147483647 h 348"/>
                  <a:gd name="T40" fmla="*/ 2147483647 w 372"/>
                  <a:gd name="T41" fmla="*/ 2147483647 h 348"/>
                  <a:gd name="T42" fmla="*/ 2147483647 w 372"/>
                  <a:gd name="T43" fmla="*/ 2147483647 h 348"/>
                  <a:gd name="T44" fmla="*/ 2147483647 w 372"/>
                  <a:gd name="T45" fmla="*/ 2147483647 h 348"/>
                  <a:gd name="T46" fmla="*/ 2147483647 w 372"/>
                  <a:gd name="T47" fmla="*/ 2147483647 h 348"/>
                  <a:gd name="T48" fmla="*/ 2147483647 w 372"/>
                  <a:gd name="T49" fmla="*/ 2147483647 h 348"/>
                  <a:gd name="T50" fmla="*/ 2147483647 w 372"/>
                  <a:gd name="T51" fmla="*/ 2147483647 h 348"/>
                  <a:gd name="T52" fmla="*/ 2147483647 w 372"/>
                  <a:gd name="T53" fmla="*/ 2147483647 h 348"/>
                  <a:gd name="T54" fmla="*/ 2147483647 w 372"/>
                  <a:gd name="T55" fmla="*/ 2147483647 h 348"/>
                  <a:gd name="T56" fmla="*/ 2147483647 w 372"/>
                  <a:gd name="T57" fmla="*/ 2147483647 h 348"/>
                  <a:gd name="T58" fmla="*/ 2147483647 w 372"/>
                  <a:gd name="T59" fmla="*/ 2147483647 h 348"/>
                  <a:gd name="T60" fmla="*/ 2147483647 w 372"/>
                  <a:gd name="T61" fmla="*/ 2147483647 h 348"/>
                  <a:gd name="T62" fmla="*/ 2147483647 w 372"/>
                  <a:gd name="T63" fmla="*/ 2147483647 h 34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72"/>
                  <a:gd name="T97" fmla="*/ 0 h 348"/>
                  <a:gd name="T98" fmla="*/ 372 w 372"/>
                  <a:gd name="T99" fmla="*/ 348 h 34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72" h="348">
                    <a:moveTo>
                      <a:pt x="30" y="18"/>
                    </a:moveTo>
                    <a:lnTo>
                      <a:pt x="12" y="0"/>
                    </a:lnTo>
                    <a:lnTo>
                      <a:pt x="6" y="24"/>
                    </a:lnTo>
                    <a:lnTo>
                      <a:pt x="24" y="48"/>
                    </a:lnTo>
                    <a:lnTo>
                      <a:pt x="30" y="18"/>
                    </a:lnTo>
                    <a:close/>
                    <a:moveTo>
                      <a:pt x="0" y="126"/>
                    </a:moveTo>
                    <a:lnTo>
                      <a:pt x="18" y="132"/>
                    </a:lnTo>
                    <a:lnTo>
                      <a:pt x="36" y="102"/>
                    </a:lnTo>
                    <a:lnTo>
                      <a:pt x="0" y="102"/>
                    </a:lnTo>
                    <a:lnTo>
                      <a:pt x="0" y="126"/>
                    </a:lnTo>
                    <a:close/>
                    <a:moveTo>
                      <a:pt x="78" y="120"/>
                    </a:moveTo>
                    <a:lnTo>
                      <a:pt x="36" y="120"/>
                    </a:lnTo>
                    <a:lnTo>
                      <a:pt x="42" y="144"/>
                    </a:lnTo>
                    <a:lnTo>
                      <a:pt x="78" y="132"/>
                    </a:lnTo>
                    <a:lnTo>
                      <a:pt x="78" y="120"/>
                    </a:lnTo>
                    <a:close/>
                    <a:moveTo>
                      <a:pt x="60" y="186"/>
                    </a:moveTo>
                    <a:lnTo>
                      <a:pt x="96" y="186"/>
                    </a:lnTo>
                    <a:lnTo>
                      <a:pt x="48" y="150"/>
                    </a:lnTo>
                    <a:lnTo>
                      <a:pt x="60" y="186"/>
                    </a:lnTo>
                    <a:close/>
                    <a:moveTo>
                      <a:pt x="246" y="222"/>
                    </a:moveTo>
                    <a:lnTo>
                      <a:pt x="222" y="210"/>
                    </a:lnTo>
                    <a:lnTo>
                      <a:pt x="192" y="210"/>
                    </a:lnTo>
                    <a:lnTo>
                      <a:pt x="192" y="228"/>
                    </a:lnTo>
                    <a:lnTo>
                      <a:pt x="198" y="234"/>
                    </a:lnTo>
                    <a:lnTo>
                      <a:pt x="204" y="246"/>
                    </a:lnTo>
                    <a:lnTo>
                      <a:pt x="216" y="252"/>
                    </a:lnTo>
                    <a:lnTo>
                      <a:pt x="252" y="264"/>
                    </a:lnTo>
                    <a:lnTo>
                      <a:pt x="264" y="264"/>
                    </a:lnTo>
                    <a:lnTo>
                      <a:pt x="276" y="258"/>
                    </a:lnTo>
                    <a:lnTo>
                      <a:pt x="276" y="252"/>
                    </a:lnTo>
                    <a:lnTo>
                      <a:pt x="270" y="246"/>
                    </a:lnTo>
                    <a:lnTo>
                      <a:pt x="264" y="234"/>
                    </a:lnTo>
                    <a:lnTo>
                      <a:pt x="246" y="222"/>
                    </a:lnTo>
                    <a:close/>
                    <a:moveTo>
                      <a:pt x="312" y="288"/>
                    </a:moveTo>
                    <a:lnTo>
                      <a:pt x="360" y="348"/>
                    </a:lnTo>
                    <a:lnTo>
                      <a:pt x="372" y="318"/>
                    </a:lnTo>
                    <a:lnTo>
                      <a:pt x="312" y="288"/>
                    </a:lnTo>
                    <a:close/>
                    <a:moveTo>
                      <a:pt x="288" y="126"/>
                    </a:moveTo>
                    <a:lnTo>
                      <a:pt x="288" y="132"/>
                    </a:lnTo>
                    <a:lnTo>
                      <a:pt x="282" y="138"/>
                    </a:lnTo>
                    <a:lnTo>
                      <a:pt x="282" y="150"/>
                    </a:lnTo>
                    <a:lnTo>
                      <a:pt x="276" y="162"/>
                    </a:lnTo>
                    <a:lnTo>
                      <a:pt x="276" y="192"/>
                    </a:lnTo>
                    <a:lnTo>
                      <a:pt x="312" y="228"/>
                    </a:lnTo>
                    <a:lnTo>
                      <a:pt x="324" y="234"/>
                    </a:lnTo>
                    <a:lnTo>
                      <a:pt x="330" y="240"/>
                    </a:lnTo>
                    <a:lnTo>
                      <a:pt x="288" y="126"/>
                    </a:lnTo>
                    <a:close/>
                    <a:moveTo>
                      <a:pt x="120" y="60"/>
                    </a:moveTo>
                    <a:lnTo>
                      <a:pt x="120" y="66"/>
                    </a:lnTo>
                    <a:lnTo>
                      <a:pt x="126" y="78"/>
                    </a:lnTo>
                    <a:lnTo>
                      <a:pt x="138" y="90"/>
                    </a:lnTo>
                    <a:lnTo>
                      <a:pt x="150" y="108"/>
                    </a:lnTo>
                    <a:lnTo>
                      <a:pt x="168" y="120"/>
                    </a:lnTo>
                    <a:lnTo>
                      <a:pt x="192" y="144"/>
                    </a:lnTo>
                    <a:lnTo>
                      <a:pt x="204" y="150"/>
                    </a:lnTo>
                    <a:lnTo>
                      <a:pt x="216" y="150"/>
                    </a:lnTo>
                    <a:lnTo>
                      <a:pt x="210" y="138"/>
                    </a:lnTo>
                    <a:lnTo>
                      <a:pt x="204" y="132"/>
                    </a:lnTo>
                    <a:lnTo>
                      <a:pt x="198" y="120"/>
                    </a:lnTo>
                    <a:lnTo>
                      <a:pt x="186" y="108"/>
                    </a:lnTo>
                    <a:lnTo>
                      <a:pt x="174" y="90"/>
                    </a:lnTo>
                    <a:lnTo>
                      <a:pt x="156" y="78"/>
                    </a:lnTo>
                    <a:lnTo>
                      <a:pt x="144" y="66"/>
                    </a:lnTo>
                    <a:lnTo>
                      <a:pt x="132" y="60"/>
                    </a:lnTo>
                    <a:lnTo>
                      <a:pt x="120" y="60"/>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7" name="Papua New Guinea" descr="© INSCALE GmbH, 05.05.2010&#10;http://www.presentationload.com/">
                <a:extLst>
                  <a:ext uri="{FF2B5EF4-FFF2-40B4-BE49-F238E27FC236}">
                    <a16:creationId xmlns:a16="http://schemas.microsoft.com/office/drawing/2014/main" id="{8A37204D-9D5E-64ED-C8E9-BF0D697F9BDF}"/>
                  </a:ext>
                </a:extLst>
              </p:cNvPr>
              <p:cNvSpPr>
                <a:spLocks noEditPoints="1"/>
              </p:cNvSpPr>
              <p:nvPr/>
            </p:nvSpPr>
            <p:spPr bwMode="gray">
              <a:xfrm>
                <a:off x="5188" y="2606"/>
                <a:ext cx="276" cy="185"/>
              </a:xfrm>
              <a:custGeom>
                <a:avLst/>
                <a:gdLst>
                  <a:gd name="T0" fmla="*/ 2147483647 w 1086"/>
                  <a:gd name="T1" fmla="*/ 2147483647 h 726"/>
                  <a:gd name="T2" fmla="*/ 2147483647 w 1086"/>
                  <a:gd name="T3" fmla="*/ 2147483647 h 726"/>
                  <a:gd name="T4" fmla="*/ 2147483647 w 1086"/>
                  <a:gd name="T5" fmla="*/ 2147483647 h 726"/>
                  <a:gd name="T6" fmla="*/ 2147483647 w 1086"/>
                  <a:gd name="T7" fmla="*/ 2147483647 h 726"/>
                  <a:gd name="T8" fmla="*/ 2147483647 w 1086"/>
                  <a:gd name="T9" fmla="*/ 2147483647 h 726"/>
                  <a:gd name="T10" fmla="*/ 2147483647 w 1086"/>
                  <a:gd name="T11" fmla="*/ 2147483647 h 726"/>
                  <a:gd name="T12" fmla="*/ 2147483647 w 1086"/>
                  <a:gd name="T13" fmla="*/ 2147483647 h 726"/>
                  <a:gd name="T14" fmla="*/ 2147483647 w 1086"/>
                  <a:gd name="T15" fmla="*/ 2147483647 h 726"/>
                  <a:gd name="T16" fmla="*/ 2147483647 w 1086"/>
                  <a:gd name="T17" fmla="*/ 2147483647 h 726"/>
                  <a:gd name="T18" fmla="*/ 2147483647 w 1086"/>
                  <a:gd name="T19" fmla="*/ 2147483647 h 726"/>
                  <a:gd name="T20" fmla="*/ 2147483647 w 1086"/>
                  <a:gd name="T21" fmla="*/ 2147483647 h 726"/>
                  <a:gd name="T22" fmla="*/ 2147483647 w 1086"/>
                  <a:gd name="T23" fmla="*/ 2147483647 h 726"/>
                  <a:gd name="T24" fmla="*/ 2147483647 w 1086"/>
                  <a:gd name="T25" fmla="*/ 2147483647 h 726"/>
                  <a:gd name="T26" fmla="*/ 2147483647 w 1086"/>
                  <a:gd name="T27" fmla="*/ 2147483647 h 726"/>
                  <a:gd name="T28" fmla="*/ 2147483647 w 1086"/>
                  <a:gd name="T29" fmla="*/ 2147483647 h 726"/>
                  <a:gd name="T30" fmla="*/ 2147483647 w 1086"/>
                  <a:gd name="T31" fmla="*/ 2147483647 h 726"/>
                  <a:gd name="T32" fmla="*/ 2147483647 w 1086"/>
                  <a:gd name="T33" fmla="*/ 2147483647 h 726"/>
                  <a:gd name="T34" fmla="*/ 2147483647 w 1086"/>
                  <a:gd name="T35" fmla="*/ 2147483647 h 726"/>
                  <a:gd name="T36" fmla="*/ 2147483647 w 1086"/>
                  <a:gd name="T37" fmla="*/ 2147483647 h 726"/>
                  <a:gd name="T38" fmla="*/ 2147483647 w 1086"/>
                  <a:gd name="T39" fmla="*/ 2147483647 h 726"/>
                  <a:gd name="T40" fmla="*/ 2147483647 w 1086"/>
                  <a:gd name="T41" fmla="*/ 2147483647 h 726"/>
                  <a:gd name="T42" fmla="*/ 2147483647 w 1086"/>
                  <a:gd name="T43" fmla="*/ 2147483647 h 726"/>
                  <a:gd name="T44" fmla="*/ 2147483647 w 1086"/>
                  <a:gd name="T45" fmla="*/ 2147483647 h 726"/>
                  <a:gd name="T46" fmla="*/ 2147483647 w 1086"/>
                  <a:gd name="T47" fmla="*/ 2147483647 h 726"/>
                  <a:gd name="T48" fmla="*/ 2147483647 w 1086"/>
                  <a:gd name="T49" fmla="*/ 2147483647 h 726"/>
                  <a:gd name="T50" fmla="*/ 2147483647 w 1086"/>
                  <a:gd name="T51" fmla="*/ 2147483647 h 726"/>
                  <a:gd name="T52" fmla="*/ 2147483647 w 1086"/>
                  <a:gd name="T53" fmla="*/ 2147483647 h 726"/>
                  <a:gd name="T54" fmla="*/ 2147483647 w 1086"/>
                  <a:gd name="T55" fmla="*/ 2147483647 h 726"/>
                  <a:gd name="T56" fmla="*/ 2147483647 w 1086"/>
                  <a:gd name="T57" fmla="*/ 2147483647 h 726"/>
                  <a:gd name="T58" fmla="*/ 2147483647 w 1086"/>
                  <a:gd name="T59" fmla="*/ 2147483647 h 726"/>
                  <a:gd name="T60" fmla="*/ 2147483647 w 1086"/>
                  <a:gd name="T61" fmla="*/ 2147483647 h 726"/>
                  <a:gd name="T62" fmla="*/ 2147483647 w 1086"/>
                  <a:gd name="T63" fmla="*/ 2147483647 h 726"/>
                  <a:gd name="T64" fmla="*/ 2147483647 w 1086"/>
                  <a:gd name="T65" fmla="*/ 2147483647 h 726"/>
                  <a:gd name="T66" fmla="*/ 2147483647 w 1086"/>
                  <a:gd name="T67" fmla="*/ 2147483647 h 726"/>
                  <a:gd name="T68" fmla="*/ 2147483647 w 1086"/>
                  <a:gd name="T69" fmla="*/ 2147483647 h 726"/>
                  <a:gd name="T70" fmla="*/ 2147483647 w 1086"/>
                  <a:gd name="T71" fmla="*/ 2147483647 h 726"/>
                  <a:gd name="T72" fmla="*/ 2147483647 w 1086"/>
                  <a:gd name="T73" fmla="*/ 2147483647 h 726"/>
                  <a:gd name="T74" fmla="*/ 2147483647 w 1086"/>
                  <a:gd name="T75" fmla="*/ 2147483647 h 726"/>
                  <a:gd name="T76" fmla="*/ 2147483647 w 1086"/>
                  <a:gd name="T77" fmla="*/ 2147483647 h 726"/>
                  <a:gd name="T78" fmla="*/ 2147483647 w 1086"/>
                  <a:gd name="T79" fmla="*/ 2147483647 h 726"/>
                  <a:gd name="T80" fmla="*/ 2147483647 w 1086"/>
                  <a:gd name="T81" fmla="*/ 2147483647 h 726"/>
                  <a:gd name="T82" fmla="*/ 2147483647 w 1086"/>
                  <a:gd name="T83" fmla="*/ 2147483647 h 726"/>
                  <a:gd name="T84" fmla="*/ 2147483647 w 1086"/>
                  <a:gd name="T85" fmla="*/ 2147483647 h 726"/>
                  <a:gd name="T86" fmla="*/ 2147483647 w 1086"/>
                  <a:gd name="T87" fmla="*/ 2147483647 h 726"/>
                  <a:gd name="T88" fmla="*/ 2147483647 w 1086"/>
                  <a:gd name="T89" fmla="*/ 2147483647 h 726"/>
                  <a:gd name="T90" fmla="*/ 2147483647 w 1086"/>
                  <a:gd name="T91" fmla="*/ 2147483647 h 726"/>
                  <a:gd name="T92" fmla="*/ 2147483647 w 1086"/>
                  <a:gd name="T93" fmla="*/ 2147483647 h 726"/>
                  <a:gd name="T94" fmla="*/ 2147483647 w 1086"/>
                  <a:gd name="T95" fmla="*/ 2147483647 h 726"/>
                  <a:gd name="T96" fmla="*/ 2147483647 w 1086"/>
                  <a:gd name="T97" fmla="*/ 2147483647 h 726"/>
                  <a:gd name="T98" fmla="*/ 2147483647 w 1086"/>
                  <a:gd name="T99" fmla="*/ 2147483647 h 726"/>
                  <a:gd name="T100" fmla="*/ 2147483647 w 1086"/>
                  <a:gd name="T101" fmla="*/ 2147483647 h 726"/>
                  <a:gd name="T102" fmla="*/ 2147483647 w 1086"/>
                  <a:gd name="T103" fmla="*/ 2147483647 h 726"/>
                  <a:gd name="T104" fmla="*/ 2147483647 w 1086"/>
                  <a:gd name="T105" fmla="*/ 2147483647 h 726"/>
                  <a:gd name="T106" fmla="*/ 2147483647 w 1086"/>
                  <a:gd name="T107" fmla="*/ 2147483647 h 726"/>
                  <a:gd name="T108" fmla="*/ 2147483647 w 1086"/>
                  <a:gd name="T109" fmla="*/ 2147483647 h 726"/>
                  <a:gd name="T110" fmla="*/ 2147483647 w 1086"/>
                  <a:gd name="T111" fmla="*/ 2147483647 h 726"/>
                  <a:gd name="T112" fmla="*/ 2147483647 w 1086"/>
                  <a:gd name="T113" fmla="*/ 2147483647 h 7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086"/>
                  <a:gd name="T172" fmla="*/ 0 h 726"/>
                  <a:gd name="T173" fmla="*/ 1086 w 1086"/>
                  <a:gd name="T174" fmla="*/ 726 h 7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086" h="726">
                    <a:moveTo>
                      <a:pt x="486" y="0"/>
                    </a:moveTo>
                    <a:lnTo>
                      <a:pt x="462" y="0"/>
                    </a:lnTo>
                    <a:lnTo>
                      <a:pt x="450" y="6"/>
                    </a:lnTo>
                    <a:lnTo>
                      <a:pt x="444" y="12"/>
                    </a:lnTo>
                    <a:lnTo>
                      <a:pt x="432" y="18"/>
                    </a:lnTo>
                    <a:lnTo>
                      <a:pt x="462" y="36"/>
                    </a:lnTo>
                    <a:lnTo>
                      <a:pt x="474" y="36"/>
                    </a:lnTo>
                    <a:lnTo>
                      <a:pt x="486" y="30"/>
                    </a:lnTo>
                    <a:lnTo>
                      <a:pt x="498" y="18"/>
                    </a:lnTo>
                    <a:lnTo>
                      <a:pt x="492" y="6"/>
                    </a:lnTo>
                    <a:lnTo>
                      <a:pt x="486" y="0"/>
                    </a:lnTo>
                    <a:close/>
                    <a:moveTo>
                      <a:pt x="756" y="216"/>
                    </a:moveTo>
                    <a:lnTo>
                      <a:pt x="750" y="222"/>
                    </a:lnTo>
                    <a:lnTo>
                      <a:pt x="750" y="228"/>
                    </a:lnTo>
                    <a:lnTo>
                      <a:pt x="756" y="234"/>
                    </a:lnTo>
                    <a:lnTo>
                      <a:pt x="768" y="240"/>
                    </a:lnTo>
                    <a:lnTo>
                      <a:pt x="774" y="246"/>
                    </a:lnTo>
                    <a:lnTo>
                      <a:pt x="774" y="264"/>
                    </a:lnTo>
                    <a:lnTo>
                      <a:pt x="702" y="300"/>
                    </a:lnTo>
                    <a:lnTo>
                      <a:pt x="666" y="300"/>
                    </a:lnTo>
                    <a:lnTo>
                      <a:pt x="630" y="312"/>
                    </a:lnTo>
                    <a:lnTo>
                      <a:pt x="594" y="330"/>
                    </a:lnTo>
                    <a:lnTo>
                      <a:pt x="588" y="336"/>
                    </a:lnTo>
                    <a:lnTo>
                      <a:pt x="570" y="336"/>
                    </a:lnTo>
                    <a:lnTo>
                      <a:pt x="564" y="342"/>
                    </a:lnTo>
                    <a:lnTo>
                      <a:pt x="588" y="378"/>
                    </a:lnTo>
                    <a:lnTo>
                      <a:pt x="684" y="378"/>
                    </a:lnTo>
                    <a:lnTo>
                      <a:pt x="702" y="366"/>
                    </a:lnTo>
                    <a:lnTo>
                      <a:pt x="738" y="366"/>
                    </a:lnTo>
                    <a:lnTo>
                      <a:pt x="750" y="360"/>
                    </a:lnTo>
                    <a:lnTo>
                      <a:pt x="774" y="336"/>
                    </a:lnTo>
                    <a:lnTo>
                      <a:pt x="774" y="330"/>
                    </a:lnTo>
                    <a:lnTo>
                      <a:pt x="804" y="324"/>
                    </a:lnTo>
                    <a:lnTo>
                      <a:pt x="798" y="300"/>
                    </a:lnTo>
                    <a:lnTo>
                      <a:pt x="822" y="300"/>
                    </a:lnTo>
                    <a:lnTo>
                      <a:pt x="822" y="288"/>
                    </a:lnTo>
                    <a:lnTo>
                      <a:pt x="828" y="258"/>
                    </a:lnTo>
                    <a:lnTo>
                      <a:pt x="828" y="228"/>
                    </a:lnTo>
                    <a:lnTo>
                      <a:pt x="822" y="198"/>
                    </a:lnTo>
                    <a:lnTo>
                      <a:pt x="816" y="192"/>
                    </a:lnTo>
                    <a:lnTo>
                      <a:pt x="804" y="186"/>
                    </a:lnTo>
                    <a:lnTo>
                      <a:pt x="792" y="192"/>
                    </a:lnTo>
                    <a:lnTo>
                      <a:pt x="786" y="198"/>
                    </a:lnTo>
                    <a:lnTo>
                      <a:pt x="762" y="210"/>
                    </a:lnTo>
                    <a:lnTo>
                      <a:pt x="756" y="216"/>
                    </a:lnTo>
                    <a:close/>
                    <a:moveTo>
                      <a:pt x="834" y="132"/>
                    </a:moveTo>
                    <a:lnTo>
                      <a:pt x="822" y="132"/>
                    </a:lnTo>
                    <a:lnTo>
                      <a:pt x="816" y="120"/>
                    </a:lnTo>
                    <a:lnTo>
                      <a:pt x="804" y="108"/>
                    </a:lnTo>
                    <a:lnTo>
                      <a:pt x="792" y="102"/>
                    </a:lnTo>
                    <a:lnTo>
                      <a:pt x="786" y="90"/>
                    </a:lnTo>
                    <a:lnTo>
                      <a:pt x="774" y="78"/>
                    </a:lnTo>
                    <a:lnTo>
                      <a:pt x="768" y="78"/>
                    </a:lnTo>
                    <a:lnTo>
                      <a:pt x="762" y="72"/>
                    </a:lnTo>
                    <a:lnTo>
                      <a:pt x="756" y="72"/>
                    </a:lnTo>
                    <a:lnTo>
                      <a:pt x="732" y="36"/>
                    </a:lnTo>
                    <a:lnTo>
                      <a:pt x="720" y="84"/>
                    </a:lnTo>
                    <a:lnTo>
                      <a:pt x="762" y="96"/>
                    </a:lnTo>
                    <a:lnTo>
                      <a:pt x="816" y="150"/>
                    </a:lnTo>
                    <a:lnTo>
                      <a:pt x="828" y="150"/>
                    </a:lnTo>
                    <a:lnTo>
                      <a:pt x="834" y="156"/>
                    </a:lnTo>
                    <a:lnTo>
                      <a:pt x="846" y="162"/>
                    </a:lnTo>
                    <a:lnTo>
                      <a:pt x="852" y="174"/>
                    </a:lnTo>
                    <a:lnTo>
                      <a:pt x="852" y="180"/>
                    </a:lnTo>
                    <a:lnTo>
                      <a:pt x="858" y="192"/>
                    </a:lnTo>
                    <a:lnTo>
                      <a:pt x="852" y="204"/>
                    </a:lnTo>
                    <a:lnTo>
                      <a:pt x="852" y="240"/>
                    </a:lnTo>
                    <a:lnTo>
                      <a:pt x="858" y="252"/>
                    </a:lnTo>
                    <a:lnTo>
                      <a:pt x="864" y="258"/>
                    </a:lnTo>
                    <a:lnTo>
                      <a:pt x="882" y="258"/>
                    </a:lnTo>
                    <a:lnTo>
                      <a:pt x="894" y="246"/>
                    </a:lnTo>
                    <a:lnTo>
                      <a:pt x="900" y="234"/>
                    </a:lnTo>
                    <a:lnTo>
                      <a:pt x="900" y="222"/>
                    </a:lnTo>
                    <a:lnTo>
                      <a:pt x="888" y="186"/>
                    </a:lnTo>
                    <a:lnTo>
                      <a:pt x="876" y="174"/>
                    </a:lnTo>
                    <a:lnTo>
                      <a:pt x="864" y="156"/>
                    </a:lnTo>
                    <a:lnTo>
                      <a:pt x="852" y="150"/>
                    </a:lnTo>
                    <a:lnTo>
                      <a:pt x="846" y="138"/>
                    </a:lnTo>
                    <a:lnTo>
                      <a:pt x="834" y="132"/>
                    </a:lnTo>
                    <a:close/>
                    <a:moveTo>
                      <a:pt x="1086" y="360"/>
                    </a:moveTo>
                    <a:lnTo>
                      <a:pt x="1020" y="294"/>
                    </a:lnTo>
                    <a:lnTo>
                      <a:pt x="1020" y="288"/>
                    </a:lnTo>
                    <a:lnTo>
                      <a:pt x="1002" y="270"/>
                    </a:lnTo>
                    <a:lnTo>
                      <a:pt x="984" y="270"/>
                    </a:lnTo>
                    <a:lnTo>
                      <a:pt x="978" y="276"/>
                    </a:lnTo>
                    <a:lnTo>
                      <a:pt x="978" y="300"/>
                    </a:lnTo>
                    <a:lnTo>
                      <a:pt x="996" y="330"/>
                    </a:lnTo>
                    <a:lnTo>
                      <a:pt x="1020" y="378"/>
                    </a:lnTo>
                    <a:lnTo>
                      <a:pt x="1086" y="438"/>
                    </a:lnTo>
                    <a:lnTo>
                      <a:pt x="1086" y="360"/>
                    </a:lnTo>
                    <a:close/>
                    <a:moveTo>
                      <a:pt x="672" y="672"/>
                    </a:moveTo>
                    <a:lnTo>
                      <a:pt x="630" y="642"/>
                    </a:lnTo>
                    <a:lnTo>
                      <a:pt x="648" y="630"/>
                    </a:lnTo>
                    <a:lnTo>
                      <a:pt x="636" y="630"/>
                    </a:lnTo>
                    <a:lnTo>
                      <a:pt x="624" y="624"/>
                    </a:lnTo>
                    <a:lnTo>
                      <a:pt x="612" y="624"/>
                    </a:lnTo>
                    <a:lnTo>
                      <a:pt x="600" y="618"/>
                    </a:lnTo>
                    <a:lnTo>
                      <a:pt x="594" y="606"/>
                    </a:lnTo>
                    <a:lnTo>
                      <a:pt x="594" y="594"/>
                    </a:lnTo>
                    <a:lnTo>
                      <a:pt x="600" y="582"/>
                    </a:lnTo>
                    <a:lnTo>
                      <a:pt x="600" y="564"/>
                    </a:lnTo>
                    <a:lnTo>
                      <a:pt x="588" y="570"/>
                    </a:lnTo>
                    <a:lnTo>
                      <a:pt x="582" y="570"/>
                    </a:lnTo>
                    <a:lnTo>
                      <a:pt x="570" y="576"/>
                    </a:lnTo>
                    <a:lnTo>
                      <a:pt x="564" y="576"/>
                    </a:lnTo>
                    <a:lnTo>
                      <a:pt x="552" y="582"/>
                    </a:lnTo>
                    <a:lnTo>
                      <a:pt x="552" y="552"/>
                    </a:lnTo>
                    <a:lnTo>
                      <a:pt x="528" y="540"/>
                    </a:lnTo>
                    <a:lnTo>
                      <a:pt x="528" y="492"/>
                    </a:lnTo>
                    <a:lnTo>
                      <a:pt x="474" y="456"/>
                    </a:lnTo>
                    <a:lnTo>
                      <a:pt x="450" y="402"/>
                    </a:lnTo>
                    <a:lnTo>
                      <a:pt x="474" y="390"/>
                    </a:lnTo>
                    <a:lnTo>
                      <a:pt x="480" y="384"/>
                    </a:lnTo>
                    <a:lnTo>
                      <a:pt x="492" y="378"/>
                    </a:lnTo>
                    <a:lnTo>
                      <a:pt x="504" y="366"/>
                    </a:lnTo>
                    <a:lnTo>
                      <a:pt x="504" y="360"/>
                    </a:lnTo>
                    <a:lnTo>
                      <a:pt x="492" y="336"/>
                    </a:lnTo>
                    <a:lnTo>
                      <a:pt x="468" y="324"/>
                    </a:lnTo>
                    <a:lnTo>
                      <a:pt x="462" y="318"/>
                    </a:lnTo>
                    <a:lnTo>
                      <a:pt x="456" y="318"/>
                    </a:lnTo>
                    <a:lnTo>
                      <a:pt x="450" y="312"/>
                    </a:lnTo>
                    <a:lnTo>
                      <a:pt x="438" y="312"/>
                    </a:lnTo>
                    <a:lnTo>
                      <a:pt x="402" y="300"/>
                    </a:lnTo>
                    <a:lnTo>
                      <a:pt x="390" y="300"/>
                    </a:lnTo>
                    <a:lnTo>
                      <a:pt x="378" y="294"/>
                    </a:lnTo>
                    <a:lnTo>
                      <a:pt x="372" y="294"/>
                    </a:lnTo>
                    <a:lnTo>
                      <a:pt x="372" y="234"/>
                    </a:lnTo>
                    <a:lnTo>
                      <a:pt x="366" y="222"/>
                    </a:lnTo>
                    <a:lnTo>
                      <a:pt x="354" y="210"/>
                    </a:lnTo>
                    <a:lnTo>
                      <a:pt x="342" y="210"/>
                    </a:lnTo>
                    <a:lnTo>
                      <a:pt x="288" y="156"/>
                    </a:lnTo>
                    <a:lnTo>
                      <a:pt x="252" y="162"/>
                    </a:lnTo>
                    <a:lnTo>
                      <a:pt x="216" y="126"/>
                    </a:lnTo>
                    <a:lnTo>
                      <a:pt x="186" y="120"/>
                    </a:lnTo>
                    <a:lnTo>
                      <a:pt x="66" y="60"/>
                    </a:lnTo>
                    <a:lnTo>
                      <a:pt x="42" y="72"/>
                    </a:lnTo>
                    <a:lnTo>
                      <a:pt x="0" y="42"/>
                    </a:lnTo>
                    <a:lnTo>
                      <a:pt x="42" y="72"/>
                    </a:lnTo>
                    <a:lnTo>
                      <a:pt x="36" y="102"/>
                    </a:lnTo>
                    <a:lnTo>
                      <a:pt x="36" y="240"/>
                    </a:lnTo>
                    <a:lnTo>
                      <a:pt x="30" y="258"/>
                    </a:lnTo>
                    <a:lnTo>
                      <a:pt x="30" y="372"/>
                    </a:lnTo>
                    <a:lnTo>
                      <a:pt x="24" y="378"/>
                    </a:lnTo>
                    <a:lnTo>
                      <a:pt x="12" y="384"/>
                    </a:lnTo>
                    <a:lnTo>
                      <a:pt x="0" y="396"/>
                    </a:lnTo>
                    <a:lnTo>
                      <a:pt x="0" y="402"/>
                    </a:lnTo>
                    <a:lnTo>
                      <a:pt x="6" y="408"/>
                    </a:lnTo>
                    <a:lnTo>
                      <a:pt x="18" y="414"/>
                    </a:lnTo>
                    <a:lnTo>
                      <a:pt x="30" y="414"/>
                    </a:lnTo>
                    <a:lnTo>
                      <a:pt x="30" y="444"/>
                    </a:lnTo>
                    <a:lnTo>
                      <a:pt x="24" y="456"/>
                    </a:lnTo>
                    <a:lnTo>
                      <a:pt x="24" y="480"/>
                    </a:lnTo>
                    <a:lnTo>
                      <a:pt x="18" y="492"/>
                    </a:lnTo>
                    <a:lnTo>
                      <a:pt x="18" y="504"/>
                    </a:lnTo>
                    <a:lnTo>
                      <a:pt x="12" y="510"/>
                    </a:lnTo>
                    <a:lnTo>
                      <a:pt x="12" y="516"/>
                    </a:lnTo>
                    <a:lnTo>
                      <a:pt x="18" y="540"/>
                    </a:lnTo>
                    <a:lnTo>
                      <a:pt x="18" y="588"/>
                    </a:lnTo>
                    <a:lnTo>
                      <a:pt x="30" y="594"/>
                    </a:lnTo>
                    <a:lnTo>
                      <a:pt x="48" y="594"/>
                    </a:lnTo>
                    <a:lnTo>
                      <a:pt x="60" y="588"/>
                    </a:lnTo>
                    <a:lnTo>
                      <a:pt x="90" y="588"/>
                    </a:lnTo>
                    <a:lnTo>
                      <a:pt x="96" y="582"/>
                    </a:lnTo>
                    <a:lnTo>
                      <a:pt x="102" y="582"/>
                    </a:lnTo>
                    <a:lnTo>
                      <a:pt x="126" y="600"/>
                    </a:lnTo>
                    <a:lnTo>
                      <a:pt x="132" y="600"/>
                    </a:lnTo>
                    <a:lnTo>
                      <a:pt x="138" y="594"/>
                    </a:lnTo>
                    <a:lnTo>
                      <a:pt x="156" y="588"/>
                    </a:lnTo>
                    <a:lnTo>
                      <a:pt x="168" y="582"/>
                    </a:lnTo>
                    <a:lnTo>
                      <a:pt x="180" y="570"/>
                    </a:lnTo>
                    <a:lnTo>
                      <a:pt x="180" y="564"/>
                    </a:lnTo>
                    <a:lnTo>
                      <a:pt x="168" y="552"/>
                    </a:lnTo>
                    <a:lnTo>
                      <a:pt x="150" y="540"/>
                    </a:lnTo>
                    <a:lnTo>
                      <a:pt x="138" y="534"/>
                    </a:lnTo>
                    <a:lnTo>
                      <a:pt x="120" y="522"/>
                    </a:lnTo>
                    <a:lnTo>
                      <a:pt x="108" y="516"/>
                    </a:lnTo>
                    <a:lnTo>
                      <a:pt x="102" y="510"/>
                    </a:lnTo>
                    <a:lnTo>
                      <a:pt x="96" y="510"/>
                    </a:lnTo>
                    <a:lnTo>
                      <a:pt x="108" y="510"/>
                    </a:lnTo>
                    <a:lnTo>
                      <a:pt x="138" y="516"/>
                    </a:lnTo>
                    <a:lnTo>
                      <a:pt x="204" y="516"/>
                    </a:lnTo>
                    <a:lnTo>
                      <a:pt x="204" y="510"/>
                    </a:lnTo>
                    <a:lnTo>
                      <a:pt x="198" y="504"/>
                    </a:lnTo>
                    <a:lnTo>
                      <a:pt x="198" y="498"/>
                    </a:lnTo>
                    <a:lnTo>
                      <a:pt x="186" y="486"/>
                    </a:lnTo>
                    <a:lnTo>
                      <a:pt x="192" y="492"/>
                    </a:lnTo>
                    <a:lnTo>
                      <a:pt x="204" y="492"/>
                    </a:lnTo>
                    <a:lnTo>
                      <a:pt x="210" y="498"/>
                    </a:lnTo>
                    <a:lnTo>
                      <a:pt x="216" y="498"/>
                    </a:lnTo>
                    <a:lnTo>
                      <a:pt x="222" y="492"/>
                    </a:lnTo>
                    <a:lnTo>
                      <a:pt x="222" y="486"/>
                    </a:lnTo>
                    <a:lnTo>
                      <a:pt x="216" y="480"/>
                    </a:lnTo>
                    <a:lnTo>
                      <a:pt x="216" y="468"/>
                    </a:lnTo>
                    <a:lnTo>
                      <a:pt x="210" y="462"/>
                    </a:lnTo>
                    <a:lnTo>
                      <a:pt x="222" y="468"/>
                    </a:lnTo>
                    <a:lnTo>
                      <a:pt x="228" y="474"/>
                    </a:lnTo>
                    <a:lnTo>
                      <a:pt x="246" y="474"/>
                    </a:lnTo>
                    <a:lnTo>
                      <a:pt x="252" y="468"/>
                    </a:lnTo>
                    <a:lnTo>
                      <a:pt x="264" y="462"/>
                    </a:lnTo>
                    <a:lnTo>
                      <a:pt x="270" y="456"/>
                    </a:lnTo>
                    <a:lnTo>
                      <a:pt x="288" y="474"/>
                    </a:lnTo>
                    <a:lnTo>
                      <a:pt x="300" y="480"/>
                    </a:lnTo>
                    <a:lnTo>
                      <a:pt x="306" y="486"/>
                    </a:lnTo>
                    <a:lnTo>
                      <a:pt x="312" y="486"/>
                    </a:lnTo>
                    <a:lnTo>
                      <a:pt x="330" y="492"/>
                    </a:lnTo>
                    <a:lnTo>
                      <a:pt x="342" y="492"/>
                    </a:lnTo>
                    <a:lnTo>
                      <a:pt x="378" y="504"/>
                    </a:lnTo>
                    <a:lnTo>
                      <a:pt x="390" y="510"/>
                    </a:lnTo>
                    <a:lnTo>
                      <a:pt x="402" y="534"/>
                    </a:lnTo>
                    <a:lnTo>
                      <a:pt x="402" y="558"/>
                    </a:lnTo>
                    <a:lnTo>
                      <a:pt x="408" y="570"/>
                    </a:lnTo>
                    <a:lnTo>
                      <a:pt x="420" y="582"/>
                    </a:lnTo>
                    <a:lnTo>
                      <a:pt x="438" y="582"/>
                    </a:lnTo>
                    <a:lnTo>
                      <a:pt x="450" y="594"/>
                    </a:lnTo>
                    <a:lnTo>
                      <a:pt x="450" y="606"/>
                    </a:lnTo>
                    <a:lnTo>
                      <a:pt x="456" y="618"/>
                    </a:lnTo>
                    <a:lnTo>
                      <a:pt x="468" y="654"/>
                    </a:lnTo>
                    <a:lnTo>
                      <a:pt x="486" y="672"/>
                    </a:lnTo>
                    <a:lnTo>
                      <a:pt x="516" y="678"/>
                    </a:lnTo>
                    <a:lnTo>
                      <a:pt x="558" y="684"/>
                    </a:lnTo>
                    <a:lnTo>
                      <a:pt x="618" y="684"/>
                    </a:lnTo>
                    <a:lnTo>
                      <a:pt x="630" y="690"/>
                    </a:lnTo>
                    <a:lnTo>
                      <a:pt x="654" y="714"/>
                    </a:lnTo>
                    <a:lnTo>
                      <a:pt x="678" y="726"/>
                    </a:lnTo>
                    <a:lnTo>
                      <a:pt x="684" y="726"/>
                    </a:lnTo>
                    <a:lnTo>
                      <a:pt x="684" y="720"/>
                    </a:lnTo>
                    <a:lnTo>
                      <a:pt x="678" y="708"/>
                    </a:lnTo>
                    <a:lnTo>
                      <a:pt x="678" y="702"/>
                    </a:lnTo>
                    <a:lnTo>
                      <a:pt x="672" y="690"/>
                    </a:lnTo>
                    <a:lnTo>
                      <a:pt x="666" y="684"/>
                    </a:lnTo>
                    <a:lnTo>
                      <a:pt x="672" y="672"/>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8" name="Parcel Islands" descr="© INSCALE GmbH, 05.05.2010&#10;http://www.presentationload.com/">
                <a:extLst>
                  <a:ext uri="{FF2B5EF4-FFF2-40B4-BE49-F238E27FC236}">
                    <a16:creationId xmlns:a16="http://schemas.microsoft.com/office/drawing/2014/main" id="{61584C0A-38B0-B120-5CA3-38835800FE6F}"/>
                  </a:ext>
                </a:extLst>
              </p:cNvPr>
              <p:cNvSpPr>
                <a:spLocks noEditPoints="1"/>
              </p:cNvSpPr>
              <p:nvPr/>
            </p:nvSpPr>
            <p:spPr bwMode="gray">
              <a:xfrm>
                <a:off x="4641" y="2216"/>
                <a:ext cx="24" cy="15"/>
              </a:xfrm>
              <a:custGeom>
                <a:avLst/>
                <a:gdLst>
                  <a:gd name="T0" fmla="*/ 2147483647 w 96"/>
                  <a:gd name="T1" fmla="*/ 2147483647 h 66"/>
                  <a:gd name="T2" fmla="*/ 2147483647 w 96"/>
                  <a:gd name="T3" fmla="*/ 2147483647 h 66"/>
                  <a:gd name="T4" fmla="*/ 0 w 96"/>
                  <a:gd name="T5" fmla="*/ 2147483647 h 66"/>
                  <a:gd name="T6" fmla="*/ 0 w 96"/>
                  <a:gd name="T7" fmla="*/ 2147483647 h 66"/>
                  <a:gd name="T8" fmla="*/ 2147483647 w 96"/>
                  <a:gd name="T9" fmla="*/ 2147483647 h 66"/>
                  <a:gd name="T10" fmla="*/ 2147483647 w 96"/>
                  <a:gd name="T11" fmla="*/ 2147483647 h 66"/>
                  <a:gd name="T12" fmla="*/ 2147483647 w 96"/>
                  <a:gd name="T13" fmla="*/ 2147483647 h 66"/>
                  <a:gd name="T14" fmla="*/ 2147483647 w 96"/>
                  <a:gd name="T15" fmla="*/ 2147483647 h 66"/>
                  <a:gd name="T16" fmla="*/ 2147483647 w 96"/>
                  <a:gd name="T17" fmla="*/ 2147483647 h 66"/>
                  <a:gd name="T18" fmla="*/ 2147483647 w 96"/>
                  <a:gd name="T19" fmla="*/ 0 h 66"/>
                  <a:gd name="T20" fmla="*/ 2147483647 w 96"/>
                  <a:gd name="T21" fmla="*/ 2147483647 h 66"/>
                  <a:gd name="T22" fmla="*/ 2147483647 w 96"/>
                  <a:gd name="T23" fmla="*/ 2147483647 h 66"/>
                  <a:gd name="T24" fmla="*/ 2147483647 w 96"/>
                  <a:gd name="T25" fmla="*/ 2147483647 h 66"/>
                  <a:gd name="T26" fmla="*/ 2147483647 w 96"/>
                  <a:gd name="T27" fmla="*/ 2147483647 h 66"/>
                  <a:gd name="T28" fmla="*/ 2147483647 w 96"/>
                  <a:gd name="T29" fmla="*/ 0 h 66"/>
                  <a:gd name="T30" fmla="*/ 2147483647 w 96"/>
                  <a:gd name="T31" fmla="*/ 0 h 66"/>
                  <a:gd name="T32" fmla="*/ 2147483647 w 96"/>
                  <a:gd name="T33" fmla="*/ 2147483647 h 66"/>
                  <a:gd name="T34" fmla="*/ 2147483647 w 96"/>
                  <a:gd name="T35" fmla="*/ 2147483647 h 66"/>
                  <a:gd name="T36" fmla="*/ 2147483647 w 96"/>
                  <a:gd name="T37" fmla="*/ 2147483647 h 66"/>
                  <a:gd name="T38" fmla="*/ 2147483647 w 96"/>
                  <a:gd name="T39" fmla="*/ 2147483647 h 66"/>
                  <a:gd name="T40" fmla="*/ 2147483647 w 96"/>
                  <a:gd name="T41" fmla="*/ 2147483647 h 66"/>
                  <a:gd name="T42" fmla="*/ 2147483647 w 96"/>
                  <a:gd name="T43" fmla="*/ 2147483647 h 66"/>
                  <a:gd name="T44" fmla="*/ 2147483647 w 96"/>
                  <a:gd name="T45" fmla="*/ 2147483647 h 6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6"/>
                  <a:gd name="T70" fmla="*/ 0 h 66"/>
                  <a:gd name="T71" fmla="*/ 96 w 96"/>
                  <a:gd name="T72" fmla="*/ 66 h 6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6" h="66">
                    <a:moveTo>
                      <a:pt x="12" y="42"/>
                    </a:moveTo>
                    <a:lnTo>
                      <a:pt x="6" y="42"/>
                    </a:lnTo>
                    <a:lnTo>
                      <a:pt x="0" y="48"/>
                    </a:lnTo>
                    <a:lnTo>
                      <a:pt x="0" y="60"/>
                    </a:lnTo>
                    <a:lnTo>
                      <a:pt x="6" y="66"/>
                    </a:lnTo>
                    <a:lnTo>
                      <a:pt x="12" y="66"/>
                    </a:lnTo>
                    <a:lnTo>
                      <a:pt x="24" y="54"/>
                    </a:lnTo>
                    <a:lnTo>
                      <a:pt x="24" y="42"/>
                    </a:lnTo>
                    <a:lnTo>
                      <a:pt x="12" y="42"/>
                    </a:lnTo>
                    <a:close/>
                    <a:moveTo>
                      <a:pt x="42" y="0"/>
                    </a:moveTo>
                    <a:lnTo>
                      <a:pt x="42" y="18"/>
                    </a:lnTo>
                    <a:lnTo>
                      <a:pt x="54" y="30"/>
                    </a:lnTo>
                    <a:lnTo>
                      <a:pt x="60" y="30"/>
                    </a:lnTo>
                    <a:lnTo>
                      <a:pt x="72" y="24"/>
                    </a:lnTo>
                    <a:lnTo>
                      <a:pt x="48" y="0"/>
                    </a:lnTo>
                    <a:lnTo>
                      <a:pt x="42" y="0"/>
                    </a:lnTo>
                    <a:close/>
                    <a:moveTo>
                      <a:pt x="96" y="36"/>
                    </a:moveTo>
                    <a:lnTo>
                      <a:pt x="78" y="36"/>
                    </a:lnTo>
                    <a:lnTo>
                      <a:pt x="72" y="42"/>
                    </a:lnTo>
                    <a:lnTo>
                      <a:pt x="72" y="54"/>
                    </a:lnTo>
                    <a:lnTo>
                      <a:pt x="84" y="60"/>
                    </a:lnTo>
                    <a:lnTo>
                      <a:pt x="96" y="48"/>
                    </a:lnTo>
                    <a:lnTo>
                      <a:pt x="96" y="36"/>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9" name="Nicaragua" descr="© INSCALE GmbH, 05.05.2010&#10;http://www.presentationload.com/">
                <a:extLst>
                  <a:ext uri="{FF2B5EF4-FFF2-40B4-BE49-F238E27FC236}">
                    <a16:creationId xmlns:a16="http://schemas.microsoft.com/office/drawing/2014/main" id="{76800404-C887-09F3-4701-0D2928CB0E4B}"/>
                  </a:ext>
                </a:extLst>
              </p:cNvPr>
              <p:cNvSpPr>
                <a:spLocks/>
              </p:cNvSpPr>
              <p:nvPr/>
            </p:nvSpPr>
            <p:spPr bwMode="gray">
              <a:xfrm>
                <a:off x="1086" y="2265"/>
                <a:ext cx="83" cy="84"/>
              </a:xfrm>
              <a:custGeom>
                <a:avLst/>
                <a:gdLst>
                  <a:gd name="T0" fmla="*/ 2147483647 w 324"/>
                  <a:gd name="T1" fmla="*/ 2147483647 h 330"/>
                  <a:gd name="T2" fmla="*/ 2147483647 w 324"/>
                  <a:gd name="T3" fmla="*/ 0 h 330"/>
                  <a:gd name="T4" fmla="*/ 2147483647 w 324"/>
                  <a:gd name="T5" fmla="*/ 2147483647 h 330"/>
                  <a:gd name="T6" fmla="*/ 2147483647 w 324"/>
                  <a:gd name="T7" fmla="*/ 2147483647 h 330"/>
                  <a:gd name="T8" fmla="*/ 2147483647 w 324"/>
                  <a:gd name="T9" fmla="*/ 0 h 330"/>
                  <a:gd name="T10" fmla="*/ 2147483647 w 324"/>
                  <a:gd name="T11" fmla="*/ 2147483647 h 330"/>
                  <a:gd name="T12" fmla="*/ 2147483647 w 324"/>
                  <a:gd name="T13" fmla="*/ 2147483647 h 330"/>
                  <a:gd name="T14" fmla="*/ 2147483647 w 324"/>
                  <a:gd name="T15" fmla="*/ 2147483647 h 330"/>
                  <a:gd name="T16" fmla="*/ 2147483647 w 324"/>
                  <a:gd name="T17" fmla="*/ 2147483647 h 330"/>
                  <a:gd name="T18" fmla="*/ 2147483647 w 324"/>
                  <a:gd name="T19" fmla="*/ 2147483647 h 330"/>
                  <a:gd name="T20" fmla="*/ 2147483647 w 324"/>
                  <a:gd name="T21" fmla="*/ 2147483647 h 330"/>
                  <a:gd name="T22" fmla="*/ 2147483647 w 324"/>
                  <a:gd name="T23" fmla="*/ 2147483647 h 330"/>
                  <a:gd name="T24" fmla="*/ 2147483647 w 324"/>
                  <a:gd name="T25" fmla="*/ 2147483647 h 330"/>
                  <a:gd name="T26" fmla="*/ 2147483647 w 324"/>
                  <a:gd name="T27" fmla="*/ 2147483647 h 330"/>
                  <a:gd name="T28" fmla="*/ 2147483647 w 324"/>
                  <a:gd name="T29" fmla="*/ 2147483647 h 330"/>
                  <a:gd name="T30" fmla="*/ 2147483647 w 324"/>
                  <a:gd name="T31" fmla="*/ 2147483647 h 330"/>
                  <a:gd name="T32" fmla="*/ 2147483647 w 324"/>
                  <a:gd name="T33" fmla="*/ 2147483647 h 330"/>
                  <a:gd name="T34" fmla="*/ 2147483647 w 324"/>
                  <a:gd name="T35" fmla="*/ 2147483647 h 330"/>
                  <a:gd name="T36" fmla="*/ 2147483647 w 324"/>
                  <a:gd name="T37" fmla="*/ 2147483647 h 330"/>
                  <a:gd name="T38" fmla="*/ 2147483647 w 324"/>
                  <a:gd name="T39" fmla="*/ 2147483647 h 330"/>
                  <a:gd name="T40" fmla="*/ 2147483647 w 324"/>
                  <a:gd name="T41" fmla="*/ 2147483647 h 330"/>
                  <a:gd name="T42" fmla="*/ 2147483647 w 324"/>
                  <a:gd name="T43" fmla="*/ 2147483647 h 330"/>
                  <a:gd name="T44" fmla="*/ 2147483647 w 324"/>
                  <a:gd name="T45" fmla="*/ 2147483647 h 330"/>
                  <a:gd name="T46" fmla="*/ 2147483647 w 324"/>
                  <a:gd name="T47" fmla="*/ 2147483647 h 330"/>
                  <a:gd name="T48" fmla="*/ 2147483647 w 324"/>
                  <a:gd name="T49" fmla="*/ 2147483647 h 330"/>
                  <a:gd name="T50" fmla="*/ 2147483647 w 324"/>
                  <a:gd name="T51" fmla="*/ 2147483647 h 330"/>
                  <a:gd name="T52" fmla="*/ 2147483647 w 324"/>
                  <a:gd name="T53" fmla="*/ 2147483647 h 330"/>
                  <a:gd name="T54" fmla="*/ 2147483647 w 324"/>
                  <a:gd name="T55" fmla="*/ 2147483647 h 330"/>
                  <a:gd name="T56" fmla="*/ 2147483647 w 324"/>
                  <a:gd name="T57" fmla="*/ 2147483647 h 330"/>
                  <a:gd name="T58" fmla="*/ 2147483647 w 324"/>
                  <a:gd name="T59" fmla="*/ 2147483647 h 330"/>
                  <a:gd name="T60" fmla="*/ 2147483647 w 324"/>
                  <a:gd name="T61" fmla="*/ 2147483647 h 330"/>
                  <a:gd name="T62" fmla="*/ 2147483647 w 324"/>
                  <a:gd name="T63" fmla="*/ 2147483647 h 330"/>
                  <a:gd name="T64" fmla="*/ 2147483647 w 324"/>
                  <a:gd name="T65" fmla="*/ 2147483647 h 330"/>
                  <a:gd name="T66" fmla="*/ 2147483647 w 324"/>
                  <a:gd name="T67" fmla="*/ 2147483647 h 330"/>
                  <a:gd name="T68" fmla="*/ 2147483647 w 324"/>
                  <a:gd name="T69" fmla="*/ 2147483647 h 330"/>
                  <a:gd name="T70" fmla="*/ 2147483647 w 324"/>
                  <a:gd name="T71" fmla="*/ 2147483647 h 330"/>
                  <a:gd name="T72" fmla="*/ 2147483647 w 324"/>
                  <a:gd name="T73" fmla="*/ 2147483647 h 330"/>
                  <a:gd name="T74" fmla="*/ 2147483647 w 324"/>
                  <a:gd name="T75" fmla="*/ 2147483647 h 330"/>
                  <a:gd name="T76" fmla="*/ 2147483647 w 324"/>
                  <a:gd name="T77" fmla="*/ 2147483647 h 330"/>
                  <a:gd name="T78" fmla="*/ 2147483647 w 324"/>
                  <a:gd name="T79" fmla="*/ 2147483647 h 330"/>
                  <a:gd name="T80" fmla="*/ 2147483647 w 324"/>
                  <a:gd name="T81" fmla="*/ 2147483647 h 33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24"/>
                  <a:gd name="T124" fmla="*/ 0 h 330"/>
                  <a:gd name="T125" fmla="*/ 324 w 324"/>
                  <a:gd name="T126" fmla="*/ 330 h 33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24" h="330">
                    <a:moveTo>
                      <a:pt x="324" y="18"/>
                    </a:moveTo>
                    <a:lnTo>
                      <a:pt x="318" y="12"/>
                    </a:lnTo>
                    <a:lnTo>
                      <a:pt x="318" y="6"/>
                    </a:lnTo>
                    <a:lnTo>
                      <a:pt x="312" y="0"/>
                    </a:lnTo>
                    <a:lnTo>
                      <a:pt x="264" y="0"/>
                    </a:lnTo>
                    <a:lnTo>
                      <a:pt x="264" y="6"/>
                    </a:lnTo>
                    <a:lnTo>
                      <a:pt x="252" y="18"/>
                    </a:lnTo>
                    <a:lnTo>
                      <a:pt x="240" y="18"/>
                    </a:lnTo>
                    <a:lnTo>
                      <a:pt x="222" y="0"/>
                    </a:lnTo>
                    <a:lnTo>
                      <a:pt x="210" y="0"/>
                    </a:lnTo>
                    <a:lnTo>
                      <a:pt x="198" y="12"/>
                    </a:lnTo>
                    <a:lnTo>
                      <a:pt x="198" y="30"/>
                    </a:lnTo>
                    <a:lnTo>
                      <a:pt x="180" y="30"/>
                    </a:lnTo>
                    <a:lnTo>
                      <a:pt x="168" y="54"/>
                    </a:lnTo>
                    <a:lnTo>
                      <a:pt x="144" y="78"/>
                    </a:lnTo>
                    <a:lnTo>
                      <a:pt x="126" y="78"/>
                    </a:lnTo>
                    <a:lnTo>
                      <a:pt x="120" y="72"/>
                    </a:lnTo>
                    <a:lnTo>
                      <a:pt x="120" y="66"/>
                    </a:lnTo>
                    <a:lnTo>
                      <a:pt x="108" y="66"/>
                    </a:lnTo>
                    <a:lnTo>
                      <a:pt x="102" y="72"/>
                    </a:lnTo>
                    <a:lnTo>
                      <a:pt x="96" y="84"/>
                    </a:lnTo>
                    <a:lnTo>
                      <a:pt x="60" y="84"/>
                    </a:lnTo>
                    <a:lnTo>
                      <a:pt x="54" y="90"/>
                    </a:lnTo>
                    <a:lnTo>
                      <a:pt x="54" y="102"/>
                    </a:lnTo>
                    <a:lnTo>
                      <a:pt x="60" y="108"/>
                    </a:lnTo>
                    <a:lnTo>
                      <a:pt x="60" y="120"/>
                    </a:lnTo>
                    <a:lnTo>
                      <a:pt x="66" y="126"/>
                    </a:lnTo>
                    <a:lnTo>
                      <a:pt x="48" y="126"/>
                    </a:lnTo>
                    <a:lnTo>
                      <a:pt x="48" y="144"/>
                    </a:lnTo>
                    <a:lnTo>
                      <a:pt x="36" y="150"/>
                    </a:lnTo>
                    <a:lnTo>
                      <a:pt x="0" y="150"/>
                    </a:lnTo>
                    <a:lnTo>
                      <a:pt x="48" y="204"/>
                    </a:lnTo>
                    <a:lnTo>
                      <a:pt x="48" y="210"/>
                    </a:lnTo>
                    <a:lnTo>
                      <a:pt x="54" y="216"/>
                    </a:lnTo>
                    <a:lnTo>
                      <a:pt x="54" y="228"/>
                    </a:lnTo>
                    <a:lnTo>
                      <a:pt x="66" y="252"/>
                    </a:lnTo>
                    <a:lnTo>
                      <a:pt x="72" y="258"/>
                    </a:lnTo>
                    <a:lnTo>
                      <a:pt x="96" y="270"/>
                    </a:lnTo>
                    <a:lnTo>
                      <a:pt x="108" y="282"/>
                    </a:lnTo>
                    <a:lnTo>
                      <a:pt x="114" y="294"/>
                    </a:lnTo>
                    <a:lnTo>
                      <a:pt x="138" y="294"/>
                    </a:lnTo>
                    <a:lnTo>
                      <a:pt x="132" y="294"/>
                    </a:lnTo>
                    <a:lnTo>
                      <a:pt x="120" y="282"/>
                    </a:lnTo>
                    <a:lnTo>
                      <a:pt x="120" y="276"/>
                    </a:lnTo>
                    <a:lnTo>
                      <a:pt x="126" y="270"/>
                    </a:lnTo>
                    <a:lnTo>
                      <a:pt x="138" y="270"/>
                    </a:lnTo>
                    <a:lnTo>
                      <a:pt x="138" y="264"/>
                    </a:lnTo>
                    <a:lnTo>
                      <a:pt x="132" y="258"/>
                    </a:lnTo>
                    <a:lnTo>
                      <a:pt x="126" y="258"/>
                    </a:lnTo>
                    <a:lnTo>
                      <a:pt x="120" y="264"/>
                    </a:lnTo>
                    <a:lnTo>
                      <a:pt x="114" y="264"/>
                    </a:lnTo>
                    <a:lnTo>
                      <a:pt x="114" y="222"/>
                    </a:lnTo>
                    <a:lnTo>
                      <a:pt x="120" y="222"/>
                    </a:lnTo>
                    <a:lnTo>
                      <a:pt x="132" y="228"/>
                    </a:lnTo>
                    <a:lnTo>
                      <a:pt x="144" y="240"/>
                    </a:lnTo>
                    <a:lnTo>
                      <a:pt x="156" y="246"/>
                    </a:lnTo>
                    <a:lnTo>
                      <a:pt x="180" y="270"/>
                    </a:lnTo>
                    <a:lnTo>
                      <a:pt x="192" y="306"/>
                    </a:lnTo>
                    <a:lnTo>
                      <a:pt x="210" y="306"/>
                    </a:lnTo>
                    <a:lnTo>
                      <a:pt x="216" y="312"/>
                    </a:lnTo>
                    <a:lnTo>
                      <a:pt x="222" y="312"/>
                    </a:lnTo>
                    <a:lnTo>
                      <a:pt x="222" y="318"/>
                    </a:lnTo>
                    <a:lnTo>
                      <a:pt x="234" y="330"/>
                    </a:lnTo>
                    <a:lnTo>
                      <a:pt x="270" y="330"/>
                    </a:lnTo>
                    <a:lnTo>
                      <a:pt x="270" y="324"/>
                    </a:lnTo>
                    <a:lnTo>
                      <a:pt x="258" y="312"/>
                    </a:lnTo>
                    <a:lnTo>
                      <a:pt x="252" y="300"/>
                    </a:lnTo>
                    <a:lnTo>
                      <a:pt x="252" y="276"/>
                    </a:lnTo>
                    <a:lnTo>
                      <a:pt x="264" y="264"/>
                    </a:lnTo>
                    <a:lnTo>
                      <a:pt x="270" y="264"/>
                    </a:lnTo>
                    <a:lnTo>
                      <a:pt x="270" y="246"/>
                    </a:lnTo>
                    <a:lnTo>
                      <a:pt x="264" y="234"/>
                    </a:lnTo>
                    <a:lnTo>
                      <a:pt x="264" y="222"/>
                    </a:lnTo>
                    <a:lnTo>
                      <a:pt x="270" y="174"/>
                    </a:lnTo>
                    <a:lnTo>
                      <a:pt x="282" y="192"/>
                    </a:lnTo>
                    <a:lnTo>
                      <a:pt x="288" y="108"/>
                    </a:lnTo>
                    <a:lnTo>
                      <a:pt x="288" y="102"/>
                    </a:lnTo>
                    <a:lnTo>
                      <a:pt x="294" y="96"/>
                    </a:lnTo>
                    <a:lnTo>
                      <a:pt x="306" y="72"/>
                    </a:lnTo>
                    <a:lnTo>
                      <a:pt x="312" y="66"/>
                    </a:lnTo>
                    <a:lnTo>
                      <a:pt x="324" y="42"/>
                    </a:lnTo>
                    <a:lnTo>
                      <a:pt x="324" y="18"/>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20" name="New Zealand" descr="© INSCALE GmbH, 05.05.2010&#10;http://www.presentationload.com/">
                <a:extLst>
                  <a:ext uri="{FF2B5EF4-FFF2-40B4-BE49-F238E27FC236}">
                    <a16:creationId xmlns:a16="http://schemas.microsoft.com/office/drawing/2014/main" id="{3A98800B-D4EF-DA65-E073-C4DCE9FDD8DE}"/>
                  </a:ext>
                </a:extLst>
              </p:cNvPr>
              <p:cNvSpPr>
                <a:spLocks noEditPoints="1"/>
              </p:cNvSpPr>
              <p:nvPr/>
            </p:nvSpPr>
            <p:spPr bwMode="gray">
              <a:xfrm>
                <a:off x="5347" y="3270"/>
                <a:ext cx="322" cy="249"/>
              </a:xfrm>
              <a:custGeom>
                <a:avLst/>
                <a:gdLst>
                  <a:gd name="T0" fmla="*/ 2147483647 w 1272"/>
                  <a:gd name="T1" fmla="*/ 2147483647 h 984"/>
                  <a:gd name="T2" fmla="*/ 2147483647 w 1272"/>
                  <a:gd name="T3" fmla="*/ 2147483647 h 984"/>
                  <a:gd name="T4" fmla="*/ 2147483647 w 1272"/>
                  <a:gd name="T5" fmla="*/ 2147483647 h 984"/>
                  <a:gd name="T6" fmla="*/ 2147483647 w 1272"/>
                  <a:gd name="T7" fmla="*/ 2147483647 h 984"/>
                  <a:gd name="T8" fmla="*/ 2147483647 w 1272"/>
                  <a:gd name="T9" fmla="*/ 2147483647 h 984"/>
                  <a:gd name="T10" fmla="*/ 2147483647 w 1272"/>
                  <a:gd name="T11" fmla="*/ 2147483647 h 984"/>
                  <a:gd name="T12" fmla="*/ 2147483647 w 1272"/>
                  <a:gd name="T13" fmla="*/ 2147483647 h 984"/>
                  <a:gd name="T14" fmla="*/ 2147483647 w 1272"/>
                  <a:gd name="T15" fmla="*/ 2147483647 h 984"/>
                  <a:gd name="T16" fmla="*/ 2147483647 w 1272"/>
                  <a:gd name="T17" fmla="*/ 2147483647 h 984"/>
                  <a:gd name="T18" fmla="*/ 2147483647 w 1272"/>
                  <a:gd name="T19" fmla="*/ 2147483647 h 984"/>
                  <a:gd name="T20" fmla="*/ 2147483647 w 1272"/>
                  <a:gd name="T21" fmla="*/ 2147483647 h 984"/>
                  <a:gd name="T22" fmla="*/ 2147483647 w 1272"/>
                  <a:gd name="T23" fmla="*/ 2147483647 h 984"/>
                  <a:gd name="T24" fmla="*/ 2147483647 w 1272"/>
                  <a:gd name="T25" fmla="*/ 2147483647 h 984"/>
                  <a:gd name="T26" fmla="*/ 2147483647 w 1272"/>
                  <a:gd name="T27" fmla="*/ 2147483647 h 984"/>
                  <a:gd name="T28" fmla="*/ 2147483647 w 1272"/>
                  <a:gd name="T29" fmla="*/ 2147483647 h 984"/>
                  <a:gd name="T30" fmla="*/ 2147483647 w 1272"/>
                  <a:gd name="T31" fmla="*/ 2147483647 h 984"/>
                  <a:gd name="T32" fmla="*/ 2147483647 w 1272"/>
                  <a:gd name="T33" fmla="*/ 2147483647 h 984"/>
                  <a:gd name="T34" fmla="*/ 2147483647 w 1272"/>
                  <a:gd name="T35" fmla="*/ 2147483647 h 984"/>
                  <a:gd name="T36" fmla="*/ 2147483647 w 1272"/>
                  <a:gd name="T37" fmla="*/ 2147483647 h 984"/>
                  <a:gd name="T38" fmla="*/ 2147483647 w 1272"/>
                  <a:gd name="T39" fmla="*/ 2147483647 h 984"/>
                  <a:gd name="T40" fmla="*/ 2147483647 w 1272"/>
                  <a:gd name="T41" fmla="*/ 2147483647 h 984"/>
                  <a:gd name="T42" fmla="*/ 2147483647 w 1272"/>
                  <a:gd name="T43" fmla="*/ 2147483647 h 984"/>
                  <a:gd name="T44" fmla="*/ 2147483647 w 1272"/>
                  <a:gd name="T45" fmla="*/ 2147483647 h 984"/>
                  <a:gd name="T46" fmla="*/ 2147483647 w 1272"/>
                  <a:gd name="T47" fmla="*/ 2147483647 h 984"/>
                  <a:gd name="T48" fmla="*/ 2147483647 w 1272"/>
                  <a:gd name="T49" fmla="*/ 2147483647 h 984"/>
                  <a:gd name="T50" fmla="*/ 2147483647 w 1272"/>
                  <a:gd name="T51" fmla="*/ 2147483647 h 984"/>
                  <a:gd name="T52" fmla="*/ 2147483647 w 1272"/>
                  <a:gd name="T53" fmla="*/ 2147483647 h 984"/>
                  <a:gd name="T54" fmla="*/ 2147483647 w 1272"/>
                  <a:gd name="T55" fmla="*/ 2147483647 h 984"/>
                  <a:gd name="T56" fmla="*/ 2147483647 w 1272"/>
                  <a:gd name="T57" fmla="*/ 2147483647 h 984"/>
                  <a:gd name="T58" fmla="*/ 2147483647 w 1272"/>
                  <a:gd name="T59" fmla="*/ 2147483647 h 984"/>
                  <a:gd name="T60" fmla="*/ 2147483647 w 1272"/>
                  <a:gd name="T61" fmla="*/ 2147483647 h 984"/>
                  <a:gd name="T62" fmla="*/ 2147483647 w 1272"/>
                  <a:gd name="T63" fmla="*/ 2147483647 h 984"/>
                  <a:gd name="T64" fmla="*/ 2147483647 w 1272"/>
                  <a:gd name="T65" fmla="*/ 2147483647 h 984"/>
                  <a:gd name="T66" fmla="*/ 2147483647 w 1272"/>
                  <a:gd name="T67" fmla="*/ 2147483647 h 984"/>
                  <a:gd name="T68" fmla="*/ 2147483647 w 1272"/>
                  <a:gd name="T69" fmla="*/ 2147483647 h 984"/>
                  <a:gd name="T70" fmla="*/ 2147483647 w 1272"/>
                  <a:gd name="T71" fmla="*/ 2147483647 h 984"/>
                  <a:gd name="T72" fmla="*/ 2147483647 w 1272"/>
                  <a:gd name="T73" fmla="*/ 2147483647 h 984"/>
                  <a:gd name="T74" fmla="*/ 2147483647 w 1272"/>
                  <a:gd name="T75" fmla="*/ 2147483647 h 984"/>
                  <a:gd name="T76" fmla="*/ 2147483647 w 1272"/>
                  <a:gd name="T77" fmla="*/ 2147483647 h 984"/>
                  <a:gd name="T78" fmla="*/ 2147483647 w 1272"/>
                  <a:gd name="T79" fmla="*/ 2147483647 h 984"/>
                  <a:gd name="T80" fmla="*/ 2147483647 w 1272"/>
                  <a:gd name="T81" fmla="*/ 2147483647 h 984"/>
                  <a:gd name="T82" fmla="*/ 2147483647 w 1272"/>
                  <a:gd name="T83" fmla="*/ 2147483647 h 984"/>
                  <a:gd name="T84" fmla="*/ 2147483647 w 1272"/>
                  <a:gd name="T85" fmla="*/ 2147483647 h 984"/>
                  <a:gd name="T86" fmla="*/ 2147483647 w 1272"/>
                  <a:gd name="T87" fmla="*/ 2147483647 h 984"/>
                  <a:gd name="T88" fmla="*/ 2147483647 w 1272"/>
                  <a:gd name="T89" fmla="*/ 2147483647 h 984"/>
                  <a:gd name="T90" fmla="*/ 2147483647 w 1272"/>
                  <a:gd name="T91" fmla="*/ 2147483647 h 984"/>
                  <a:gd name="T92" fmla="*/ 2147483647 w 1272"/>
                  <a:gd name="T93" fmla="*/ 2147483647 h 984"/>
                  <a:gd name="T94" fmla="*/ 2147483647 w 1272"/>
                  <a:gd name="T95" fmla="*/ 2147483647 h 984"/>
                  <a:gd name="T96" fmla="*/ 2147483647 w 1272"/>
                  <a:gd name="T97" fmla="*/ 2147483647 h 984"/>
                  <a:gd name="T98" fmla="*/ 2147483647 w 1272"/>
                  <a:gd name="T99" fmla="*/ 2147483647 h 984"/>
                  <a:gd name="T100" fmla="*/ 2147483647 w 1272"/>
                  <a:gd name="T101" fmla="*/ 2147483647 h 984"/>
                  <a:gd name="T102" fmla="*/ 2147483647 w 1272"/>
                  <a:gd name="T103" fmla="*/ 2147483647 h 984"/>
                  <a:gd name="T104" fmla="*/ 2147483647 w 1272"/>
                  <a:gd name="T105" fmla="*/ 2147483647 h 984"/>
                  <a:gd name="T106" fmla="*/ 2147483647 w 1272"/>
                  <a:gd name="T107" fmla="*/ 2147483647 h 984"/>
                  <a:gd name="T108" fmla="*/ 2147483647 w 1272"/>
                  <a:gd name="T109" fmla="*/ 2147483647 h 984"/>
                  <a:gd name="T110" fmla="*/ 2147483647 w 1272"/>
                  <a:gd name="T111" fmla="*/ 2147483647 h 984"/>
                  <a:gd name="T112" fmla="*/ 2147483647 w 1272"/>
                  <a:gd name="T113" fmla="*/ 2147483647 h 984"/>
                  <a:gd name="T114" fmla="*/ 2147483647 w 1272"/>
                  <a:gd name="T115" fmla="*/ 2147483647 h 984"/>
                  <a:gd name="T116" fmla="*/ 2147483647 w 1272"/>
                  <a:gd name="T117" fmla="*/ 2147483647 h 984"/>
                  <a:gd name="T118" fmla="*/ 2147483647 w 1272"/>
                  <a:gd name="T119" fmla="*/ 2147483647 h 984"/>
                  <a:gd name="T120" fmla="*/ 2147483647 w 1272"/>
                  <a:gd name="T121" fmla="*/ 2147483647 h 98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272"/>
                  <a:gd name="T184" fmla="*/ 0 h 984"/>
                  <a:gd name="T185" fmla="*/ 1272 w 1272"/>
                  <a:gd name="T186" fmla="*/ 984 h 98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272" h="984">
                    <a:moveTo>
                      <a:pt x="750" y="564"/>
                    </a:moveTo>
                    <a:lnTo>
                      <a:pt x="738" y="564"/>
                    </a:lnTo>
                    <a:lnTo>
                      <a:pt x="744" y="528"/>
                    </a:lnTo>
                    <a:lnTo>
                      <a:pt x="720" y="546"/>
                    </a:lnTo>
                    <a:lnTo>
                      <a:pt x="726" y="540"/>
                    </a:lnTo>
                    <a:lnTo>
                      <a:pt x="726" y="504"/>
                    </a:lnTo>
                    <a:lnTo>
                      <a:pt x="708" y="504"/>
                    </a:lnTo>
                    <a:lnTo>
                      <a:pt x="702" y="510"/>
                    </a:lnTo>
                    <a:lnTo>
                      <a:pt x="696" y="522"/>
                    </a:lnTo>
                    <a:lnTo>
                      <a:pt x="690" y="528"/>
                    </a:lnTo>
                    <a:lnTo>
                      <a:pt x="672" y="540"/>
                    </a:lnTo>
                    <a:lnTo>
                      <a:pt x="660" y="546"/>
                    </a:lnTo>
                    <a:lnTo>
                      <a:pt x="654" y="558"/>
                    </a:lnTo>
                    <a:lnTo>
                      <a:pt x="642" y="570"/>
                    </a:lnTo>
                    <a:lnTo>
                      <a:pt x="630" y="576"/>
                    </a:lnTo>
                    <a:lnTo>
                      <a:pt x="618" y="588"/>
                    </a:lnTo>
                    <a:lnTo>
                      <a:pt x="606" y="588"/>
                    </a:lnTo>
                    <a:lnTo>
                      <a:pt x="588" y="600"/>
                    </a:lnTo>
                    <a:lnTo>
                      <a:pt x="576" y="606"/>
                    </a:lnTo>
                    <a:lnTo>
                      <a:pt x="546" y="636"/>
                    </a:lnTo>
                    <a:lnTo>
                      <a:pt x="540" y="648"/>
                    </a:lnTo>
                    <a:lnTo>
                      <a:pt x="534" y="648"/>
                    </a:lnTo>
                    <a:lnTo>
                      <a:pt x="528" y="654"/>
                    </a:lnTo>
                    <a:lnTo>
                      <a:pt x="510" y="660"/>
                    </a:lnTo>
                    <a:lnTo>
                      <a:pt x="498" y="666"/>
                    </a:lnTo>
                    <a:lnTo>
                      <a:pt x="462" y="678"/>
                    </a:lnTo>
                    <a:lnTo>
                      <a:pt x="438" y="690"/>
                    </a:lnTo>
                    <a:lnTo>
                      <a:pt x="426" y="702"/>
                    </a:lnTo>
                    <a:lnTo>
                      <a:pt x="414" y="708"/>
                    </a:lnTo>
                    <a:lnTo>
                      <a:pt x="408" y="720"/>
                    </a:lnTo>
                    <a:lnTo>
                      <a:pt x="396" y="726"/>
                    </a:lnTo>
                    <a:lnTo>
                      <a:pt x="378" y="726"/>
                    </a:lnTo>
                    <a:lnTo>
                      <a:pt x="366" y="732"/>
                    </a:lnTo>
                    <a:lnTo>
                      <a:pt x="312" y="750"/>
                    </a:lnTo>
                    <a:lnTo>
                      <a:pt x="288" y="762"/>
                    </a:lnTo>
                    <a:lnTo>
                      <a:pt x="270" y="774"/>
                    </a:lnTo>
                    <a:lnTo>
                      <a:pt x="246" y="786"/>
                    </a:lnTo>
                    <a:lnTo>
                      <a:pt x="222" y="792"/>
                    </a:lnTo>
                    <a:lnTo>
                      <a:pt x="198" y="804"/>
                    </a:lnTo>
                    <a:lnTo>
                      <a:pt x="180" y="810"/>
                    </a:lnTo>
                    <a:lnTo>
                      <a:pt x="174" y="816"/>
                    </a:lnTo>
                    <a:lnTo>
                      <a:pt x="168" y="828"/>
                    </a:lnTo>
                    <a:lnTo>
                      <a:pt x="168" y="846"/>
                    </a:lnTo>
                    <a:lnTo>
                      <a:pt x="156" y="834"/>
                    </a:lnTo>
                    <a:lnTo>
                      <a:pt x="150" y="834"/>
                    </a:lnTo>
                    <a:lnTo>
                      <a:pt x="144" y="840"/>
                    </a:lnTo>
                    <a:lnTo>
                      <a:pt x="120" y="852"/>
                    </a:lnTo>
                    <a:lnTo>
                      <a:pt x="108" y="864"/>
                    </a:lnTo>
                    <a:lnTo>
                      <a:pt x="72" y="882"/>
                    </a:lnTo>
                    <a:lnTo>
                      <a:pt x="66" y="882"/>
                    </a:lnTo>
                    <a:lnTo>
                      <a:pt x="54" y="888"/>
                    </a:lnTo>
                    <a:lnTo>
                      <a:pt x="36" y="888"/>
                    </a:lnTo>
                    <a:lnTo>
                      <a:pt x="18" y="894"/>
                    </a:lnTo>
                    <a:lnTo>
                      <a:pt x="12" y="906"/>
                    </a:lnTo>
                    <a:lnTo>
                      <a:pt x="0" y="912"/>
                    </a:lnTo>
                    <a:lnTo>
                      <a:pt x="18" y="912"/>
                    </a:lnTo>
                    <a:lnTo>
                      <a:pt x="24" y="918"/>
                    </a:lnTo>
                    <a:lnTo>
                      <a:pt x="30" y="918"/>
                    </a:lnTo>
                    <a:lnTo>
                      <a:pt x="24" y="924"/>
                    </a:lnTo>
                    <a:lnTo>
                      <a:pt x="24" y="942"/>
                    </a:lnTo>
                    <a:lnTo>
                      <a:pt x="30" y="948"/>
                    </a:lnTo>
                    <a:lnTo>
                      <a:pt x="42" y="948"/>
                    </a:lnTo>
                    <a:lnTo>
                      <a:pt x="54" y="942"/>
                    </a:lnTo>
                    <a:lnTo>
                      <a:pt x="60" y="936"/>
                    </a:lnTo>
                    <a:lnTo>
                      <a:pt x="72" y="948"/>
                    </a:lnTo>
                    <a:lnTo>
                      <a:pt x="96" y="948"/>
                    </a:lnTo>
                    <a:lnTo>
                      <a:pt x="102" y="954"/>
                    </a:lnTo>
                    <a:lnTo>
                      <a:pt x="132" y="954"/>
                    </a:lnTo>
                    <a:lnTo>
                      <a:pt x="150" y="972"/>
                    </a:lnTo>
                    <a:lnTo>
                      <a:pt x="180" y="966"/>
                    </a:lnTo>
                    <a:lnTo>
                      <a:pt x="192" y="972"/>
                    </a:lnTo>
                    <a:lnTo>
                      <a:pt x="198" y="978"/>
                    </a:lnTo>
                    <a:lnTo>
                      <a:pt x="216" y="984"/>
                    </a:lnTo>
                    <a:lnTo>
                      <a:pt x="228" y="984"/>
                    </a:lnTo>
                    <a:lnTo>
                      <a:pt x="252" y="972"/>
                    </a:lnTo>
                    <a:lnTo>
                      <a:pt x="264" y="948"/>
                    </a:lnTo>
                    <a:lnTo>
                      <a:pt x="288" y="936"/>
                    </a:lnTo>
                    <a:lnTo>
                      <a:pt x="312" y="936"/>
                    </a:lnTo>
                    <a:lnTo>
                      <a:pt x="336" y="924"/>
                    </a:lnTo>
                    <a:lnTo>
                      <a:pt x="342" y="912"/>
                    </a:lnTo>
                    <a:lnTo>
                      <a:pt x="342" y="894"/>
                    </a:lnTo>
                    <a:lnTo>
                      <a:pt x="348" y="882"/>
                    </a:lnTo>
                    <a:lnTo>
                      <a:pt x="372" y="870"/>
                    </a:lnTo>
                    <a:lnTo>
                      <a:pt x="396" y="870"/>
                    </a:lnTo>
                    <a:lnTo>
                      <a:pt x="408" y="858"/>
                    </a:lnTo>
                    <a:lnTo>
                      <a:pt x="408" y="846"/>
                    </a:lnTo>
                    <a:lnTo>
                      <a:pt x="402" y="840"/>
                    </a:lnTo>
                    <a:lnTo>
                      <a:pt x="420" y="840"/>
                    </a:lnTo>
                    <a:lnTo>
                      <a:pt x="480" y="792"/>
                    </a:lnTo>
                    <a:lnTo>
                      <a:pt x="462" y="774"/>
                    </a:lnTo>
                    <a:lnTo>
                      <a:pt x="504" y="792"/>
                    </a:lnTo>
                    <a:lnTo>
                      <a:pt x="504" y="774"/>
                    </a:lnTo>
                    <a:lnTo>
                      <a:pt x="510" y="768"/>
                    </a:lnTo>
                    <a:lnTo>
                      <a:pt x="540" y="768"/>
                    </a:lnTo>
                    <a:lnTo>
                      <a:pt x="546" y="774"/>
                    </a:lnTo>
                    <a:lnTo>
                      <a:pt x="558" y="780"/>
                    </a:lnTo>
                    <a:lnTo>
                      <a:pt x="570" y="780"/>
                    </a:lnTo>
                    <a:lnTo>
                      <a:pt x="576" y="774"/>
                    </a:lnTo>
                    <a:lnTo>
                      <a:pt x="576" y="768"/>
                    </a:lnTo>
                    <a:lnTo>
                      <a:pt x="582" y="762"/>
                    </a:lnTo>
                    <a:lnTo>
                      <a:pt x="582" y="756"/>
                    </a:lnTo>
                    <a:lnTo>
                      <a:pt x="570" y="744"/>
                    </a:lnTo>
                    <a:lnTo>
                      <a:pt x="612" y="702"/>
                    </a:lnTo>
                    <a:lnTo>
                      <a:pt x="618" y="702"/>
                    </a:lnTo>
                    <a:lnTo>
                      <a:pt x="624" y="696"/>
                    </a:lnTo>
                    <a:lnTo>
                      <a:pt x="660" y="678"/>
                    </a:lnTo>
                    <a:lnTo>
                      <a:pt x="666" y="666"/>
                    </a:lnTo>
                    <a:lnTo>
                      <a:pt x="672" y="660"/>
                    </a:lnTo>
                    <a:lnTo>
                      <a:pt x="672" y="654"/>
                    </a:lnTo>
                    <a:lnTo>
                      <a:pt x="696" y="654"/>
                    </a:lnTo>
                    <a:lnTo>
                      <a:pt x="708" y="648"/>
                    </a:lnTo>
                    <a:lnTo>
                      <a:pt x="738" y="618"/>
                    </a:lnTo>
                    <a:lnTo>
                      <a:pt x="738" y="612"/>
                    </a:lnTo>
                    <a:lnTo>
                      <a:pt x="744" y="612"/>
                    </a:lnTo>
                    <a:lnTo>
                      <a:pt x="750" y="606"/>
                    </a:lnTo>
                    <a:lnTo>
                      <a:pt x="768" y="594"/>
                    </a:lnTo>
                    <a:lnTo>
                      <a:pt x="780" y="582"/>
                    </a:lnTo>
                    <a:lnTo>
                      <a:pt x="786" y="570"/>
                    </a:lnTo>
                    <a:lnTo>
                      <a:pt x="786" y="546"/>
                    </a:lnTo>
                    <a:lnTo>
                      <a:pt x="780" y="540"/>
                    </a:lnTo>
                    <a:lnTo>
                      <a:pt x="780" y="534"/>
                    </a:lnTo>
                    <a:lnTo>
                      <a:pt x="750" y="564"/>
                    </a:lnTo>
                    <a:close/>
                    <a:moveTo>
                      <a:pt x="1224" y="324"/>
                    </a:moveTo>
                    <a:lnTo>
                      <a:pt x="1236" y="318"/>
                    </a:lnTo>
                    <a:lnTo>
                      <a:pt x="1242" y="318"/>
                    </a:lnTo>
                    <a:lnTo>
                      <a:pt x="1266" y="306"/>
                    </a:lnTo>
                    <a:lnTo>
                      <a:pt x="1272" y="300"/>
                    </a:lnTo>
                    <a:lnTo>
                      <a:pt x="1272" y="282"/>
                    </a:lnTo>
                    <a:lnTo>
                      <a:pt x="1266" y="270"/>
                    </a:lnTo>
                    <a:lnTo>
                      <a:pt x="1260" y="264"/>
                    </a:lnTo>
                    <a:lnTo>
                      <a:pt x="1248" y="264"/>
                    </a:lnTo>
                    <a:lnTo>
                      <a:pt x="1236" y="276"/>
                    </a:lnTo>
                    <a:lnTo>
                      <a:pt x="1236" y="282"/>
                    </a:lnTo>
                    <a:lnTo>
                      <a:pt x="1224" y="282"/>
                    </a:lnTo>
                    <a:lnTo>
                      <a:pt x="1212" y="276"/>
                    </a:lnTo>
                    <a:lnTo>
                      <a:pt x="1200" y="276"/>
                    </a:lnTo>
                    <a:lnTo>
                      <a:pt x="1194" y="282"/>
                    </a:lnTo>
                    <a:lnTo>
                      <a:pt x="1176" y="288"/>
                    </a:lnTo>
                    <a:lnTo>
                      <a:pt x="1158" y="288"/>
                    </a:lnTo>
                    <a:lnTo>
                      <a:pt x="1146" y="276"/>
                    </a:lnTo>
                    <a:lnTo>
                      <a:pt x="1146" y="222"/>
                    </a:lnTo>
                    <a:lnTo>
                      <a:pt x="1170" y="180"/>
                    </a:lnTo>
                    <a:lnTo>
                      <a:pt x="1170" y="174"/>
                    </a:lnTo>
                    <a:lnTo>
                      <a:pt x="1164" y="162"/>
                    </a:lnTo>
                    <a:lnTo>
                      <a:pt x="1158" y="156"/>
                    </a:lnTo>
                    <a:lnTo>
                      <a:pt x="1146" y="156"/>
                    </a:lnTo>
                    <a:lnTo>
                      <a:pt x="1140" y="168"/>
                    </a:lnTo>
                    <a:lnTo>
                      <a:pt x="1134" y="174"/>
                    </a:lnTo>
                    <a:lnTo>
                      <a:pt x="1134" y="204"/>
                    </a:lnTo>
                    <a:lnTo>
                      <a:pt x="1128" y="216"/>
                    </a:lnTo>
                    <a:lnTo>
                      <a:pt x="1116" y="222"/>
                    </a:lnTo>
                    <a:lnTo>
                      <a:pt x="1116" y="192"/>
                    </a:lnTo>
                    <a:lnTo>
                      <a:pt x="1092" y="174"/>
                    </a:lnTo>
                    <a:lnTo>
                      <a:pt x="1104" y="150"/>
                    </a:lnTo>
                    <a:lnTo>
                      <a:pt x="1116" y="138"/>
                    </a:lnTo>
                    <a:lnTo>
                      <a:pt x="1122" y="126"/>
                    </a:lnTo>
                    <a:lnTo>
                      <a:pt x="1128" y="108"/>
                    </a:lnTo>
                    <a:lnTo>
                      <a:pt x="1128" y="84"/>
                    </a:lnTo>
                    <a:lnTo>
                      <a:pt x="1116" y="78"/>
                    </a:lnTo>
                    <a:lnTo>
                      <a:pt x="1110" y="72"/>
                    </a:lnTo>
                    <a:lnTo>
                      <a:pt x="1098" y="66"/>
                    </a:lnTo>
                    <a:lnTo>
                      <a:pt x="1092" y="60"/>
                    </a:lnTo>
                    <a:lnTo>
                      <a:pt x="1080" y="60"/>
                    </a:lnTo>
                    <a:lnTo>
                      <a:pt x="1086" y="42"/>
                    </a:lnTo>
                    <a:lnTo>
                      <a:pt x="1062" y="42"/>
                    </a:lnTo>
                    <a:lnTo>
                      <a:pt x="1044" y="18"/>
                    </a:lnTo>
                    <a:lnTo>
                      <a:pt x="1050" y="0"/>
                    </a:lnTo>
                    <a:lnTo>
                      <a:pt x="1020" y="18"/>
                    </a:lnTo>
                    <a:lnTo>
                      <a:pt x="1044" y="54"/>
                    </a:lnTo>
                    <a:lnTo>
                      <a:pt x="1032" y="90"/>
                    </a:lnTo>
                    <a:lnTo>
                      <a:pt x="1056" y="102"/>
                    </a:lnTo>
                    <a:lnTo>
                      <a:pt x="1044" y="108"/>
                    </a:lnTo>
                    <a:lnTo>
                      <a:pt x="1044" y="126"/>
                    </a:lnTo>
                    <a:lnTo>
                      <a:pt x="1068" y="132"/>
                    </a:lnTo>
                    <a:lnTo>
                      <a:pt x="1044" y="150"/>
                    </a:lnTo>
                    <a:lnTo>
                      <a:pt x="1062" y="156"/>
                    </a:lnTo>
                    <a:lnTo>
                      <a:pt x="1062" y="168"/>
                    </a:lnTo>
                    <a:lnTo>
                      <a:pt x="1056" y="174"/>
                    </a:lnTo>
                    <a:lnTo>
                      <a:pt x="1056" y="192"/>
                    </a:lnTo>
                    <a:lnTo>
                      <a:pt x="1068" y="198"/>
                    </a:lnTo>
                    <a:lnTo>
                      <a:pt x="1074" y="204"/>
                    </a:lnTo>
                    <a:lnTo>
                      <a:pt x="1056" y="210"/>
                    </a:lnTo>
                    <a:lnTo>
                      <a:pt x="1044" y="222"/>
                    </a:lnTo>
                    <a:lnTo>
                      <a:pt x="1062" y="234"/>
                    </a:lnTo>
                    <a:lnTo>
                      <a:pt x="1038" y="258"/>
                    </a:lnTo>
                    <a:lnTo>
                      <a:pt x="1032" y="270"/>
                    </a:lnTo>
                    <a:lnTo>
                      <a:pt x="1026" y="276"/>
                    </a:lnTo>
                    <a:lnTo>
                      <a:pt x="1026" y="288"/>
                    </a:lnTo>
                    <a:lnTo>
                      <a:pt x="1038" y="300"/>
                    </a:lnTo>
                    <a:lnTo>
                      <a:pt x="1026" y="300"/>
                    </a:lnTo>
                    <a:lnTo>
                      <a:pt x="1014" y="306"/>
                    </a:lnTo>
                    <a:lnTo>
                      <a:pt x="1002" y="306"/>
                    </a:lnTo>
                    <a:lnTo>
                      <a:pt x="978" y="318"/>
                    </a:lnTo>
                    <a:lnTo>
                      <a:pt x="948" y="348"/>
                    </a:lnTo>
                    <a:lnTo>
                      <a:pt x="930" y="360"/>
                    </a:lnTo>
                    <a:lnTo>
                      <a:pt x="894" y="372"/>
                    </a:lnTo>
                    <a:lnTo>
                      <a:pt x="870" y="384"/>
                    </a:lnTo>
                    <a:lnTo>
                      <a:pt x="858" y="396"/>
                    </a:lnTo>
                    <a:lnTo>
                      <a:pt x="858" y="432"/>
                    </a:lnTo>
                    <a:lnTo>
                      <a:pt x="864" y="444"/>
                    </a:lnTo>
                    <a:lnTo>
                      <a:pt x="870" y="450"/>
                    </a:lnTo>
                    <a:lnTo>
                      <a:pt x="870" y="456"/>
                    </a:lnTo>
                    <a:lnTo>
                      <a:pt x="924" y="456"/>
                    </a:lnTo>
                    <a:lnTo>
                      <a:pt x="924" y="474"/>
                    </a:lnTo>
                    <a:lnTo>
                      <a:pt x="918" y="486"/>
                    </a:lnTo>
                    <a:lnTo>
                      <a:pt x="918" y="522"/>
                    </a:lnTo>
                    <a:lnTo>
                      <a:pt x="894" y="534"/>
                    </a:lnTo>
                    <a:lnTo>
                      <a:pt x="882" y="534"/>
                    </a:lnTo>
                    <a:lnTo>
                      <a:pt x="864" y="540"/>
                    </a:lnTo>
                    <a:lnTo>
                      <a:pt x="852" y="546"/>
                    </a:lnTo>
                    <a:lnTo>
                      <a:pt x="852" y="558"/>
                    </a:lnTo>
                    <a:lnTo>
                      <a:pt x="840" y="570"/>
                    </a:lnTo>
                    <a:lnTo>
                      <a:pt x="852" y="576"/>
                    </a:lnTo>
                    <a:lnTo>
                      <a:pt x="858" y="582"/>
                    </a:lnTo>
                    <a:lnTo>
                      <a:pt x="876" y="588"/>
                    </a:lnTo>
                    <a:lnTo>
                      <a:pt x="888" y="588"/>
                    </a:lnTo>
                    <a:lnTo>
                      <a:pt x="912" y="576"/>
                    </a:lnTo>
                    <a:lnTo>
                      <a:pt x="924" y="558"/>
                    </a:lnTo>
                    <a:lnTo>
                      <a:pt x="972" y="510"/>
                    </a:lnTo>
                    <a:lnTo>
                      <a:pt x="996" y="498"/>
                    </a:lnTo>
                    <a:lnTo>
                      <a:pt x="1014" y="492"/>
                    </a:lnTo>
                    <a:lnTo>
                      <a:pt x="1026" y="486"/>
                    </a:lnTo>
                    <a:lnTo>
                      <a:pt x="1032" y="480"/>
                    </a:lnTo>
                    <a:lnTo>
                      <a:pt x="1038" y="480"/>
                    </a:lnTo>
                    <a:lnTo>
                      <a:pt x="1044" y="474"/>
                    </a:lnTo>
                    <a:lnTo>
                      <a:pt x="1050" y="462"/>
                    </a:lnTo>
                    <a:lnTo>
                      <a:pt x="1056" y="462"/>
                    </a:lnTo>
                    <a:lnTo>
                      <a:pt x="1062" y="456"/>
                    </a:lnTo>
                    <a:lnTo>
                      <a:pt x="1074" y="450"/>
                    </a:lnTo>
                    <a:lnTo>
                      <a:pt x="1080" y="444"/>
                    </a:lnTo>
                    <a:lnTo>
                      <a:pt x="1080" y="420"/>
                    </a:lnTo>
                    <a:lnTo>
                      <a:pt x="1074" y="414"/>
                    </a:lnTo>
                    <a:lnTo>
                      <a:pt x="1080" y="414"/>
                    </a:lnTo>
                    <a:lnTo>
                      <a:pt x="1086" y="408"/>
                    </a:lnTo>
                    <a:lnTo>
                      <a:pt x="1110" y="396"/>
                    </a:lnTo>
                    <a:lnTo>
                      <a:pt x="1140" y="396"/>
                    </a:lnTo>
                    <a:lnTo>
                      <a:pt x="1152" y="402"/>
                    </a:lnTo>
                    <a:lnTo>
                      <a:pt x="1164" y="402"/>
                    </a:lnTo>
                    <a:lnTo>
                      <a:pt x="1176" y="390"/>
                    </a:lnTo>
                    <a:lnTo>
                      <a:pt x="1176" y="360"/>
                    </a:lnTo>
                    <a:lnTo>
                      <a:pt x="1200" y="360"/>
                    </a:lnTo>
                    <a:lnTo>
                      <a:pt x="1212" y="354"/>
                    </a:lnTo>
                    <a:lnTo>
                      <a:pt x="1218" y="354"/>
                    </a:lnTo>
                    <a:lnTo>
                      <a:pt x="1224" y="348"/>
                    </a:lnTo>
                    <a:lnTo>
                      <a:pt x="1224" y="324"/>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21" name="Myanmar" descr="© INSCALE GmbH, 05.05.2010&#10;http://www.presentationload.com/">
                <a:extLst>
                  <a:ext uri="{FF2B5EF4-FFF2-40B4-BE49-F238E27FC236}">
                    <a16:creationId xmlns:a16="http://schemas.microsoft.com/office/drawing/2014/main" id="{4D582C63-1D74-7C3C-3BAF-672C3CE0EF88}"/>
                  </a:ext>
                </a:extLst>
              </p:cNvPr>
              <p:cNvSpPr>
                <a:spLocks/>
              </p:cNvSpPr>
              <p:nvPr/>
            </p:nvSpPr>
            <p:spPr bwMode="gray">
              <a:xfrm>
                <a:off x="4288" y="1985"/>
                <a:ext cx="162" cy="380"/>
              </a:xfrm>
              <a:custGeom>
                <a:avLst/>
                <a:gdLst>
                  <a:gd name="T0" fmla="*/ 2147483647 w 636"/>
                  <a:gd name="T1" fmla="*/ 2147483647 h 1500"/>
                  <a:gd name="T2" fmla="*/ 2147483647 w 636"/>
                  <a:gd name="T3" fmla="*/ 2147483647 h 1500"/>
                  <a:gd name="T4" fmla="*/ 2147483647 w 636"/>
                  <a:gd name="T5" fmla="*/ 2147483647 h 1500"/>
                  <a:gd name="T6" fmla="*/ 2147483647 w 636"/>
                  <a:gd name="T7" fmla="*/ 2147483647 h 1500"/>
                  <a:gd name="T8" fmla="*/ 2147483647 w 636"/>
                  <a:gd name="T9" fmla="*/ 2147483647 h 1500"/>
                  <a:gd name="T10" fmla="*/ 2147483647 w 636"/>
                  <a:gd name="T11" fmla="*/ 2147483647 h 1500"/>
                  <a:gd name="T12" fmla="*/ 2147483647 w 636"/>
                  <a:gd name="T13" fmla="*/ 2147483647 h 1500"/>
                  <a:gd name="T14" fmla="*/ 2147483647 w 636"/>
                  <a:gd name="T15" fmla="*/ 2147483647 h 1500"/>
                  <a:gd name="T16" fmla="*/ 2147483647 w 636"/>
                  <a:gd name="T17" fmla="*/ 2147483647 h 1500"/>
                  <a:gd name="T18" fmla="*/ 2147483647 w 636"/>
                  <a:gd name="T19" fmla="*/ 2147483647 h 1500"/>
                  <a:gd name="T20" fmla="*/ 2147483647 w 636"/>
                  <a:gd name="T21" fmla="*/ 2147483647 h 1500"/>
                  <a:gd name="T22" fmla="*/ 2147483647 w 636"/>
                  <a:gd name="T23" fmla="*/ 2147483647 h 1500"/>
                  <a:gd name="T24" fmla="*/ 2147483647 w 636"/>
                  <a:gd name="T25" fmla="*/ 2147483647 h 1500"/>
                  <a:gd name="T26" fmla="*/ 2147483647 w 636"/>
                  <a:gd name="T27" fmla="*/ 2147483647 h 1500"/>
                  <a:gd name="T28" fmla="*/ 2147483647 w 636"/>
                  <a:gd name="T29" fmla="*/ 2147483647 h 1500"/>
                  <a:gd name="T30" fmla="*/ 2147483647 w 636"/>
                  <a:gd name="T31" fmla="*/ 2147483647 h 1500"/>
                  <a:gd name="T32" fmla="*/ 2147483647 w 636"/>
                  <a:gd name="T33" fmla="*/ 2147483647 h 1500"/>
                  <a:gd name="T34" fmla="*/ 2147483647 w 636"/>
                  <a:gd name="T35" fmla="*/ 2147483647 h 1500"/>
                  <a:gd name="T36" fmla="*/ 2147483647 w 636"/>
                  <a:gd name="T37" fmla="*/ 2147483647 h 1500"/>
                  <a:gd name="T38" fmla="*/ 2147483647 w 636"/>
                  <a:gd name="T39" fmla="*/ 2147483647 h 1500"/>
                  <a:gd name="T40" fmla="*/ 2147483647 w 636"/>
                  <a:gd name="T41" fmla="*/ 2147483647 h 1500"/>
                  <a:gd name="T42" fmla="*/ 2147483647 w 636"/>
                  <a:gd name="T43" fmla="*/ 2147483647 h 1500"/>
                  <a:gd name="T44" fmla="*/ 2147483647 w 636"/>
                  <a:gd name="T45" fmla="*/ 2147483647 h 1500"/>
                  <a:gd name="T46" fmla="*/ 2147483647 w 636"/>
                  <a:gd name="T47" fmla="*/ 2147483647 h 1500"/>
                  <a:gd name="T48" fmla="*/ 2147483647 w 636"/>
                  <a:gd name="T49" fmla="*/ 2147483647 h 1500"/>
                  <a:gd name="T50" fmla="*/ 2147483647 w 636"/>
                  <a:gd name="T51" fmla="*/ 2147483647 h 1500"/>
                  <a:gd name="T52" fmla="*/ 2147483647 w 636"/>
                  <a:gd name="T53" fmla="*/ 2147483647 h 1500"/>
                  <a:gd name="T54" fmla="*/ 2147483647 w 636"/>
                  <a:gd name="T55" fmla="*/ 2147483647 h 1500"/>
                  <a:gd name="T56" fmla="*/ 2147483647 w 636"/>
                  <a:gd name="T57" fmla="*/ 2147483647 h 1500"/>
                  <a:gd name="T58" fmla="*/ 2147483647 w 636"/>
                  <a:gd name="T59" fmla="*/ 2147483647 h 1500"/>
                  <a:gd name="T60" fmla="*/ 2147483647 w 636"/>
                  <a:gd name="T61" fmla="*/ 2147483647 h 1500"/>
                  <a:gd name="T62" fmla="*/ 2147483647 w 636"/>
                  <a:gd name="T63" fmla="*/ 2147483647 h 1500"/>
                  <a:gd name="T64" fmla="*/ 2147483647 w 636"/>
                  <a:gd name="T65" fmla="*/ 2147483647 h 1500"/>
                  <a:gd name="T66" fmla="*/ 2147483647 w 636"/>
                  <a:gd name="T67" fmla="*/ 2147483647 h 1500"/>
                  <a:gd name="T68" fmla="*/ 2147483647 w 636"/>
                  <a:gd name="T69" fmla="*/ 2147483647 h 1500"/>
                  <a:gd name="T70" fmla="*/ 2147483647 w 636"/>
                  <a:gd name="T71" fmla="*/ 2147483647 h 1500"/>
                  <a:gd name="T72" fmla="*/ 2147483647 w 636"/>
                  <a:gd name="T73" fmla="*/ 2147483647 h 1500"/>
                  <a:gd name="T74" fmla="*/ 2147483647 w 636"/>
                  <a:gd name="T75" fmla="*/ 2147483647 h 1500"/>
                  <a:gd name="T76" fmla="*/ 2147483647 w 636"/>
                  <a:gd name="T77" fmla="*/ 2147483647 h 1500"/>
                  <a:gd name="T78" fmla="*/ 2147483647 w 636"/>
                  <a:gd name="T79" fmla="*/ 2147483647 h 1500"/>
                  <a:gd name="T80" fmla="*/ 2147483647 w 636"/>
                  <a:gd name="T81" fmla="*/ 2147483647 h 1500"/>
                  <a:gd name="T82" fmla="*/ 2147483647 w 636"/>
                  <a:gd name="T83" fmla="*/ 2147483647 h 1500"/>
                  <a:gd name="T84" fmla="*/ 2147483647 w 636"/>
                  <a:gd name="T85" fmla="*/ 2147483647 h 1500"/>
                  <a:gd name="T86" fmla="*/ 2147483647 w 636"/>
                  <a:gd name="T87" fmla="*/ 0 h 1500"/>
                  <a:gd name="T88" fmla="*/ 2147483647 w 636"/>
                  <a:gd name="T89" fmla="*/ 2147483647 h 1500"/>
                  <a:gd name="T90" fmla="*/ 2147483647 w 636"/>
                  <a:gd name="T91" fmla="*/ 2147483647 h 1500"/>
                  <a:gd name="T92" fmla="*/ 2147483647 w 636"/>
                  <a:gd name="T93" fmla="*/ 2147483647 h 1500"/>
                  <a:gd name="T94" fmla="*/ 2147483647 w 636"/>
                  <a:gd name="T95" fmla="*/ 2147483647 h 1500"/>
                  <a:gd name="T96" fmla="*/ 2147483647 w 636"/>
                  <a:gd name="T97" fmla="*/ 2147483647 h 1500"/>
                  <a:gd name="T98" fmla="*/ 2147483647 w 636"/>
                  <a:gd name="T99" fmla="*/ 2147483647 h 1500"/>
                  <a:gd name="T100" fmla="*/ 2147483647 w 636"/>
                  <a:gd name="T101" fmla="*/ 2147483647 h 1500"/>
                  <a:gd name="T102" fmla="*/ 2147483647 w 636"/>
                  <a:gd name="T103" fmla="*/ 2147483647 h 1500"/>
                  <a:gd name="T104" fmla="*/ 2147483647 w 636"/>
                  <a:gd name="T105" fmla="*/ 2147483647 h 1500"/>
                  <a:gd name="T106" fmla="*/ 2147483647 w 636"/>
                  <a:gd name="T107" fmla="*/ 2147483647 h 1500"/>
                  <a:gd name="T108" fmla="*/ 2147483647 w 636"/>
                  <a:gd name="T109" fmla="*/ 2147483647 h 150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36"/>
                  <a:gd name="T166" fmla="*/ 0 h 1500"/>
                  <a:gd name="T167" fmla="*/ 636 w 636"/>
                  <a:gd name="T168" fmla="*/ 1500 h 1500"/>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36" h="1500">
                    <a:moveTo>
                      <a:pt x="0" y="588"/>
                    </a:moveTo>
                    <a:lnTo>
                      <a:pt x="18" y="588"/>
                    </a:lnTo>
                    <a:lnTo>
                      <a:pt x="12" y="630"/>
                    </a:lnTo>
                    <a:lnTo>
                      <a:pt x="18" y="630"/>
                    </a:lnTo>
                    <a:lnTo>
                      <a:pt x="24" y="636"/>
                    </a:lnTo>
                    <a:lnTo>
                      <a:pt x="42" y="642"/>
                    </a:lnTo>
                    <a:lnTo>
                      <a:pt x="54" y="648"/>
                    </a:lnTo>
                    <a:lnTo>
                      <a:pt x="72" y="666"/>
                    </a:lnTo>
                    <a:lnTo>
                      <a:pt x="84" y="690"/>
                    </a:lnTo>
                    <a:lnTo>
                      <a:pt x="90" y="696"/>
                    </a:lnTo>
                    <a:lnTo>
                      <a:pt x="90" y="702"/>
                    </a:lnTo>
                    <a:lnTo>
                      <a:pt x="126" y="696"/>
                    </a:lnTo>
                    <a:lnTo>
                      <a:pt x="102" y="738"/>
                    </a:lnTo>
                    <a:lnTo>
                      <a:pt x="108" y="738"/>
                    </a:lnTo>
                    <a:lnTo>
                      <a:pt x="114" y="744"/>
                    </a:lnTo>
                    <a:lnTo>
                      <a:pt x="126" y="744"/>
                    </a:lnTo>
                    <a:lnTo>
                      <a:pt x="144" y="750"/>
                    </a:lnTo>
                    <a:lnTo>
                      <a:pt x="156" y="762"/>
                    </a:lnTo>
                    <a:lnTo>
                      <a:pt x="168" y="768"/>
                    </a:lnTo>
                    <a:lnTo>
                      <a:pt x="174" y="780"/>
                    </a:lnTo>
                    <a:lnTo>
                      <a:pt x="186" y="792"/>
                    </a:lnTo>
                    <a:lnTo>
                      <a:pt x="192" y="804"/>
                    </a:lnTo>
                    <a:lnTo>
                      <a:pt x="192" y="822"/>
                    </a:lnTo>
                    <a:lnTo>
                      <a:pt x="198" y="834"/>
                    </a:lnTo>
                    <a:lnTo>
                      <a:pt x="198" y="840"/>
                    </a:lnTo>
                    <a:lnTo>
                      <a:pt x="204" y="846"/>
                    </a:lnTo>
                    <a:lnTo>
                      <a:pt x="210" y="858"/>
                    </a:lnTo>
                    <a:lnTo>
                      <a:pt x="222" y="870"/>
                    </a:lnTo>
                    <a:lnTo>
                      <a:pt x="210" y="888"/>
                    </a:lnTo>
                    <a:lnTo>
                      <a:pt x="216" y="978"/>
                    </a:lnTo>
                    <a:lnTo>
                      <a:pt x="204" y="990"/>
                    </a:lnTo>
                    <a:lnTo>
                      <a:pt x="204" y="1002"/>
                    </a:lnTo>
                    <a:lnTo>
                      <a:pt x="222" y="1020"/>
                    </a:lnTo>
                    <a:lnTo>
                      <a:pt x="234" y="1020"/>
                    </a:lnTo>
                    <a:lnTo>
                      <a:pt x="246" y="1014"/>
                    </a:lnTo>
                    <a:lnTo>
                      <a:pt x="252" y="1008"/>
                    </a:lnTo>
                    <a:lnTo>
                      <a:pt x="258" y="1014"/>
                    </a:lnTo>
                    <a:lnTo>
                      <a:pt x="258" y="1020"/>
                    </a:lnTo>
                    <a:lnTo>
                      <a:pt x="276" y="1020"/>
                    </a:lnTo>
                    <a:lnTo>
                      <a:pt x="282" y="1014"/>
                    </a:lnTo>
                    <a:lnTo>
                      <a:pt x="294" y="1008"/>
                    </a:lnTo>
                    <a:lnTo>
                      <a:pt x="300" y="996"/>
                    </a:lnTo>
                    <a:lnTo>
                      <a:pt x="306" y="990"/>
                    </a:lnTo>
                    <a:lnTo>
                      <a:pt x="312" y="978"/>
                    </a:lnTo>
                    <a:lnTo>
                      <a:pt x="324" y="978"/>
                    </a:lnTo>
                    <a:lnTo>
                      <a:pt x="360" y="960"/>
                    </a:lnTo>
                    <a:lnTo>
                      <a:pt x="366" y="954"/>
                    </a:lnTo>
                    <a:lnTo>
                      <a:pt x="366" y="900"/>
                    </a:lnTo>
                    <a:lnTo>
                      <a:pt x="372" y="894"/>
                    </a:lnTo>
                    <a:lnTo>
                      <a:pt x="378" y="894"/>
                    </a:lnTo>
                    <a:lnTo>
                      <a:pt x="396" y="912"/>
                    </a:lnTo>
                    <a:lnTo>
                      <a:pt x="402" y="924"/>
                    </a:lnTo>
                    <a:lnTo>
                      <a:pt x="402" y="954"/>
                    </a:lnTo>
                    <a:lnTo>
                      <a:pt x="408" y="954"/>
                    </a:lnTo>
                    <a:lnTo>
                      <a:pt x="426" y="972"/>
                    </a:lnTo>
                    <a:lnTo>
                      <a:pt x="432" y="984"/>
                    </a:lnTo>
                    <a:lnTo>
                      <a:pt x="444" y="1014"/>
                    </a:lnTo>
                    <a:lnTo>
                      <a:pt x="450" y="1050"/>
                    </a:lnTo>
                    <a:lnTo>
                      <a:pt x="450" y="1074"/>
                    </a:lnTo>
                    <a:lnTo>
                      <a:pt x="456" y="1092"/>
                    </a:lnTo>
                    <a:lnTo>
                      <a:pt x="456" y="1128"/>
                    </a:lnTo>
                    <a:lnTo>
                      <a:pt x="462" y="1134"/>
                    </a:lnTo>
                    <a:lnTo>
                      <a:pt x="480" y="1170"/>
                    </a:lnTo>
                    <a:lnTo>
                      <a:pt x="486" y="1176"/>
                    </a:lnTo>
                    <a:lnTo>
                      <a:pt x="486" y="1182"/>
                    </a:lnTo>
                    <a:lnTo>
                      <a:pt x="528" y="1272"/>
                    </a:lnTo>
                    <a:lnTo>
                      <a:pt x="540" y="1320"/>
                    </a:lnTo>
                    <a:lnTo>
                      <a:pt x="522" y="1320"/>
                    </a:lnTo>
                    <a:lnTo>
                      <a:pt x="516" y="1326"/>
                    </a:lnTo>
                    <a:lnTo>
                      <a:pt x="516" y="1350"/>
                    </a:lnTo>
                    <a:lnTo>
                      <a:pt x="510" y="1362"/>
                    </a:lnTo>
                    <a:lnTo>
                      <a:pt x="510" y="1374"/>
                    </a:lnTo>
                    <a:lnTo>
                      <a:pt x="552" y="1362"/>
                    </a:lnTo>
                    <a:lnTo>
                      <a:pt x="540" y="1416"/>
                    </a:lnTo>
                    <a:lnTo>
                      <a:pt x="540" y="1428"/>
                    </a:lnTo>
                    <a:lnTo>
                      <a:pt x="534" y="1440"/>
                    </a:lnTo>
                    <a:lnTo>
                      <a:pt x="534" y="1464"/>
                    </a:lnTo>
                    <a:lnTo>
                      <a:pt x="540" y="1482"/>
                    </a:lnTo>
                    <a:lnTo>
                      <a:pt x="540" y="1488"/>
                    </a:lnTo>
                    <a:lnTo>
                      <a:pt x="546" y="1500"/>
                    </a:lnTo>
                    <a:lnTo>
                      <a:pt x="552" y="1488"/>
                    </a:lnTo>
                    <a:lnTo>
                      <a:pt x="558" y="1482"/>
                    </a:lnTo>
                    <a:lnTo>
                      <a:pt x="564" y="1470"/>
                    </a:lnTo>
                    <a:lnTo>
                      <a:pt x="564" y="1458"/>
                    </a:lnTo>
                    <a:lnTo>
                      <a:pt x="558" y="1452"/>
                    </a:lnTo>
                    <a:lnTo>
                      <a:pt x="558" y="1440"/>
                    </a:lnTo>
                    <a:lnTo>
                      <a:pt x="576" y="1422"/>
                    </a:lnTo>
                    <a:lnTo>
                      <a:pt x="594" y="1386"/>
                    </a:lnTo>
                    <a:lnTo>
                      <a:pt x="594" y="1368"/>
                    </a:lnTo>
                    <a:lnTo>
                      <a:pt x="600" y="1356"/>
                    </a:lnTo>
                    <a:lnTo>
                      <a:pt x="600" y="1326"/>
                    </a:lnTo>
                    <a:lnTo>
                      <a:pt x="594" y="1314"/>
                    </a:lnTo>
                    <a:lnTo>
                      <a:pt x="594" y="1290"/>
                    </a:lnTo>
                    <a:lnTo>
                      <a:pt x="570" y="1266"/>
                    </a:lnTo>
                    <a:lnTo>
                      <a:pt x="570" y="1242"/>
                    </a:lnTo>
                    <a:lnTo>
                      <a:pt x="564" y="1224"/>
                    </a:lnTo>
                    <a:lnTo>
                      <a:pt x="564" y="1194"/>
                    </a:lnTo>
                    <a:lnTo>
                      <a:pt x="558" y="1182"/>
                    </a:lnTo>
                    <a:lnTo>
                      <a:pt x="516" y="1140"/>
                    </a:lnTo>
                    <a:lnTo>
                      <a:pt x="510" y="1128"/>
                    </a:lnTo>
                    <a:lnTo>
                      <a:pt x="504" y="1122"/>
                    </a:lnTo>
                    <a:lnTo>
                      <a:pt x="498" y="1110"/>
                    </a:lnTo>
                    <a:lnTo>
                      <a:pt x="492" y="1104"/>
                    </a:lnTo>
                    <a:lnTo>
                      <a:pt x="492" y="1098"/>
                    </a:lnTo>
                    <a:lnTo>
                      <a:pt x="486" y="1092"/>
                    </a:lnTo>
                    <a:lnTo>
                      <a:pt x="504" y="1056"/>
                    </a:lnTo>
                    <a:lnTo>
                      <a:pt x="510" y="1050"/>
                    </a:lnTo>
                    <a:lnTo>
                      <a:pt x="516" y="1038"/>
                    </a:lnTo>
                    <a:lnTo>
                      <a:pt x="516" y="1014"/>
                    </a:lnTo>
                    <a:lnTo>
                      <a:pt x="510" y="1002"/>
                    </a:lnTo>
                    <a:lnTo>
                      <a:pt x="522" y="1002"/>
                    </a:lnTo>
                    <a:lnTo>
                      <a:pt x="528" y="996"/>
                    </a:lnTo>
                    <a:lnTo>
                      <a:pt x="528" y="978"/>
                    </a:lnTo>
                    <a:lnTo>
                      <a:pt x="522" y="972"/>
                    </a:lnTo>
                    <a:lnTo>
                      <a:pt x="516" y="978"/>
                    </a:lnTo>
                    <a:lnTo>
                      <a:pt x="510" y="978"/>
                    </a:lnTo>
                    <a:lnTo>
                      <a:pt x="504" y="972"/>
                    </a:lnTo>
                    <a:lnTo>
                      <a:pt x="498" y="960"/>
                    </a:lnTo>
                    <a:lnTo>
                      <a:pt x="498" y="942"/>
                    </a:lnTo>
                    <a:lnTo>
                      <a:pt x="504" y="942"/>
                    </a:lnTo>
                    <a:lnTo>
                      <a:pt x="504" y="936"/>
                    </a:lnTo>
                    <a:lnTo>
                      <a:pt x="498" y="930"/>
                    </a:lnTo>
                    <a:lnTo>
                      <a:pt x="486" y="924"/>
                    </a:lnTo>
                    <a:lnTo>
                      <a:pt x="474" y="912"/>
                    </a:lnTo>
                    <a:lnTo>
                      <a:pt x="462" y="906"/>
                    </a:lnTo>
                    <a:lnTo>
                      <a:pt x="444" y="888"/>
                    </a:lnTo>
                    <a:lnTo>
                      <a:pt x="438" y="876"/>
                    </a:lnTo>
                    <a:lnTo>
                      <a:pt x="438" y="870"/>
                    </a:lnTo>
                    <a:lnTo>
                      <a:pt x="432" y="870"/>
                    </a:lnTo>
                    <a:lnTo>
                      <a:pt x="438" y="846"/>
                    </a:lnTo>
                    <a:lnTo>
                      <a:pt x="426" y="840"/>
                    </a:lnTo>
                    <a:lnTo>
                      <a:pt x="402" y="816"/>
                    </a:lnTo>
                    <a:lnTo>
                      <a:pt x="402" y="810"/>
                    </a:lnTo>
                    <a:lnTo>
                      <a:pt x="426" y="810"/>
                    </a:lnTo>
                    <a:lnTo>
                      <a:pt x="426" y="792"/>
                    </a:lnTo>
                    <a:lnTo>
                      <a:pt x="408" y="774"/>
                    </a:lnTo>
                    <a:lnTo>
                      <a:pt x="408" y="768"/>
                    </a:lnTo>
                    <a:lnTo>
                      <a:pt x="414" y="762"/>
                    </a:lnTo>
                    <a:lnTo>
                      <a:pt x="420" y="762"/>
                    </a:lnTo>
                    <a:lnTo>
                      <a:pt x="426" y="756"/>
                    </a:lnTo>
                    <a:lnTo>
                      <a:pt x="426" y="708"/>
                    </a:lnTo>
                    <a:lnTo>
                      <a:pt x="456" y="708"/>
                    </a:lnTo>
                    <a:lnTo>
                      <a:pt x="468" y="714"/>
                    </a:lnTo>
                    <a:lnTo>
                      <a:pt x="480" y="714"/>
                    </a:lnTo>
                    <a:lnTo>
                      <a:pt x="486" y="708"/>
                    </a:lnTo>
                    <a:lnTo>
                      <a:pt x="492" y="696"/>
                    </a:lnTo>
                    <a:lnTo>
                      <a:pt x="498" y="690"/>
                    </a:lnTo>
                    <a:lnTo>
                      <a:pt x="498" y="684"/>
                    </a:lnTo>
                    <a:lnTo>
                      <a:pt x="522" y="684"/>
                    </a:lnTo>
                    <a:lnTo>
                      <a:pt x="528" y="660"/>
                    </a:lnTo>
                    <a:lnTo>
                      <a:pt x="534" y="660"/>
                    </a:lnTo>
                    <a:lnTo>
                      <a:pt x="540" y="654"/>
                    </a:lnTo>
                    <a:lnTo>
                      <a:pt x="564" y="654"/>
                    </a:lnTo>
                    <a:lnTo>
                      <a:pt x="564" y="642"/>
                    </a:lnTo>
                    <a:lnTo>
                      <a:pt x="582" y="624"/>
                    </a:lnTo>
                    <a:lnTo>
                      <a:pt x="594" y="624"/>
                    </a:lnTo>
                    <a:lnTo>
                      <a:pt x="600" y="618"/>
                    </a:lnTo>
                    <a:lnTo>
                      <a:pt x="594" y="612"/>
                    </a:lnTo>
                    <a:lnTo>
                      <a:pt x="600" y="600"/>
                    </a:lnTo>
                    <a:lnTo>
                      <a:pt x="600" y="588"/>
                    </a:lnTo>
                    <a:lnTo>
                      <a:pt x="636" y="570"/>
                    </a:lnTo>
                    <a:lnTo>
                      <a:pt x="636" y="552"/>
                    </a:lnTo>
                    <a:lnTo>
                      <a:pt x="630" y="546"/>
                    </a:lnTo>
                    <a:lnTo>
                      <a:pt x="618" y="546"/>
                    </a:lnTo>
                    <a:lnTo>
                      <a:pt x="600" y="564"/>
                    </a:lnTo>
                    <a:lnTo>
                      <a:pt x="600" y="570"/>
                    </a:lnTo>
                    <a:lnTo>
                      <a:pt x="558" y="570"/>
                    </a:lnTo>
                    <a:lnTo>
                      <a:pt x="558" y="552"/>
                    </a:lnTo>
                    <a:lnTo>
                      <a:pt x="546" y="552"/>
                    </a:lnTo>
                    <a:lnTo>
                      <a:pt x="534" y="522"/>
                    </a:lnTo>
                    <a:lnTo>
                      <a:pt x="480" y="516"/>
                    </a:lnTo>
                    <a:lnTo>
                      <a:pt x="486" y="504"/>
                    </a:lnTo>
                    <a:lnTo>
                      <a:pt x="486" y="498"/>
                    </a:lnTo>
                    <a:lnTo>
                      <a:pt x="492" y="492"/>
                    </a:lnTo>
                    <a:lnTo>
                      <a:pt x="492" y="480"/>
                    </a:lnTo>
                    <a:lnTo>
                      <a:pt x="480" y="468"/>
                    </a:lnTo>
                    <a:lnTo>
                      <a:pt x="486" y="462"/>
                    </a:lnTo>
                    <a:lnTo>
                      <a:pt x="498" y="462"/>
                    </a:lnTo>
                    <a:lnTo>
                      <a:pt x="504" y="456"/>
                    </a:lnTo>
                    <a:lnTo>
                      <a:pt x="504" y="450"/>
                    </a:lnTo>
                    <a:lnTo>
                      <a:pt x="498" y="444"/>
                    </a:lnTo>
                    <a:lnTo>
                      <a:pt x="486" y="438"/>
                    </a:lnTo>
                    <a:lnTo>
                      <a:pt x="456" y="438"/>
                    </a:lnTo>
                    <a:lnTo>
                      <a:pt x="444" y="396"/>
                    </a:lnTo>
                    <a:lnTo>
                      <a:pt x="420" y="378"/>
                    </a:lnTo>
                    <a:lnTo>
                      <a:pt x="450" y="354"/>
                    </a:lnTo>
                    <a:lnTo>
                      <a:pt x="390" y="354"/>
                    </a:lnTo>
                    <a:lnTo>
                      <a:pt x="384" y="360"/>
                    </a:lnTo>
                    <a:lnTo>
                      <a:pt x="372" y="360"/>
                    </a:lnTo>
                    <a:lnTo>
                      <a:pt x="366" y="366"/>
                    </a:lnTo>
                    <a:lnTo>
                      <a:pt x="354" y="372"/>
                    </a:lnTo>
                    <a:lnTo>
                      <a:pt x="366" y="354"/>
                    </a:lnTo>
                    <a:lnTo>
                      <a:pt x="360" y="342"/>
                    </a:lnTo>
                    <a:lnTo>
                      <a:pt x="342" y="324"/>
                    </a:lnTo>
                    <a:lnTo>
                      <a:pt x="342" y="306"/>
                    </a:lnTo>
                    <a:lnTo>
                      <a:pt x="354" y="306"/>
                    </a:lnTo>
                    <a:lnTo>
                      <a:pt x="348" y="276"/>
                    </a:lnTo>
                    <a:lnTo>
                      <a:pt x="360" y="276"/>
                    </a:lnTo>
                    <a:lnTo>
                      <a:pt x="366" y="270"/>
                    </a:lnTo>
                    <a:lnTo>
                      <a:pt x="366" y="234"/>
                    </a:lnTo>
                    <a:lnTo>
                      <a:pt x="372" y="240"/>
                    </a:lnTo>
                    <a:lnTo>
                      <a:pt x="384" y="240"/>
                    </a:lnTo>
                    <a:lnTo>
                      <a:pt x="390" y="234"/>
                    </a:lnTo>
                    <a:lnTo>
                      <a:pt x="396" y="222"/>
                    </a:lnTo>
                    <a:lnTo>
                      <a:pt x="396" y="216"/>
                    </a:lnTo>
                    <a:lnTo>
                      <a:pt x="378" y="198"/>
                    </a:lnTo>
                    <a:lnTo>
                      <a:pt x="390" y="198"/>
                    </a:lnTo>
                    <a:lnTo>
                      <a:pt x="396" y="192"/>
                    </a:lnTo>
                    <a:lnTo>
                      <a:pt x="408" y="192"/>
                    </a:lnTo>
                    <a:lnTo>
                      <a:pt x="396" y="132"/>
                    </a:lnTo>
                    <a:lnTo>
                      <a:pt x="384" y="108"/>
                    </a:lnTo>
                    <a:lnTo>
                      <a:pt x="384" y="78"/>
                    </a:lnTo>
                    <a:lnTo>
                      <a:pt x="378" y="72"/>
                    </a:lnTo>
                    <a:lnTo>
                      <a:pt x="342" y="72"/>
                    </a:lnTo>
                    <a:lnTo>
                      <a:pt x="342" y="66"/>
                    </a:lnTo>
                    <a:lnTo>
                      <a:pt x="336" y="60"/>
                    </a:lnTo>
                    <a:lnTo>
                      <a:pt x="318" y="24"/>
                    </a:lnTo>
                    <a:lnTo>
                      <a:pt x="306" y="18"/>
                    </a:lnTo>
                    <a:lnTo>
                      <a:pt x="300" y="6"/>
                    </a:lnTo>
                    <a:lnTo>
                      <a:pt x="294" y="0"/>
                    </a:lnTo>
                    <a:lnTo>
                      <a:pt x="288" y="0"/>
                    </a:lnTo>
                    <a:lnTo>
                      <a:pt x="282" y="18"/>
                    </a:lnTo>
                    <a:lnTo>
                      <a:pt x="282" y="48"/>
                    </a:lnTo>
                    <a:lnTo>
                      <a:pt x="276" y="48"/>
                    </a:lnTo>
                    <a:lnTo>
                      <a:pt x="270" y="54"/>
                    </a:lnTo>
                    <a:lnTo>
                      <a:pt x="258" y="60"/>
                    </a:lnTo>
                    <a:lnTo>
                      <a:pt x="246" y="72"/>
                    </a:lnTo>
                    <a:lnTo>
                      <a:pt x="252" y="84"/>
                    </a:lnTo>
                    <a:lnTo>
                      <a:pt x="258" y="90"/>
                    </a:lnTo>
                    <a:lnTo>
                      <a:pt x="270" y="96"/>
                    </a:lnTo>
                    <a:lnTo>
                      <a:pt x="276" y="102"/>
                    </a:lnTo>
                    <a:lnTo>
                      <a:pt x="276" y="108"/>
                    </a:lnTo>
                    <a:lnTo>
                      <a:pt x="258" y="108"/>
                    </a:lnTo>
                    <a:lnTo>
                      <a:pt x="252" y="102"/>
                    </a:lnTo>
                    <a:lnTo>
                      <a:pt x="216" y="102"/>
                    </a:lnTo>
                    <a:lnTo>
                      <a:pt x="204" y="108"/>
                    </a:lnTo>
                    <a:lnTo>
                      <a:pt x="198" y="108"/>
                    </a:lnTo>
                    <a:lnTo>
                      <a:pt x="198" y="126"/>
                    </a:lnTo>
                    <a:lnTo>
                      <a:pt x="186" y="138"/>
                    </a:lnTo>
                    <a:lnTo>
                      <a:pt x="174" y="144"/>
                    </a:lnTo>
                    <a:lnTo>
                      <a:pt x="162" y="144"/>
                    </a:lnTo>
                    <a:lnTo>
                      <a:pt x="156" y="150"/>
                    </a:lnTo>
                    <a:lnTo>
                      <a:pt x="150" y="150"/>
                    </a:lnTo>
                    <a:lnTo>
                      <a:pt x="150" y="174"/>
                    </a:lnTo>
                    <a:lnTo>
                      <a:pt x="156" y="180"/>
                    </a:lnTo>
                    <a:lnTo>
                      <a:pt x="156" y="186"/>
                    </a:lnTo>
                    <a:lnTo>
                      <a:pt x="162" y="192"/>
                    </a:lnTo>
                    <a:lnTo>
                      <a:pt x="162" y="204"/>
                    </a:lnTo>
                    <a:lnTo>
                      <a:pt x="144" y="234"/>
                    </a:lnTo>
                    <a:lnTo>
                      <a:pt x="138" y="240"/>
                    </a:lnTo>
                    <a:lnTo>
                      <a:pt x="126" y="246"/>
                    </a:lnTo>
                    <a:lnTo>
                      <a:pt x="126" y="264"/>
                    </a:lnTo>
                    <a:lnTo>
                      <a:pt x="132" y="276"/>
                    </a:lnTo>
                    <a:lnTo>
                      <a:pt x="138" y="282"/>
                    </a:lnTo>
                    <a:lnTo>
                      <a:pt x="120" y="336"/>
                    </a:lnTo>
                    <a:lnTo>
                      <a:pt x="120" y="372"/>
                    </a:lnTo>
                    <a:lnTo>
                      <a:pt x="108" y="372"/>
                    </a:lnTo>
                    <a:lnTo>
                      <a:pt x="96" y="366"/>
                    </a:lnTo>
                    <a:lnTo>
                      <a:pt x="42" y="366"/>
                    </a:lnTo>
                    <a:lnTo>
                      <a:pt x="48" y="366"/>
                    </a:lnTo>
                    <a:lnTo>
                      <a:pt x="66" y="384"/>
                    </a:lnTo>
                    <a:lnTo>
                      <a:pt x="72" y="432"/>
                    </a:lnTo>
                    <a:lnTo>
                      <a:pt x="66" y="432"/>
                    </a:lnTo>
                    <a:lnTo>
                      <a:pt x="48" y="450"/>
                    </a:lnTo>
                    <a:lnTo>
                      <a:pt x="54" y="462"/>
                    </a:lnTo>
                    <a:lnTo>
                      <a:pt x="54" y="486"/>
                    </a:lnTo>
                    <a:lnTo>
                      <a:pt x="72" y="504"/>
                    </a:lnTo>
                    <a:lnTo>
                      <a:pt x="72" y="516"/>
                    </a:lnTo>
                    <a:lnTo>
                      <a:pt x="60" y="516"/>
                    </a:lnTo>
                    <a:lnTo>
                      <a:pt x="54" y="510"/>
                    </a:lnTo>
                    <a:lnTo>
                      <a:pt x="48" y="510"/>
                    </a:lnTo>
                    <a:lnTo>
                      <a:pt x="48" y="534"/>
                    </a:lnTo>
                    <a:lnTo>
                      <a:pt x="30" y="516"/>
                    </a:lnTo>
                    <a:lnTo>
                      <a:pt x="42" y="576"/>
                    </a:lnTo>
                    <a:lnTo>
                      <a:pt x="6" y="570"/>
                    </a:lnTo>
                    <a:lnTo>
                      <a:pt x="6" y="576"/>
                    </a:lnTo>
                    <a:lnTo>
                      <a:pt x="0" y="588"/>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22" name="Mongolia" descr="© INSCALE GmbH, 05.05.2010&#10;http://www.presentationload.com/">
                <a:extLst>
                  <a:ext uri="{FF2B5EF4-FFF2-40B4-BE49-F238E27FC236}">
                    <a16:creationId xmlns:a16="http://schemas.microsoft.com/office/drawing/2014/main" id="{5BAF221A-C632-A64C-0445-F5E801046479}"/>
                  </a:ext>
                </a:extLst>
              </p:cNvPr>
              <p:cNvSpPr>
                <a:spLocks/>
              </p:cNvSpPr>
              <p:nvPr/>
            </p:nvSpPr>
            <p:spPr bwMode="gray">
              <a:xfrm>
                <a:off x="4063" y="1507"/>
                <a:ext cx="532" cy="212"/>
              </a:xfrm>
              <a:custGeom>
                <a:avLst/>
                <a:gdLst>
                  <a:gd name="T0" fmla="*/ 2147483647 w 2100"/>
                  <a:gd name="T1" fmla="*/ 2147483647 h 834"/>
                  <a:gd name="T2" fmla="*/ 2147483647 w 2100"/>
                  <a:gd name="T3" fmla="*/ 2147483647 h 834"/>
                  <a:gd name="T4" fmla="*/ 2147483647 w 2100"/>
                  <a:gd name="T5" fmla="*/ 2147483647 h 834"/>
                  <a:gd name="T6" fmla="*/ 2147483647 w 2100"/>
                  <a:gd name="T7" fmla="*/ 2147483647 h 834"/>
                  <a:gd name="T8" fmla="*/ 2147483647 w 2100"/>
                  <a:gd name="T9" fmla="*/ 2147483647 h 834"/>
                  <a:gd name="T10" fmla="*/ 2147483647 w 2100"/>
                  <a:gd name="T11" fmla="*/ 2147483647 h 834"/>
                  <a:gd name="T12" fmla="*/ 2147483647 w 2100"/>
                  <a:gd name="T13" fmla="*/ 2147483647 h 834"/>
                  <a:gd name="T14" fmla="*/ 2147483647 w 2100"/>
                  <a:gd name="T15" fmla="*/ 2147483647 h 834"/>
                  <a:gd name="T16" fmla="*/ 2147483647 w 2100"/>
                  <a:gd name="T17" fmla="*/ 2147483647 h 834"/>
                  <a:gd name="T18" fmla="*/ 2147483647 w 2100"/>
                  <a:gd name="T19" fmla="*/ 2147483647 h 834"/>
                  <a:gd name="T20" fmla="*/ 2147483647 w 2100"/>
                  <a:gd name="T21" fmla="*/ 2147483647 h 834"/>
                  <a:gd name="T22" fmla="*/ 2147483647 w 2100"/>
                  <a:gd name="T23" fmla="*/ 2147483647 h 834"/>
                  <a:gd name="T24" fmla="*/ 2147483647 w 2100"/>
                  <a:gd name="T25" fmla="*/ 2147483647 h 834"/>
                  <a:gd name="T26" fmla="*/ 2147483647 w 2100"/>
                  <a:gd name="T27" fmla="*/ 2147483647 h 834"/>
                  <a:gd name="T28" fmla="*/ 2147483647 w 2100"/>
                  <a:gd name="T29" fmla="*/ 2147483647 h 834"/>
                  <a:gd name="T30" fmla="*/ 2147483647 w 2100"/>
                  <a:gd name="T31" fmla="*/ 2147483647 h 834"/>
                  <a:gd name="T32" fmla="*/ 2147483647 w 2100"/>
                  <a:gd name="T33" fmla="*/ 2147483647 h 834"/>
                  <a:gd name="T34" fmla="*/ 2147483647 w 2100"/>
                  <a:gd name="T35" fmla="*/ 2147483647 h 834"/>
                  <a:gd name="T36" fmla="*/ 2147483647 w 2100"/>
                  <a:gd name="T37" fmla="*/ 2147483647 h 834"/>
                  <a:gd name="T38" fmla="*/ 2147483647 w 2100"/>
                  <a:gd name="T39" fmla="*/ 2147483647 h 834"/>
                  <a:gd name="T40" fmla="*/ 2147483647 w 2100"/>
                  <a:gd name="T41" fmla="*/ 2147483647 h 834"/>
                  <a:gd name="T42" fmla="*/ 2147483647 w 2100"/>
                  <a:gd name="T43" fmla="*/ 2147483647 h 834"/>
                  <a:gd name="T44" fmla="*/ 2147483647 w 2100"/>
                  <a:gd name="T45" fmla="*/ 2147483647 h 834"/>
                  <a:gd name="T46" fmla="*/ 2147483647 w 2100"/>
                  <a:gd name="T47" fmla="*/ 2147483647 h 834"/>
                  <a:gd name="T48" fmla="*/ 2147483647 w 2100"/>
                  <a:gd name="T49" fmla="*/ 2147483647 h 834"/>
                  <a:gd name="T50" fmla="*/ 2147483647 w 2100"/>
                  <a:gd name="T51" fmla="*/ 2147483647 h 834"/>
                  <a:gd name="T52" fmla="*/ 2147483647 w 2100"/>
                  <a:gd name="T53" fmla="*/ 2147483647 h 834"/>
                  <a:gd name="T54" fmla="*/ 2147483647 w 2100"/>
                  <a:gd name="T55" fmla="*/ 2147483647 h 834"/>
                  <a:gd name="T56" fmla="*/ 2147483647 w 2100"/>
                  <a:gd name="T57" fmla="*/ 2147483647 h 834"/>
                  <a:gd name="T58" fmla="*/ 2147483647 w 2100"/>
                  <a:gd name="T59" fmla="*/ 2147483647 h 834"/>
                  <a:gd name="T60" fmla="*/ 2147483647 w 2100"/>
                  <a:gd name="T61" fmla="*/ 2147483647 h 834"/>
                  <a:gd name="T62" fmla="*/ 0 w 2100"/>
                  <a:gd name="T63" fmla="*/ 2147483647 h 834"/>
                  <a:gd name="T64" fmla="*/ 2147483647 w 2100"/>
                  <a:gd name="T65" fmla="*/ 2147483647 h 834"/>
                  <a:gd name="T66" fmla="*/ 2147483647 w 2100"/>
                  <a:gd name="T67" fmla="*/ 2147483647 h 834"/>
                  <a:gd name="T68" fmla="*/ 2147483647 w 2100"/>
                  <a:gd name="T69" fmla="*/ 2147483647 h 834"/>
                  <a:gd name="T70" fmla="*/ 2147483647 w 2100"/>
                  <a:gd name="T71" fmla="*/ 2147483647 h 834"/>
                  <a:gd name="T72" fmla="*/ 2147483647 w 2100"/>
                  <a:gd name="T73" fmla="*/ 2147483647 h 834"/>
                  <a:gd name="T74" fmla="*/ 2147483647 w 2100"/>
                  <a:gd name="T75" fmla="*/ 2147483647 h 834"/>
                  <a:gd name="T76" fmla="*/ 2147483647 w 2100"/>
                  <a:gd name="T77" fmla="*/ 2147483647 h 834"/>
                  <a:gd name="T78" fmla="*/ 2147483647 w 2100"/>
                  <a:gd name="T79" fmla="*/ 2147483647 h 834"/>
                  <a:gd name="T80" fmla="*/ 2147483647 w 2100"/>
                  <a:gd name="T81" fmla="*/ 2147483647 h 834"/>
                  <a:gd name="T82" fmla="*/ 2147483647 w 2100"/>
                  <a:gd name="T83" fmla="*/ 2147483647 h 834"/>
                  <a:gd name="T84" fmla="*/ 2147483647 w 2100"/>
                  <a:gd name="T85" fmla="*/ 2147483647 h 834"/>
                  <a:gd name="T86" fmla="*/ 2147483647 w 2100"/>
                  <a:gd name="T87" fmla="*/ 2147483647 h 834"/>
                  <a:gd name="T88" fmla="*/ 2147483647 w 2100"/>
                  <a:gd name="T89" fmla="*/ 2147483647 h 834"/>
                  <a:gd name="T90" fmla="*/ 2147483647 w 2100"/>
                  <a:gd name="T91" fmla="*/ 2147483647 h 834"/>
                  <a:gd name="T92" fmla="*/ 2147483647 w 2100"/>
                  <a:gd name="T93" fmla="*/ 2147483647 h 834"/>
                  <a:gd name="T94" fmla="*/ 2147483647 w 2100"/>
                  <a:gd name="T95" fmla="*/ 2147483647 h 834"/>
                  <a:gd name="T96" fmla="*/ 2147483647 w 2100"/>
                  <a:gd name="T97" fmla="*/ 2147483647 h 834"/>
                  <a:gd name="T98" fmla="*/ 2147483647 w 2100"/>
                  <a:gd name="T99" fmla="*/ 2147483647 h 834"/>
                  <a:gd name="T100" fmla="*/ 2147483647 w 2100"/>
                  <a:gd name="T101" fmla="*/ 2147483647 h 834"/>
                  <a:gd name="T102" fmla="*/ 2147483647 w 2100"/>
                  <a:gd name="T103" fmla="*/ 2147483647 h 834"/>
                  <a:gd name="T104" fmla="*/ 2147483647 w 2100"/>
                  <a:gd name="T105" fmla="*/ 2147483647 h 834"/>
                  <a:gd name="T106" fmla="*/ 2147483647 w 2100"/>
                  <a:gd name="T107" fmla="*/ 2147483647 h 834"/>
                  <a:gd name="T108" fmla="*/ 2147483647 w 2100"/>
                  <a:gd name="T109" fmla="*/ 2147483647 h 834"/>
                  <a:gd name="T110" fmla="*/ 2147483647 w 2100"/>
                  <a:gd name="T111" fmla="*/ 2147483647 h 834"/>
                  <a:gd name="T112" fmla="*/ 2147483647 w 2100"/>
                  <a:gd name="T113" fmla="*/ 2147483647 h 834"/>
                  <a:gd name="T114" fmla="*/ 2147483647 w 2100"/>
                  <a:gd name="T115" fmla="*/ 2147483647 h 834"/>
                  <a:gd name="T116" fmla="*/ 2147483647 w 2100"/>
                  <a:gd name="T117" fmla="*/ 2147483647 h 834"/>
                  <a:gd name="T118" fmla="*/ 2147483647 w 2100"/>
                  <a:gd name="T119" fmla="*/ 2147483647 h 834"/>
                  <a:gd name="T120" fmla="*/ 2147483647 w 2100"/>
                  <a:gd name="T121" fmla="*/ 2147483647 h 834"/>
                  <a:gd name="T122" fmla="*/ 2147483647 w 2100"/>
                  <a:gd name="T123" fmla="*/ 2147483647 h 83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100"/>
                  <a:gd name="T187" fmla="*/ 0 h 834"/>
                  <a:gd name="T188" fmla="*/ 2100 w 2100"/>
                  <a:gd name="T189" fmla="*/ 834 h 83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100" h="834">
                    <a:moveTo>
                      <a:pt x="2088" y="408"/>
                    </a:moveTo>
                    <a:lnTo>
                      <a:pt x="2076" y="396"/>
                    </a:lnTo>
                    <a:lnTo>
                      <a:pt x="2070" y="384"/>
                    </a:lnTo>
                    <a:lnTo>
                      <a:pt x="2058" y="384"/>
                    </a:lnTo>
                    <a:lnTo>
                      <a:pt x="2034" y="372"/>
                    </a:lnTo>
                    <a:lnTo>
                      <a:pt x="2022" y="360"/>
                    </a:lnTo>
                    <a:lnTo>
                      <a:pt x="2010" y="354"/>
                    </a:lnTo>
                    <a:lnTo>
                      <a:pt x="2004" y="348"/>
                    </a:lnTo>
                    <a:lnTo>
                      <a:pt x="1986" y="348"/>
                    </a:lnTo>
                    <a:lnTo>
                      <a:pt x="1974" y="342"/>
                    </a:lnTo>
                    <a:lnTo>
                      <a:pt x="1968" y="336"/>
                    </a:lnTo>
                    <a:lnTo>
                      <a:pt x="1968" y="324"/>
                    </a:lnTo>
                    <a:lnTo>
                      <a:pt x="1902" y="324"/>
                    </a:lnTo>
                    <a:lnTo>
                      <a:pt x="1902" y="348"/>
                    </a:lnTo>
                    <a:lnTo>
                      <a:pt x="1896" y="354"/>
                    </a:lnTo>
                    <a:lnTo>
                      <a:pt x="1890" y="354"/>
                    </a:lnTo>
                    <a:lnTo>
                      <a:pt x="1878" y="348"/>
                    </a:lnTo>
                    <a:lnTo>
                      <a:pt x="1866" y="336"/>
                    </a:lnTo>
                    <a:lnTo>
                      <a:pt x="1812" y="336"/>
                    </a:lnTo>
                    <a:lnTo>
                      <a:pt x="1806" y="342"/>
                    </a:lnTo>
                    <a:lnTo>
                      <a:pt x="1812" y="342"/>
                    </a:lnTo>
                    <a:lnTo>
                      <a:pt x="1812" y="348"/>
                    </a:lnTo>
                    <a:lnTo>
                      <a:pt x="1794" y="348"/>
                    </a:lnTo>
                    <a:lnTo>
                      <a:pt x="1788" y="342"/>
                    </a:lnTo>
                    <a:lnTo>
                      <a:pt x="1776" y="336"/>
                    </a:lnTo>
                    <a:lnTo>
                      <a:pt x="1770" y="324"/>
                    </a:lnTo>
                    <a:lnTo>
                      <a:pt x="1770" y="306"/>
                    </a:lnTo>
                    <a:lnTo>
                      <a:pt x="1776" y="306"/>
                    </a:lnTo>
                    <a:lnTo>
                      <a:pt x="1770" y="294"/>
                    </a:lnTo>
                    <a:lnTo>
                      <a:pt x="1764" y="270"/>
                    </a:lnTo>
                    <a:lnTo>
                      <a:pt x="1758" y="258"/>
                    </a:lnTo>
                    <a:lnTo>
                      <a:pt x="1758" y="174"/>
                    </a:lnTo>
                    <a:lnTo>
                      <a:pt x="1740" y="174"/>
                    </a:lnTo>
                    <a:lnTo>
                      <a:pt x="1716" y="168"/>
                    </a:lnTo>
                    <a:lnTo>
                      <a:pt x="1710" y="174"/>
                    </a:lnTo>
                    <a:lnTo>
                      <a:pt x="1698" y="180"/>
                    </a:lnTo>
                    <a:lnTo>
                      <a:pt x="1674" y="180"/>
                    </a:lnTo>
                    <a:lnTo>
                      <a:pt x="1662" y="174"/>
                    </a:lnTo>
                    <a:lnTo>
                      <a:pt x="1644" y="156"/>
                    </a:lnTo>
                    <a:lnTo>
                      <a:pt x="1608" y="156"/>
                    </a:lnTo>
                    <a:lnTo>
                      <a:pt x="1596" y="150"/>
                    </a:lnTo>
                    <a:lnTo>
                      <a:pt x="1578" y="150"/>
                    </a:lnTo>
                    <a:lnTo>
                      <a:pt x="1548" y="180"/>
                    </a:lnTo>
                    <a:lnTo>
                      <a:pt x="1548" y="192"/>
                    </a:lnTo>
                    <a:lnTo>
                      <a:pt x="1536" y="204"/>
                    </a:lnTo>
                    <a:lnTo>
                      <a:pt x="1500" y="204"/>
                    </a:lnTo>
                    <a:lnTo>
                      <a:pt x="1488" y="216"/>
                    </a:lnTo>
                    <a:lnTo>
                      <a:pt x="1440" y="216"/>
                    </a:lnTo>
                    <a:lnTo>
                      <a:pt x="1440" y="222"/>
                    </a:lnTo>
                    <a:lnTo>
                      <a:pt x="1422" y="240"/>
                    </a:lnTo>
                    <a:lnTo>
                      <a:pt x="1416" y="240"/>
                    </a:lnTo>
                    <a:lnTo>
                      <a:pt x="1416" y="234"/>
                    </a:lnTo>
                    <a:lnTo>
                      <a:pt x="1410" y="228"/>
                    </a:lnTo>
                    <a:lnTo>
                      <a:pt x="1392" y="228"/>
                    </a:lnTo>
                    <a:lnTo>
                      <a:pt x="1380" y="234"/>
                    </a:lnTo>
                    <a:lnTo>
                      <a:pt x="1356" y="234"/>
                    </a:lnTo>
                    <a:lnTo>
                      <a:pt x="1344" y="228"/>
                    </a:lnTo>
                    <a:lnTo>
                      <a:pt x="1338" y="228"/>
                    </a:lnTo>
                    <a:lnTo>
                      <a:pt x="1332" y="222"/>
                    </a:lnTo>
                    <a:lnTo>
                      <a:pt x="1266" y="222"/>
                    </a:lnTo>
                    <a:lnTo>
                      <a:pt x="1260" y="216"/>
                    </a:lnTo>
                    <a:lnTo>
                      <a:pt x="1260" y="204"/>
                    </a:lnTo>
                    <a:lnTo>
                      <a:pt x="1248" y="198"/>
                    </a:lnTo>
                    <a:lnTo>
                      <a:pt x="1230" y="198"/>
                    </a:lnTo>
                    <a:lnTo>
                      <a:pt x="1230" y="192"/>
                    </a:lnTo>
                    <a:lnTo>
                      <a:pt x="1218" y="180"/>
                    </a:lnTo>
                    <a:lnTo>
                      <a:pt x="1218" y="174"/>
                    </a:lnTo>
                    <a:lnTo>
                      <a:pt x="1212" y="168"/>
                    </a:lnTo>
                    <a:lnTo>
                      <a:pt x="1152" y="168"/>
                    </a:lnTo>
                    <a:lnTo>
                      <a:pt x="1128" y="144"/>
                    </a:lnTo>
                    <a:lnTo>
                      <a:pt x="1092" y="144"/>
                    </a:lnTo>
                    <a:lnTo>
                      <a:pt x="1086" y="138"/>
                    </a:lnTo>
                    <a:lnTo>
                      <a:pt x="1080" y="138"/>
                    </a:lnTo>
                    <a:lnTo>
                      <a:pt x="1068" y="132"/>
                    </a:lnTo>
                    <a:lnTo>
                      <a:pt x="1020" y="132"/>
                    </a:lnTo>
                    <a:lnTo>
                      <a:pt x="966" y="150"/>
                    </a:lnTo>
                    <a:lnTo>
                      <a:pt x="954" y="156"/>
                    </a:lnTo>
                    <a:lnTo>
                      <a:pt x="942" y="156"/>
                    </a:lnTo>
                    <a:lnTo>
                      <a:pt x="930" y="150"/>
                    </a:lnTo>
                    <a:lnTo>
                      <a:pt x="918" y="150"/>
                    </a:lnTo>
                    <a:lnTo>
                      <a:pt x="912" y="144"/>
                    </a:lnTo>
                    <a:lnTo>
                      <a:pt x="882" y="144"/>
                    </a:lnTo>
                    <a:lnTo>
                      <a:pt x="864" y="126"/>
                    </a:lnTo>
                    <a:lnTo>
                      <a:pt x="864" y="120"/>
                    </a:lnTo>
                    <a:lnTo>
                      <a:pt x="840" y="126"/>
                    </a:lnTo>
                    <a:lnTo>
                      <a:pt x="840" y="120"/>
                    </a:lnTo>
                    <a:lnTo>
                      <a:pt x="834" y="114"/>
                    </a:lnTo>
                    <a:lnTo>
                      <a:pt x="822" y="90"/>
                    </a:lnTo>
                    <a:lnTo>
                      <a:pt x="810" y="78"/>
                    </a:lnTo>
                    <a:lnTo>
                      <a:pt x="804" y="66"/>
                    </a:lnTo>
                    <a:lnTo>
                      <a:pt x="798" y="60"/>
                    </a:lnTo>
                    <a:lnTo>
                      <a:pt x="786" y="54"/>
                    </a:lnTo>
                    <a:lnTo>
                      <a:pt x="768" y="54"/>
                    </a:lnTo>
                    <a:lnTo>
                      <a:pt x="756" y="60"/>
                    </a:lnTo>
                    <a:lnTo>
                      <a:pt x="750" y="60"/>
                    </a:lnTo>
                    <a:lnTo>
                      <a:pt x="726" y="48"/>
                    </a:lnTo>
                    <a:lnTo>
                      <a:pt x="720" y="42"/>
                    </a:lnTo>
                    <a:lnTo>
                      <a:pt x="708" y="36"/>
                    </a:lnTo>
                    <a:lnTo>
                      <a:pt x="672" y="36"/>
                    </a:lnTo>
                    <a:lnTo>
                      <a:pt x="648" y="30"/>
                    </a:lnTo>
                    <a:lnTo>
                      <a:pt x="636" y="30"/>
                    </a:lnTo>
                    <a:lnTo>
                      <a:pt x="576" y="0"/>
                    </a:lnTo>
                    <a:lnTo>
                      <a:pt x="576" y="18"/>
                    </a:lnTo>
                    <a:lnTo>
                      <a:pt x="570" y="30"/>
                    </a:lnTo>
                    <a:lnTo>
                      <a:pt x="558" y="36"/>
                    </a:lnTo>
                    <a:lnTo>
                      <a:pt x="552" y="36"/>
                    </a:lnTo>
                    <a:lnTo>
                      <a:pt x="558" y="48"/>
                    </a:lnTo>
                    <a:lnTo>
                      <a:pt x="540" y="48"/>
                    </a:lnTo>
                    <a:lnTo>
                      <a:pt x="540" y="60"/>
                    </a:lnTo>
                    <a:lnTo>
                      <a:pt x="552" y="72"/>
                    </a:lnTo>
                    <a:lnTo>
                      <a:pt x="558" y="90"/>
                    </a:lnTo>
                    <a:lnTo>
                      <a:pt x="582" y="126"/>
                    </a:lnTo>
                    <a:lnTo>
                      <a:pt x="588" y="126"/>
                    </a:lnTo>
                    <a:lnTo>
                      <a:pt x="594" y="132"/>
                    </a:lnTo>
                    <a:lnTo>
                      <a:pt x="600" y="144"/>
                    </a:lnTo>
                    <a:lnTo>
                      <a:pt x="600" y="168"/>
                    </a:lnTo>
                    <a:lnTo>
                      <a:pt x="582" y="168"/>
                    </a:lnTo>
                    <a:lnTo>
                      <a:pt x="582" y="174"/>
                    </a:lnTo>
                    <a:lnTo>
                      <a:pt x="576" y="180"/>
                    </a:lnTo>
                    <a:lnTo>
                      <a:pt x="552" y="192"/>
                    </a:lnTo>
                    <a:lnTo>
                      <a:pt x="546" y="186"/>
                    </a:lnTo>
                    <a:lnTo>
                      <a:pt x="546" y="174"/>
                    </a:lnTo>
                    <a:lnTo>
                      <a:pt x="498" y="180"/>
                    </a:lnTo>
                    <a:lnTo>
                      <a:pt x="498" y="168"/>
                    </a:lnTo>
                    <a:lnTo>
                      <a:pt x="456" y="168"/>
                    </a:lnTo>
                    <a:lnTo>
                      <a:pt x="450" y="174"/>
                    </a:lnTo>
                    <a:lnTo>
                      <a:pt x="450" y="180"/>
                    </a:lnTo>
                    <a:lnTo>
                      <a:pt x="444" y="168"/>
                    </a:lnTo>
                    <a:lnTo>
                      <a:pt x="420" y="174"/>
                    </a:lnTo>
                    <a:lnTo>
                      <a:pt x="414" y="162"/>
                    </a:lnTo>
                    <a:lnTo>
                      <a:pt x="384" y="162"/>
                    </a:lnTo>
                    <a:lnTo>
                      <a:pt x="366" y="156"/>
                    </a:lnTo>
                    <a:lnTo>
                      <a:pt x="360" y="150"/>
                    </a:lnTo>
                    <a:lnTo>
                      <a:pt x="360" y="138"/>
                    </a:lnTo>
                    <a:lnTo>
                      <a:pt x="354" y="132"/>
                    </a:lnTo>
                    <a:lnTo>
                      <a:pt x="354" y="126"/>
                    </a:lnTo>
                    <a:lnTo>
                      <a:pt x="312" y="126"/>
                    </a:lnTo>
                    <a:lnTo>
                      <a:pt x="294" y="132"/>
                    </a:lnTo>
                    <a:lnTo>
                      <a:pt x="270" y="132"/>
                    </a:lnTo>
                    <a:lnTo>
                      <a:pt x="264" y="114"/>
                    </a:lnTo>
                    <a:lnTo>
                      <a:pt x="228" y="114"/>
                    </a:lnTo>
                    <a:lnTo>
                      <a:pt x="228" y="108"/>
                    </a:lnTo>
                    <a:lnTo>
                      <a:pt x="210" y="114"/>
                    </a:lnTo>
                    <a:lnTo>
                      <a:pt x="204" y="108"/>
                    </a:lnTo>
                    <a:lnTo>
                      <a:pt x="186" y="108"/>
                    </a:lnTo>
                    <a:lnTo>
                      <a:pt x="180" y="114"/>
                    </a:lnTo>
                    <a:lnTo>
                      <a:pt x="180" y="120"/>
                    </a:lnTo>
                    <a:lnTo>
                      <a:pt x="174" y="126"/>
                    </a:lnTo>
                    <a:lnTo>
                      <a:pt x="174" y="132"/>
                    </a:lnTo>
                    <a:lnTo>
                      <a:pt x="150" y="132"/>
                    </a:lnTo>
                    <a:lnTo>
                      <a:pt x="138" y="150"/>
                    </a:lnTo>
                    <a:lnTo>
                      <a:pt x="120" y="150"/>
                    </a:lnTo>
                    <a:lnTo>
                      <a:pt x="84" y="186"/>
                    </a:lnTo>
                    <a:lnTo>
                      <a:pt x="84" y="192"/>
                    </a:lnTo>
                    <a:lnTo>
                      <a:pt x="90" y="198"/>
                    </a:lnTo>
                    <a:lnTo>
                      <a:pt x="66" y="198"/>
                    </a:lnTo>
                    <a:lnTo>
                      <a:pt x="72" y="210"/>
                    </a:lnTo>
                    <a:lnTo>
                      <a:pt x="12" y="210"/>
                    </a:lnTo>
                    <a:lnTo>
                      <a:pt x="12" y="228"/>
                    </a:lnTo>
                    <a:lnTo>
                      <a:pt x="0" y="240"/>
                    </a:lnTo>
                    <a:lnTo>
                      <a:pt x="6" y="246"/>
                    </a:lnTo>
                    <a:lnTo>
                      <a:pt x="6" y="258"/>
                    </a:lnTo>
                    <a:lnTo>
                      <a:pt x="0" y="264"/>
                    </a:lnTo>
                    <a:lnTo>
                      <a:pt x="24" y="264"/>
                    </a:lnTo>
                    <a:lnTo>
                      <a:pt x="24" y="282"/>
                    </a:lnTo>
                    <a:lnTo>
                      <a:pt x="36" y="288"/>
                    </a:lnTo>
                    <a:lnTo>
                      <a:pt x="48" y="288"/>
                    </a:lnTo>
                    <a:lnTo>
                      <a:pt x="60" y="294"/>
                    </a:lnTo>
                    <a:lnTo>
                      <a:pt x="72" y="294"/>
                    </a:lnTo>
                    <a:lnTo>
                      <a:pt x="78" y="306"/>
                    </a:lnTo>
                    <a:lnTo>
                      <a:pt x="102" y="330"/>
                    </a:lnTo>
                    <a:lnTo>
                      <a:pt x="138" y="318"/>
                    </a:lnTo>
                    <a:lnTo>
                      <a:pt x="156" y="330"/>
                    </a:lnTo>
                    <a:lnTo>
                      <a:pt x="162" y="336"/>
                    </a:lnTo>
                    <a:lnTo>
                      <a:pt x="174" y="336"/>
                    </a:lnTo>
                    <a:lnTo>
                      <a:pt x="186" y="342"/>
                    </a:lnTo>
                    <a:lnTo>
                      <a:pt x="204" y="348"/>
                    </a:lnTo>
                    <a:lnTo>
                      <a:pt x="222" y="366"/>
                    </a:lnTo>
                    <a:lnTo>
                      <a:pt x="228" y="378"/>
                    </a:lnTo>
                    <a:lnTo>
                      <a:pt x="240" y="396"/>
                    </a:lnTo>
                    <a:lnTo>
                      <a:pt x="264" y="414"/>
                    </a:lnTo>
                    <a:lnTo>
                      <a:pt x="276" y="426"/>
                    </a:lnTo>
                    <a:lnTo>
                      <a:pt x="282" y="438"/>
                    </a:lnTo>
                    <a:lnTo>
                      <a:pt x="282" y="450"/>
                    </a:lnTo>
                    <a:lnTo>
                      <a:pt x="288" y="456"/>
                    </a:lnTo>
                    <a:lnTo>
                      <a:pt x="294" y="468"/>
                    </a:lnTo>
                    <a:lnTo>
                      <a:pt x="300" y="474"/>
                    </a:lnTo>
                    <a:lnTo>
                      <a:pt x="300" y="480"/>
                    </a:lnTo>
                    <a:lnTo>
                      <a:pt x="288" y="492"/>
                    </a:lnTo>
                    <a:lnTo>
                      <a:pt x="288" y="504"/>
                    </a:lnTo>
                    <a:lnTo>
                      <a:pt x="294" y="522"/>
                    </a:lnTo>
                    <a:lnTo>
                      <a:pt x="300" y="534"/>
                    </a:lnTo>
                    <a:lnTo>
                      <a:pt x="306" y="540"/>
                    </a:lnTo>
                    <a:lnTo>
                      <a:pt x="318" y="546"/>
                    </a:lnTo>
                    <a:lnTo>
                      <a:pt x="330" y="546"/>
                    </a:lnTo>
                    <a:lnTo>
                      <a:pt x="342" y="552"/>
                    </a:lnTo>
                    <a:lnTo>
                      <a:pt x="348" y="552"/>
                    </a:lnTo>
                    <a:lnTo>
                      <a:pt x="366" y="558"/>
                    </a:lnTo>
                    <a:lnTo>
                      <a:pt x="390" y="564"/>
                    </a:lnTo>
                    <a:lnTo>
                      <a:pt x="486" y="564"/>
                    </a:lnTo>
                    <a:lnTo>
                      <a:pt x="492" y="570"/>
                    </a:lnTo>
                    <a:lnTo>
                      <a:pt x="498" y="570"/>
                    </a:lnTo>
                    <a:lnTo>
                      <a:pt x="510" y="576"/>
                    </a:lnTo>
                    <a:lnTo>
                      <a:pt x="516" y="576"/>
                    </a:lnTo>
                    <a:lnTo>
                      <a:pt x="528" y="582"/>
                    </a:lnTo>
                    <a:lnTo>
                      <a:pt x="534" y="594"/>
                    </a:lnTo>
                    <a:lnTo>
                      <a:pt x="540" y="594"/>
                    </a:lnTo>
                    <a:lnTo>
                      <a:pt x="546" y="600"/>
                    </a:lnTo>
                    <a:lnTo>
                      <a:pt x="552" y="600"/>
                    </a:lnTo>
                    <a:lnTo>
                      <a:pt x="576" y="612"/>
                    </a:lnTo>
                    <a:lnTo>
                      <a:pt x="588" y="612"/>
                    </a:lnTo>
                    <a:lnTo>
                      <a:pt x="594" y="618"/>
                    </a:lnTo>
                    <a:lnTo>
                      <a:pt x="630" y="618"/>
                    </a:lnTo>
                    <a:lnTo>
                      <a:pt x="642" y="642"/>
                    </a:lnTo>
                    <a:lnTo>
                      <a:pt x="684" y="684"/>
                    </a:lnTo>
                    <a:lnTo>
                      <a:pt x="690" y="696"/>
                    </a:lnTo>
                    <a:lnTo>
                      <a:pt x="720" y="726"/>
                    </a:lnTo>
                    <a:lnTo>
                      <a:pt x="732" y="732"/>
                    </a:lnTo>
                    <a:lnTo>
                      <a:pt x="738" y="744"/>
                    </a:lnTo>
                    <a:lnTo>
                      <a:pt x="750" y="750"/>
                    </a:lnTo>
                    <a:lnTo>
                      <a:pt x="810" y="744"/>
                    </a:lnTo>
                    <a:lnTo>
                      <a:pt x="864" y="750"/>
                    </a:lnTo>
                    <a:lnTo>
                      <a:pt x="912" y="750"/>
                    </a:lnTo>
                    <a:lnTo>
                      <a:pt x="948" y="756"/>
                    </a:lnTo>
                    <a:lnTo>
                      <a:pt x="954" y="750"/>
                    </a:lnTo>
                    <a:lnTo>
                      <a:pt x="966" y="744"/>
                    </a:lnTo>
                    <a:lnTo>
                      <a:pt x="972" y="738"/>
                    </a:lnTo>
                    <a:lnTo>
                      <a:pt x="984" y="738"/>
                    </a:lnTo>
                    <a:lnTo>
                      <a:pt x="996" y="744"/>
                    </a:lnTo>
                    <a:lnTo>
                      <a:pt x="1002" y="744"/>
                    </a:lnTo>
                    <a:lnTo>
                      <a:pt x="1008" y="750"/>
                    </a:lnTo>
                    <a:lnTo>
                      <a:pt x="1062" y="750"/>
                    </a:lnTo>
                    <a:lnTo>
                      <a:pt x="1080" y="756"/>
                    </a:lnTo>
                    <a:lnTo>
                      <a:pt x="1092" y="756"/>
                    </a:lnTo>
                    <a:lnTo>
                      <a:pt x="1110" y="774"/>
                    </a:lnTo>
                    <a:lnTo>
                      <a:pt x="1116" y="786"/>
                    </a:lnTo>
                    <a:lnTo>
                      <a:pt x="1128" y="792"/>
                    </a:lnTo>
                    <a:lnTo>
                      <a:pt x="1152" y="798"/>
                    </a:lnTo>
                    <a:lnTo>
                      <a:pt x="1200" y="798"/>
                    </a:lnTo>
                    <a:lnTo>
                      <a:pt x="1218" y="804"/>
                    </a:lnTo>
                    <a:lnTo>
                      <a:pt x="1242" y="816"/>
                    </a:lnTo>
                    <a:lnTo>
                      <a:pt x="1248" y="822"/>
                    </a:lnTo>
                    <a:lnTo>
                      <a:pt x="1260" y="822"/>
                    </a:lnTo>
                    <a:lnTo>
                      <a:pt x="1266" y="816"/>
                    </a:lnTo>
                    <a:lnTo>
                      <a:pt x="1278" y="816"/>
                    </a:lnTo>
                    <a:lnTo>
                      <a:pt x="1290" y="810"/>
                    </a:lnTo>
                    <a:lnTo>
                      <a:pt x="1302" y="810"/>
                    </a:lnTo>
                    <a:lnTo>
                      <a:pt x="1302" y="816"/>
                    </a:lnTo>
                    <a:lnTo>
                      <a:pt x="1308" y="828"/>
                    </a:lnTo>
                    <a:lnTo>
                      <a:pt x="1314" y="828"/>
                    </a:lnTo>
                    <a:lnTo>
                      <a:pt x="1320" y="834"/>
                    </a:lnTo>
                    <a:lnTo>
                      <a:pt x="1338" y="834"/>
                    </a:lnTo>
                    <a:lnTo>
                      <a:pt x="1344" y="828"/>
                    </a:lnTo>
                    <a:lnTo>
                      <a:pt x="1362" y="816"/>
                    </a:lnTo>
                    <a:lnTo>
                      <a:pt x="1422" y="780"/>
                    </a:lnTo>
                    <a:lnTo>
                      <a:pt x="1440" y="768"/>
                    </a:lnTo>
                    <a:lnTo>
                      <a:pt x="1596" y="768"/>
                    </a:lnTo>
                    <a:lnTo>
                      <a:pt x="1614" y="744"/>
                    </a:lnTo>
                    <a:lnTo>
                      <a:pt x="1638" y="744"/>
                    </a:lnTo>
                    <a:lnTo>
                      <a:pt x="1650" y="738"/>
                    </a:lnTo>
                    <a:lnTo>
                      <a:pt x="1662" y="714"/>
                    </a:lnTo>
                    <a:lnTo>
                      <a:pt x="1662" y="708"/>
                    </a:lnTo>
                    <a:lnTo>
                      <a:pt x="1668" y="696"/>
                    </a:lnTo>
                    <a:lnTo>
                      <a:pt x="1668" y="690"/>
                    </a:lnTo>
                    <a:lnTo>
                      <a:pt x="1692" y="690"/>
                    </a:lnTo>
                    <a:lnTo>
                      <a:pt x="1704" y="678"/>
                    </a:lnTo>
                    <a:lnTo>
                      <a:pt x="1710" y="666"/>
                    </a:lnTo>
                    <a:lnTo>
                      <a:pt x="1716" y="660"/>
                    </a:lnTo>
                    <a:lnTo>
                      <a:pt x="1716" y="654"/>
                    </a:lnTo>
                    <a:lnTo>
                      <a:pt x="1704" y="648"/>
                    </a:lnTo>
                    <a:lnTo>
                      <a:pt x="1686" y="630"/>
                    </a:lnTo>
                    <a:lnTo>
                      <a:pt x="1674" y="624"/>
                    </a:lnTo>
                    <a:lnTo>
                      <a:pt x="1656" y="606"/>
                    </a:lnTo>
                    <a:lnTo>
                      <a:pt x="1650" y="594"/>
                    </a:lnTo>
                    <a:lnTo>
                      <a:pt x="1650" y="582"/>
                    </a:lnTo>
                    <a:lnTo>
                      <a:pt x="1656" y="570"/>
                    </a:lnTo>
                    <a:lnTo>
                      <a:pt x="1656" y="558"/>
                    </a:lnTo>
                    <a:lnTo>
                      <a:pt x="1668" y="552"/>
                    </a:lnTo>
                    <a:lnTo>
                      <a:pt x="1692" y="552"/>
                    </a:lnTo>
                    <a:lnTo>
                      <a:pt x="1698" y="558"/>
                    </a:lnTo>
                    <a:lnTo>
                      <a:pt x="1704" y="558"/>
                    </a:lnTo>
                    <a:lnTo>
                      <a:pt x="1710" y="564"/>
                    </a:lnTo>
                    <a:lnTo>
                      <a:pt x="1722" y="570"/>
                    </a:lnTo>
                    <a:lnTo>
                      <a:pt x="1728" y="576"/>
                    </a:lnTo>
                    <a:lnTo>
                      <a:pt x="1740" y="582"/>
                    </a:lnTo>
                    <a:lnTo>
                      <a:pt x="1764" y="582"/>
                    </a:lnTo>
                    <a:lnTo>
                      <a:pt x="1776" y="576"/>
                    </a:lnTo>
                    <a:lnTo>
                      <a:pt x="1794" y="576"/>
                    </a:lnTo>
                    <a:lnTo>
                      <a:pt x="1806" y="570"/>
                    </a:lnTo>
                    <a:lnTo>
                      <a:pt x="1812" y="558"/>
                    </a:lnTo>
                    <a:lnTo>
                      <a:pt x="1818" y="552"/>
                    </a:lnTo>
                    <a:lnTo>
                      <a:pt x="1818" y="528"/>
                    </a:lnTo>
                    <a:lnTo>
                      <a:pt x="1890" y="528"/>
                    </a:lnTo>
                    <a:lnTo>
                      <a:pt x="1914" y="504"/>
                    </a:lnTo>
                    <a:lnTo>
                      <a:pt x="1902" y="492"/>
                    </a:lnTo>
                    <a:lnTo>
                      <a:pt x="1896" y="480"/>
                    </a:lnTo>
                    <a:lnTo>
                      <a:pt x="1902" y="474"/>
                    </a:lnTo>
                    <a:lnTo>
                      <a:pt x="1938" y="456"/>
                    </a:lnTo>
                    <a:lnTo>
                      <a:pt x="1950" y="456"/>
                    </a:lnTo>
                    <a:lnTo>
                      <a:pt x="1950" y="438"/>
                    </a:lnTo>
                    <a:lnTo>
                      <a:pt x="1980" y="444"/>
                    </a:lnTo>
                    <a:lnTo>
                      <a:pt x="1998" y="426"/>
                    </a:lnTo>
                    <a:lnTo>
                      <a:pt x="2004" y="426"/>
                    </a:lnTo>
                    <a:lnTo>
                      <a:pt x="2010" y="420"/>
                    </a:lnTo>
                    <a:lnTo>
                      <a:pt x="2040" y="420"/>
                    </a:lnTo>
                    <a:lnTo>
                      <a:pt x="2052" y="426"/>
                    </a:lnTo>
                    <a:lnTo>
                      <a:pt x="2058" y="432"/>
                    </a:lnTo>
                    <a:lnTo>
                      <a:pt x="2094" y="432"/>
                    </a:lnTo>
                    <a:lnTo>
                      <a:pt x="2100" y="426"/>
                    </a:lnTo>
                    <a:lnTo>
                      <a:pt x="2100" y="420"/>
                    </a:lnTo>
                    <a:lnTo>
                      <a:pt x="2088" y="408"/>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23" name="Mexico" descr="© INSCALE GmbH, 05.05.2010&#10;http://www.presentationload.com/">
                <a:extLst>
                  <a:ext uri="{FF2B5EF4-FFF2-40B4-BE49-F238E27FC236}">
                    <a16:creationId xmlns:a16="http://schemas.microsoft.com/office/drawing/2014/main" id="{F0717239-C3E9-7FA6-C287-B53836CCE623}"/>
                  </a:ext>
                </a:extLst>
              </p:cNvPr>
              <p:cNvSpPr>
                <a:spLocks/>
              </p:cNvSpPr>
              <p:nvPr/>
            </p:nvSpPr>
            <p:spPr bwMode="gray">
              <a:xfrm>
                <a:off x="651" y="1901"/>
                <a:ext cx="472" cy="370"/>
              </a:xfrm>
              <a:custGeom>
                <a:avLst/>
                <a:gdLst>
                  <a:gd name="T0" fmla="*/ 2147483647 w 1860"/>
                  <a:gd name="T1" fmla="*/ 2147483647 h 1458"/>
                  <a:gd name="T2" fmla="*/ 2147483647 w 1860"/>
                  <a:gd name="T3" fmla="*/ 2147483647 h 1458"/>
                  <a:gd name="T4" fmla="*/ 2147483647 w 1860"/>
                  <a:gd name="T5" fmla="*/ 2147483647 h 1458"/>
                  <a:gd name="T6" fmla="*/ 2147483647 w 1860"/>
                  <a:gd name="T7" fmla="*/ 2147483647 h 1458"/>
                  <a:gd name="T8" fmla="*/ 2147483647 w 1860"/>
                  <a:gd name="T9" fmla="*/ 2147483647 h 1458"/>
                  <a:gd name="T10" fmla="*/ 2147483647 w 1860"/>
                  <a:gd name="T11" fmla="*/ 2147483647 h 1458"/>
                  <a:gd name="T12" fmla="*/ 2147483647 w 1860"/>
                  <a:gd name="T13" fmla="*/ 2147483647 h 1458"/>
                  <a:gd name="T14" fmla="*/ 2147483647 w 1860"/>
                  <a:gd name="T15" fmla="*/ 2147483647 h 1458"/>
                  <a:gd name="T16" fmla="*/ 2147483647 w 1860"/>
                  <a:gd name="T17" fmla="*/ 2147483647 h 1458"/>
                  <a:gd name="T18" fmla="*/ 2147483647 w 1860"/>
                  <a:gd name="T19" fmla="*/ 2147483647 h 1458"/>
                  <a:gd name="T20" fmla="*/ 2147483647 w 1860"/>
                  <a:gd name="T21" fmla="*/ 2147483647 h 1458"/>
                  <a:gd name="T22" fmla="*/ 2147483647 w 1860"/>
                  <a:gd name="T23" fmla="*/ 2147483647 h 1458"/>
                  <a:gd name="T24" fmla="*/ 2147483647 w 1860"/>
                  <a:gd name="T25" fmla="*/ 2147483647 h 1458"/>
                  <a:gd name="T26" fmla="*/ 2147483647 w 1860"/>
                  <a:gd name="T27" fmla="*/ 2147483647 h 1458"/>
                  <a:gd name="T28" fmla="*/ 2147483647 w 1860"/>
                  <a:gd name="T29" fmla="*/ 2147483647 h 1458"/>
                  <a:gd name="T30" fmla="*/ 2147483647 w 1860"/>
                  <a:gd name="T31" fmla="*/ 2147483647 h 1458"/>
                  <a:gd name="T32" fmla="*/ 2147483647 w 1860"/>
                  <a:gd name="T33" fmla="*/ 2147483647 h 1458"/>
                  <a:gd name="T34" fmla="*/ 2147483647 w 1860"/>
                  <a:gd name="T35" fmla="*/ 2147483647 h 1458"/>
                  <a:gd name="T36" fmla="*/ 2147483647 w 1860"/>
                  <a:gd name="T37" fmla="*/ 2147483647 h 1458"/>
                  <a:gd name="T38" fmla="*/ 2147483647 w 1860"/>
                  <a:gd name="T39" fmla="*/ 2147483647 h 1458"/>
                  <a:gd name="T40" fmla="*/ 2147483647 w 1860"/>
                  <a:gd name="T41" fmla="*/ 2147483647 h 1458"/>
                  <a:gd name="T42" fmla="*/ 2147483647 w 1860"/>
                  <a:gd name="T43" fmla="*/ 2147483647 h 1458"/>
                  <a:gd name="T44" fmla="*/ 2147483647 w 1860"/>
                  <a:gd name="T45" fmla="*/ 2147483647 h 1458"/>
                  <a:gd name="T46" fmla="*/ 2147483647 w 1860"/>
                  <a:gd name="T47" fmla="*/ 2147483647 h 1458"/>
                  <a:gd name="T48" fmla="*/ 2147483647 w 1860"/>
                  <a:gd name="T49" fmla="*/ 2147483647 h 1458"/>
                  <a:gd name="T50" fmla="*/ 2147483647 w 1860"/>
                  <a:gd name="T51" fmla="*/ 2147483647 h 1458"/>
                  <a:gd name="T52" fmla="*/ 2147483647 w 1860"/>
                  <a:gd name="T53" fmla="*/ 2147483647 h 1458"/>
                  <a:gd name="T54" fmla="*/ 2147483647 w 1860"/>
                  <a:gd name="T55" fmla="*/ 2147483647 h 1458"/>
                  <a:gd name="T56" fmla="*/ 0 w 1860"/>
                  <a:gd name="T57" fmla="*/ 2147483647 h 1458"/>
                  <a:gd name="T58" fmla="*/ 2147483647 w 1860"/>
                  <a:gd name="T59" fmla="*/ 2147483647 h 1458"/>
                  <a:gd name="T60" fmla="*/ 2147483647 w 1860"/>
                  <a:gd name="T61" fmla="*/ 2147483647 h 1458"/>
                  <a:gd name="T62" fmla="*/ 2147483647 w 1860"/>
                  <a:gd name="T63" fmla="*/ 2147483647 h 1458"/>
                  <a:gd name="T64" fmla="*/ 2147483647 w 1860"/>
                  <a:gd name="T65" fmla="*/ 2147483647 h 1458"/>
                  <a:gd name="T66" fmla="*/ 2147483647 w 1860"/>
                  <a:gd name="T67" fmla="*/ 2147483647 h 1458"/>
                  <a:gd name="T68" fmla="*/ 2147483647 w 1860"/>
                  <a:gd name="T69" fmla="*/ 2147483647 h 1458"/>
                  <a:gd name="T70" fmla="*/ 2147483647 w 1860"/>
                  <a:gd name="T71" fmla="*/ 2147483647 h 1458"/>
                  <a:gd name="T72" fmla="*/ 2147483647 w 1860"/>
                  <a:gd name="T73" fmla="*/ 2147483647 h 1458"/>
                  <a:gd name="T74" fmla="*/ 2147483647 w 1860"/>
                  <a:gd name="T75" fmla="*/ 2147483647 h 1458"/>
                  <a:gd name="T76" fmla="*/ 2147483647 w 1860"/>
                  <a:gd name="T77" fmla="*/ 2147483647 h 1458"/>
                  <a:gd name="T78" fmla="*/ 2147483647 w 1860"/>
                  <a:gd name="T79" fmla="*/ 2147483647 h 1458"/>
                  <a:gd name="T80" fmla="*/ 2147483647 w 1860"/>
                  <a:gd name="T81" fmla="*/ 2147483647 h 1458"/>
                  <a:gd name="T82" fmla="*/ 2147483647 w 1860"/>
                  <a:gd name="T83" fmla="*/ 2147483647 h 1458"/>
                  <a:gd name="T84" fmla="*/ 2147483647 w 1860"/>
                  <a:gd name="T85" fmla="*/ 2147483647 h 1458"/>
                  <a:gd name="T86" fmla="*/ 2147483647 w 1860"/>
                  <a:gd name="T87" fmla="*/ 2147483647 h 1458"/>
                  <a:gd name="T88" fmla="*/ 2147483647 w 1860"/>
                  <a:gd name="T89" fmla="*/ 2147483647 h 1458"/>
                  <a:gd name="T90" fmla="*/ 2147483647 w 1860"/>
                  <a:gd name="T91" fmla="*/ 2147483647 h 1458"/>
                  <a:gd name="T92" fmla="*/ 2147483647 w 1860"/>
                  <a:gd name="T93" fmla="*/ 2147483647 h 1458"/>
                  <a:gd name="T94" fmla="*/ 2147483647 w 1860"/>
                  <a:gd name="T95" fmla="*/ 2147483647 h 1458"/>
                  <a:gd name="T96" fmla="*/ 2147483647 w 1860"/>
                  <a:gd name="T97" fmla="*/ 2147483647 h 1458"/>
                  <a:gd name="T98" fmla="*/ 2147483647 w 1860"/>
                  <a:gd name="T99" fmla="*/ 2147483647 h 1458"/>
                  <a:gd name="T100" fmla="*/ 2147483647 w 1860"/>
                  <a:gd name="T101" fmla="*/ 2147483647 h 1458"/>
                  <a:gd name="T102" fmla="*/ 2147483647 w 1860"/>
                  <a:gd name="T103" fmla="*/ 2147483647 h 1458"/>
                  <a:gd name="T104" fmla="*/ 2147483647 w 1860"/>
                  <a:gd name="T105" fmla="*/ 2147483647 h 1458"/>
                  <a:gd name="T106" fmla="*/ 2147483647 w 1860"/>
                  <a:gd name="T107" fmla="*/ 2147483647 h 1458"/>
                  <a:gd name="T108" fmla="*/ 2147483647 w 1860"/>
                  <a:gd name="T109" fmla="*/ 2147483647 h 1458"/>
                  <a:gd name="T110" fmla="*/ 2147483647 w 1860"/>
                  <a:gd name="T111" fmla="*/ 2147483647 h 1458"/>
                  <a:gd name="T112" fmla="*/ 2147483647 w 1860"/>
                  <a:gd name="T113" fmla="*/ 2147483647 h 1458"/>
                  <a:gd name="T114" fmla="*/ 2147483647 w 1860"/>
                  <a:gd name="T115" fmla="*/ 2147483647 h 1458"/>
                  <a:gd name="T116" fmla="*/ 2147483647 w 1860"/>
                  <a:gd name="T117" fmla="*/ 2147483647 h 1458"/>
                  <a:gd name="T118" fmla="*/ 2147483647 w 1860"/>
                  <a:gd name="T119" fmla="*/ 2147483647 h 1458"/>
                  <a:gd name="T120" fmla="*/ 2147483647 w 1860"/>
                  <a:gd name="T121" fmla="*/ 2147483647 h 145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860"/>
                  <a:gd name="T184" fmla="*/ 0 h 1458"/>
                  <a:gd name="T185" fmla="*/ 1860 w 1860"/>
                  <a:gd name="T186" fmla="*/ 1458 h 145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860" h="1458">
                    <a:moveTo>
                      <a:pt x="1422" y="1440"/>
                    </a:moveTo>
                    <a:lnTo>
                      <a:pt x="1422" y="1380"/>
                    </a:lnTo>
                    <a:lnTo>
                      <a:pt x="1452" y="1332"/>
                    </a:lnTo>
                    <a:lnTo>
                      <a:pt x="1542" y="1338"/>
                    </a:lnTo>
                    <a:lnTo>
                      <a:pt x="1542" y="1320"/>
                    </a:lnTo>
                    <a:lnTo>
                      <a:pt x="1548" y="1320"/>
                    </a:lnTo>
                    <a:lnTo>
                      <a:pt x="1554" y="1314"/>
                    </a:lnTo>
                    <a:lnTo>
                      <a:pt x="1554" y="1302"/>
                    </a:lnTo>
                    <a:lnTo>
                      <a:pt x="1536" y="1302"/>
                    </a:lnTo>
                    <a:lnTo>
                      <a:pt x="1530" y="1278"/>
                    </a:lnTo>
                    <a:lnTo>
                      <a:pt x="1524" y="1278"/>
                    </a:lnTo>
                    <a:lnTo>
                      <a:pt x="1512" y="1272"/>
                    </a:lnTo>
                    <a:lnTo>
                      <a:pt x="1506" y="1272"/>
                    </a:lnTo>
                    <a:lnTo>
                      <a:pt x="1500" y="1266"/>
                    </a:lnTo>
                    <a:lnTo>
                      <a:pt x="1494" y="1254"/>
                    </a:lnTo>
                    <a:lnTo>
                      <a:pt x="1494" y="1248"/>
                    </a:lnTo>
                    <a:lnTo>
                      <a:pt x="1482" y="1242"/>
                    </a:lnTo>
                    <a:lnTo>
                      <a:pt x="1506" y="1242"/>
                    </a:lnTo>
                    <a:lnTo>
                      <a:pt x="1518" y="1236"/>
                    </a:lnTo>
                    <a:lnTo>
                      <a:pt x="1524" y="1236"/>
                    </a:lnTo>
                    <a:lnTo>
                      <a:pt x="1524" y="1212"/>
                    </a:lnTo>
                    <a:lnTo>
                      <a:pt x="1518" y="1200"/>
                    </a:lnTo>
                    <a:lnTo>
                      <a:pt x="1518" y="1188"/>
                    </a:lnTo>
                    <a:lnTo>
                      <a:pt x="1650" y="1194"/>
                    </a:lnTo>
                    <a:lnTo>
                      <a:pt x="1656" y="1182"/>
                    </a:lnTo>
                    <a:lnTo>
                      <a:pt x="1656" y="1176"/>
                    </a:lnTo>
                    <a:lnTo>
                      <a:pt x="1662" y="1176"/>
                    </a:lnTo>
                    <a:lnTo>
                      <a:pt x="1668" y="1182"/>
                    </a:lnTo>
                    <a:lnTo>
                      <a:pt x="1668" y="1188"/>
                    </a:lnTo>
                    <a:lnTo>
                      <a:pt x="1674" y="1188"/>
                    </a:lnTo>
                    <a:lnTo>
                      <a:pt x="1680" y="1182"/>
                    </a:lnTo>
                    <a:lnTo>
                      <a:pt x="1692" y="1176"/>
                    </a:lnTo>
                    <a:lnTo>
                      <a:pt x="1698" y="1164"/>
                    </a:lnTo>
                    <a:lnTo>
                      <a:pt x="1698" y="1152"/>
                    </a:lnTo>
                    <a:lnTo>
                      <a:pt x="1704" y="1146"/>
                    </a:lnTo>
                    <a:lnTo>
                      <a:pt x="1704" y="1140"/>
                    </a:lnTo>
                    <a:lnTo>
                      <a:pt x="1710" y="1152"/>
                    </a:lnTo>
                    <a:lnTo>
                      <a:pt x="1746" y="1116"/>
                    </a:lnTo>
                    <a:lnTo>
                      <a:pt x="1746" y="1122"/>
                    </a:lnTo>
                    <a:lnTo>
                      <a:pt x="1740" y="1128"/>
                    </a:lnTo>
                    <a:lnTo>
                      <a:pt x="1740" y="1146"/>
                    </a:lnTo>
                    <a:lnTo>
                      <a:pt x="1746" y="1152"/>
                    </a:lnTo>
                    <a:lnTo>
                      <a:pt x="1758" y="1152"/>
                    </a:lnTo>
                    <a:lnTo>
                      <a:pt x="1782" y="1086"/>
                    </a:lnTo>
                    <a:lnTo>
                      <a:pt x="1770" y="1074"/>
                    </a:lnTo>
                    <a:lnTo>
                      <a:pt x="1794" y="1068"/>
                    </a:lnTo>
                    <a:lnTo>
                      <a:pt x="1794" y="1056"/>
                    </a:lnTo>
                    <a:lnTo>
                      <a:pt x="1776" y="1050"/>
                    </a:lnTo>
                    <a:lnTo>
                      <a:pt x="1794" y="1032"/>
                    </a:lnTo>
                    <a:lnTo>
                      <a:pt x="1800" y="1008"/>
                    </a:lnTo>
                    <a:lnTo>
                      <a:pt x="1806" y="996"/>
                    </a:lnTo>
                    <a:lnTo>
                      <a:pt x="1818" y="990"/>
                    </a:lnTo>
                    <a:lnTo>
                      <a:pt x="1824" y="978"/>
                    </a:lnTo>
                    <a:lnTo>
                      <a:pt x="1836" y="966"/>
                    </a:lnTo>
                    <a:lnTo>
                      <a:pt x="1842" y="954"/>
                    </a:lnTo>
                    <a:lnTo>
                      <a:pt x="1848" y="948"/>
                    </a:lnTo>
                    <a:lnTo>
                      <a:pt x="1854" y="936"/>
                    </a:lnTo>
                    <a:lnTo>
                      <a:pt x="1854" y="930"/>
                    </a:lnTo>
                    <a:lnTo>
                      <a:pt x="1860" y="918"/>
                    </a:lnTo>
                    <a:lnTo>
                      <a:pt x="1860" y="900"/>
                    </a:lnTo>
                    <a:lnTo>
                      <a:pt x="1854" y="894"/>
                    </a:lnTo>
                    <a:lnTo>
                      <a:pt x="1818" y="894"/>
                    </a:lnTo>
                    <a:lnTo>
                      <a:pt x="1812" y="900"/>
                    </a:lnTo>
                    <a:lnTo>
                      <a:pt x="1800" y="900"/>
                    </a:lnTo>
                    <a:lnTo>
                      <a:pt x="1794" y="894"/>
                    </a:lnTo>
                    <a:lnTo>
                      <a:pt x="1782" y="894"/>
                    </a:lnTo>
                    <a:lnTo>
                      <a:pt x="1770" y="888"/>
                    </a:lnTo>
                    <a:lnTo>
                      <a:pt x="1746" y="888"/>
                    </a:lnTo>
                    <a:lnTo>
                      <a:pt x="1734" y="894"/>
                    </a:lnTo>
                    <a:lnTo>
                      <a:pt x="1716" y="900"/>
                    </a:lnTo>
                    <a:lnTo>
                      <a:pt x="1698" y="900"/>
                    </a:lnTo>
                    <a:lnTo>
                      <a:pt x="1686" y="906"/>
                    </a:lnTo>
                    <a:lnTo>
                      <a:pt x="1668" y="906"/>
                    </a:lnTo>
                    <a:lnTo>
                      <a:pt x="1656" y="912"/>
                    </a:lnTo>
                    <a:lnTo>
                      <a:pt x="1626" y="912"/>
                    </a:lnTo>
                    <a:lnTo>
                      <a:pt x="1614" y="918"/>
                    </a:lnTo>
                    <a:lnTo>
                      <a:pt x="1608" y="924"/>
                    </a:lnTo>
                    <a:lnTo>
                      <a:pt x="1596" y="948"/>
                    </a:lnTo>
                    <a:lnTo>
                      <a:pt x="1590" y="966"/>
                    </a:lnTo>
                    <a:lnTo>
                      <a:pt x="1590" y="1026"/>
                    </a:lnTo>
                    <a:lnTo>
                      <a:pt x="1572" y="1032"/>
                    </a:lnTo>
                    <a:lnTo>
                      <a:pt x="1572" y="1062"/>
                    </a:lnTo>
                    <a:lnTo>
                      <a:pt x="1566" y="1074"/>
                    </a:lnTo>
                    <a:lnTo>
                      <a:pt x="1542" y="1086"/>
                    </a:lnTo>
                    <a:lnTo>
                      <a:pt x="1524" y="1098"/>
                    </a:lnTo>
                    <a:lnTo>
                      <a:pt x="1512" y="1110"/>
                    </a:lnTo>
                    <a:lnTo>
                      <a:pt x="1512" y="1122"/>
                    </a:lnTo>
                    <a:lnTo>
                      <a:pt x="1506" y="1128"/>
                    </a:lnTo>
                    <a:lnTo>
                      <a:pt x="1506" y="1140"/>
                    </a:lnTo>
                    <a:lnTo>
                      <a:pt x="1500" y="1146"/>
                    </a:lnTo>
                    <a:lnTo>
                      <a:pt x="1488" y="1146"/>
                    </a:lnTo>
                    <a:lnTo>
                      <a:pt x="1476" y="1134"/>
                    </a:lnTo>
                    <a:lnTo>
                      <a:pt x="1476" y="1128"/>
                    </a:lnTo>
                    <a:lnTo>
                      <a:pt x="1470" y="1122"/>
                    </a:lnTo>
                    <a:lnTo>
                      <a:pt x="1440" y="1122"/>
                    </a:lnTo>
                    <a:lnTo>
                      <a:pt x="1416" y="1128"/>
                    </a:lnTo>
                    <a:lnTo>
                      <a:pt x="1392" y="1140"/>
                    </a:lnTo>
                    <a:lnTo>
                      <a:pt x="1356" y="1140"/>
                    </a:lnTo>
                    <a:lnTo>
                      <a:pt x="1338" y="1146"/>
                    </a:lnTo>
                    <a:lnTo>
                      <a:pt x="1290" y="1170"/>
                    </a:lnTo>
                    <a:lnTo>
                      <a:pt x="1284" y="1170"/>
                    </a:lnTo>
                    <a:lnTo>
                      <a:pt x="1272" y="1158"/>
                    </a:lnTo>
                    <a:lnTo>
                      <a:pt x="1266" y="1146"/>
                    </a:lnTo>
                    <a:lnTo>
                      <a:pt x="1266" y="1140"/>
                    </a:lnTo>
                    <a:lnTo>
                      <a:pt x="1260" y="1128"/>
                    </a:lnTo>
                    <a:lnTo>
                      <a:pt x="1242" y="1128"/>
                    </a:lnTo>
                    <a:lnTo>
                      <a:pt x="1224" y="1122"/>
                    </a:lnTo>
                    <a:lnTo>
                      <a:pt x="1194" y="1122"/>
                    </a:lnTo>
                    <a:lnTo>
                      <a:pt x="1194" y="1104"/>
                    </a:lnTo>
                    <a:lnTo>
                      <a:pt x="1188" y="1092"/>
                    </a:lnTo>
                    <a:lnTo>
                      <a:pt x="1176" y="1080"/>
                    </a:lnTo>
                    <a:lnTo>
                      <a:pt x="1170" y="1068"/>
                    </a:lnTo>
                    <a:lnTo>
                      <a:pt x="1164" y="1062"/>
                    </a:lnTo>
                    <a:lnTo>
                      <a:pt x="1164" y="1026"/>
                    </a:lnTo>
                    <a:lnTo>
                      <a:pt x="1128" y="966"/>
                    </a:lnTo>
                    <a:lnTo>
                      <a:pt x="1122" y="924"/>
                    </a:lnTo>
                    <a:lnTo>
                      <a:pt x="1110" y="894"/>
                    </a:lnTo>
                    <a:lnTo>
                      <a:pt x="1104" y="804"/>
                    </a:lnTo>
                    <a:lnTo>
                      <a:pt x="1110" y="798"/>
                    </a:lnTo>
                    <a:lnTo>
                      <a:pt x="1122" y="774"/>
                    </a:lnTo>
                    <a:lnTo>
                      <a:pt x="1128" y="768"/>
                    </a:lnTo>
                    <a:lnTo>
                      <a:pt x="1128" y="654"/>
                    </a:lnTo>
                    <a:lnTo>
                      <a:pt x="1152" y="648"/>
                    </a:lnTo>
                    <a:lnTo>
                      <a:pt x="1152" y="612"/>
                    </a:lnTo>
                    <a:lnTo>
                      <a:pt x="1158" y="600"/>
                    </a:lnTo>
                    <a:lnTo>
                      <a:pt x="1158" y="594"/>
                    </a:lnTo>
                    <a:lnTo>
                      <a:pt x="1164" y="588"/>
                    </a:lnTo>
                    <a:lnTo>
                      <a:pt x="1176" y="588"/>
                    </a:lnTo>
                    <a:lnTo>
                      <a:pt x="1182" y="594"/>
                    </a:lnTo>
                    <a:lnTo>
                      <a:pt x="1188" y="594"/>
                    </a:lnTo>
                    <a:lnTo>
                      <a:pt x="1188" y="588"/>
                    </a:lnTo>
                    <a:lnTo>
                      <a:pt x="1194" y="576"/>
                    </a:lnTo>
                    <a:lnTo>
                      <a:pt x="1194" y="564"/>
                    </a:lnTo>
                    <a:lnTo>
                      <a:pt x="1200" y="558"/>
                    </a:lnTo>
                    <a:lnTo>
                      <a:pt x="1206" y="546"/>
                    </a:lnTo>
                    <a:lnTo>
                      <a:pt x="1206" y="540"/>
                    </a:lnTo>
                    <a:lnTo>
                      <a:pt x="1206" y="546"/>
                    </a:lnTo>
                    <a:lnTo>
                      <a:pt x="1182" y="546"/>
                    </a:lnTo>
                    <a:lnTo>
                      <a:pt x="1176" y="534"/>
                    </a:lnTo>
                    <a:lnTo>
                      <a:pt x="1176" y="528"/>
                    </a:lnTo>
                    <a:lnTo>
                      <a:pt x="1134" y="528"/>
                    </a:lnTo>
                    <a:lnTo>
                      <a:pt x="1122" y="516"/>
                    </a:lnTo>
                    <a:lnTo>
                      <a:pt x="1110" y="516"/>
                    </a:lnTo>
                    <a:lnTo>
                      <a:pt x="1092" y="510"/>
                    </a:lnTo>
                    <a:lnTo>
                      <a:pt x="1080" y="498"/>
                    </a:lnTo>
                    <a:lnTo>
                      <a:pt x="1080" y="468"/>
                    </a:lnTo>
                    <a:lnTo>
                      <a:pt x="1068" y="456"/>
                    </a:lnTo>
                    <a:lnTo>
                      <a:pt x="1068" y="420"/>
                    </a:lnTo>
                    <a:lnTo>
                      <a:pt x="1074" y="420"/>
                    </a:lnTo>
                    <a:lnTo>
                      <a:pt x="1080" y="414"/>
                    </a:lnTo>
                    <a:lnTo>
                      <a:pt x="1080" y="408"/>
                    </a:lnTo>
                    <a:lnTo>
                      <a:pt x="1068" y="396"/>
                    </a:lnTo>
                    <a:lnTo>
                      <a:pt x="1056" y="390"/>
                    </a:lnTo>
                    <a:lnTo>
                      <a:pt x="1050" y="384"/>
                    </a:lnTo>
                    <a:lnTo>
                      <a:pt x="1050" y="360"/>
                    </a:lnTo>
                    <a:lnTo>
                      <a:pt x="1038" y="354"/>
                    </a:lnTo>
                    <a:lnTo>
                      <a:pt x="1032" y="342"/>
                    </a:lnTo>
                    <a:lnTo>
                      <a:pt x="1032" y="330"/>
                    </a:lnTo>
                    <a:lnTo>
                      <a:pt x="1038" y="318"/>
                    </a:lnTo>
                    <a:lnTo>
                      <a:pt x="1038" y="294"/>
                    </a:lnTo>
                    <a:lnTo>
                      <a:pt x="1026" y="282"/>
                    </a:lnTo>
                    <a:lnTo>
                      <a:pt x="1020" y="270"/>
                    </a:lnTo>
                    <a:lnTo>
                      <a:pt x="1008" y="258"/>
                    </a:lnTo>
                    <a:lnTo>
                      <a:pt x="1002" y="246"/>
                    </a:lnTo>
                    <a:lnTo>
                      <a:pt x="996" y="240"/>
                    </a:lnTo>
                    <a:lnTo>
                      <a:pt x="990" y="228"/>
                    </a:lnTo>
                    <a:lnTo>
                      <a:pt x="948" y="228"/>
                    </a:lnTo>
                    <a:lnTo>
                      <a:pt x="930" y="222"/>
                    </a:lnTo>
                    <a:lnTo>
                      <a:pt x="930" y="228"/>
                    </a:lnTo>
                    <a:lnTo>
                      <a:pt x="912" y="228"/>
                    </a:lnTo>
                    <a:lnTo>
                      <a:pt x="900" y="240"/>
                    </a:lnTo>
                    <a:lnTo>
                      <a:pt x="888" y="264"/>
                    </a:lnTo>
                    <a:lnTo>
                      <a:pt x="876" y="276"/>
                    </a:lnTo>
                    <a:lnTo>
                      <a:pt x="852" y="288"/>
                    </a:lnTo>
                    <a:lnTo>
                      <a:pt x="840" y="288"/>
                    </a:lnTo>
                    <a:lnTo>
                      <a:pt x="822" y="276"/>
                    </a:lnTo>
                    <a:lnTo>
                      <a:pt x="810" y="270"/>
                    </a:lnTo>
                    <a:lnTo>
                      <a:pt x="780" y="240"/>
                    </a:lnTo>
                    <a:lnTo>
                      <a:pt x="780" y="228"/>
                    </a:lnTo>
                    <a:lnTo>
                      <a:pt x="786" y="216"/>
                    </a:lnTo>
                    <a:lnTo>
                      <a:pt x="786" y="174"/>
                    </a:lnTo>
                    <a:lnTo>
                      <a:pt x="780" y="162"/>
                    </a:lnTo>
                    <a:lnTo>
                      <a:pt x="768" y="150"/>
                    </a:lnTo>
                    <a:lnTo>
                      <a:pt x="756" y="144"/>
                    </a:lnTo>
                    <a:lnTo>
                      <a:pt x="744" y="144"/>
                    </a:lnTo>
                    <a:lnTo>
                      <a:pt x="738" y="114"/>
                    </a:lnTo>
                    <a:lnTo>
                      <a:pt x="708" y="102"/>
                    </a:lnTo>
                    <a:lnTo>
                      <a:pt x="708" y="78"/>
                    </a:lnTo>
                    <a:lnTo>
                      <a:pt x="696" y="66"/>
                    </a:lnTo>
                    <a:lnTo>
                      <a:pt x="582" y="66"/>
                    </a:lnTo>
                    <a:lnTo>
                      <a:pt x="576" y="72"/>
                    </a:lnTo>
                    <a:lnTo>
                      <a:pt x="576" y="90"/>
                    </a:lnTo>
                    <a:lnTo>
                      <a:pt x="570" y="102"/>
                    </a:lnTo>
                    <a:lnTo>
                      <a:pt x="570" y="108"/>
                    </a:lnTo>
                    <a:lnTo>
                      <a:pt x="366" y="108"/>
                    </a:lnTo>
                    <a:lnTo>
                      <a:pt x="156" y="12"/>
                    </a:lnTo>
                    <a:lnTo>
                      <a:pt x="150" y="12"/>
                    </a:lnTo>
                    <a:lnTo>
                      <a:pt x="150" y="6"/>
                    </a:lnTo>
                    <a:lnTo>
                      <a:pt x="156" y="0"/>
                    </a:lnTo>
                    <a:lnTo>
                      <a:pt x="12" y="6"/>
                    </a:lnTo>
                    <a:lnTo>
                      <a:pt x="6" y="0"/>
                    </a:lnTo>
                    <a:lnTo>
                      <a:pt x="0" y="18"/>
                    </a:lnTo>
                    <a:lnTo>
                      <a:pt x="0" y="48"/>
                    </a:lnTo>
                    <a:lnTo>
                      <a:pt x="6" y="60"/>
                    </a:lnTo>
                    <a:lnTo>
                      <a:pt x="12" y="66"/>
                    </a:lnTo>
                    <a:lnTo>
                      <a:pt x="18" y="78"/>
                    </a:lnTo>
                    <a:lnTo>
                      <a:pt x="0" y="90"/>
                    </a:lnTo>
                    <a:lnTo>
                      <a:pt x="12" y="114"/>
                    </a:lnTo>
                    <a:lnTo>
                      <a:pt x="6" y="126"/>
                    </a:lnTo>
                    <a:lnTo>
                      <a:pt x="24" y="144"/>
                    </a:lnTo>
                    <a:lnTo>
                      <a:pt x="6" y="174"/>
                    </a:lnTo>
                    <a:lnTo>
                      <a:pt x="18" y="180"/>
                    </a:lnTo>
                    <a:lnTo>
                      <a:pt x="18" y="210"/>
                    </a:lnTo>
                    <a:lnTo>
                      <a:pt x="24" y="228"/>
                    </a:lnTo>
                    <a:lnTo>
                      <a:pt x="24" y="240"/>
                    </a:lnTo>
                    <a:lnTo>
                      <a:pt x="30" y="252"/>
                    </a:lnTo>
                    <a:lnTo>
                      <a:pt x="42" y="264"/>
                    </a:lnTo>
                    <a:lnTo>
                      <a:pt x="60" y="264"/>
                    </a:lnTo>
                    <a:lnTo>
                      <a:pt x="60" y="270"/>
                    </a:lnTo>
                    <a:lnTo>
                      <a:pt x="66" y="276"/>
                    </a:lnTo>
                    <a:lnTo>
                      <a:pt x="72" y="288"/>
                    </a:lnTo>
                    <a:lnTo>
                      <a:pt x="84" y="300"/>
                    </a:lnTo>
                    <a:lnTo>
                      <a:pt x="90" y="318"/>
                    </a:lnTo>
                    <a:lnTo>
                      <a:pt x="96" y="330"/>
                    </a:lnTo>
                    <a:lnTo>
                      <a:pt x="96" y="342"/>
                    </a:lnTo>
                    <a:lnTo>
                      <a:pt x="78" y="378"/>
                    </a:lnTo>
                    <a:lnTo>
                      <a:pt x="72" y="384"/>
                    </a:lnTo>
                    <a:lnTo>
                      <a:pt x="72" y="390"/>
                    </a:lnTo>
                    <a:lnTo>
                      <a:pt x="84" y="396"/>
                    </a:lnTo>
                    <a:lnTo>
                      <a:pt x="72" y="414"/>
                    </a:lnTo>
                    <a:lnTo>
                      <a:pt x="60" y="396"/>
                    </a:lnTo>
                    <a:lnTo>
                      <a:pt x="12" y="390"/>
                    </a:lnTo>
                    <a:lnTo>
                      <a:pt x="36" y="414"/>
                    </a:lnTo>
                    <a:lnTo>
                      <a:pt x="42" y="438"/>
                    </a:lnTo>
                    <a:lnTo>
                      <a:pt x="66" y="444"/>
                    </a:lnTo>
                    <a:lnTo>
                      <a:pt x="78" y="456"/>
                    </a:lnTo>
                    <a:lnTo>
                      <a:pt x="84" y="468"/>
                    </a:lnTo>
                    <a:lnTo>
                      <a:pt x="90" y="474"/>
                    </a:lnTo>
                    <a:lnTo>
                      <a:pt x="96" y="474"/>
                    </a:lnTo>
                    <a:lnTo>
                      <a:pt x="102" y="468"/>
                    </a:lnTo>
                    <a:lnTo>
                      <a:pt x="108" y="468"/>
                    </a:lnTo>
                    <a:lnTo>
                      <a:pt x="120" y="462"/>
                    </a:lnTo>
                    <a:lnTo>
                      <a:pt x="126" y="456"/>
                    </a:lnTo>
                    <a:lnTo>
                      <a:pt x="126" y="480"/>
                    </a:lnTo>
                    <a:lnTo>
                      <a:pt x="144" y="516"/>
                    </a:lnTo>
                    <a:lnTo>
                      <a:pt x="156" y="528"/>
                    </a:lnTo>
                    <a:lnTo>
                      <a:pt x="168" y="552"/>
                    </a:lnTo>
                    <a:lnTo>
                      <a:pt x="168" y="564"/>
                    </a:lnTo>
                    <a:lnTo>
                      <a:pt x="156" y="588"/>
                    </a:lnTo>
                    <a:lnTo>
                      <a:pt x="150" y="606"/>
                    </a:lnTo>
                    <a:lnTo>
                      <a:pt x="150" y="618"/>
                    </a:lnTo>
                    <a:lnTo>
                      <a:pt x="180" y="648"/>
                    </a:lnTo>
                    <a:lnTo>
                      <a:pt x="192" y="666"/>
                    </a:lnTo>
                    <a:lnTo>
                      <a:pt x="222" y="696"/>
                    </a:lnTo>
                    <a:lnTo>
                      <a:pt x="234" y="714"/>
                    </a:lnTo>
                    <a:lnTo>
                      <a:pt x="264" y="744"/>
                    </a:lnTo>
                    <a:lnTo>
                      <a:pt x="258" y="750"/>
                    </a:lnTo>
                    <a:lnTo>
                      <a:pt x="258" y="762"/>
                    </a:lnTo>
                    <a:lnTo>
                      <a:pt x="252" y="768"/>
                    </a:lnTo>
                    <a:lnTo>
                      <a:pt x="252" y="780"/>
                    </a:lnTo>
                    <a:lnTo>
                      <a:pt x="258" y="786"/>
                    </a:lnTo>
                    <a:lnTo>
                      <a:pt x="276" y="786"/>
                    </a:lnTo>
                    <a:lnTo>
                      <a:pt x="288" y="780"/>
                    </a:lnTo>
                    <a:lnTo>
                      <a:pt x="294" y="768"/>
                    </a:lnTo>
                    <a:lnTo>
                      <a:pt x="306" y="762"/>
                    </a:lnTo>
                    <a:lnTo>
                      <a:pt x="312" y="756"/>
                    </a:lnTo>
                    <a:lnTo>
                      <a:pt x="306" y="738"/>
                    </a:lnTo>
                    <a:lnTo>
                      <a:pt x="306" y="732"/>
                    </a:lnTo>
                    <a:lnTo>
                      <a:pt x="300" y="726"/>
                    </a:lnTo>
                    <a:lnTo>
                      <a:pt x="300" y="708"/>
                    </a:lnTo>
                    <a:lnTo>
                      <a:pt x="288" y="684"/>
                    </a:lnTo>
                    <a:lnTo>
                      <a:pt x="282" y="678"/>
                    </a:lnTo>
                    <a:lnTo>
                      <a:pt x="258" y="678"/>
                    </a:lnTo>
                    <a:lnTo>
                      <a:pt x="240" y="648"/>
                    </a:lnTo>
                    <a:lnTo>
                      <a:pt x="240" y="576"/>
                    </a:lnTo>
                    <a:lnTo>
                      <a:pt x="222" y="546"/>
                    </a:lnTo>
                    <a:lnTo>
                      <a:pt x="228" y="534"/>
                    </a:lnTo>
                    <a:lnTo>
                      <a:pt x="228" y="528"/>
                    </a:lnTo>
                    <a:lnTo>
                      <a:pt x="234" y="516"/>
                    </a:lnTo>
                    <a:lnTo>
                      <a:pt x="234" y="492"/>
                    </a:lnTo>
                    <a:lnTo>
                      <a:pt x="228" y="486"/>
                    </a:lnTo>
                    <a:lnTo>
                      <a:pt x="216" y="480"/>
                    </a:lnTo>
                    <a:lnTo>
                      <a:pt x="210" y="474"/>
                    </a:lnTo>
                    <a:lnTo>
                      <a:pt x="198" y="474"/>
                    </a:lnTo>
                    <a:lnTo>
                      <a:pt x="198" y="432"/>
                    </a:lnTo>
                    <a:lnTo>
                      <a:pt x="168" y="396"/>
                    </a:lnTo>
                    <a:lnTo>
                      <a:pt x="174" y="336"/>
                    </a:lnTo>
                    <a:lnTo>
                      <a:pt x="168" y="330"/>
                    </a:lnTo>
                    <a:lnTo>
                      <a:pt x="162" y="318"/>
                    </a:lnTo>
                    <a:lnTo>
                      <a:pt x="144" y="300"/>
                    </a:lnTo>
                    <a:lnTo>
                      <a:pt x="138" y="288"/>
                    </a:lnTo>
                    <a:lnTo>
                      <a:pt x="138" y="276"/>
                    </a:lnTo>
                    <a:lnTo>
                      <a:pt x="132" y="264"/>
                    </a:lnTo>
                    <a:lnTo>
                      <a:pt x="132" y="246"/>
                    </a:lnTo>
                    <a:lnTo>
                      <a:pt x="126" y="240"/>
                    </a:lnTo>
                    <a:lnTo>
                      <a:pt x="120" y="228"/>
                    </a:lnTo>
                    <a:lnTo>
                      <a:pt x="108" y="216"/>
                    </a:lnTo>
                    <a:lnTo>
                      <a:pt x="102" y="204"/>
                    </a:lnTo>
                    <a:lnTo>
                      <a:pt x="96" y="198"/>
                    </a:lnTo>
                    <a:lnTo>
                      <a:pt x="96" y="192"/>
                    </a:lnTo>
                    <a:lnTo>
                      <a:pt x="102" y="186"/>
                    </a:lnTo>
                    <a:lnTo>
                      <a:pt x="114" y="162"/>
                    </a:lnTo>
                    <a:lnTo>
                      <a:pt x="114" y="114"/>
                    </a:lnTo>
                    <a:lnTo>
                      <a:pt x="120" y="108"/>
                    </a:lnTo>
                    <a:lnTo>
                      <a:pt x="126" y="96"/>
                    </a:lnTo>
                    <a:lnTo>
                      <a:pt x="126" y="60"/>
                    </a:lnTo>
                    <a:lnTo>
                      <a:pt x="132" y="66"/>
                    </a:lnTo>
                    <a:lnTo>
                      <a:pt x="144" y="72"/>
                    </a:lnTo>
                    <a:lnTo>
                      <a:pt x="150" y="84"/>
                    </a:lnTo>
                    <a:lnTo>
                      <a:pt x="162" y="90"/>
                    </a:lnTo>
                    <a:lnTo>
                      <a:pt x="180" y="90"/>
                    </a:lnTo>
                    <a:lnTo>
                      <a:pt x="186" y="84"/>
                    </a:lnTo>
                    <a:lnTo>
                      <a:pt x="198" y="84"/>
                    </a:lnTo>
                    <a:lnTo>
                      <a:pt x="198" y="102"/>
                    </a:lnTo>
                    <a:lnTo>
                      <a:pt x="204" y="108"/>
                    </a:lnTo>
                    <a:lnTo>
                      <a:pt x="216" y="114"/>
                    </a:lnTo>
                    <a:lnTo>
                      <a:pt x="234" y="114"/>
                    </a:lnTo>
                    <a:lnTo>
                      <a:pt x="234" y="120"/>
                    </a:lnTo>
                    <a:lnTo>
                      <a:pt x="228" y="126"/>
                    </a:lnTo>
                    <a:lnTo>
                      <a:pt x="228" y="186"/>
                    </a:lnTo>
                    <a:lnTo>
                      <a:pt x="240" y="258"/>
                    </a:lnTo>
                    <a:lnTo>
                      <a:pt x="240" y="270"/>
                    </a:lnTo>
                    <a:lnTo>
                      <a:pt x="246" y="282"/>
                    </a:lnTo>
                    <a:lnTo>
                      <a:pt x="252" y="306"/>
                    </a:lnTo>
                    <a:lnTo>
                      <a:pt x="264" y="342"/>
                    </a:lnTo>
                    <a:lnTo>
                      <a:pt x="276" y="372"/>
                    </a:lnTo>
                    <a:lnTo>
                      <a:pt x="282" y="384"/>
                    </a:lnTo>
                    <a:lnTo>
                      <a:pt x="324" y="384"/>
                    </a:lnTo>
                    <a:lnTo>
                      <a:pt x="318" y="390"/>
                    </a:lnTo>
                    <a:lnTo>
                      <a:pt x="306" y="414"/>
                    </a:lnTo>
                    <a:lnTo>
                      <a:pt x="318" y="438"/>
                    </a:lnTo>
                    <a:lnTo>
                      <a:pt x="330" y="444"/>
                    </a:lnTo>
                    <a:lnTo>
                      <a:pt x="336" y="450"/>
                    </a:lnTo>
                    <a:lnTo>
                      <a:pt x="348" y="450"/>
                    </a:lnTo>
                    <a:lnTo>
                      <a:pt x="354" y="474"/>
                    </a:lnTo>
                    <a:lnTo>
                      <a:pt x="384" y="474"/>
                    </a:lnTo>
                    <a:lnTo>
                      <a:pt x="390" y="516"/>
                    </a:lnTo>
                    <a:lnTo>
                      <a:pt x="384" y="516"/>
                    </a:lnTo>
                    <a:lnTo>
                      <a:pt x="378" y="522"/>
                    </a:lnTo>
                    <a:lnTo>
                      <a:pt x="366" y="528"/>
                    </a:lnTo>
                    <a:lnTo>
                      <a:pt x="360" y="534"/>
                    </a:lnTo>
                    <a:lnTo>
                      <a:pt x="354" y="546"/>
                    </a:lnTo>
                    <a:lnTo>
                      <a:pt x="354" y="558"/>
                    </a:lnTo>
                    <a:lnTo>
                      <a:pt x="360" y="564"/>
                    </a:lnTo>
                    <a:lnTo>
                      <a:pt x="372" y="570"/>
                    </a:lnTo>
                    <a:lnTo>
                      <a:pt x="384" y="558"/>
                    </a:lnTo>
                    <a:lnTo>
                      <a:pt x="384" y="564"/>
                    </a:lnTo>
                    <a:lnTo>
                      <a:pt x="396" y="576"/>
                    </a:lnTo>
                    <a:lnTo>
                      <a:pt x="396" y="588"/>
                    </a:lnTo>
                    <a:lnTo>
                      <a:pt x="402" y="594"/>
                    </a:lnTo>
                    <a:lnTo>
                      <a:pt x="414" y="594"/>
                    </a:lnTo>
                    <a:lnTo>
                      <a:pt x="426" y="600"/>
                    </a:lnTo>
                    <a:lnTo>
                      <a:pt x="432" y="600"/>
                    </a:lnTo>
                    <a:lnTo>
                      <a:pt x="438" y="606"/>
                    </a:lnTo>
                    <a:lnTo>
                      <a:pt x="438" y="624"/>
                    </a:lnTo>
                    <a:lnTo>
                      <a:pt x="432" y="630"/>
                    </a:lnTo>
                    <a:lnTo>
                      <a:pt x="432" y="636"/>
                    </a:lnTo>
                    <a:lnTo>
                      <a:pt x="426" y="648"/>
                    </a:lnTo>
                    <a:lnTo>
                      <a:pt x="426" y="654"/>
                    </a:lnTo>
                    <a:lnTo>
                      <a:pt x="468" y="654"/>
                    </a:lnTo>
                    <a:lnTo>
                      <a:pt x="468" y="684"/>
                    </a:lnTo>
                    <a:lnTo>
                      <a:pt x="504" y="720"/>
                    </a:lnTo>
                    <a:lnTo>
                      <a:pt x="510" y="732"/>
                    </a:lnTo>
                    <a:lnTo>
                      <a:pt x="528" y="750"/>
                    </a:lnTo>
                    <a:lnTo>
                      <a:pt x="534" y="768"/>
                    </a:lnTo>
                    <a:lnTo>
                      <a:pt x="546" y="780"/>
                    </a:lnTo>
                    <a:lnTo>
                      <a:pt x="552" y="798"/>
                    </a:lnTo>
                    <a:lnTo>
                      <a:pt x="558" y="810"/>
                    </a:lnTo>
                    <a:lnTo>
                      <a:pt x="558" y="870"/>
                    </a:lnTo>
                    <a:lnTo>
                      <a:pt x="564" y="882"/>
                    </a:lnTo>
                    <a:lnTo>
                      <a:pt x="576" y="894"/>
                    </a:lnTo>
                    <a:lnTo>
                      <a:pt x="576" y="906"/>
                    </a:lnTo>
                    <a:lnTo>
                      <a:pt x="570" y="918"/>
                    </a:lnTo>
                    <a:lnTo>
                      <a:pt x="552" y="936"/>
                    </a:lnTo>
                    <a:lnTo>
                      <a:pt x="546" y="948"/>
                    </a:lnTo>
                    <a:lnTo>
                      <a:pt x="546" y="954"/>
                    </a:lnTo>
                    <a:lnTo>
                      <a:pt x="552" y="960"/>
                    </a:lnTo>
                    <a:lnTo>
                      <a:pt x="564" y="966"/>
                    </a:lnTo>
                    <a:lnTo>
                      <a:pt x="540" y="966"/>
                    </a:lnTo>
                    <a:lnTo>
                      <a:pt x="528" y="972"/>
                    </a:lnTo>
                    <a:lnTo>
                      <a:pt x="528" y="1038"/>
                    </a:lnTo>
                    <a:lnTo>
                      <a:pt x="534" y="1056"/>
                    </a:lnTo>
                    <a:lnTo>
                      <a:pt x="540" y="1062"/>
                    </a:lnTo>
                    <a:lnTo>
                      <a:pt x="546" y="1074"/>
                    </a:lnTo>
                    <a:lnTo>
                      <a:pt x="558" y="1074"/>
                    </a:lnTo>
                    <a:lnTo>
                      <a:pt x="576" y="1080"/>
                    </a:lnTo>
                    <a:lnTo>
                      <a:pt x="600" y="1080"/>
                    </a:lnTo>
                    <a:lnTo>
                      <a:pt x="612" y="1086"/>
                    </a:lnTo>
                    <a:lnTo>
                      <a:pt x="636" y="1110"/>
                    </a:lnTo>
                    <a:lnTo>
                      <a:pt x="642" y="1122"/>
                    </a:lnTo>
                    <a:lnTo>
                      <a:pt x="648" y="1140"/>
                    </a:lnTo>
                    <a:lnTo>
                      <a:pt x="654" y="1152"/>
                    </a:lnTo>
                    <a:lnTo>
                      <a:pt x="666" y="1164"/>
                    </a:lnTo>
                    <a:lnTo>
                      <a:pt x="678" y="1170"/>
                    </a:lnTo>
                    <a:lnTo>
                      <a:pt x="732" y="1170"/>
                    </a:lnTo>
                    <a:lnTo>
                      <a:pt x="750" y="1176"/>
                    </a:lnTo>
                    <a:lnTo>
                      <a:pt x="762" y="1182"/>
                    </a:lnTo>
                    <a:lnTo>
                      <a:pt x="768" y="1188"/>
                    </a:lnTo>
                    <a:lnTo>
                      <a:pt x="774" y="1200"/>
                    </a:lnTo>
                    <a:lnTo>
                      <a:pt x="786" y="1218"/>
                    </a:lnTo>
                    <a:lnTo>
                      <a:pt x="810" y="1242"/>
                    </a:lnTo>
                    <a:lnTo>
                      <a:pt x="834" y="1254"/>
                    </a:lnTo>
                    <a:lnTo>
                      <a:pt x="870" y="1266"/>
                    </a:lnTo>
                    <a:lnTo>
                      <a:pt x="912" y="1272"/>
                    </a:lnTo>
                    <a:lnTo>
                      <a:pt x="942" y="1278"/>
                    </a:lnTo>
                    <a:lnTo>
                      <a:pt x="960" y="1290"/>
                    </a:lnTo>
                    <a:lnTo>
                      <a:pt x="966" y="1302"/>
                    </a:lnTo>
                    <a:lnTo>
                      <a:pt x="978" y="1314"/>
                    </a:lnTo>
                    <a:lnTo>
                      <a:pt x="990" y="1320"/>
                    </a:lnTo>
                    <a:lnTo>
                      <a:pt x="996" y="1320"/>
                    </a:lnTo>
                    <a:lnTo>
                      <a:pt x="1002" y="1326"/>
                    </a:lnTo>
                    <a:lnTo>
                      <a:pt x="1008" y="1338"/>
                    </a:lnTo>
                    <a:lnTo>
                      <a:pt x="1014" y="1344"/>
                    </a:lnTo>
                    <a:lnTo>
                      <a:pt x="1080" y="1344"/>
                    </a:lnTo>
                    <a:lnTo>
                      <a:pt x="1092" y="1356"/>
                    </a:lnTo>
                    <a:lnTo>
                      <a:pt x="1098" y="1368"/>
                    </a:lnTo>
                    <a:lnTo>
                      <a:pt x="1104" y="1374"/>
                    </a:lnTo>
                    <a:lnTo>
                      <a:pt x="1116" y="1374"/>
                    </a:lnTo>
                    <a:lnTo>
                      <a:pt x="1140" y="1362"/>
                    </a:lnTo>
                    <a:lnTo>
                      <a:pt x="1170" y="1350"/>
                    </a:lnTo>
                    <a:lnTo>
                      <a:pt x="1206" y="1332"/>
                    </a:lnTo>
                    <a:lnTo>
                      <a:pt x="1260" y="1314"/>
                    </a:lnTo>
                    <a:lnTo>
                      <a:pt x="1278" y="1326"/>
                    </a:lnTo>
                    <a:lnTo>
                      <a:pt x="1308" y="1350"/>
                    </a:lnTo>
                    <a:lnTo>
                      <a:pt x="1344" y="1374"/>
                    </a:lnTo>
                    <a:lnTo>
                      <a:pt x="1386" y="1416"/>
                    </a:lnTo>
                    <a:lnTo>
                      <a:pt x="1386" y="1428"/>
                    </a:lnTo>
                    <a:lnTo>
                      <a:pt x="1392" y="1446"/>
                    </a:lnTo>
                    <a:lnTo>
                      <a:pt x="1398" y="1458"/>
                    </a:lnTo>
                    <a:lnTo>
                      <a:pt x="1416" y="1458"/>
                    </a:lnTo>
                    <a:lnTo>
                      <a:pt x="1422" y="1452"/>
                    </a:lnTo>
                    <a:lnTo>
                      <a:pt x="1422" y="1440"/>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24" name="Malaysia" descr="© INSCALE GmbH, 05.05.2010&#10;http://www.presentationload.com/">
                <a:extLst>
                  <a:ext uri="{FF2B5EF4-FFF2-40B4-BE49-F238E27FC236}">
                    <a16:creationId xmlns:a16="http://schemas.microsoft.com/office/drawing/2014/main" id="{967F6D51-7F8F-295C-CF9D-EAFC6C8C72A9}"/>
                  </a:ext>
                </a:extLst>
              </p:cNvPr>
              <p:cNvSpPr>
                <a:spLocks/>
              </p:cNvSpPr>
              <p:nvPr/>
            </p:nvSpPr>
            <p:spPr bwMode="gray">
              <a:xfrm>
                <a:off x="4457" y="2431"/>
                <a:ext cx="77" cy="111"/>
              </a:xfrm>
              <a:custGeom>
                <a:avLst/>
                <a:gdLst>
                  <a:gd name="T0" fmla="*/ 2147483647 w 306"/>
                  <a:gd name="T1" fmla="*/ 2147483647 h 438"/>
                  <a:gd name="T2" fmla="*/ 2147483647 w 306"/>
                  <a:gd name="T3" fmla="*/ 2147483647 h 438"/>
                  <a:gd name="T4" fmla="*/ 2147483647 w 306"/>
                  <a:gd name="T5" fmla="*/ 2147483647 h 438"/>
                  <a:gd name="T6" fmla="*/ 2147483647 w 306"/>
                  <a:gd name="T7" fmla="*/ 2147483647 h 438"/>
                  <a:gd name="T8" fmla="*/ 2147483647 w 306"/>
                  <a:gd name="T9" fmla="*/ 2147483647 h 438"/>
                  <a:gd name="T10" fmla="*/ 2147483647 w 306"/>
                  <a:gd name="T11" fmla="*/ 2147483647 h 438"/>
                  <a:gd name="T12" fmla="*/ 2147483647 w 306"/>
                  <a:gd name="T13" fmla="*/ 2147483647 h 438"/>
                  <a:gd name="T14" fmla="*/ 2147483647 w 306"/>
                  <a:gd name="T15" fmla="*/ 2147483647 h 438"/>
                  <a:gd name="T16" fmla="*/ 2147483647 w 306"/>
                  <a:gd name="T17" fmla="*/ 2147483647 h 438"/>
                  <a:gd name="T18" fmla="*/ 2147483647 w 306"/>
                  <a:gd name="T19" fmla="*/ 2147483647 h 438"/>
                  <a:gd name="T20" fmla="*/ 2147483647 w 306"/>
                  <a:gd name="T21" fmla="*/ 2147483647 h 438"/>
                  <a:gd name="T22" fmla="*/ 2147483647 w 306"/>
                  <a:gd name="T23" fmla="*/ 2147483647 h 438"/>
                  <a:gd name="T24" fmla="*/ 2147483647 w 306"/>
                  <a:gd name="T25" fmla="*/ 2147483647 h 438"/>
                  <a:gd name="T26" fmla="*/ 2147483647 w 306"/>
                  <a:gd name="T27" fmla="*/ 2147483647 h 438"/>
                  <a:gd name="T28" fmla="*/ 2147483647 w 306"/>
                  <a:gd name="T29" fmla="*/ 2147483647 h 438"/>
                  <a:gd name="T30" fmla="*/ 2147483647 w 306"/>
                  <a:gd name="T31" fmla="*/ 2147483647 h 438"/>
                  <a:gd name="T32" fmla="*/ 2147483647 w 306"/>
                  <a:gd name="T33" fmla="*/ 2147483647 h 438"/>
                  <a:gd name="T34" fmla="*/ 2147483647 w 306"/>
                  <a:gd name="T35" fmla="*/ 2147483647 h 438"/>
                  <a:gd name="T36" fmla="*/ 2147483647 w 306"/>
                  <a:gd name="T37" fmla="*/ 2147483647 h 438"/>
                  <a:gd name="T38" fmla="*/ 2147483647 w 306"/>
                  <a:gd name="T39" fmla="*/ 2147483647 h 438"/>
                  <a:gd name="T40" fmla="*/ 2147483647 w 306"/>
                  <a:gd name="T41" fmla="*/ 2147483647 h 438"/>
                  <a:gd name="T42" fmla="*/ 2147483647 w 306"/>
                  <a:gd name="T43" fmla="*/ 2147483647 h 438"/>
                  <a:gd name="T44" fmla="*/ 2147483647 w 306"/>
                  <a:gd name="T45" fmla="*/ 2147483647 h 438"/>
                  <a:gd name="T46" fmla="*/ 2147483647 w 306"/>
                  <a:gd name="T47" fmla="*/ 2147483647 h 438"/>
                  <a:gd name="T48" fmla="*/ 2147483647 w 306"/>
                  <a:gd name="T49" fmla="*/ 2147483647 h 438"/>
                  <a:gd name="T50" fmla="*/ 2147483647 w 306"/>
                  <a:gd name="T51" fmla="*/ 2147483647 h 438"/>
                  <a:gd name="T52" fmla="*/ 2147483647 w 306"/>
                  <a:gd name="T53" fmla="*/ 2147483647 h 438"/>
                  <a:gd name="T54" fmla="*/ 2147483647 w 306"/>
                  <a:gd name="T55" fmla="*/ 2147483647 h 438"/>
                  <a:gd name="T56" fmla="*/ 2147483647 w 306"/>
                  <a:gd name="T57" fmla="*/ 2147483647 h 438"/>
                  <a:gd name="T58" fmla="*/ 2147483647 w 306"/>
                  <a:gd name="T59" fmla="*/ 2147483647 h 438"/>
                  <a:gd name="T60" fmla="*/ 2147483647 w 306"/>
                  <a:gd name="T61" fmla="*/ 2147483647 h 438"/>
                  <a:gd name="T62" fmla="*/ 2147483647 w 306"/>
                  <a:gd name="T63" fmla="*/ 2147483647 h 438"/>
                  <a:gd name="T64" fmla="*/ 2147483647 w 306"/>
                  <a:gd name="T65" fmla="*/ 2147483647 h 438"/>
                  <a:gd name="T66" fmla="*/ 2147483647 w 306"/>
                  <a:gd name="T67" fmla="*/ 2147483647 h 438"/>
                  <a:gd name="T68" fmla="*/ 2147483647 w 306"/>
                  <a:gd name="T69" fmla="*/ 2147483647 h 438"/>
                  <a:gd name="T70" fmla="*/ 2147483647 w 306"/>
                  <a:gd name="T71" fmla="*/ 2147483647 h 438"/>
                  <a:gd name="T72" fmla="*/ 2147483647 w 306"/>
                  <a:gd name="T73" fmla="*/ 2147483647 h 438"/>
                  <a:gd name="T74" fmla="*/ 2147483647 w 306"/>
                  <a:gd name="T75" fmla="*/ 2147483647 h 438"/>
                  <a:gd name="T76" fmla="*/ 2147483647 w 306"/>
                  <a:gd name="T77" fmla="*/ 0 h 438"/>
                  <a:gd name="T78" fmla="*/ 2147483647 w 306"/>
                  <a:gd name="T79" fmla="*/ 2147483647 h 438"/>
                  <a:gd name="T80" fmla="*/ 2147483647 w 306"/>
                  <a:gd name="T81" fmla="*/ 2147483647 h 4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06"/>
                  <a:gd name="T124" fmla="*/ 0 h 438"/>
                  <a:gd name="T125" fmla="*/ 306 w 306"/>
                  <a:gd name="T126" fmla="*/ 438 h 4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06" h="438">
                    <a:moveTo>
                      <a:pt x="0" y="42"/>
                    </a:moveTo>
                    <a:lnTo>
                      <a:pt x="6" y="138"/>
                    </a:lnTo>
                    <a:lnTo>
                      <a:pt x="18" y="138"/>
                    </a:lnTo>
                    <a:lnTo>
                      <a:pt x="24" y="132"/>
                    </a:lnTo>
                    <a:lnTo>
                      <a:pt x="42" y="132"/>
                    </a:lnTo>
                    <a:lnTo>
                      <a:pt x="54" y="138"/>
                    </a:lnTo>
                    <a:lnTo>
                      <a:pt x="54" y="168"/>
                    </a:lnTo>
                    <a:lnTo>
                      <a:pt x="48" y="180"/>
                    </a:lnTo>
                    <a:lnTo>
                      <a:pt x="48" y="198"/>
                    </a:lnTo>
                    <a:lnTo>
                      <a:pt x="54" y="216"/>
                    </a:lnTo>
                    <a:lnTo>
                      <a:pt x="60" y="228"/>
                    </a:lnTo>
                    <a:lnTo>
                      <a:pt x="66" y="234"/>
                    </a:lnTo>
                    <a:lnTo>
                      <a:pt x="84" y="234"/>
                    </a:lnTo>
                    <a:lnTo>
                      <a:pt x="90" y="228"/>
                    </a:lnTo>
                    <a:lnTo>
                      <a:pt x="90" y="240"/>
                    </a:lnTo>
                    <a:lnTo>
                      <a:pt x="84" y="252"/>
                    </a:lnTo>
                    <a:lnTo>
                      <a:pt x="84" y="282"/>
                    </a:lnTo>
                    <a:lnTo>
                      <a:pt x="96" y="306"/>
                    </a:lnTo>
                    <a:lnTo>
                      <a:pt x="102" y="312"/>
                    </a:lnTo>
                    <a:lnTo>
                      <a:pt x="114" y="318"/>
                    </a:lnTo>
                    <a:lnTo>
                      <a:pt x="132" y="330"/>
                    </a:lnTo>
                    <a:lnTo>
                      <a:pt x="144" y="336"/>
                    </a:lnTo>
                    <a:lnTo>
                      <a:pt x="162" y="354"/>
                    </a:lnTo>
                    <a:lnTo>
                      <a:pt x="168" y="354"/>
                    </a:lnTo>
                    <a:lnTo>
                      <a:pt x="168" y="366"/>
                    </a:lnTo>
                    <a:lnTo>
                      <a:pt x="174" y="372"/>
                    </a:lnTo>
                    <a:lnTo>
                      <a:pt x="174" y="378"/>
                    </a:lnTo>
                    <a:lnTo>
                      <a:pt x="180" y="384"/>
                    </a:lnTo>
                    <a:lnTo>
                      <a:pt x="186" y="384"/>
                    </a:lnTo>
                    <a:lnTo>
                      <a:pt x="198" y="390"/>
                    </a:lnTo>
                    <a:lnTo>
                      <a:pt x="204" y="396"/>
                    </a:lnTo>
                    <a:lnTo>
                      <a:pt x="216" y="396"/>
                    </a:lnTo>
                    <a:lnTo>
                      <a:pt x="222" y="402"/>
                    </a:lnTo>
                    <a:lnTo>
                      <a:pt x="228" y="402"/>
                    </a:lnTo>
                    <a:lnTo>
                      <a:pt x="252" y="438"/>
                    </a:lnTo>
                    <a:lnTo>
                      <a:pt x="300" y="432"/>
                    </a:lnTo>
                    <a:lnTo>
                      <a:pt x="300" y="420"/>
                    </a:lnTo>
                    <a:lnTo>
                      <a:pt x="306" y="408"/>
                    </a:lnTo>
                    <a:lnTo>
                      <a:pt x="306" y="378"/>
                    </a:lnTo>
                    <a:lnTo>
                      <a:pt x="294" y="354"/>
                    </a:lnTo>
                    <a:lnTo>
                      <a:pt x="270" y="330"/>
                    </a:lnTo>
                    <a:lnTo>
                      <a:pt x="264" y="318"/>
                    </a:lnTo>
                    <a:lnTo>
                      <a:pt x="258" y="312"/>
                    </a:lnTo>
                    <a:lnTo>
                      <a:pt x="258" y="288"/>
                    </a:lnTo>
                    <a:lnTo>
                      <a:pt x="252" y="276"/>
                    </a:lnTo>
                    <a:lnTo>
                      <a:pt x="246" y="270"/>
                    </a:lnTo>
                    <a:lnTo>
                      <a:pt x="246" y="258"/>
                    </a:lnTo>
                    <a:lnTo>
                      <a:pt x="252" y="252"/>
                    </a:lnTo>
                    <a:lnTo>
                      <a:pt x="252" y="126"/>
                    </a:lnTo>
                    <a:lnTo>
                      <a:pt x="246" y="114"/>
                    </a:lnTo>
                    <a:lnTo>
                      <a:pt x="222" y="90"/>
                    </a:lnTo>
                    <a:lnTo>
                      <a:pt x="204" y="84"/>
                    </a:lnTo>
                    <a:lnTo>
                      <a:pt x="192" y="72"/>
                    </a:lnTo>
                    <a:lnTo>
                      <a:pt x="180" y="66"/>
                    </a:lnTo>
                    <a:lnTo>
                      <a:pt x="156" y="42"/>
                    </a:lnTo>
                    <a:lnTo>
                      <a:pt x="150" y="54"/>
                    </a:lnTo>
                    <a:lnTo>
                      <a:pt x="144" y="60"/>
                    </a:lnTo>
                    <a:lnTo>
                      <a:pt x="138" y="72"/>
                    </a:lnTo>
                    <a:lnTo>
                      <a:pt x="138" y="78"/>
                    </a:lnTo>
                    <a:lnTo>
                      <a:pt x="132" y="84"/>
                    </a:lnTo>
                    <a:lnTo>
                      <a:pt x="114" y="66"/>
                    </a:lnTo>
                    <a:lnTo>
                      <a:pt x="108" y="66"/>
                    </a:lnTo>
                    <a:lnTo>
                      <a:pt x="102" y="72"/>
                    </a:lnTo>
                    <a:lnTo>
                      <a:pt x="90" y="72"/>
                    </a:lnTo>
                    <a:lnTo>
                      <a:pt x="90" y="78"/>
                    </a:lnTo>
                    <a:lnTo>
                      <a:pt x="72" y="78"/>
                    </a:lnTo>
                    <a:lnTo>
                      <a:pt x="66" y="72"/>
                    </a:lnTo>
                    <a:lnTo>
                      <a:pt x="66" y="66"/>
                    </a:lnTo>
                    <a:lnTo>
                      <a:pt x="78" y="54"/>
                    </a:lnTo>
                    <a:lnTo>
                      <a:pt x="78" y="42"/>
                    </a:lnTo>
                    <a:lnTo>
                      <a:pt x="66" y="42"/>
                    </a:lnTo>
                    <a:lnTo>
                      <a:pt x="66" y="30"/>
                    </a:lnTo>
                    <a:lnTo>
                      <a:pt x="60" y="24"/>
                    </a:lnTo>
                    <a:lnTo>
                      <a:pt x="48" y="18"/>
                    </a:lnTo>
                    <a:lnTo>
                      <a:pt x="30" y="18"/>
                    </a:lnTo>
                    <a:lnTo>
                      <a:pt x="30" y="12"/>
                    </a:lnTo>
                    <a:lnTo>
                      <a:pt x="24" y="0"/>
                    </a:lnTo>
                    <a:lnTo>
                      <a:pt x="12" y="0"/>
                    </a:lnTo>
                    <a:lnTo>
                      <a:pt x="6" y="6"/>
                    </a:lnTo>
                    <a:lnTo>
                      <a:pt x="6" y="18"/>
                    </a:lnTo>
                    <a:lnTo>
                      <a:pt x="12" y="24"/>
                    </a:lnTo>
                    <a:lnTo>
                      <a:pt x="6" y="36"/>
                    </a:lnTo>
                    <a:lnTo>
                      <a:pt x="0" y="42"/>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25" name="AutoShape 21" descr="© INSCALE GmbH, 05.05.2010&#10;http://www.presentationload.com/">
                <a:extLst>
                  <a:ext uri="{FF2B5EF4-FFF2-40B4-BE49-F238E27FC236}">
                    <a16:creationId xmlns:a16="http://schemas.microsoft.com/office/drawing/2014/main" id="{4A21DDD2-EEF2-7F70-E328-ABD5DDB1AC60}"/>
                  </a:ext>
                </a:extLst>
              </p:cNvPr>
              <p:cNvSpPr>
                <a:spLocks/>
              </p:cNvSpPr>
              <p:nvPr/>
            </p:nvSpPr>
            <p:spPr bwMode="gray">
              <a:xfrm>
                <a:off x="4638" y="2418"/>
                <a:ext cx="175" cy="134"/>
              </a:xfrm>
              <a:custGeom>
                <a:avLst/>
                <a:gdLst>
                  <a:gd name="T0" fmla="*/ 2147483647 w 690"/>
                  <a:gd name="T1" fmla="*/ 2147483647 h 528"/>
                  <a:gd name="T2" fmla="*/ 2147483647 w 690"/>
                  <a:gd name="T3" fmla="*/ 2147483647 h 528"/>
                  <a:gd name="T4" fmla="*/ 2147483647 w 690"/>
                  <a:gd name="T5" fmla="*/ 2147483647 h 528"/>
                  <a:gd name="T6" fmla="*/ 2147483647 w 690"/>
                  <a:gd name="T7" fmla="*/ 2147483647 h 528"/>
                  <a:gd name="T8" fmla="*/ 2147483647 w 690"/>
                  <a:gd name="T9" fmla="*/ 2147483647 h 528"/>
                  <a:gd name="T10" fmla="*/ 2147483647 w 690"/>
                  <a:gd name="T11" fmla="*/ 2147483647 h 528"/>
                  <a:gd name="T12" fmla="*/ 2147483647 w 690"/>
                  <a:gd name="T13" fmla="*/ 2147483647 h 528"/>
                  <a:gd name="T14" fmla="*/ 2147483647 w 690"/>
                  <a:gd name="T15" fmla="*/ 2147483647 h 528"/>
                  <a:gd name="T16" fmla="*/ 2147483647 w 690"/>
                  <a:gd name="T17" fmla="*/ 2147483647 h 528"/>
                  <a:gd name="T18" fmla="*/ 2147483647 w 690"/>
                  <a:gd name="T19" fmla="*/ 2147483647 h 528"/>
                  <a:gd name="T20" fmla="*/ 2147483647 w 690"/>
                  <a:gd name="T21" fmla="*/ 2147483647 h 528"/>
                  <a:gd name="T22" fmla="*/ 2147483647 w 690"/>
                  <a:gd name="T23" fmla="*/ 2147483647 h 528"/>
                  <a:gd name="T24" fmla="*/ 2147483647 w 690"/>
                  <a:gd name="T25" fmla="*/ 2147483647 h 528"/>
                  <a:gd name="T26" fmla="*/ 2147483647 w 690"/>
                  <a:gd name="T27" fmla="*/ 2147483647 h 528"/>
                  <a:gd name="T28" fmla="*/ 2147483647 w 690"/>
                  <a:gd name="T29" fmla="*/ 2147483647 h 528"/>
                  <a:gd name="T30" fmla="*/ 2147483647 w 690"/>
                  <a:gd name="T31" fmla="*/ 2147483647 h 528"/>
                  <a:gd name="T32" fmla="*/ 2147483647 w 690"/>
                  <a:gd name="T33" fmla="*/ 2147483647 h 528"/>
                  <a:gd name="T34" fmla="*/ 2147483647 w 690"/>
                  <a:gd name="T35" fmla="*/ 2147483647 h 528"/>
                  <a:gd name="T36" fmla="*/ 2147483647 w 690"/>
                  <a:gd name="T37" fmla="*/ 2147483647 h 528"/>
                  <a:gd name="T38" fmla="*/ 2147483647 w 690"/>
                  <a:gd name="T39" fmla="*/ 2147483647 h 528"/>
                  <a:gd name="T40" fmla="*/ 2147483647 w 690"/>
                  <a:gd name="T41" fmla="*/ 2147483647 h 528"/>
                  <a:gd name="T42" fmla="*/ 2147483647 w 690"/>
                  <a:gd name="T43" fmla="*/ 2147483647 h 528"/>
                  <a:gd name="T44" fmla="*/ 2147483647 w 690"/>
                  <a:gd name="T45" fmla="*/ 2147483647 h 528"/>
                  <a:gd name="T46" fmla="*/ 2147483647 w 690"/>
                  <a:gd name="T47" fmla="*/ 2147483647 h 528"/>
                  <a:gd name="T48" fmla="*/ 2147483647 w 690"/>
                  <a:gd name="T49" fmla="*/ 2147483647 h 528"/>
                  <a:gd name="T50" fmla="*/ 2147483647 w 690"/>
                  <a:gd name="T51" fmla="*/ 2147483647 h 528"/>
                  <a:gd name="T52" fmla="*/ 2147483647 w 690"/>
                  <a:gd name="T53" fmla="*/ 2147483647 h 528"/>
                  <a:gd name="T54" fmla="*/ 2147483647 w 690"/>
                  <a:gd name="T55" fmla="*/ 2147483647 h 528"/>
                  <a:gd name="T56" fmla="*/ 2147483647 w 690"/>
                  <a:gd name="T57" fmla="*/ 2147483647 h 528"/>
                  <a:gd name="T58" fmla="*/ 2147483647 w 690"/>
                  <a:gd name="T59" fmla="*/ 2147483647 h 528"/>
                  <a:gd name="T60" fmla="*/ 2147483647 w 690"/>
                  <a:gd name="T61" fmla="*/ 2147483647 h 528"/>
                  <a:gd name="T62" fmla="*/ 2147483647 w 690"/>
                  <a:gd name="T63" fmla="*/ 2147483647 h 528"/>
                  <a:gd name="T64" fmla="*/ 2147483647 w 690"/>
                  <a:gd name="T65" fmla="*/ 2147483647 h 528"/>
                  <a:gd name="T66" fmla="*/ 2147483647 w 690"/>
                  <a:gd name="T67" fmla="*/ 2147483647 h 528"/>
                  <a:gd name="T68" fmla="*/ 2147483647 w 690"/>
                  <a:gd name="T69" fmla="*/ 2147483647 h 528"/>
                  <a:gd name="T70" fmla="*/ 2147483647 w 690"/>
                  <a:gd name="T71" fmla="*/ 0 h 528"/>
                  <a:gd name="T72" fmla="*/ 2147483647 w 690"/>
                  <a:gd name="T73" fmla="*/ 0 h 528"/>
                  <a:gd name="T74" fmla="*/ 2147483647 w 690"/>
                  <a:gd name="T75" fmla="*/ 2147483647 h 528"/>
                  <a:gd name="T76" fmla="*/ 2147483647 w 690"/>
                  <a:gd name="T77" fmla="*/ 2147483647 h 528"/>
                  <a:gd name="T78" fmla="*/ 2147483647 w 690"/>
                  <a:gd name="T79" fmla="*/ 2147483647 h 528"/>
                  <a:gd name="T80" fmla="*/ 2147483647 w 690"/>
                  <a:gd name="T81" fmla="*/ 2147483647 h 528"/>
                  <a:gd name="T82" fmla="*/ 2147483647 w 690"/>
                  <a:gd name="T83" fmla="*/ 2147483647 h 528"/>
                  <a:gd name="T84" fmla="*/ 2147483647 w 690"/>
                  <a:gd name="T85" fmla="*/ 2147483647 h 528"/>
                  <a:gd name="T86" fmla="*/ 2147483647 w 690"/>
                  <a:gd name="T87" fmla="*/ 2147483647 h 528"/>
                  <a:gd name="T88" fmla="*/ 2147483647 w 690"/>
                  <a:gd name="T89" fmla="*/ 2147483647 h 528"/>
                  <a:gd name="T90" fmla="*/ 2147483647 w 690"/>
                  <a:gd name="T91" fmla="*/ 2147483647 h 528"/>
                  <a:gd name="T92" fmla="*/ 2147483647 w 690"/>
                  <a:gd name="T93" fmla="*/ 2147483647 h 528"/>
                  <a:gd name="T94" fmla="*/ 2147483647 w 690"/>
                  <a:gd name="T95" fmla="*/ 2147483647 h 528"/>
                  <a:gd name="T96" fmla="*/ 2147483647 w 690"/>
                  <a:gd name="T97" fmla="*/ 2147483647 h 528"/>
                  <a:gd name="T98" fmla="*/ 2147483647 w 690"/>
                  <a:gd name="T99" fmla="*/ 2147483647 h 528"/>
                  <a:gd name="T100" fmla="*/ 2147483647 w 690"/>
                  <a:gd name="T101" fmla="*/ 2147483647 h 528"/>
                  <a:gd name="T102" fmla="*/ 2147483647 w 690"/>
                  <a:gd name="T103" fmla="*/ 2147483647 h 528"/>
                  <a:gd name="T104" fmla="*/ 2147483647 w 690"/>
                  <a:gd name="T105" fmla="*/ 2147483647 h 528"/>
                  <a:gd name="T106" fmla="*/ 2147483647 w 690"/>
                  <a:gd name="T107" fmla="*/ 2147483647 h 528"/>
                  <a:gd name="T108" fmla="*/ 2147483647 w 690"/>
                  <a:gd name="T109" fmla="*/ 2147483647 h 528"/>
                  <a:gd name="T110" fmla="*/ 2147483647 w 690"/>
                  <a:gd name="T111" fmla="*/ 2147483647 h 528"/>
                  <a:gd name="T112" fmla="*/ 2147483647 w 690"/>
                  <a:gd name="T113" fmla="*/ 2147483647 h 528"/>
                  <a:gd name="T114" fmla="*/ 0 w 690"/>
                  <a:gd name="T115" fmla="*/ 2147483647 h 52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90"/>
                  <a:gd name="T175" fmla="*/ 0 h 528"/>
                  <a:gd name="T176" fmla="*/ 690 w 690"/>
                  <a:gd name="T177" fmla="*/ 528 h 52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90" h="528">
                    <a:moveTo>
                      <a:pt x="12" y="504"/>
                    </a:moveTo>
                    <a:lnTo>
                      <a:pt x="24" y="510"/>
                    </a:lnTo>
                    <a:lnTo>
                      <a:pt x="30" y="516"/>
                    </a:lnTo>
                    <a:lnTo>
                      <a:pt x="54" y="528"/>
                    </a:lnTo>
                    <a:lnTo>
                      <a:pt x="60" y="528"/>
                    </a:lnTo>
                    <a:lnTo>
                      <a:pt x="78" y="510"/>
                    </a:lnTo>
                    <a:lnTo>
                      <a:pt x="102" y="510"/>
                    </a:lnTo>
                    <a:lnTo>
                      <a:pt x="120" y="516"/>
                    </a:lnTo>
                    <a:lnTo>
                      <a:pt x="144" y="516"/>
                    </a:lnTo>
                    <a:lnTo>
                      <a:pt x="174" y="486"/>
                    </a:lnTo>
                    <a:lnTo>
                      <a:pt x="180" y="474"/>
                    </a:lnTo>
                    <a:lnTo>
                      <a:pt x="222" y="474"/>
                    </a:lnTo>
                    <a:lnTo>
                      <a:pt x="234" y="486"/>
                    </a:lnTo>
                    <a:lnTo>
                      <a:pt x="258" y="498"/>
                    </a:lnTo>
                    <a:lnTo>
                      <a:pt x="264" y="504"/>
                    </a:lnTo>
                    <a:lnTo>
                      <a:pt x="270" y="504"/>
                    </a:lnTo>
                    <a:lnTo>
                      <a:pt x="282" y="492"/>
                    </a:lnTo>
                    <a:lnTo>
                      <a:pt x="294" y="486"/>
                    </a:lnTo>
                    <a:lnTo>
                      <a:pt x="300" y="480"/>
                    </a:lnTo>
                    <a:lnTo>
                      <a:pt x="324" y="480"/>
                    </a:lnTo>
                    <a:lnTo>
                      <a:pt x="354" y="444"/>
                    </a:lnTo>
                    <a:lnTo>
                      <a:pt x="348" y="432"/>
                    </a:lnTo>
                    <a:lnTo>
                      <a:pt x="384" y="402"/>
                    </a:lnTo>
                    <a:lnTo>
                      <a:pt x="378" y="390"/>
                    </a:lnTo>
                    <a:lnTo>
                      <a:pt x="372" y="384"/>
                    </a:lnTo>
                    <a:lnTo>
                      <a:pt x="372" y="360"/>
                    </a:lnTo>
                    <a:lnTo>
                      <a:pt x="378" y="354"/>
                    </a:lnTo>
                    <a:lnTo>
                      <a:pt x="396" y="354"/>
                    </a:lnTo>
                    <a:lnTo>
                      <a:pt x="402" y="342"/>
                    </a:lnTo>
                    <a:lnTo>
                      <a:pt x="402" y="336"/>
                    </a:lnTo>
                    <a:lnTo>
                      <a:pt x="408" y="318"/>
                    </a:lnTo>
                    <a:lnTo>
                      <a:pt x="408" y="264"/>
                    </a:lnTo>
                    <a:lnTo>
                      <a:pt x="414" y="252"/>
                    </a:lnTo>
                    <a:lnTo>
                      <a:pt x="420" y="246"/>
                    </a:lnTo>
                    <a:lnTo>
                      <a:pt x="516" y="246"/>
                    </a:lnTo>
                    <a:lnTo>
                      <a:pt x="540" y="270"/>
                    </a:lnTo>
                    <a:lnTo>
                      <a:pt x="552" y="276"/>
                    </a:lnTo>
                    <a:lnTo>
                      <a:pt x="558" y="282"/>
                    </a:lnTo>
                    <a:lnTo>
                      <a:pt x="576" y="276"/>
                    </a:lnTo>
                    <a:lnTo>
                      <a:pt x="564" y="216"/>
                    </a:lnTo>
                    <a:lnTo>
                      <a:pt x="576" y="222"/>
                    </a:lnTo>
                    <a:lnTo>
                      <a:pt x="582" y="234"/>
                    </a:lnTo>
                    <a:lnTo>
                      <a:pt x="594" y="240"/>
                    </a:lnTo>
                    <a:lnTo>
                      <a:pt x="636" y="240"/>
                    </a:lnTo>
                    <a:lnTo>
                      <a:pt x="630" y="234"/>
                    </a:lnTo>
                    <a:lnTo>
                      <a:pt x="624" y="222"/>
                    </a:lnTo>
                    <a:lnTo>
                      <a:pt x="618" y="216"/>
                    </a:lnTo>
                    <a:lnTo>
                      <a:pt x="606" y="192"/>
                    </a:lnTo>
                    <a:lnTo>
                      <a:pt x="606" y="186"/>
                    </a:lnTo>
                    <a:lnTo>
                      <a:pt x="612" y="180"/>
                    </a:lnTo>
                    <a:lnTo>
                      <a:pt x="624" y="180"/>
                    </a:lnTo>
                    <a:lnTo>
                      <a:pt x="642" y="186"/>
                    </a:lnTo>
                    <a:lnTo>
                      <a:pt x="654" y="186"/>
                    </a:lnTo>
                    <a:lnTo>
                      <a:pt x="660" y="192"/>
                    </a:lnTo>
                    <a:lnTo>
                      <a:pt x="666" y="192"/>
                    </a:lnTo>
                    <a:lnTo>
                      <a:pt x="690" y="162"/>
                    </a:lnTo>
                    <a:lnTo>
                      <a:pt x="666" y="156"/>
                    </a:lnTo>
                    <a:lnTo>
                      <a:pt x="660" y="144"/>
                    </a:lnTo>
                    <a:lnTo>
                      <a:pt x="642" y="126"/>
                    </a:lnTo>
                    <a:lnTo>
                      <a:pt x="630" y="120"/>
                    </a:lnTo>
                    <a:lnTo>
                      <a:pt x="612" y="120"/>
                    </a:lnTo>
                    <a:lnTo>
                      <a:pt x="600" y="114"/>
                    </a:lnTo>
                    <a:lnTo>
                      <a:pt x="588" y="114"/>
                    </a:lnTo>
                    <a:lnTo>
                      <a:pt x="588" y="108"/>
                    </a:lnTo>
                    <a:lnTo>
                      <a:pt x="582" y="102"/>
                    </a:lnTo>
                    <a:lnTo>
                      <a:pt x="582" y="90"/>
                    </a:lnTo>
                    <a:lnTo>
                      <a:pt x="576" y="78"/>
                    </a:lnTo>
                    <a:lnTo>
                      <a:pt x="564" y="66"/>
                    </a:lnTo>
                    <a:lnTo>
                      <a:pt x="540" y="54"/>
                    </a:lnTo>
                    <a:lnTo>
                      <a:pt x="534" y="60"/>
                    </a:lnTo>
                    <a:lnTo>
                      <a:pt x="528" y="60"/>
                    </a:lnTo>
                    <a:lnTo>
                      <a:pt x="510" y="0"/>
                    </a:lnTo>
                    <a:lnTo>
                      <a:pt x="504" y="18"/>
                    </a:lnTo>
                    <a:lnTo>
                      <a:pt x="492" y="0"/>
                    </a:lnTo>
                    <a:lnTo>
                      <a:pt x="480" y="60"/>
                    </a:lnTo>
                    <a:lnTo>
                      <a:pt x="468" y="66"/>
                    </a:lnTo>
                    <a:lnTo>
                      <a:pt x="462" y="66"/>
                    </a:lnTo>
                    <a:lnTo>
                      <a:pt x="450" y="72"/>
                    </a:lnTo>
                    <a:lnTo>
                      <a:pt x="438" y="96"/>
                    </a:lnTo>
                    <a:lnTo>
                      <a:pt x="438" y="114"/>
                    </a:lnTo>
                    <a:lnTo>
                      <a:pt x="408" y="126"/>
                    </a:lnTo>
                    <a:lnTo>
                      <a:pt x="420" y="162"/>
                    </a:lnTo>
                    <a:lnTo>
                      <a:pt x="408" y="162"/>
                    </a:lnTo>
                    <a:lnTo>
                      <a:pt x="390" y="156"/>
                    </a:lnTo>
                    <a:lnTo>
                      <a:pt x="378" y="156"/>
                    </a:lnTo>
                    <a:lnTo>
                      <a:pt x="360" y="150"/>
                    </a:lnTo>
                    <a:lnTo>
                      <a:pt x="354" y="150"/>
                    </a:lnTo>
                    <a:lnTo>
                      <a:pt x="342" y="156"/>
                    </a:lnTo>
                    <a:lnTo>
                      <a:pt x="342" y="168"/>
                    </a:lnTo>
                    <a:lnTo>
                      <a:pt x="336" y="180"/>
                    </a:lnTo>
                    <a:lnTo>
                      <a:pt x="336" y="204"/>
                    </a:lnTo>
                    <a:lnTo>
                      <a:pt x="294" y="246"/>
                    </a:lnTo>
                    <a:lnTo>
                      <a:pt x="294" y="258"/>
                    </a:lnTo>
                    <a:lnTo>
                      <a:pt x="282" y="294"/>
                    </a:lnTo>
                    <a:lnTo>
                      <a:pt x="276" y="306"/>
                    </a:lnTo>
                    <a:lnTo>
                      <a:pt x="264" y="318"/>
                    </a:lnTo>
                    <a:lnTo>
                      <a:pt x="228" y="336"/>
                    </a:lnTo>
                    <a:lnTo>
                      <a:pt x="186" y="342"/>
                    </a:lnTo>
                    <a:lnTo>
                      <a:pt x="162" y="348"/>
                    </a:lnTo>
                    <a:lnTo>
                      <a:pt x="156" y="354"/>
                    </a:lnTo>
                    <a:lnTo>
                      <a:pt x="132" y="366"/>
                    </a:lnTo>
                    <a:lnTo>
                      <a:pt x="114" y="384"/>
                    </a:lnTo>
                    <a:lnTo>
                      <a:pt x="102" y="390"/>
                    </a:lnTo>
                    <a:lnTo>
                      <a:pt x="84" y="426"/>
                    </a:lnTo>
                    <a:lnTo>
                      <a:pt x="102" y="444"/>
                    </a:lnTo>
                    <a:lnTo>
                      <a:pt x="102" y="462"/>
                    </a:lnTo>
                    <a:lnTo>
                      <a:pt x="96" y="474"/>
                    </a:lnTo>
                    <a:lnTo>
                      <a:pt x="84" y="480"/>
                    </a:lnTo>
                    <a:lnTo>
                      <a:pt x="72" y="480"/>
                    </a:lnTo>
                    <a:lnTo>
                      <a:pt x="48" y="468"/>
                    </a:lnTo>
                    <a:lnTo>
                      <a:pt x="42" y="462"/>
                    </a:lnTo>
                    <a:lnTo>
                      <a:pt x="30" y="456"/>
                    </a:lnTo>
                    <a:lnTo>
                      <a:pt x="24" y="456"/>
                    </a:lnTo>
                    <a:lnTo>
                      <a:pt x="12" y="462"/>
                    </a:lnTo>
                    <a:lnTo>
                      <a:pt x="0" y="474"/>
                    </a:lnTo>
                    <a:lnTo>
                      <a:pt x="0" y="492"/>
                    </a:lnTo>
                    <a:lnTo>
                      <a:pt x="12" y="504"/>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26" name="Laos" descr="© INSCALE GmbH, 05.05.2010&#10;http://www.presentationload.com/">
                <a:extLst>
                  <a:ext uri="{FF2B5EF4-FFF2-40B4-BE49-F238E27FC236}">
                    <a16:creationId xmlns:a16="http://schemas.microsoft.com/office/drawing/2014/main" id="{B223DC67-3344-68BD-7029-19CFEAA41C90}"/>
                  </a:ext>
                </a:extLst>
              </p:cNvPr>
              <p:cNvSpPr>
                <a:spLocks/>
              </p:cNvSpPr>
              <p:nvPr/>
            </p:nvSpPr>
            <p:spPr bwMode="gray">
              <a:xfrm>
                <a:off x="4431" y="2108"/>
                <a:ext cx="153" cy="177"/>
              </a:xfrm>
              <a:custGeom>
                <a:avLst/>
                <a:gdLst>
                  <a:gd name="T0" fmla="*/ 2147483647 w 600"/>
                  <a:gd name="T1" fmla="*/ 2147483647 h 696"/>
                  <a:gd name="T2" fmla="*/ 2147483647 w 600"/>
                  <a:gd name="T3" fmla="*/ 2147483647 h 696"/>
                  <a:gd name="T4" fmla="*/ 2147483647 w 600"/>
                  <a:gd name="T5" fmla="*/ 2147483647 h 696"/>
                  <a:gd name="T6" fmla="*/ 2147483647 w 600"/>
                  <a:gd name="T7" fmla="*/ 2147483647 h 696"/>
                  <a:gd name="T8" fmla="*/ 2147483647 w 600"/>
                  <a:gd name="T9" fmla="*/ 2147483647 h 696"/>
                  <a:gd name="T10" fmla="*/ 2147483647 w 600"/>
                  <a:gd name="T11" fmla="*/ 2147483647 h 696"/>
                  <a:gd name="T12" fmla="*/ 2147483647 w 600"/>
                  <a:gd name="T13" fmla="*/ 2147483647 h 696"/>
                  <a:gd name="T14" fmla="*/ 2147483647 w 600"/>
                  <a:gd name="T15" fmla="*/ 2147483647 h 696"/>
                  <a:gd name="T16" fmla="*/ 2147483647 w 600"/>
                  <a:gd name="T17" fmla="*/ 2147483647 h 696"/>
                  <a:gd name="T18" fmla="*/ 2147483647 w 600"/>
                  <a:gd name="T19" fmla="*/ 2147483647 h 696"/>
                  <a:gd name="T20" fmla="*/ 2147483647 w 600"/>
                  <a:gd name="T21" fmla="*/ 2147483647 h 696"/>
                  <a:gd name="T22" fmla="*/ 2147483647 w 600"/>
                  <a:gd name="T23" fmla="*/ 2147483647 h 696"/>
                  <a:gd name="T24" fmla="*/ 2147483647 w 600"/>
                  <a:gd name="T25" fmla="*/ 2147483647 h 696"/>
                  <a:gd name="T26" fmla="*/ 2147483647 w 600"/>
                  <a:gd name="T27" fmla="*/ 2147483647 h 696"/>
                  <a:gd name="T28" fmla="*/ 2147483647 w 600"/>
                  <a:gd name="T29" fmla="*/ 2147483647 h 696"/>
                  <a:gd name="T30" fmla="*/ 2147483647 w 600"/>
                  <a:gd name="T31" fmla="*/ 2147483647 h 696"/>
                  <a:gd name="T32" fmla="*/ 2147483647 w 600"/>
                  <a:gd name="T33" fmla="*/ 2147483647 h 696"/>
                  <a:gd name="T34" fmla="*/ 2147483647 w 600"/>
                  <a:gd name="T35" fmla="*/ 2147483647 h 696"/>
                  <a:gd name="T36" fmla="*/ 2147483647 w 600"/>
                  <a:gd name="T37" fmla="*/ 2147483647 h 696"/>
                  <a:gd name="T38" fmla="*/ 2147483647 w 600"/>
                  <a:gd name="T39" fmla="*/ 2147483647 h 696"/>
                  <a:gd name="T40" fmla="*/ 2147483647 w 600"/>
                  <a:gd name="T41" fmla="*/ 2147483647 h 696"/>
                  <a:gd name="T42" fmla="*/ 2147483647 w 600"/>
                  <a:gd name="T43" fmla="*/ 2147483647 h 696"/>
                  <a:gd name="T44" fmla="*/ 2147483647 w 600"/>
                  <a:gd name="T45" fmla="*/ 2147483647 h 696"/>
                  <a:gd name="T46" fmla="*/ 2147483647 w 600"/>
                  <a:gd name="T47" fmla="*/ 2147483647 h 696"/>
                  <a:gd name="T48" fmla="*/ 2147483647 w 600"/>
                  <a:gd name="T49" fmla="*/ 2147483647 h 696"/>
                  <a:gd name="T50" fmla="*/ 2147483647 w 600"/>
                  <a:gd name="T51" fmla="*/ 2147483647 h 696"/>
                  <a:gd name="T52" fmla="*/ 2147483647 w 600"/>
                  <a:gd name="T53" fmla="*/ 2147483647 h 696"/>
                  <a:gd name="T54" fmla="*/ 2147483647 w 600"/>
                  <a:gd name="T55" fmla="*/ 2147483647 h 696"/>
                  <a:gd name="T56" fmla="*/ 2147483647 w 600"/>
                  <a:gd name="T57" fmla="*/ 2147483647 h 696"/>
                  <a:gd name="T58" fmla="*/ 2147483647 w 600"/>
                  <a:gd name="T59" fmla="*/ 2147483647 h 696"/>
                  <a:gd name="T60" fmla="*/ 2147483647 w 600"/>
                  <a:gd name="T61" fmla="*/ 2147483647 h 696"/>
                  <a:gd name="T62" fmla="*/ 2147483647 w 600"/>
                  <a:gd name="T63" fmla="*/ 2147483647 h 696"/>
                  <a:gd name="T64" fmla="*/ 2147483647 w 600"/>
                  <a:gd name="T65" fmla="*/ 2147483647 h 696"/>
                  <a:gd name="T66" fmla="*/ 2147483647 w 600"/>
                  <a:gd name="T67" fmla="*/ 2147483647 h 696"/>
                  <a:gd name="T68" fmla="*/ 2147483647 w 600"/>
                  <a:gd name="T69" fmla="*/ 2147483647 h 696"/>
                  <a:gd name="T70" fmla="*/ 2147483647 w 600"/>
                  <a:gd name="T71" fmla="*/ 2147483647 h 696"/>
                  <a:gd name="T72" fmla="*/ 2147483647 w 600"/>
                  <a:gd name="T73" fmla="*/ 2147483647 h 696"/>
                  <a:gd name="T74" fmla="*/ 2147483647 w 600"/>
                  <a:gd name="T75" fmla="*/ 2147483647 h 696"/>
                  <a:gd name="T76" fmla="*/ 2147483647 w 600"/>
                  <a:gd name="T77" fmla="*/ 2147483647 h 696"/>
                  <a:gd name="T78" fmla="*/ 2147483647 w 600"/>
                  <a:gd name="T79" fmla="*/ 2147483647 h 696"/>
                  <a:gd name="T80" fmla="*/ 2147483647 w 600"/>
                  <a:gd name="T81" fmla="*/ 2147483647 h 696"/>
                  <a:gd name="T82" fmla="*/ 2147483647 w 600"/>
                  <a:gd name="T83" fmla="*/ 2147483647 h 696"/>
                  <a:gd name="T84" fmla="*/ 2147483647 w 600"/>
                  <a:gd name="T85" fmla="*/ 2147483647 h 696"/>
                  <a:gd name="T86" fmla="*/ 2147483647 w 600"/>
                  <a:gd name="T87" fmla="*/ 2147483647 h 696"/>
                  <a:gd name="T88" fmla="*/ 2147483647 w 600"/>
                  <a:gd name="T89" fmla="*/ 2147483647 h 696"/>
                  <a:gd name="T90" fmla="*/ 2147483647 w 600"/>
                  <a:gd name="T91" fmla="*/ 2147483647 h 696"/>
                  <a:gd name="T92" fmla="*/ 2147483647 w 600"/>
                  <a:gd name="T93" fmla="*/ 2147483647 h 696"/>
                  <a:gd name="T94" fmla="*/ 2147483647 w 600"/>
                  <a:gd name="T95" fmla="*/ 2147483647 h 696"/>
                  <a:gd name="T96" fmla="*/ 2147483647 w 600"/>
                  <a:gd name="T97" fmla="*/ 2147483647 h 696"/>
                  <a:gd name="T98" fmla="*/ 2147483647 w 600"/>
                  <a:gd name="T99" fmla="*/ 2147483647 h 696"/>
                  <a:gd name="T100" fmla="*/ 2147483647 w 600"/>
                  <a:gd name="T101" fmla="*/ 2147483647 h 696"/>
                  <a:gd name="T102" fmla="*/ 2147483647 w 600"/>
                  <a:gd name="T103" fmla="*/ 2147483647 h 696"/>
                  <a:gd name="T104" fmla="*/ 2147483647 w 600"/>
                  <a:gd name="T105" fmla="*/ 2147483647 h 696"/>
                  <a:gd name="T106" fmla="*/ 2147483647 w 600"/>
                  <a:gd name="T107" fmla="*/ 2147483647 h 696"/>
                  <a:gd name="T108" fmla="*/ 2147483647 w 600"/>
                  <a:gd name="T109" fmla="*/ 2147483647 h 696"/>
                  <a:gd name="T110" fmla="*/ 2147483647 w 600"/>
                  <a:gd name="T111" fmla="*/ 2147483647 h 696"/>
                  <a:gd name="T112" fmla="*/ 2147483647 w 600"/>
                  <a:gd name="T113" fmla="*/ 2147483647 h 696"/>
                  <a:gd name="T114" fmla="*/ 2147483647 w 600"/>
                  <a:gd name="T115" fmla="*/ 2147483647 h 696"/>
                  <a:gd name="T116" fmla="*/ 2147483647 w 600"/>
                  <a:gd name="T117" fmla="*/ 2147483647 h 696"/>
                  <a:gd name="T118" fmla="*/ 0 w 600"/>
                  <a:gd name="T119" fmla="*/ 2147483647 h 696"/>
                  <a:gd name="T120" fmla="*/ 2147483647 w 600"/>
                  <a:gd name="T121" fmla="*/ 2147483647 h 69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600"/>
                  <a:gd name="T184" fmla="*/ 0 h 696"/>
                  <a:gd name="T185" fmla="*/ 600 w 600"/>
                  <a:gd name="T186" fmla="*/ 696 h 69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600" h="696">
                    <a:moveTo>
                      <a:pt x="24" y="180"/>
                    </a:moveTo>
                    <a:lnTo>
                      <a:pt x="36" y="180"/>
                    </a:lnTo>
                    <a:lnTo>
                      <a:pt x="42" y="186"/>
                    </a:lnTo>
                    <a:lnTo>
                      <a:pt x="42" y="198"/>
                    </a:lnTo>
                    <a:lnTo>
                      <a:pt x="36" y="204"/>
                    </a:lnTo>
                    <a:lnTo>
                      <a:pt x="36" y="228"/>
                    </a:lnTo>
                    <a:lnTo>
                      <a:pt x="42" y="240"/>
                    </a:lnTo>
                    <a:lnTo>
                      <a:pt x="48" y="246"/>
                    </a:lnTo>
                    <a:lnTo>
                      <a:pt x="66" y="246"/>
                    </a:lnTo>
                    <a:lnTo>
                      <a:pt x="66" y="234"/>
                    </a:lnTo>
                    <a:lnTo>
                      <a:pt x="78" y="234"/>
                    </a:lnTo>
                    <a:lnTo>
                      <a:pt x="84" y="228"/>
                    </a:lnTo>
                    <a:lnTo>
                      <a:pt x="90" y="228"/>
                    </a:lnTo>
                    <a:lnTo>
                      <a:pt x="102" y="234"/>
                    </a:lnTo>
                    <a:lnTo>
                      <a:pt x="102" y="264"/>
                    </a:lnTo>
                    <a:lnTo>
                      <a:pt x="96" y="270"/>
                    </a:lnTo>
                    <a:lnTo>
                      <a:pt x="102" y="276"/>
                    </a:lnTo>
                    <a:lnTo>
                      <a:pt x="108" y="288"/>
                    </a:lnTo>
                    <a:lnTo>
                      <a:pt x="108" y="300"/>
                    </a:lnTo>
                    <a:lnTo>
                      <a:pt x="102" y="312"/>
                    </a:lnTo>
                    <a:lnTo>
                      <a:pt x="90" y="324"/>
                    </a:lnTo>
                    <a:lnTo>
                      <a:pt x="102" y="324"/>
                    </a:lnTo>
                    <a:lnTo>
                      <a:pt x="108" y="330"/>
                    </a:lnTo>
                    <a:lnTo>
                      <a:pt x="108" y="342"/>
                    </a:lnTo>
                    <a:lnTo>
                      <a:pt x="84" y="390"/>
                    </a:lnTo>
                    <a:lnTo>
                      <a:pt x="84" y="402"/>
                    </a:lnTo>
                    <a:lnTo>
                      <a:pt x="102" y="402"/>
                    </a:lnTo>
                    <a:lnTo>
                      <a:pt x="126" y="390"/>
                    </a:lnTo>
                    <a:lnTo>
                      <a:pt x="132" y="384"/>
                    </a:lnTo>
                    <a:lnTo>
                      <a:pt x="132" y="378"/>
                    </a:lnTo>
                    <a:lnTo>
                      <a:pt x="144" y="366"/>
                    </a:lnTo>
                    <a:lnTo>
                      <a:pt x="150" y="354"/>
                    </a:lnTo>
                    <a:lnTo>
                      <a:pt x="156" y="348"/>
                    </a:lnTo>
                    <a:lnTo>
                      <a:pt x="168" y="348"/>
                    </a:lnTo>
                    <a:lnTo>
                      <a:pt x="174" y="354"/>
                    </a:lnTo>
                    <a:lnTo>
                      <a:pt x="198" y="366"/>
                    </a:lnTo>
                    <a:lnTo>
                      <a:pt x="216" y="366"/>
                    </a:lnTo>
                    <a:lnTo>
                      <a:pt x="234" y="348"/>
                    </a:lnTo>
                    <a:lnTo>
                      <a:pt x="234" y="336"/>
                    </a:lnTo>
                    <a:lnTo>
                      <a:pt x="240" y="330"/>
                    </a:lnTo>
                    <a:lnTo>
                      <a:pt x="258" y="330"/>
                    </a:lnTo>
                    <a:lnTo>
                      <a:pt x="264" y="336"/>
                    </a:lnTo>
                    <a:lnTo>
                      <a:pt x="276" y="342"/>
                    </a:lnTo>
                    <a:lnTo>
                      <a:pt x="300" y="342"/>
                    </a:lnTo>
                    <a:lnTo>
                      <a:pt x="306" y="348"/>
                    </a:lnTo>
                    <a:lnTo>
                      <a:pt x="306" y="360"/>
                    </a:lnTo>
                    <a:lnTo>
                      <a:pt x="318" y="372"/>
                    </a:lnTo>
                    <a:lnTo>
                      <a:pt x="336" y="384"/>
                    </a:lnTo>
                    <a:lnTo>
                      <a:pt x="348" y="390"/>
                    </a:lnTo>
                    <a:lnTo>
                      <a:pt x="366" y="408"/>
                    </a:lnTo>
                    <a:lnTo>
                      <a:pt x="372" y="450"/>
                    </a:lnTo>
                    <a:lnTo>
                      <a:pt x="372" y="462"/>
                    </a:lnTo>
                    <a:lnTo>
                      <a:pt x="384" y="486"/>
                    </a:lnTo>
                    <a:lnTo>
                      <a:pt x="420" y="522"/>
                    </a:lnTo>
                    <a:lnTo>
                      <a:pt x="420" y="528"/>
                    </a:lnTo>
                    <a:lnTo>
                      <a:pt x="426" y="534"/>
                    </a:lnTo>
                    <a:lnTo>
                      <a:pt x="426" y="546"/>
                    </a:lnTo>
                    <a:lnTo>
                      <a:pt x="432" y="540"/>
                    </a:lnTo>
                    <a:lnTo>
                      <a:pt x="432" y="546"/>
                    </a:lnTo>
                    <a:lnTo>
                      <a:pt x="444" y="558"/>
                    </a:lnTo>
                    <a:lnTo>
                      <a:pt x="432" y="582"/>
                    </a:lnTo>
                    <a:lnTo>
                      <a:pt x="426" y="588"/>
                    </a:lnTo>
                    <a:lnTo>
                      <a:pt x="426" y="594"/>
                    </a:lnTo>
                    <a:lnTo>
                      <a:pt x="438" y="606"/>
                    </a:lnTo>
                    <a:lnTo>
                      <a:pt x="450" y="612"/>
                    </a:lnTo>
                    <a:lnTo>
                      <a:pt x="456" y="618"/>
                    </a:lnTo>
                    <a:lnTo>
                      <a:pt x="456" y="630"/>
                    </a:lnTo>
                    <a:lnTo>
                      <a:pt x="450" y="636"/>
                    </a:lnTo>
                    <a:lnTo>
                      <a:pt x="444" y="648"/>
                    </a:lnTo>
                    <a:lnTo>
                      <a:pt x="432" y="654"/>
                    </a:lnTo>
                    <a:lnTo>
                      <a:pt x="426" y="660"/>
                    </a:lnTo>
                    <a:lnTo>
                      <a:pt x="426" y="672"/>
                    </a:lnTo>
                    <a:lnTo>
                      <a:pt x="450" y="672"/>
                    </a:lnTo>
                    <a:lnTo>
                      <a:pt x="456" y="678"/>
                    </a:lnTo>
                    <a:lnTo>
                      <a:pt x="462" y="678"/>
                    </a:lnTo>
                    <a:lnTo>
                      <a:pt x="462" y="684"/>
                    </a:lnTo>
                    <a:lnTo>
                      <a:pt x="474" y="696"/>
                    </a:lnTo>
                    <a:lnTo>
                      <a:pt x="486" y="696"/>
                    </a:lnTo>
                    <a:lnTo>
                      <a:pt x="492" y="690"/>
                    </a:lnTo>
                    <a:lnTo>
                      <a:pt x="492" y="678"/>
                    </a:lnTo>
                    <a:lnTo>
                      <a:pt x="480" y="666"/>
                    </a:lnTo>
                    <a:lnTo>
                      <a:pt x="498" y="654"/>
                    </a:lnTo>
                    <a:lnTo>
                      <a:pt x="510" y="642"/>
                    </a:lnTo>
                    <a:lnTo>
                      <a:pt x="546" y="654"/>
                    </a:lnTo>
                    <a:lnTo>
                      <a:pt x="558" y="642"/>
                    </a:lnTo>
                    <a:lnTo>
                      <a:pt x="582" y="648"/>
                    </a:lnTo>
                    <a:lnTo>
                      <a:pt x="588" y="648"/>
                    </a:lnTo>
                    <a:lnTo>
                      <a:pt x="600" y="636"/>
                    </a:lnTo>
                    <a:lnTo>
                      <a:pt x="600" y="630"/>
                    </a:lnTo>
                    <a:lnTo>
                      <a:pt x="588" y="618"/>
                    </a:lnTo>
                    <a:lnTo>
                      <a:pt x="582" y="618"/>
                    </a:lnTo>
                    <a:lnTo>
                      <a:pt x="600" y="582"/>
                    </a:lnTo>
                    <a:lnTo>
                      <a:pt x="594" y="582"/>
                    </a:lnTo>
                    <a:lnTo>
                      <a:pt x="588" y="576"/>
                    </a:lnTo>
                    <a:lnTo>
                      <a:pt x="564" y="564"/>
                    </a:lnTo>
                    <a:lnTo>
                      <a:pt x="540" y="540"/>
                    </a:lnTo>
                    <a:lnTo>
                      <a:pt x="546" y="540"/>
                    </a:lnTo>
                    <a:lnTo>
                      <a:pt x="552" y="534"/>
                    </a:lnTo>
                    <a:lnTo>
                      <a:pt x="558" y="534"/>
                    </a:lnTo>
                    <a:lnTo>
                      <a:pt x="564" y="528"/>
                    </a:lnTo>
                    <a:lnTo>
                      <a:pt x="564" y="516"/>
                    </a:lnTo>
                    <a:lnTo>
                      <a:pt x="558" y="510"/>
                    </a:lnTo>
                    <a:lnTo>
                      <a:pt x="546" y="504"/>
                    </a:lnTo>
                    <a:lnTo>
                      <a:pt x="540" y="498"/>
                    </a:lnTo>
                    <a:lnTo>
                      <a:pt x="528" y="498"/>
                    </a:lnTo>
                    <a:lnTo>
                      <a:pt x="516" y="486"/>
                    </a:lnTo>
                    <a:lnTo>
                      <a:pt x="504" y="462"/>
                    </a:lnTo>
                    <a:lnTo>
                      <a:pt x="498" y="456"/>
                    </a:lnTo>
                    <a:lnTo>
                      <a:pt x="498" y="450"/>
                    </a:lnTo>
                    <a:lnTo>
                      <a:pt x="480" y="450"/>
                    </a:lnTo>
                    <a:lnTo>
                      <a:pt x="474" y="432"/>
                    </a:lnTo>
                    <a:lnTo>
                      <a:pt x="456" y="414"/>
                    </a:lnTo>
                    <a:lnTo>
                      <a:pt x="438" y="402"/>
                    </a:lnTo>
                    <a:lnTo>
                      <a:pt x="426" y="378"/>
                    </a:lnTo>
                    <a:lnTo>
                      <a:pt x="426" y="354"/>
                    </a:lnTo>
                    <a:lnTo>
                      <a:pt x="420" y="354"/>
                    </a:lnTo>
                    <a:lnTo>
                      <a:pt x="414" y="348"/>
                    </a:lnTo>
                    <a:lnTo>
                      <a:pt x="402" y="342"/>
                    </a:lnTo>
                    <a:lnTo>
                      <a:pt x="390" y="342"/>
                    </a:lnTo>
                    <a:lnTo>
                      <a:pt x="384" y="336"/>
                    </a:lnTo>
                    <a:lnTo>
                      <a:pt x="384" y="306"/>
                    </a:lnTo>
                    <a:lnTo>
                      <a:pt x="372" y="306"/>
                    </a:lnTo>
                    <a:lnTo>
                      <a:pt x="366" y="300"/>
                    </a:lnTo>
                    <a:lnTo>
                      <a:pt x="354" y="294"/>
                    </a:lnTo>
                    <a:lnTo>
                      <a:pt x="342" y="282"/>
                    </a:lnTo>
                    <a:lnTo>
                      <a:pt x="306" y="264"/>
                    </a:lnTo>
                    <a:lnTo>
                      <a:pt x="300" y="258"/>
                    </a:lnTo>
                    <a:lnTo>
                      <a:pt x="288" y="252"/>
                    </a:lnTo>
                    <a:lnTo>
                      <a:pt x="288" y="234"/>
                    </a:lnTo>
                    <a:lnTo>
                      <a:pt x="282" y="228"/>
                    </a:lnTo>
                    <a:lnTo>
                      <a:pt x="306" y="228"/>
                    </a:lnTo>
                    <a:lnTo>
                      <a:pt x="312" y="234"/>
                    </a:lnTo>
                    <a:lnTo>
                      <a:pt x="330" y="234"/>
                    </a:lnTo>
                    <a:lnTo>
                      <a:pt x="336" y="228"/>
                    </a:lnTo>
                    <a:lnTo>
                      <a:pt x="342" y="216"/>
                    </a:lnTo>
                    <a:lnTo>
                      <a:pt x="354" y="210"/>
                    </a:lnTo>
                    <a:lnTo>
                      <a:pt x="360" y="198"/>
                    </a:lnTo>
                    <a:lnTo>
                      <a:pt x="360" y="186"/>
                    </a:lnTo>
                    <a:lnTo>
                      <a:pt x="348" y="180"/>
                    </a:lnTo>
                    <a:lnTo>
                      <a:pt x="330" y="174"/>
                    </a:lnTo>
                    <a:lnTo>
                      <a:pt x="306" y="162"/>
                    </a:lnTo>
                    <a:lnTo>
                      <a:pt x="306" y="156"/>
                    </a:lnTo>
                    <a:lnTo>
                      <a:pt x="312" y="150"/>
                    </a:lnTo>
                    <a:lnTo>
                      <a:pt x="318" y="150"/>
                    </a:lnTo>
                    <a:lnTo>
                      <a:pt x="294" y="126"/>
                    </a:lnTo>
                    <a:lnTo>
                      <a:pt x="282" y="120"/>
                    </a:lnTo>
                    <a:lnTo>
                      <a:pt x="270" y="120"/>
                    </a:lnTo>
                    <a:lnTo>
                      <a:pt x="264" y="132"/>
                    </a:lnTo>
                    <a:lnTo>
                      <a:pt x="264" y="138"/>
                    </a:lnTo>
                    <a:lnTo>
                      <a:pt x="258" y="150"/>
                    </a:lnTo>
                    <a:lnTo>
                      <a:pt x="252" y="156"/>
                    </a:lnTo>
                    <a:lnTo>
                      <a:pt x="240" y="144"/>
                    </a:lnTo>
                    <a:lnTo>
                      <a:pt x="240" y="138"/>
                    </a:lnTo>
                    <a:lnTo>
                      <a:pt x="222" y="138"/>
                    </a:lnTo>
                    <a:lnTo>
                      <a:pt x="216" y="126"/>
                    </a:lnTo>
                    <a:lnTo>
                      <a:pt x="198" y="108"/>
                    </a:lnTo>
                    <a:lnTo>
                      <a:pt x="186" y="84"/>
                    </a:lnTo>
                    <a:lnTo>
                      <a:pt x="186" y="54"/>
                    </a:lnTo>
                    <a:lnTo>
                      <a:pt x="180" y="54"/>
                    </a:lnTo>
                    <a:lnTo>
                      <a:pt x="174" y="60"/>
                    </a:lnTo>
                    <a:lnTo>
                      <a:pt x="168" y="48"/>
                    </a:lnTo>
                    <a:lnTo>
                      <a:pt x="156" y="42"/>
                    </a:lnTo>
                    <a:lnTo>
                      <a:pt x="150" y="30"/>
                    </a:lnTo>
                    <a:lnTo>
                      <a:pt x="144" y="24"/>
                    </a:lnTo>
                    <a:lnTo>
                      <a:pt x="138" y="12"/>
                    </a:lnTo>
                    <a:lnTo>
                      <a:pt x="132" y="6"/>
                    </a:lnTo>
                    <a:lnTo>
                      <a:pt x="96" y="0"/>
                    </a:lnTo>
                    <a:lnTo>
                      <a:pt x="90" y="6"/>
                    </a:lnTo>
                    <a:lnTo>
                      <a:pt x="90" y="48"/>
                    </a:lnTo>
                    <a:lnTo>
                      <a:pt x="114" y="72"/>
                    </a:lnTo>
                    <a:lnTo>
                      <a:pt x="114" y="108"/>
                    </a:lnTo>
                    <a:lnTo>
                      <a:pt x="72" y="108"/>
                    </a:lnTo>
                    <a:lnTo>
                      <a:pt x="72" y="84"/>
                    </a:lnTo>
                    <a:lnTo>
                      <a:pt x="36" y="102"/>
                    </a:lnTo>
                    <a:lnTo>
                      <a:pt x="36" y="114"/>
                    </a:lnTo>
                    <a:lnTo>
                      <a:pt x="30" y="126"/>
                    </a:lnTo>
                    <a:lnTo>
                      <a:pt x="36" y="132"/>
                    </a:lnTo>
                    <a:lnTo>
                      <a:pt x="30" y="138"/>
                    </a:lnTo>
                    <a:lnTo>
                      <a:pt x="18" y="138"/>
                    </a:lnTo>
                    <a:lnTo>
                      <a:pt x="0" y="156"/>
                    </a:lnTo>
                    <a:lnTo>
                      <a:pt x="0" y="168"/>
                    </a:lnTo>
                    <a:lnTo>
                      <a:pt x="6" y="168"/>
                    </a:lnTo>
                    <a:lnTo>
                      <a:pt x="12" y="174"/>
                    </a:lnTo>
                    <a:lnTo>
                      <a:pt x="24" y="180"/>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27" name="Indonesia" descr="© INSCALE GmbH, 05.05.2010&#10;http://www.presentationload.com/">
                <a:extLst>
                  <a:ext uri="{FF2B5EF4-FFF2-40B4-BE49-F238E27FC236}">
                    <a16:creationId xmlns:a16="http://schemas.microsoft.com/office/drawing/2014/main" id="{4B75A975-8B77-28E1-CCDF-0B2EF7ADDC02}"/>
                  </a:ext>
                </a:extLst>
              </p:cNvPr>
              <p:cNvSpPr>
                <a:spLocks noEditPoints="1"/>
              </p:cNvSpPr>
              <p:nvPr/>
            </p:nvSpPr>
            <p:spPr bwMode="gray">
              <a:xfrm>
                <a:off x="4371" y="2453"/>
                <a:ext cx="828" cy="330"/>
              </a:xfrm>
              <a:custGeom>
                <a:avLst/>
                <a:gdLst>
                  <a:gd name="T0" fmla="*/ 2147483647 w 3264"/>
                  <a:gd name="T1" fmla="*/ 2147483647 h 1302"/>
                  <a:gd name="T2" fmla="*/ 2147483647 w 3264"/>
                  <a:gd name="T3" fmla="*/ 2147483647 h 1302"/>
                  <a:gd name="T4" fmla="*/ 2147483647 w 3264"/>
                  <a:gd name="T5" fmla="*/ 2147483647 h 1302"/>
                  <a:gd name="T6" fmla="*/ 2147483647 w 3264"/>
                  <a:gd name="T7" fmla="*/ 2147483647 h 1302"/>
                  <a:gd name="T8" fmla="*/ 2147483647 w 3264"/>
                  <a:gd name="T9" fmla="*/ 2147483647 h 1302"/>
                  <a:gd name="T10" fmla="*/ 2147483647 w 3264"/>
                  <a:gd name="T11" fmla="*/ 2147483647 h 1302"/>
                  <a:gd name="T12" fmla="*/ 2147483647 w 3264"/>
                  <a:gd name="T13" fmla="*/ 2147483647 h 1302"/>
                  <a:gd name="T14" fmla="*/ 2147483647 w 3264"/>
                  <a:gd name="T15" fmla="*/ 2147483647 h 1302"/>
                  <a:gd name="T16" fmla="*/ 2147483647 w 3264"/>
                  <a:gd name="T17" fmla="*/ 2147483647 h 1302"/>
                  <a:gd name="T18" fmla="*/ 2147483647 w 3264"/>
                  <a:gd name="T19" fmla="*/ 2147483647 h 1302"/>
                  <a:gd name="T20" fmla="*/ 2147483647 w 3264"/>
                  <a:gd name="T21" fmla="*/ 2147483647 h 1302"/>
                  <a:gd name="T22" fmla="*/ 2147483647 w 3264"/>
                  <a:gd name="T23" fmla="*/ 2147483647 h 1302"/>
                  <a:gd name="T24" fmla="*/ 2147483647 w 3264"/>
                  <a:gd name="T25" fmla="*/ 2147483647 h 1302"/>
                  <a:gd name="T26" fmla="*/ 2147483647 w 3264"/>
                  <a:gd name="T27" fmla="*/ 2147483647 h 1302"/>
                  <a:gd name="T28" fmla="*/ 2147483647 w 3264"/>
                  <a:gd name="T29" fmla="*/ 2147483647 h 1302"/>
                  <a:gd name="T30" fmla="*/ 2147483647 w 3264"/>
                  <a:gd name="T31" fmla="*/ 2147483647 h 1302"/>
                  <a:gd name="T32" fmla="*/ 2147483647 w 3264"/>
                  <a:gd name="T33" fmla="*/ 2147483647 h 1302"/>
                  <a:gd name="T34" fmla="*/ 2147483647 w 3264"/>
                  <a:gd name="T35" fmla="*/ 2147483647 h 1302"/>
                  <a:gd name="T36" fmla="*/ 2147483647 w 3264"/>
                  <a:gd name="T37" fmla="*/ 2147483647 h 1302"/>
                  <a:gd name="T38" fmla="*/ 2147483647 w 3264"/>
                  <a:gd name="T39" fmla="*/ 2147483647 h 1302"/>
                  <a:gd name="T40" fmla="*/ 2147483647 w 3264"/>
                  <a:gd name="T41" fmla="*/ 2147483647 h 1302"/>
                  <a:gd name="T42" fmla="*/ 2147483647 w 3264"/>
                  <a:gd name="T43" fmla="*/ 2147483647 h 1302"/>
                  <a:gd name="T44" fmla="*/ 2147483647 w 3264"/>
                  <a:gd name="T45" fmla="*/ 2147483647 h 1302"/>
                  <a:gd name="T46" fmla="*/ 2147483647 w 3264"/>
                  <a:gd name="T47" fmla="*/ 2147483647 h 1302"/>
                  <a:gd name="T48" fmla="*/ 2147483647 w 3264"/>
                  <a:gd name="T49" fmla="*/ 2147483647 h 1302"/>
                  <a:gd name="T50" fmla="*/ 2147483647 w 3264"/>
                  <a:gd name="T51" fmla="*/ 2147483647 h 1302"/>
                  <a:gd name="T52" fmla="*/ 2147483647 w 3264"/>
                  <a:gd name="T53" fmla="*/ 2147483647 h 1302"/>
                  <a:gd name="T54" fmla="*/ 2147483647 w 3264"/>
                  <a:gd name="T55" fmla="*/ 2147483647 h 1302"/>
                  <a:gd name="T56" fmla="*/ 2147483647 w 3264"/>
                  <a:gd name="T57" fmla="*/ 2147483647 h 1302"/>
                  <a:gd name="T58" fmla="*/ 2147483647 w 3264"/>
                  <a:gd name="T59" fmla="*/ 2147483647 h 1302"/>
                  <a:gd name="T60" fmla="*/ 2147483647 w 3264"/>
                  <a:gd name="T61" fmla="*/ 2147483647 h 1302"/>
                  <a:gd name="T62" fmla="*/ 2147483647 w 3264"/>
                  <a:gd name="T63" fmla="*/ 2147483647 h 1302"/>
                  <a:gd name="T64" fmla="*/ 2147483647 w 3264"/>
                  <a:gd name="T65" fmla="*/ 2147483647 h 1302"/>
                  <a:gd name="T66" fmla="*/ 2147483647 w 3264"/>
                  <a:gd name="T67" fmla="*/ 2147483647 h 1302"/>
                  <a:gd name="T68" fmla="*/ 2147483647 w 3264"/>
                  <a:gd name="T69" fmla="*/ 2147483647 h 1302"/>
                  <a:gd name="T70" fmla="*/ 2147483647 w 3264"/>
                  <a:gd name="T71" fmla="*/ 2147483647 h 1302"/>
                  <a:gd name="T72" fmla="*/ 2147483647 w 3264"/>
                  <a:gd name="T73" fmla="*/ 2147483647 h 1302"/>
                  <a:gd name="T74" fmla="*/ 2147483647 w 3264"/>
                  <a:gd name="T75" fmla="*/ 2147483647 h 1302"/>
                  <a:gd name="T76" fmla="*/ 2147483647 w 3264"/>
                  <a:gd name="T77" fmla="*/ 2147483647 h 1302"/>
                  <a:gd name="T78" fmla="*/ 2147483647 w 3264"/>
                  <a:gd name="T79" fmla="*/ 2147483647 h 1302"/>
                  <a:gd name="T80" fmla="*/ 2147483647 w 3264"/>
                  <a:gd name="T81" fmla="*/ 2147483647 h 1302"/>
                  <a:gd name="T82" fmla="*/ 2147483647 w 3264"/>
                  <a:gd name="T83" fmla="*/ 2147483647 h 1302"/>
                  <a:gd name="T84" fmla="*/ 2147483647 w 3264"/>
                  <a:gd name="T85" fmla="*/ 2147483647 h 1302"/>
                  <a:gd name="T86" fmla="*/ 2147483647 w 3264"/>
                  <a:gd name="T87" fmla="*/ 2147483647 h 1302"/>
                  <a:gd name="T88" fmla="*/ 2147483647 w 3264"/>
                  <a:gd name="T89" fmla="*/ 2147483647 h 1302"/>
                  <a:gd name="T90" fmla="*/ 2147483647 w 3264"/>
                  <a:gd name="T91" fmla="*/ 2147483647 h 1302"/>
                  <a:gd name="T92" fmla="*/ 2147483647 w 3264"/>
                  <a:gd name="T93" fmla="*/ 2147483647 h 1302"/>
                  <a:gd name="T94" fmla="*/ 2147483647 w 3264"/>
                  <a:gd name="T95" fmla="*/ 2147483647 h 1302"/>
                  <a:gd name="T96" fmla="*/ 2147483647 w 3264"/>
                  <a:gd name="T97" fmla="*/ 2147483647 h 1302"/>
                  <a:gd name="T98" fmla="*/ 2147483647 w 3264"/>
                  <a:gd name="T99" fmla="*/ 2147483647 h 1302"/>
                  <a:gd name="T100" fmla="*/ 2147483647 w 3264"/>
                  <a:gd name="T101" fmla="*/ 2147483647 h 1302"/>
                  <a:gd name="T102" fmla="*/ 2147483647 w 3264"/>
                  <a:gd name="T103" fmla="*/ 2147483647 h 1302"/>
                  <a:gd name="T104" fmla="*/ 2147483647 w 3264"/>
                  <a:gd name="T105" fmla="*/ 2147483647 h 1302"/>
                  <a:gd name="T106" fmla="*/ 2147483647 w 3264"/>
                  <a:gd name="T107" fmla="*/ 2147483647 h 1302"/>
                  <a:gd name="T108" fmla="*/ 2147483647 w 3264"/>
                  <a:gd name="T109" fmla="*/ 2147483647 h 1302"/>
                  <a:gd name="T110" fmla="*/ 2147483647 w 3264"/>
                  <a:gd name="T111" fmla="*/ 2147483647 h 1302"/>
                  <a:gd name="T112" fmla="*/ 2147483647 w 3264"/>
                  <a:gd name="T113" fmla="*/ 2147483647 h 1302"/>
                  <a:gd name="T114" fmla="*/ 2147483647 w 3264"/>
                  <a:gd name="T115" fmla="*/ 2147483647 h 1302"/>
                  <a:gd name="T116" fmla="*/ 2147483647 w 3264"/>
                  <a:gd name="T117" fmla="*/ 2147483647 h 1302"/>
                  <a:gd name="T118" fmla="*/ 2147483647 w 3264"/>
                  <a:gd name="T119" fmla="*/ 2147483647 h 1302"/>
                  <a:gd name="T120" fmla="*/ 2147483647 w 3264"/>
                  <a:gd name="T121" fmla="*/ 2147483647 h 1302"/>
                  <a:gd name="T122" fmla="*/ 2147483647 w 3264"/>
                  <a:gd name="T123" fmla="*/ 2147483647 h 1302"/>
                  <a:gd name="T124" fmla="*/ 2147483647 w 3264"/>
                  <a:gd name="T125" fmla="*/ 2147483647 h 130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264"/>
                  <a:gd name="T190" fmla="*/ 0 h 1302"/>
                  <a:gd name="T191" fmla="*/ 3264 w 3264"/>
                  <a:gd name="T192" fmla="*/ 1302 h 130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264" h="1302">
                    <a:moveTo>
                      <a:pt x="1788" y="984"/>
                    </a:moveTo>
                    <a:lnTo>
                      <a:pt x="1806" y="978"/>
                    </a:lnTo>
                    <a:lnTo>
                      <a:pt x="1818" y="954"/>
                    </a:lnTo>
                    <a:lnTo>
                      <a:pt x="1812" y="930"/>
                    </a:lnTo>
                    <a:lnTo>
                      <a:pt x="1788" y="984"/>
                    </a:lnTo>
                    <a:close/>
                    <a:moveTo>
                      <a:pt x="672" y="462"/>
                    </a:moveTo>
                    <a:lnTo>
                      <a:pt x="702" y="480"/>
                    </a:lnTo>
                    <a:lnTo>
                      <a:pt x="702" y="450"/>
                    </a:lnTo>
                    <a:lnTo>
                      <a:pt x="672" y="426"/>
                    </a:lnTo>
                    <a:lnTo>
                      <a:pt x="672" y="462"/>
                    </a:lnTo>
                    <a:close/>
                    <a:moveTo>
                      <a:pt x="678" y="492"/>
                    </a:moveTo>
                    <a:lnTo>
                      <a:pt x="654" y="516"/>
                    </a:lnTo>
                    <a:lnTo>
                      <a:pt x="678" y="546"/>
                    </a:lnTo>
                    <a:lnTo>
                      <a:pt x="678" y="492"/>
                    </a:lnTo>
                    <a:close/>
                    <a:moveTo>
                      <a:pt x="906" y="714"/>
                    </a:moveTo>
                    <a:lnTo>
                      <a:pt x="930" y="732"/>
                    </a:lnTo>
                    <a:lnTo>
                      <a:pt x="936" y="708"/>
                    </a:lnTo>
                    <a:lnTo>
                      <a:pt x="936" y="702"/>
                    </a:lnTo>
                    <a:lnTo>
                      <a:pt x="930" y="696"/>
                    </a:lnTo>
                    <a:lnTo>
                      <a:pt x="930" y="690"/>
                    </a:lnTo>
                    <a:lnTo>
                      <a:pt x="912" y="672"/>
                    </a:lnTo>
                    <a:lnTo>
                      <a:pt x="900" y="666"/>
                    </a:lnTo>
                    <a:lnTo>
                      <a:pt x="888" y="666"/>
                    </a:lnTo>
                    <a:lnTo>
                      <a:pt x="882" y="672"/>
                    </a:lnTo>
                    <a:lnTo>
                      <a:pt x="876" y="684"/>
                    </a:lnTo>
                    <a:lnTo>
                      <a:pt x="882" y="696"/>
                    </a:lnTo>
                    <a:lnTo>
                      <a:pt x="882" y="708"/>
                    </a:lnTo>
                    <a:lnTo>
                      <a:pt x="888" y="720"/>
                    </a:lnTo>
                    <a:lnTo>
                      <a:pt x="906" y="714"/>
                    </a:lnTo>
                    <a:close/>
                    <a:moveTo>
                      <a:pt x="684" y="372"/>
                    </a:moveTo>
                    <a:lnTo>
                      <a:pt x="672" y="360"/>
                    </a:lnTo>
                    <a:lnTo>
                      <a:pt x="660" y="372"/>
                    </a:lnTo>
                    <a:lnTo>
                      <a:pt x="672" y="396"/>
                    </a:lnTo>
                    <a:lnTo>
                      <a:pt x="684" y="396"/>
                    </a:lnTo>
                    <a:lnTo>
                      <a:pt x="684" y="372"/>
                    </a:lnTo>
                    <a:close/>
                    <a:moveTo>
                      <a:pt x="750" y="624"/>
                    </a:moveTo>
                    <a:lnTo>
                      <a:pt x="750" y="630"/>
                    </a:lnTo>
                    <a:lnTo>
                      <a:pt x="756" y="636"/>
                    </a:lnTo>
                    <a:lnTo>
                      <a:pt x="756" y="648"/>
                    </a:lnTo>
                    <a:lnTo>
                      <a:pt x="774" y="684"/>
                    </a:lnTo>
                    <a:lnTo>
                      <a:pt x="786" y="690"/>
                    </a:lnTo>
                    <a:lnTo>
                      <a:pt x="804" y="696"/>
                    </a:lnTo>
                    <a:lnTo>
                      <a:pt x="816" y="702"/>
                    </a:lnTo>
                    <a:lnTo>
                      <a:pt x="834" y="702"/>
                    </a:lnTo>
                    <a:lnTo>
                      <a:pt x="828" y="660"/>
                    </a:lnTo>
                    <a:lnTo>
                      <a:pt x="810" y="648"/>
                    </a:lnTo>
                    <a:lnTo>
                      <a:pt x="810" y="618"/>
                    </a:lnTo>
                    <a:lnTo>
                      <a:pt x="804" y="606"/>
                    </a:lnTo>
                    <a:lnTo>
                      <a:pt x="792" y="600"/>
                    </a:lnTo>
                    <a:lnTo>
                      <a:pt x="786" y="588"/>
                    </a:lnTo>
                    <a:lnTo>
                      <a:pt x="768" y="582"/>
                    </a:lnTo>
                    <a:lnTo>
                      <a:pt x="756" y="576"/>
                    </a:lnTo>
                    <a:lnTo>
                      <a:pt x="732" y="576"/>
                    </a:lnTo>
                    <a:lnTo>
                      <a:pt x="732" y="582"/>
                    </a:lnTo>
                    <a:lnTo>
                      <a:pt x="726" y="588"/>
                    </a:lnTo>
                    <a:lnTo>
                      <a:pt x="726" y="600"/>
                    </a:lnTo>
                    <a:lnTo>
                      <a:pt x="714" y="600"/>
                    </a:lnTo>
                    <a:lnTo>
                      <a:pt x="714" y="606"/>
                    </a:lnTo>
                    <a:lnTo>
                      <a:pt x="708" y="612"/>
                    </a:lnTo>
                    <a:lnTo>
                      <a:pt x="714" y="624"/>
                    </a:lnTo>
                    <a:lnTo>
                      <a:pt x="750" y="624"/>
                    </a:lnTo>
                    <a:close/>
                    <a:moveTo>
                      <a:pt x="246" y="438"/>
                    </a:moveTo>
                    <a:lnTo>
                      <a:pt x="222" y="462"/>
                    </a:lnTo>
                    <a:lnTo>
                      <a:pt x="234" y="492"/>
                    </a:lnTo>
                    <a:lnTo>
                      <a:pt x="234" y="498"/>
                    </a:lnTo>
                    <a:lnTo>
                      <a:pt x="228" y="504"/>
                    </a:lnTo>
                    <a:lnTo>
                      <a:pt x="228" y="510"/>
                    </a:lnTo>
                    <a:lnTo>
                      <a:pt x="240" y="510"/>
                    </a:lnTo>
                    <a:lnTo>
                      <a:pt x="246" y="504"/>
                    </a:lnTo>
                    <a:lnTo>
                      <a:pt x="246" y="468"/>
                    </a:lnTo>
                    <a:lnTo>
                      <a:pt x="252" y="456"/>
                    </a:lnTo>
                    <a:lnTo>
                      <a:pt x="246" y="438"/>
                    </a:lnTo>
                    <a:close/>
                    <a:moveTo>
                      <a:pt x="264" y="534"/>
                    </a:moveTo>
                    <a:lnTo>
                      <a:pt x="258" y="546"/>
                    </a:lnTo>
                    <a:lnTo>
                      <a:pt x="258" y="588"/>
                    </a:lnTo>
                    <a:lnTo>
                      <a:pt x="264" y="600"/>
                    </a:lnTo>
                    <a:lnTo>
                      <a:pt x="276" y="612"/>
                    </a:lnTo>
                    <a:lnTo>
                      <a:pt x="288" y="612"/>
                    </a:lnTo>
                    <a:lnTo>
                      <a:pt x="294" y="606"/>
                    </a:lnTo>
                    <a:lnTo>
                      <a:pt x="294" y="588"/>
                    </a:lnTo>
                    <a:lnTo>
                      <a:pt x="288" y="576"/>
                    </a:lnTo>
                    <a:lnTo>
                      <a:pt x="282" y="558"/>
                    </a:lnTo>
                    <a:lnTo>
                      <a:pt x="282" y="546"/>
                    </a:lnTo>
                    <a:lnTo>
                      <a:pt x="276" y="534"/>
                    </a:lnTo>
                    <a:lnTo>
                      <a:pt x="264" y="534"/>
                    </a:lnTo>
                    <a:close/>
                    <a:moveTo>
                      <a:pt x="48" y="222"/>
                    </a:moveTo>
                    <a:lnTo>
                      <a:pt x="42" y="228"/>
                    </a:lnTo>
                    <a:lnTo>
                      <a:pt x="42" y="246"/>
                    </a:lnTo>
                    <a:lnTo>
                      <a:pt x="48" y="258"/>
                    </a:lnTo>
                    <a:lnTo>
                      <a:pt x="66" y="258"/>
                    </a:lnTo>
                    <a:lnTo>
                      <a:pt x="84" y="276"/>
                    </a:lnTo>
                    <a:lnTo>
                      <a:pt x="90" y="270"/>
                    </a:lnTo>
                    <a:lnTo>
                      <a:pt x="90" y="252"/>
                    </a:lnTo>
                    <a:lnTo>
                      <a:pt x="78" y="246"/>
                    </a:lnTo>
                    <a:lnTo>
                      <a:pt x="72" y="234"/>
                    </a:lnTo>
                    <a:lnTo>
                      <a:pt x="60" y="228"/>
                    </a:lnTo>
                    <a:lnTo>
                      <a:pt x="54" y="222"/>
                    </a:lnTo>
                    <a:lnTo>
                      <a:pt x="48" y="222"/>
                    </a:lnTo>
                    <a:close/>
                    <a:moveTo>
                      <a:pt x="162" y="330"/>
                    </a:moveTo>
                    <a:lnTo>
                      <a:pt x="156" y="330"/>
                    </a:lnTo>
                    <a:lnTo>
                      <a:pt x="144" y="342"/>
                    </a:lnTo>
                    <a:lnTo>
                      <a:pt x="144" y="354"/>
                    </a:lnTo>
                    <a:lnTo>
                      <a:pt x="156" y="366"/>
                    </a:lnTo>
                    <a:lnTo>
                      <a:pt x="162" y="378"/>
                    </a:lnTo>
                    <a:lnTo>
                      <a:pt x="174" y="390"/>
                    </a:lnTo>
                    <a:lnTo>
                      <a:pt x="180" y="402"/>
                    </a:lnTo>
                    <a:lnTo>
                      <a:pt x="192" y="414"/>
                    </a:lnTo>
                    <a:lnTo>
                      <a:pt x="198" y="408"/>
                    </a:lnTo>
                    <a:lnTo>
                      <a:pt x="198" y="402"/>
                    </a:lnTo>
                    <a:lnTo>
                      <a:pt x="204" y="390"/>
                    </a:lnTo>
                    <a:lnTo>
                      <a:pt x="204" y="384"/>
                    </a:lnTo>
                    <a:lnTo>
                      <a:pt x="198" y="372"/>
                    </a:lnTo>
                    <a:lnTo>
                      <a:pt x="198" y="366"/>
                    </a:lnTo>
                    <a:lnTo>
                      <a:pt x="192" y="360"/>
                    </a:lnTo>
                    <a:lnTo>
                      <a:pt x="186" y="348"/>
                    </a:lnTo>
                    <a:lnTo>
                      <a:pt x="180" y="342"/>
                    </a:lnTo>
                    <a:lnTo>
                      <a:pt x="168" y="336"/>
                    </a:lnTo>
                    <a:lnTo>
                      <a:pt x="162" y="330"/>
                    </a:lnTo>
                    <a:close/>
                    <a:moveTo>
                      <a:pt x="2574" y="486"/>
                    </a:moveTo>
                    <a:lnTo>
                      <a:pt x="2574" y="474"/>
                    </a:lnTo>
                    <a:lnTo>
                      <a:pt x="2568" y="474"/>
                    </a:lnTo>
                    <a:lnTo>
                      <a:pt x="2556" y="468"/>
                    </a:lnTo>
                    <a:lnTo>
                      <a:pt x="2520" y="468"/>
                    </a:lnTo>
                    <a:lnTo>
                      <a:pt x="2514" y="474"/>
                    </a:lnTo>
                    <a:lnTo>
                      <a:pt x="2520" y="498"/>
                    </a:lnTo>
                    <a:lnTo>
                      <a:pt x="2526" y="498"/>
                    </a:lnTo>
                    <a:lnTo>
                      <a:pt x="2538" y="492"/>
                    </a:lnTo>
                    <a:lnTo>
                      <a:pt x="2562" y="492"/>
                    </a:lnTo>
                    <a:lnTo>
                      <a:pt x="2568" y="486"/>
                    </a:lnTo>
                    <a:lnTo>
                      <a:pt x="2574" y="486"/>
                    </a:lnTo>
                    <a:close/>
                    <a:moveTo>
                      <a:pt x="336" y="648"/>
                    </a:moveTo>
                    <a:lnTo>
                      <a:pt x="342" y="648"/>
                    </a:lnTo>
                    <a:lnTo>
                      <a:pt x="342" y="636"/>
                    </a:lnTo>
                    <a:lnTo>
                      <a:pt x="330" y="624"/>
                    </a:lnTo>
                    <a:lnTo>
                      <a:pt x="318" y="624"/>
                    </a:lnTo>
                    <a:lnTo>
                      <a:pt x="318" y="636"/>
                    </a:lnTo>
                    <a:lnTo>
                      <a:pt x="330" y="648"/>
                    </a:lnTo>
                    <a:lnTo>
                      <a:pt x="336" y="648"/>
                    </a:lnTo>
                    <a:close/>
                    <a:moveTo>
                      <a:pt x="2472" y="654"/>
                    </a:moveTo>
                    <a:lnTo>
                      <a:pt x="2484" y="648"/>
                    </a:lnTo>
                    <a:lnTo>
                      <a:pt x="2502" y="630"/>
                    </a:lnTo>
                    <a:lnTo>
                      <a:pt x="2502" y="618"/>
                    </a:lnTo>
                    <a:lnTo>
                      <a:pt x="2430" y="612"/>
                    </a:lnTo>
                    <a:lnTo>
                      <a:pt x="2430" y="624"/>
                    </a:lnTo>
                    <a:lnTo>
                      <a:pt x="2436" y="630"/>
                    </a:lnTo>
                    <a:lnTo>
                      <a:pt x="2442" y="642"/>
                    </a:lnTo>
                    <a:lnTo>
                      <a:pt x="2448" y="648"/>
                    </a:lnTo>
                    <a:lnTo>
                      <a:pt x="2460" y="654"/>
                    </a:lnTo>
                    <a:lnTo>
                      <a:pt x="2472" y="654"/>
                    </a:lnTo>
                    <a:close/>
                    <a:moveTo>
                      <a:pt x="2406" y="288"/>
                    </a:moveTo>
                    <a:lnTo>
                      <a:pt x="2418" y="276"/>
                    </a:lnTo>
                    <a:lnTo>
                      <a:pt x="2418" y="264"/>
                    </a:lnTo>
                    <a:lnTo>
                      <a:pt x="2412" y="258"/>
                    </a:lnTo>
                    <a:lnTo>
                      <a:pt x="2400" y="252"/>
                    </a:lnTo>
                    <a:lnTo>
                      <a:pt x="2376" y="252"/>
                    </a:lnTo>
                    <a:lnTo>
                      <a:pt x="2370" y="258"/>
                    </a:lnTo>
                    <a:lnTo>
                      <a:pt x="2370" y="264"/>
                    </a:lnTo>
                    <a:lnTo>
                      <a:pt x="2394" y="288"/>
                    </a:lnTo>
                    <a:lnTo>
                      <a:pt x="2406" y="288"/>
                    </a:lnTo>
                    <a:close/>
                    <a:moveTo>
                      <a:pt x="2868" y="528"/>
                    </a:moveTo>
                    <a:lnTo>
                      <a:pt x="2886" y="534"/>
                    </a:lnTo>
                    <a:lnTo>
                      <a:pt x="2892" y="534"/>
                    </a:lnTo>
                    <a:lnTo>
                      <a:pt x="2898" y="528"/>
                    </a:lnTo>
                    <a:lnTo>
                      <a:pt x="2898" y="522"/>
                    </a:lnTo>
                    <a:lnTo>
                      <a:pt x="2874" y="510"/>
                    </a:lnTo>
                    <a:lnTo>
                      <a:pt x="2868" y="516"/>
                    </a:lnTo>
                    <a:lnTo>
                      <a:pt x="2862" y="516"/>
                    </a:lnTo>
                    <a:lnTo>
                      <a:pt x="2862" y="522"/>
                    </a:lnTo>
                    <a:lnTo>
                      <a:pt x="2868" y="528"/>
                    </a:lnTo>
                    <a:close/>
                    <a:moveTo>
                      <a:pt x="2916" y="618"/>
                    </a:moveTo>
                    <a:lnTo>
                      <a:pt x="2928" y="618"/>
                    </a:lnTo>
                    <a:lnTo>
                      <a:pt x="2940" y="612"/>
                    </a:lnTo>
                    <a:lnTo>
                      <a:pt x="2958" y="612"/>
                    </a:lnTo>
                    <a:lnTo>
                      <a:pt x="2964" y="606"/>
                    </a:lnTo>
                    <a:lnTo>
                      <a:pt x="2970" y="606"/>
                    </a:lnTo>
                    <a:lnTo>
                      <a:pt x="2964" y="606"/>
                    </a:lnTo>
                    <a:lnTo>
                      <a:pt x="2958" y="600"/>
                    </a:lnTo>
                    <a:lnTo>
                      <a:pt x="2946" y="594"/>
                    </a:lnTo>
                    <a:lnTo>
                      <a:pt x="2934" y="594"/>
                    </a:lnTo>
                    <a:lnTo>
                      <a:pt x="2928" y="588"/>
                    </a:lnTo>
                    <a:lnTo>
                      <a:pt x="2922" y="588"/>
                    </a:lnTo>
                    <a:lnTo>
                      <a:pt x="2910" y="594"/>
                    </a:lnTo>
                    <a:lnTo>
                      <a:pt x="2892" y="594"/>
                    </a:lnTo>
                    <a:lnTo>
                      <a:pt x="2886" y="600"/>
                    </a:lnTo>
                    <a:lnTo>
                      <a:pt x="2880" y="600"/>
                    </a:lnTo>
                    <a:lnTo>
                      <a:pt x="2892" y="606"/>
                    </a:lnTo>
                    <a:lnTo>
                      <a:pt x="2898" y="612"/>
                    </a:lnTo>
                    <a:lnTo>
                      <a:pt x="2910" y="618"/>
                    </a:lnTo>
                    <a:lnTo>
                      <a:pt x="2916" y="618"/>
                    </a:lnTo>
                    <a:close/>
                    <a:moveTo>
                      <a:pt x="1710" y="552"/>
                    </a:moveTo>
                    <a:lnTo>
                      <a:pt x="1710" y="564"/>
                    </a:lnTo>
                    <a:lnTo>
                      <a:pt x="1716" y="570"/>
                    </a:lnTo>
                    <a:lnTo>
                      <a:pt x="1716" y="582"/>
                    </a:lnTo>
                    <a:lnTo>
                      <a:pt x="1722" y="594"/>
                    </a:lnTo>
                    <a:lnTo>
                      <a:pt x="1722" y="612"/>
                    </a:lnTo>
                    <a:lnTo>
                      <a:pt x="1716" y="618"/>
                    </a:lnTo>
                    <a:lnTo>
                      <a:pt x="1692" y="630"/>
                    </a:lnTo>
                    <a:lnTo>
                      <a:pt x="1686" y="636"/>
                    </a:lnTo>
                    <a:lnTo>
                      <a:pt x="1674" y="642"/>
                    </a:lnTo>
                    <a:lnTo>
                      <a:pt x="1674" y="678"/>
                    </a:lnTo>
                    <a:lnTo>
                      <a:pt x="1680" y="684"/>
                    </a:lnTo>
                    <a:lnTo>
                      <a:pt x="1686" y="696"/>
                    </a:lnTo>
                    <a:lnTo>
                      <a:pt x="1674" y="708"/>
                    </a:lnTo>
                    <a:lnTo>
                      <a:pt x="1674" y="720"/>
                    </a:lnTo>
                    <a:lnTo>
                      <a:pt x="1680" y="726"/>
                    </a:lnTo>
                    <a:lnTo>
                      <a:pt x="1692" y="732"/>
                    </a:lnTo>
                    <a:lnTo>
                      <a:pt x="1698" y="726"/>
                    </a:lnTo>
                    <a:lnTo>
                      <a:pt x="1722" y="726"/>
                    </a:lnTo>
                    <a:lnTo>
                      <a:pt x="1728" y="732"/>
                    </a:lnTo>
                    <a:lnTo>
                      <a:pt x="1728" y="756"/>
                    </a:lnTo>
                    <a:lnTo>
                      <a:pt x="1722" y="762"/>
                    </a:lnTo>
                    <a:lnTo>
                      <a:pt x="1740" y="780"/>
                    </a:lnTo>
                    <a:lnTo>
                      <a:pt x="1728" y="846"/>
                    </a:lnTo>
                    <a:lnTo>
                      <a:pt x="1710" y="864"/>
                    </a:lnTo>
                    <a:lnTo>
                      <a:pt x="1704" y="876"/>
                    </a:lnTo>
                    <a:lnTo>
                      <a:pt x="1704" y="888"/>
                    </a:lnTo>
                    <a:lnTo>
                      <a:pt x="1710" y="906"/>
                    </a:lnTo>
                    <a:lnTo>
                      <a:pt x="1722" y="924"/>
                    </a:lnTo>
                    <a:lnTo>
                      <a:pt x="1746" y="936"/>
                    </a:lnTo>
                    <a:lnTo>
                      <a:pt x="1764" y="930"/>
                    </a:lnTo>
                    <a:lnTo>
                      <a:pt x="1788" y="906"/>
                    </a:lnTo>
                    <a:lnTo>
                      <a:pt x="1788" y="864"/>
                    </a:lnTo>
                    <a:lnTo>
                      <a:pt x="1782" y="858"/>
                    </a:lnTo>
                    <a:lnTo>
                      <a:pt x="1776" y="846"/>
                    </a:lnTo>
                    <a:lnTo>
                      <a:pt x="1800" y="822"/>
                    </a:lnTo>
                    <a:lnTo>
                      <a:pt x="1806" y="804"/>
                    </a:lnTo>
                    <a:lnTo>
                      <a:pt x="1806" y="774"/>
                    </a:lnTo>
                    <a:lnTo>
                      <a:pt x="1812" y="756"/>
                    </a:lnTo>
                    <a:lnTo>
                      <a:pt x="1812" y="726"/>
                    </a:lnTo>
                    <a:lnTo>
                      <a:pt x="1806" y="714"/>
                    </a:lnTo>
                    <a:lnTo>
                      <a:pt x="1800" y="696"/>
                    </a:lnTo>
                    <a:lnTo>
                      <a:pt x="1794" y="684"/>
                    </a:lnTo>
                    <a:lnTo>
                      <a:pt x="1794" y="636"/>
                    </a:lnTo>
                    <a:lnTo>
                      <a:pt x="1800" y="630"/>
                    </a:lnTo>
                    <a:lnTo>
                      <a:pt x="1800" y="624"/>
                    </a:lnTo>
                    <a:lnTo>
                      <a:pt x="1806" y="618"/>
                    </a:lnTo>
                    <a:lnTo>
                      <a:pt x="1812" y="618"/>
                    </a:lnTo>
                    <a:lnTo>
                      <a:pt x="1818" y="624"/>
                    </a:lnTo>
                    <a:lnTo>
                      <a:pt x="1824" y="642"/>
                    </a:lnTo>
                    <a:lnTo>
                      <a:pt x="1830" y="666"/>
                    </a:lnTo>
                    <a:lnTo>
                      <a:pt x="1836" y="684"/>
                    </a:lnTo>
                    <a:lnTo>
                      <a:pt x="1836" y="702"/>
                    </a:lnTo>
                    <a:lnTo>
                      <a:pt x="1866" y="738"/>
                    </a:lnTo>
                    <a:lnTo>
                      <a:pt x="1866" y="792"/>
                    </a:lnTo>
                    <a:lnTo>
                      <a:pt x="1890" y="822"/>
                    </a:lnTo>
                    <a:lnTo>
                      <a:pt x="1890" y="858"/>
                    </a:lnTo>
                    <a:lnTo>
                      <a:pt x="1902" y="930"/>
                    </a:lnTo>
                    <a:lnTo>
                      <a:pt x="1920" y="918"/>
                    </a:lnTo>
                    <a:lnTo>
                      <a:pt x="1962" y="930"/>
                    </a:lnTo>
                    <a:lnTo>
                      <a:pt x="1962" y="870"/>
                    </a:lnTo>
                    <a:lnTo>
                      <a:pt x="1968" y="864"/>
                    </a:lnTo>
                    <a:lnTo>
                      <a:pt x="1974" y="852"/>
                    </a:lnTo>
                    <a:lnTo>
                      <a:pt x="1980" y="876"/>
                    </a:lnTo>
                    <a:lnTo>
                      <a:pt x="1998" y="876"/>
                    </a:lnTo>
                    <a:lnTo>
                      <a:pt x="2004" y="870"/>
                    </a:lnTo>
                    <a:lnTo>
                      <a:pt x="2010" y="858"/>
                    </a:lnTo>
                    <a:lnTo>
                      <a:pt x="2010" y="828"/>
                    </a:lnTo>
                    <a:lnTo>
                      <a:pt x="2004" y="822"/>
                    </a:lnTo>
                    <a:lnTo>
                      <a:pt x="2004" y="816"/>
                    </a:lnTo>
                    <a:lnTo>
                      <a:pt x="1992" y="810"/>
                    </a:lnTo>
                    <a:lnTo>
                      <a:pt x="1986" y="798"/>
                    </a:lnTo>
                    <a:lnTo>
                      <a:pt x="1974" y="792"/>
                    </a:lnTo>
                    <a:lnTo>
                      <a:pt x="1962" y="780"/>
                    </a:lnTo>
                    <a:lnTo>
                      <a:pt x="1956" y="768"/>
                    </a:lnTo>
                    <a:lnTo>
                      <a:pt x="1944" y="756"/>
                    </a:lnTo>
                    <a:lnTo>
                      <a:pt x="1944" y="750"/>
                    </a:lnTo>
                    <a:lnTo>
                      <a:pt x="1956" y="726"/>
                    </a:lnTo>
                    <a:lnTo>
                      <a:pt x="1968" y="720"/>
                    </a:lnTo>
                    <a:lnTo>
                      <a:pt x="1968" y="708"/>
                    </a:lnTo>
                    <a:lnTo>
                      <a:pt x="1962" y="696"/>
                    </a:lnTo>
                    <a:lnTo>
                      <a:pt x="1938" y="684"/>
                    </a:lnTo>
                    <a:lnTo>
                      <a:pt x="1932" y="672"/>
                    </a:lnTo>
                    <a:lnTo>
                      <a:pt x="1932" y="642"/>
                    </a:lnTo>
                    <a:lnTo>
                      <a:pt x="1938" y="636"/>
                    </a:lnTo>
                    <a:lnTo>
                      <a:pt x="1938" y="630"/>
                    </a:lnTo>
                    <a:lnTo>
                      <a:pt x="1926" y="618"/>
                    </a:lnTo>
                    <a:lnTo>
                      <a:pt x="1914" y="612"/>
                    </a:lnTo>
                    <a:lnTo>
                      <a:pt x="1896" y="594"/>
                    </a:lnTo>
                    <a:lnTo>
                      <a:pt x="1884" y="588"/>
                    </a:lnTo>
                    <a:lnTo>
                      <a:pt x="1878" y="582"/>
                    </a:lnTo>
                    <a:lnTo>
                      <a:pt x="1914" y="582"/>
                    </a:lnTo>
                    <a:lnTo>
                      <a:pt x="1926" y="576"/>
                    </a:lnTo>
                    <a:lnTo>
                      <a:pt x="1932" y="570"/>
                    </a:lnTo>
                    <a:lnTo>
                      <a:pt x="1944" y="546"/>
                    </a:lnTo>
                    <a:lnTo>
                      <a:pt x="1950" y="540"/>
                    </a:lnTo>
                    <a:lnTo>
                      <a:pt x="1956" y="528"/>
                    </a:lnTo>
                    <a:lnTo>
                      <a:pt x="1992" y="528"/>
                    </a:lnTo>
                    <a:lnTo>
                      <a:pt x="2004" y="522"/>
                    </a:lnTo>
                    <a:lnTo>
                      <a:pt x="2010" y="522"/>
                    </a:lnTo>
                    <a:lnTo>
                      <a:pt x="2016" y="516"/>
                    </a:lnTo>
                    <a:lnTo>
                      <a:pt x="2016" y="504"/>
                    </a:lnTo>
                    <a:lnTo>
                      <a:pt x="1998" y="486"/>
                    </a:lnTo>
                    <a:lnTo>
                      <a:pt x="1986" y="480"/>
                    </a:lnTo>
                    <a:lnTo>
                      <a:pt x="1974" y="486"/>
                    </a:lnTo>
                    <a:lnTo>
                      <a:pt x="1956" y="504"/>
                    </a:lnTo>
                    <a:lnTo>
                      <a:pt x="1956" y="510"/>
                    </a:lnTo>
                    <a:lnTo>
                      <a:pt x="1944" y="510"/>
                    </a:lnTo>
                    <a:lnTo>
                      <a:pt x="1932" y="504"/>
                    </a:lnTo>
                    <a:lnTo>
                      <a:pt x="1896" y="504"/>
                    </a:lnTo>
                    <a:lnTo>
                      <a:pt x="1890" y="510"/>
                    </a:lnTo>
                    <a:lnTo>
                      <a:pt x="1884" y="522"/>
                    </a:lnTo>
                    <a:lnTo>
                      <a:pt x="1854" y="552"/>
                    </a:lnTo>
                    <a:lnTo>
                      <a:pt x="1848" y="546"/>
                    </a:lnTo>
                    <a:lnTo>
                      <a:pt x="1836" y="540"/>
                    </a:lnTo>
                    <a:lnTo>
                      <a:pt x="1824" y="516"/>
                    </a:lnTo>
                    <a:lnTo>
                      <a:pt x="1788" y="498"/>
                    </a:lnTo>
                    <a:lnTo>
                      <a:pt x="1776" y="498"/>
                    </a:lnTo>
                    <a:lnTo>
                      <a:pt x="1776" y="486"/>
                    </a:lnTo>
                    <a:lnTo>
                      <a:pt x="1782" y="468"/>
                    </a:lnTo>
                    <a:lnTo>
                      <a:pt x="1782" y="456"/>
                    </a:lnTo>
                    <a:lnTo>
                      <a:pt x="1794" y="420"/>
                    </a:lnTo>
                    <a:lnTo>
                      <a:pt x="1806" y="408"/>
                    </a:lnTo>
                    <a:lnTo>
                      <a:pt x="1824" y="408"/>
                    </a:lnTo>
                    <a:lnTo>
                      <a:pt x="1842" y="414"/>
                    </a:lnTo>
                    <a:lnTo>
                      <a:pt x="1896" y="414"/>
                    </a:lnTo>
                    <a:lnTo>
                      <a:pt x="1902" y="408"/>
                    </a:lnTo>
                    <a:lnTo>
                      <a:pt x="1908" y="408"/>
                    </a:lnTo>
                    <a:lnTo>
                      <a:pt x="1908" y="402"/>
                    </a:lnTo>
                    <a:lnTo>
                      <a:pt x="1914" y="396"/>
                    </a:lnTo>
                    <a:lnTo>
                      <a:pt x="1920" y="396"/>
                    </a:lnTo>
                    <a:lnTo>
                      <a:pt x="1944" y="402"/>
                    </a:lnTo>
                    <a:lnTo>
                      <a:pt x="1980" y="420"/>
                    </a:lnTo>
                    <a:lnTo>
                      <a:pt x="2010" y="432"/>
                    </a:lnTo>
                    <a:lnTo>
                      <a:pt x="2034" y="438"/>
                    </a:lnTo>
                    <a:lnTo>
                      <a:pt x="2040" y="438"/>
                    </a:lnTo>
                    <a:lnTo>
                      <a:pt x="2052" y="432"/>
                    </a:lnTo>
                    <a:lnTo>
                      <a:pt x="2064" y="420"/>
                    </a:lnTo>
                    <a:lnTo>
                      <a:pt x="2082" y="420"/>
                    </a:lnTo>
                    <a:lnTo>
                      <a:pt x="2094" y="414"/>
                    </a:lnTo>
                    <a:lnTo>
                      <a:pt x="2106" y="414"/>
                    </a:lnTo>
                    <a:lnTo>
                      <a:pt x="2112" y="408"/>
                    </a:lnTo>
                    <a:lnTo>
                      <a:pt x="2112" y="402"/>
                    </a:lnTo>
                    <a:lnTo>
                      <a:pt x="2106" y="396"/>
                    </a:lnTo>
                    <a:lnTo>
                      <a:pt x="2106" y="390"/>
                    </a:lnTo>
                    <a:lnTo>
                      <a:pt x="2118" y="378"/>
                    </a:lnTo>
                    <a:lnTo>
                      <a:pt x="2142" y="366"/>
                    </a:lnTo>
                    <a:lnTo>
                      <a:pt x="2148" y="360"/>
                    </a:lnTo>
                    <a:lnTo>
                      <a:pt x="2160" y="354"/>
                    </a:lnTo>
                    <a:lnTo>
                      <a:pt x="2148" y="324"/>
                    </a:lnTo>
                    <a:lnTo>
                      <a:pt x="2070" y="360"/>
                    </a:lnTo>
                    <a:lnTo>
                      <a:pt x="2076" y="366"/>
                    </a:lnTo>
                    <a:lnTo>
                      <a:pt x="2076" y="372"/>
                    </a:lnTo>
                    <a:lnTo>
                      <a:pt x="2070" y="378"/>
                    </a:lnTo>
                    <a:lnTo>
                      <a:pt x="2046" y="378"/>
                    </a:lnTo>
                    <a:lnTo>
                      <a:pt x="2022" y="366"/>
                    </a:lnTo>
                    <a:lnTo>
                      <a:pt x="2004" y="366"/>
                    </a:lnTo>
                    <a:lnTo>
                      <a:pt x="1968" y="384"/>
                    </a:lnTo>
                    <a:lnTo>
                      <a:pt x="1950" y="384"/>
                    </a:lnTo>
                    <a:lnTo>
                      <a:pt x="1938" y="378"/>
                    </a:lnTo>
                    <a:lnTo>
                      <a:pt x="1926" y="378"/>
                    </a:lnTo>
                    <a:lnTo>
                      <a:pt x="1902" y="366"/>
                    </a:lnTo>
                    <a:lnTo>
                      <a:pt x="1860" y="366"/>
                    </a:lnTo>
                    <a:lnTo>
                      <a:pt x="1872" y="348"/>
                    </a:lnTo>
                    <a:lnTo>
                      <a:pt x="1860" y="348"/>
                    </a:lnTo>
                    <a:lnTo>
                      <a:pt x="1848" y="342"/>
                    </a:lnTo>
                    <a:lnTo>
                      <a:pt x="1824" y="342"/>
                    </a:lnTo>
                    <a:lnTo>
                      <a:pt x="1824" y="366"/>
                    </a:lnTo>
                    <a:lnTo>
                      <a:pt x="1812" y="378"/>
                    </a:lnTo>
                    <a:lnTo>
                      <a:pt x="1788" y="390"/>
                    </a:lnTo>
                    <a:lnTo>
                      <a:pt x="1764" y="390"/>
                    </a:lnTo>
                    <a:lnTo>
                      <a:pt x="1758" y="396"/>
                    </a:lnTo>
                    <a:lnTo>
                      <a:pt x="1758" y="426"/>
                    </a:lnTo>
                    <a:lnTo>
                      <a:pt x="1740" y="432"/>
                    </a:lnTo>
                    <a:lnTo>
                      <a:pt x="1752" y="498"/>
                    </a:lnTo>
                    <a:lnTo>
                      <a:pt x="1740" y="498"/>
                    </a:lnTo>
                    <a:lnTo>
                      <a:pt x="1734" y="510"/>
                    </a:lnTo>
                    <a:lnTo>
                      <a:pt x="1728" y="516"/>
                    </a:lnTo>
                    <a:lnTo>
                      <a:pt x="1710" y="552"/>
                    </a:lnTo>
                    <a:close/>
                    <a:moveTo>
                      <a:pt x="1986" y="576"/>
                    </a:moveTo>
                    <a:lnTo>
                      <a:pt x="1986" y="594"/>
                    </a:lnTo>
                    <a:lnTo>
                      <a:pt x="1992" y="600"/>
                    </a:lnTo>
                    <a:lnTo>
                      <a:pt x="2004" y="600"/>
                    </a:lnTo>
                    <a:lnTo>
                      <a:pt x="2016" y="588"/>
                    </a:lnTo>
                    <a:lnTo>
                      <a:pt x="2016" y="576"/>
                    </a:lnTo>
                    <a:lnTo>
                      <a:pt x="1986" y="576"/>
                    </a:lnTo>
                    <a:close/>
                    <a:moveTo>
                      <a:pt x="1686" y="1110"/>
                    </a:moveTo>
                    <a:lnTo>
                      <a:pt x="1674" y="1110"/>
                    </a:lnTo>
                    <a:lnTo>
                      <a:pt x="1668" y="1116"/>
                    </a:lnTo>
                    <a:lnTo>
                      <a:pt x="1662" y="1116"/>
                    </a:lnTo>
                    <a:lnTo>
                      <a:pt x="1614" y="1104"/>
                    </a:lnTo>
                    <a:lnTo>
                      <a:pt x="1644" y="1146"/>
                    </a:lnTo>
                    <a:lnTo>
                      <a:pt x="1650" y="1152"/>
                    </a:lnTo>
                    <a:lnTo>
                      <a:pt x="1662" y="1158"/>
                    </a:lnTo>
                    <a:lnTo>
                      <a:pt x="1668" y="1164"/>
                    </a:lnTo>
                    <a:lnTo>
                      <a:pt x="1680" y="1170"/>
                    </a:lnTo>
                    <a:lnTo>
                      <a:pt x="1692" y="1158"/>
                    </a:lnTo>
                    <a:lnTo>
                      <a:pt x="1698" y="1140"/>
                    </a:lnTo>
                    <a:lnTo>
                      <a:pt x="1698" y="1128"/>
                    </a:lnTo>
                    <a:lnTo>
                      <a:pt x="1692" y="1116"/>
                    </a:lnTo>
                    <a:lnTo>
                      <a:pt x="1686" y="1110"/>
                    </a:lnTo>
                    <a:close/>
                    <a:moveTo>
                      <a:pt x="2094" y="1104"/>
                    </a:moveTo>
                    <a:lnTo>
                      <a:pt x="2064" y="1128"/>
                    </a:lnTo>
                    <a:lnTo>
                      <a:pt x="2094" y="1134"/>
                    </a:lnTo>
                    <a:lnTo>
                      <a:pt x="2094" y="1104"/>
                    </a:lnTo>
                    <a:close/>
                    <a:moveTo>
                      <a:pt x="486" y="294"/>
                    </a:moveTo>
                    <a:lnTo>
                      <a:pt x="474" y="288"/>
                    </a:lnTo>
                    <a:lnTo>
                      <a:pt x="468" y="288"/>
                    </a:lnTo>
                    <a:lnTo>
                      <a:pt x="456" y="294"/>
                    </a:lnTo>
                    <a:lnTo>
                      <a:pt x="456" y="312"/>
                    </a:lnTo>
                    <a:lnTo>
                      <a:pt x="468" y="324"/>
                    </a:lnTo>
                    <a:lnTo>
                      <a:pt x="474" y="318"/>
                    </a:lnTo>
                    <a:lnTo>
                      <a:pt x="486" y="318"/>
                    </a:lnTo>
                    <a:lnTo>
                      <a:pt x="486" y="312"/>
                    </a:lnTo>
                    <a:lnTo>
                      <a:pt x="492" y="300"/>
                    </a:lnTo>
                    <a:lnTo>
                      <a:pt x="486" y="294"/>
                    </a:lnTo>
                    <a:close/>
                    <a:moveTo>
                      <a:pt x="2346" y="588"/>
                    </a:moveTo>
                    <a:lnTo>
                      <a:pt x="2340" y="576"/>
                    </a:lnTo>
                    <a:lnTo>
                      <a:pt x="2328" y="570"/>
                    </a:lnTo>
                    <a:lnTo>
                      <a:pt x="2310" y="552"/>
                    </a:lnTo>
                    <a:lnTo>
                      <a:pt x="2304" y="552"/>
                    </a:lnTo>
                    <a:lnTo>
                      <a:pt x="2304" y="600"/>
                    </a:lnTo>
                    <a:lnTo>
                      <a:pt x="2316" y="600"/>
                    </a:lnTo>
                    <a:lnTo>
                      <a:pt x="2328" y="606"/>
                    </a:lnTo>
                    <a:lnTo>
                      <a:pt x="2334" y="606"/>
                    </a:lnTo>
                    <a:lnTo>
                      <a:pt x="2346" y="600"/>
                    </a:lnTo>
                    <a:lnTo>
                      <a:pt x="2346" y="588"/>
                    </a:lnTo>
                    <a:close/>
                    <a:moveTo>
                      <a:pt x="2310" y="474"/>
                    </a:moveTo>
                    <a:lnTo>
                      <a:pt x="2340" y="504"/>
                    </a:lnTo>
                    <a:lnTo>
                      <a:pt x="2358" y="516"/>
                    </a:lnTo>
                    <a:lnTo>
                      <a:pt x="2382" y="528"/>
                    </a:lnTo>
                    <a:lnTo>
                      <a:pt x="2400" y="528"/>
                    </a:lnTo>
                    <a:lnTo>
                      <a:pt x="2400" y="522"/>
                    </a:lnTo>
                    <a:lnTo>
                      <a:pt x="2358" y="480"/>
                    </a:lnTo>
                    <a:lnTo>
                      <a:pt x="2358" y="468"/>
                    </a:lnTo>
                    <a:lnTo>
                      <a:pt x="2364" y="456"/>
                    </a:lnTo>
                    <a:lnTo>
                      <a:pt x="2376" y="450"/>
                    </a:lnTo>
                    <a:lnTo>
                      <a:pt x="2394" y="450"/>
                    </a:lnTo>
                    <a:lnTo>
                      <a:pt x="2406" y="456"/>
                    </a:lnTo>
                    <a:lnTo>
                      <a:pt x="2424" y="444"/>
                    </a:lnTo>
                    <a:lnTo>
                      <a:pt x="2400" y="432"/>
                    </a:lnTo>
                    <a:lnTo>
                      <a:pt x="2412" y="426"/>
                    </a:lnTo>
                    <a:lnTo>
                      <a:pt x="2424" y="402"/>
                    </a:lnTo>
                    <a:lnTo>
                      <a:pt x="2412" y="378"/>
                    </a:lnTo>
                    <a:lnTo>
                      <a:pt x="2400" y="372"/>
                    </a:lnTo>
                    <a:lnTo>
                      <a:pt x="2382" y="372"/>
                    </a:lnTo>
                    <a:lnTo>
                      <a:pt x="2358" y="396"/>
                    </a:lnTo>
                    <a:lnTo>
                      <a:pt x="2346" y="402"/>
                    </a:lnTo>
                    <a:lnTo>
                      <a:pt x="2340" y="408"/>
                    </a:lnTo>
                    <a:lnTo>
                      <a:pt x="2334" y="408"/>
                    </a:lnTo>
                    <a:lnTo>
                      <a:pt x="2328" y="402"/>
                    </a:lnTo>
                    <a:lnTo>
                      <a:pt x="2328" y="366"/>
                    </a:lnTo>
                    <a:lnTo>
                      <a:pt x="2334" y="360"/>
                    </a:lnTo>
                    <a:lnTo>
                      <a:pt x="2346" y="336"/>
                    </a:lnTo>
                    <a:lnTo>
                      <a:pt x="2346" y="318"/>
                    </a:lnTo>
                    <a:lnTo>
                      <a:pt x="2340" y="312"/>
                    </a:lnTo>
                    <a:lnTo>
                      <a:pt x="2358" y="276"/>
                    </a:lnTo>
                    <a:lnTo>
                      <a:pt x="2316" y="312"/>
                    </a:lnTo>
                    <a:lnTo>
                      <a:pt x="2316" y="342"/>
                    </a:lnTo>
                    <a:lnTo>
                      <a:pt x="2304" y="348"/>
                    </a:lnTo>
                    <a:lnTo>
                      <a:pt x="2298" y="354"/>
                    </a:lnTo>
                    <a:lnTo>
                      <a:pt x="2286" y="378"/>
                    </a:lnTo>
                    <a:lnTo>
                      <a:pt x="2286" y="408"/>
                    </a:lnTo>
                    <a:lnTo>
                      <a:pt x="2298" y="420"/>
                    </a:lnTo>
                    <a:lnTo>
                      <a:pt x="2304" y="432"/>
                    </a:lnTo>
                    <a:lnTo>
                      <a:pt x="2310" y="438"/>
                    </a:lnTo>
                    <a:lnTo>
                      <a:pt x="2310" y="444"/>
                    </a:lnTo>
                    <a:lnTo>
                      <a:pt x="2304" y="450"/>
                    </a:lnTo>
                    <a:lnTo>
                      <a:pt x="2304" y="468"/>
                    </a:lnTo>
                    <a:lnTo>
                      <a:pt x="2310" y="474"/>
                    </a:lnTo>
                    <a:close/>
                    <a:moveTo>
                      <a:pt x="2250" y="708"/>
                    </a:moveTo>
                    <a:lnTo>
                      <a:pt x="2238" y="696"/>
                    </a:lnTo>
                    <a:lnTo>
                      <a:pt x="2214" y="708"/>
                    </a:lnTo>
                    <a:lnTo>
                      <a:pt x="2214" y="732"/>
                    </a:lnTo>
                    <a:lnTo>
                      <a:pt x="2220" y="744"/>
                    </a:lnTo>
                    <a:lnTo>
                      <a:pt x="2226" y="750"/>
                    </a:lnTo>
                    <a:lnTo>
                      <a:pt x="2250" y="762"/>
                    </a:lnTo>
                    <a:lnTo>
                      <a:pt x="2274" y="762"/>
                    </a:lnTo>
                    <a:lnTo>
                      <a:pt x="2280" y="750"/>
                    </a:lnTo>
                    <a:lnTo>
                      <a:pt x="2280" y="738"/>
                    </a:lnTo>
                    <a:lnTo>
                      <a:pt x="2274" y="726"/>
                    </a:lnTo>
                    <a:lnTo>
                      <a:pt x="2274" y="714"/>
                    </a:lnTo>
                    <a:lnTo>
                      <a:pt x="2268" y="708"/>
                    </a:lnTo>
                    <a:lnTo>
                      <a:pt x="2268" y="702"/>
                    </a:lnTo>
                    <a:lnTo>
                      <a:pt x="2250" y="708"/>
                    </a:lnTo>
                    <a:close/>
                    <a:moveTo>
                      <a:pt x="2148" y="1104"/>
                    </a:moveTo>
                    <a:lnTo>
                      <a:pt x="2226" y="1092"/>
                    </a:lnTo>
                    <a:lnTo>
                      <a:pt x="2166" y="1074"/>
                    </a:lnTo>
                    <a:lnTo>
                      <a:pt x="2148" y="1104"/>
                    </a:lnTo>
                    <a:close/>
                    <a:moveTo>
                      <a:pt x="2544" y="750"/>
                    </a:moveTo>
                    <a:lnTo>
                      <a:pt x="2520" y="732"/>
                    </a:lnTo>
                    <a:lnTo>
                      <a:pt x="2526" y="714"/>
                    </a:lnTo>
                    <a:lnTo>
                      <a:pt x="2514" y="702"/>
                    </a:lnTo>
                    <a:lnTo>
                      <a:pt x="2508" y="690"/>
                    </a:lnTo>
                    <a:lnTo>
                      <a:pt x="2490" y="684"/>
                    </a:lnTo>
                    <a:lnTo>
                      <a:pt x="2472" y="672"/>
                    </a:lnTo>
                    <a:lnTo>
                      <a:pt x="2442" y="666"/>
                    </a:lnTo>
                    <a:lnTo>
                      <a:pt x="2424" y="666"/>
                    </a:lnTo>
                    <a:lnTo>
                      <a:pt x="2388" y="684"/>
                    </a:lnTo>
                    <a:lnTo>
                      <a:pt x="2358" y="684"/>
                    </a:lnTo>
                    <a:lnTo>
                      <a:pt x="2346" y="696"/>
                    </a:lnTo>
                    <a:lnTo>
                      <a:pt x="2340" y="708"/>
                    </a:lnTo>
                    <a:lnTo>
                      <a:pt x="2340" y="726"/>
                    </a:lnTo>
                    <a:lnTo>
                      <a:pt x="2346" y="732"/>
                    </a:lnTo>
                    <a:lnTo>
                      <a:pt x="2364" y="714"/>
                    </a:lnTo>
                    <a:lnTo>
                      <a:pt x="2364" y="726"/>
                    </a:lnTo>
                    <a:lnTo>
                      <a:pt x="2370" y="738"/>
                    </a:lnTo>
                    <a:lnTo>
                      <a:pt x="2376" y="744"/>
                    </a:lnTo>
                    <a:lnTo>
                      <a:pt x="2388" y="738"/>
                    </a:lnTo>
                    <a:lnTo>
                      <a:pt x="2394" y="732"/>
                    </a:lnTo>
                    <a:lnTo>
                      <a:pt x="2394" y="726"/>
                    </a:lnTo>
                    <a:lnTo>
                      <a:pt x="2400" y="720"/>
                    </a:lnTo>
                    <a:lnTo>
                      <a:pt x="2400" y="714"/>
                    </a:lnTo>
                    <a:lnTo>
                      <a:pt x="2406" y="726"/>
                    </a:lnTo>
                    <a:lnTo>
                      <a:pt x="2418" y="732"/>
                    </a:lnTo>
                    <a:lnTo>
                      <a:pt x="2430" y="732"/>
                    </a:lnTo>
                    <a:lnTo>
                      <a:pt x="2442" y="720"/>
                    </a:lnTo>
                    <a:lnTo>
                      <a:pt x="2454" y="714"/>
                    </a:lnTo>
                    <a:lnTo>
                      <a:pt x="2460" y="708"/>
                    </a:lnTo>
                    <a:lnTo>
                      <a:pt x="2472" y="762"/>
                    </a:lnTo>
                    <a:lnTo>
                      <a:pt x="2502" y="738"/>
                    </a:lnTo>
                    <a:lnTo>
                      <a:pt x="2538" y="774"/>
                    </a:lnTo>
                    <a:lnTo>
                      <a:pt x="2544" y="750"/>
                    </a:lnTo>
                    <a:close/>
                    <a:moveTo>
                      <a:pt x="3264" y="678"/>
                    </a:moveTo>
                    <a:lnTo>
                      <a:pt x="3222" y="648"/>
                    </a:lnTo>
                    <a:lnTo>
                      <a:pt x="3210" y="648"/>
                    </a:lnTo>
                    <a:lnTo>
                      <a:pt x="3198" y="654"/>
                    </a:lnTo>
                    <a:lnTo>
                      <a:pt x="3180" y="654"/>
                    </a:lnTo>
                    <a:lnTo>
                      <a:pt x="3162" y="648"/>
                    </a:lnTo>
                    <a:lnTo>
                      <a:pt x="3126" y="630"/>
                    </a:lnTo>
                    <a:lnTo>
                      <a:pt x="3096" y="612"/>
                    </a:lnTo>
                    <a:lnTo>
                      <a:pt x="3060" y="594"/>
                    </a:lnTo>
                    <a:lnTo>
                      <a:pt x="3042" y="582"/>
                    </a:lnTo>
                    <a:lnTo>
                      <a:pt x="3030" y="582"/>
                    </a:lnTo>
                    <a:lnTo>
                      <a:pt x="3006" y="594"/>
                    </a:lnTo>
                    <a:lnTo>
                      <a:pt x="3000" y="600"/>
                    </a:lnTo>
                    <a:lnTo>
                      <a:pt x="2988" y="606"/>
                    </a:lnTo>
                    <a:lnTo>
                      <a:pt x="3006" y="630"/>
                    </a:lnTo>
                    <a:lnTo>
                      <a:pt x="2928" y="642"/>
                    </a:lnTo>
                    <a:lnTo>
                      <a:pt x="2934" y="666"/>
                    </a:lnTo>
                    <a:lnTo>
                      <a:pt x="2928" y="678"/>
                    </a:lnTo>
                    <a:lnTo>
                      <a:pt x="2922" y="684"/>
                    </a:lnTo>
                    <a:lnTo>
                      <a:pt x="2916" y="696"/>
                    </a:lnTo>
                    <a:lnTo>
                      <a:pt x="2880" y="720"/>
                    </a:lnTo>
                    <a:lnTo>
                      <a:pt x="2862" y="726"/>
                    </a:lnTo>
                    <a:lnTo>
                      <a:pt x="2844" y="726"/>
                    </a:lnTo>
                    <a:lnTo>
                      <a:pt x="2832" y="720"/>
                    </a:lnTo>
                    <a:lnTo>
                      <a:pt x="2826" y="714"/>
                    </a:lnTo>
                    <a:lnTo>
                      <a:pt x="2820" y="702"/>
                    </a:lnTo>
                    <a:lnTo>
                      <a:pt x="2820" y="678"/>
                    </a:lnTo>
                    <a:lnTo>
                      <a:pt x="2814" y="672"/>
                    </a:lnTo>
                    <a:lnTo>
                      <a:pt x="2814" y="660"/>
                    </a:lnTo>
                    <a:lnTo>
                      <a:pt x="2808" y="666"/>
                    </a:lnTo>
                    <a:lnTo>
                      <a:pt x="2808" y="672"/>
                    </a:lnTo>
                    <a:lnTo>
                      <a:pt x="2802" y="684"/>
                    </a:lnTo>
                    <a:lnTo>
                      <a:pt x="2796" y="690"/>
                    </a:lnTo>
                    <a:lnTo>
                      <a:pt x="2796" y="696"/>
                    </a:lnTo>
                    <a:lnTo>
                      <a:pt x="2796" y="690"/>
                    </a:lnTo>
                    <a:lnTo>
                      <a:pt x="2790" y="684"/>
                    </a:lnTo>
                    <a:lnTo>
                      <a:pt x="2790" y="672"/>
                    </a:lnTo>
                    <a:lnTo>
                      <a:pt x="2784" y="660"/>
                    </a:lnTo>
                    <a:lnTo>
                      <a:pt x="2784" y="576"/>
                    </a:lnTo>
                    <a:lnTo>
                      <a:pt x="2778" y="558"/>
                    </a:lnTo>
                    <a:lnTo>
                      <a:pt x="2760" y="522"/>
                    </a:lnTo>
                    <a:lnTo>
                      <a:pt x="2724" y="522"/>
                    </a:lnTo>
                    <a:lnTo>
                      <a:pt x="2718" y="510"/>
                    </a:lnTo>
                    <a:lnTo>
                      <a:pt x="2694" y="498"/>
                    </a:lnTo>
                    <a:lnTo>
                      <a:pt x="2676" y="486"/>
                    </a:lnTo>
                    <a:lnTo>
                      <a:pt x="2652" y="486"/>
                    </a:lnTo>
                    <a:lnTo>
                      <a:pt x="2634" y="498"/>
                    </a:lnTo>
                    <a:lnTo>
                      <a:pt x="2628" y="504"/>
                    </a:lnTo>
                    <a:lnTo>
                      <a:pt x="2616" y="510"/>
                    </a:lnTo>
                    <a:lnTo>
                      <a:pt x="2610" y="522"/>
                    </a:lnTo>
                    <a:lnTo>
                      <a:pt x="2586" y="528"/>
                    </a:lnTo>
                    <a:lnTo>
                      <a:pt x="2580" y="546"/>
                    </a:lnTo>
                    <a:lnTo>
                      <a:pt x="2562" y="558"/>
                    </a:lnTo>
                    <a:lnTo>
                      <a:pt x="2562" y="540"/>
                    </a:lnTo>
                    <a:lnTo>
                      <a:pt x="2556" y="534"/>
                    </a:lnTo>
                    <a:lnTo>
                      <a:pt x="2532" y="534"/>
                    </a:lnTo>
                    <a:lnTo>
                      <a:pt x="2532" y="546"/>
                    </a:lnTo>
                    <a:lnTo>
                      <a:pt x="2544" y="570"/>
                    </a:lnTo>
                    <a:lnTo>
                      <a:pt x="2568" y="582"/>
                    </a:lnTo>
                    <a:lnTo>
                      <a:pt x="2604" y="582"/>
                    </a:lnTo>
                    <a:lnTo>
                      <a:pt x="2616" y="588"/>
                    </a:lnTo>
                    <a:lnTo>
                      <a:pt x="2622" y="594"/>
                    </a:lnTo>
                    <a:lnTo>
                      <a:pt x="2628" y="594"/>
                    </a:lnTo>
                    <a:lnTo>
                      <a:pt x="2628" y="618"/>
                    </a:lnTo>
                    <a:lnTo>
                      <a:pt x="2634" y="630"/>
                    </a:lnTo>
                    <a:lnTo>
                      <a:pt x="2640" y="636"/>
                    </a:lnTo>
                    <a:lnTo>
                      <a:pt x="2652" y="642"/>
                    </a:lnTo>
                    <a:lnTo>
                      <a:pt x="2694" y="642"/>
                    </a:lnTo>
                    <a:lnTo>
                      <a:pt x="2712" y="636"/>
                    </a:lnTo>
                    <a:lnTo>
                      <a:pt x="2754" y="636"/>
                    </a:lnTo>
                    <a:lnTo>
                      <a:pt x="2760" y="642"/>
                    </a:lnTo>
                    <a:lnTo>
                      <a:pt x="2760" y="660"/>
                    </a:lnTo>
                    <a:lnTo>
                      <a:pt x="2700" y="660"/>
                    </a:lnTo>
                    <a:lnTo>
                      <a:pt x="2688" y="666"/>
                    </a:lnTo>
                    <a:lnTo>
                      <a:pt x="2676" y="678"/>
                    </a:lnTo>
                    <a:lnTo>
                      <a:pt x="2640" y="678"/>
                    </a:lnTo>
                    <a:lnTo>
                      <a:pt x="2616" y="690"/>
                    </a:lnTo>
                    <a:lnTo>
                      <a:pt x="2616" y="696"/>
                    </a:lnTo>
                    <a:lnTo>
                      <a:pt x="2622" y="696"/>
                    </a:lnTo>
                    <a:lnTo>
                      <a:pt x="2646" y="708"/>
                    </a:lnTo>
                    <a:lnTo>
                      <a:pt x="2658" y="708"/>
                    </a:lnTo>
                    <a:lnTo>
                      <a:pt x="2676" y="726"/>
                    </a:lnTo>
                    <a:lnTo>
                      <a:pt x="2682" y="738"/>
                    </a:lnTo>
                    <a:lnTo>
                      <a:pt x="2688" y="744"/>
                    </a:lnTo>
                    <a:lnTo>
                      <a:pt x="2682" y="750"/>
                    </a:lnTo>
                    <a:lnTo>
                      <a:pt x="2676" y="762"/>
                    </a:lnTo>
                    <a:lnTo>
                      <a:pt x="2676" y="774"/>
                    </a:lnTo>
                    <a:lnTo>
                      <a:pt x="2670" y="780"/>
                    </a:lnTo>
                    <a:lnTo>
                      <a:pt x="2676" y="792"/>
                    </a:lnTo>
                    <a:lnTo>
                      <a:pt x="2682" y="798"/>
                    </a:lnTo>
                    <a:lnTo>
                      <a:pt x="2694" y="792"/>
                    </a:lnTo>
                    <a:lnTo>
                      <a:pt x="2706" y="780"/>
                    </a:lnTo>
                    <a:lnTo>
                      <a:pt x="2712" y="768"/>
                    </a:lnTo>
                    <a:lnTo>
                      <a:pt x="2718" y="762"/>
                    </a:lnTo>
                    <a:lnTo>
                      <a:pt x="2718" y="750"/>
                    </a:lnTo>
                    <a:lnTo>
                      <a:pt x="2724" y="744"/>
                    </a:lnTo>
                    <a:lnTo>
                      <a:pt x="2736" y="720"/>
                    </a:lnTo>
                    <a:lnTo>
                      <a:pt x="2742" y="714"/>
                    </a:lnTo>
                    <a:lnTo>
                      <a:pt x="2748" y="702"/>
                    </a:lnTo>
                    <a:lnTo>
                      <a:pt x="2748" y="744"/>
                    </a:lnTo>
                    <a:lnTo>
                      <a:pt x="2754" y="750"/>
                    </a:lnTo>
                    <a:lnTo>
                      <a:pt x="2766" y="756"/>
                    </a:lnTo>
                    <a:lnTo>
                      <a:pt x="2772" y="768"/>
                    </a:lnTo>
                    <a:lnTo>
                      <a:pt x="2784" y="774"/>
                    </a:lnTo>
                    <a:lnTo>
                      <a:pt x="2790" y="780"/>
                    </a:lnTo>
                    <a:lnTo>
                      <a:pt x="2814" y="780"/>
                    </a:lnTo>
                    <a:lnTo>
                      <a:pt x="2820" y="774"/>
                    </a:lnTo>
                    <a:lnTo>
                      <a:pt x="2826" y="774"/>
                    </a:lnTo>
                    <a:lnTo>
                      <a:pt x="2814" y="792"/>
                    </a:lnTo>
                    <a:lnTo>
                      <a:pt x="2844" y="822"/>
                    </a:lnTo>
                    <a:lnTo>
                      <a:pt x="2904" y="822"/>
                    </a:lnTo>
                    <a:lnTo>
                      <a:pt x="2940" y="846"/>
                    </a:lnTo>
                    <a:lnTo>
                      <a:pt x="2976" y="864"/>
                    </a:lnTo>
                    <a:lnTo>
                      <a:pt x="3006" y="876"/>
                    </a:lnTo>
                    <a:lnTo>
                      <a:pt x="3036" y="894"/>
                    </a:lnTo>
                    <a:lnTo>
                      <a:pt x="3066" y="924"/>
                    </a:lnTo>
                    <a:lnTo>
                      <a:pt x="3066" y="972"/>
                    </a:lnTo>
                    <a:lnTo>
                      <a:pt x="3090" y="996"/>
                    </a:lnTo>
                    <a:lnTo>
                      <a:pt x="3102" y="1002"/>
                    </a:lnTo>
                    <a:lnTo>
                      <a:pt x="3096" y="1002"/>
                    </a:lnTo>
                    <a:lnTo>
                      <a:pt x="3084" y="1008"/>
                    </a:lnTo>
                    <a:lnTo>
                      <a:pt x="3078" y="1014"/>
                    </a:lnTo>
                    <a:lnTo>
                      <a:pt x="3078" y="1020"/>
                    </a:lnTo>
                    <a:lnTo>
                      <a:pt x="3090" y="1032"/>
                    </a:lnTo>
                    <a:lnTo>
                      <a:pt x="3114" y="1032"/>
                    </a:lnTo>
                    <a:lnTo>
                      <a:pt x="3090" y="1044"/>
                    </a:lnTo>
                    <a:lnTo>
                      <a:pt x="3090" y="1056"/>
                    </a:lnTo>
                    <a:lnTo>
                      <a:pt x="3102" y="1062"/>
                    </a:lnTo>
                    <a:lnTo>
                      <a:pt x="3108" y="1092"/>
                    </a:lnTo>
                    <a:lnTo>
                      <a:pt x="3096" y="1122"/>
                    </a:lnTo>
                    <a:lnTo>
                      <a:pt x="3120" y="1122"/>
                    </a:lnTo>
                    <a:lnTo>
                      <a:pt x="3126" y="1116"/>
                    </a:lnTo>
                    <a:lnTo>
                      <a:pt x="3138" y="1116"/>
                    </a:lnTo>
                    <a:lnTo>
                      <a:pt x="3150" y="1110"/>
                    </a:lnTo>
                    <a:lnTo>
                      <a:pt x="3162" y="1110"/>
                    </a:lnTo>
                    <a:lnTo>
                      <a:pt x="3168" y="1104"/>
                    </a:lnTo>
                    <a:lnTo>
                      <a:pt x="3174" y="1104"/>
                    </a:lnTo>
                    <a:lnTo>
                      <a:pt x="3174" y="1134"/>
                    </a:lnTo>
                    <a:lnTo>
                      <a:pt x="3234" y="1194"/>
                    </a:lnTo>
                    <a:lnTo>
                      <a:pt x="3240" y="1194"/>
                    </a:lnTo>
                    <a:lnTo>
                      <a:pt x="3240" y="1146"/>
                    </a:lnTo>
                    <a:lnTo>
                      <a:pt x="3234" y="1122"/>
                    </a:lnTo>
                    <a:lnTo>
                      <a:pt x="3234" y="1116"/>
                    </a:lnTo>
                    <a:lnTo>
                      <a:pt x="3240" y="1110"/>
                    </a:lnTo>
                    <a:lnTo>
                      <a:pt x="3240" y="1098"/>
                    </a:lnTo>
                    <a:lnTo>
                      <a:pt x="3246" y="1086"/>
                    </a:lnTo>
                    <a:lnTo>
                      <a:pt x="3246" y="1062"/>
                    </a:lnTo>
                    <a:lnTo>
                      <a:pt x="3252" y="1050"/>
                    </a:lnTo>
                    <a:lnTo>
                      <a:pt x="3252" y="1020"/>
                    </a:lnTo>
                    <a:lnTo>
                      <a:pt x="3240" y="1020"/>
                    </a:lnTo>
                    <a:lnTo>
                      <a:pt x="3228" y="1014"/>
                    </a:lnTo>
                    <a:lnTo>
                      <a:pt x="3222" y="1008"/>
                    </a:lnTo>
                    <a:lnTo>
                      <a:pt x="3222" y="1002"/>
                    </a:lnTo>
                    <a:lnTo>
                      <a:pt x="3234" y="990"/>
                    </a:lnTo>
                    <a:lnTo>
                      <a:pt x="3246" y="984"/>
                    </a:lnTo>
                    <a:lnTo>
                      <a:pt x="3252" y="978"/>
                    </a:lnTo>
                    <a:lnTo>
                      <a:pt x="3252" y="864"/>
                    </a:lnTo>
                    <a:lnTo>
                      <a:pt x="3258" y="846"/>
                    </a:lnTo>
                    <a:lnTo>
                      <a:pt x="3258" y="708"/>
                    </a:lnTo>
                    <a:lnTo>
                      <a:pt x="3264" y="678"/>
                    </a:lnTo>
                    <a:close/>
                    <a:moveTo>
                      <a:pt x="336" y="666"/>
                    </a:moveTo>
                    <a:lnTo>
                      <a:pt x="330" y="672"/>
                    </a:lnTo>
                    <a:lnTo>
                      <a:pt x="354" y="696"/>
                    </a:lnTo>
                    <a:lnTo>
                      <a:pt x="360" y="708"/>
                    </a:lnTo>
                    <a:lnTo>
                      <a:pt x="366" y="714"/>
                    </a:lnTo>
                    <a:lnTo>
                      <a:pt x="378" y="714"/>
                    </a:lnTo>
                    <a:lnTo>
                      <a:pt x="378" y="696"/>
                    </a:lnTo>
                    <a:lnTo>
                      <a:pt x="366" y="690"/>
                    </a:lnTo>
                    <a:lnTo>
                      <a:pt x="360" y="678"/>
                    </a:lnTo>
                    <a:lnTo>
                      <a:pt x="348" y="672"/>
                    </a:lnTo>
                    <a:lnTo>
                      <a:pt x="342" y="666"/>
                    </a:lnTo>
                    <a:lnTo>
                      <a:pt x="336" y="666"/>
                    </a:lnTo>
                    <a:close/>
                    <a:moveTo>
                      <a:pt x="2526" y="1104"/>
                    </a:moveTo>
                    <a:lnTo>
                      <a:pt x="2544" y="1116"/>
                    </a:lnTo>
                    <a:lnTo>
                      <a:pt x="2574" y="1092"/>
                    </a:lnTo>
                    <a:lnTo>
                      <a:pt x="2592" y="1092"/>
                    </a:lnTo>
                    <a:lnTo>
                      <a:pt x="2604" y="1080"/>
                    </a:lnTo>
                    <a:lnTo>
                      <a:pt x="2604" y="1062"/>
                    </a:lnTo>
                    <a:lnTo>
                      <a:pt x="2592" y="1056"/>
                    </a:lnTo>
                    <a:lnTo>
                      <a:pt x="2586" y="1056"/>
                    </a:lnTo>
                    <a:lnTo>
                      <a:pt x="2574" y="1062"/>
                    </a:lnTo>
                    <a:lnTo>
                      <a:pt x="2556" y="1068"/>
                    </a:lnTo>
                    <a:lnTo>
                      <a:pt x="2526" y="1098"/>
                    </a:lnTo>
                    <a:lnTo>
                      <a:pt x="2526" y="1104"/>
                    </a:lnTo>
                    <a:close/>
                    <a:moveTo>
                      <a:pt x="3096" y="1068"/>
                    </a:moveTo>
                    <a:lnTo>
                      <a:pt x="3090" y="1068"/>
                    </a:lnTo>
                    <a:lnTo>
                      <a:pt x="3090" y="1062"/>
                    </a:lnTo>
                    <a:lnTo>
                      <a:pt x="3084" y="1062"/>
                    </a:lnTo>
                    <a:lnTo>
                      <a:pt x="3078" y="1056"/>
                    </a:lnTo>
                    <a:lnTo>
                      <a:pt x="3066" y="1056"/>
                    </a:lnTo>
                    <a:lnTo>
                      <a:pt x="3048" y="1062"/>
                    </a:lnTo>
                    <a:lnTo>
                      <a:pt x="3024" y="1086"/>
                    </a:lnTo>
                    <a:lnTo>
                      <a:pt x="3012" y="1122"/>
                    </a:lnTo>
                    <a:lnTo>
                      <a:pt x="3012" y="1134"/>
                    </a:lnTo>
                    <a:lnTo>
                      <a:pt x="3072" y="1128"/>
                    </a:lnTo>
                    <a:lnTo>
                      <a:pt x="3084" y="1128"/>
                    </a:lnTo>
                    <a:lnTo>
                      <a:pt x="3090" y="1122"/>
                    </a:lnTo>
                    <a:lnTo>
                      <a:pt x="3102" y="1092"/>
                    </a:lnTo>
                    <a:lnTo>
                      <a:pt x="3096" y="1068"/>
                    </a:lnTo>
                    <a:close/>
                    <a:moveTo>
                      <a:pt x="2778" y="942"/>
                    </a:moveTo>
                    <a:lnTo>
                      <a:pt x="2766" y="960"/>
                    </a:lnTo>
                    <a:lnTo>
                      <a:pt x="2766" y="1014"/>
                    </a:lnTo>
                    <a:lnTo>
                      <a:pt x="2784" y="1014"/>
                    </a:lnTo>
                    <a:lnTo>
                      <a:pt x="2778" y="996"/>
                    </a:lnTo>
                    <a:lnTo>
                      <a:pt x="2790" y="990"/>
                    </a:lnTo>
                    <a:lnTo>
                      <a:pt x="2790" y="972"/>
                    </a:lnTo>
                    <a:lnTo>
                      <a:pt x="2778" y="972"/>
                    </a:lnTo>
                    <a:lnTo>
                      <a:pt x="2796" y="936"/>
                    </a:lnTo>
                    <a:lnTo>
                      <a:pt x="2814" y="906"/>
                    </a:lnTo>
                    <a:lnTo>
                      <a:pt x="2784" y="912"/>
                    </a:lnTo>
                    <a:lnTo>
                      <a:pt x="2778" y="942"/>
                    </a:lnTo>
                    <a:close/>
                    <a:moveTo>
                      <a:pt x="2136" y="600"/>
                    </a:moveTo>
                    <a:lnTo>
                      <a:pt x="2124" y="594"/>
                    </a:lnTo>
                    <a:lnTo>
                      <a:pt x="2118" y="594"/>
                    </a:lnTo>
                    <a:lnTo>
                      <a:pt x="2106" y="588"/>
                    </a:lnTo>
                    <a:lnTo>
                      <a:pt x="2088" y="588"/>
                    </a:lnTo>
                    <a:lnTo>
                      <a:pt x="2082" y="594"/>
                    </a:lnTo>
                    <a:lnTo>
                      <a:pt x="2082" y="600"/>
                    </a:lnTo>
                    <a:lnTo>
                      <a:pt x="2076" y="606"/>
                    </a:lnTo>
                    <a:lnTo>
                      <a:pt x="2082" y="612"/>
                    </a:lnTo>
                    <a:lnTo>
                      <a:pt x="2094" y="618"/>
                    </a:lnTo>
                    <a:lnTo>
                      <a:pt x="2136" y="618"/>
                    </a:lnTo>
                    <a:lnTo>
                      <a:pt x="2214" y="606"/>
                    </a:lnTo>
                    <a:lnTo>
                      <a:pt x="2136" y="600"/>
                    </a:lnTo>
                    <a:close/>
                    <a:moveTo>
                      <a:pt x="1308" y="1038"/>
                    </a:moveTo>
                    <a:lnTo>
                      <a:pt x="1368" y="1002"/>
                    </a:lnTo>
                    <a:lnTo>
                      <a:pt x="1362" y="990"/>
                    </a:lnTo>
                    <a:lnTo>
                      <a:pt x="1350" y="990"/>
                    </a:lnTo>
                    <a:lnTo>
                      <a:pt x="1332" y="996"/>
                    </a:lnTo>
                    <a:lnTo>
                      <a:pt x="1320" y="996"/>
                    </a:lnTo>
                    <a:lnTo>
                      <a:pt x="1302" y="1002"/>
                    </a:lnTo>
                    <a:lnTo>
                      <a:pt x="1290" y="1008"/>
                    </a:lnTo>
                    <a:lnTo>
                      <a:pt x="1284" y="1014"/>
                    </a:lnTo>
                    <a:lnTo>
                      <a:pt x="1284" y="1032"/>
                    </a:lnTo>
                    <a:lnTo>
                      <a:pt x="1290" y="1038"/>
                    </a:lnTo>
                    <a:lnTo>
                      <a:pt x="1308" y="1038"/>
                    </a:lnTo>
                    <a:close/>
                    <a:moveTo>
                      <a:pt x="1428" y="1116"/>
                    </a:moveTo>
                    <a:lnTo>
                      <a:pt x="1392" y="1116"/>
                    </a:lnTo>
                    <a:lnTo>
                      <a:pt x="1386" y="1146"/>
                    </a:lnTo>
                    <a:lnTo>
                      <a:pt x="1386" y="1152"/>
                    </a:lnTo>
                    <a:lnTo>
                      <a:pt x="1404" y="1170"/>
                    </a:lnTo>
                    <a:lnTo>
                      <a:pt x="1416" y="1176"/>
                    </a:lnTo>
                    <a:lnTo>
                      <a:pt x="1428" y="1164"/>
                    </a:lnTo>
                    <a:lnTo>
                      <a:pt x="1440" y="1140"/>
                    </a:lnTo>
                    <a:lnTo>
                      <a:pt x="1440" y="1128"/>
                    </a:lnTo>
                    <a:lnTo>
                      <a:pt x="1428" y="1116"/>
                    </a:lnTo>
                    <a:close/>
                    <a:moveTo>
                      <a:pt x="708" y="930"/>
                    </a:moveTo>
                    <a:lnTo>
                      <a:pt x="714" y="924"/>
                    </a:lnTo>
                    <a:lnTo>
                      <a:pt x="714" y="900"/>
                    </a:lnTo>
                    <a:lnTo>
                      <a:pt x="744" y="924"/>
                    </a:lnTo>
                    <a:lnTo>
                      <a:pt x="744" y="918"/>
                    </a:lnTo>
                    <a:lnTo>
                      <a:pt x="750" y="912"/>
                    </a:lnTo>
                    <a:lnTo>
                      <a:pt x="750" y="900"/>
                    </a:lnTo>
                    <a:lnTo>
                      <a:pt x="756" y="882"/>
                    </a:lnTo>
                    <a:lnTo>
                      <a:pt x="756" y="840"/>
                    </a:lnTo>
                    <a:lnTo>
                      <a:pt x="762" y="822"/>
                    </a:lnTo>
                    <a:lnTo>
                      <a:pt x="762" y="810"/>
                    </a:lnTo>
                    <a:lnTo>
                      <a:pt x="768" y="792"/>
                    </a:lnTo>
                    <a:lnTo>
                      <a:pt x="768" y="780"/>
                    </a:lnTo>
                    <a:lnTo>
                      <a:pt x="762" y="774"/>
                    </a:lnTo>
                    <a:lnTo>
                      <a:pt x="756" y="762"/>
                    </a:lnTo>
                    <a:lnTo>
                      <a:pt x="756" y="750"/>
                    </a:lnTo>
                    <a:lnTo>
                      <a:pt x="768" y="726"/>
                    </a:lnTo>
                    <a:lnTo>
                      <a:pt x="774" y="720"/>
                    </a:lnTo>
                    <a:lnTo>
                      <a:pt x="774" y="714"/>
                    </a:lnTo>
                    <a:lnTo>
                      <a:pt x="756" y="696"/>
                    </a:lnTo>
                    <a:lnTo>
                      <a:pt x="744" y="654"/>
                    </a:lnTo>
                    <a:lnTo>
                      <a:pt x="702" y="654"/>
                    </a:lnTo>
                    <a:lnTo>
                      <a:pt x="702" y="618"/>
                    </a:lnTo>
                    <a:lnTo>
                      <a:pt x="666" y="618"/>
                    </a:lnTo>
                    <a:lnTo>
                      <a:pt x="660" y="546"/>
                    </a:lnTo>
                    <a:lnTo>
                      <a:pt x="606" y="546"/>
                    </a:lnTo>
                    <a:lnTo>
                      <a:pt x="594" y="534"/>
                    </a:lnTo>
                    <a:lnTo>
                      <a:pt x="594" y="504"/>
                    </a:lnTo>
                    <a:lnTo>
                      <a:pt x="600" y="498"/>
                    </a:lnTo>
                    <a:lnTo>
                      <a:pt x="606" y="486"/>
                    </a:lnTo>
                    <a:lnTo>
                      <a:pt x="582" y="486"/>
                    </a:lnTo>
                    <a:lnTo>
                      <a:pt x="600" y="468"/>
                    </a:lnTo>
                    <a:lnTo>
                      <a:pt x="606" y="456"/>
                    </a:lnTo>
                    <a:lnTo>
                      <a:pt x="612" y="450"/>
                    </a:lnTo>
                    <a:lnTo>
                      <a:pt x="612" y="438"/>
                    </a:lnTo>
                    <a:lnTo>
                      <a:pt x="600" y="426"/>
                    </a:lnTo>
                    <a:lnTo>
                      <a:pt x="588" y="432"/>
                    </a:lnTo>
                    <a:lnTo>
                      <a:pt x="570" y="432"/>
                    </a:lnTo>
                    <a:lnTo>
                      <a:pt x="552" y="438"/>
                    </a:lnTo>
                    <a:lnTo>
                      <a:pt x="540" y="438"/>
                    </a:lnTo>
                    <a:lnTo>
                      <a:pt x="534" y="444"/>
                    </a:lnTo>
                    <a:lnTo>
                      <a:pt x="528" y="444"/>
                    </a:lnTo>
                    <a:lnTo>
                      <a:pt x="534" y="438"/>
                    </a:lnTo>
                    <a:lnTo>
                      <a:pt x="546" y="432"/>
                    </a:lnTo>
                    <a:lnTo>
                      <a:pt x="552" y="420"/>
                    </a:lnTo>
                    <a:lnTo>
                      <a:pt x="558" y="414"/>
                    </a:lnTo>
                    <a:lnTo>
                      <a:pt x="558" y="402"/>
                    </a:lnTo>
                    <a:lnTo>
                      <a:pt x="546" y="396"/>
                    </a:lnTo>
                    <a:lnTo>
                      <a:pt x="534" y="396"/>
                    </a:lnTo>
                    <a:lnTo>
                      <a:pt x="522" y="390"/>
                    </a:lnTo>
                    <a:lnTo>
                      <a:pt x="510" y="390"/>
                    </a:lnTo>
                    <a:lnTo>
                      <a:pt x="516" y="384"/>
                    </a:lnTo>
                    <a:lnTo>
                      <a:pt x="516" y="378"/>
                    </a:lnTo>
                    <a:lnTo>
                      <a:pt x="504" y="354"/>
                    </a:lnTo>
                    <a:lnTo>
                      <a:pt x="492" y="342"/>
                    </a:lnTo>
                    <a:lnTo>
                      <a:pt x="480" y="336"/>
                    </a:lnTo>
                    <a:lnTo>
                      <a:pt x="462" y="330"/>
                    </a:lnTo>
                    <a:lnTo>
                      <a:pt x="456" y="324"/>
                    </a:lnTo>
                    <a:lnTo>
                      <a:pt x="450" y="324"/>
                    </a:lnTo>
                    <a:lnTo>
                      <a:pt x="450" y="318"/>
                    </a:lnTo>
                    <a:lnTo>
                      <a:pt x="444" y="312"/>
                    </a:lnTo>
                    <a:lnTo>
                      <a:pt x="438" y="300"/>
                    </a:lnTo>
                    <a:lnTo>
                      <a:pt x="438" y="288"/>
                    </a:lnTo>
                    <a:lnTo>
                      <a:pt x="426" y="276"/>
                    </a:lnTo>
                    <a:lnTo>
                      <a:pt x="414" y="276"/>
                    </a:lnTo>
                    <a:lnTo>
                      <a:pt x="408" y="282"/>
                    </a:lnTo>
                    <a:lnTo>
                      <a:pt x="414" y="306"/>
                    </a:lnTo>
                    <a:lnTo>
                      <a:pt x="408" y="300"/>
                    </a:lnTo>
                    <a:lnTo>
                      <a:pt x="396" y="294"/>
                    </a:lnTo>
                    <a:lnTo>
                      <a:pt x="360" y="258"/>
                    </a:lnTo>
                    <a:lnTo>
                      <a:pt x="360" y="246"/>
                    </a:lnTo>
                    <a:lnTo>
                      <a:pt x="354" y="240"/>
                    </a:lnTo>
                    <a:lnTo>
                      <a:pt x="348" y="228"/>
                    </a:lnTo>
                    <a:lnTo>
                      <a:pt x="342" y="222"/>
                    </a:lnTo>
                    <a:lnTo>
                      <a:pt x="342" y="216"/>
                    </a:lnTo>
                    <a:lnTo>
                      <a:pt x="330" y="210"/>
                    </a:lnTo>
                    <a:lnTo>
                      <a:pt x="312" y="192"/>
                    </a:lnTo>
                    <a:lnTo>
                      <a:pt x="294" y="186"/>
                    </a:lnTo>
                    <a:lnTo>
                      <a:pt x="288" y="174"/>
                    </a:lnTo>
                    <a:lnTo>
                      <a:pt x="276" y="168"/>
                    </a:lnTo>
                    <a:lnTo>
                      <a:pt x="264" y="156"/>
                    </a:lnTo>
                    <a:lnTo>
                      <a:pt x="252" y="150"/>
                    </a:lnTo>
                    <a:lnTo>
                      <a:pt x="240" y="138"/>
                    </a:lnTo>
                    <a:lnTo>
                      <a:pt x="234" y="126"/>
                    </a:lnTo>
                    <a:lnTo>
                      <a:pt x="222" y="120"/>
                    </a:lnTo>
                    <a:lnTo>
                      <a:pt x="222" y="102"/>
                    </a:lnTo>
                    <a:lnTo>
                      <a:pt x="204" y="84"/>
                    </a:lnTo>
                    <a:lnTo>
                      <a:pt x="198" y="72"/>
                    </a:lnTo>
                    <a:lnTo>
                      <a:pt x="168" y="42"/>
                    </a:lnTo>
                    <a:lnTo>
                      <a:pt x="150" y="42"/>
                    </a:lnTo>
                    <a:lnTo>
                      <a:pt x="66" y="36"/>
                    </a:lnTo>
                    <a:lnTo>
                      <a:pt x="42" y="12"/>
                    </a:lnTo>
                    <a:lnTo>
                      <a:pt x="30" y="6"/>
                    </a:lnTo>
                    <a:lnTo>
                      <a:pt x="24" y="0"/>
                    </a:lnTo>
                    <a:lnTo>
                      <a:pt x="18" y="0"/>
                    </a:lnTo>
                    <a:lnTo>
                      <a:pt x="6" y="6"/>
                    </a:lnTo>
                    <a:lnTo>
                      <a:pt x="0" y="18"/>
                    </a:lnTo>
                    <a:lnTo>
                      <a:pt x="0" y="48"/>
                    </a:lnTo>
                    <a:lnTo>
                      <a:pt x="6" y="60"/>
                    </a:lnTo>
                    <a:lnTo>
                      <a:pt x="18" y="78"/>
                    </a:lnTo>
                    <a:lnTo>
                      <a:pt x="66" y="126"/>
                    </a:lnTo>
                    <a:lnTo>
                      <a:pt x="96" y="150"/>
                    </a:lnTo>
                    <a:lnTo>
                      <a:pt x="126" y="180"/>
                    </a:lnTo>
                    <a:lnTo>
                      <a:pt x="162" y="234"/>
                    </a:lnTo>
                    <a:lnTo>
                      <a:pt x="174" y="228"/>
                    </a:lnTo>
                    <a:lnTo>
                      <a:pt x="174" y="252"/>
                    </a:lnTo>
                    <a:lnTo>
                      <a:pt x="180" y="264"/>
                    </a:lnTo>
                    <a:lnTo>
                      <a:pt x="186" y="270"/>
                    </a:lnTo>
                    <a:lnTo>
                      <a:pt x="198" y="276"/>
                    </a:lnTo>
                    <a:lnTo>
                      <a:pt x="216" y="288"/>
                    </a:lnTo>
                    <a:lnTo>
                      <a:pt x="228" y="300"/>
                    </a:lnTo>
                    <a:lnTo>
                      <a:pt x="246" y="312"/>
                    </a:lnTo>
                    <a:lnTo>
                      <a:pt x="258" y="324"/>
                    </a:lnTo>
                    <a:lnTo>
                      <a:pt x="264" y="336"/>
                    </a:lnTo>
                    <a:lnTo>
                      <a:pt x="276" y="372"/>
                    </a:lnTo>
                    <a:lnTo>
                      <a:pt x="276" y="384"/>
                    </a:lnTo>
                    <a:lnTo>
                      <a:pt x="282" y="390"/>
                    </a:lnTo>
                    <a:lnTo>
                      <a:pt x="282" y="426"/>
                    </a:lnTo>
                    <a:lnTo>
                      <a:pt x="288" y="438"/>
                    </a:lnTo>
                    <a:lnTo>
                      <a:pt x="288" y="444"/>
                    </a:lnTo>
                    <a:lnTo>
                      <a:pt x="294" y="450"/>
                    </a:lnTo>
                    <a:lnTo>
                      <a:pt x="300" y="450"/>
                    </a:lnTo>
                    <a:lnTo>
                      <a:pt x="312" y="444"/>
                    </a:lnTo>
                    <a:lnTo>
                      <a:pt x="324" y="444"/>
                    </a:lnTo>
                    <a:lnTo>
                      <a:pt x="324" y="450"/>
                    </a:lnTo>
                    <a:lnTo>
                      <a:pt x="330" y="462"/>
                    </a:lnTo>
                    <a:lnTo>
                      <a:pt x="330" y="474"/>
                    </a:lnTo>
                    <a:lnTo>
                      <a:pt x="336" y="480"/>
                    </a:lnTo>
                    <a:lnTo>
                      <a:pt x="336" y="486"/>
                    </a:lnTo>
                    <a:lnTo>
                      <a:pt x="378" y="522"/>
                    </a:lnTo>
                    <a:lnTo>
                      <a:pt x="372" y="546"/>
                    </a:lnTo>
                    <a:lnTo>
                      <a:pt x="408" y="606"/>
                    </a:lnTo>
                    <a:lnTo>
                      <a:pt x="402" y="618"/>
                    </a:lnTo>
                    <a:lnTo>
                      <a:pt x="402" y="636"/>
                    </a:lnTo>
                    <a:lnTo>
                      <a:pt x="408" y="648"/>
                    </a:lnTo>
                    <a:lnTo>
                      <a:pt x="438" y="678"/>
                    </a:lnTo>
                    <a:lnTo>
                      <a:pt x="438" y="684"/>
                    </a:lnTo>
                    <a:lnTo>
                      <a:pt x="444" y="690"/>
                    </a:lnTo>
                    <a:lnTo>
                      <a:pt x="462" y="726"/>
                    </a:lnTo>
                    <a:lnTo>
                      <a:pt x="498" y="744"/>
                    </a:lnTo>
                    <a:lnTo>
                      <a:pt x="504" y="750"/>
                    </a:lnTo>
                    <a:lnTo>
                      <a:pt x="510" y="750"/>
                    </a:lnTo>
                    <a:lnTo>
                      <a:pt x="510" y="786"/>
                    </a:lnTo>
                    <a:lnTo>
                      <a:pt x="522" y="792"/>
                    </a:lnTo>
                    <a:lnTo>
                      <a:pt x="528" y="804"/>
                    </a:lnTo>
                    <a:lnTo>
                      <a:pt x="540" y="810"/>
                    </a:lnTo>
                    <a:lnTo>
                      <a:pt x="564" y="834"/>
                    </a:lnTo>
                    <a:lnTo>
                      <a:pt x="576" y="840"/>
                    </a:lnTo>
                    <a:lnTo>
                      <a:pt x="594" y="858"/>
                    </a:lnTo>
                    <a:lnTo>
                      <a:pt x="600" y="858"/>
                    </a:lnTo>
                    <a:lnTo>
                      <a:pt x="606" y="864"/>
                    </a:lnTo>
                    <a:lnTo>
                      <a:pt x="612" y="864"/>
                    </a:lnTo>
                    <a:lnTo>
                      <a:pt x="612" y="870"/>
                    </a:lnTo>
                    <a:lnTo>
                      <a:pt x="618" y="876"/>
                    </a:lnTo>
                    <a:lnTo>
                      <a:pt x="630" y="900"/>
                    </a:lnTo>
                    <a:lnTo>
                      <a:pt x="642" y="912"/>
                    </a:lnTo>
                    <a:lnTo>
                      <a:pt x="654" y="936"/>
                    </a:lnTo>
                    <a:lnTo>
                      <a:pt x="660" y="942"/>
                    </a:lnTo>
                    <a:lnTo>
                      <a:pt x="660" y="906"/>
                    </a:lnTo>
                    <a:lnTo>
                      <a:pt x="672" y="906"/>
                    </a:lnTo>
                    <a:lnTo>
                      <a:pt x="684" y="918"/>
                    </a:lnTo>
                    <a:lnTo>
                      <a:pt x="696" y="924"/>
                    </a:lnTo>
                    <a:lnTo>
                      <a:pt x="702" y="930"/>
                    </a:lnTo>
                    <a:lnTo>
                      <a:pt x="708" y="930"/>
                    </a:lnTo>
                    <a:close/>
                    <a:moveTo>
                      <a:pt x="2118" y="1194"/>
                    </a:moveTo>
                    <a:lnTo>
                      <a:pt x="2106" y="1176"/>
                    </a:lnTo>
                    <a:lnTo>
                      <a:pt x="2088" y="1176"/>
                    </a:lnTo>
                    <a:lnTo>
                      <a:pt x="2064" y="1200"/>
                    </a:lnTo>
                    <a:lnTo>
                      <a:pt x="2064" y="1212"/>
                    </a:lnTo>
                    <a:lnTo>
                      <a:pt x="2052" y="1212"/>
                    </a:lnTo>
                    <a:lnTo>
                      <a:pt x="2040" y="1218"/>
                    </a:lnTo>
                    <a:lnTo>
                      <a:pt x="2010" y="1248"/>
                    </a:lnTo>
                    <a:lnTo>
                      <a:pt x="1998" y="1272"/>
                    </a:lnTo>
                    <a:lnTo>
                      <a:pt x="1992" y="1278"/>
                    </a:lnTo>
                    <a:lnTo>
                      <a:pt x="1992" y="1290"/>
                    </a:lnTo>
                    <a:lnTo>
                      <a:pt x="2004" y="1302"/>
                    </a:lnTo>
                    <a:lnTo>
                      <a:pt x="2022" y="1302"/>
                    </a:lnTo>
                    <a:lnTo>
                      <a:pt x="2052" y="1284"/>
                    </a:lnTo>
                    <a:lnTo>
                      <a:pt x="2082" y="1260"/>
                    </a:lnTo>
                    <a:lnTo>
                      <a:pt x="2106" y="1242"/>
                    </a:lnTo>
                    <a:lnTo>
                      <a:pt x="2100" y="1236"/>
                    </a:lnTo>
                    <a:lnTo>
                      <a:pt x="2100" y="1224"/>
                    </a:lnTo>
                    <a:lnTo>
                      <a:pt x="2112" y="1200"/>
                    </a:lnTo>
                    <a:lnTo>
                      <a:pt x="2118" y="1194"/>
                    </a:lnTo>
                    <a:close/>
                    <a:moveTo>
                      <a:pt x="1374" y="1128"/>
                    </a:moveTo>
                    <a:lnTo>
                      <a:pt x="1374" y="1116"/>
                    </a:lnTo>
                    <a:lnTo>
                      <a:pt x="1368" y="1110"/>
                    </a:lnTo>
                    <a:lnTo>
                      <a:pt x="1344" y="1098"/>
                    </a:lnTo>
                    <a:lnTo>
                      <a:pt x="1332" y="1098"/>
                    </a:lnTo>
                    <a:lnTo>
                      <a:pt x="1320" y="1092"/>
                    </a:lnTo>
                    <a:lnTo>
                      <a:pt x="1314" y="1092"/>
                    </a:lnTo>
                    <a:lnTo>
                      <a:pt x="1302" y="1098"/>
                    </a:lnTo>
                    <a:lnTo>
                      <a:pt x="1296" y="1104"/>
                    </a:lnTo>
                    <a:lnTo>
                      <a:pt x="1296" y="1116"/>
                    </a:lnTo>
                    <a:lnTo>
                      <a:pt x="1290" y="1122"/>
                    </a:lnTo>
                    <a:lnTo>
                      <a:pt x="1290" y="1134"/>
                    </a:lnTo>
                    <a:lnTo>
                      <a:pt x="1254" y="1104"/>
                    </a:lnTo>
                    <a:lnTo>
                      <a:pt x="1260" y="1092"/>
                    </a:lnTo>
                    <a:lnTo>
                      <a:pt x="1260" y="1080"/>
                    </a:lnTo>
                    <a:lnTo>
                      <a:pt x="1266" y="1068"/>
                    </a:lnTo>
                    <a:lnTo>
                      <a:pt x="1266" y="1050"/>
                    </a:lnTo>
                    <a:lnTo>
                      <a:pt x="1260" y="1038"/>
                    </a:lnTo>
                    <a:lnTo>
                      <a:pt x="1254" y="1032"/>
                    </a:lnTo>
                    <a:lnTo>
                      <a:pt x="1242" y="1026"/>
                    </a:lnTo>
                    <a:lnTo>
                      <a:pt x="1188" y="1026"/>
                    </a:lnTo>
                    <a:lnTo>
                      <a:pt x="1158" y="1008"/>
                    </a:lnTo>
                    <a:lnTo>
                      <a:pt x="1158" y="984"/>
                    </a:lnTo>
                    <a:lnTo>
                      <a:pt x="1116" y="984"/>
                    </a:lnTo>
                    <a:lnTo>
                      <a:pt x="1116" y="996"/>
                    </a:lnTo>
                    <a:lnTo>
                      <a:pt x="1110" y="1008"/>
                    </a:lnTo>
                    <a:lnTo>
                      <a:pt x="1110" y="1026"/>
                    </a:lnTo>
                    <a:lnTo>
                      <a:pt x="1086" y="1026"/>
                    </a:lnTo>
                    <a:lnTo>
                      <a:pt x="1074" y="1020"/>
                    </a:lnTo>
                    <a:lnTo>
                      <a:pt x="1056" y="1014"/>
                    </a:lnTo>
                    <a:lnTo>
                      <a:pt x="1044" y="1014"/>
                    </a:lnTo>
                    <a:lnTo>
                      <a:pt x="1032" y="1008"/>
                    </a:lnTo>
                    <a:lnTo>
                      <a:pt x="966" y="1008"/>
                    </a:lnTo>
                    <a:lnTo>
                      <a:pt x="960" y="996"/>
                    </a:lnTo>
                    <a:lnTo>
                      <a:pt x="948" y="990"/>
                    </a:lnTo>
                    <a:lnTo>
                      <a:pt x="942" y="978"/>
                    </a:lnTo>
                    <a:lnTo>
                      <a:pt x="918" y="954"/>
                    </a:lnTo>
                    <a:lnTo>
                      <a:pt x="900" y="954"/>
                    </a:lnTo>
                    <a:lnTo>
                      <a:pt x="888" y="960"/>
                    </a:lnTo>
                    <a:lnTo>
                      <a:pt x="876" y="954"/>
                    </a:lnTo>
                    <a:lnTo>
                      <a:pt x="870" y="948"/>
                    </a:lnTo>
                    <a:lnTo>
                      <a:pt x="858" y="942"/>
                    </a:lnTo>
                    <a:lnTo>
                      <a:pt x="846" y="942"/>
                    </a:lnTo>
                    <a:lnTo>
                      <a:pt x="840" y="936"/>
                    </a:lnTo>
                    <a:lnTo>
                      <a:pt x="822" y="936"/>
                    </a:lnTo>
                    <a:lnTo>
                      <a:pt x="810" y="930"/>
                    </a:lnTo>
                    <a:lnTo>
                      <a:pt x="792" y="930"/>
                    </a:lnTo>
                    <a:lnTo>
                      <a:pt x="786" y="924"/>
                    </a:lnTo>
                    <a:lnTo>
                      <a:pt x="762" y="924"/>
                    </a:lnTo>
                    <a:lnTo>
                      <a:pt x="750" y="930"/>
                    </a:lnTo>
                    <a:lnTo>
                      <a:pt x="738" y="954"/>
                    </a:lnTo>
                    <a:lnTo>
                      <a:pt x="738" y="966"/>
                    </a:lnTo>
                    <a:lnTo>
                      <a:pt x="732" y="978"/>
                    </a:lnTo>
                    <a:lnTo>
                      <a:pt x="720" y="990"/>
                    </a:lnTo>
                    <a:lnTo>
                      <a:pt x="714" y="990"/>
                    </a:lnTo>
                    <a:lnTo>
                      <a:pt x="702" y="1002"/>
                    </a:lnTo>
                    <a:lnTo>
                      <a:pt x="702" y="1014"/>
                    </a:lnTo>
                    <a:lnTo>
                      <a:pt x="738" y="1008"/>
                    </a:lnTo>
                    <a:lnTo>
                      <a:pt x="786" y="1008"/>
                    </a:lnTo>
                    <a:lnTo>
                      <a:pt x="780" y="1014"/>
                    </a:lnTo>
                    <a:lnTo>
                      <a:pt x="768" y="1020"/>
                    </a:lnTo>
                    <a:lnTo>
                      <a:pt x="762" y="1032"/>
                    </a:lnTo>
                    <a:lnTo>
                      <a:pt x="762" y="1044"/>
                    </a:lnTo>
                    <a:lnTo>
                      <a:pt x="774" y="1050"/>
                    </a:lnTo>
                    <a:lnTo>
                      <a:pt x="780" y="1050"/>
                    </a:lnTo>
                    <a:lnTo>
                      <a:pt x="798" y="1044"/>
                    </a:lnTo>
                    <a:lnTo>
                      <a:pt x="810" y="1044"/>
                    </a:lnTo>
                    <a:lnTo>
                      <a:pt x="816" y="1038"/>
                    </a:lnTo>
                    <a:lnTo>
                      <a:pt x="828" y="1032"/>
                    </a:lnTo>
                    <a:lnTo>
                      <a:pt x="840" y="1038"/>
                    </a:lnTo>
                    <a:lnTo>
                      <a:pt x="870" y="1056"/>
                    </a:lnTo>
                    <a:lnTo>
                      <a:pt x="900" y="1068"/>
                    </a:lnTo>
                    <a:lnTo>
                      <a:pt x="924" y="1080"/>
                    </a:lnTo>
                    <a:lnTo>
                      <a:pt x="960" y="1086"/>
                    </a:lnTo>
                    <a:lnTo>
                      <a:pt x="1014" y="1092"/>
                    </a:lnTo>
                    <a:lnTo>
                      <a:pt x="1062" y="1092"/>
                    </a:lnTo>
                    <a:lnTo>
                      <a:pt x="1080" y="1110"/>
                    </a:lnTo>
                    <a:lnTo>
                      <a:pt x="1086" y="1122"/>
                    </a:lnTo>
                    <a:lnTo>
                      <a:pt x="1098" y="1128"/>
                    </a:lnTo>
                    <a:lnTo>
                      <a:pt x="1110" y="1140"/>
                    </a:lnTo>
                    <a:lnTo>
                      <a:pt x="1128" y="1146"/>
                    </a:lnTo>
                    <a:lnTo>
                      <a:pt x="1152" y="1152"/>
                    </a:lnTo>
                    <a:lnTo>
                      <a:pt x="1170" y="1152"/>
                    </a:lnTo>
                    <a:lnTo>
                      <a:pt x="1182" y="1158"/>
                    </a:lnTo>
                    <a:lnTo>
                      <a:pt x="1248" y="1158"/>
                    </a:lnTo>
                    <a:lnTo>
                      <a:pt x="1260" y="1164"/>
                    </a:lnTo>
                    <a:lnTo>
                      <a:pt x="1278" y="1170"/>
                    </a:lnTo>
                    <a:lnTo>
                      <a:pt x="1290" y="1182"/>
                    </a:lnTo>
                    <a:lnTo>
                      <a:pt x="1302" y="1188"/>
                    </a:lnTo>
                    <a:lnTo>
                      <a:pt x="1320" y="1206"/>
                    </a:lnTo>
                    <a:lnTo>
                      <a:pt x="1338" y="1206"/>
                    </a:lnTo>
                    <a:lnTo>
                      <a:pt x="1350" y="1200"/>
                    </a:lnTo>
                    <a:lnTo>
                      <a:pt x="1356" y="1206"/>
                    </a:lnTo>
                    <a:lnTo>
                      <a:pt x="1374" y="1206"/>
                    </a:lnTo>
                    <a:lnTo>
                      <a:pt x="1374" y="1194"/>
                    </a:lnTo>
                    <a:lnTo>
                      <a:pt x="1368" y="1182"/>
                    </a:lnTo>
                    <a:lnTo>
                      <a:pt x="1362" y="1176"/>
                    </a:lnTo>
                    <a:lnTo>
                      <a:pt x="1356" y="1164"/>
                    </a:lnTo>
                    <a:lnTo>
                      <a:pt x="1374" y="1146"/>
                    </a:lnTo>
                    <a:lnTo>
                      <a:pt x="1374" y="1128"/>
                    </a:lnTo>
                    <a:close/>
                    <a:moveTo>
                      <a:pt x="1500" y="726"/>
                    </a:moveTo>
                    <a:lnTo>
                      <a:pt x="1542" y="684"/>
                    </a:lnTo>
                    <a:lnTo>
                      <a:pt x="1548" y="672"/>
                    </a:lnTo>
                    <a:lnTo>
                      <a:pt x="1554" y="654"/>
                    </a:lnTo>
                    <a:lnTo>
                      <a:pt x="1560" y="642"/>
                    </a:lnTo>
                    <a:lnTo>
                      <a:pt x="1566" y="624"/>
                    </a:lnTo>
                    <a:lnTo>
                      <a:pt x="1566" y="612"/>
                    </a:lnTo>
                    <a:lnTo>
                      <a:pt x="1572" y="606"/>
                    </a:lnTo>
                    <a:lnTo>
                      <a:pt x="1572" y="600"/>
                    </a:lnTo>
                    <a:lnTo>
                      <a:pt x="1566" y="600"/>
                    </a:lnTo>
                    <a:lnTo>
                      <a:pt x="1554" y="594"/>
                    </a:lnTo>
                    <a:lnTo>
                      <a:pt x="1542" y="582"/>
                    </a:lnTo>
                    <a:lnTo>
                      <a:pt x="1542" y="564"/>
                    </a:lnTo>
                    <a:lnTo>
                      <a:pt x="1554" y="516"/>
                    </a:lnTo>
                    <a:lnTo>
                      <a:pt x="1590" y="498"/>
                    </a:lnTo>
                    <a:lnTo>
                      <a:pt x="1626" y="498"/>
                    </a:lnTo>
                    <a:lnTo>
                      <a:pt x="1632" y="486"/>
                    </a:lnTo>
                    <a:lnTo>
                      <a:pt x="1638" y="480"/>
                    </a:lnTo>
                    <a:lnTo>
                      <a:pt x="1644" y="468"/>
                    </a:lnTo>
                    <a:lnTo>
                      <a:pt x="1644" y="444"/>
                    </a:lnTo>
                    <a:lnTo>
                      <a:pt x="1626" y="444"/>
                    </a:lnTo>
                    <a:lnTo>
                      <a:pt x="1620" y="450"/>
                    </a:lnTo>
                    <a:lnTo>
                      <a:pt x="1608" y="450"/>
                    </a:lnTo>
                    <a:lnTo>
                      <a:pt x="1608" y="438"/>
                    </a:lnTo>
                    <a:lnTo>
                      <a:pt x="1614" y="420"/>
                    </a:lnTo>
                    <a:lnTo>
                      <a:pt x="1626" y="408"/>
                    </a:lnTo>
                    <a:lnTo>
                      <a:pt x="1650" y="396"/>
                    </a:lnTo>
                    <a:lnTo>
                      <a:pt x="1662" y="396"/>
                    </a:lnTo>
                    <a:lnTo>
                      <a:pt x="1680" y="402"/>
                    </a:lnTo>
                    <a:lnTo>
                      <a:pt x="1704" y="402"/>
                    </a:lnTo>
                    <a:lnTo>
                      <a:pt x="1716" y="390"/>
                    </a:lnTo>
                    <a:lnTo>
                      <a:pt x="1716" y="384"/>
                    </a:lnTo>
                    <a:lnTo>
                      <a:pt x="1680" y="348"/>
                    </a:lnTo>
                    <a:lnTo>
                      <a:pt x="1680" y="312"/>
                    </a:lnTo>
                    <a:lnTo>
                      <a:pt x="1668" y="312"/>
                    </a:lnTo>
                    <a:lnTo>
                      <a:pt x="1650" y="294"/>
                    </a:lnTo>
                    <a:lnTo>
                      <a:pt x="1650" y="282"/>
                    </a:lnTo>
                    <a:lnTo>
                      <a:pt x="1662" y="270"/>
                    </a:lnTo>
                    <a:lnTo>
                      <a:pt x="1668" y="258"/>
                    </a:lnTo>
                    <a:lnTo>
                      <a:pt x="1668" y="246"/>
                    </a:lnTo>
                    <a:lnTo>
                      <a:pt x="1662" y="240"/>
                    </a:lnTo>
                    <a:lnTo>
                      <a:pt x="1638" y="228"/>
                    </a:lnTo>
                    <a:lnTo>
                      <a:pt x="1614" y="228"/>
                    </a:lnTo>
                    <a:lnTo>
                      <a:pt x="1632" y="198"/>
                    </a:lnTo>
                    <a:lnTo>
                      <a:pt x="1614" y="192"/>
                    </a:lnTo>
                    <a:lnTo>
                      <a:pt x="1620" y="162"/>
                    </a:lnTo>
                    <a:lnTo>
                      <a:pt x="1608" y="144"/>
                    </a:lnTo>
                    <a:lnTo>
                      <a:pt x="1602" y="138"/>
                    </a:lnTo>
                    <a:lnTo>
                      <a:pt x="1590" y="132"/>
                    </a:lnTo>
                    <a:lnTo>
                      <a:pt x="1566" y="108"/>
                    </a:lnTo>
                    <a:lnTo>
                      <a:pt x="1470" y="108"/>
                    </a:lnTo>
                    <a:lnTo>
                      <a:pt x="1464" y="114"/>
                    </a:lnTo>
                    <a:lnTo>
                      <a:pt x="1458" y="126"/>
                    </a:lnTo>
                    <a:lnTo>
                      <a:pt x="1458" y="180"/>
                    </a:lnTo>
                    <a:lnTo>
                      <a:pt x="1452" y="198"/>
                    </a:lnTo>
                    <a:lnTo>
                      <a:pt x="1452" y="204"/>
                    </a:lnTo>
                    <a:lnTo>
                      <a:pt x="1446" y="216"/>
                    </a:lnTo>
                    <a:lnTo>
                      <a:pt x="1428" y="216"/>
                    </a:lnTo>
                    <a:lnTo>
                      <a:pt x="1422" y="222"/>
                    </a:lnTo>
                    <a:lnTo>
                      <a:pt x="1422" y="246"/>
                    </a:lnTo>
                    <a:lnTo>
                      <a:pt x="1428" y="252"/>
                    </a:lnTo>
                    <a:lnTo>
                      <a:pt x="1434" y="264"/>
                    </a:lnTo>
                    <a:lnTo>
                      <a:pt x="1398" y="294"/>
                    </a:lnTo>
                    <a:lnTo>
                      <a:pt x="1404" y="306"/>
                    </a:lnTo>
                    <a:lnTo>
                      <a:pt x="1374" y="342"/>
                    </a:lnTo>
                    <a:lnTo>
                      <a:pt x="1350" y="342"/>
                    </a:lnTo>
                    <a:lnTo>
                      <a:pt x="1344" y="348"/>
                    </a:lnTo>
                    <a:lnTo>
                      <a:pt x="1332" y="354"/>
                    </a:lnTo>
                    <a:lnTo>
                      <a:pt x="1320" y="366"/>
                    </a:lnTo>
                    <a:lnTo>
                      <a:pt x="1314" y="366"/>
                    </a:lnTo>
                    <a:lnTo>
                      <a:pt x="1308" y="360"/>
                    </a:lnTo>
                    <a:lnTo>
                      <a:pt x="1284" y="348"/>
                    </a:lnTo>
                    <a:lnTo>
                      <a:pt x="1272" y="336"/>
                    </a:lnTo>
                    <a:lnTo>
                      <a:pt x="1230" y="336"/>
                    </a:lnTo>
                    <a:lnTo>
                      <a:pt x="1224" y="348"/>
                    </a:lnTo>
                    <a:lnTo>
                      <a:pt x="1194" y="378"/>
                    </a:lnTo>
                    <a:lnTo>
                      <a:pt x="1170" y="378"/>
                    </a:lnTo>
                    <a:lnTo>
                      <a:pt x="1152" y="372"/>
                    </a:lnTo>
                    <a:lnTo>
                      <a:pt x="1128" y="372"/>
                    </a:lnTo>
                    <a:lnTo>
                      <a:pt x="1110" y="390"/>
                    </a:lnTo>
                    <a:lnTo>
                      <a:pt x="1104" y="390"/>
                    </a:lnTo>
                    <a:lnTo>
                      <a:pt x="1080" y="378"/>
                    </a:lnTo>
                    <a:lnTo>
                      <a:pt x="1074" y="372"/>
                    </a:lnTo>
                    <a:lnTo>
                      <a:pt x="1062" y="366"/>
                    </a:lnTo>
                    <a:lnTo>
                      <a:pt x="1050" y="354"/>
                    </a:lnTo>
                    <a:lnTo>
                      <a:pt x="1050" y="342"/>
                    </a:lnTo>
                    <a:lnTo>
                      <a:pt x="1044" y="336"/>
                    </a:lnTo>
                    <a:lnTo>
                      <a:pt x="1032" y="330"/>
                    </a:lnTo>
                    <a:lnTo>
                      <a:pt x="1008" y="330"/>
                    </a:lnTo>
                    <a:lnTo>
                      <a:pt x="996" y="336"/>
                    </a:lnTo>
                    <a:lnTo>
                      <a:pt x="990" y="348"/>
                    </a:lnTo>
                    <a:lnTo>
                      <a:pt x="978" y="366"/>
                    </a:lnTo>
                    <a:lnTo>
                      <a:pt x="972" y="384"/>
                    </a:lnTo>
                    <a:lnTo>
                      <a:pt x="972" y="402"/>
                    </a:lnTo>
                    <a:lnTo>
                      <a:pt x="966" y="408"/>
                    </a:lnTo>
                    <a:lnTo>
                      <a:pt x="966" y="414"/>
                    </a:lnTo>
                    <a:lnTo>
                      <a:pt x="990" y="444"/>
                    </a:lnTo>
                    <a:lnTo>
                      <a:pt x="1002" y="498"/>
                    </a:lnTo>
                    <a:lnTo>
                      <a:pt x="1050" y="528"/>
                    </a:lnTo>
                    <a:lnTo>
                      <a:pt x="1038" y="564"/>
                    </a:lnTo>
                    <a:lnTo>
                      <a:pt x="1068" y="582"/>
                    </a:lnTo>
                    <a:lnTo>
                      <a:pt x="1050" y="606"/>
                    </a:lnTo>
                    <a:lnTo>
                      <a:pt x="1068" y="636"/>
                    </a:lnTo>
                    <a:lnTo>
                      <a:pt x="1056" y="648"/>
                    </a:lnTo>
                    <a:lnTo>
                      <a:pt x="1068" y="702"/>
                    </a:lnTo>
                    <a:lnTo>
                      <a:pt x="1110" y="696"/>
                    </a:lnTo>
                    <a:lnTo>
                      <a:pt x="1140" y="708"/>
                    </a:lnTo>
                    <a:lnTo>
                      <a:pt x="1146" y="696"/>
                    </a:lnTo>
                    <a:lnTo>
                      <a:pt x="1170" y="672"/>
                    </a:lnTo>
                    <a:lnTo>
                      <a:pt x="1182" y="672"/>
                    </a:lnTo>
                    <a:lnTo>
                      <a:pt x="1182" y="690"/>
                    </a:lnTo>
                    <a:lnTo>
                      <a:pt x="1188" y="702"/>
                    </a:lnTo>
                    <a:lnTo>
                      <a:pt x="1188" y="726"/>
                    </a:lnTo>
                    <a:lnTo>
                      <a:pt x="1194" y="738"/>
                    </a:lnTo>
                    <a:lnTo>
                      <a:pt x="1212" y="738"/>
                    </a:lnTo>
                    <a:lnTo>
                      <a:pt x="1218" y="726"/>
                    </a:lnTo>
                    <a:lnTo>
                      <a:pt x="1218" y="720"/>
                    </a:lnTo>
                    <a:lnTo>
                      <a:pt x="1224" y="714"/>
                    </a:lnTo>
                    <a:lnTo>
                      <a:pt x="1224" y="708"/>
                    </a:lnTo>
                    <a:lnTo>
                      <a:pt x="1254" y="726"/>
                    </a:lnTo>
                    <a:lnTo>
                      <a:pt x="1266" y="720"/>
                    </a:lnTo>
                    <a:lnTo>
                      <a:pt x="1272" y="708"/>
                    </a:lnTo>
                    <a:lnTo>
                      <a:pt x="1284" y="702"/>
                    </a:lnTo>
                    <a:lnTo>
                      <a:pt x="1296" y="702"/>
                    </a:lnTo>
                    <a:lnTo>
                      <a:pt x="1296" y="714"/>
                    </a:lnTo>
                    <a:lnTo>
                      <a:pt x="1302" y="720"/>
                    </a:lnTo>
                    <a:lnTo>
                      <a:pt x="1302" y="738"/>
                    </a:lnTo>
                    <a:lnTo>
                      <a:pt x="1308" y="744"/>
                    </a:lnTo>
                    <a:lnTo>
                      <a:pt x="1332" y="744"/>
                    </a:lnTo>
                    <a:lnTo>
                      <a:pt x="1350" y="738"/>
                    </a:lnTo>
                    <a:lnTo>
                      <a:pt x="1362" y="732"/>
                    </a:lnTo>
                    <a:lnTo>
                      <a:pt x="1392" y="732"/>
                    </a:lnTo>
                    <a:lnTo>
                      <a:pt x="1404" y="744"/>
                    </a:lnTo>
                    <a:lnTo>
                      <a:pt x="1404" y="786"/>
                    </a:lnTo>
                    <a:lnTo>
                      <a:pt x="1398" y="798"/>
                    </a:lnTo>
                    <a:lnTo>
                      <a:pt x="1398" y="810"/>
                    </a:lnTo>
                    <a:lnTo>
                      <a:pt x="1404" y="810"/>
                    </a:lnTo>
                    <a:lnTo>
                      <a:pt x="1410" y="804"/>
                    </a:lnTo>
                    <a:lnTo>
                      <a:pt x="1422" y="798"/>
                    </a:lnTo>
                    <a:lnTo>
                      <a:pt x="1440" y="792"/>
                    </a:lnTo>
                    <a:lnTo>
                      <a:pt x="1452" y="786"/>
                    </a:lnTo>
                    <a:lnTo>
                      <a:pt x="1476" y="762"/>
                    </a:lnTo>
                    <a:lnTo>
                      <a:pt x="1482" y="750"/>
                    </a:lnTo>
                    <a:lnTo>
                      <a:pt x="1500" y="732"/>
                    </a:lnTo>
                    <a:lnTo>
                      <a:pt x="1500" y="726"/>
                    </a:lnTo>
                    <a:close/>
                    <a:moveTo>
                      <a:pt x="1476" y="1116"/>
                    </a:moveTo>
                    <a:lnTo>
                      <a:pt x="1470" y="1116"/>
                    </a:lnTo>
                    <a:lnTo>
                      <a:pt x="1458" y="1122"/>
                    </a:lnTo>
                    <a:lnTo>
                      <a:pt x="1452" y="1128"/>
                    </a:lnTo>
                    <a:lnTo>
                      <a:pt x="1458" y="1134"/>
                    </a:lnTo>
                    <a:lnTo>
                      <a:pt x="1470" y="1140"/>
                    </a:lnTo>
                    <a:lnTo>
                      <a:pt x="1476" y="1140"/>
                    </a:lnTo>
                    <a:lnTo>
                      <a:pt x="1488" y="1146"/>
                    </a:lnTo>
                    <a:lnTo>
                      <a:pt x="1500" y="1134"/>
                    </a:lnTo>
                    <a:lnTo>
                      <a:pt x="1500" y="1128"/>
                    </a:lnTo>
                    <a:lnTo>
                      <a:pt x="1488" y="1116"/>
                    </a:lnTo>
                    <a:lnTo>
                      <a:pt x="1476" y="1116"/>
                    </a:lnTo>
                    <a:close/>
                    <a:moveTo>
                      <a:pt x="1716" y="1230"/>
                    </a:moveTo>
                    <a:lnTo>
                      <a:pt x="1680" y="1218"/>
                    </a:lnTo>
                    <a:lnTo>
                      <a:pt x="1674" y="1224"/>
                    </a:lnTo>
                    <a:lnTo>
                      <a:pt x="1674" y="1230"/>
                    </a:lnTo>
                    <a:lnTo>
                      <a:pt x="1686" y="1254"/>
                    </a:lnTo>
                    <a:lnTo>
                      <a:pt x="1692" y="1260"/>
                    </a:lnTo>
                    <a:lnTo>
                      <a:pt x="1704" y="1266"/>
                    </a:lnTo>
                    <a:lnTo>
                      <a:pt x="1716" y="1266"/>
                    </a:lnTo>
                    <a:lnTo>
                      <a:pt x="1722" y="1260"/>
                    </a:lnTo>
                    <a:lnTo>
                      <a:pt x="1740" y="1260"/>
                    </a:lnTo>
                    <a:lnTo>
                      <a:pt x="1746" y="1266"/>
                    </a:lnTo>
                    <a:lnTo>
                      <a:pt x="1746" y="1278"/>
                    </a:lnTo>
                    <a:lnTo>
                      <a:pt x="1752" y="1290"/>
                    </a:lnTo>
                    <a:lnTo>
                      <a:pt x="1764" y="1296"/>
                    </a:lnTo>
                    <a:lnTo>
                      <a:pt x="1788" y="1296"/>
                    </a:lnTo>
                    <a:lnTo>
                      <a:pt x="1794" y="1290"/>
                    </a:lnTo>
                    <a:lnTo>
                      <a:pt x="1800" y="1290"/>
                    </a:lnTo>
                    <a:lnTo>
                      <a:pt x="1800" y="1284"/>
                    </a:lnTo>
                    <a:lnTo>
                      <a:pt x="1794" y="1272"/>
                    </a:lnTo>
                    <a:lnTo>
                      <a:pt x="1782" y="1260"/>
                    </a:lnTo>
                    <a:lnTo>
                      <a:pt x="1770" y="1236"/>
                    </a:lnTo>
                    <a:lnTo>
                      <a:pt x="1746" y="1224"/>
                    </a:lnTo>
                    <a:lnTo>
                      <a:pt x="1728" y="1224"/>
                    </a:lnTo>
                    <a:lnTo>
                      <a:pt x="1716" y="1230"/>
                    </a:lnTo>
                    <a:close/>
                    <a:moveTo>
                      <a:pt x="1962" y="1122"/>
                    </a:moveTo>
                    <a:lnTo>
                      <a:pt x="1932" y="1146"/>
                    </a:lnTo>
                    <a:lnTo>
                      <a:pt x="1920" y="1134"/>
                    </a:lnTo>
                    <a:lnTo>
                      <a:pt x="1890" y="1134"/>
                    </a:lnTo>
                    <a:lnTo>
                      <a:pt x="1884" y="1140"/>
                    </a:lnTo>
                    <a:lnTo>
                      <a:pt x="1872" y="1146"/>
                    </a:lnTo>
                    <a:lnTo>
                      <a:pt x="1866" y="1152"/>
                    </a:lnTo>
                    <a:lnTo>
                      <a:pt x="1860" y="1140"/>
                    </a:lnTo>
                    <a:lnTo>
                      <a:pt x="1836" y="1116"/>
                    </a:lnTo>
                    <a:lnTo>
                      <a:pt x="1824" y="1116"/>
                    </a:lnTo>
                    <a:lnTo>
                      <a:pt x="1800" y="1128"/>
                    </a:lnTo>
                    <a:lnTo>
                      <a:pt x="1764" y="1164"/>
                    </a:lnTo>
                    <a:lnTo>
                      <a:pt x="1728" y="1158"/>
                    </a:lnTo>
                    <a:lnTo>
                      <a:pt x="1716" y="1176"/>
                    </a:lnTo>
                    <a:lnTo>
                      <a:pt x="1746" y="1176"/>
                    </a:lnTo>
                    <a:lnTo>
                      <a:pt x="1752" y="1182"/>
                    </a:lnTo>
                    <a:lnTo>
                      <a:pt x="1764" y="1182"/>
                    </a:lnTo>
                    <a:lnTo>
                      <a:pt x="1776" y="1188"/>
                    </a:lnTo>
                    <a:lnTo>
                      <a:pt x="1788" y="1188"/>
                    </a:lnTo>
                    <a:lnTo>
                      <a:pt x="1794" y="1182"/>
                    </a:lnTo>
                    <a:lnTo>
                      <a:pt x="1806" y="1176"/>
                    </a:lnTo>
                    <a:lnTo>
                      <a:pt x="1812" y="1170"/>
                    </a:lnTo>
                    <a:lnTo>
                      <a:pt x="1908" y="1164"/>
                    </a:lnTo>
                    <a:lnTo>
                      <a:pt x="1956" y="1158"/>
                    </a:lnTo>
                    <a:lnTo>
                      <a:pt x="1992" y="1128"/>
                    </a:lnTo>
                    <a:lnTo>
                      <a:pt x="1992" y="1110"/>
                    </a:lnTo>
                    <a:lnTo>
                      <a:pt x="1962" y="1122"/>
                    </a:lnTo>
                    <a:close/>
                    <a:moveTo>
                      <a:pt x="1578" y="1158"/>
                    </a:moveTo>
                    <a:lnTo>
                      <a:pt x="1566" y="1152"/>
                    </a:lnTo>
                    <a:lnTo>
                      <a:pt x="1560" y="1146"/>
                    </a:lnTo>
                    <a:lnTo>
                      <a:pt x="1548" y="1140"/>
                    </a:lnTo>
                    <a:lnTo>
                      <a:pt x="1536" y="1140"/>
                    </a:lnTo>
                    <a:lnTo>
                      <a:pt x="1512" y="1164"/>
                    </a:lnTo>
                    <a:lnTo>
                      <a:pt x="1506" y="1176"/>
                    </a:lnTo>
                    <a:lnTo>
                      <a:pt x="1500" y="1182"/>
                    </a:lnTo>
                    <a:lnTo>
                      <a:pt x="1554" y="1188"/>
                    </a:lnTo>
                    <a:lnTo>
                      <a:pt x="1554" y="1212"/>
                    </a:lnTo>
                    <a:lnTo>
                      <a:pt x="1578" y="1206"/>
                    </a:lnTo>
                    <a:lnTo>
                      <a:pt x="1590" y="1188"/>
                    </a:lnTo>
                    <a:lnTo>
                      <a:pt x="1614" y="1206"/>
                    </a:lnTo>
                    <a:lnTo>
                      <a:pt x="1644" y="1170"/>
                    </a:lnTo>
                    <a:lnTo>
                      <a:pt x="1596" y="1152"/>
                    </a:lnTo>
                    <a:lnTo>
                      <a:pt x="1578" y="1158"/>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28" name="Honduras" descr="© INSCALE GmbH, 05.05.2010&#10;http://www.presentationload.com/">
                <a:extLst>
                  <a:ext uri="{FF2B5EF4-FFF2-40B4-BE49-F238E27FC236}">
                    <a16:creationId xmlns:a16="http://schemas.microsoft.com/office/drawing/2014/main" id="{3AB209A3-BCC5-AD15-17F3-A0936AF7BFE8}"/>
                  </a:ext>
                </a:extLst>
              </p:cNvPr>
              <p:cNvSpPr>
                <a:spLocks/>
              </p:cNvSpPr>
              <p:nvPr/>
            </p:nvSpPr>
            <p:spPr bwMode="gray">
              <a:xfrm>
                <a:off x="1058" y="2241"/>
                <a:ext cx="114" cy="63"/>
              </a:xfrm>
              <a:custGeom>
                <a:avLst/>
                <a:gdLst>
                  <a:gd name="T0" fmla="*/ 2147483647 w 444"/>
                  <a:gd name="T1" fmla="*/ 2147483647 h 246"/>
                  <a:gd name="T2" fmla="*/ 2147483647 w 444"/>
                  <a:gd name="T3" fmla="*/ 2147483647 h 246"/>
                  <a:gd name="T4" fmla="*/ 2147483647 w 444"/>
                  <a:gd name="T5" fmla="*/ 2147483647 h 246"/>
                  <a:gd name="T6" fmla="*/ 2147483647 w 444"/>
                  <a:gd name="T7" fmla="*/ 2147483647 h 246"/>
                  <a:gd name="T8" fmla="*/ 2147483647 w 444"/>
                  <a:gd name="T9" fmla="*/ 2147483647 h 246"/>
                  <a:gd name="T10" fmla="*/ 2147483647 w 444"/>
                  <a:gd name="T11" fmla="*/ 2147483647 h 246"/>
                  <a:gd name="T12" fmla="*/ 2147483647 w 444"/>
                  <a:gd name="T13" fmla="*/ 2147483647 h 246"/>
                  <a:gd name="T14" fmla="*/ 2147483647 w 444"/>
                  <a:gd name="T15" fmla="*/ 2147483647 h 246"/>
                  <a:gd name="T16" fmla="*/ 2147483647 w 444"/>
                  <a:gd name="T17" fmla="*/ 2147483647 h 246"/>
                  <a:gd name="T18" fmla="*/ 2147483647 w 444"/>
                  <a:gd name="T19" fmla="*/ 2147483647 h 246"/>
                  <a:gd name="T20" fmla="*/ 2147483647 w 444"/>
                  <a:gd name="T21" fmla="*/ 2147483647 h 246"/>
                  <a:gd name="T22" fmla="*/ 2147483647 w 444"/>
                  <a:gd name="T23" fmla="*/ 2147483647 h 246"/>
                  <a:gd name="T24" fmla="*/ 2147483647 w 444"/>
                  <a:gd name="T25" fmla="*/ 2147483647 h 246"/>
                  <a:gd name="T26" fmla="*/ 2147483647 w 444"/>
                  <a:gd name="T27" fmla="*/ 2147483647 h 246"/>
                  <a:gd name="T28" fmla="*/ 2147483647 w 444"/>
                  <a:gd name="T29" fmla="*/ 2147483647 h 246"/>
                  <a:gd name="T30" fmla="*/ 2147483647 w 444"/>
                  <a:gd name="T31" fmla="*/ 2147483647 h 246"/>
                  <a:gd name="T32" fmla="*/ 2147483647 w 444"/>
                  <a:gd name="T33" fmla="*/ 2147483647 h 246"/>
                  <a:gd name="T34" fmla="*/ 2147483647 w 444"/>
                  <a:gd name="T35" fmla="*/ 2147483647 h 246"/>
                  <a:gd name="T36" fmla="*/ 2147483647 w 444"/>
                  <a:gd name="T37" fmla="*/ 2147483647 h 246"/>
                  <a:gd name="T38" fmla="*/ 2147483647 w 444"/>
                  <a:gd name="T39" fmla="*/ 0 h 246"/>
                  <a:gd name="T40" fmla="*/ 2147483647 w 444"/>
                  <a:gd name="T41" fmla="*/ 2147483647 h 246"/>
                  <a:gd name="T42" fmla="*/ 2147483647 w 444"/>
                  <a:gd name="T43" fmla="*/ 2147483647 h 246"/>
                  <a:gd name="T44" fmla="*/ 2147483647 w 444"/>
                  <a:gd name="T45" fmla="*/ 0 h 246"/>
                  <a:gd name="T46" fmla="*/ 2147483647 w 444"/>
                  <a:gd name="T47" fmla="*/ 2147483647 h 246"/>
                  <a:gd name="T48" fmla="*/ 2147483647 w 444"/>
                  <a:gd name="T49" fmla="*/ 2147483647 h 246"/>
                  <a:gd name="T50" fmla="*/ 2147483647 w 444"/>
                  <a:gd name="T51" fmla="*/ 2147483647 h 246"/>
                  <a:gd name="T52" fmla="*/ 2147483647 w 444"/>
                  <a:gd name="T53" fmla="*/ 2147483647 h 246"/>
                  <a:gd name="T54" fmla="*/ 2147483647 w 444"/>
                  <a:gd name="T55" fmla="*/ 2147483647 h 246"/>
                  <a:gd name="T56" fmla="*/ 2147483647 w 444"/>
                  <a:gd name="T57" fmla="*/ 2147483647 h 246"/>
                  <a:gd name="T58" fmla="*/ 2147483647 w 444"/>
                  <a:gd name="T59" fmla="*/ 2147483647 h 246"/>
                  <a:gd name="T60" fmla="*/ 2147483647 w 444"/>
                  <a:gd name="T61" fmla="*/ 0 h 246"/>
                  <a:gd name="T62" fmla="*/ 2147483647 w 444"/>
                  <a:gd name="T63" fmla="*/ 2147483647 h 246"/>
                  <a:gd name="T64" fmla="*/ 2147483647 w 444"/>
                  <a:gd name="T65" fmla="*/ 2147483647 h 246"/>
                  <a:gd name="T66" fmla="*/ 2147483647 w 444"/>
                  <a:gd name="T67" fmla="*/ 2147483647 h 246"/>
                  <a:gd name="T68" fmla="*/ 2147483647 w 444"/>
                  <a:gd name="T69" fmla="*/ 2147483647 h 246"/>
                  <a:gd name="T70" fmla="*/ 2147483647 w 444"/>
                  <a:gd name="T71" fmla="*/ 2147483647 h 246"/>
                  <a:gd name="T72" fmla="*/ 0 w 444"/>
                  <a:gd name="T73" fmla="*/ 2147483647 h 246"/>
                  <a:gd name="T74" fmla="*/ 2147483647 w 444"/>
                  <a:gd name="T75" fmla="*/ 2147483647 h 246"/>
                  <a:gd name="T76" fmla="*/ 2147483647 w 444"/>
                  <a:gd name="T77" fmla="*/ 2147483647 h 246"/>
                  <a:gd name="T78" fmla="*/ 2147483647 w 444"/>
                  <a:gd name="T79" fmla="*/ 2147483647 h 246"/>
                  <a:gd name="T80" fmla="*/ 2147483647 w 444"/>
                  <a:gd name="T81" fmla="*/ 2147483647 h 246"/>
                  <a:gd name="T82" fmla="*/ 2147483647 w 444"/>
                  <a:gd name="T83" fmla="*/ 2147483647 h 246"/>
                  <a:gd name="T84" fmla="*/ 2147483647 w 444"/>
                  <a:gd name="T85" fmla="*/ 2147483647 h 246"/>
                  <a:gd name="T86" fmla="*/ 2147483647 w 444"/>
                  <a:gd name="T87" fmla="*/ 2147483647 h 24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444"/>
                  <a:gd name="T133" fmla="*/ 0 h 246"/>
                  <a:gd name="T134" fmla="*/ 444 w 444"/>
                  <a:gd name="T135" fmla="*/ 246 h 24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444" h="246">
                    <a:moveTo>
                      <a:pt x="156" y="240"/>
                    </a:moveTo>
                    <a:lnTo>
                      <a:pt x="156" y="222"/>
                    </a:lnTo>
                    <a:lnTo>
                      <a:pt x="174" y="222"/>
                    </a:lnTo>
                    <a:lnTo>
                      <a:pt x="168" y="216"/>
                    </a:lnTo>
                    <a:lnTo>
                      <a:pt x="168" y="204"/>
                    </a:lnTo>
                    <a:lnTo>
                      <a:pt x="162" y="198"/>
                    </a:lnTo>
                    <a:lnTo>
                      <a:pt x="162" y="186"/>
                    </a:lnTo>
                    <a:lnTo>
                      <a:pt x="168" y="180"/>
                    </a:lnTo>
                    <a:lnTo>
                      <a:pt x="204" y="180"/>
                    </a:lnTo>
                    <a:lnTo>
                      <a:pt x="210" y="168"/>
                    </a:lnTo>
                    <a:lnTo>
                      <a:pt x="216" y="162"/>
                    </a:lnTo>
                    <a:lnTo>
                      <a:pt x="228" y="162"/>
                    </a:lnTo>
                    <a:lnTo>
                      <a:pt x="228" y="168"/>
                    </a:lnTo>
                    <a:lnTo>
                      <a:pt x="234" y="174"/>
                    </a:lnTo>
                    <a:lnTo>
                      <a:pt x="252" y="174"/>
                    </a:lnTo>
                    <a:lnTo>
                      <a:pt x="276" y="150"/>
                    </a:lnTo>
                    <a:lnTo>
                      <a:pt x="288" y="126"/>
                    </a:lnTo>
                    <a:lnTo>
                      <a:pt x="306" y="126"/>
                    </a:lnTo>
                    <a:lnTo>
                      <a:pt x="306" y="108"/>
                    </a:lnTo>
                    <a:lnTo>
                      <a:pt x="318" y="96"/>
                    </a:lnTo>
                    <a:lnTo>
                      <a:pt x="330" y="96"/>
                    </a:lnTo>
                    <a:lnTo>
                      <a:pt x="348" y="114"/>
                    </a:lnTo>
                    <a:lnTo>
                      <a:pt x="360" y="114"/>
                    </a:lnTo>
                    <a:lnTo>
                      <a:pt x="372" y="102"/>
                    </a:lnTo>
                    <a:lnTo>
                      <a:pt x="372" y="96"/>
                    </a:lnTo>
                    <a:lnTo>
                      <a:pt x="420" y="96"/>
                    </a:lnTo>
                    <a:lnTo>
                      <a:pt x="426" y="90"/>
                    </a:lnTo>
                    <a:lnTo>
                      <a:pt x="432" y="90"/>
                    </a:lnTo>
                    <a:lnTo>
                      <a:pt x="444" y="84"/>
                    </a:lnTo>
                    <a:lnTo>
                      <a:pt x="444" y="78"/>
                    </a:lnTo>
                    <a:lnTo>
                      <a:pt x="426" y="60"/>
                    </a:lnTo>
                    <a:lnTo>
                      <a:pt x="402" y="48"/>
                    </a:lnTo>
                    <a:lnTo>
                      <a:pt x="396" y="48"/>
                    </a:lnTo>
                    <a:lnTo>
                      <a:pt x="390" y="42"/>
                    </a:lnTo>
                    <a:lnTo>
                      <a:pt x="384" y="30"/>
                    </a:lnTo>
                    <a:lnTo>
                      <a:pt x="372" y="24"/>
                    </a:lnTo>
                    <a:lnTo>
                      <a:pt x="366" y="18"/>
                    </a:lnTo>
                    <a:lnTo>
                      <a:pt x="348" y="18"/>
                    </a:lnTo>
                    <a:lnTo>
                      <a:pt x="342" y="6"/>
                    </a:lnTo>
                    <a:lnTo>
                      <a:pt x="336" y="0"/>
                    </a:lnTo>
                    <a:lnTo>
                      <a:pt x="312" y="0"/>
                    </a:lnTo>
                    <a:lnTo>
                      <a:pt x="300" y="6"/>
                    </a:lnTo>
                    <a:lnTo>
                      <a:pt x="294" y="12"/>
                    </a:lnTo>
                    <a:lnTo>
                      <a:pt x="282" y="12"/>
                    </a:lnTo>
                    <a:lnTo>
                      <a:pt x="270" y="0"/>
                    </a:lnTo>
                    <a:lnTo>
                      <a:pt x="252" y="0"/>
                    </a:lnTo>
                    <a:lnTo>
                      <a:pt x="240" y="6"/>
                    </a:lnTo>
                    <a:lnTo>
                      <a:pt x="234" y="18"/>
                    </a:lnTo>
                    <a:lnTo>
                      <a:pt x="222" y="24"/>
                    </a:lnTo>
                    <a:lnTo>
                      <a:pt x="186" y="24"/>
                    </a:lnTo>
                    <a:lnTo>
                      <a:pt x="174" y="18"/>
                    </a:lnTo>
                    <a:lnTo>
                      <a:pt x="168" y="12"/>
                    </a:lnTo>
                    <a:lnTo>
                      <a:pt x="156" y="12"/>
                    </a:lnTo>
                    <a:lnTo>
                      <a:pt x="150" y="18"/>
                    </a:lnTo>
                    <a:lnTo>
                      <a:pt x="144" y="18"/>
                    </a:lnTo>
                    <a:lnTo>
                      <a:pt x="138" y="24"/>
                    </a:lnTo>
                    <a:lnTo>
                      <a:pt x="132" y="24"/>
                    </a:lnTo>
                    <a:lnTo>
                      <a:pt x="132" y="18"/>
                    </a:lnTo>
                    <a:lnTo>
                      <a:pt x="126" y="12"/>
                    </a:lnTo>
                    <a:lnTo>
                      <a:pt x="126" y="6"/>
                    </a:lnTo>
                    <a:lnTo>
                      <a:pt x="120" y="0"/>
                    </a:lnTo>
                    <a:lnTo>
                      <a:pt x="114" y="0"/>
                    </a:lnTo>
                    <a:lnTo>
                      <a:pt x="96" y="18"/>
                    </a:lnTo>
                    <a:lnTo>
                      <a:pt x="90" y="18"/>
                    </a:lnTo>
                    <a:lnTo>
                      <a:pt x="84" y="30"/>
                    </a:lnTo>
                    <a:lnTo>
                      <a:pt x="72" y="36"/>
                    </a:lnTo>
                    <a:lnTo>
                      <a:pt x="60" y="48"/>
                    </a:lnTo>
                    <a:lnTo>
                      <a:pt x="48" y="54"/>
                    </a:lnTo>
                    <a:lnTo>
                      <a:pt x="36" y="66"/>
                    </a:lnTo>
                    <a:lnTo>
                      <a:pt x="24" y="72"/>
                    </a:lnTo>
                    <a:lnTo>
                      <a:pt x="18" y="84"/>
                    </a:lnTo>
                    <a:lnTo>
                      <a:pt x="18" y="102"/>
                    </a:lnTo>
                    <a:lnTo>
                      <a:pt x="12" y="114"/>
                    </a:lnTo>
                    <a:lnTo>
                      <a:pt x="0" y="126"/>
                    </a:lnTo>
                    <a:lnTo>
                      <a:pt x="6" y="138"/>
                    </a:lnTo>
                    <a:lnTo>
                      <a:pt x="18" y="150"/>
                    </a:lnTo>
                    <a:lnTo>
                      <a:pt x="42" y="150"/>
                    </a:lnTo>
                    <a:lnTo>
                      <a:pt x="42" y="168"/>
                    </a:lnTo>
                    <a:lnTo>
                      <a:pt x="48" y="174"/>
                    </a:lnTo>
                    <a:lnTo>
                      <a:pt x="60" y="174"/>
                    </a:lnTo>
                    <a:lnTo>
                      <a:pt x="66" y="168"/>
                    </a:lnTo>
                    <a:lnTo>
                      <a:pt x="102" y="168"/>
                    </a:lnTo>
                    <a:lnTo>
                      <a:pt x="102" y="210"/>
                    </a:lnTo>
                    <a:lnTo>
                      <a:pt x="126" y="222"/>
                    </a:lnTo>
                    <a:lnTo>
                      <a:pt x="132" y="228"/>
                    </a:lnTo>
                    <a:lnTo>
                      <a:pt x="132" y="246"/>
                    </a:lnTo>
                    <a:lnTo>
                      <a:pt x="144" y="246"/>
                    </a:lnTo>
                    <a:lnTo>
                      <a:pt x="156" y="240"/>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29" name="Guatemala" descr="© INSCALE GmbH, 05.05.2010&#10;http://www.presentationload.com/">
                <a:extLst>
                  <a:ext uri="{FF2B5EF4-FFF2-40B4-BE49-F238E27FC236}">
                    <a16:creationId xmlns:a16="http://schemas.microsoft.com/office/drawing/2014/main" id="{608A33DB-6F6D-B4B3-3A96-39CE90950904}"/>
                  </a:ext>
                </a:extLst>
              </p:cNvPr>
              <p:cNvSpPr>
                <a:spLocks/>
              </p:cNvSpPr>
              <p:nvPr/>
            </p:nvSpPr>
            <p:spPr bwMode="gray">
              <a:xfrm>
                <a:off x="1006" y="2203"/>
                <a:ext cx="75" cy="85"/>
              </a:xfrm>
              <a:custGeom>
                <a:avLst/>
                <a:gdLst>
                  <a:gd name="T0" fmla="*/ 2147483647 w 300"/>
                  <a:gd name="T1" fmla="*/ 2147483647 h 336"/>
                  <a:gd name="T2" fmla="*/ 2147483647 w 300"/>
                  <a:gd name="T3" fmla="*/ 2147483647 h 336"/>
                  <a:gd name="T4" fmla="*/ 2147483647 w 300"/>
                  <a:gd name="T5" fmla="*/ 2147483647 h 336"/>
                  <a:gd name="T6" fmla="*/ 2147483647 w 300"/>
                  <a:gd name="T7" fmla="*/ 2147483647 h 336"/>
                  <a:gd name="T8" fmla="*/ 2147483647 w 300"/>
                  <a:gd name="T9" fmla="*/ 2147483647 h 336"/>
                  <a:gd name="T10" fmla="*/ 2147483647 w 300"/>
                  <a:gd name="T11" fmla="*/ 0 h 336"/>
                  <a:gd name="T12" fmla="*/ 2147483647 w 300"/>
                  <a:gd name="T13" fmla="*/ 2147483647 h 336"/>
                  <a:gd name="T14" fmla="*/ 2147483647 w 300"/>
                  <a:gd name="T15" fmla="*/ 2147483647 h 336"/>
                  <a:gd name="T16" fmla="*/ 2147483647 w 300"/>
                  <a:gd name="T17" fmla="*/ 2147483647 h 336"/>
                  <a:gd name="T18" fmla="*/ 2147483647 w 300"/>
                  <a:gd name="T19" fmla="*/ 2147483647 h 336"/>
                  <a:gd name="T20" fmla="*/ 2147483647 w 300"/>
                  <a:gd name="T21" fmla="*/ 2147483647 h 336"/>
                  <a:gd name="T22" fmla="*/ 2147483647 w 300"/>
                  <a:gd name="T23" fmla="*/ 2147483647 h 336"/>
                  <a:gd name="T24" fmla="*/ 2147483647 w 300"/>
                  <a:gd name="T25" fmla="*/ 2147483647 h 336"/>
                  <a:gd name="T26" fmla="*/ 2147483647 w 300"/>
                  <a:gd name="T27" fmla="*/ 2147483647 h 336"/>
                  <a:gd name="T28" fmla="*/ 2147483647 w 300"/>
                  <a:gd name="T29" fmla="*/ 2147483647 h 336"/>
                  <a:gd name="T30" fmla="*/ 2147483647 w 300"/>
                  <a:gd name="T31" fmla="*/ 2147483647 h 336"/>
                  <a:gd name="T32" fmla="*/ 2147483647 w 300"/>
                  <a:gd name="T33" fmla="*/ 2147483647 h 336"/>
                  <a:gd name="T34" fmla="*/ 2147483647 w 300"/>
                  <a:gd name="T35" fmla="*/ 2147483647 h 336"/>
                  <a:gd name="T36" fmla="*/ 2147483647 w 300"/>
                  <a:gd name="T37" fmla="*/ 2147483647 h 336"/>
                  <a:gd name="T38" fmla="*/ 2147483647 w 300"/>
                  <a:gd name="T39" fmla="*/ 2147483647 h 336"/>
                  <a:gd name="T40" fmla="*/ 2147483647 w 300"/>
                  <a:gd name="T41" fmla="*/ 2147483647 h 336"/>
                  <a:gd name="T42" fmla="*/ 2147483647 w 300"/>
                  <a:gd name="T43" fmla="*/ 2147483647 h 336"/>
                  <a:gd name="T44" fmla="*/ 2147483647 w 300"/>
                  <a:gd name="T45" fmla="*/ 2147483647 h 336"/>
                  <a:gd name="T46" fmla="*/ 2147483647 w 300"/>
                  <a:gd name="T47" fmla="*/ 2147483647 h 336"/>
                  <a:gd name="T48" fmla="*/ 2147483647 w 300"/>
                  <a:gd name="T49" fmla="*/ 2147483647 h 336"/>
                  <a:gd name="T50" fmla="*/ 2147483647 w 300"/>
                  <a:gd name="T51" fmla="*/ 2147483647 h 336"/>
                  <a:gd name="T52" fmla="*/ 2147483647 w 300"/>
                  <a:gd name="T53" fmla="*/ 2147483647 h 336"/>
                  <a:gd name="T54" fmla="*/ 2147483647 w 300"/>
                  <a:gd name="T55" fmla="*/ 2147483647 h 336"/>
                  <a:gd name="T56" fmla="*/ 2147483647 w 300"/>
                  <a:gd name="T57" fmla="*/ 2147483647 h 336"/>
                  <a:gd name="T58" fmla="*/ 0 w 300"/>
                  <a:gd name="T59" fmla="*/ 2147483647 h 336"/>
                  <a:gd name="T60" fmla="*/ 2147483647 w 300"/>
                  <a:gd name="T61" fmla="*/ 2147483647 h 336"/>
                  <a:gd name="T62" fmla="*/ 2147483647 w 300"/>
                  <a:gd name="T63" fmla="*/ 2147483647 h 336"/>
                  <a:gd name="T64" fmla="*/ 2147483647 w 300"/>
                  <a:gd name="T65" fmla="*/ 2147483647 h 336"/>
                  <a:gd name="T66" fmla="*/ 2147483647 w 300"/>
                  <a:gd name="T67" fmla="*/ 2147483647 h 336"/>
                  <a:gd name="T68" fmla="*/ 2147483647 w 300"/>
                  <a:gd name="T69" fmla="*/ 2147483647 h 336"/>
                  <a:gd name="T70" fmla="*/ 2147483647 w 300"/>
                  <a:gd name="T71" fmla="*/ 2147483647 h 336"/>
                  <a:gd name="T72" fmla="*/ 2147483647 w 300"/>
                  <a:gd name="T73" fmla="*/ 2147483647 h 336"/>
                  <a:gd name="T74" fmla="*/ 2147483647 w 300"/>
                  <a:gd name="T75" fmla="*/ 2147483647 h 336"/>
                  <a:gd name="T76" fmla="*/ 2147483647 w 300"/>
                  <a:gd name="T77" fmla="*/ 2147483647 h 336"/>
                  <a:gd name="T78" fmla="*/ 2147483647 w 300"/>
                  <a:gd name="T79" fmla="*/ 2147483647 h 336"/>
                  <a:gd name="T80" fmla="*/ 2147483647 w 300"/>
                  <a:gd name="T81" fmla="*/ 2147483647 h 336"/>
                  <a:gd name="T82" fmla="*/ 2147483647 w 300"/>
                  <a:gd name="T83" fmla="*/ 2147483647 h 336"/>
                  <a:gd name="T84" fmla="*/ 2147483647 w 300"/>
                  <a:gd name="T85" fmla="*/ 2147483647 h 336"/>
                  <a:gd name="T86" fmla="*/ 2147483647 w 300"/>
                  <a:gd name="T87" fmla="*/ 2147483647 h 336"/>
                  <a:gd name="T88" fmla="*/ 2147483647 w 300"/>
                  <a:gd name="T89" fmla="*/ 2147483647 h 336"/>
                  <a:gd name="T90" fmla="*/ 2147483647 w 300"/>
                  <a:gd name="T91" fmla="*/ 2147483647 h 336"/>
                  <a:gd name="T92" fmla="*/ 2147483647 w 300"/>
                  <a:gd name="T93" fmla="*/ 2147483647 h 336"/>
                  <a:gd name="T94" fmla="*/ 2147483647 w 300"/>
                  <a:gd name="T95" fmla="*/ 2147483647 h 336"/>
                  <a:gd name="T96" fmla="*/ 2147483647 w 300"/>
                  <a:gd name="T97" fmla="*/ 2147483647 h 336"/>
                  <a:gd name="T98" fmla="*/ 2147483647 w 300"/>
                  <a:gd name="T99" fmla="*/ 2147483647 h 336"/>
                  <a:gd name="T100" fmla="*/ 2147483647 w 300"/>
                  <a:gd name="T101" fmla="*/ 2147483647 h 336"/>
                  <a:gd name="T102" fmla="*/ 2147483647 w 300"/>
                  <a:gd name="T103" fmla="*/ 2147483647 h 336"/>
                  <a:gd name="T104" fmla="*/ 2147483647 w 300"/>
                  <a:gd name="T105" fmla="*/ 2147483647 h 336"/>
                  <a:gd name="T106" fmla="*/ 2147483647 w 300"/>
                  <a:gd name="T107" fmla="*/ 2147483647 h 336"/>
                  <a:gd name="T108" fmla="*/ 2147483647 w 300"/>
                  <a:gd name="T109" fmla="*/ 2147483647 h 336"/>
                  <a:gd name="T110" fmla="*/ 2147483647 w 300"/>
                  <a:gd name="T111" fmla="*/ 2147483647 h 336"/>
                  <a:gd name="T112" fmla="*/ 2147483647 w 300"/>
                  <a:gd name="T113" fmla="*/ 2147483647 h 336"/>
                  <a:gd name="T114" fmla="*/ 2147483647 w 300"/>
                  <a:gd name="T115" fmla="*/ 2147483647 h 336"/>
                  <a:gd name="T116" fmla="*/ 2147483647 w 300"/>
                  <a:gd name="T117" fmla="*/ 2147483647 h 336"/>
                  <a:gd name="T118" fmla="*/ 2147483647 w 300"/>
                  <a:gd name="T119" fmla="*/ 2147483647 h 336"/>
                  <a:gd name="T120" fmla="*/ 2147483647 w 300"/>
                  <a:gd name="T121" fmla="*/ 2147483647 h 3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00"/>
                  <a:gd name="T184" fmla="*/ 0 h 336"/>
                  <a:gd name="T185" fmla="*/ 300 w 300"/>
                  <a:gd name="T186" fmla="*/ 336 h 3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00" h="336">
                    <a:moveTo>
                      <a:pt x="288" y="156"/>
                    </a:moveTo>
                    <a:lnTo>
                      <a:pt x="270" y="168"/>
                    </a:lnTo>
                    <a:lnTo>
                      <a:pt x="258" y="162"/>
                    </a:lnTo>
                    <a:lnTo>
                      <a:pt x="228" y="162"/>
                    </a:lnTo>
                    <a:lnTo>
                      <a:pt x="252" y="6"/>
                    </a:lnTo>
                    <a:lnTo>
                      <a:pt x="120" y="0"/>
                    </a:lnTo>
                    <a:lnTo>
                      <a:pt x="120" y="12"/>
                    </a:lnTo>
                    <a:lnTo>
                      <a:pt x="126" y="24"/>
                    </a:lnTo>
                    <a:lnTo>
                      <a:pt x="126" y="48"/>
                    </a:lnTo>
                    <a:lnTo>
                      <a:pt x="120" y="48"/>
                    </a:lnTo>
                    <a:lnTo>
                      <a:pt x="108" y="54"/>
                    </a:lnTo>
                    <a:lnTo>
                      <a:pt x="84" y="54"/>
                    </a:lnTo>
                    <a:lnTo>
                      <a:pt x="96" y="60"/>
                    </a:lnTo>
                    <a:lnTo>
                      <a:pt x="96" y="66"/>
                    </a:lnTo>
                    <a:lnTo>
                      <a:pt x="102" y="78"/>
                    </a:lnTo>
                    <a:lnTo>
                      <a:pt x="108" y="84"/>
                    </a:lnTo>
                    <a:lnTo>
                      <a:pt x="114" y="84"/>
                    </a:lnTo>
                    <a:lnTo>
                      <a:pt x="126" y="90"/>
                    </a:lnTo>
                    <a:lnTo>
                      <a:pt x="132" y="90"/>
                    </a:lnTo>
                    <a:lnTo>
                      <a:pt x="138" y="114"/>
                    </a:lnTo>
                    <a:lnTo>
                      <a:pt x="156" y="114"/>
                    </a:lnTo>
                    <a:lnTo>
                      <a:pt x="156" y="126"/>
                    </a:lnTo>
                    <a:lnTo>
                      <a:pt x="150" y="132"/>
                    </a:lnTo>
                    <a:lnTo>
                      <a:pt x="144" y="132"/>
                    </a:lnTo>
                    <a:lnTo>
                      <a:pt x="144" y="150"/>
                    </a:lnTo>
                    <a:lnTo>
                      <a:pt x="54" y="144"/>
                    </a:lnTo>
                    <a:lnTo>
                      <a:pt x="24" y="192"/>
                    </a:lnTo>
                    <a:lnTo>
                      <a:pt x="24" y="264"/>
                    </a:lnTo>
                    <a:lnTo>
                      <a:pt x="18" y="270"/>
                    </a:lnTo>
                    <a:lnTo>
                      <a:pt x="0" y="270"/>
                    </a:lnTo>
                    <a:lnTo>
                      <a:pt x="6" y="282"/>
                    </a:lnTo>
                    <a:lnTo>
                      <a:pt x="12" y="288"/>
                    </a:lnTo>
                    <a:lnTo>
                      <a:pt x="24" y="288"/>
                    </a:lnTo>
                    <a:lnTo>
                      <a:pt x="42" y="300"/>
                    </a:lnTo>
                    <a:lnTo>
                      <a:pt x="60" y="318"/>
                    </a:lnTo>
                    <a:lnTo>
                      <a:pt x="72" y="324"/>
                    </a:lnTo>
                    <a:lnTo>
                      <a:pt x="120" y="324"/>
                    </a:lnTo>
                    <a:lnTo>
                      <a:pt x="126" y="330"/>
                    </a:lnTo>
                    <a:lnTo>
                      <a:pt x="132" y="330"/>
                    </a:lnTo>
                    <a:lnTo>
                      <a:pt x="138" y="336"/>
                    </a:lnTo>
                    <a:lnTo>
                      <a:pt x="150" y="324"/>
                    </a:lnTo>
                    <a:lnTo>
                      <a:pt x="162" y="318"/>
                    </a:lnTo>
                    <a:lnTo>
                      <a:pt x="168" y="312"/>
                    </a:lnTo>
                    <a:lnTo>
                      <a:pt x="174" y="312"/>
                    </a:lnTo>
                    <a:lnTo>
                      <a:pt x="180" y="300"/>
                    </a:lnTo>
                    <a:lnTo>
                      <a:pt x="186" y="294"/>
                    </a:lnTo>
                    <a:lnTo>
                      <a:pt x="186" y="282"/>
                    </a:lnTo>
                    <a:lnTo>
                      <a:pt x="204" y="282"/>
                    </a:lnTo>
                    <a:lnTo>
                      <a:pt x="210" y="276"/>
                    </a:lnTo>
                    <a:lnTo>
                      <a:pt x="222" y="270"/>
                    </a:lnTo>
                    <a:lnTo>
                      <a:pt x="222" y="264"/>
                    </a:lnTo>
                    <a:lnTo>
                      <a:pt x="228" y="252"/>
                    </a:lnTo>
                    <a:lnTo>
                      <a:pt x="228" y="234"/>
                    </a:lnTo>
                    <a:lnTo>
                      <a:pt x="234" y="222"/>
                    </a:lnTo>
                    <a:lnTo>
                      <a:pt x="246" y="216"/>
                    </a:lnTo>
                    <a:lnTo>
                      <a:pt x="258" y="204"/>
                    </a:lnTo>
                    <a:lnTo>
                      <a:pt x="270" y="198"/>
                    </a:lnTo>
                    <a:lnTo>
                      <a:pt x="282" y="186"/>
                    </a:lnTo>
                    <a:lnTo>
                      <a:pt x="294" y="180"/>
                    </a:lnTo>
                    <a:lnTo>
                      <a:pt x="300" y="168"/>
                    </a:lnTo>
                    <a:lnTo>
                      <a:pt x="288" y="156"/>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30" name="El Salvador" descr="© INSCALE GmbH, 05.05.2010&#10;http://www.presentationload.com/">
                <a:extLst>
                  <a:ext uri="{FF2B5EF4-FFF2-40B4-BE49-F238E27FC236}">
                    <a16:creationId xmlns:a16="http://schemas.microsoft.com/office/drawing/2014/main" id="{AC5B2E85-209C-918C-0719-1CEBE567D33F}"/>
                  </a:ext>
                </a:extLst>
              </p:cNvPr>
              <p:cNvSpPr>
                <a:spLocks/>
              </p:cNvSpPr>
              <p:nvPr/>
            </p:nvSpPr>
            <p:spPr bwMode="gray">
              <a:xfrm>
                <a:off x="1041" y="2273"/>
                <a:ext cx="43" cy="29"/>
              </a:xfrm>
              <a:custGeom>
                <a:avLst/>
                <a:gdLst>
                  <a:gd name="T0" fmla="*/ 2147483647 w 174"/>
                  <a:gd name="T1" fmla="*/ 2147483647 h 114"/>
                  <a:gd name="T2" fmla="*/ 2147483647 w 174"/>
                  <a:gd name="T3" fmla="*/ 2147483647 h 114"/>
                  <a:gd name="T4" fmla="*/ 2147483647 w 174"/>
                  <a:gd name="T5" fmla="*/ 2147483647 h 114"/>
                  <a:gd name="T6" fmla="*/ 2147483647 w 174"/>
                  <a:gd name="T7" fmla="*/ 2147483647 h 114"/>
                  <a:gd name="T8" fmla="*/ 2147483647 w 174"/>
                  <a:gd name="T9" fmla="*/ 2147483647 h 114"/>
                  <a:gd name="T10" fmla="*/ 2147483647 w 174"/>
                  <a:gd name="T11" fmla="*/ 2147483647 h 114"/>
                  <a:gd name="T12" fmla="*/ 2147483647 w 174"/>
                  <a:gd name="T13" fmla="*/ 2147483647 h 114"/>
                  <a:gd name="T14" fmla="*/ 2147483647 w 174"/>
                  <a:gd name="T15" fmla="*/ 2147483647 h 114"/>
                  <a:gd name="T16" fmla="*/ 2147483647 w 174"/>
                  <a:gd name="T17" fmla="*/ 2147483647 h 114"/>
                  <a:gd name="T18" fmla="*/ 2147483647 w 174"/>
                  <a:gd name="T19" fmla="*/ 0 h 114"/>
                  <a:gd name="T20" fmla="*/ 2147483647 w 174"/>
                  <a:gd name="T21" fmla="*/ 2147483647 h 114"/>
                  <a:gd name="T22" fmla="*/ 2147483647 w 174"/>
                  <a:gd name="T23" fmla="*/ 2147483647 h 114"/>
                  <a:gd name="T24" fmla="*/ 2147483647 w 174"/>
                  <a:gd name="T25" fmla="*/ 2147483647 h 114"/>
                  <a:gd name="T26" fmla="*/ 2147483647 w 174"/>
                  <a:gd name="T27" fmla="*/ 2147483647 h 114"/>
                  <a:gd name="T28" fmla="*/ 2147483647 w 174"/>
                  <a:gd name="T29" fmla="*/ 2147483647 h 114"/>
                  <a:gd name="T30" fmla="*/ 2147483647 w 174"/>
                  <a:gd name="T31" fmla="*/ 2147483647 h 114"/>
                  <a:gd name="T32" fmla="*/ 2147483647 w 174"/>
                  <a:gd name="T33" fmla="*/ 2147483647 h 114"/>
                  <a:gd name="T34" fmla="*/ 2147483647 w 174"/>
                  <a:gd name="T35" fmla="*/ 2147483647 h 114"/>
                  <a:gd name="T36" fmla="*/ 0 w 174"/>
                  <a:gd name="T37" fmla="*/ 2147483647 h 114"/>
                  <a:gd name="T38" fmla="*/ 2147483647 w 174"/>
                  <a:gd name="T39" fmla="*/ 2147483647 h 114"/>
                  <a:gd name="T40" fmla="*/ 2147483647 w 174"/>
                  <a:gd name="T41" fmla="*/ 2147483647 h 114"/>
                  <a:gd name="T42" fmla="*/ 2147483647 w 174"/>
                  <a:gd name="T43" fmla="*/ 2147483647 h 114"/>
                  <a:gd name="T44" fmla="*/ 2147483647 w 174"/>
                  <a:gd name="T45" fmla="*/ 2147483647 h 114"/>
                  <a:gd name="T46" fmla="*/ 2147483647 w 174"/>
                  <a:gd name="T47" fmla="*/ 2147483647 h 114"/>
                  <a:gd name="T48" fmla="*/ 2147483647 w 174"/>
                  <a:gd name="T49" fmla="*/ 2147483647 h 114"/>
                  <a:gd name="T50" fmla="*/ 2147483647 w 174"/>
                  <a:gd name="T51" fmla="*/ 2147483647 h 114"/>
                  <a:gd name="T52" fmla="*/ 2147483647 w 174"/>
                  <a:gd name="T53" fmla="*/ 2147483647 h 114"/>
                  <a:gd name="T54" fmla="*/ 2147483647 w 174"/>
                  <a:gd name="T55" fmla="*/ 2147483647 h 114"/>
                  <a:gd name="T56" fmla="*/ 2147483647 w 174"/>
                  <a:gd name="T57" fmla="*/ 2147483647 h 11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4"/>
                  <a:gd name="T88" fmla="*/ 0 h 114"/>
                  <a:gd name="T89" fmla="*/ 174 w 174"/>
                  <a:gd name="T90" fmla="*/ 114 h 11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4" h="114">
                    <a:moveTo>
                      <a:pt x="174" y="84"/>
                    </a:moveTo>
                    <a:lnTo>
                      <a:pt x="174" y="42"/>
                    </a:lnTo>
                    <a:lnTo>
                      <a:pt x="138" y="42"/>
                    </a:lnTo>
                    <a:lnTo>
                      <a:pt x="132" y="48"/>
                    </a:lnTo>
                    <a:lnTo>
                      <a:pt x="120" y="48"/>
                    </a:lnTo>
                    <a:lnTo>
                      <a:pt x="114" y="42"/>
                    </a:lnTo>
                    <a:lnTo>
                      <a:pt x="114" y="24"/>
                    </a:lnTo>
                    <a:lnTo>
                      <a:pt x="90" y="24"/>
                    </a:lnTo>
                    <a:lnTo>
                      <a:pt x="78" y="12"/>
                    </a:lnTo>
                    <a:lnTo>
                      <a:pt x="72" y="0"/>
                    </a:lnTo>
                    <a:lnTo>
                      <a:pt x="60" y="6"/>
                    </a:lnTo>
                    <a:lnTo>
                      <a:pt x="48" y="6"/>
                    </a:lnTo>
                    <a:lnTo>
                      <a:pt x="48" y="18"/>
                    </a:lnTo>
                    <a:lnTo>
                      <a:pt x="42" y="24"/>
                    </a:lnTo>
                    <a:lnTo>
                      <a:pt x="36" y="36"/>
                    </a:lnTo>
                    <a:lnTo>
                      <a:pt x="30" y="36"/>
                    </a:lnTo>
                    <a:lnTo>
                      <a:pt x="24" y="42"/>
                    </a:lnTo>
                    <a:lnTo>
                      <a:pt x="12" y="48"/>
                    </a:lnTo>
                    <a:lnTo>
                      <a:pt x="0" y="60"/>
                    </a:lnTo>
                    <a:lnTo>
                      <a:pt x="6" y="66"/>
                    </a:lnTo>
                    <a:lnTo>
                      <a:pt x="18" y="72"/>
                    </a:lnTo>
                    <a:lnTo>
                      <a:pt x="24" y="78"/>
                    </a:lnTo>
                    <a:lnTo>
                      <a:pt x="72" y="78"/>
                    </a:lnTo>
                    <a:lnTo>
                      <a:pt x="96" y="102"/>
                    </a:lnTo>
                    <a:lnTo>
                      <a:pt x="132" y="96"/>
                    </a:lnTo>
                    <a:lnTo>
                      <a:pt x="150" y="114"/>
                    </a:lnTo>
                    <a:lnTo>
                      <a:pt x="168" y="84"/>
                    </a:lnTo>
                    <a:lnTo>
                      <a:pt x="174" y="90"/>
                    </a:lnTo>
                    <a:lnTo>
                      <a:pt x="174" y="84"/>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31" name="East Timor" descr="© INSCALE GmbH, 05.05.2010&#10;http://www.presentationload.com/">
                <a:extLst>
                  <a:ext uri="{FF2B5EF4-FFF2-40B4-BE49-F238E27FC236}">
                    <a16:creationId xmlns:a16="http://schemas.microsoft.com/office/drawing/2014/main" id="{EA79D534-47D0-FFBF-5D7D-4422CE06D5FC}"/>
                  </a:ext>
                </a:extLst>
              </p:cNvPr>
              <p:cNvSpPr>
                <a:spLocks noEditPoints="1"/>
              </p:cNvSpPr>
              <p:nvPr/>
            </p:nvSpPr>
            <p:spPr bwMode="gray">
              <a:xfrm>
                <a:off x="4886" y="2737"/>
                <a:ext cx="63" cy="30"/>
              </a:xfrm>
              <a:custGeom>
                <a:avLst/>
                <a:gdLst>
                  <a:gd name="T0" fmla="*/ 2147483647 w 252"/>
                  <a:gd name="T1" fmla="*/ 0 h 120"/>
                  <a:gd name="T2" fmla="*/ 2147483647 w 252"/>
                  <a:gd name="T3" fmla="*/ 2147483647 h 120"/>
                  <a:gd name="T4" fmla="*/ 2147483647 w 252"/>
                  <a:gd name="T5" fmla="*/ 2147483647 h 120"/>
                  <a:gd name="T6" fmla="*/ 2147483647 w 252"/>
                  <a:gd name="T7" fmla="*/ 2147483647 h 120"/>
                  <a:gd name="T8" fmla="*/ 2147483647 w 252"/>
                  <a:gd name="T9" fmla="*/ 2147483647 h 120"/>
                  <a:gd name="T10" fmla="*/ 2147483647 w 252"/>
                  <a:gd name="T11" fmla="*/ 2147483647 h 120"/>
                  <a:gd name="T12" fmla="*/ 2147483647 w 252"/>
                  <a:gd name="T13" fmla="*/ 2147483647 h 120"/>
                  <a:gd name="T14" fmla="*/ 2147483647 w 252"/>
                  <a:gd name="T15" fmla="*/ 2147483647 h 120"/>
                  <a:gd name="T16" fmla="*/ 2147483647 w 252"/>
                  <a:gd name="T17" fmla="*/ 2147483647 h 120"/>
                  <a:gd name="T18" fmla="*/ 2147483647 w 252"/>
                  <a:gd name="T19" fmla="*/ 2147483647 h 120"/>
                  <a:gd name="T20" fmla="*/ 2147483647 w 252"/>
                  <a:gd name="T21" fmla="*/ 2147483647 h 120"/>
                  <a:gd name="T22" fmla="*/ 2147483647 w 252"/>
                  <a:gd name="T23" fmla="*/ 2147483647 h 120"/>
                  <a:gd name="T24" fmla="*/ 2147483647 w 252"/>
                  <a:gd name="T25" fmla="*/ 2147483647 h 120"/>
                  <a:gd name="T26" fmla="*/ 2147483647 w 252"/>
                  <a:gd name="T27" fmla="*/ 2147483647 h 120"/>
                  <a:gd name="T28" fmla="*/ 2147483647 w 252"/>
                  <a:gd name="T29" fmla="*/ 2147483647 h 120"/>
                  <a:gd name="T30" fmla="*/ 2147483647 w 252"/>
                  <a:gd name="T31" fmla="*/ 2147483647 h 120"/>
                  <a:gd name="T32" fmla="*/ 2147483647 w 252"/>
                  <a:gd name="T33" fmla="*/ 2147483647 h 120"/>
                  <a:gd name="T34" fmla="*/ 2147483647 w 252"/>
                  <a:gd name="T35" fmla="*/ 2147483647 h 120"/>
                  <a:gd name="T36" fmla="*/ 2147483647 w 252"/>
                  <a:gd name="T37" fmla="*/ 2147483647 h 120"/>
                  <a:gd name="T38" fmla="*/ 2147483647 w 252"/>
                  <a:gd name="T39" fmla="*/ 2147483647 h 120"/>
                  <a:gd name="T40" fmla="*/ 2147483647 w 252"/>
                  <a:gd name="T41" fmla="*/ 2147483647 h 120"/>
                  <a:gd name="T42" fmla="*/ 2147483647 w 252"/>
                  <a:gd name="T43" fmla="*/ 2147483647 h 120"/>
                  <a:gd name="T44" fmla="*/ 2147483647 w 252"/>
                  <a:gd name="T45" fmla="*/ 2147483647 h 120"/>
                  <a:gd name="T46" fmla="*/ 2147483647 w 252"/>
                  <a:gd name="T47" fmla="*/ 0 h 120"/>
                  <a:gd name="T48" fmla="*/ 0 w 252"/>
                  <a:gd name="T49" fmla="*/ 2147483647 h 120"/>
                  <a:gd name="T50" fmla="*/ 2147483647 w 252"/>
                  <a:gd name="T51" fmla="*/ 2147483647 h 120"/>
                  <a:gd name="T52" fmla="*/ 2147483647 w 252"/>
                  <a:gd name="T53" fmla="*/ 2147483647 h 120"/>
                  <a:gd name="T54" fmla="*/ 2147483647 w 252"/>
                  <a:gd name="T55" fmla="*/ 2147483647 h 120"/>
                  <a:gd name="T56" fmla="*/ 2147483647 w 252"/>
                  <a:gd name="T57" fmla="*/ 2147483647 h 120"/>
                  <a:gd name="T58" fmla="*/ 2147483647 w 252"/>
                  <a:gd name="T59" fmla="*/ 2147483647 h 120"/>
                  <a:gd name="T60" fmla="*/ 2147483647 w 252"/>
                  <a:gd name="T61" fmla="*/ 2147483647 h 120"/>
                  <a:gd name="T62" fmla="*/ 2147483647 w 252"/>
                  <a:gd name="T63" fmla="*/ 2147483647 h 120"/>
                  <a:gd name="T64" fmla="*/ 0 w 252"/>
                  <a:gd name="T65" fmla="*/ 2147483647 h 1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52"/>
                  <a:gd name="T100" fmla="*/ 0 h 120"/>
                  <a:gd name="T101" fmla="*/ 252 w 252"/>
                  <a:gd name="T102" fmla="*/ 120 h 12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52" h="120">
                    <a:moveTo>
                      <a:pt x="228" y="0"/>
                    </a:moveTo>
                    <a:lnTo>
                      <a:pt x="204" y="24"/>
                    </a:lnTo>
                    <a:lnTo>
                      <a:pt x="114" y="24"/>
                    </a:lnTo>
                    <a:lnTo>
                      <a:pt x="108" y="30"/>
                    </a:lnTo>
                    <a:lnTo>
                      <a:pt x="102" y="42"/>
                    </a:lnTo>
                    <a:lnTo>
                      <a:pt x="96" y="48"/>
                    </a:lnTo>
                    <a:lnTo>
                      <a:pt x="90" y="48"/>
                    </a:lnTo>
                    <a:lnTo>
                      <a:pt x="78" y="54"/>
                    </a:lnTo>
                    <a:lnTo>
                      <a:pt x="90" y="72"/>
                    </a:lnTo>
                    <a:lnTo>
                      <a:pt x="84" y="78"/>
                    </a:lnTo>
                    <a:lnTo>
                      <a:pt x="72" y="102"/>
                    </a:lnTo>
                    <a:lnTo>
                      <a:pt x="72" y="114"/>
                    </a:lnTo>
                    <a:lnTo>
                      <a:pt x="78" y="120"/>
                    </a:lnTo>
                    <a:lnTo>
                      <a:pt x="78" y="114"/>
                    </a:lnTo>
                    <a:lnTo>
                      <a:pt x="84" y="108"/>
                    </a:lnTo>
                    <a:lnTo>
                      <a:pt x="96" y="108"/>
                    </a:lnTo>
                    <a:lnTo>
                      <a:pt x="132" y="84"/>
                    </a:lnTo>
                    <a:lnTo>
                      <a:pt x="138" y="90"/>
                    </a:lnTo>
                    <a:lnTo>
                      <a:pt x="162" y="90"/>
                    </a:lnTo>
                    <a:lnTo>
                      <a:pt x="186" y="78"/>
                    </a:lnTo>
                    <a:lnTo>
                      <a:pt x="198" y="66"/>
                    </a:lnTo>
                    <a:lnTo>
                      <a:pt x="210" y="60"/>
                    </a:lnTo>
                    <a:lnTo>
                      <a:pt x="252" y="18"/>
                    </a:lnTo>
                    <a:lnTo>
                      <a:pt x="228" y="0"/>
                    </a:lnTo>
                    <a:close/>
                    <a:moveTo>
                      <a:pt x="0" y="90"/>
                    </a:moveTo>
                    <a:lnTo>
                      <a:pt x="6" y="102"/>
                    </a:lnTo>
                    <a:lnTo>
                      <a:pt x="18" y="96"/>
                    </a:lnTo>
                    <a:lnTo>
                      <a:pt x="24" y="90"/>
                    </a:lnTo>
                    <a:lnTo>
                      <a:pt x="36" y="90"/>
                    </a:lnTo>
                    <a:lnTo>
                      <a:pt x="36" y="84"/>
                    </a:lnTo>
                    <a:lnTo>
                      <a:pt x="42" y="72"/>
                    </a:lnTo>
                    <a:lnTo>
                      <a:pt x="18" y="72"/>
                    </a:lnTo>
                    <a:lnTo>
                      <a:pt x="0" y="90"/>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32" name="Costa Rica" descr="© INSCALE GmbH, 05.05.2010&#10;http://www.presentationload.com/">
                <a:extLst>
                  <a:ext uri="{FF2B5EF4-FFF2-40B4-BE49-F238E27FC236}">
                    <a16:creationId xmlns:a16="http://schemas.microsoft.com/office/drawing/2014/main" id="{2BC1BE72-901B-6B54-CEBF-F86221EBC246}"/>
                  </a:ext>
                </a:extLst>
              </p:cNvPr>
              <p:cNvSpPr>
                <a:spLocks/>
              </p:cNvSpPr>
              <p:nvPr/>
            </p:nvSpPr>
            <p:spPr bwMode="gray">
              <a:xfrm>
                <a:off x="1111" y="2339"/>
                <a:ext cx="61" cy="59"/>
              </a:xfrm>
              <a:custGeom>
                <a:avLst/>
                <a:gdLst>
                  <a:gd name="T0" fmla="*/ 2147483647 w 240"/>
                  <a:gd name="T1" fmla="*/ 2147483647 h 228"/>
                  <a:gd name="T2" fmla="*/ 2147483647 w 240"/>
                  <a:gd name="T3" fmla="*/ 2147483647 h 228"/>
                  <a:gd name="T4" fmla="*/ 2147483647 w 240"/>
                  <a:gd name="T5" fmla="*/ 2147483647 h 228"/>
                  <a:gd name="T6" fmla="*/ 2147483647 w 240"/>
                  <a:gd name="T7" fmla="*/ 2147483647 h 228"/>
                  <a:gd name="T8" fmla="*/ 2147483647 w 240"/>
                  <a:gd name="T9" fmla="*/ 2147483647 h 228"/>
                  <a:gd name="T10" fmla="*/ 2147483647 w 240"/>
                  <a:gd name="T11" fmla="*/ 2147483647 h 228"/>
                  <a:gd name="T12" fmla="*/ 2147483647 w 240"/>
                  <a:gd name="T13" fmla="*/ 2147483647 h 228"/>
                  <a:gd name="T14" fmla="*/ 2147483647 w 240"/>
                  <a:gd name="T15" fmla="*/ 2147483647 h 228"/>
                  <a:gd name="T16" fmla="*/ 2147483647 w 240"/>
                  <a:gd name="T17" fmla="*/ 2147483647 h 228"/>
                  <a:gd name="T18" fmla="*/ 2147483647 w 240"/>
                  <a:gd name="T19" fmla="*/ 2147483647 h 228"/>
                  <a:gd name="T20" fmla="*/ 2147483647 w 240"/>
                  <a:gd name="T21" fmla="*/ 2147483647 h 228"/>
                  <a:gd name="T22" fmla="*/ 2147483647 w 240"/>
                  <a:gd name="T23" fmla="*/ 2147483647 h 228"/>
                  <a:gd name="T24" fmla="*/ 2147483647 w 240"/>
                  <a:gd name="T25" fmla="*/ 2147483647 h 228"/>
                  <a:gd name="T26" fmla="*/ 2147483647 w 240"/>
                  <a:gd name="T27" fmla="*/ 2147483647 h 228"/>
                  <a:gd name="T28" fmla="*/ 2147483647 w 240"/>
                  <a:gd name="T29" fmla="*/ 2147483647 h 228"/>
                  <a:gd name="T30" fmla="*/ 2147483647 w 240"/>
                  <a:gd name="T31" fmla="*/ 0 h 228"/>
                  <a:gd name="T32" fmla="*/ 2147483647 w 240"/>
                  <a:gd name="T33" fmla="*/ 2147483647 h 228"/>
                  <a:gd name="T34" fmla="*/ 2147483647 w 240"/>
                  <a:gd name="T35" fmla="*/ 2147483647 h 228"/>
                  <a:gd name="T36" fmla="*/ 0 w 240"/>
                  <a:gd name="T37" fmla="*/ 2147483647 h 228"/>
                  <a:gd name="T38" fmla="*/ 2147483647 w 240"/>
                  <a:gd name="T39" fmla="*/ 2147483647 h 228"/>
                  <a:gd name="T40" fmla="*/ 2147483647 w 240"/>
                  <a:gd name="T41" fmla="*/ 2147483647 h 228"/>
                  <a:gd name="T42" fmla="*/ 2147483647 w 240"/>
                  <a:gd name="T43" fmla="*/ 2147483647 h 228"/>
                  <a:gd name="T44" fmla="*/ 2147483647 w 240"/>
                  <a:gd name="T45" fmla="*/ 2147483647 h 228"/>
                  <a:gd name="T46" fmla="*/ 2147483647 w 240"/>
                  <a:gd name="T47" fmla="*/ 2147483647 h 228"/>
                  <a:gd name="T48" fmla="*/ 2147483647 w 240"/>
                  <a:gd name="T49" fmla="*/ 2147483647 h 228"/>
                  <a:gd name="T50" fmla="*/ 2147483647 w 240"/>
                  <a:gd name="T51" fmla="*/ 2147483647 h 228"/>
                  <a:gd name="T52" fmla="*/ 2147483647 w 240"/>
                  <a:gd name="T53" fmla="*/ 2147483647 h 228"/>
                  <a:gd name="T54" fmla="*/ 2147483647 w 240"/>
                  <a:gd name="T55" fmla="*/ 2147483647 h 228"/>
                  <a:gd name="T56" fmla="*/ 2147483647 w 240"/>
                  <a:gd name="T57" fmla="*/ 2147483647 h 228"/>
                  <a:gd name="T58" fmla="*/ 2147483647 w 240"/>
                  <a:gd name="T59" fmla="*/ 2147483647 h 228"/>
                  <a:gd name="T60" fmla="*/ 2147483647 w 240"/>
                  <a:gd name="T61" fmla="*/ 2147483647 h 228"/>
                  <a:gd name="T62" fmla="*/ 2147483647 w 240"/>
                  <a:gd name="T63" fmla="*/ 2147483647 h 228"/>
                  <a:gd name="T64" fmla="*/ 2147483647 w 240"/>
                  <a:gd name="T65" fmla="*/ 2147483647 h 228"/>
                  <a:gd name="T66" fmla="*/ 2147483647 w 240"/>
                  <a:gd name="T67" fmla="*/ 2147483647 h 2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40"/>
                  <a:gd name="T103" fmla="*/ 0 h 228"/>
                  <a:gd name="T104" fmla="*/ 240 w 240"/>
                  <a:gd name="T105" fmla="*/ 228 h 2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40" h="228">
                    <a:moveTo>
                      <a:pt x="210" y="198"/>
                    </a:moveTo>
                    <a:lnTo>
                      <a:pt x="216" y="198"/>
                    </a:lnTo>
                    <a:lnTo>
                      <a:pt x="234" y="180"/>
                    </a:lnTo>
                    <a:lnTo>
                      <a:pt x="228" y="174"/>
                    </a:lnTo>
                    <a:lnTo>
                      <a:pt x="210" y="174"/>
                    </a:lnTo>
                    <a:lnTo>
                      <a:pt x="210" y="168"/>
                    </a:lnTo>
                    <a:lnTo>
                      <a:pt x="204" y="162"/>
                    </a:lnTo>
                    <a:lnTo>
                      <a:pt x="204" y="144"/>
                    </a:lnTo>
                    <a:lnTo>
                      <a:pt x="210" y="138"/>
                    </a:lnTo>
                    <a:lnTo>
                      <a:pt x="222" y="138"/>
                    </a:lnTo>
                    <a:lnTo>
                      <a:pt x="228" y="132"/>
                    </a:lnTo>
                    <a:lnTo>
                      <a:pt x="240" y="132"/>
                    </a:lnTo>
                    <a:lnTo>
                      <a:pt x="228" y="126"/>
                    </a:lnTo>
                    <a:lnTo>
                      <a:pt x="210" y="108"/>
                    </a:lnTo>
                    <a:lnTo>
                      <a:pt x="198" y="84"/>
                    </a:lnTo>
                    <a:lnTo>
                      <a:pt x="192" y="78"/>
                    </a:lnTo>
                    <a:lnTo>
                      <a:pt x="186" y="66"/>
                    </a:lnTo>
                    <a:lnTo>
                      <a:pt x="180" y="60"/>
                    </a:lnTo>
                    <a:lnTo>
                      <a:pt x="174" y="36"/>
                    </a:lnTo>
                    <a:lnTo>
                      <a:pt x="138" y="36"/>
                    </a:lnTo>
                    <a:lnTo>
                      <a:pt x="126" y="24"/>
                    </a:lnTo>
                    <a:lnTo>
                      <a:pt x="126" y="18"/>
                    </a:lnTo>
                    <a:lnTo>
                      <a:pt x="120" y="18"/>
                    </a:lnTo>
                    <a:lnTo>
                      <a:pt x="114" y="12"/>
                    </a:lnTo>
                    <a:lnTo>
                      <a:pt x="84" y="12"/>
                    </a:lnTo>
                    <a:lnTo>
                      <a:pt x="84" y="18"/>
                    </a:lnTo>
                    <a:lnTo>
                      <a:pt x="78" y="18"/>
                    </a:lnTo>
                    <a:lnTo>
                      <a:pt x="72" y="12"/>
                    </a:lnTo>
                    <a:lnTo>
                      <a:pt x="60" y="6"/>
                    </a:lnTo>
                    <a:lnTo>
                      <a:pt x="48" y="6"/>
                    </a:lnTo>
                    <a:lnTo>
                      <a:pt x="42" y="0"/>
                    </a:lnTo>
                    <a:lnTo>
                      <a:pt x="24" y="0"/>
                    </a:lnTo>
                    <a:lnTo>
                      <a:pt x="6" y="30"/>
                    </a:lnTo>
                    <a:lnTo>
                      <a:pt x="18" y="42"/>
                    </a:lnTo>
                    <a:lnTo>
                      <a:pt x="24" y="42"/>
                    </a:lnTo>
                    <a:lnTo>
                      <a:pt x="24" y="48"/>
                    </a:lnTo>
                    <a:lnTo>
                      <a:pt x="6" y="66"/>
                    </a:lnTo>
                    <a:lnTo>
                      <a:pt x="0" y="78"/>
                    </a:lnTo>
                    <a:lnTo>
                      <a:pt x="6" y="90"/>
                    </a:lnTo>
                    <a:lnTo>
                      <a:pt x="18" y="102"/>
                    </a:lnTo>
                    <a:lnTo>
                      <a:pt x="30" y="108"/>
                    </a:lnTo>
                    <a:lnTo>
                      <a:pt x="42" y="108"/>
                    </a:lnTo>
                    <a:lnTo>
                      <a:pt x="60" y="126"/>
                    </a:lnTo>
                    <a:lnTo>
                      <a:pt x="72" y="126"/>
                    </a:lnTo>
                    <a:lnTo>
                      <a:pt x="72" y="102"/>
                    </a:lnTo>
                    <a:lnTo>
                      <a:pt x="66" y="96"/>
                    </a:lnTo>
                    <a:lnTo>
                      <a:pt x="54" y="90"/>
                    </a:lnTo>
                    <a:lnTo>
                      <a:pt x="42" y="78"/>
                    </a:lnTo>
                    <a:lnTo>
                      <a:pt x="42" y="72"/>
                    </a:lnTo>
                    <a:lnTo>
                      <a:pt x="48" y="72"/>
                    </a:lnTo>
                    <a:lnTo>
                      <a:pt x="60" y="78"/>
                    </a:lnTo>
                    <a:lnTo>
                      <a:pt x="66" y="84"/>
                    </a:lnTo>
                    <a:lnTo>
                      <a:pt x="90" y="96"/>
                    </a:lnTo>
                    <a:lnTo>
                      <a:pt x="96" y="102"/>
                    </a:lnTo>
                    <a:lnTo>
                      <a:pt x="96" y="132"/>
                    </a:lnTo>
                    <a:lnTo>
                      <a:pt x="114" y="132"/>
                    </a:lnTo>
                    <a:lnTo>
                      <a:pt x="126" y="138"/>
                    </a:lnTo>
                    <a:lnTo>
                      <a:pt x="138" y="138"/>
                    </a:lnTo>
                    <a:lnTo>
                      <a:pt x="156" y="180"/>
                    </a:lnTo>
                    <a:lnTo>
                      <a:pt x="150" y="186"/>
                    </a:lnTo>
                    <a:lnTo>
                      <a:pt x="150" y="198"/>
                    </a:lnTo>
                    <a:lnTo>
                      <a:pt x="168" y="216"/>
                    </a:lnTo>
                    <a:lnTo>
                      <a:pt x="180" y="222"/>
                    </a:lnTo>
                    <a:lnTo>
                      <a:pt x="192" y="222"/>
                    </a:lnTo>
                    <a:lnTo>
                      <a:pt x="174" y="198"/>
                    </a:lnTo>
                    <a:lnTo>
                      <a:pt x="204" y="228"/>
                    </a:lnTo>
                    <a:lnTo>
                      <a:pt x="210" y="222"/>
                    </a:lnTo>
                    <a:lnTo>
                      <a:pt x="210" y="198"/>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33" name="China" descr="© INSCALE GmbH, 05.05.2010&#10;http://www.presentationload.com/">
                <a:extLst>
                  <a:ext uri="{FF2B5EF4-FFF2-40B4-BE49-F238E27FC236}">
                    <a16:creationId xmlns:a16="http://schemas.microsoft.com/office/drawing/2014/main" id="{3FD65C3B-3690-9592-75C0-AA1280365E4A}"/>
                  </a:ext>
                </a:extLst>
              </p:cNvPr>
              <p:cNvSpPr>
                <a:spLocks noEditPoints="1"/>
              </p:cNvSpPr>
              <p:nvPr/>
            </p:nvSpPr>
            <p:spPr bwMode="gray">
              <a:xfrm>
                <a:off x="3899" y="1479"/>
                <a:ext cx="927" cy="717"/>
              </a:xfrm>
              <a:custGeom>
                <a:avLst/>
                <a:gdLst>
                  <a:gd name="T0" fmla="*/ 2147483647 w 3660"/>
                  <a:gd name="T1" fmla="*/ 2147483647 h 2826"/>
                  <a:gd name="T2" fmla="*/ 2147483647 w 3660"/>
                  <a:gd name="T3" fmla="*/ 2147483647 h 2826"/>
                  <a:gd name="T4" fmla="*/ 2147483647 w 3660"/>
                  <a:gd name="T5" fmla="*/ 2147483647 h 2826"/>
                  <a:gd name="T6" fmla="*/ 2147483647 w 3660"/>
                  <a:gd name="T7" fmla="*/ 2147483647 h 2826"/>
                  <a:gd name="T8" fmla="*/ 2147483647 w 3660"/>
                  <a:gd name="T9" fmla="*/ 2147483647 h 2826"/>
                  <a:gd name="T10" fmla="*/ 2147483647 w 3660"/>
                  <a:gd name="T11" fmla="*/ 2147483647 h 2826"/>
                  <a:gd name="T12" fmla="*/ 2147483647 w 3660"/>
                  <a:gd name="T13" fmla="*/ 2147483647 h 2826"/>
                  <a:gd name="T14" fmla="*/ 2147483647 w 3660"/>
                  <a:gd name="T15" fmla="*/ 2147483647 h 2826"/>
                  <a:gd name="T16" fmla="*/ 2147483647 w 3660"/>
                  <a:gd name="T17" fmla="*/ 2147483647 h 2826"/>
                  <a:gd name="T18" fmla="*/ 2147483647 w 3660"/>
                  <a:gd name="T19" fmla="*/ 2147483647 h 2826"/>
                  <a:gd name="T20" fmla="*/ 2147483647 w 3660"/>
                  <a:gd name="T21" fmla="*/ 2147483647 h 2826"/>
                  <a:gd name="T22" fmla="*/ 2147483647 w 3660"/>
                  <a:gd name="T23" fmla="*/ 2147483647 h 2826"/>
                  <a:gd name="T24" fmla="*/ 2147483647 w 3660"/>
                  <a:gd name="T25" fmla="*/ 2147483647 h 2826"/>
                  <a:gd name="T26" fmla="*/ 2147483647 w 3660"/>
                  <a:gd name="T27" fmla="*/ 2147483647 h 2826"/>
                  <a:gd name="T28" fmla="*/ 2147483647 w 3660"/>
                  <a:gd name="T29" fmla="*/ 2147483647 h 2826"/>
                  <a:gd name="T30" fmla="*/ 2147483647 w 3660"/>
                  <a:gd name="T31" fmla="*/ 2147483647 h 2826"/>
                  <a:gd name="T32" fmla="*/ 2147483647 w 3660"/>
                  <a:gd name="T33" fmla="*/ 2147483647 h 2826"/>
                  <a:gd name="T34" fmla="*/ 2147483647 w 3660"/>
                  <a:gd name="T35" fmla="*/ 2147483647 h 2826"/>
                  <a:gd name="T36" fmla="*/ 2147483647 w 3660"/>
                  <a:gd name="T37" fmla="*/ 2147483647 h 2826"/>
                  <a:gd name="T38" fmla="*/ 2147483647 w 3660"/>
                  <a:gd name="T39" fmla="*/ 2147483647 h 2826"/>
                  <a:gd name="T40" fmla="*/ 2147483647 w 3660"/>
                  <a:gd name="T41" fmla="*/ 2147483647 h 2826"/>
                  <a:gd name="T42" fmla="*/ 2147483647 w 3660"/>
                  <a:gd name="T43" fmla="*/ 2147483647 h 2826"/>
                  <a:gd name="T44" fmla="*/ 2147483647 w 3660"/>
                  <a:gd name="T45" fmla="*/ 2147483647 h 2826"/>
                  <a:gd name="T46" fmla="*/ 0 w 3660"/>
                  <a:gd name="T47" fmla="*/ 2147483647 h 2826"/>
                  <a:gd name="T48" fmla="*/ 2147483647 w 3660"/>
                  <a:gd name="T49" fmla="*/ 2147483647 h 2826"/>
                  <a:gd name="T50" fmla="*/ 2147483647 w 3660"/>
                  <a:gd name="T51" fmla="*/ 2147483647 h 2826"/>
                  <a:gd name="T52" fmla="*/ 2147483647 w 3660"/>
                  <a:gd name="T53" fmla="*/ 2147483647 h 2826"/>
                  <a:gd name="T54" fmla="*/ 2147483647 w 3660"/>
                  <a:gd name="T55" fmla="*/ 2147483647 h 2826"/>
                  <a:gd name="T56" fmla="*/ 2147483647 w 3660"/>
                  <a:gd name="T57" fmla="*/ 2147483647 h 2826"/>
                  <a:gd name="T58" fmla="*/ 2147483647 w 3660"/>
                  <a:gd name="T59" fmla="*/ 2147483647 h 2826"/>
                  <a:gd name="T60" fmla="*/ 2147483647 w 3660"/>
                  <a:gd name="T61" fmla="*/ 2147483647 h 2826"/>
                  <a:gd name="T62" fmla="*/ 2147483647 w 3660"/>
                  <a:gd name="T63" fmla="*/ 2147483647 h 2826"/>
                  <a:gd name="T64" fmla="*/ 2147483647 w 3660"/>
                  <a:gd name="T65" fmla="*/ 2147483647 h 2826"/>
                  <a:gd name="T66" fmla="*/ 2147483647 w 3660"/>
                  <a:gd name="T67" fmla="*/ 2147483647 h 2826"/>
                  <a:gd name="T68" fmla="*/ 2147483647 w 3660"/>
                  <a:gd name="T69" fmla="*/ 2147483647 h 2826"/>
                  <a:gd name="T70" fmla="*/ 2147483647 w 3660"/>
                  <a:gd name="T71" fmla="*/ 2147483647 h 2826"/>
                  <a:gd name="T72" fmla="*/ 2147483647 w 3660"/>
                  <a:gd name="T73" fmla="*/ 2147483647 h 2826"/>
                  <a:gd name="T74" fmla="*/ 2147483647 w 3660"/>
                  <a:gd name="T75" fmla="*/ 2147483647 h 2826"/>
                  <a:gd name="T76" fmla="*/ 2147483647 w 3660"/>
                  <a:gd name="T77" fmla="*/ 2147483647 h 2826"/>
                  <a:gd name="T78" fmla="*/ 2147483647 w 3660"/>
                  <a:gd name="T79" fmla="*/ 2147483647 h 2826"/>
                  <a:gd name="T80" fmla="*/ 2147483647 w 3660"/>
                  <a:gd name="T81" fmla="*/ 2147483647 h 2826"/>
                  <a:gd name="T82" fmla="*/ 2147483647 w 3660"/>
                  <a:gd name="T83" fmla="*/ 2147483647 h 2826"/>
                  <a:gd name="T84" fmla="*/ 2147483647 w 3660"/>
                  <a:gd name="T85" fmla="*/ 2147483647 h 2826"/>
                  <a:gd name="T86" fmla="*/ 2147483647 w 3660"/>
                  <a:gd name="T87" fmla="*/ 2147483647 h 2826"/>
                  <a:gd name="T88" fmla="*/ 2147483647 w 3660"/>
                  <a:gd name="T89" fmla="*/ 2147483647 h 2826"/>
                  <a:gd name="T90" fmla="*/ 2147483647 w 3660"/>
                  <a:gd name="T91" fmla="*/ 2147483647 h 2826"/>
                  <a:gd name="T92" fmla="*/ 2147483647 w 3660"/>
                  <a:gd name="T93" fmla="*/ 2147483647 h 2826"/>
                  <a:gd name="T94" fmla="*/ 2147483647 w 3660"/>
                  <a:gd name="T95" fmla="*/ 2147483647 h 2826"/>
                  <a:gd name="T96" fmla="*/ 2147483647 w 3660"/>
                  <a:gd name="T97" fmla="*/ 2147483647 h 2826"/>
                  <a:gd name="T98" fmla="*/ 2147483647 w 3660"/>
                  <a:gd name="T99" fmla="*/ 2147483647 h 2826"/>
                  <a:gd name="T100" fmla="*/ 2147483647 w 3660"/>
                  <a:gd name="T101" fmla="*/ 2147483647 h 2826"/>
                  <a:gd name="T102" fmla="*/ 2147483647 w 3660"/>
                  <a:gd name="T103" fmla="*/ 2147483647 h 2826"/>
                  <a:gd name="T104" fmla="*/ 2147483647 w 3660"/>
                  <a:gd name="T105" fmla="*/ 2147483647 h 2826"/>
                  <a:gd name="T106" fmla="*/ 2147483647 w 3660"/>
                  <a:gd name="T107" fmla="*/ 2147483647 h 2826"/>
                  <a:gd name="T108" fmla="*/ 2147483647 w 3660"/>
                  <a:gd name="T109" fmla="*/ 2147483647 h 2826"/>
                  <a:gd name="T110" fmla="*/ 2147483647 w 3660"/>
                  <a:gd name="T111" fmla="*/ 2147483647 h 2826"/>
                  <a:gd name="T112" fmla="*/ 2147483647 w 3660"/>
                  <a:gd name="T113" fmla="*/ 2147483647 h 2826"/>
                  <a:gd name="T114" fmla="*/ 2147483647 w 3660"/>
                  <a:gd name="T115" fmla="*/ 2147483647 h 2826"/>
                  <a:gd name="T116" fmla="*/ 2147483647 w 3660"/>
                  <a:gd name="T117" fmla="*/ 2147483647 h 2826"/>
                  <a:gd name="T118" fmla="*/ 2147483647 w 3660"/>
                  <a:gd name="T119" fmla="*/ 2147483647 h 2826"/>
                  <a:gd name="T120" fmla="*/ 2147483647 w 3660"/>
                  <a:gd name="T121" fmla="*/ 2147483647 h 2826"/>
                  <a:gd name="T122" fmla="*/ 2147483647 w 3660"/>
                  <a:gd name="T123" fmla="*/ 2147483647 h 282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660"/>
                  <a:gd name="T187" fmla="*/ 0 h 2826"/>
                  <a:gd name="T188" fmla="*/ 3660 w 3660"/>
                  <a:gd name="T189" fmla="*/ 2826 h 282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660" h="2826">
                    <a:moveTo>
                      <a:pt x="2862" y="2688"/>
                    </a:moveTo>
                    <a:lnTo>
                      <a:pt x="2850" y="2682"/>
                    </a:lnTo>
                    <a:lnTo>
                      <a:pt x="2772" y="2682"/>
                    </a:lnTo>
                    <a:lnTo>
                      <a:pt x="2766" y="2700"/>
                    </a:lnTo>
                    <a:lnTo>
                      <a:pt x="2748" y="2694"/>
                    </a:lnTo>
                    <a:lnTo>
                      <a:pt x="2736" y="2718"/>
                    </a:lnTo>
                    <a:lnTo>
                      <a:pt x="2730" y="2724"/>
                    </a:lnTo>
                    <a:lnTo>
                      <a:pt x="2712" y="2760"/>
                    </a:lnTo>
                    <a:lnTo>
                      <a:pt x="2718" y="2772"/>
                    </a:lnTo>
                    <a:lnTo>
                      <a:pt x="2724" y="2790"/>
                    </a:lnTo>
                    <a:lnTo>
                      <a:pt x="2754" y="2820"/>
                    </a:lnTo>
                    <a:lnTo>
                      <a:pt x="2766" y="2826"/>
                    </a:lnTo>
                    <a:lnTo>
                      <a:pt x="2772" y="2826"/>
                    </a:lnTo>
                    <a:lnTo>
                      <a:pt x="2802" y="2820"/>
                    </a:lnTo>
                    <a:lnTo>
                      <a:pt x="2820" y="2820"/>
                    </a:lnTo>
                    <a:lnTo>
                      <a:pt x="2844" y="2808"/>
                    </a:lnTo>
                    <a:lnTo>
                      <a:pt x="2850" y="2802"/>
                    </a:lnTo>
                    <a:lnTo>
                      <a:pt x="2850" y="2754"/>
                    </a:lnTo>
                    <a:lnTo>
                      <a:pt x="2856" y="2742"/>
                    </a:lnTo>
                    <a:lnTo>
                      <a:pt x="2862" y="2736"/>
                    </a:lnTo>
                    <a:lnTo>
                      <a:pt x="2868" y="2724"/>
                    </a:lnTo>
                    <a:lnTo>
                      <a:pt x="2868" y="2700"/>
                    </a:lnTo>
                    <a:lnTo>
                      <a:pt x="2862" y="2688"/>
                    </a:lnTo>
                    <a:close/>
                    <a:moveTo>
                      <a:pt x="3660" y="624"/>
                    </a:moveTo>
                    <a:lnTo>
                      <a:pt x="3654" y="600"/>
                    </a:lnTo>
                    <a:lnTo>
                      <a:pt x="3660" y="570"/>
                    </a:lnTo>
                    <a:lnTo>
                      <a:pt x="3642" y="564"/>
                    </a:lnTo>
                    <a:lnTo>
                      <a:pt x="3642" y="540"/>
                    </a:lnTo>
                    <a:lnTo>
                      <a:pt x="3630" y="528"/>
                    </a:lnTo>
                    <a:lnTo>
                      <a:pt x="3630" y="510"/>
                    </a:lnTo>
                    <a:lnTo>
                      <a:pt x="3618" y="492"/>
                    </a:lnTo>
                    <a:lnTo>
                      <a:pt x="3636" y="486"/>
                    </a:lnTo>
                    <a:lnTo>
                      <a:pt x="3636" y="456"/>
                    </a:lnTo>
                    <a:lnTo>
                      <a:pt x="3612" y="444"/>
                    </a:lnTo>
                    <a:lnTo>
                      <a:pt x="3612" y="426"/>
                    </a:lnTo>
                    <a:lnTo>
                      <a:pt x="3606" y="414"/>
                    </a:lnTo>
                    <a:lnTo>
                      <a:pt x="3594" y="408"/>
                    </a:lnTo>
                    <a:lnTo>
                      <a:pt x="3552" y="408"/>
                    </a:lnTo>
                    <a:lnTo>
                      <a:pt x="3546" y="432"/>
                    </a:lnTo>
                    <a:lnTo>
                      <a:pt x="3516" y="432"/>
                    </a:lnTo>
                    <a:lnTo>
                      <a:pt x="3504" y="438"/>
                    </a:lnTo>
                    <a:lnTo>
                      <a:pt x="3498" y="438"/>
                    </a:lnTo>
                    <a:lnTo>
                      <a:pt x="3492" y="444"/>
                    </a:lnTo>
                    <a:lnTo>
                      <a:pt x="3492" y="462"/>
                    </a:lnTo>
                    <a:lnTo>
                      <a:pt x="3462" y="456"/>
                    </a:lnTo>
                    <a:lnTo>
                      <a:pt x="3462" y="468"/>
                    </a:lnTo>
                    <a:lnTo>
                      <a:pt x="3444" y="468"/>
                    </a:lnTo>
                    <a:lnTo>
                      <a:pt x="3432" y="456"/>
                    </a:lnTo>
                    <a:lnTo>
                      <a:pt x="3408" y="462"/>
                    </a:lnTo>
                    <a:lnTo>
                      <a:pt x="3366" y="432"/>
                    </a:lnTo>
                    <a:lnTo>
                      <a:pt x="3366" y="420"/>
                    </a:lnTo>
                    <a:lnTo>
                      <a:pt x="3360" y="408"/>
                    </a:lnTo>
                    <a:lnTo>
                      <a:pt x="3360" y="402"/>
                    </a:lnTo>
                    <a:lnTo>
                      <a:pt x="3354" y="396"/>
                    </a:lnTo>
                    <a:lnTo>
                      <a:pt x="3336" y="396"/>
                    </a:lnTo>
                    <a:lnTo>
                      <a:pt x="3318" y="366"/>
                    </a:lnTo>
                    <a:lnTo>
                      <a:pt x="3276" y="366"/>
                    </a:lnTo>
                    <a:lnTo>
                      <a:pt x="3258" y="348"/>
                    </a:lnTo>
                    <a:lnTo>
                      <a:pt x="3246" y="342"/>
                    </a:lnTo>
                    <a:lnTo>
                      <a:pt x="3228" y="324"/>
                    </a:lnTo>
                    <a:lnTo>
                      <a:pt x="3216" y="324"/>
                    </a:lnTo>
                    <a:lnTo>
                      <a:pt x="3204" y="336"/>
                    </a:lnTo>
                    <a:lnTo>
                      <a:pt x="3192" y="330"/>
                    </a:lnTo>
                    <a:lnTo>
                      <a:pt x="3186" y="324"/>
                    </a:lnTo>
                    <a:lnTo>
                      <a:pt x="3174" y="318"/>
                    </a:lnTo>
                    <a:lnTo>
                      <a:pt x="3126" y="318"/>
                    </a:lnTo>
                    <a:lnTo>
                      <a:pt x="3114" y="312"/>
                    </a:lnTo>
                    <a:lnTo>
                      <a:pt x="3108" y="306"/>
                    </a:lnTo>
                    <a:lnTo>
                      <a:pt x="3084" y="294"/>
                    </a:lnTo>
                    <a:lnTo>
                      <a:pt x="3078" y="288"/>
                    </a:lnTo>
                    <a:lnTo>
                      <a:pt x="3072" y="288"/>
                    </a:lnTo>
                    <a:lnTo>
                      <a:pt x="3066" y="264"/>
                    </a:lnTo>
                    <a:lnTo>
                      <a:pt x="3054" y="264"/>
                    </a:lnTo>
                    <a:lnTo>
                      <a:pt x="3048" y="252"/>
                    </a:lnTo>
                    <a:lnTo>
                      <a:pt x="3030" y="234"/>
                    </a:lnTo>
                    <a:lnTo>
                      <a:pt x="3024" y="222"/>
                    </a:lnTo>
                    <a:lnTo>
                      <a:pt x="2976" y="198"/>
                    </a:lnTo>
                    <a:lnTo>
                      <a:pt x="2964" y="198"/>
                    </a:lnTo>
                    <a:lnTo>
                      <a:pt x="2952" y="168"/>
                    </a:lnTo>
                    <a:lnTo>
                      <a:pt x="2904" y="144"/>
                    </a:lnTo>
                    <a:lnTo>
                      <a:pt x="2898" y="114"/>
                    </a:lnTo>
                    <a:lnTo>
                      <a:pt x="2892" y="114"/>
                    </a:lnTo>
                    <a:lnTo>
                      <a:pt x="2886" y="108"/>
                    </a:lnTo>
                    <a:lnTo>
                      <a:pt x="2874" y="108"/>
                    </a:lnTo>
                    <a:lnTo>
                      <a:pt x="2862" y="96"/>
                    </a:lnTo>
                    <a:lnTo>
                      <a:pt x="2850" y="90"/>
                    </a:lnTo>
                    <a:lnTo>
                      <a:pt x="2838" y="78"/>
                    </a:lnTo>
                    <a:lnTo>
                      <a:pt x="2832" y="78"/>
                    </a:lnTo>
                    <a:lnTo>
                      <a:pt x="2832" y="66"/>
                    </a:lnTo>
                    <a:lnTo>
                      <a:pt x="2820" y="60"/>
                    </a:lnTo>
                    <a:lnTo>
                      <a:pt x="2814" y="54"/>
                    </a:lnTo>
                    <a:lnTo>
                      <a:pt x="2802" y="48"/>
                    </a:lnTo>
                    <a:lnTo>
                      <a:pt x="2796" y="42"/>
                    </a:lnTo>
                    <a:lnTo>
                      <a:pt x="2724" y="42"/>
                    </a:lnTo>
                    <a:lnTo>
                      <a:pt x="2688" y="18"/>
                    </a:lnTo>
                    <a:lnTo>
                      <a:pt x="2652" y="0"/>
                    </a:lnTo>
                    <a:lnTo>
                      <a:pt x="2598" y="12"/>
                    </a:lnTo>
                    <a:lnTo>
                      <a:pt x="2556" y="6"/>
                    </a:lnTo>
                    <a:lnTo>
                      <a:pt x="2550" y="18"/>
                    </a:lnTo>
                    <a:lnTo>
                      <a:pt x="2514" y="24"/>
                    </a:lnTo>
                    <a:lnTo>
                      <a:pt x="2472" y="66"/>
                    </a:lnTo>
                    <a:lnTo>
                      <a:pt x="2466" y="66"/>
                    </a:lnTo>
                    <a:lnTo>
                      <a:pt x="2466" y="78"/>
                    </a:lnTo>
                    <a:lnTo>
                      <a:pt x="2472" y="78"/>
                    </a:lnTo>
                    <a:lnTo>
                      <a:pt x="2490" y="84"/>
                    </a:lnTo>
                    <a:lnTo>
                      <a:pt x="2502" y="84"/>
                    </a:lnTo>
                    <a:lnTo>
                      <a:pt x="2508" y="90"/>
                    </a:lnTo>
                    <a:lnTo>
                      <a:pt x="2520" y="90"/>
                    </a:lnTo>
                    <a:lnTo>
                      <a:pt x="2532" y="102"/>
                    </a:lnTo>
                    <a:lnTo>
                      <a:pt x="2544" y="108"/>
                    </a:lnTo>
                    <a:lnTo>
                      <a:pt x="2550" y="114"/>
                    </a:lnTo>
                    <a:lnTo>
                      <a:pt x="2550" y="126"/>
                    </a:lnTo>
                    <a:lnTo>
                      <a:pt x="2532" y="144"/>
                    </a:lnTo>
                    <a:lnTo>
                      <a:pt x="2532" y="216"/>
                    </a:lnTo>
                    <a:lnTo>
                      <a:pt x="2538" y="258"/>
                    </a:lnTo>
                    <a:lnTo>
                      <a:pt x="2544" y="264"/>
                    </a:lnTo>
                    <a:lnTo>
                      <a:pt x="2556" y="264"/>
                    </a:lnTo>
                    <a:lnTo>
                      <a:pt x="2556" y="276"/>
                    </a:lnTo>
                    <a:lnTo>
                      <a:pt x="2550" y="282"/>
                    </a:lnTo>
                    <a:lnTo>
                      <a:pt x="2538" y="288"/>
                    </a:lnTo>
                    <a:lnTo>
                      <a:pt x="2514" y="288"/>
                    </a:lnTo>
                    <a:lnTo>
                      <a:pt x="2514" y="300"/>
                    </a:lnTo>
                    <a:lnTo>
                      <a:pt x="2496" y="318"/>
                    </a:lnTo>
                    <a:lnTo>
                      <a:pt x="2484" y="318"/>
                    </a:lnTo>
                    <a:lnTo>
                      <a:pt x="2478" y="312"/>
                    </a:lnTo>
                    <a:lnTo>
                      <a:pt x="2442" y="312"/>
                    </a:lnTo>
                    <a:lnTo>
                      <a:pt x="2406" y="288"/>
                    </a:lnTo>
                    <a:lnTo>
                      <a:pt x="2406" y="372"/>
                    </a:lnTo>
                    <a:lnTo>
                      <a:pt x="2412" y="384"/>
                    </a:lnTo>
                    <a:lnTo>
                      <a:pt x="2418" y="408"/>
                    </a:lnTo>
                    <a:lnTo>
                      <a:pt x="2424" y="420"/>
                    </a:lnTo>
                    <a:lnTo>
                      <a:pt x="2418" y="420"/>
                    </a:lnTo>
                    <a:lnTo>
                      <a:pt x="2418" y="438"/>
                    </a:lnTo>
                    <a:lnTo>
                      <a:pt x="2424" y="450"/>
                    </a:lnTo>
                    <a:lnTo>
                      <a:pt x="2436" y="456"/>
                    </a:lnTo>
                    <a:lnTo>
                      <a:pt x="2442" y="462"/>
                    </a:lnTo>
                    <a:lnTo>
                      <a:pt x="2460" y="462"/>
                    </a:lnTo>
                    <a:lnTo>
                      <a:pt x="2460" y="456"/>
                    </a:lnTo>
                    <a:lnTo>
                      <a:pt x="2454" y="456"/>
                    </a:lnTo>
                    <a:lnTo>
                      <a:pt x="2460" y="450"/>
                    </a:lnTo>
                    <a:lnTo>
                      <a:pt x="2514" y="450"/>
                    </a:lnTo>
                    <a:lnTo>
                      <a:pt x="2526" y="462"/>
                    </a:lnTo>
                    <a:lnTo>
                      <a:pt x="2538" y="468"/>
                    </a:lnTo>
                    <a:lnTo>
                      <a:pt x="2544" y="468"/>
                    </a:lnTo>
                    <a:lnTo>
                      <a:pt x="2550" y="462"/>
                    </a:lnTo>
                    <a:lnTo>
                      <a:pt x="2550" y="438"/>
                    </a:lnTo>
                    <a:lnTo>
                      <a:pt x="2616" y="438"/>
                    </a:lnTo>
                    <a:lnTo>
                      <a:pt x="2616" y="450"/>
                    </a:lnTo>
                    <a:lnTo>
                      <a:pt x="2622" y="456"/>
                    </a:lnTo>
                    <a:lnTo>
                      <a:pt x="2634" y="462"/>
                    </a:lnTo>
                    <a:lnTo>
                      <a:pt x="2652" y="462"/>
                    </a:lnTo>
                    <a:lnTo>
                      <a:pt x="2658" y="468"/>
                    </a:lnTo>
                    <a:lnTo>
                      <a:pt x="2670" y="474"/>
                    </a:lnTo>
                    <a:lnTo>
                      <a:pt x="2682" y="486"/>
                    </a:lnTo>
                    <a:lnTo>
                      <a:pt x="2706" y="498"/>
                    </a:lnTo>
                    <a:lnTo>
                      <a:pt x="2718" y="498"/>
                    </a:lnTo>
                    <a:lnTo>
                      <a:pt x="2724" y="510"/>
                    </a:lnTo>
                    <a:lnTo>
                      <a:pt x="2748" y="534"/>
                    </a:lnTo>
                    <a:lnTo>
                      <a:pt x="2748" y="540"/>
                    </a:lnTo>
                    <a:lnTo>
                      <a:pt x="2742" y="546"/>
                    </a:lnTo>
                    <a:lnTo>
                      <a:pt x="2706" y="546"/>
                    </a:lnTo>
                    <a:lnTo>
                      <a:pt x="2700" y="540"/>
                    </a:lnTo>
                    <a:lnTo>
                      <a:pt x="2688" y="534"/>
                    </a:lnTo>
                    <a:lnTo>
                      <a:pt x="2658" y="534"/>
                    </a:lnTo>
                    <a:lnTo>
                      <a:pt x="2652" y="540"/>
                    </a:lnTo>
                    <a:lnTo>
                      <a:pt x="2646" y="540"/>
                    </a:lnTo>
                    <a:lnTo>
                      <a:pt x="2628" y="558"/>
                    </a:lnTo>
                    <a:lnTo>
                      <a:pt x="2598" y="552"/>
                    </a:lnTo>
                    <a:lnTo>
                      <a:pt x="2598" y="570"/>
                    </a:lnTo>
                    <a:lnTo>
                      <a:pt x="2586" y="570"/>
                    </a:lnTo>
                    <a:lnTo>
                      <a:pt x="2550" y="588"/>
                    </a:lnTo>
                    <a:lnTo>
                      <a:pt x="2544" y="594"/>
                    </a:lnTo>
                    <a:lnTo>
                      <a:pt x="2550" y="606"/>
                    </a:lnTo>
                    <a:lnTo>
                      <a:pt x="2562" y="618"/>
                    </a:lnTo>
                    <a:lnTo>
                      <a:pt x="2538" y="642"/>
                    </a:lnTo>
                    <a:lnTo>
                      <a:pt x="2466" y="642"/>
                    </a:lnTo>
                    <a:lnTo>
                      <a:pt x="2466" y="666"/>
                    </a:lnTo>
                    <a:lnTo>
                      <a:pt x="2460" y="672"/>
                    </a:lnTo>
                    <a:lnTo>
                      <a:pt x="2454" y="684"/>
                    </a:lnTo>
                    <a:lnTo>
                      <a:pt x="2442" y="690"/>
                    </a:lnTo>
                    <a:lnTo>
                      <a:pt x="2424" y="690"/>
                    </a:lnTo>
                    <a:lnTo>
                      <a:pt x="2412" y="696"/>
                    </a:lnTo>
                    <a:lnTo>
                      <a:pt x="2388" y="696"/>
                    </a:lnTo>
                    <a:lnTo>
                      <a:pt x="2376" y="690"/>
                    </a:lnTo>
                    <a:lnTo>
                      <a:pt x="2370" y="684"/>
                    </a:lnTo>
                    <a:lnTo>
                      <a:pt x="2358" y="678"/>
                    </a:lnTo>
                    <a:lnTo>
                      <a:pt x="2352" y="672"/>
                    </a:lnTo>
                    <a:lnTo>
                      <a:pt x="2346" y="672"/>
                    </a:lnTo>
                    <a:lnTo>
                      <a:pt x="2340" y="666"/>
                    </a:lnTo>
                    <a:lnTo>
                      <a:pt x="2316" y="666"/>
                    </a:lnTo>
                    <a:lnTo>
                      <a:pt x="2304" y="672"/>
                    </a:lnTo>
                    <a:lnTo>
                      <a:pt x="2304" y="684"/>
                    </a:lnTo>
                    <a:lnTo>
                      <a:pt x="2298" y="696"/>
                    </a:lnTo>
                    <a:lnTo>
                      <a:pt x="2298" y="708"/>
                    </a:lnTo>
                    <a:lnTo>
                      <a:pt x="2304" y="720"/>
                    </a:lnTo>
                    <a:lnTo>
                      <a:pt x="2322" y="738"/>
                    </a:lnTo>
                    <a:lnTo>
                      <a:pt x="2334" y="744"/>
                    </a:lnTo>
                    <a:lnTo>
                      <a:pt x="2352" y="762"/>
                    </a:lnTo>
                    <a:lnTo>
                      <a:pt x="2364" y="768"/>
                    </a:lnTo>
                    <a:lnTo>
                      <a:pt x="2364" y="774"/>
                    </a:lnTo>
                    <a:lnTo>
                      <a:pt x="2358" y="780"/>
                    </a:lnTo>
                    <a:lnTo>
                      <a:pt x="2352" y="792"/>
                    </a:lnTo>
                    <a:lnTo>
                      <a:pt x="2340" y="804"/>
                    </a:lnTo>
                    <a:lnTo>
                      <a:pt x="2316" y="804"/>
                    </a:lnTo>
                    <a:lnTo>
                      <a:pt x="2316" y="810"/>
                    </a:lnTo>
                    <a:lnTo>
                      <a:pt x="2310" y="822"/>
                    </a:lnTo>
                    <a:lnTo>
                      <a:pt x="2310" y="828"/>
                    </a:lnTo>
                    <a:lnTo>
                      <a:pt x="2298" y="852"/>
                    </a:lnTo>
                    <a:lnTo>
                      <a:pt x="2286" y="858"/>
                    </a:lnTo>
                    <a:lnTo>
                      <a:pt x="2262" y="858"/>
                    </a:lnTo>
                    <a:lnTo>
                      <a:pt x="2244" y="882"/>
                    </a:lnTo>
                    <a:lnTo>
                      <a:pt x="2088" y="882"/>
                    </a:lnTo>
                    <a:lnTo>
                      <a:pt x="2070" y="894"/>
                    </a:lnTo>
                    <a:lnTo>
                      <a:pt x="2010" y="930"/>
                    </a:lnTo>
                    <a:lnTo>
                      <a:pt x="1992" y="942"/>
                    </a:lnTo>
                    <a:lnTo>
                      <a:pt x="1986" y="948"/>
                    </a:lnTo>
                    <a:lnTo>
                      <a:pt x="1968" y="948"/>
                    </a:lnTo>
                    <a:lnTo>
                      <a:pt x="1962" y="942"/>
                    </a:lnTo>
                    <a:lnTo>
                      <a:pt x="1956" y="942"/>
                    </a:lnTo>
                    <a:lnTo>
                      <a:pt x="1950" y="930"/>
                    </a:lnTo>
                    <a:lnTo>
                      <a:pt x="1950" y="924"/>
                    </a:lnTo>
                    <a:lnTo>
                      <a:pt x="1938" y="924"/>
                    </a:lnTo>
                    <a:lnTo>
                      <a:pt x="1926" y="930"/>
                    </a:lnTo>
                    <a:lnTo>
                      <a:pt x="1914" y="930"/>
                    </a:lnTo>
                    <a:lnTo>
                      <a:pt x="1908" y="936"/>
                    </a:lnTo>
                    <a:lnTo>
                      <a:pt x="1896" y="936"/>
                    </a:lnTo>
                    <a:lnTo>
                      <a:pt x="1890" y="930"/>
                    </a:lnTo>
                    <a:lnTo>
                      <a:pt x="1866" y="918"/>
                    </a:lnTo>
                    <a:lnTo>
                      <a:pt x="1848" y="912"/>
                    </a:lnTo>
                    <a:lnTo>
                      <a:pt x="1800" y="912"/>
                    </a:lnTo>
                    <a:lnTo>
                      <a:pt x="1776" y="906"/>
                    </a:lnTo>
                    <a:lnTo>
                      <a:pt x="1764" y="900"/>
                    </a:lnTo>
                    <a:lnTo>
                      <a:pt x="1758" y="888"/>
                    </a:lnTo>
                    <a:lnTo>
                      <a:pt x="1740" y="870"/>
                    </a:lnTo>
                    <a:lnTo>
                      <a:pt x="1728" y="870"/>
                    </a:lnTo>
                    <a:lnTo>
                      <a:pt x="1710" y="864"/>
                    </a:lnTo>
                    <a:lnTo>
                      <a:pt x="1656" y="864"/>
                    </a:lnTo>
                    <a:lnTo>
                      <a:pt x="1650" y="858"/>
                    </a:lnTo>
                    <a:lnTo>
                      <a:pt x="1644" y="858"/>
                    </a:lnTo>
                    <a:lnTo>
                      <a:pt x="1632" y="852"/>
                    </a:lnTo>
                    <a:lnTo>
                      <a:pt x="1620" y="852"/>
                    </a:lnTo>
                    <a:lnTo>
                      <a:pt x="1614" y="858"/>
                    </a:lnTo>
                    <a:lnTo>
                      <a:pt x="1602" y="864"/>
                    </a:lnTo>
                    <a:lnTo>
                      <a:pt x="1596" y="870"/>
                    </a:lnTo>
                    <a:lnTo>
                      <a:pt x="1560" y="864"/>
                    </a:lnTo>
                    <a:lnTo>
                      <a:pt x="1512" y="864"/>
                    </a:lnTo>
                    <a:lnTo>
                      <a:pt x="1458" y="858"/>
                    </a:lnTo>
                    <a:lnTo>
                      <a:pt x="1398" y="864"/>
                    </a:lnTo>
                    <a:lnTo>
                      <a:pt x="1386" y="858"/>
                    </a:lnTo>
                    <a:lnTo>
                      <a:pt x="1380" y="846"/>
                    </a:lnTo>
                    <a:lnTo>
                      <a:pt x="1368" y="840"/>
                    </a:lnTo>
                    <a:lnTo>
                      <a:pt x="1338" y="810"/>
                    </a:lnTo>
                    <a:lnTo>
                      <a:pt x="1332" y="798"/>
                    </a:lnTo>
                    <a:lnTo>
                      <a:pt x="1290" y="756"/>
                    </a:lnTo>
                    <a:lnTo>
                      <a:pt x="1278" y="732"/>
                    </a:lnTo>
                    <a:lnTo>
                      <a:pt x="1242" y="732"/>
                    </a:lnTo>
                    <a:lnTo>
                      <a:pt x="1236" y="726"/>
                    </a:lnTo>
                    <a:lnTo>
                      <a:pt x="1224" y="726"/>
                    </a:lnTo>
                    <a:lnTo>
                      <a:pt x="1200" y="714"/>
                    </a:lnTo>
                    <a:lnTo>
                      <a:pt x="1194" y="714"/>
                    </a:lnTo>
                    <a:lnTo>
                      <a:pt x="1188" y="708"/>
                    </a:lnTo>
                    <a:lnTo>
                      <a:pt x="1182" y="708"/>
                    </a:lnTo>
                    <a:lnTo>
                      <a:pt x="1176" y="696"/>
                    </a:lnTo>
                    <a:lnTo>
                      <a:pt x="1164" y="690"/>
                    </a:lnTo>
                    <a:lnTo>
                      <a:pt x="1158" y="690"/>
                    </a:lnTo>
                    <a:lnTo>
                      <a:pt x="1146" y="684"/>
                    </a:lnTo>
                    <a:lnTo>
                      <a:pt x="1140" y="684"/>
                    </a:lnTo>
                    <a:lnTo>
                      <a:pt x="1134" y="678"/>
                    </a:lnTo>
                    <a:lnTo>
                      <a:pt x="1038" y="678"/>
                    </a:lnTo>
                    <a:lnTo>
                      <a:pt x="1014" y="672"/>
                    </a:lnTo>
                    <a:lnTo>
                      <a:pt x="996" y="666"/>
                    </a:lnTo>
                    <a:lnTo>
                      <a:pt x="990" y="666"/>
                    </a:lnTo>
                    <a:lnTo>
                      <a:pt x="978" y="660"/>
                    </a:lnTo>
                    <a:lnTo>
                      <a:pt x="966" y="660"/>
                    </a:lnTo>
                    <a:lnTo>
                      <a:pt x="954" y="654"/>
                    </a:lnTo>
                    <a:lnTo>
                      <a:pt x="948" y="648"/>
                    </a:lnTo>
                    <a:lnTo>
                      <a:pt x="942" y="636"/>
                    </a:lnTo>
                    <a:lnTo>
                      <a:pt x="936" y="618"/>
                    </a:lnTo>
                    <a:lnTo>
                      <a:pt x="936" y="606"/>
                    </a:lnTo>
                    <a:lnTo>
                      <a:pt x="948" y="594"/>
                    </a:lnTo>
                    <a:lnTo>
                      <a:pt x="948" y="588"/>
                    </a:lnTo>
                    <a:lnTo>
                      <a:pt x="942" y="582"/>
                    </a:lnTo>
                    <a:lnTo>
                      <a:pt x="936" y="570"/>
                    </a:lnTo>
                    <a:lnTo>
                      <a:pt x="930" y="564"/>
                    </a:lnTo>
                    <a:lnTo>
                      <a:pt x="930" y="552"/>
                    </a:lnTo>
                    <a:lnTo>
                      <a:pt x="924" y="540"/>
                    </a:lnTo>
                    <a:lnTo>
                      <a:pt x="912" y="528"/>
                    </a:lnTo>
                    <a:lnTo>
                      <a:pt x="888" y="510"/>
                    </a:lnTo>
                    <a:lnTo>
                      <a:pt x="876" y="492"/>
                    </a:lnTo>
                    <a:lnTo>
                      <a:pt x="870" y="480"/>
                    </a:lnTo>
                    <a:lnTo>
                      <a:pt x="852" y="462"/>
                    </a:lnTo>
                    <a:lnTo>
                      <a:pt x="834" y="456"/>
                    </a:lnTo>
                    <a:lnTo>
                      <a:pt x="822" y="450"/>
                    </a:lnTo>
                    <a:lnTo>
                      <a:pt x="810" y="450"/>
                    </a:lnTo>
                    <a:lnTo>
                      <a:pt x="804" y="444"/>
                    </a:lnTo>
                    <a:lnTo>
                      <a:pt x="786" y="432"/>
                    </a:lnTo>
                    <a:lnTo>
                      <a:pt x="750" y="444"/>
                    </a:lnTo>
                    <a:lnTo>
                      <a:pt x="726" y="420"/>
                    </a:lnTo>
                    <a:lnTo>
                      <a:pt x="720" y="408"/>
                    </a:lnTo>
                    <a:lnTo>
                      <a:pt x="708" y="408"/>
                    </a:lnTo>
                    <a:lnTo>
                      <a:pt x="696" y="402"/>
                    </a:lnTo>
                    <a:lnTo>
                      <a:pt x="684" y="402"/>
                    </a:lnTo>
                    <a:lnTo>
                      <a:pt x="672" y="396"/>
                    </a:lnTo>
                    <a:lnTo>
                      <a:pt x="672" y="378"/>
                    </a:lnTo>
                    <a:lnTo>
                      <a:pt x="648" y="378"/>
                    </a:lnTo>
                    <a:lnTo>
                      <a:pt x="654" y="372"/>
                    </a:lnTo>
                    <a:lnTo>
                      <a:pt x="654" y="360"/>
                    </a:lnTo>
                    <a:lnTo>
                      <a:pt x="648" y="354"/>
                    </a:lnTo>
                    <a:lnTo>
                      <a:pt x="612" y="354"/>
                    </a:lnTo>
                    <a:lnTo>
                      <a:pt x="600" y="348"/>
                    </a:lnTo>
                    <a:lnTo>
                      <a:pt x="582" y="348"/>
                    </a:lnTo>
                    <a:lnTo>
                      <a:pt x="576" y="354"/>
                    </a:lnTo>
                    <a:lnTo>
                      <a:pt x="576" y="360"/>
                    </a:lnTo>
                    <a:lnTo>
                      <a:pt x="594" y="378"/>
                    </a:lnTo>
                    <a:lnTo>
                      <a:pt x="594" y="390"/>
                    </a:lnTo>
                    <a:lnTo>
                      <a:pt x="588" y="396"/>
                    </a:lnTo>
                    <a:lnTo>
                      <a:pt x="546" y="396"/>
                    </a:lnTo>
                    <a:lnTo>
                      <a:pt x="534" y="408"/>
                    </a:lnTo>
                    <a:lnTo>
                      <a:pt x="534" y="426"/>
                    </a:lnTo>
                    <a:lnTo>
                      <a:pt x="546" y="450"/>
                    </a:lnTo>
                    <a:lnTo>
                      <a:pt x="558" y="462"/>
                    </a:lnTo>
                    <a:lnTo>
                      <a:pt x="570" y="486"/>
                    </a:lnTo>
                    <a:lnTo>
                      <a:pt x="570" y="504"/>
                    </a:lnTo>
                    <a:lnTo>
                      <a:pt x="564" y="510"/>
                    </a:lnTo>
                    <a:lnTo>
                      <a:pt x="546" y="510"/>
                    </a:lnTo>
                    <a:lnTo>
                      <a:pt x="528" y="528"/>
                    </a:lnTo>
                    <a:lnTo>
                      <a:pt x="516" y="516"/>
                    </a:lnTo>
                    <a:lnTo>
                      <a:pt x="468" y="516"/>
                    </a:lnTo>
                    <a:lnTo>
                      <a:pt x="444" y="504"/>
                    </a:lnTo>
                    <a:lnTo>
                      <a:pt x="432" y="504"/>
                    </a:lnTo>
                    <a:lnTo>
                      <a:pt x="420" y="498"/>
                    </a:lnTo>
                    <a:lnTo>
                      <a:pt x="408" y="498"/>
                    </a:lnTo>
                    <a:lnTo>
                      <a:pt x="408" y="636"/>
                    </a:lnTo>
                    <a:lnTo>
                      <a:pt x="414" y="636"/>
                    </a:lnTo>
                    <a:lnTo>
                      <a:pt x="420" y="642"/>
                    </a:lnTo>
                    <a:lnTo>
                      <a:pt x="426" y="642"/>
                    </a:lnTo>
                    <a:lnTo>
                      <a:pt x="432" y="648"/>
                    </a:lnTo>
                    <a:lnTo>
                      <a:pt x="432" y="660"/>
                    </a:lnTo>
                    <a:lnTo>
                      <a:pt x="426" y="666"/>
                    </a:lnTo>
                    <a:lnTo>
                      <a:pt x="420" y="666"/>
                    </a:lnTo>
                    <a:lnTo>
                      <a:pt x="408" y="654"/>
                    </a:lnTo>
                    <a:lnTo>
                      <a:pt x="390" y="666"/>
                    </a:lnTo>
                    <a:lnTo>
                      <a:pt x="384" y="660"/>
                    </a:lnTo>
                    <a:lnTo>
                      <a:pt x="378" y="648"/>
                    </a:lnTo>
                    <a:lnTo>
                      <a:pt x="372" y="642"/>
                    </a:lnTo>
                    <a:lnTo>
                      <a:pt x="360" y="642"/>
                    </a:lnTo>
                    <a:lnTo>
                      <a:pt x="324" y="660"/>
                    </a:lnTo>
                    <a:lnTo>
                      <a:pt x="312" y="660"/>
                    </a:lnTo>
                    <a:lnTo>
                      <a:pt x="300" y="666"/>
                    </a:lnTo>
                    <a:lnTo>
                      <a:pt x="288" y="666"/>
                    </a:lnTo>
                    <a:lnTo>
                      <a:pt x="276" y="672"/>
                    </a:lnTo>
                    <a:lnTo>
                      <a:pt x="270" y="678"/>
                    </a:lnTo>
                    <a:lnTo>
                      <a:pt x="270" y="684"/>
                    </a:lnTo>
                    <a:lnTo>
                      <a:pt x="276" y="690"/>
                    </a:lnTo>
                    <a:lnTo>
                      <a:pt x="288" y="696"/>
                    </a:lnTo>
                    <a:lnTo>
                      <a:pt x="306" y="696"/>
                    </a:lnTo>
                    <a:lnTo>
                      <a:pt x="306" y="726"/>
                    </a:lnTo>
                    <a:lnTo>
                      <a:pt x="318" y="750"/>
                    </a:lnTo>
                    <a:lnTo>
                      <a:pt x="360" y="792"/>
                    </a:lnTo>
                    <a:lnTo>
                      <a:pt x="366" y="804"/>
                    </a:lnTo>
                    <a:lnTo>
                      <a:pt x="378" y="810"/>
                    </a:lnTo>
                    <a:lnTo>
                      <a:pt x="378" y="822"/>
                    </a:lnTo>
                    <a:lnTo>
                      <a:pt x="360" y="822"/>
                    </a:lnTo>
                    <a:lnTo>
                      <a:pt x="354" y="828"/>
                    </a:lnTo>
                    <a:lnTo>
                      <a:pt x="354" y="834"/>
                    </a:lnTo>
                    <a:lnTo>
                      <a:pt x="372" y="852"/>
                    </a:lnTo>
                    <a:lnTo>
                      <a:pt x="348" y="852"/>
                    </a:lnTo>
                    <a:lnTo>
                      <a:pt x="348" y="864"/>
                    </a:lnTo>
                    <a:lnTo>
                      <a:pt x="354" y="870"/>
                    </a:lnTo>
                    <a:lnTo>
                      <a:pt x="354" y="882"/>
                    </a:lnTo>
                    <a:lnTo>
                      <a:pt x="372" y="900"/>
                    </a:lnTo>
                    <a:lnTo>
                      <a:pt x="372" y="912"/>
                    </a:lnTo>
                    <a:lnTo>
                      <a:pt x="366" y="918"/>
                    </a:lnTo>
                    <a:lnTo>
                      <a:pt x="342" y="918"/>
                    </a:lnTo>
                    <a:lnTo>
                      <a:pt x="294" y="936"/>
                    </a:lnTo>
                    <a:lnTo>
                      <a:pt x="282" y="948"/>
                    </a:lnTo>
                    <a:lnTo>
                      <a:pt x="270" y="954"/>
                    </a:lnTo>
                    <a:lnTo>
                      <a:pt x="264" y="960"/>
                    </a:lnTo>
                    <a:lnTo>
                      <a:pt x="264" y="978"/>
                    </a:lnTo>
                    <a:lnTo>
                      <a:pt x="258" y="990"/>
                    </a:lnTo>
                    <a:lnTo>
                      <a:pt x="252" y="996"/>
                    </a:lnTo>
                    <a:lnTo>
                      <a:pt x="234" y="996"/>
                    </a:lnTo>
                    <a:lnTo>
                      <a:pt x="216" y="990"/>
                    </a:lnTo>
                    <a:lnTo>
                      <a:pt x="186" y="990"/>
                    </a:lnTo>
                    <a:lnTo>
                      <a:pt x="168" y="1008"/>
                    </a:lnTo>
                    <a:lnTo>
                      <a:pt x="162" y="1020"/>
                    </a:lnTo>
                    <a:lnTo>
                      <a:pt x="162" y="1044"/>
                    </a:lnTo>
                    <a:lnTo>
                      <a:pt x="156" y="1050"/>
                    </a:lnTo>
                    <a:lnTo>
                      <a:pt x="126" y="1044"/>
                    </a:lnTo>
                    <a:lnTo>
                      <a:pt x="114" y="1050"/>
                    </a:lnTo>
                    <a:lnTo>
                      <a:pt x="108" y="1044"/>
                    </a:lnTo>
                    <a:lnTo>
                      <a:pt x="102" y="1032"/>
                    </a:lnTo>
                    <a:lnTo>
                      <a:pt x="96" y="1026"/>
                    </a:lnTo>
                    <a:lnTo>
                      <a:pt x="84" y="1026"/>
                    </a:lnTo>
                    <a:lnTo>
                      <a:pt x="72" y="1038"/>
                    </a:lnTo>
                    <a:lnTo>
                      <a:pt x="48" y="1038"/>
                    </a:lnTo>
                    <a:lnTo>
                      <a:pt x="48" y="1056"/>
                    </a:lnTo>
                    <a:lnTo>
                      <a:pt x="36" y="1062"/>
                    </a:lnTo>
                    <a:lnTo>
                      <a:pt x="30" y="1068"/>
                    </a:lnTo>
                    <a:lnTo>
                      <a:pt x="18" y="1068"/>
                    </a:lnTo>
                    <a:lnTo>
                      <a:pt x="6" y="1074"/>
                    </a:lnTo>
                    <a:lnTo>
                      <a:pt x="0" y="1080"/>
                    </a:lnTo>
                    <a:lnTo>
                      <a:pt x="0" y="1086"/>
                    </a:lnTo>
                    <a:lnTo>
                      <a:pt x="12" y="1092"/>
                    </a:lnTo>
                    <a:lnTo>
                      <a:pt x="18" y="1104"/>
                    </a:lnTo>
                    <a:lnTo>
                      <a:pt x="18" y="1116"/>
                    </a:lnTo>
                    <a:lnTo>
                      <a:pt x="0" y="1116"/>
                    </a:lnTo>
                    <a:lnTo>
                      <a:pt x="0" y="1140"/>
                    </a:lnTo>
                    <a:lnTo>
                      <a:pt x="18" y="1140"/>
                    </a:lnTo>
                    <a:lnTo>
                      <a:pt x="18" y="1152"/>
                    </a:lnTo>
                    <a:lnTo>
                      <a:pt x="12" y="1164"/>
                    </a:lnTo>
                    <a:lnTo>
                      <a:pt x="12" y="1176"/>
                    </a:lnTo>
                    <a:lnTo>
                      <a:pt x="24" y="1188"/>
                    </a:lnTo>
                    <a:lnTo>
                      <a:pt x="36" y="1188"/>
                    </a:lnTo>
                    <a:lnTo>
                      <a:pt x="42" y="1182"/>
                    </a:lnTo>
                    <a:lnTo>
                      <a:pt x="66" y="1182"/>
                    </a:lnTo>
                    <a:lnTo>
                      <a:pt x="78" y="1188"/>
                    </a:lnTo>
                    <a:lnTo>
                      <a:pt x="84" y="1188"/>
                    </a:lnTo>
                    <a:lnTo>
                      <a:pt x="96" y="1194"/>
                    </a:lnTo>
                    <a:lnTo>
                      <a:pt x="102" y="1200"/>
                    </a:lnTo>
                    <a:lnTo>
                      <a:pt x="102" y="1242"/>
                    </a:lnTo>
                    <a:lnTo>
                      <a:pt x="114" y="1266"/>
                    </a:lnTo>
                    <a:lnTo>
                      <a:pt x="120" y="1272"/>
                    </a:lnTo>
                    <a:lnTo>
                      <a:pt x="126" y="1272"/>
                    </a:lnTo>
                    <a:lnTo>
                      <a:pt x="138" y="1284"/>
                    </a:lnTo>
                    <a:lnTo>
                      <a:pt x="132" y="1290"/>
                    </a:lnTo>
                    <a:lnTo>
                      <a:pt x="102" y="1290"/>
                    </a:lnTo>
                    <a:lnTo>
                      <a:pt x="96" y="1296"/>
                    </a:lnTo>
                    <a:lnTo>
                      <a:pt x="96" y="1308"/>
                    </a:lnTo>
                    <a:lnTo>
                      <a:pt x="108" y="1314"/>
                    </a:lnTo>
                    <a:lnTo>
                      <a:pt x="114" y="1320"/>
                    </a:lnTo>
                    <a:lnTo>
                      <a:pt x="162" y="1320"/>
                    </a:lnTo>
                    <a:lnTo>
                      <a:pt x="168" y="1332"/>
                    </a:lnTo>
                    <a:lnTo>
                      <a:pt x="180" y="1332"/>
                    </a:lnTo>
                    <a:lnTo>
                      <a:pt x="192" y="1338"/>
                    </a:lnTo>
                    <a:lnTo>
                      <a:pt x="204" y="1350"/>
                    </a:lnTo>
                    <a:lnTo>
                      <a:pt x="216" y="1374"/>
                    </a:lnTo>
                    <a:lnTo>
                      <a:pt x="216" y="1398"/>
                    </a:lnTo>
                    <a:lnTo>
                      <a:pt x="252" y="1410"/>
                    </a:lnTo>
                    <a:lnTo>
                      <a:pt x="264" y="1404"/>
                    </a:lnTo>
                    <a:lnTo>
                      <a:pt x="264" y="1410"/>
                    </a:lnTo>
                    <a:lnTo>
                      <a:pt x="270" y="1416"/>
                    </a:lnTo>
                    <a:lnTo>
                      <a:pt x="276" y="1428"/>
                    </a:lnTo>
                    <a:lnTo>
                      <a:pt x="288" y="1434"/>
                    </a:lnTo>
                    <a:lnTo>
                      <a:pt x="366" y="1434"/>
                    </a:lnTo>
                    <a:lnTo>
                      <a:pt x="378" y="1428"/>
                    </a:lnTo>
                    <a:lnTo>
                      <a:pt x="384" y="1416"/>
                    </a:lnTo>
                    <a:lnTo>
                      <a:pt x="402" y="1410"/>
                    </a:lnTo>
                    <a:lnTo>
                      <a:pt x="426" y="1398"/>
                    </a:lnTo>
                    <a:lnTo>
                      <a:pt x="438" y="1398"/>
                    </a:lnTo>
                    <a:lnTo>
                      <a:pt x="456" y="1410"/>
                    </a:lnTo>
                    <a:lnTo>
                      <a:pt x="480" y="1434"/>
                    </a:lnTo>
                    <a:lnTo>
                      <a:pt x="522" y="1434"/>
                    </a:lnTo>
                    <a:lnTo>
                      <a:pt x="522" y="1494"/>
                    </a:lnTo>
                    <a:lnTo>
                      <a:pt x="516" y="1500"/>
                    </a:lnTo>
                    <a:lnTo>
                      <a:pt x="498" y="1500"/>
                    </a:lnTo>
                    <a:lnTo>
                      <a:pt x="498" y="1506"/>
                    </a:lnTo>
                    <a:lnTo>
                      <a:pt x="504" y="1512"/>
                    </a:lnTo>
                    <a:lnTo>
                      <a:pt x="504" y="1536"/>
                    </a:lnTo>
                    <a:lnTo>
                      <a:pt x="498" y="1548"/>
                    </a:lnTo>
                    <a:lnTo>
                      <a:pt x="486" y="1554"/>
                    </a:lnTo>
                    <a:lnTo>
                      <a:pt x="456" y="1554"/>
                    </a:lnTo>
                    <a:lnTo>
                      <a:pt x="474" y="1578"/>
                    </a:lnTo>
                    <a:lnTo>
                      <a:pt x="456" y="1584"/>
                    </a:lnTo>
                    <a:lnTo>
                      <a:pt x="456" y="1608"/>
                    </a:lnTo>
                    <a:lnTo>
                      <a:pt x="480" y="1620"/>
                    </a:lnTo>
                    <a:lnTo>
                      <a:pt x="492" y="1620"/>
                    </a:lnTo>
                    <a:lnTo>
                      <a:pt x="498" y="1626"/>
                    </a:lnTo>
                    <a:lnTo>
                      <a:pt x="504" y="1638"/>
                    </a:lnTo>
                    <a:lnTo>
                      <a:pt x="522" y="1656"/>
                    </a:lnTo>
                    <a:lnTo>
                      <a:pt x="522" y="1668"/>
                    </a:lnTo>
                    <a:lnTo>
                      <a:pt x="510" y="1674"/>
                    </a:lnTo>
                    <a:lnTo>
                      <a:pt x="504" y="1680"/>
                    </a:lnTo>
                    <a:lnTo>
                      <a:pt x="498" y="1680"/>
                    </a:lnTo>
                    <a:lnTo>
                      <a:pt x="486" y="1698"/>
                    </a:lnTo>
                    <a:lnTo>
                      <a:pt x="474" y="1686"/>
                    </a:lnTo>
                    <a:lnTo>
                      <a:pt x="474" y="1668"/>
                    </a:lnTo>
                    <a:lnTo>
                      <a:pt x="462" y="1668"/>
                    </a:lnTo>
                    <a:lnTo>
                      <a:pt x="456" y="1674"/>
                    </a:lnTo>
                    <a:lnTo>
                      <a:pt x="450" y="1674"/>
                    </a:lnTo>
                    <a:lnTo>
                      <a:pt x="450" y="1692"/>
                    </a:lnTo>
                    <a:lnTo>
                      <a:pt x="456" y="1698"/>
                    </a:lnTo>
                    <a:lnTo>
                      <a:pt x="462" y="1710"/>
                    </a:lnTo>
                    <a:lnTo>
                      <a:pt x="474" y="1722"/>
                    </a:lnTo>
                    <a:lnTo>
                      <a:pt x="480" y="1722"/>
                    </a:lnTo>
                    <a:lnTo>
                      <a:pt x="480" y="1734"/>
                    </a:lnTo>
                    <a:lnTo>
                      <a:pt x="474" y="1740"/>
                    </a:lnTo>
                    <a:lnTo>
                      <a:pt x="474" y="1758"/>
                    </a:lnTo>
                    <a:lnTo>
                      <a:pt x="480" y="1764"/>
                    </a:lnTo>
                    <a:lnTo>
                      <a:pt x="510" y="1764"/>
                    </a:lnTo>
                    <a:lnTo>
                      <a:pt x="516" y="1776"/>
                    </a:lnTo>
                    <a:lnTo>
                      <a:pt x="528" y="1788"/>
                    </a:lnTo>
                    <a:lnTo>
                      <a:pt x="540" y="1794"/>
                    </a:lnTo>
                    <a:lnTo>
                      <a:pt x="552" y="1794"/>
                    </a:lnTo>
                    <a:lnTo>
                      <a:pt x="558" y="1800"/>
                    </a:lnTo>
                    <a:lnTo>
                      <a:pt x="564" y="1800"/>
                    </a:lnTo>
                    <a:lnTo>
                      <a:pt x="582" y="1818"/>
                    </a:lnTo>
                    <a:lnTo>
                      <a:pt x="600" y="1812"/>
                    </a:lnTo>
                    <a:lnTo>
                      <a:pt x="600" y="1830"/>
                    </a:lnTo>
                    <a:lnTo>
                      <a:pt x="612" y="1836"/>
                    </a:lnTo>
                    <a:lnTo>
                      <a:pt x="624" y="1836"/>
                    </a:lnTo>
                    <a:lnTo>
                      <a:pt x="666" y="1872"/>
                    </a:lnTo>
                    <a:lnTo>
                      <a:pt x="690" y="1854"/>
                    </a:lnTo>
                    <a:lnTo>
                      <a:pt x="696" y="1848"/>
                    </a:lnTo>
                    <a:lnTo>
                      <a:pt x="708" y="1842"/>
                    </a:lnTo>
                    <a:lnTo>
                      <a:pt x="720" y="1842"/>
                    </a:lnTo>
                    <a:lnTo>
                      <a:pt x="732" y="1848"/>
                    </a:lnTo>
                    <a:lnTo>
                      <a:pt x="744" y="1860"/>
                    </a:lnTo>
                    <a:lnTo>
                      <a:pt x="750" y="1872"/>
                    </a:lnTo>
                    <a:lnTo>
                      <a:pt x="762" y="1878"/>
                    </a:lnTo>
                    <a:lnTo>
                      <a:pt x="780" y="1896"/>
                    </a:lnTo>
                    <a:lnTo>
                      <a:pt x="822" y="1902"/>
                    </a:lnTo>
                    <a:lnTo>
                      <a:pt x="828" y="1914"/>
                    </a:lnTo>
                    <a:lnTo>
                      <a:pt x="834" y="1920"/>
                    </a:lnTo>
                    <a:lnTo>
                      <a:pt x="840" y="1932"/>
                    </a:lnTo>
                    <a:lnTo>
                      <a:pt x="846" y="1938"/>
                    </a:lnTo>
                    <a:lnTo>
                      <a:pt x="846" y="1950"/>
                    </a:lnTo>
                    <a:lnTo>
                      <a:pt x="858" y="1950"/>
                    </a:lnTo>
                    <a:lnTo>
                      <a:pt x="858" y="1944"/>
                    </a:lnTo>
                    <a:lnTo>
                      <a:pt x="864" y="1938"/>
                    </a:lnTo>
                    <a:lnTo>
                      <a:pt x="870" y="1926"/>
                    </a:lnTo>
                    <a:lnTo>
                      <a:pt x="882" y="1926"/>
                    </a:lnTo>
                    <a:lnTo>
                      <a:pt x="888" y="1932"/>
                    </a:lnTo>
                    <a:lnTo>
                      <a:pt x="894" y="1944"/>
                    </a:lnTo>
                    <a:lnTo>
                      <a:pt x="894" y="1962"/>
                    </a:lnTo>
                    <a:lnTo>
                      <a:pt x="924" y="1992"/>
                    </a:lnTo>
                    <a:lnTo>
                      <a:pt x="936" y="1998"/>
                    </a:lnTo>
                    <a:lnTo>
                      <a:pt x="942" y="1992"/>
                    </a:lnTo>
                    <a:lnTo>
                      <a:pt x="954" y="1986"/>
                    </a:lnTo>
                    <a:lnTo>
                      <a:pt x="960" y="1986"/>
                    </a:lnTo>
                    <a:lnTo>
                      <a:pt x="966" y="1992"/>
                    </a:lnTo>
                    <a:lnTo>
                      <a:pt x="966" y="1998"/>
                    </a:lnTo>
                    <a:lnTo>
                      <a:pt x="960" y="2004"/>
                    </a:lnTo>
                    <a:lnTo>
                      <a:pt x="960" y="2010"/>
                    </a:lnTo>
                    <a:lnTo>
                      <a:pt x="966" y="2010"/>
                    </a:lnTo>
                    <a:lnTo>
                      <a:pt x="972" y="2016"/>
                    </a:lnTo>
                    <a:lnTo>
                      <a:pt x="990" y="2022"/>
                    </a:lnTo>
                    <a:lnTo>
                      <a:pt x="1002" y="2022"/>
                    </a:lnTo>
                    <a:lnTo>
                      <a:pt x="1008" y="2016"/>
                    </a:lnTo>
                    <a:lnTo>
                      <a:pt x="1014" y="2016"/>
                    </a:lnTo>
                    <a:lnTo>
                      <a:pt x="1014" y="2034"/>
                    </a:lnTo>
                    <a:lnTo>
                      <a:pt x="1020" y="2040"/>
                    </a:lnTo>
                    <a:lnTo>
                      <a:pt x="1032" y="2040"/>
                    </a:lnTo>
                    <a:lnTo>
                      <a:pt x="1044" y="2028"/>
                    </a:lnTo>
                    <a:lnTo>
                      <a:pt x="1044" y="2022"/>
                    </a:lnTo>
                    <a:lnTo>
                      <a:pt x="1044" y="2034"/>
                    </a:lnTo>
                    <a:lnTo>
                      <a:pt x="1050" y="2040"/>
                    </a:lnTo>
                    <a:lnTo>
                      <a:pt x="1068" y="2040"/>
                    </a:lnTo>
                    <a:lnTo>
                      <a:pt x="1074" y="2034"/>
                    </a:lnTo>
                    <a:lnTo>
                      <a:pt x="1074" y="2028"/>
                    </a:lnTo>
                    <a:lnTo>
                      <a:pt x="1086" y="2034"/>
                    </a:lnTo>
                    <a:lnTo>
                      <a:pt x="1092" y="2040"/>
                    </a:lnTo>
                    <a:lnTo>
                      <a:pt x="1110" y="2046"/>
                    </a:lnTo>
                    <a:lnTo>
                      <a:pt x="1134" y="2058"/>
                    </a:lnTo>
                    <a:lnTo>
                      <a:pt x="1158" y="2058"/>
                    </a:lnTo>
                    <a:lnTo>
                      <a:pt x="1176" y="2040"/>
                    </a:lnTo>
                    <a:lnTo>
                      <a:pt x="1194" y="2034"/>
                    </a:lnTo>
                    <a:lnTo>
                      <a:pt x="1206" y="2028"/>
                    </a:lnTo>
                    <a:lnTo>
                      <a:pt x="1212" y="2028"/>
                    </a:lnTo>
                    <a:lnTo>
                      <a:pt x="1224" y="2034"/>
                    </a:lnTo>
                    <a:lnTo>
                      <a:pt x="1230" y="2040"/>
                    </a:lnTo>
                    <a:lnTo>
                      <a:pt x="1230" y="2088"/>
                    </a:lnTo>
                    <a:lnTo>
                      <a:pt x="1236" y="2094"/>
                    </a:lnTo>
                    <a:lnTo>
                      <a:pt x="1242" y="2094"/>
                    </a:lnTo>
                    <a:lnTo>
                      <a:pt x="1242" y="2088"/>
                    </a:lnTo>
                    <a:lnTo>
                      <a:pt x="1248" y="2082"/>
                    </a:lnTo>
                    <a:lnTo>
                      <a:pt x="1254" y="2070"/>
                    </a:lnTo>
                    <a:lnTo>
                      <a:pt x="1266" y="2052"/>
                    </a:lnTo>
                    <a:lnTo>
                      <a:pt x="1272" y="2040"/>
                    </a:lnTo>
                    <a:lnTo>
                      <a:pt x="1284" y="2028"/>
                    </a:lnTo>
                    <a:lnTo>
                      <a:pt x="1290" y="2016"/>
                    </a:lnTo>
                    <a:lnTo>
                      <a:pt x="1302" y="2016"/>
                    </a:lnTo>
                    <a:lnTo>
                      <a:pt x="1314" y="2022"/>
                    </a:lnTo>
                    <a:lnTo>
                      <a:pt x="1338" y="2022"/>
                    </a:lnTo>
                    <a:lnTo>
                      <a:pt x="1338" y="2046"/>
                    </a:lnTo>
                    <a:lnTo>
                      <a:pt x="1344" y="2046"/>
                    </a:lnTo>
                    <a:lnTo>
                      <a:pt x="1350" y="2040"/>
                    </a:lnTo>
                    <a:lnTo>
                      <a:pt x="1362" y="2034"/>
                    </a:lnTo>
                    <a:lnTo>
                      <a:pt x="1374" y="2034"/>
                    </a:lnTo>
                    <a:lnTo>
                      <a:pt x="1386" y="2028"/>
                    </a:lnTo>
                    <a:lnTo>
                      <a:pt x="1398" y="2028"/>
                    </a:lnTo>
                    <a:lnTo>
                      <a:pt x="1410" y="2034"/>
                    </a:lnTo>
                    <a:lnTo>
                      <a:pt x="1422" y="2046"/>
                    </a:lnTo>
                    <a:lnTo>
                      <a:pt x="1428" y="2058"/>
                    </a:lnTo>
                    <a:lnTo>
                      <a:pt x="1428" y="2064"/>
                    </a:lnTo>
                    <a:lnTo>
                      <a:pt x="1482" y="2064"/>
                    </a:lnTo>
                    <a:lnTo>
                      <a:pt x="1494" y="2052"/>
                    </a:lnTo>
                    <a:lnTo>
                      <a:pt x="1494" y="2034"/>
                    </a:lnTo>
                    <a:lnTo>
                      <a:pt x="1488" y="2022"/>
                    </a:lnTo>
                    <a:lnTo>
                      <a:pt x="1518" y="2022"/>
                    </a:lnTo>
                    <a:lnTo>
                      <a:pt x="1524" y="2016"/>
                    </a:lnTo>
                    <a:lnTo>
                      <a:pt x="1524" y="1992"/>
                    </a:lnTo>
                    <a:lnTo>
                      <a:pt x="1518" y="1986"/>
                    </a:lnTo>
                    <a:lnTo>
                      <a:pt x="1518" y="1980"/>
                    </a:lnTo>
                    <a:lnTo>
                      <a:pt x="1554" y="1980"/>
                    </a:lnTo>
                    <a:lnTo>
                      <a:pt x="1578" y="1956"/>
                    </a:lnTo>
                    <a:lnTo>
                      <a:pt x="1590" y="1950"/>
                    </a:lnTo>
                    <a:lnTo>
                      <a:pt x="1602" y="1938"/>
                    </a:lnTo>
                    <a:lnTo>
                      <a:pt x="1620" y="1938"/>
                    </a:lnTo>
                    <a:lnTo>
                      <a:pt x="1632" y="1944"/>
                    </a:lnTo>
                    <a:lnTo>
                      <a:pt x="1650" y="1956"/>
                    </a:lnTo>
                    <a:lnTo>
                      <a:pt x="1668" y="1956"/>
                    </a:lnTo>
                    <a:lnTo>
                      <a:pt x="1668" y="1932"/>
                    </a:lnTo>
                    <a:lnTo>
                      <a:pt x="1680" y="1920"/>
                    </a:lnTo>
                    <a:lnTo>
                      <a:pt x="1716" y="1938"/>
                    </a:lnTo>
                    <a:lnTo>
                      <a:pt x="1722" y="1944"/>
                    </a:lnTo>
                    <a:lnTo>
                      <a:pt x="1710" y="1956"/>
                    </a:lnTo>
                    <a:lnTo>
                      <a:pt x="1704" y="1956"/>
                    </a:lnTo>
                    <a:lnTo>
                      <a:pt x="1710" y="1962"/>
                    </a:lnTo>
                    <a:lnTo>
                      <a:pt x="1740" y="1962"/>
                    </a:lnTo>
                    <a:lnTo>
                      <a:pt x="1758" y="1992"/>
                    </a:lnTo>
                    <a:lnTo>
                      <a:pt x="1752" y="1992"/>
                    </a:lnTo>
                    <a:lnTo>
                      <a:pt x="1740" y="2004"/>
                    </a:lnTo>
                    <a:lnTo>
                      <a:pt x="1740" y="2010"/>
                    </a:lnTo>
                    <a:lnTo>
                      <a:pt x="1806" y="2010"/>
                    </a:lnTo>
                    <a:lnTo>
                      <a:pt x="1812" y="2016"/>
                    </a:lnTo>
                    <a:lnTo>
                      <a:pt x="1818" y="2016"/>
                    </a:lnTo>
                    <a:lnTo>
                      <a:pt x="1824" y="1998"/>
                    </a:lnTo>
                    <a:lnTo>
                      <a:pt x="1830" y="1998"/>
                    </a:lnTo>
                    <a:lnTo>
                      <a:pt x="1836" y="2004"/>
                    </a:lnTo>
                    <a:lnTo>
                      <a:pt x="1842" y="2016"/>
                    </a:lnTo>
                    <a:lnTo>
                      <a:pt x="1854" y="2022"/>
                    </a:lnTo>
                    <a:lnTo>
                      <a:pt x="1872" y="2058"/>
                    </a:lnTo>
                    <a:lnTo>
                      <a:pt x="1878" y="2064"/>
                    </a:lnTo>
                    <a:lnTo>
                      <a:pt x="1878" y="2070"/>
                    </a:lnTo>
                    <a:lnTo>
                      <a:pt x="1914" y="2070"/>
                    </a:lnTo>
                    <a:lnTo>
                      <a:pt x="1920" y="2076"/>
                    </a:lnTo>
                    <a:lnTo>
                      <a:pt x="1920" y="2106"/>
                    </a:lnTo>
                    <a:lnTo>
                      <a:pt x="1932" y="2130"/>
                    </a:lnTo>
                    <a:lnTo>
                      <a:pt x="1944" y="2190"/>
                    </a:lnTo>
                    <a:lnTo>
                      <a:pt x="1932" y="2190"/>
                    </a:lnTo>
                    <a:lnTo>
                      <a:pt x="1926" y="2196"/>
                    </a:lnTo>
                    <a:lnTo>
                      <a:pt x="1914" y="2196"/>
                    </a:lnTo>
                    <a:lnTo>
                      <a:pt x="1932" y="2214"/>
                    </a:lnTo>
                    <a:lnTo>
                      <a:pt x="1932" y="2220"/>
                    </a:lnTo>
                    <a:lnTo>
                      <a:pt x="1926" y="2232"/>
                    </a:lnTo>
                    <a:lnTo>
                      <a:pt x="1920" y="2238"/>
                    </a:lnTo>
                    <a:lnTo>
                      <a:pt x="1908" y="2238"/>
                    </a:lnTo>
                    <a:lnTo>
                      <a:pt x="1902" y="2232"/>
                    </a:lnTo>
                    <a:lnTo>
                      <a:pt x="1902" y="2268"/>
                    </a:lnTo>
                    <a:lnTo>
                      <a:pt x="1896" y="2274"/>
                    </a:lnTo>
                    <a:lnTo>
                      <a:pt x="1884" y="2274"/>
                    </a:lnTo>
                    <a:lnTo>
                      <a:pt x="1890" y="2304"/>
                    </a:lnTo>
                    <a:lnTo>
                      <a:pt x="1878" y="2304"/>
                    </a:lnTo>
                    <a:lnTo>
                      <a:pt x="1878" y="2322"/>
                    </a:lnTo>
                    <a:lnTo>
                      <a:pt x="1896" y="2340"/>
                    </a:lnTo>
                    <a:lnTo>
                      <a:pt x="1902" y="2352"/>
                    </a:lnTo>
                    <a:lnTo>
                      <a:pt x="1890" y="2370"/>
                    </a:lnTo>
                    <a:lnTo>
                      <a:pt x="1902" y="2364"/>
                    </a:lnTo>
                    <a:lnTo>
                      <a:pt x="1908" y="2358"/>
                    </a:lnTo>
                    <a:lnTo>
                      <a:pt x="1920" y="2358"/>
                    </a:lnTo>
                    <a:lnTo>
                      <a:pt x="1926" y="2352"/>
                    </a:lnTo>
                    <a:lnTo>
                      <a:pt x="1986" y="2352"/>
                    </a:lnTo>
                    <a:lnTo>
                      <a:pt x="1956" y="2376"/>
                    </a:lnTo>
                    <a:lnTo>
                      <a:pt x="1980" y="2394"/>
                    </a:lnTo>
                    <a:lnTo>
                      <a:pt x="1992" y="2436"/>
                    </a:lnTo>
                    <a:lnTo>
                      <a:pt x="2022" y="2436"/>
                    </a:lnTo>
                    <a:lnTo>
                      <a:pt x="2034" y="2442"/>
                    </a:lnTo>
                    <a:lnTo>
                      <a:pt x="2040" y="2448"/>
                    </a:lnTo>
                    <a:lnTo>
                      <a:pt x="2040" y="2454"/>
                    </a:lnTo>
                    <a:lnTo>
                      <a:pt x="2034" y="2460"/>
                    </a:lnTo>
                    <a:lnTo>
                      <a:pt x="2022" y="2460"/>
                    </a:lnTo>
                    <a:lnTo>
                      <a:pt x="2016" y="2466"/>
                    </a:lnTo>
                    <a:lnTo>
                      <a:pt x="2028" y="2478"/>
                    </a:lnTo>
                    <a:lnTo>
                      <a:pt x="2028" y="2490"/>
                    </a:lnTo>
                    <a:lnTo>
                      <a:pt x="2022" y="2496"/>
                    </a:lnTo>
                    <a:lnTo>
                      <a:pt x="2022" y="2502"/>
                    </a:lnTo>
                    <a:lnTo>
                      <a:pt x="2016" y="2514"/>
                    </a:lnTo>
                    <a:lnTo>
                      <a:pt x="2070" y="2520"/>
                    </a:lnTo>
                    <a:lnTo>
                      <a:pt x="2082" y="2550"/>
                    </a:lnTo>
                    <a:lnTo>
                      <a:pt x="2094" y="2550"/>
                    </a:lnTo>
                    <a:lnTo>
                      <a:pt x="2094" y="2568"/>
                    </a:lnTo>
                    <a:lnTo>
                      <a:pt x="2136" y="2568"/>
                    </a:lnTo>
                    <a:lnTo>
                      <a:pt x="2136" y="2562"/>
                    </a:lnTo>
                    <a:lnTo>
                      <a:pt x="2154" y="2544"/>
                    </a:lnTo>
                    <a:lnTo>
                      <a:pt x="2166" y="2544"/>
                    </a:lnTo>
                    <a:lnTo>
                      <a:pt x="2172" y="2550"/>
                    </a:lnTo>
                    <a:lnTo>
                      <a:pt x="2172" y="2592"/>
                    </a:lnTo>
                    <a:lnTo>
                      <a:pt x="2214" y="2592"/>
                    </a:lnTo>
                    <a:lnTo>
                      <a:pt x="2214" y="2556"/>
                    </a:lnTo>
                    <a:lnTo>
                      <a:pt x="2190" y="2532"/>
                    </a:lnTo>
                    <a:lnTo>
                      <a:pt x="2190" y="2490"/>
                    </a:lnTo>
                    <a:lnTo>
                      <a:pt x="2196" y="2484"/>
                    </a:lnTo>
                    <a:lnTo>
                      <a:pt x="2232" y="2490"/>
                    </a:lnTo>
                    <a:lnTo>
                      <a:pt x="2232" y="2472"/>
                    </a:lnTo>
                    <a:lnTo>
                      <a:pt x="2238" y="2460"/>
                    </a:lnTo>
                    <a:lnTo>
                      <a:pt x="2250" y="2460"/>
                    </a:lnTo>
                    <a:lnTo>
                      <a:pt x="2274" y="2484"/>
                    </a:lnTo>
                    <a:lnTo>
                      <a:pt x="2286" y="2484"/>
                    </a:lnTo>
                    <a:lnTo>
                      <a:pt x="2292" y="2478"/>
                    </a:lnTo>
                    <a:lnTo>
                      <a:pt x="2298" y="2466"/>
                    </a:lnTo>
                    <a:lnTo>
                      <a:pt x="2304" y="2460"/>
                    </a:lnTo>
                    <a:lnTo>
                      <a:pt x="2322" y="2478"/>
                    </a:lnTo>
                    <a:lnTo>
                      <a:pt x="2322" y="2460"/>
                    </a:lnTo>
                    <a:lnTo>
                      <a:pt x="2328" y="2460"/>
                    </a:lnTo>
                    <a:lnTo>
                      <a:pt x="2340" y="2478"/>
                    </a:lnTo>
                    <a:lnTo>
                      <a:pt x="2346" y="2484"/>
                    </a:lnTo>
                    <a:lnTo>
                      <a:pt x="2364" y="2484"/>
                    </a:lnTo>
                    <a:lnTo>
                      <a:pt x="2364" y="2472"/>
                    </a:lnTo>
                    <a:lnTo>
                      <a:pt x="2352" y="2460"/>
                    </a:lnTo>
                    <a:lnTo>
                      <a:pt x="2370" y="2460"/>
                    </a:lnTo>
                    <a:lnTo>
                      <a:pt x="2376" y="2466"/>
                    </a:lnTo>
                    <a:lnTo>
                      <a:pt x="2382" y="2460"/>
                    </a:lnTo>
                    <a:lnTo>
                      <a:pt x="2400" y="2460"/>
                    </a:lnTo>
                    <a:lnTo>
                      <a:pt x="2400" y="2454"/>
                    </a:lnTo>
                    <a:lnTo>
                      <a:pt x="2406" y="2442"/>
                    </a:lnTo>
                    <a:lnTo>
                      <a:pt x="2406" y="2430"/>
                    </a:lnTo>
                    <a:lnTo>
                      <a:pt x="2412" y="2424"/>
                    </a:lnTo>
                    <a:lnTo>
                      <a:pt x="2424" y="2418"/>
                    </a:lnTo>
                    <a:lnTo>
                      <a:pt x="2430" y="2412"/>
                    </a:lnTo>
                    <a:lnTo>
                      <a:pt x="2436" y="2412"/>
                    </a:lnTo>
                    <a:lnTo>
                      <a:pt x="2466" y="2448"/>
                    </a:lnTo>
                    <a:lnTo>
                      <a:pt x="2496" y="2442"/>
                    </a:lnTo>
                    <a:lnTo>
                      <a:pt x="2508" y="2454"/>
                    </a:lnTo>
                    <a:lnTo>
                      <a:pt x="2538" y="2454"/>
                    </a:lnTo>
                    <a:lnTo>
                      <a:pt x="2544" y="2460"/>
                    </a:lnTo>
                    <a:lnTo>
                      <a:pt x="2544" y="2466"/>
                    </a:lnTo>
                    <a:lnTo>
                      <a:pt x="2526" y="2484"/>
                    </a:lnTo>
                    <a:lnTo>
                      <a:pt x="2532" y="2502"/>
                    </a:lnTo>
                    <a:lnTo>
                      <a:pt x="2544" y="2508"/>
                    </a:lnTo>
                    <a:lnTo>
                      <a:pt x="2544" y="2526"/>
                    </a:lnTo>
                    <a:lnTo>
                      <a:pt x="2562" y="2526"/>
                    </a:lnTo>
                    <a:lnTo>
                      <a:pt x="2568" y="2532"/>
                    </a:lnTo>
                    <a:lnTo>
                      <a:pt x="2574" y="2544"/>
                    </a:lnTo>
                    <a:lnTo>
                      <a:pt x="2586" y="2550"/>
                    </a:lnTo>
                    <a:lnTo>
                      <a:pt x="2616" y="2550"/>
                    </a:lnTo>
                    <a:lnTo>
                      <a:pt x="2622" y="2556"/>
                    </a:lnTo>
                    <a:lnTo>
                      <a:pt x="2628" y="2556"/>
                    </a:lnTo>
                    <a:lnTo>
                      <a:pt x="2676" y="2526"/>
                    </a:lnTo>
                    <a:lnTo>
                      <a:pt x="2694" y="2538"/>
                    </a:lnTo>
                    <a:lnTo>
                      <a:pt x="2718" y="2538"/>
                    </a:lnTo>
                    <a:lnTo>
                      <a:pt x="2736" y="2544"/>
                    </a:lnTo>
                    <a:lnTo>
                      <a:pt x="2748" y="2544"/>
                    </a:lnTo>
                    <a:lnTo>
                      <a:pt x="2760" y="2550"/>
                    </a:lnTo>
                    <a:lnTo>
                      <a:pt x="2766" y="2556"/>
                    </a:lnTo>
                    <a:lnTo>
                      <a:pt x="2772" y="2568"/>
                    </a:lnTo>
                    <a:lnTo>
                      <a:pt x="2766" y="2580"/>
                    </a:lnTo>
                    <a:lnTo>
                      <a:pt x="2766" y="2604"/>
                    </a:lnTo>
                    <a:lnTo>
                      <a:pt x="2760" y="2616"/>
                    </a:lnTo>
                    <a:lnTo>
                      <a:pt x="2766" y="2628"/>
                    </a:lnTo>
                    <a:lnTo>
                      <a:pt x="2772" y="2634"/>
                    </a:lnTo>
                    <a:lnTo>
                      <a:pt x="2784" y="2640"/>
                    </a:lnTo>
                    <a:lnTo>
                      <a:pt x="2790" y="2652"/>
                    </a:lnTo>
                    <a:lnTo>
                      <a:pt x="2802" y="2658"/>
                    </a:lnTo>
                    <a:lnTo>
                      <a:pt x="2808" y="2664"/>
                    </a:lnTo>
                    <a:lnTo>
                      <a:pt x="2826" y="2664"/>
                    </a:lnTo>
                    <a:lnTo>
                      <a:pt x="2832" y="2640"/>
                    </a:lnTo>
                    <a:lnTo>
                      <a:pt x="2832" y="2634"/>
                    </a:lnTo>
                    <a:lnTo>
                      <a:pt x="2826" y="2628"/>
                    </a:lnTo>
                    <a:lnTo>
                      <a:pt x="2826" y="2586"/>
                    </a:lnTo>
                    <a:lnTo>
                      <a:pt x="2832" y="2568"/>
                    </a:lnTo>
                    <a:lnTo>
                      <a:pt x="2844" y="2556"/>
                    </a:lnTo>
                    <a:lnTo>
                      <a:pt x="2856" y="2550"/>
                    </a:lnTo>
                    <a:lnTo>
                      <a:pt x="2886" y="2550"/>
                    </a:lnTo>
                    <a:lnTo>
                      <a:pt x="2898" y="2544"/>
                    </a:lnTo>
                    <a:lnTo>
                      <a:pt x="2910" y="2544"/>
                    </a:lnTo>
                    <a:lnTo>
                      <a:pt x="2922" y="2538"/>
                    </a:lnTo>
                    <a:lnTo>
                      <a:pt x="2940" y="2538"/>
                    </a:lnTo>
                    <a:lnTo>
                      <a:pt x="2964" y="2532"/>
                    </a:lnTo>
                    <a:lnTo>
                      <a:pt x="2982" y="2526"/>
                    </a:lnTo>
                    <a:lnTo>
                      <a:pt x="3000" y="2508"/>
                    </a:lnTo>
                    <a:lnTo>
                      <a:pt x="3000" y="2466"/>
                    </a:lnTo>
                    <a:lnTo>
                      <a:pt x="3006" y="2454"/>
                    </a:lnTo>
                    <a:lnTo>
                      <a:pt x="3012" y="2448"/>
                    </a:lnTo>
                    <a:lnTo>
                      <a:pt x="3024" y="2460"/>
                    </a:lnTo>
                    <a:lnTo>
                      <a:pt x="3036" y="2484"/>
                    </a:lnTo>
                    <a:lnTo>
                      <a:pt x="3042" y="2490"/>
                    </a:lnTo>
                    <a:lnTo>
                      <a:pt x="3048" y="2490"/>
                    </a:lnTo>
                    <a:lnTo>
                      <a:pt x="3054" y="2484"/>
                    </a:lnTo>
                    <a:lnTo>
                      <a:pt x="3066" y="2478"/>
                    </a:lnTo>
                    <a:lnTo>
                      <a:pt x="3072" y="2466"/>
                    </a:lnTo>
                    <a:lnTo>
                      <a:pt x="3090" y="2448"/>
                    </a:lnTo>
                    <a:lnTo>
                      <a:pt x="3096" y="2436"/>
                    </a:lnTo>
                    <a:lnTo>
                      <a:pt x="3114" y="2454"/>
                    </a:lnTo>
                    <a:lnTo>
                      <a:pt x="3144" y="2442"/>
                    </a:lnTo>
                    <a:lnTo>
                      <a:pt x="3150" y="2442"/>
                    </a:lnTo>
                    <a:lnTo>
                      <a:pt x="3156" y="2448"/>
                    </a:lnTo>
                    <a:lnTo>
                      <a:pt x="3186" y="2448"/>
                    </a:lnTo>
                    <a:lnTo>
                      <a:pt x="3234" y="2424"/>
                    </a:lnTo>
                    <a:lnTo>
                      <a:pt x="3288" y="2370"/>
                    </a:lnTo>
                    <a:lnTo>
                      <a:pt x="3294" y="2358"/>
                    </a:lnTo>
                    <a:lnTo>
                      <a:pt x="3300" y="2352"/>
                    </a:lnTo>
                    <a:lnTo>
                      <a:pt x="3294" y="2340"/>
                    </a:lnTo>
                    <a:lnTo>
                      <a:pt x="3294" y="2334"/>
                    </a:lnTo>
                    <a:lnTo>
                      <a:pt x="3288" y="2322"/>
                    </a:lnTo>
                    <a:lnTo>
                      <a:pt x="3282" y="2316"/>
                    </a:lnTo>
                    <a:lnTo>
                      <a:pt x="3300" y="2316"/>
                    </a:lnTo>
                    <a:lnTo>
                      <a:pt x="3312" y="2286"/>
                    </a:lnTo>
                    <a:lnTo>
                      <a:pt x="3336" y="2286"/>
                    </a:lnTo>
                    <a:lnTo>
                      <a:pt x="3348" y="2250"/>
                    </a:lnTo>
                    <a:lnTo>
                      <a:pt x="3360" y="2250"/>
                    </a:lnTo>
                    <a:lnTo>
                      <a:pt x="3360" y="2208"/>
                    </a:lnTo>
                    <a:lnTo>
                      <a:pt x="3372" y="2208"/>
                    </a:lnTo>
                    <a:lnTo>
                      <a:pt x="3384" y="2196"/>
                    </a:lnTo>
                    <a:lnTo>
                      <a:pt x="3384" y="2172"/>
                    </a:lnTo>
                    <a:lnTo>
                      <a:pt x="3378" y="2160"/>
                    </a:lnTo>
                    <a:lnTo>
                      <a:pt x="3372" y="2154"/>
                    </a:lnTo>
                    <a:lnTo>
                      <a:pt x="3372" y="2142"/>
                    </a:lnTo>
                    <a:lnTo>
                      <a:pt x="3378" y="2136"/>
                    </a:lnTo>
                    <a:lnTo>
                      <a:pt x="3384" y="2136"/>
                    </a:lnTo>
                    <a:lnTo>
                      <a:pt x="3390" y="2130"/>
                    </a:lnTo>
                    <a:lnTo>
                      <a:pt x="3402" y="2124"/>
                    </a:lnTo>
                    <a:lnTo>
                      <a:pt x="3408" y="2118"/>
                    </a:lnTo>
                    <a:lnTo>
                      <a:pt x="3408" y="2094"/>
                    </a:lnTo>
                    <a:lnTo>
                      <a:pt x="3390" y="2076"/>
                    </a:lnTo>
                    <a:lnTo>
                      <a:pt x="3390" y="2064"/>
                    </a:lnTo>
                    <a:lnTo>
                      <a:pt x="3402" y="2058"/>
                    </a:lnTo>
                    <a:lnTo>
                      <a:pt x="3408" y="2052"/>
                    </a:lnTo>
                    <a:lnTo>
                      <a:pt x="3408" y="2016"/>
                    </a:lnTo>
                    <a:lnTo>
                      <a:pt x="3414" y="2016"/>
                    </a:lnTo>
                    <a:lnTo>
                      <a:pt x="3420" y="2010"/>
                    </a:lnTo>
                    <a:lnTo>
                      <a:pt x="3456" y="1992"/>
                    </a:lnTo>
                    <a:lnTo>
                      <a:pt x="3462" y="1980"/>
                    </a:lnTo>
                    <a:lnTo>
                      <a:pt x="3462" y="1962"/>
                    </a:lnTo>
                    <a:lnTo>
                      <a:pt x="3456" y="1956"/>
                    </a:lnTo>
                    <a:lnTo>
                      <a:pt x="3444" y="1956"/>
                    </a:lnTo>
                    <a:lnTo>
                      <a:pt x="3450" y="1956"/>
                    </a:lnTo>
                    <a:lnTo>
                      <a:pt x="3456" y="1950"/>
                    </a:lnTo>
                    <a:lnTo>
                      <a:pt x="3468" y="1950"/>
                    </a:lnTo>
                    <a:lnTo>
                      <a:pt x="3480" y="1944"/>
                    </a:lnTo>
                    <a:lnTo>
                      <a:pt x="3492" y="1932"/>
                    </a:lnTo>
                    <a:lnTo>
                      <a:pt x="3474" y="1914"/>
                    </a:lnTo>
                    <a:lnTo>
                      <a:pt x="3468" y="1914"/>
                    </a:lnTo>
                    <a:lnTo>
                      <a:pt x="3486" y="1896"/>
                    </a:lnTo>
                    <a:lnTo>
                      <a:pt x="3498" y="1872"/>
                    </a:lnTo>
                    <a:lnTo>
                      <a:pt x="3504" y="1866"/>
                    </a:lnTo>
                    <a:lnTo>
                      <a:pt x="3504" y="1854"/>
                    </a:lnTo>
                    <a:lnTo>
                      <a:pt x="3498" y="1848"/>
                    </a:lnTo>
                    <a:lnTo>
                      <a:pt x="3474" y="1842"/>
                    </a:lnTo>
                    <a:lnTo>
                      <a:pt x="3438" y="1848"/>
                    </a:lnTo>
                    <a:lnTo>
                      <a:pt x="3396" y="1854"/>
                    </a:lnTo>
                    <a:lnTo>
                      <a:pt x="3366" y="1860"/>
                    </a:lnTo>
                    <a:lnTo>
                      <a:pt x="3354" y="1866"/>
                    </a:lnTo>
                    <a:lnTo>
                      <a:pt x="3336" y="1848"/>
                    </a:lnTo>
                    <a:lnTo>
                      <a:pt x="3378" y="1848"/>
                    </a:lnTo>
                    <a:lnTo>
                      <a:pt x="3378" y="1836"/>
                    </a:lnTo>
                    <a:lnTo>
                      <a:pt x="3384" y="1824"/>
                    </a:lnTo>
                    <a:lnTo>
                      <a:pt x="3390" y="1818"/>
                    </a:lnTo>
                    <a:lnTo>
                      <a:pt x="3402" y="1812"/>
                    </a:lnTo>
                    <a:lnTo>
                      <a:pt x="3432" y="1812"/>
                    </a:lnTo>
                    <a:lnTo>
                      <a:pt x="3426" y="1800"/>
                    </a:lnTo>
                    <a:lnTo>
                      <a:pt x="3420" y="1794"/>
                    </a:lnTo>
                    <a:lnTo>
                      <a:pt x="3414" y="1782"/>
                    </a:lnTo>
                    <a:lnTo>
                      <a:pt x="3414" y="1776"/>
                    </a:lnTo>
                    <a:lnTo>
                      <a:pt x="3408" y="1770"/>
                    </a:lnTo>
                    <a:lnTo>
                      <a:pt x="3390" y="1770"/>
                    </a:lnTo>
                    <a:lnTo>
                      <a:pt x="3378" y="1764"/>
                    </a:lnTo>
                    <a:lnTo>
                      <a:pt x="3366" y="1764"/>
                    </a:lnTo>
                    <a:lnTo>
                      <a:pt x="3354" y="1746"/>
                    </a:lnTo>
                    <a:lnTo>
                      <a:pt x="3342" y="1746"/>
                    </a:lnTo>
                    <a:lnTo>
                      <a:pt x="3336" y="1734"/>
                    </a:lnTo>
                    <a:lnTo>
                      <a:pt x="3324" y="1728"/>
                    </a:lnTo>
                    <a:lnTo>
                      <a:pt x="3294" y="1728"/>
                    </a:lnTo>
                    <a:lnTo>
                      <a:pt x="3288" y="1734"/>
                    </a:lnTo>
                    <a:lnTo>
                      <a:pt x="3282" y="1734"/>
                    </a:lnTo>
                    <a:lnTo>
                      <a:pt x="3246" y="1686"/>
                    </a:lnTo>
                    <a:lnTo>
                      <a:pt x="3252" y="1698"/>
                    </a:lnTo>
                    <a:lnTo>
                      <a:pt x="3264" y="1704"/>
                    </a:lnTo>
                    <a:lnTo>
                      <a:pt x="3270" y="1710"/>
                    </a:lnTo>
                    <a:lnTo>
                      <a:pt x="3282" y="1716"/>
                    </a:lnTo>
                    <a:lnTo>
                      <a:pt x="3294" y="1716"/>
                    </a:lnTo>
                    <a:lnTo>
                      <a:pt x="3300" y="1710"/>
                    </a:lnTo>
                    <a:lnTo>
                      <a:pt x="3306" y="1710"/>
                    </a:lnTo>
                    <a:lnTo>
                      <a:pt x="3336" y="1716"/>
                    </a:lnTo>
                    <a:lnTo>
                      <a:pt x="3348" y="1734"/>
                    </a:lnTo>
                    <a:lnTo>
                      <a:pt x="3366" y="1728"/>
                    </a:lnTo>
                    <a:lnTo>
                      <a:pt x="3408" y="1740"/>
                    </a:lnTo>
                    <a:lnTo>
                      <a:pt x="3390" y="1716"/>
                    </a:lnTo>
                    <a:lnTo>
                      <a:pt x="3372" y="1710"/>
                    </a:lnTo>
                    <a:lnTo>
                      <a:pt x="3372" y="1692"/>
                    </a:lnTo>
                    <a:lnTo>
                      <a:pt x="3360" y="1680"/>
                    </a:lnTo>
                    <a:lnTo>
                      <a:pt x="3348" y="1674"/>
                    </a:lnTo>
                    <a:lnTo>
                      <a:pt x="3330" y="1674"/>
                    </a:lnTo>
                    <a:lnTo>
                      <a:pt x="3318" y="1662"/>
                    </a:lnTo>
                    <a:lnTo>
                      <a:pt x="3318" y="1650"/>
                    </a:lnTo>
                    <a:lnTo>
                      <a:pt x="3312" y="1644"/>
                    </a:lnTo>
                    <a:lnTo>
                      <a:pt x="3312" y="1632"/>
                    </a:lnTo>
                    <a:lnTo>
                      <a:pt x="3234" y="1530"/>
                    </a:lnTo>
                    <a:lnTo>
                      <a:pt x="3198" y="1524"/>
                    </a:lnTo>
                    <a:lnTo>
                      <a:pt x="3162" y="1494"/>
                    </a:lnTo>
                    <a:lnTo>
                      <a:pt x="3144" y="1500"/>
                    </a:lnTo>
                    <a:lnTo>
                      <a:pt x="3138" y="1488"/>
                    </a:lnTo>
                    <a:lnTo>
                      <a:pt x="3132" y="1482"/>
                    </a:lnTo>
                    <a:lnTo>
                      <a:pt x="3132" y="1470"/>
                    </a:lnTo>
                    <a:lnTo>
                      <a:pt x="3126" y="1464"/>
                    </a:lnTo>
                    <a:lnTo>
                      <a:pt x="3138" y="1452"/>
                    </a:lnTo>
                    <a:lnTo>
                      <a:pt x="3150" y="1446"/>
                    </a:lnTo>
                    <a:lnTo>
                      <a:pt x="3156" y="1434"/>
                    </a:lnTo>
                    <a:lnTo>
                      <a:pt x="3162" y="1428"/>
                    </a:lnTo>
                    <a:lnTo>
                      <a:pt x="3168" y="1416"/>
                    </a:lnTo>
                    <a:lnTo>
                      <a:pt x="3168" y="1410"/>
                    </a:lnTo>
                    <a:lnTo>
                      <a:pt x="3162" y="1398"/>
                    </a:lnTo>
                    <a:lnTo>
                      <a:pt x="3162" y="1392"/>
                    </a:lnTo>
                    <a:lnTo>
                      <a:pt x="3156" y="1380"/>
                    </a:lnTo>
                    <a:lnTo>
                      <a:pt x="3168" y="1386"/>
                    </a:lnTo>
                    <a:lnTo>
                      <a:pt x="3174" y="1392"/>
                    </a:lnTo>
                    <a:lnTo>
                      <a:pt x="3186" y="1398"/>
                    </a:lnTo>
                    <a:lnTo>
                      <a:pt x="3198" y="1386"/>
                    </a:lnTo>
                    <a:lnTo>
                      <a:pt x="3198" y="1368"/>
                    </a:lnTo>
                    <a:lnTo>
                      <a:pt x="3192" y="1356"/>
                    </a:lnTo>
                    <a:lnTo>
                      <a:pt x="3192" y="1344"/>
                    </a:lnTo>
                    <a:lnTo>
                      <a:pt x="3216" y="1344"/>
                    </a:lnTo>
                    <a:lnTo>
                      <a:pt x="3252" y="1320"/>
                    </a:lnTo>
                    <a:lnTo>
                      <a:pt x="3264" y="1320"/>
                    </a:lnTo>
                    <a:lnTo>
                      <a:pt x="3270" y="1326"/>
                    </a:lnTo>
                    <a:lnTo>
                      <a:pt x="3294" y="1326"/>
                    </a:lnTo>
                    <a:lnTo>
                      <a:pt x="3294" y="1320"/>
                    </a:lnTo>
                    <a:lnTo>
                      <a:pt x="3288" y="1314"/>
                    </a:lnTo>
                    <a:lnTo>
                      <a:pt x="3288" y="1308"/>
                    </a:lnTo>
                    <a:lnTo>
                      <a:pt x="3282" y="1302"/>
                    </a:lnTo>
                    <a:lnTo>
                      <a:pt x="3288" y="1278"/>
                    </a:lnTo>
                    <a:lnTo>
                      <a:pt x="3258" y="1278"/>
                    </a:lnTo>
                    <a:lnTo>
                      <a:pt x="3246" y="1266"/>
                    </a:lnTo>
                    <a:lnTo>
                      <a:pt x="3240" y="1278"/>
                    </a:lnTo>
                    <a:lnTo>
                      <a:pt x="3204" y="1278"/>
                    </a:lnTo>
                    <a:lnTo>
                      <a:pt x="3198" y="1272"/>
                    </a:lnTo>
                    <a:lnTo>
                      <a:pt x="3192" y="1260"/>
                    </a:lnTo>
                    <a:lnTo>
                      <a:pt x="3180" y="1254"/>
                    </a:lnTo>
                    <a:lnTo>
                      <a:pt x="3174" y="1248"/>
                    </a:lnTo>
                    <a:lnTo>
                      <a:pt x="3150" y="1248"/>
                    </a:lnTo>
                    <a:lnTo>
                      <a:pt x="3144" y="1260"/>
                    </a:lnTo>
                    <a:lnTo>
                      <a:pt x="3132" y="1266"/>
                    </a:lnTo>
                    <a:lnTo>
                      <a:pt x="3114" y="1284"/>
                    </a:lnTo>
                    <a:lnTo>
                      <a:pt x="3114" y="1296"/>
                    </a:lnTo>
                    <a:lnTo>
                      <a:pt x="3108" y="1302"/>
                    </a:lnTo>
                    <a:lnTo>
                      <a:pt x="3108" y="1308"/>
                    </a:lnTo>
                    <a:lnTo>
                      <a:pt x="3078" y="1308"/>
                    </a:lnTo>
                    <a:lnTo>
                      <a:pt x="3054" y="1296"/>
                    </a:lnTo>
                    <a:lnTo>
                      <a:pt x="3048" y="1290"/>
                    </a:lnTo>
                    <a:lnTo>
                      <a:pt x="3042" y="1278"/>
                    </a:lnTo>
                    <a:lnTo>
                      <a:pt x="3030" y="1242"/>
                    </a:lnTo>
                    <a:lnTo>
                      <a:pt x="3024" y="1230"/>
                    </a:lnTo>
                    <a:lnTo>
                      <a:pt x="3018" y="1224"/>
                    </a:lnTo>
                    <a:lnTo>
                      <a:pt x="3006" y="1224"/>
                    </a:lnTo>
                    <a:lnTo>
                      <a:pt x="3000" y="1230"/>
                    </a:lnTo>
                    <a:lnTo>
                      <a:pt x="3000" y="1242"/>
                    </a:lnTo>
                    <a:lnTo>
                      <a:pt x="2988" y="1224"/>
                    </a:lnTo>
                    <a:lnTo>
                      <a:pt x="2952" y="1224"/>
                    </a:lnTo>
                    <a:lnTo>
                      <a:pt x="2940" y="1218"/>
                    </a:lnTo>
                    <a:lnTo>
                      <a:pt x="2934" y="1212"/>
                    </a:lnTo>
                    <a:lnTo>
                      <a:pt x="2928" y="1200"/>
                    </a:lnTo>
                    <a:lnTo>
                      <a:pt x="2916" y="1194"/>
                    </a:lnTo>
                    <a:lnTo>
                      <a:pt x="2910" y="1182"/>
                    </a:lnTo>
                    <a:lnTo>
                      <a:pt x="2910" y="1140"/>
                    </a:lnTo>
                    <a:lnTo>
                      <a:pt x="2928" y="1140"/>
                    </a:lnTo>
                    <a:lnTo>
                      <a:pt x="2940" y="1152"/>
                    </a:lnTo>
                    <a:lnTo>
                      <a:pt x="2946" y="1152"/>
                    </a:lnTo>
                    <a:lnTo>
                      <a:pt x="2952" y="1146"/>
                    </a:lnTo>
                    <a:lnTo>
                      <a:pt x="2952" y="1140"/>
                    </a:lnTo>
                    <a:lnTo>
                      <a:pt x="2958" y="1134"/>
                    </a:lnTo>
                    <a:lnTo>
                      <a:pt x="2964" y="1134"/>
                    </a:lnTo>
                    <a:lnTo>
                      <a:pt x="2970" y="1140"/>
                    </a:lnTo>
                    <a:lnTo>
                      <a:pt x="2982" y="1140"/>
                    </a:lnTo>
                    <a:lnTo>
                      <a:pt x="2994" y="1134"/>
                    </a:lnTo>
                    <a:lnTo>
                      <a:pt x="3000" y="1128"/>
                    </a:lnTo>
                    <a:lnTo>
                      <a:pt x="3000" y="1116"/>
                    </a:lnTo>
                    <a:lnTo>
                      <a:pt x="2994" y="1110"/>
                    </a:lnTo>
                    <a:lnTo>
                      <a:pt x="2994" y="1086"/>
                    </a:lnTo>
                    <a:lnTo>
                      <a:pt x="3000" y="1074"/>
                    </a:lnTo>
                    <a:lnTo>
                      <a:pt x="3000" y="1068"/>
                    </a:lnTo>
                    <a:lnTo>
                      <a:pt x="3036" y="1068"/>
                    </a:lnTo>
                    <a:lnTo>
                      <a:pt x="3042" y="1062"/>
                    </a:lnTo>
                    <a:lnTo>
                      <a:pt x="3048" y="1050"/>
                    </a:lnTo>
                    <a:lnTo>
                      <a:pt x="3048" y="1038"/>
                    </a:lnTo>
                    <a:lnTo>
                      <a:pt x="3054" y="1032"/>
                    </a:lnTo>
                    <a:lnTo>
                      <a:pt x="3054" y="1026"/>
                    </a:lnTo>
                    <a:lnTo>
                      <a:pt x="3072" y="1014"/>
                    </a:lnTo>
                    <a:lnTo>
                      <a:pt x="3060" y="1002"/>
                    </a:lnTo>
                    <a:lnTo>
                      <a:pt x="3096" y="1014"/>
                    </a:lnTo>
                    <a:lnTo>
                      <a:pt x="3114" y="996"/>
                    </a:lnTo>
                    <a:lnTo>
                      <a:pt x="3126" y="1002"/>
                    </a:lnTo>
                    <a:lnTo>
                      <a:pt x="3132" y="1014"/>
                    </a:lnTo>
                    <a:lnTo>
                      <a:pt x="3144" y="1020"/>
                    </a:lnTo>
                    <a:lnTo>
                      <a:pt x="3156" y="1044"/>
                    </a:lnTo>
                    <a:lnTo>
                      <a:pt x="3156" y="1050"/>
                    </a:lnTo>
                    <a:lnTo>
                      <a:pt x="3144" y="1074"/>
                    </a:lnTo>
                    <a:lnTo>
                      <a:pt x="3126" y="1092"/>
                    </a:lnTo>
                    <a:lnTo>
                      <a:pt x="3126" y="1104"/>
                    </a:lnTo>
                    <a:lnTo>
                      <a:pt x="3132" y="1116"/>
                    </a:lnTo>
                    <a:lnTo>
                      <a:pt x="3144" y="1128"/>
                    </a:lnTo>
                    <a:lnTo>
                      <a:pt x="3150" y="1128"/>
                    </a:lnTo>
                    <a:lnTo>
                      <a:pt x="3162" y="1122"/>
                    </a:lnTo>
                    <a:lnTo>
                      <a:pt x="3168" y="1122"/>
                    </a:lnTo>
                    <a:lnTo>
                      <a:pt x="3162" y="1152"/>
                    </a:lnTo>
                    <a:lnTo>
                      <a:pt x="3144" y="1170"/>
                    </a:lnTo>
                    <a:lnTo>
                      <a:pt x="3144" y="1176"/>
                    </a:lnTo>
                    <a:lnTo>
                      <a:pt x="3150" y="1176"/>
                    </a:lnTo>
                    <a:lnTo>
                      <a:pt x="3162" y="1170"/>
                    </a:lnTo>
                    <a:lnTo>
                      <a:pt x="3168" y="1164"/>
                    </a:lnTo>
                    <a:lnTo>
                      <a:pt x="3180" y="1158"/>
                    </a:lnTo>
                    <a:lnTo>
                      <a:pt x="3186" y="1158"/>
                    </a:lnTo>
                    <a:lnTo>
                      <a:pt x="3198" y="1146"/>
                    </a:lnTo>
                    <a:lnTo>
                      <a:pt x="3198" y="1122"/>
                    </a:lnTo>
                    <a:lnTo>
                      <a:pt x="3204" y="1122"/>
                    </a:lnTo>
                    <a:lnTo>
                      <a:pt x="3210" y="1116"/>
                    </a:lnTo>
                    <a:lnTo>
                      <a:pt x="3258" y="1092"/>
                    </a:lnTo>
                    <a:lnTo>
                      <a:pt x="3264" y="1086"/>
                    </a:lnTo>
                    <a:lnTo>
                      <a:pt x="3306" y="1086"/>
                    </a:lnTo>
                    <a:lnTo>
                      <a:pt x="3312" y="1074"/>
                    </a:lnTo>
                    <a:lnTo>
                      <a:pt x="3312" y="1062"/>
                    </a:lnTo>
                    <a:lnTo>
                      <a:pt x="3318" y="1056"/>
                    </a:lnTo>
                    <a:lnTo>
                      <a:pt x="3324" y="1044"/>
                    </a:lnTo>
                    <a:lnTo>
                      <a:pt x="3360" y="1026"/>
                    </a:lnTo>
                    <a:lnTo>
                      <a:pt x="3372" y="1014"/>
                    </a:lnTo>
                    <a:lnTo>
                      <a:pt x="3390" y="978"/>
                    </a:lnTo>
                    <a:lnTo>
                      <a:pt x="3390" y="948"/>
                    </a:lnTo>
                    <a:lnTo>
                      <a:pt x="3396" y="942"/>
                    </a:lnTo>
                    <a:lnTo>
                      <a:pt x="3396" y="936"/>
                    </a:lnTo>
                    <a:lnTo>
                      <a:pt x="3408" y="936"/>
                    </a:lnTo>
                    <a:lnTo>
                      <a:pt x="3420" y="942"/>
                    </a:lnTo>
                    <a:lnTo>
                      <a:pt x="3432" y="954"/>
                    </a:lnTo>
                    <a:lnTo>
                      <a:pt x="3444" y="954"/>
                    </a:lnTo>
                    <a:lnTo>
                      <a:pt x="3456" y="960"/>
                    </a:lnTo>
                    <a:lnTo>
                      <a:pt x="3504" y="960"/>
                    </a:lnTo>
                    <a:lnTo>
                      <a:pt x="3504" y="948"/>
                    </a:lnTo>
                    <a:lnTo>
                      <a:pt x="3498" y="948"/>
                    </a:lnTo>
                    <a:lnTo>
                      <a:pt x="3474" y="924"/>
                    </a:lnTo>
                    <a:lnTo>
                      <a:pt x="3474" y="912"/>
                    </a:lnTo>
                    <a:lnTo>
                      <a:pt x="3480" y="906"/>
                    </a:lnTo>
                    <a:lnTo>
                      <a:pt x="3486" y="912"/>
                    </a:lnTo>
                    <a:lnTo>
                      <a:pt x="3510" y="912"/>
                    </a:lnTo>
                    <a:lnTo>
                      <a:pt x="3522" y="918"/>
                    </a:lnTo>
                    <a:lnTo>
                      <a:pt x="3534" y="912"/>
                    </a:lnTo>
                    <a:lnTo>
                      <a:pt x="3540" y="900"/>
                    </a:lnTo>
                    <a:lnTo>
                      <a:pt x="3540" y="894"/>
                    </a:lnTo>
                    <a:lnTo>
                      <a:pt x="3534" y="882"/>
                    </a:lnTo>
                    <a:lnTo>
                      <a:pt x="3558" y="882"/>
                    </a:lnTo>
                    <a:lnTo>
                      <a:pt x="3558" y="864"/>
                    </a:lnTo>
                    <a:lnTo>
                      <a:pt x="3552" y="852"/>
                    </a:lnTo>
                    <a:lnTo>
                      <a:pt x="3546" y="846"/>
                    </a:lnTo>
                    <a:lnTo>
                      <a:pt x="3546" y="840"/>
                    </a:lnTo>
                    <a:lnTo>
                      <a:pt x="3576" y="840"/>
                    </a:lnTo>
                    <a:lnTo>
                      <a:pt x="3594" y="864"/>
                    </a:lnTo>
                    <a:lnTo>
                      <a:pt x="3600" y="840"/>
                    </a:lnTo>
                    <a:lnTo>
                      <a:pt x="3630" y="846"/>
                    </a:lnTo>
                    <a:lnTo>
                      <a:pt x="3624" y="810"/>
                    </a:lnTo>
                    <a:lnTo>
                      <a:pt x="3618" y="798"/>
                    </a:lnTo>
                    <a:lnTo>
                      <a:pt x="3606" y="786"/>
                    </a:lnTo>
                    <a:lnTo>
                      <a:pt x="3606" y="774"/>
                    </a:lnTo>
                    <a:lnTo>
                      <a:pt x="3600" y="756"/>
                    </a:lnTo>
                    <a:lnTo>
                      <a:pt x="3588" y="744"/>
                    </a:lnTo>
                    <a:lnTo>
                      <a:pt x="3576" y="726"/>
                    </a:lnTo>
                    <a:lnTo>
                      <a:pt x="3564" y="720"/>
                    </a:lnTo>
                    <a:lnTo>
                      <a:pt x="3552" y="708"/>
                    </a:lnTo>
                    <a:lnTo>
                      <a:pt x="3546" y="708"/>
                    </a:lnTo>
                    <a:lnTo>
                      <a:pt x="3540" y="696"/>
                    </a:lnTo>
                    <a:lnTo>
                      <a:pt x="3540" y="684"/>
                    </a:lnTo>
                    <a:lnTo>
                      <a:pt x="3564" y="684"/>
                    </a:lnTo>
                    <a:lnTo>
                      <a:pt x="3564" y="672"/>
                    </a:lnTo>
                    <a:lnTo>
                      <a:pt x="3558" y="666"/>
                    </a:lnTo>
                    <a:lnTo>
                      <a:pt x="3564" y="660"/>
                    </a:lnTo>
                    <a:lnTo>
                      <a:pt x="3588" y="660"/>
                    </a:lnTo>
                    <a:lnTo>
                      <a:pt x="3600" y="666"/>
                    </a:lnTo>
                    <a:lnTo>
                      <a:pt x="3618" y="672"/>
                    </a:lnTo>
                    <a:lnTo>
                      <a:pt x="3630" y="672"/>
                    </a:lnTo>
                    <a:lnTo>
                      <a:pt x="3642" y="678"/>
                    </a:lnTo>
                    <a:lnTo>
                      <a:pt x="3648" y="678"/>
                    </a:lnTo>
                    <a:lnTo>
                      <a:pt x="3654" y="672"/>
                    </a:lnTo>
                    <a:lnTo>
                      <a:pt x="3654" y="660"/>
                    </a:lnTo>
                    <a:lnTo>
                      <a:pt x="3648" y="648"/>
                    </a:lnTo>
                    <a:lnTo>
                      <a:pt x="3648" y="630"/>
                    </a:lnTo>
                    <a:lnTo>
                      <a:pt x="3654" y="630"/>
                    </a:lnTo>
                    <a:lnTo>
                      <a:pt x="3660" y="624"/>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34" name="Cambodia" descr="© INSCALE GmbH, 05.05.2010&#10;http://www.presentationload.com/">
                <a:extLst>
                  <a:ext uri="{FF2B5EF4-FFF2-40B4-BE49-F238E27FC236}">
                    <a16:creationId xmlns:a16="http://schemas.microsoft.com/office/drawing/2014/main" id="{13D73F6C-1AAC-6D36-95AD-96A214879169}"/>
                  </a:ext>
                </a:extLst>
              </p:cNvPr>
              <p:cNvSpPr>
                <a:spLocks/>
              </p:cNvSpPr>
              <p:nvPr/>
            </p:nvSpPr>
            <p:spPr bwMode="gray">
              <a:xfrm>
                <a:off x="4490" y="2271"/>
                <a:ext cx="97" cy="85"/>
              </a:xfrm>
              <a:custGeom>
                <a:avLst/>
                <a:gdLst>
                  <a:gd name="T0" fmla="*/ 2147483647 w 378"/>
                  <a:gd name="T1" fmla="*/ 2147483647 h 336"/>
                  <a:gd name="T2" fmla="*/ 2147483647 w 378"/>
                  <a:gd name="T3" fmla="*/ 2147483647 h 336"/>
                  <a:gd name="T4" fmla="*/ 2147483647 w 378"/>
                  <a:gd name="T5" fmla="*/ 2147483647 h 336"/>
                  <a:gd name="T6" fmla="*/ 2147483647 w 378"/>
                  <a:gd name="T7" fmla="*/ 2147483647 h 336"/>
                  <a:gd name="T8" fmla="*/ 2147483647 w 378"/>
                  <a:gd name="T9" fmla="*/ 2147483647 h 336"/>
                  <a:gd name="T10" fmla="*/ 2147483647 w 378"/>
                  <a:gd name="T11" fmla="*/ 2147483647 h 336"/>
                  <a:gd name="T12" fmla="*/ 2147483647 w 378"/>
                  <a:gd name="T13" fmla="*/ 2147483647 h 336"/>
                  <a:gd name="T14" fmla="*/ 2147483647 w 378"/>
                  <a:gd name="T15" fmla="*/ 2147483647 h 336"/>
                  <a:gd name="T16" fmla="*/ 2147483647 w 378"/>
                  <a:gd name="T17" fmla="*/ 2147483647 h 336"/>
                  <a:gd name="T18" fmla="*/ 2147483647 w 378"/>
                  <a:gd name="T19" fmla="*/ 2147483647 h 336"/>
                  <a:gd name="T20" fmla="*/ 2147483647 w 378"/>
                  <a:gd name="T21" fmla="*/ 2147483647 h 336"/>
                  <a:gd name="T22" fmla="*/ 2147483647 w 378"/>
                  <a:gd name="T23" fmla="*/ 2147483647 h 336"/>
                  <a:gd name="T24" fmla="*/ 2147483647 w 378"/>
                  <a:gd name="T25" fmla="*/ 2147483647 h 336"/>
                  <a:gd name="T26" fmla="*/ 2147483647 w 378"/>
                  <a:gd name="T27" fmla="*/ 2147483647 h 336"/>
                  <a:gd name="T28" fmla="*/ 0 w 378"/>
                  <a:gd name="T29" fmla="*/ 2147483647 h 336"/>
                  <a:gd name="T30" fmla="*/ 2147483647 w 378"/>
                  <a:gd name="T31" fmla="*/ 2147483647 h 336"/>
                  <a:gd name="T32" fmla="*/ 2147483647 w 378"/>
                  <a:gd name="T33" fmla="*/ 2147483647 h 336"/>
                  <a:gd name="T34" fmla="*/ 2147483647 w 378"/>
                  <a:gd name="T35" fmla="*/ 2147483647 h 336"/>
                  <a:gd name="T36" fmla="*/ 2147483647 w 378"/>
                  <a:gd name="T37" fmla="*/ 2147483647 h 336"/>
                  <a:gd name="T38" fmla="*/ 2147483647 w 378"/>
                  <a:gd name="T39" fmla="*/ 2147483647 h 336"/>
                  <a:gd name="T40" fmla="*/ 2147483647 w 378"/>
                  <a:gd name="T41" fmla="*/ 2147483647 h 336"/>
                  <a:gd name="T42" fmla="*/ 2147483647 w 378"/>
                  <a:gd name="T43" fmla="*/ 2147483647 h 336"/>
                  <a:gd name="T44" fmla="*/ 2147483647 w 378"/>
                  <a:gd name="T45" fmla="*/ 2147483647 h 336"/>
                  <a:gd name="T46" fmla="*/ 2147483647 w 378"/>
                  <a:gd name="T47" fmla="*/ 2147483647 h 336"/>
                  <a:gd name="T48" fmla="*/ 2147483647 w 378"/>
                  <a:gd name="T49" fmla="*/ 2147483647 h 336"/>
                  <a:gd name="T50" fmla="*/ 2147483647 w 378"/>
                  <a:gd name="T51" fmla="*/ 2147483647 h 336"/>
                  <a:gd name="T52" fmla="*/ 2147483647 w 378"/>
                  <a:gd name="T53" fmla="*/ 2147483647 h 336"/>
                  <a:gd name="T54" fmla="*/ 2147483647 w 378"/>
                  <a:gd name="T55" fmla="*/ 2147483647 h 336"/>
                  <a:gd name="T56" fmla="*/ 2147483647 w 378"/>
                  <a:gd name="T57" fmla="*/ 2147483647 h 336"/>
                  <a:gd name="T58" fmla="*/ 2147483647 w 378"/>
                  <a:gd name="T59" fmla="*/ 2147483647 h 336"/>
                  <a:gd name="T60" fmla="*/ 2147483647 w 378"/>
                  <a:gd name="T61" fmla="*/ 2147483647 h 336"/>
                  <a:gd name="T62" fmla="*/ 2147483647 w 378"/>
                  <a:gd name="T63" fmla="*/ 2147483647 h 336"/>
                  <a:gd name="T64" fmla="*/ 2147483647 w 378"/>
                  <a:gd name="T65" fmla="*/ 2147483647 h 336"/>
                  <a:gd name="T66" fmla="*/ 2147483647 w 378"/>
                  <a:gd name="T67" fmla="*/ 2147483647 h 336"/>
                  <a:gd name="T68" fmla="*/ 2147483647 w 378"/>
                  <a:gd name="T69" fmla="*/ 2147483647 h 336"/>
                  <a:gd name="T70" fmla="*/ 2147483647 w 378"/>
                  <a:gd name="T71" fmla="*/ 2147483647 h 336"/>
                  <a:gd name="T72" fmla="*/ 2147483647 w 378"/>
                  <a:gd name="T73" fmla="*/ 2147483647 h 336"/>
                  <a:gd name="T74" fmla="*/ 2147483647 w 378"/>
                  <a:gd name="T75" fmla="*/ 2147483647 h 336"/>
                  <a:gd name="T76" fmla="*/ 2147483647 w 378"/>
                  <a:gd name="T77" fmla="*/ 2147483647 h 336"/>
                  <a:gd name="T78" fmla="*/ 2147483647 w 378"/>
                  <a:gd name="T79" fmla="*/ 2147483647 h 336"/>
                  <a:gd name="T80" fmla="*/ 2147483647 w 378"/>
                  <a:gd name="T81" fmla="*/ 2147483647 h 336"/>
                  <a:gd name="T82" fmla="*/ 2147483647 w 378"/>
                  <a:gd name="T83" fmla="*/ 2147483647 h 336"/>
                  <a:gd name="T84" fmla="*/ 2147483647 w 378"/>
                  <a:gd name="T85" fmla="*/ 2147483647 h 336"/>
                  <a:gd name="T86" fmla="*/ 2147483647 w 378"/>
                  <a:gd name="T87" fmla="*/ 2147483647 h 336"/>
                  <a:gd name="T88" fmla="*/ 2147483647 w 378"/>
                  <a:gd name="T89" fmla="*/ 2147483647 h 336"/>
                  <a:gd name="T90" fmla="*/ 2147483647 w 378"/>
                  <a:gd name="T91" fmla="*/ 2147483647 h 336"/>
                  <a:gd name="T92" fmla="*/ 2147483647 w 378"/>
                  <a:gd name="T93" fmla="*/ 2147483647 h 336"/>
                  <a:gd name="T94" fmla="*/ 2147483647 w 378"/>
                  <a:gd name="T95" fmla="*/ 0 h 3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78"/>
                  <a:gd name="T145" fmla="*/ 0 h 336"/>
                  <a:gd name="T146" fmla="*/ 378 w 378"/>
                  <a:gd name="T147" fmla="*/ 336 h 3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78" h="336">
                    <a:moveTo>
                      <a:pt x="324" y="0"/>
                    </a:moveTo>
                    <a:lnTo>
                      <a:pt x="312" y="12"/>
                    </a:lnTo>
                    <a:lnTo>
                      <a:pt x="276" y="0"/>
                    </a:lnTo>
                    <a:lnTo>
                      <a:pt x="264" y="12"/>
                    </a:lnTo>
                    <a:lnTo>
                      <a:pt x="246" y="24"/>
                    </a:lnTo>
                    <a:lnTo>
                      <a:pt x="258" y="36"/>
                    </a:lnTo>
                    <a:lnTo>
                      <a:pt x="258" y="48"/>
                    </a:lnTo>
                    <a:lnTo>
                      <a:pt x="252" y="54"/>
                    </a:lnTo>
                    <a:lnTo>
                      <a:pt x="240" y="54"/>
                    </a:lnTo>
                    <a:lnTo>
                      <a:pt x="228" y="42"/>
                    </a:lnTo>
                    <a:lnTo>
                      <a:pt x="228" y="36"/>
                    </a:lnTo>
                    <a:lnTo>
                      <a:pt x="222" y="36"/>
                    </a:lnTo>
                    <a:lnTo>
                      <a:pt x="216" y="30"/>
                    </a:lnTo>
                    <a:lnTo>
                      <a:pt x="192" y="30"/>
                    </a:lnTo>
                    <a:lnTo>
                      <a:pt x="192" y="18"/>
                    </a:lnTo>
                    <a:lnTo>
                      <a:pt x="186" y="18"/>
                    </a:lnTo>
                    <a:lnTo>
                      <a:pt x="186" y="24"/>
                    </a:lnTo>
                    <a:lnTo>
                      <a:pt x="180" y="18"/>
                    </a:lnTo>
                    <a:lnTo>
                      <a:pt x="168" y="12"/>
                    </a:lnTo>
                    <a:lnTo>
                      <a:pt x="138" y="12"/>
                    </a:lnTo>
                    <a:lnTo>
                      <a:pt x="126" y="18"/>
                    </a:lnTo>
                    <a:lnTo>
                      <a:pt x="114" y="18"/>
                    </a:lnTo>
                    <a:lnTo>
                      <a:pt x="108" y="12"/>
                    </a:lnTo>
                    <a:lnTo>
                      <a:pt x="72" y="12"/>
                    </a:lnTo>
                    <a:lnTo>
                      <a:pt x="54" y="18"/>
                    </a:lnTo>
                    <a:lnTo>
                      <a:pt x="42" y="24"/>
                    </a:lnTo>
                    <a:lnTo>
                      <a:pt x="36" y="30"/>
                    </a:lnTo>
                    <a:lnTo>
                      <a:pt x="30" y="42"/>
                    </a:lnTo>
                    <a:lnTo>
                      <a:pt x="30" y="48"/>
                    </a:lnTo>
                    <a:lnTo>
                      <a:pt x="0" y="78"/>
                    </a:lnTo>
                    <a:lnTo>
                      <a:pt x="6" y="114"/>
                    </a:lnTo>
                    <a:lnTo>
                      <a:pt x="18" y="126"/>
                    </a:lnTo>
                    <a:lnTo>
                      <a:pt x="18" y="156"/>
                    </a:lnTo>
                    <a:lnTo>
                      <a:pt x="30" y="168"/>
                    </a:lnTo>
                    <a:lnTo>
                      <a:pt x="30" y="198"/>
                    </a:lnTo>
                    <a:lnTo>
                      <a:pt x="42" y="210"/>
                    </a:lnTo>
                    <a:lnTo>
                      <a:pt x="48" y="222"/>
                    </a:lnTo>
                    <a:lnTo>
                      <a:pt x="54" y="228"/>
                    </a:lnTo>
                    <a:lnTo>
                      <a:pt x="54" y="234"/>
                    </a:lnTo>
                    <a:lnTo>
                      <a:pt x="42" y="246"/>
                    </a:lnTo>
                    <a:lnTo>
                      <a:pt x="54" y="270"/>
                    </a:lnTo>
                    <a:lnTo>
                      <a:pt x="60" y="276"/>
                    </a:lnTo>
                    <a:lnTo>
                      <a:pt x="72" y="282"/>
                    </a:lnTo>
                    <a:lnTo>
                      <a:pt x="78" y="282"/>
                    </a:lnTo>
                    <a:lnTo>
                      <a:pt x="90" y="270"/>
                    </a:lnTo>
                    <a:lnTo>
                      <a:pt x="90" y="264"/>
                    </a:lnTo>
                    <a:lnTo>
                      <a:pt x="90" y="288"/>
                    </a:lnTo>
                    <a:lnTo>
                      <a:pt x="96" y="300"/>
                    </a:lnTo>
                    <a:lnTo>
                      <a:pt x="102" y="306"/>
                    </a:lnTo>
                    <a:lnTo>
                      <a:pt x="114" y="306"/>
                    </a:lnTo>
                    <a:lnTo>
                      <a:pt x="120" y="300"/>
                    </a:lnTo>
                    <a:lnTo>
                      <a:pt x="132" y="300"/>
                    </a:lnTo>
                    <a:lnTo>
                      <a:pt x="138" y="306"/>
                    </a:lnTo>
                    <a:lnTo>
                      <a:pt x="138" y="312"/>
                    </a:lnTo>
                    <a:lnTo>
                      <a:pt x="150" y="336"/>
                    </a:lnTo>
                    <a:lnTo>
                      <a:pt x="168" y="336"/>
                    </a:lnTo>
                    <a:lnTo>
                      <a:pt x="180" y="324"/>
                    </a:lnTo>
                    <a:lnTo>
                      <a:pt x="192" y="318"/>
                    </a:lnTo>
                    <a:lnTo>
                      <a:pt x="210" y="318"/>
                    </a:lnTo>
                    <a:lnTo>
                      <a:pt x="222" y="312"/>
                    </a:lnTo>
                    <a:lnTo>
                      <a:pt x="222" y="306"/>
                    </a:lnTo>
                    <a:lnTo>
                      <a:pt x="216" y="300"/>
                    </a:lnTo>
                    <a:lnTo>
                      <a:pt x="210" y="300"/>
                    </a:lnTo>
                    <a:lnTo>
                      <a:pt x="204" y="294"/>
                    </a:lnTo>
                    <a:lnTo>
                      <a:pt x="240" y="294"/>
                    </a:lnTo>
                    <a:lnTo>
                      <a:pt x="240" y="288"/>
                    </a:lnTo>
                    <a:lnTo>
                      <a:pt x="246" y="282"/>
                    </a:lnTo>
                    <a:lnTo>
                      <a:pt x="258" y="282"/>
                    </a:lnTo>
                    <a:lnTo>
                      <a:pt x="270" y="288"/>
                    </a:lnTo>
                    <a:lnTo>
                      <a:pt x="276" y="294"/>
                    </a:lnTo>
                    <a:lnTo>
                      <a:pt x="288" y="300"/>
                    </a:lnTo>
                    <a:lnTo>
                      <a:pt x="294" y="306"/>
                    </a:lnTo>
                    <a:lnTo>
                      <a:pt x="294" y="294"/>
                    </a:lnTo>
                    <a:lnTo>
                      <a:pt x="276" y="276"/>
                    </a:lnTo>
                    <a:lnTo>
                      <a:pt x="264" y="252"/>
                    </a:lnTo>
                    <a:lnTo>
                      <a:pt x="264" y="228"/>
                    </a:lnTo>
                    <a:lnTo>
                      <a:pt x="306" y="228"/>
                    </a:lnTo>
                    <a:lnTo>
                      <a:pt x="306" y="204"/>
                    </a:lnTo>
                    <a:lnTo>
                      <a:pt x="336" y="204"/>
                    </a:lnTo>
                    <a:lnTo>
                      <a:pt x="336" y="186"/>
                    </a:lnTo>
                    <a:lnTo>
                      <a:pt x="342" y="180"/>
                    </a:lnTo>
                    <a:lnTo>
                      <a:pt x="360" y="180"/>
                    </a:lnTo>
                    <a:lnTo>
                      <a:pt x="372" y="186"/>
                    </a:lnTo>
                    <a:lnTo>
                      <a:pt x="372" y="156"/>
                    </a:lnTo>
                    <a:lnTo>
                      <a:pt x="366" y="150"/>
                    </a:lnTo>
                    <a:lnTo>
                      <a:pt x="366" y="120"/>
                    </a:lnTo>
                    <a:lnTo>
                      <a:pt x="360" y="114"/>
                    </a:lnTo>
                    <a:lnTo>
                      <a:pt x="360" y="102"/>
                    </a:lnTo>
                    <a:lnTo>
                      <a:pt x="366" y="102"/>
                    </a:lnTo>
                    <a:lnTo>
                      <a:pt x="378" y="90"/>
                    </a:lnTo>
                    <a:lnTo>
                      <a:pt x="378" y="84"/>
                    </a:lnTo>
                    <a:lnTo>
                      <a:pt x="366" y="60"/>
                    </a:lnTo>
                    <a:lnTo>
                      <a:pt x="354" y="48"/>
                    </a:lnTo>
                    <a:lnTo>
                      <a:pt x="348" y="48"/>
                    </a:lnTo>
                    <a:lnTo>
                      <a:pt x="348" y="6"/>
                    </a:lnTo>
                    <a:lnTo>
                      <a:pt x="324" y="0"/>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35" name="Belize" descr="© INSCALE GmbH, 05.05.2010&#10;http://www.presentationload.com/">
                <a:extLst>
                  <a:ext uri="{FF2B5EF4-FFF2-40B4-BE49-F238E27FC236}">
                    <a16:creationId xmlns:a16="http://schemas.microsoft.com/office/drawing/2014/main" id="{A4F01D7F-EE6F-2FA8-CD82-307E09437042}"/>
                  </a:ext>
                </a:extLst>
              </p:cNvPr>
              <p:cNvSpPr>
                <a:spLocks/>
              </p:cNvSpPr>
              <p:nvPr/>
            </p:nvSpPr>
            <p:spPr bwMode="gray">
              <a:xfrm>
                <a:off x="1063" y="2191"/>
                <a:ext cx="28" cy="53"/>
              </a:xfrm>
              <a:custGeom>
                <a:avLst/>
                <a:gdLst>
                  <a:gd name="T0" fmla="*/ 2147483647 w 108"/>
                  <a:gd name="T1" fmla="*/ 2147483647 h 210"/>
                  <a:gd name="T2" fmla="*/ 2147483647 w 108"/>
                  <a:gd name="T3" fmla="*/ 2147483647 h 210"/>
                  <a:gd name="T4" fmla="*/ 2147483647 w 108"/>
                  <a:gd name="T5" fmla="*/ 2147483647 h 210"/>
                  <a:gd name="T6" fmla="*/ 2147483647 w 108"/>
                  <a:gd name="T7" fmla="*/ 2147483647 h 210"/>
                  <a:gd name="T8" fmla="*/ 2147483647 w 108"/>
                  <a:gd name="T9" fmla="*/ 2147483647 h 210"/>
                  <a:gd name="T10" fmla="*/ 2147483647 w 108"/>
                  <a:gd name="T11" fmla="*/ 0 h 210"/>
                  <a:gd name="T12" fmla="*/ 2147483647 w 108"/>
                  <a:gd name="T13" fmla="*/ 2147483647 h 210"/>
                  <a:gd name="T14" fmla="*/ 2147483647 w 108"/>
                  <a:gd name="T15" fmla="*/ 2147483647 h 210"/>
                  <a:gd name="T16" fmla="*/ 2147483647 w 108"/>
                  <a:gd name="T17" fmla="*/ 2147483647 h 210"/>
                  <a:gd name="T18" fmla="*/ 2147483647 w 108"/>
                  <a:gd name="T19" fmla="*/ 2147483647 h 210"/>
                  <a:gd name="T20" fmla="*/ 2147483647 w 108"/>
                  <a:gd name="T21" fmla="*/ 2147483647 h 210"/>
                  <a:gd name="T22" fmla="*/ 2147483647 w 108"/>
                  <a:gd name="T23" fmla="*/ 2147483647 h 210"/>
                  <a:gd name="T24" fmla="*/ 2147483647 w 108"/>
                  <a:gd name="T25" fmla="*/ 2147483647 h 210"/>
                  <a:gd name="T26" fmla="*/ 2147483647 w 108"/>
                  <a:gd name="T27" fmla="*/ 2147483647 h 210"/>
                  <a:gd name="T28" fmla="*/ 2147483647 w 108"/>
                  <a:gd name="T29" fmla="*/ 2147483647 h 210"/>
                  <a:gd name="T30" fmla="*/ 2147483647 w 108"/>
                  <a:gd name="T31" fmla="*/ 2147483647 h 210"/>
                  <a:gd name="T32" fmla="*/ 2147483647 w 108"/>
                  <a:gd name="T33" fmla="*/ 2147483647 h 210"/>
                  <a:gd name="T34" fmla="*/ 2147483647 w 108"/>
                  <a:gd name="T35" fmla="*/ 2147483647 h 210"/>
                  <a:gd name="T36" fmla="*/ 0 w 108"/>
                  <a:gd name="T37" fmla="*/ 2147483647 h 210"/>
                  <a:gd name="T38" fmla="*/ 2147483647 w 108"/>
                  <a:gd name="T39" fmla="*/ 2147483647 h 210"/>
                  <a:gd name="T40" fmla="*/ 2147483647 w 108"/>
                  <a:gd name="T41" fmla="*/ 2147483647 h 210"/>
                  <a:gd name="T42" fmla="*/ 2147483647 w 108"/>
                  <a:gd name="T43" fmla="*/ 2147483647 h 210"/>
                  <a:gd name="T44" fmla="*/ 2147483647 w 108"/>
                  <a:gd name="T45" fmla="*/ 2147483647 h 210"/>
                  <a:gd name="T46" fmla="*/ 2147483647 w 108"/>
                  <a:gd name="T47" fmla="*/ 2147483647 h 210"/>
                  <a:gd name="T48" fmla="*/ 2147483647 w 108"/>
                  <a:gd name="T49" fmla="*/ 2147483647 h 210"/>
                  <a:gd name="T50" fmla="*/ 2147483647 w 108"/>
                  <a:gd name="T51" fmla="*/ 2147483647 h 210"/>
                  <a:gd name="T52" fmla="*/ 2147483647 w 108"/>
                  <a:gd name="T53" fmla="*/ 2147483647 h 210"/>
                  <a:gd name="T54" fmla="*/ 2147483647 w 108"/>
                  <a:gd name="T55" fmla="*/ 2147483647 h 21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08"/>
                  <a:gd name="T85" fmla="*/ 0 h 210"/>
                  <a:gd name="T86" fmla="*/ 108 w 108"/>
                  <a:gd name="T87" fmla="*/ 210 h 21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08" h="210">
                    <a:moveTo>
                      <a:pt x="108" y="30"/>
                    </a:moveTo>
                    <a:lnTo>
                      <a:pt x="108" y="24"/>
                    </a:lnTo>
                    <a:lnTo>
                      <a:pt x="102" y="24"/>
                    </a:lnTo>
                    <a:lnTo>
                      <a:pt x="90" y="18"/>
                    </a:lnTo>
                    <a:lnTo>
                      <a:pt x="84" y="12"/>
                    </a:lnTo>
                    <a:lnTo>
                      <a:pt x="78" y="0"/>
                    </a:lnTo>
                    <a:lnTo>
                      <a:pt x="78" y="6"/>
                    </a:lnTo>
                    <a:lnTo>
                      <a:pt x="72" y="12"/>
                    </a:lnTo>
                    <a:lnTo>
                      <a:pt x="72" y="24"/>
                    </a:lnTo>
                    <a:lnTo>
                      <a:pt x="66" y="36"/>
                    </a:lnTo>
                    <a:lnTo>
                      <a:pt x="54" y="42"/>
                    </a:lnTo>
                    <a:lnTo>
                      <a:pt x="48" y="48"/>
                    </a:lnTo>
                    <a:lnTo>
                      <a:pt x="42" y="48"/>
                    </a:lnTo>
                    <a:lnTo>
                      <a:pt x="42" y="42"/>
                    </a:lnTo>
                    <a:lnTo>
                      <a:pt x="36" y="36"/>
                    </a:lnTo>
                    <a:lnTo>
                      <a:pt x="30" y="36"/>
                    </a:lnTo>
                    <a:lnTo>
                      <a:pt x="30" y="42"/>
                    </a:lnTo>
                    <a:lnTo>
                      <a:pt x="24" y="54"/>
                    </a:lnTo>
                    <a:lnTo>
                      <a:pt x="0" y="210"/>
                    </a:lnTo>
                    <a:lnTo>
                      <a:pt x="30" y="210"/>
                    </a:lnTo>
                    <a:lnTo>
                      <a:pt x="42" y="168"/>
                    </a:lnTo>
                    <a:lnTo>
                      <a:pt x="60" y="174"/>
                    </a:lnTo>
                    <a:lnTo>
                      <a:pt x="84" y="150"/>
                    </a:lnTo>
                    <a:lnTo>
                      <a:pt x="84" y="90"/>
                    </a:lnTo>
                    <a:lnTo>
                      <a:pt x="90" y="78"/>
                    </a:lnTo>
                    <a:lnTo>
                      <a:pt x="96" y="60"/>
                    </a:lnTo>
                    <a:lnTo>
                      <a:pt x="108" y="36"/>
                    </a:lnTo>
                    <a:lnTo>
                      <a:pt x="108" y="30"/>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36" name="Australia" descr="© INSCALE GmbH, 05.05.2010&#10;http://www.presentationload.com/">
                <a:extLst>
                  <a:ext uri="{FF2B5EF4-FFF2-40B4-BE49-F238E27FC236}">
                    <a16:creationId xmlns:a16="http://schemas.microsoft.com/office/drawing/2014/main" id="{E971182E-6CBB-4810-373F-FE4CF287F1F4}"/>
                  </a:ext>
                </a:extLst>
              </p:cNvPr>
              <p:cNvSpPr>
                <a:spLocks noEditPoints="1"/>
              </p:cNvSpPr>
              <p:nvPr/>
            </p:nvSpPr>
            <p:spPr bwMode="gray">
              <a:xfrm>
                <a:off x="4618" y="2786"/>
                <a:ext cx="720" cy="675"/>
              </a:xfrm>
              <a:custGeom>
                <a:avLst/>
                <a:gdLst>
                  <a:gd name="T0" fmla="*/ 2147483647 w 2838"/>
                  <a:gd name="T1" fmla="*/ 2147483647 h 2664"/>
                  <a:gd name="T2" fmla="*/ 2147483647 w 2838"/>
                  <a:gd name="T3" fmla="*/ 2147483647 h 2664"/>
                  <a:gd name="T4" fmla="*/ 2147483647 w 2838"/>
                  <a:gd name="T5" fmla="*/ 2147483647 h 2664"/>
                  <a:gd name="T6" fmla="*/ 2147483647 w 2838"/>
                  <a:gd name="T7" fmla="*/ 2147483647 h 2664"/>
                  <a:gd name="T8" fmla="*/ 2147483647 w 2838"/>
                  <a:gd name="T9" fmla="*/ 2147483647 h 2664"/>
                  <a:gd name="T10" fmla="*/ 2147483647 w 2838"/>
                  <a:gd name="T11" fmla="*/ 2147483647 h 2664"/>
                  <a:gd name="T12" fmla="*/ 2147483647 w 2838"/>
                  <a:gd name="T13" fmla="*/ 2147483647 h 2664"/>
                  <a:gd name="T14" fmla="*/ 2147483647 w 2838"/>
                  <a:gd name="T15" fmla="*/ 2147483647 h 2664"/>
                  <a:gd name="T16" fmla="*/ 2147483647 w 2838"/>
                  <a:gd name="T17" fmla="*/ 2147483647 h 2664"/>
                  <a:gd name="T18" fmla="*/ 2147483647 w 2838"/>
                  <a:gd name="T19" fmla="*/ 2147483647 h 2664"/>
                  <a:gd name="T20" fmla="*/ 2147483647 w 2838"/>
                  <a:gd name="T21" fmla="*/ 2147483647 h 2664"/>
                  <a:gd name="T22" fmla="*/ 2147483647 w 2838"/>
                  <a:gd name="T23" fmla="*/ 2147483647 h 2664"/>
                  <a:gd name="T24" fmla="*/ 2147483647 w 2838"/>
                  <a:gd name="T25" fmla="*/ 2147483647 h 2664"/>
                  <a:gd name="T26" fmla="*/ 2147483647 w 2838"/>
                  <a:gd name="T27" fmla="*/ 2147483647 h 2664"/>
                  <a:gd name="T28" fmla="*/ 2147483647 w 2838"/>
                  <a:gd name="T29" fmla="*/ 2147483647 h 2664"/>
                  <a:gd name="T30" fmla="*/ 2147483647 w 2838"/>
                  <a:gd name="T31" fmla="*/ 2147483647 h 2664"/>
                  <a:gd name="T32" fmla="*/ 2147483647 w 2838"/>
                  <a:gd name="T33" fmla="*/ 2147483647 h 2664"/>
                  <a:gd name="T34" fmla="*/ 2147483647 w 2838"/>
                  <a:gd name="T35" fmla="*/ 2147483647 h 2664"/>
                  <a:gd name="T36" fmla="*/ 2147483647 w 2838"/>
                  <a:gd name="T37" fmla="*/ 2147483647 h 2664"/>
                  <a:gd name="T38" fmla="*/ 2147483647 w 2838"/>
                  <a:gd name="T39" fmla="*/ 2147483647 h 2664"/>
                  <a:gd name="T40" fmla="*/ 2147483647 w 2838"/>
                  <a:gd name="T41" fmla="*/ 2147483647 h 2664"/>
                  <a:gd name="T42" fmla="*/ 2147483647 w 2838"/>
                  <a:gd name="T43" fmla="*/ 2147483647 h 2664"/>
                  <a:gd name="T44" fmla="*/ 2147483647 w 2838"/>
                  <a:gd name="T45" fmla="*/ 2147483647 h 2664"/>
                  <a:gd name="T46" fmla="*/ 2147483647 w 2838"/>
                  <a:gd name="T47" fmla="*/ 2147483647 h 2664"/>
                  <a:gd name="T48" fmla="*/ 2147483647 w 2838"/>
                  <a:gd name="T49" fmla="*/ 2147483647 h 2664"/>
                  <a:gd name="T50" fmla="*/ 2147483647 w 2838"/>
                  <a:gd name="T51" fmla="*/ 2147483647 h 2664"/>
                  <a:gd name="T52" fmla="*/ 2147483647 w 2838"/>
                  <a:gd name="T53" fmla="*/ 2147483647 h 2664"/>
                  <a:gd name="T54" fmla="*/ 2147483647 w 2838"/>
                  <a:gd name="T55" fmla="*/ 2147483647 h 2664"/>
                  <a:gd name="T56" fmla="*/ 2147483647 w 2838"/>
                  <a:gd name="T57" fmla="*/ 2147483647 h 2664"/>
                  <a:gd name="T58" fmla="*/ 2147483647 w 2838"/>
                  <a:gd name="T59" fmla="*/ 2147483647 h 2664"/>
                  <a:gd name="T60" fmla="*/ 2147483647 w 2838"/>
                  <a:gd name="T61" fmla="*/ 2147483647 h 2664"/>
                  <a:gd name="T62" fmla="*/ 2147483647 w 2838"/>
                  <a:gd name="T63" fmla="*/ 2147483647 h 2664"/>
                  <a:gd name="T64" fmla="*/ 2147483647 w 2838"/>
                  <a:gd name="T65" fmla="*/ 2147483647 h 2664"/>
                  <a:gd name="T66" fmla="*/ 2147483647 w 2838"/>
                  <a:gd name="T67" fmla="*/ 2147483647 h 2664"/>
                  <a:gd name="T68" fmla="*/ 2147483647 w 2838"/>
                  <a:gd name="T69" fmla="*/ 2147483647 h 2664"/>
                  <a:gd name="T70" fmla="*/ 2147483647 w 2838"/>
                  <a:gd name="T71" fmla="*/ 2147483647 h 2664"/>
                  <a:gd name="T72" fmla="*/ 2147483647 w 2838"/>
                  <a:gd name="T73" fmla="*/ 2147483647 h 2664"/>
                  <a:gd name="T74" fmla="*/ 2147483647 w 2838"/>
                  <a:gd name="T75" fmla="*/ 2147483647 h 2664"/>
                  <a:gd name="T76" fmla="*/ 2147483647 w 2838"/>
                  <a:gd name="T77" fmla="*/ 2147483647 h 2664"/>
                  <a:gd name="T78" fmla="*/ 2147483647 w 2838"/>
                  <a:gd name="T79" fmla="*/ 2147483647 h 2664"/>
                  <a:gd name="T80" fmla="*/ 2147483647 w 2838"/>
                  <a:gd name="T81" fmla="*/ 2147483647 h 2664"/>
                  <a:gd name="T82" fmla="*/ 2147483647 w 2838"/>
                  <a:gd name="T83" fmla="*/ 2147483647 h 2664"/>
                  <a:gd name="T84" fmla="*/ 2147483647 w 2838"/>
                  <a:gd name="T85" fmla="*/ 2147483647 h 2664"/>
                  <a:gd name="T86" fmla="*/ 2147483647 w 2838"/>
                  <a:gd name="T87" fmla="*/ 2147483647 h 2664"/>
                  <a:gd name="T88" fmla="*/ 2147483647 w 2838"/>
                  <a:gd name="T89" fmla="*/ 2147483647 h 2664"/>
                  <a:gd name="T90" fmla="*/ 2147483647 w 2838"/>
                  <a:gd name="T91" fmla="*/ 2147483647 h 2664"/>
                  <a:gd name="T92" fmla="*/ 2147483647 w 2838"/>
                  <a:gd name="T93" fmla="*/ 2147483647 h 2664"/>
                  <a:gd name="T94" fmla="*/ 2147483647 w 2838"/>
                  <a:gd name="T95" fmla="*/ 2147483647 h 2664"/>
                  <a:gd name="T96" fmla="*/ 2147483647 w 2838"/>
                  <a:gd name="T97" fmla="*/ 2147483647 h 2664"/>
                  <a:gd name="T98" fmla="*/ 2147483647 w 2838"/>
                  <a:gd name="T99" fmla="*/ 2147483647 h 2664"/>
                  <a:gd name="T100" fmla="*/ 2147483647 w 2838"/>
                  <a:gd name="T101" fmla="*/ 2147483647 h 2664"/>
                  <a:gd name="T102" fmla="*/ 2147483647 w 2838"/>
                  <a:gd name="T103" fmla="*/ 2147483647 h 2664"/>
                  <a:gd name="T104" fmla="*/ 2147483647 w 2838"/>
                  <a:gd name="T105" fmla="*/ 2147483647 h 2664"/>
                  <a:gd name="T106" fmla="*/ 2147483647 w 2838"/>
                  <a:gd name="T107" fmla="*/ 2147483647 h 2664"/>
                  <a:gd name="T108" fmla="*/ 2147483647 w 2838"/>
                  <a:gd name="T109" fmla="*/ 2147483647 h 2664"/>
                  <a:gd name="T110" fmla="*/ 2147483647 w 2838"/>
                  <a:gd name="T111" fmla="*/ 2147483647 h 2664"/>
                  <a:gd name="T112" fmla="*/ 2147483647 w 2838"/>
                  <a:gd name="T113" fmla="*/ 2147483647 h 2664"/>
                  <a:gd name="T114" fmla="*/ 2147483647 w 2838"/>
                  <a:gd name="T115" fmla="*/ 2147483647 h 2664"/>
                  <a:gd name="T116" fmla="*/ 2147483647 w 2838"/>
                  <a:gd name="T117" fmla="*/ 2147483647 h 266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838"/>
                  <a:gd name="T178" fmla="*/ 0 h 2664"/>
                  <a:gd name="T179" fmla="*/ 2838 w 2838"/>
                  <a:gd name="T180" fmla="*/ 2664 h 266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838" h="2664">
                    <a:moveTo>
                      <a:pt x="1530" y="66"/>
                    </a:moveTo>
                    <a:lnTo>
                      <a:pt x="1524" y="60"/>
                    </a:lnTo>
                    <a:lnTo>
                      <a:pt x="1518" y="60"/>
                    </a:lnTo>
                    <a:lnTo>
                      <a:pt x="1506" y="66"/>
                    </a:lnTo>
                    <a:lnTo>
                      <a:pt x="1500" y="72"/>
                    </a:lnTo>
                    <a:lnTo>
                      <a:pt x="1494" y="84"/>
                    </a:lnTo>
                    <a:lnTo>
                      <a:pt x="1494" y="102"/>
                    </a:lnTo>
                    <a:lnTo>
                      <a:pt x="1506" y="102"/>
                    </a:lnTo>
                    <a:lnTo>
                      <a:pt x="1512" y="90"/>
                    </a:lnTo>
                    <a:lnTo>
                      <a:pt x="1524" y="78"/>
                    </a:lnTo>
                    <a:lnTo>
                      <a:pt x="1530" y="66"/>
                    </a:lnTo>
                    <a:close/>
                    <a:moveTo>
                      <a:pt x="1476" y="2016"/>
                    </a:moveTo>
                    <a:lnTo>
                      <a:pt x="1464" y="2016"/>
                    </a:lnTo>
                    <a:lnTo>
                      <a:pt x="1440" y="2028"/>
                    </a:lnTo>
                    <a:lnTo>
                      <a:pt x="1440" y="2034"/>
                    </a:lnTo>
                    <a:lnTo>
                      <a:pt x="1452" y="2046"/>
                    </a:lnTo>
                    <a:lnTo>
                      <a:pt x="1452" y="2052"/>
                    </a:lnTo>
                    <a:lnTo>
                      <a:pt x="1470" y="2052"/>
                    </a:lnTo>
                    <a:lnTo>
                      <a:pt x="1482" y="2046"/>
                    </a:lnTo>
                    <a:lnTo>
                      <a:pt x="1488" y="2040"/>
                    </a:lnTo>
                    <a:lnTo>
                      <a:pt x="1506" y="2040"/>
                    </a:lnTo>
                    <a:lnTo>
                      <a:pt x="1512" y="2034"/>
                    </a:lnTo>
                    <a:lnTo>
                      <a:pt x="1530" y="2034"/>
                    </a:lnTo>
                    <a:lnTo>
                      <a:pt x="1536" y="2028"/>
                    </a:lnTo>
                    <a:lnTo>
                      <a:pt x="1512" y="2028"/>
                    </a:lnTo>
                    <a:lnTo>
                      <a:pt x="1500" y="2016"/>
                    </a:lnTo>
                    <a:lnTo>
                      <a:pt x="1476" y="2016"/>
                    </a:lnTo>
                    <a:close/>
                    <a:moveTo>
                      <a:pt x="2802" y="1164"/>
                    </a:moveTo>
                    <a:lnTo>
                      <a:pt x="2802" y="1134"/>
                    </a:lnTo>
                    <a:lnTo>
                      <a:pt x="2796" y="1116"/>
                    </a:lnTo>
                    <a:lnTo>
                      <a:pt x="2796" y="1092"/>
                    </a:lnTo>
                    <a:lnTo>
                      <a:pt x="2790" y="1086"/>
                    </a:lnTo>
                    <a:lnTo>
                      <a:pt x="2778" y="1086"/>
                    </a:lnTo>
                    <a:lnTo>
                      <a:pt x="2772" y="1080"/>
                    </a:lnTo>
                    <a:lnTo>
                      <a:pt x="2760" y="1080"/>
                    </a:lnTo>
                    <a:lnTo>
                      <a:pt x="2760" y="1062"/>
                    </a:lnTo>
                    <a:lnTo>
                      <a:pt x="2742" y="1050"/>
                    </a:lnTo>
                    <a:lnTo>
                      <a:pt x="2742" y="1014"/>
                    </a:lnTo>
                    <a:lnTo>
                      <a:pt x="2736" y="1008"/>
                    </a:lnTo>
                    <a:lnTo>
                      <a:pt x="2724" y="1002"/>
                    </a:lnTo>
                    <a:lnTo>
                      <a:pt x="2718" y="996"/>
                    </a:lnTo>
                    <a:lnTo>
                      <a:pt x="2706" y="996"/>
                    </a:lnTo>
                    <a:lnTo>
                      <a:pt x="2712" y="996"/>
                    </a:lnTo>
                    <a:lnTo>
                      <a:pt x="2718" y="990"/>
                    </a:lnTo>
                    <a:lnTo>
                      <a:pt x="2730" y="990"/>
                    </a:lnTo>
                    <a:lnTo>
                      <a:pt x="2742" y="984"/>
                    </a:lnTo>
                    <a:lnTo>
                      <a:pt x="2760" y="966"/>
                    </a:lnTo>
                    <a:lnTo>
                      <a:pt x="2754" y="954"/>
                    </a:lnTo>
                    <a:lnTo>
                      <a:pt x="2736" y="936"/>
                    </a:lnTo>
                    <a:lnTo>
                      <a:pt x="2730" y="936"/>
                    </a:lnTo>
                    <a:lnTo>
                      <a:pt x="2730" y="930"/>
                    </a:lnTo>
                    <a:lnTo>
                      <a:pt x="2712" y="912"/>
                    </a:lnTo>
                    <a:lnTo>
                      <a:pt x="2700" y="906"/>
                    </a:lnTo>
                    <a:lnTo>
                      <a:pt x="2694" y="912"/>
                    </a:lnTo>
                    <a:lnTo>
                      <a:pt x="2694" y="936"/>
                    </a:lnTo>
                    <a:lnTo>
                      <a:pt x="2670" y="930"/>
                    </a:lnTo>
                    <a:lnTo>
                      <a:pt x="2670" y="924"/>
                    </a:lnTo>
                    <a:lnTo>
                      <a:pt x="2676" y="918"/>
                    </a:lnTo>
                    <a:lnTo>
                      <a:pt x="2676" y="906"/>
                    </a:lnTo>
                    <a:lnTo>
                      <a:pt x="2682" y="894"/>
                    </a:lnTo>
                    <a:lnTo>
                      <a:pt x="2688" y="876"/>
                    </a:lnTo>
                    <a:lnTo>
                      <a:pt x="2688" y="858"/>
                    </a:lnTo>
                    <a:lnTo>
                      <a:pt x="2682" y="852"/>
                    </a:lnTo>
                    <a:lnTo>
                      <a:pt x="2676" y="840"/>
                    </a:lnTo>
                    <a:lnTo>
                      <a:pt x="2670" y="840"/>
                    </a:lnTo>
                    <a:lnTo>
                      <a:pt x="2652" y="822"/>
                    </a:lnTo>
                    <a:lnTo>
                      <a:pt x="2652" y="816"/>
                    </a:lnTo>
                    <a:lnTo>
                      <a:pt x="2658" y="804"/>
                    </a:lnTo>
                    <a:lnTo>
                      <a:pt x="2658" y="792"/>
                    </a:lnTo>
                    <a:lnTo>
                      <a:pt x="2664" y="774"/>
                    </a:lnTo>
                    <a:lnTo>
                      <a:pt x="2664" y="762"/>
                    </a:lnTo>
                    <a:lnTo>
                      <a:pt x="2652" y="750"/>
                    </a:lnTo>
                    <a:lnTo>
                      <a:pt x="2628" y="732"/>
                    </a:lnTo>
                    <a:lnTo>
                      <a:pt x="2598" y="720"/>
                    </a:lnTo>
                    <a:lnTo>
                      <a:pt x="2580" y="708"/>
                    </a:lnTo>
                    <a:lnTo>
                      <a:pt x="2568" y="702"/>
                    </a:lnTo>
                    <a:lnTo>
                      <a:pt x="2556" y="708"/>
                    </a:lnTo>
                    <a:lnTo>
                      <a:pt x="2550" y="696"/>
                    </a:lnTo>
                    <a:lnTo>
                      <a:pt x="2538" y="684"/>
                    </a:lnTo>
                    <a:lnTo>
                      <a:pt x="2532" y="672"/>
                    </a:lnTo>
                    <a:lnTo>
                      <a:pt x="2520" y="660"/>
                    </a:lnTo>
                    <a:lnTo>
                      <a:pt x="2514" y="642"/>
                    </a:lnTo>
                    <a:lnTo>
                      <a:pt x="2514" y="594"/>
                    </a:lnTo>
                    <a:lnTo>
                      <a:pt x="2520" y="576"/>
                    </a:lnTo>
                    <a:lnTo>
                      <a:pt x="2526" y="564"/>
                    </a:lnTo>
                    <a:lnTo>
                      <a:pt x="2526" y="546"/>
                    </a:lnTo>
                    <a:lnTo>
                      <a:pt x="2520" y="504"/>
                    </a:lnTo>
                    <a:lnTo>
                      <a:pt x="2502" y="462"/>
                    </a:lnTo>
                    <a:lnTo>
                      <a:pt x="2490" y="426"/>
                    </a:lnTo>
                    <a:lnTo>
                      <a:pt x="2490" y="402"/>
                    </a:lnTo>
                    <a:lnTo>
                      <a:pt x="2496" y="390"/>
                    </a:lnTo>
                    <a:lnTo>
                      <a:pt x="2502" y="384"/>
                    </a:lnTo>
                    <a:lnTo>
                      <a:pt x="2502" y="324"/>
                    </a:lnTo>
                    <a:lnTo>
                      <a:pt x="2496" y="312"/>
                    </a:lnTo>
                    <a:lnTo>
                      <a:pt x="2496" y="300"/>
                    </a:lnTo>
                    <a:lnTo>
                      <a:pt x="2472" y="294"/>
                    </a:lnTo>
                    <a:lnTo>
                      <a:pt x="2460" y="288"/>
                    </a:lnTo>
                    <a:lnTo>
                      <a:pt x="2454" y="276"/>
                    </a:lnTo>
                    <a:lnTo>
                      <a:pt x="2442" y="270"/>
                    </a:lnTo>
                    <a:lnTo>
                      <a:pt x="2424" y="270"/>
                    </a:lnTo>
                    <a:lnTo>
                      <a:pt x="2418" y="282"/>
                    </a:lnTo>
                    <a:lnTo>
                      <a:pt x="2412" y="288"/>
                    </a:lnTo>
                    <a:lnTo>
                      <a:pt x="2412" y="282"/>
                    </a:lnTo>
                    <a:lnTo>
                      <a:pt x="2406" y="276"/>
                    </a:lnTo>
                    <a:lnTo>
                      <a:pt x="2400" y="264"/>
                    </a:lnTo>
                    <a:lnTo>
                      <a:pt x="2400" y="228"/>
                    </a:lnTo>
                    <a:lnTo>
                      <a:pt x="2406" y="216"/>
                    </a:lnTo>
                    <a:lnTo>
                      <a:pt x="2406" y="204"/>
                    </a:lnTo>
                    <a:lnTo>
                      <a:pt x="2388" y="180"/>
                    </a:lnTo>
                    <a:lnTo>
                      <a:pt x="2394" y="96"/>
                    </a:lnTo>
                    <a:lnTo>
                      <a:pt x="2382" y="90"/>
                    </a:lnTo>
                    <a:lnTo>
                      <a:pt x="2364" y="72"/>
                    </a:lnTo>
                    <a:lnTo>
                      <a:pt x="2364" y="66"/>
                    </a:lnTo>
                    <a:lnTo>
                      <a:pt x="2370" y="48"/>
                    </a:lnTo>
                    <a:lnTo>
                      <a:pt x="2370" y="24"/>
                    </a:lnTo>
                    <a:lnTo>
                      <a:pt x="2364" y="18"/>
                    </a:lnTo>
                    <a:lnTo>
                      <a:pt x="2346" y="18"/>
                    </a:lnTo>
                    <a:lnTo>
                      <a:pt x="2346" y="0"/>
                    </a:lnTo>
                    <a:lnTo>
                      <a:pt x="2316" y="12"/>
                    </a:lnTo>
                    <a:lnTo>
                      <a:pt x="2310" y="30"/>
                    </a:lnTo>
                    <a:lnTo>
                      <a:pt x="2298" y="36"/>
                    </a:lnTo>
                    <a:lnTo>
                      <a:pt x="2292" y="42"/>
                    </a:lnTo>
                    <a:lnTo>
                      <a:pt x="2280" y="48"/>
                    </a:lnTo>
                    <a:lnTo>
                      <a:pt x="2280" y="66"/>
                    </a:lnTo>
                    <a:lnTo>
                      <a:pt x="2286" y="78"/>
                    </a:lnTo>
                    <a:lnTo>
                      <a:pt x="2286" y="90"/>
                    </a:lnTo>
                    <a:lnTo>
                      <a:pt x="2292" y="102"/>
                    </a:lnTo>
                    <a:lnTo>
                      <a:pt x="2292" y="114"/>
                    </a:lnTo>
                    <a:lnTo>
                      <a:pt x="2286" y="126"/>
                    </a:lnTo>
                    <a:lnTo>
                      <a:pt x="2274" y="138"/>
                    </a:lnTo>
                    <a:lnTo>
                      <a:pt x="2268" y="150"/>
                    </a:lnTo>
                    <a:lnTo>
                      <a:pt x="2238" y="180"/>
                    </a:lnTo>
                    <a:lnTo>
                      <a:pt x="2256" y="192"/>
                    </a:lnTo>
                    <a:lnTo>
                      <a:pt x="2256" y="198"/>
                    </a:lnTo>
                    <a:lnTo>
                      <a:pt x="2250" y="204"/>
                    </a:lnTo>
                    <a:lnTo>
                      <a:pt x="2238" y="228"/>
                    </a:lnTo>
                    <a:lnTo>
                      <a:pt x="2232" y="234"/>
                    </a:lnTo>
                    <a:lnTo>
                      <a:pt x="2232" y="264"/>
                    </a:lnTo>
                    <a:lnTo>
                      <a:pt x="2238" y="276"/>
                    </a:lnTo>
                    <a:lnTo>
                      <a:pt x="2238" y="288"/>
                    </a:lnTo>
                    <a:lnTo>
                      <a:pt x="2232" y="300"/>
                    </a:lnTo>
                    <a:lnTo>
                      <a:pt x="2214" y="408"/>
                    </a:lnTo>
                    <a:lnTo>
                      <a:pt x="2208" y="432"/>
                    </a:lnTo>
                    <a:lnTo>
                      <a:pt x="2202" y="438"/>
                    </a:lnTo>
                    <a:lnTo>
                      <a:pt x="2190" y="462"/>
                    </a:lnTo>
                    <a:lnTo>
                      <a:pt x="2178" y="474"/>
                    </a:lnTo>
                    <a:lnTo>
                      <a:pt x="2172" y="486"/>
                    </a:lnTo>
                    <a:lnTo>
                      <a:pt x="2166" y="492"/>
                    </a:lnTo>
                    <a:lnTo>
                      <a:pt x="2166" y="516"/>
                    </a:lnTo>
                    <a:lnTo>
                      <a:pt x="2160" y="534"/>
                    </a:lnTo>
                    <a:lnTo>
                      <a:pt x="2154" y="546"/>
                    </a:lnTo>
                    <a:lnTo>
                      <a:pt x="2142" y="552"/>
                    </a:lnTo>
                    <a:lnTo>
                      <a:pt x="2088" y="570"/>
                    </a:lnTo>
                    <a:lnTo>
                      <a:pt x="2076" y="570"/>
                    </a:lnTo>
                    <a:lnTo>
                      <a:pt x="2064" y="576"/>
                    </a:lnTo>
                    <a:lnTo>
                      <a:pt x="2058" y="576"/>
                    </a:lnTo>
                    <a:lnTo>
                      <a:pt x="2058" y="570"/>
                    </a:lnTo>
                    <a:lnTo>
                      <a:pt x="2052" y="564"/>
                    </a:lnTo>
                    <a:lnTo>
                      <a:pt x="2028" y="516"/>
                    </a:lnTo>
                    <a:lnTo>
                      <a:pt x="2022" y="510"/>
                    </a:lnTo>
                    <a:lnTo>
                      <a:pt x="1998" y="492"/>
                    </a:lnTo>
                    <a:lnTo>
                      <a:pt x="1956" y="474"/>
                    </a:lnTo>
                    <a:lnTo>
                      <a:pt x="1920" y="462"/>
                    </a:lnTo>
                    <a:lnTo>
                      <a:pt x="1908" y="456"/>
                    </a:lnTo>
                    <a:lnTo>
                      <a:pt x="1896" y="438"/>
                    </a:lnTo>
                    <a:lnTo>
                      <a:pt x="1884" y="426"/>
                    </a:lnTo>
                    <a:lnTo>
                      <a:pt x="1872" y="402"/>
                    </a:lnTo>
                    <a:lnTo>
                      <a:pt x="1866" y="396"/>
                    </a:lnTo>
                    <a:lnTo>
                      <a:pt x="1830" y="396"/>
                    </a:lnTo>
                    <a:lnTo>
                      <a:pt x="1806" y="348"/>
                    </a:lnTo>
                    <a:lnTo>
                      <a:pt x="1824" y="330"/>
                    </a:lnTo>
                    <a:lnTo>
                      <a:pt x="1824" y="306"/>
                    </a:lnTo>
                    <a:lnTo>
                      <a:pt x="1830" y="294"/>
                    </a:lnTo>
                    <a:lnTo>
                      <a:pt x="1836" y="288"/>
                    </a:lnTo>
                    <a:lnTo>
                      <a:pt x="1848" y="282"/>
                    </a:lnTo>
                    <a:lnTo>
                      <a:pt x="1854" y="276"/>
                    </a:lnTo>
                    <a:lnTo>
                      <a:pt x="1848" y="228"/>
                    </a:lnTo>
                    <a:lnTo>
                      <a:pt x="1866" y="210"/>
                    </a:lnTo>
                    <a:lnTo>
                      <a:pt x="1872" y="216"/>
                    </a:lnTo>
                    <a:lnTo>
                      <a:pt x="1884" y="216"/>
                    </a:lnTo>
                    <a:lnTo>
                      <a:pt x="1890" y="222"/>
                    </a:lnTo>
                    <a:lnTo>
                      <a:pt x="1896" y="222"/>
                    </a:lnTo>
                    <a:lnTo>
                      <a:pt x="1902" y="216"/>
                    </a:lnTo>
                    <a:lnTo>
                      <a:pt x="1908" y="204"/>
                    </a:lnTo>
                    <a:lnTo>
                      <a:pt x="1908" y="180"/>
                    </a:lnTo>
                    <a:lnTo>
                      <a:pt x="1944" y="144"/>
                    </a:lnTo>
                    <a:lnTo>
                      <a:pt x="1938" y="132"/>
                    </a:lnTo>
                    <a:lnTo>
                      <a:pt x="1914" y="108"/>
                    </a:lnTo>
                    <a:lnTo>
                      <a:pt x="1890" y="108"/>
                    </a:lnTo>
                    <a:lnTo>
                      <a:pt x="1872" y="114"/>
                    </a:lnTo>
                    <a:lnTo>
                      <a:pt x="1848" y="126"/>
                    </a:lnTo>
                    <a:lnTo>
                      <a:pt x="1842" y="138"/>
                    </a:lnTo>
                    <a:lnTo>
                      <a:pt x="1842" y="120"/>
                    </a:lnTo>
                    <a:lnTo>
                      <a:pt x="1812" y="126"/>
                    </a:lnTo>
                    <a:lnTo>
                      <a:pt x="1794" y="138"/>
                    </a:lnTo>
                    <a:lnTo>
                      <a:pt x="1788" y="120"/>
                    </a:lnTo>
                    <a:lnTo>
                      <a:pt x="1752" y="114"/>
                    </a:lnTo>
                    <a:lnTo>
                      <a:pt x="1746" y="108"/>
                    </a:lnTo>
                    <a:lnTo>
                      <a:pt x="1734" y="102"/>
                    </a:lnTo>
                    <a:lnTo>
                      <a:pt x="1728" y="96"/>
                    </a:lnTo>
                    <a:lnTo>
                      <a:pt x="1716" y="90"/>
                    </a:lnTo>
                    <a:lnTo>
                      <a:pt x="1674" y="90"/>
                    </a:lnTo>
                    <a:lnTo>
                      <a:pt x="1662" y="84"/>
                    </a:lnTo>
                    <a:lnTo>
                      <a:pt x="1650" y="84"/>
                    </a:lnTo>
                    <a:lnTo>
                      <a:pt x="1650" y="78"/>
                    </a:lnTo>
                    <a:lnTo>
                      <a:pt x="1644" y="72"/>
                    </a:lnTo>
                    <a:lnTo>
                      <a:pt x="1632" y="48"/>
                    </a:lnTo>
                    <a:lnTo>
                      <a:pt x="1626" y="42"/>
                    </a:lnTo>
                    <a:lnTo>
                      <a:pt x="1620" y="42"/>
                    </a:lnTo>
                    <a:lnTo>
                      <a:pt x="1620" y="54"/>
                    </a:lnTo>
                    <a:lnTo>
                      <a:pt x="1614" y="60"/>
                    </a:lnTo>
                    <a:lnTo>
                      <a:pt x="1602" y="54"/>
                    </a:lnTo>
                    <a:lnTo>
                      <a:pt x="1596" y="54"/>
                    </a:lnTo>
                    <a:lnTo>
                      <a:pt x="1584" y="48"/>
                    </a:lnTo>
                    <a:lnTo>
                      <a:pt x="1566" y="48"/>
                    </a:lnTo>
                    <a:lnTo>
                      <a:pt x="1566" y="60"/>
                    </a:lnTo>
                    <a:lnTo>
                      <a:pt x="1572" y="66"/>
                    </a:lnTo>
                    <a:lnTo>
                      <a:pt x="1554" y="66"/>
                    </a:lnTo>
                    <a:lnTo>
                      <a:pt x="1548" y="72"/>
                    </a:lnTo>
                    <a:lnTo>
                      <a:pt x="1548" y="78"/>
                    </a:lnTo>
                    <a:lnTo>
                      <a:pt x="1554" y="84"/>
                    </a:lnTo>
                    <a:lnTo>
                      <a:pt x="1566" y="84"/>
                    </a:lnTo>
                    <a:lnTo>
                      <a:pt x="1590" y="96"/>
                    </a:lnTo>
                    <a:lnTo>
                      <a:pt x="1596" y="96"/>
                    </a:lnTo>
                    <a:lnTo>
                      <a:pt x="1608" y="90"/>
                    </a:lnTo>
                    <a:lnTo>
                      <a:pt x="1614" y="84"/>
                    </a:lnTo>
                    <a:lnTo>
                      <a:pt x="1644" y="102"/>
                    </a:lnTo>
                    <a:lnTo>
                      <a:pt x="1638" y="102"/>
                    </a:lnTo>
                    <a:lnTo>
                      <a:pt x="1632" y="108"/>
                    </a:lnTo>
                    <a:lnTo>
                      <a:pt x="1596" y="126"/>
                    </a:lnTo>
                    <a:lnTo>
                      <a:pt x="1572" y="126"/>
                    </a:lnTo>
                    <a:lnTo>
                      <a:pt x="1554" y="132"/>
                    </a:lnTo>
                    <a:lnTo>
                      <a:pt x="1512" y="132"/>
                    </a:lnTo>
                    <a:lnTo>
                      <a:pt x="1500" y="138"/>
                    </a:lnTo>
                    <a:lnTo>
                      <a:pt x="1482" y="144"/>
                    </a:lnTo>
                    <a:lnTo>
                      <a:pt x="1470" y="156"/>
                    </a:lnTo>
                    <a:lnTo>
                      <a:pt x="1452" y="162"/>
                    </a:lnTo>
                    <a:lnTo>
                      <a:pt x="1440" y="168"/>
                    </a:lnTo>
                    <a:lnTo>
                      <a:pt x="1434" y="174"/>
                    </a:lnTo>
                    <a:lnTo>
                      <a:pt x="1428" y="174"/>
                    </a:lnTo>
                    <a:lnTo>
                      <a:pt x="1428" y="186"/>
                    </a:lnTo>
                    <a:lnTo>
                      <a:pt x="1422" y="204"/>
                    </a:lnTo>
                    <a:lnTo>
                      <a:pt x="1422" y="228"/>
                    </a:lnTo>
                    <a:lnTo>
                      <a:pt x="1428" y="234"/>
                    </a:lnTo>
                    <a:lnTo>
                      <a:pt x="1440" y="240"/>
                    </a:lnTo>
                    <a:lnTo>
                      <a:pt x="1446" y="246"/>
                    </a:lnTo>
                    <a:lnTo>
                      <a:pt x="1452" y="246"/>
                    </a:lnTo>
                    <a:lnTo>
                      <a:pt x="1398" y="246"/>
                    </a:lnTo>
                    <a:lnTo>
                      <a:pt x="1368" y="282"/>
                    </a:lnTo>
                    <a:lnTo>
                      <a:pt x="1368" y="312"/>
                    </a:lnTo>
                    <a:lnTo>
                      <a:pt x="1362" y="324"/>
                    </a:lnTo>
                    <a:lnTo>
                      <a:pt x="1362" y="330"/>
                    </a:lnTo>
                    <a:lnTo>
                      <a:pt x="1368" y="336"/>
                    </a:lnTo>
                    <a:lnTo>
                      <a:pt x="1380" y="336"/>
                    </a:lnTo>
                    <a:lnTo>
                      <a:pt x="1404" y="348"/>
                    </a:lnTo>
                    <a:lnTo>
                      <a:pt x="1410" y="354"/>
                    </a:lnTo>
                    <a:lnTo>
                      <a:pt x="1410" y="390"/>
                    </a:lnTo>
                    <a:lnTo>
                      <a:pt x="1386" y="366"/>
                    </a:lnTo>
                    <a:lnTo>
                      <a:pt x="1356" y="366"/>
                    </a:lnTo>
                    <a:lnTo>
                      <a:pt x="1344" y="390"/>
                    </a:lnTo>
                    <a:lnTo>
                      <a:pt x="1308" y="354"/>
                    </a:lnTo>
                    <a:lnTo>
                      <a:pt x="1302" y="384"/>
                    </a:lnTo>
                    <a:lnTo>
                      <a:pt x="1278" y="396"/>
                    </a:lnTo>
                    <a:lnTo>
                      <a:pt x="1284" y="420"/>
                    </a:lnTo>
                    <a:lnTo>
                      <a:pt x="1254" y="414"/>
                    </a:lnTo>
                    <a:lnTo>
                      <a:pt x="1284" y="354"/>
                    </a:lnTo>
                    <a:lnTo>
                      <a:pt x="1278" y="348"/>
                    </a:lnTo>
                    <a:lnTo>
                      <a:pt x="1272" y="336"/>
                    </a:lnTo>
                    <a:lnTo>
                      <a:pt x="1272" y="324"/>
                    </a:lnTo>
                    <a:lnTo>
                      <a:pt x="1266" y="318"/>
                    </a:lnTo>
                    <a:lnTo>
                      <a:pt x="1254" y="312"/>
                    </a:lnTo>
                    <a:lnTo>
                      <a:pt x="1236" y="312"/>
                    </a:lnTo>
                    <a:lnTo>
                      <a:pt x="1224" y="282"/>
                    </a:lnTo>
                    <a:lnTo>
                      <a:pt x="1224" y="276"/>
                    </a:lnTo>
                    <a:lnTo>
                      <a:pt x="1230" y="270"/>
                    </a:lnTo>
                    <a:lnTo>
                      <a:pt x="1230" y="258"/>
                    </a:lnTo>
                    <a:lnTo>
                      <a:pt x="1224" y="246"/>
                    </a:lnTo>
                    <a:lnTo>
                      <a:pt x="1218" y="240"/>
                    </a:lnTo>
                    <a:lnTo>
                      <a:pt x="1206" y="234"/>
                    </a:lnTo>
                    <a:lnTo>
                      <a:pt x="1194" y="240"/>
                    </a:lnTo>
                    <a:lnTo>
                      <a:pt x="1188" y="246"/>
                    </a:lnTo>
                    <a:lnTo>
                      <a:pt x="1176" y="252"/>
                    </a:lnTo>
                    <a:lnTo>
                      <a:pt x="1176" y="264"/>
                    </a:lnTo>
                    <a:lnTo>
                      <a:pt x="1182" y="270"/>
                    </a:lnTo>
                    <a:lnTo>
                      <a:pt x="1182" y="282"/>
                    </a:lnTo>
                    <a:lnTo>
                      <a:pt x="1146" y="276"/>
                    </a:lnTo>
                    <a:lnTo>
                      <a:pt x="1152" y="306"/>
                    </a:lnTo>
                    <a:lnTo>
                      <a:pt x="1134" y="300"/>
                    </a:lnTo>
                    <a:lnTo>
                      <a:pt x="1116" y="306"/>
                    </a:lnTo>
                    <a:lnTo>
                      <a:pt x="1122" y="312"/>
                    </a:lnTo>
                    <a:lnTo>
                      <a:pt x="1122" y="330"/>
                    </a:lnTo>
                    <a:lnTo>
                      <a:pt x="1116" y="342"/>
                    </a:lnTo>
                    <a:lnTo>
                      <a:pt x="1110" y="348"/>
                    </a:lnTo>
                    <a:lnTo>
                      <a:pt x="1098" y="354"/>
                    </a:lnTo>
                    <a:lnTo>
                      <a:pt x="1092" y="360"/>
                    </a:lnTo>
                    <a:lnTo>
                      <a:pt x="1104" y="324"/>
                    </a:lnTo>
                    <a:lnTo>
                      <a:pt x="1080" y="348"/>
                    </a:lnTo>
                    <a:lnTo>
                      <a:pt x="1062" y="348"/>
                    </a:lnTo>
                    <a:lnTo>
                      <a:pt x="1056" y="360"/>
                    </a:lnTo>
                    <a:lnTo>
                      <a:pt x="1050" y="366"/>
                    </a:lnTo>
                    <a:lnTo>
                      <a:pt x="1050" y="378"/>
                    </a:lnTo>
                    <a:lnTo>
                      <a:pt x="1056" y="390"/>
                    </a:lnTo>
                    <a:lnTo>
                      <a:pt x="1056" y="396"/>
                    </a:lnTo>
                    <a:lnTo>
                      <a:pt x="1062" y="408"/>
                    </a:lnTo>
                    <a:lnTo>
                      <a:pt x="1014" y="384"/>
                    </a:lnTo>
                    <a:lnTo>
                      <a:pt x="1008" y="420"/>
                    </a:lnTo>
                    <a:lnTo>
                      <a:pt x="996" y="426"/>
                    </a:lnTo>
                    <a:lnTo>
                      <a:pt x="1008" y="450"/>
                    </a:lnTo>
                    <a:lnTo>
                      <a:pt x="1032" y="450"/>
                    </a:lnTo>
                    <a:lnTo>
                      <a:pt x="1026" y="468"/>
                    </a:lnTo>
                    <a:lnTo>
                      <a:pt x="954" y="474"/>
                    </a:lnTo>
                    <a:lnTo>
                      <a:pt x="948" y="468"/>
                    </a:lnTo>
                    <a:lnTo>
                      <a:pt x="936" y="462"/>
                    </a:lnTo>
                    <a:lnTo>
                      <a:pt x="930" y="462"/>
                    </a:lnTo>
                    <a:lnTo>
                      <a:pt x="918" y="468"/>
                    </a:lnTo>
                    <a:lnTo>
                      <a:pt x="912" y="474"/>
                    </a:lnTo>
                    <a:lnTo>
                      <a:pt x="918" y="486"/>
                    </a:lnTo>
                    <a:lnTo>
                      <a:pt x="918" y="492"/>
                    </a:lnTo>
                    <a:lnTo>
                      <a:pt x="924" y="504"/>
                    </a:lnTo>
                    <a:lnTo>
                      <a:pt x="930" y="510"/>
                    </a:lnTo>
                    <a:lnTo>
                      <a:pt x="930" y="540"/>
                    </a:lnTo>
                    <a:lnTo>
                      <a:pt x="924" y="564"/>
                    </a:lnTo>
                    <a:lnTo>
                      <a:pt x="930" y="600"/>
                    </a:lnTo>
                    <a:lnTo>
                      <a:pt x="912" y="600"/>
                    </a:lnTo>
                    <a:lnTo>
                      <a:pt x="906" y="522"/>
                    </a:lnTo>
                    <a:lnTo>
                      <a:pt x="888" y="510"/>
                    </a:lnTo>
                    <a:lnTo>
                      <a:pt x="888" y="480"/>
                    </a:lnTo>
                    <a:lnTo>
                      <a:pt x="870" y="480"/>
                    </a:lnTo>
                    <a:lnTo>
                      <a:pt x="852" y="504"/>
                    </a:lnTo>
                    <a:lnTo>
                      <a:pt x="822" y="534"/>
                    </a:lnTo>
                    <a:lnTo>
                      <a:pt x="804" y="546"/>
                    </a:lnTo>
                    <a:lnTo>
                      <a:pt x="792" y="558"/>
                    </a:lnTo>
                    <a:lnTo>
                      <a:pt x="786" y="570"/>
                    </a:lnTo>
                    <a:lnTo>
                      <a:pt x="786" y="600"/>
                    </a:lnTo>
                    <a:lnTo>
                      <a:pt x="792" y="606"/>
                    </a:lnTo>
                    <a:lnTo>
                      <a:pt x="792" y="618"/>
                    </a:lnTo>
                    <a:lnTo>
                      <a:pt x="798" y="618"/>
                    </a:lnTo>
                    <a:lnTo>
                      <a:pt x="816" y="636"/>
                    </a:lnTo>
                    <a:lnTo>
                      <a:pt x="810" y="648"/>
                    </a:lnTo>
                    <a:lnTo>
                      <a:pt x="792" y="654"/>
                    </a:lnTo>
                    <a:lnTo>
                      <a:pt x="774" y="666"/>
                    </a:lnTo>
                    <a:lnTo>
                      <a:pt x="750" y="678"/>
                    </a:lnTo>
                    <a:lnTo>
                      <a:pt x="750" y="696"/>
                    </a:lnTo>
                    <a:lnTo>
                      <a:pt x="720" y="726"/>
                    </a:lnTo>
                    <a:lnTo>
                      <a:pt x="702" y="732"/>
                    </a:lnTo>
                    <a:lnTo>
                      <a:pt x="690" y="744"/>
                    </a:lnTo>
                    <a:lnTo>
                      <a:pt x="666" y="756"/>
                    </a:lnTo>
                    <a:lnTo>
                      <a:pt x="630" y="762"/>
                    </a:lnTo>
                    <a:lnTo>
                      <a:pt x="600" y="768"/>
                    </a:lnTo>
                    <a:lnTo>
                      <a:pt x="588" y="768"/>
                    </a:lnTo>
                    <a:lnTo>
                      <a:pt x="534" y="762"/>
                    </a:lnTo>
                    <a:lnTo>
                      <a:pt x="492" y="780"/>
                    </a:lnTo>
                    <a:lnTo>
                      <a:pt x="438" y="786"/>
                    </a:lnTo>
                    <a:lnTo>
                      <a:pt x="432" y="798"/>
                    </a:lnTo>
                    <a:lnTo>
                      <a:pt x="414" y="798"/>
                    </a:lnTo>
                    <a:lnTo>
                      <a:pt x="402" y="804"/>
                    </a:lnTo>
                    <a:lnTo>
                      <a:pt x="396" y="810"/>
                    </a:lnTo>
                    <a:lnTo>
                      <a:pt x="384" y="816"/>
                    </a:lnTo>
                    <a:lnTo>
                      <a:pt x="372" y="828"/>
                    </a:lnTo>
                    <a:lnTo>
                      <a:pt x="342" y="828"/>
                    </a:lnTo>
                    <a:lnTo>
                      <a:pt x="324" y="834"/>
                    </a:lnTo>
                    <a:lnTo>
                      <a:pt x="312" y="840"/>
                    </a:lnTo>
                    <a:lnTo>
                      <a:pt x="306" y="852"/>
                    </a:lnTo>
                    <a:lnTo>
                      <a:pt x="294" y="858"/>
                    </a:lnTo>
                    <a:lnTo>
                      <a:pt x="288" y="870"/>
                    </a:lnTo>
                    <a:lnTo>
                      <a:pt x="282" y="876"/>
                    </a:lnTo>
                    <a:lnTo>
                      <a:pt x="282" y="882"/>
                    </a:lnTo>
                    <a:lnTo>
                      <a:pt x="276" y="882"/>
                    </a:lnTo>
                    <a:lnTo>
                      <a:pt x="270" y="888"/>
                    </a:lnTo>
                    <a:lnTo>
                      <a:pt x="252" y="888"/>
                    </a:lnTo>
                    <a:lnTo>
                      <a:pt x="240" y="894"/>
                    </a:lnTo>
                    <a:lnTo>
                      <a:pt x="228" y="894"/>
                    </a:lnTo>
                    <a:lnTo>
                      <a:pt x="216" y="900"/>
                    </a:lnTo>
                    <a:lnTo>
                      <a:pt x="210" y="906"/>
                    </a:lnTo>
                    <a:lnTo>
                      <a:pt x="198" y="912"/>
                    </a:lnTo>
                    <a:lnTo>
                      <a:pt x="192" y="930"/>
                    </a:lnTo>
                    <a:lnTo>
                      <a:pt x="150" y="972"/>
                    </a:lnTo>
                    <a:lnTo>
                      <a:pt x="150" y="978"/>
                    </a:lnTo>
                    <a:lnTo>
                      <a:pt x="162" y="912"/>
                    </a:lnTo>
                    <a:lnTo>
                      <a:pt x="144" y="918"/>
                    </a:lnTo>
                    <a:lnTo>
                      <a:pt x="120" y="978"/>
                    </a:lnTo>
                    <a:lnTo>
                      <a:pt x="90" y="1038"/>
                    </a:lnTo>
                    <a:lnTo>
                      <a:pt x="90" y="1056"/>
                    </a:lnTo>
                    <a:lnTo>
                      <a:pt x="96" y="1062"/>
                    </a:lnTo>
                    <a:lnTo>
                      <a:pt x="108" y="1068"/>
                    </a:lnTo>
                    <a:lnTo>
                      <a:pt x="114" y="1068"/>
                    </a:lnTo>
                    <a:lnTo>
                      <a:pt x="108" y="1080"/>
                    </a:lnTo>
                    <a:lnTo>
                      <a:pt x="96" y="1086"/>
                    </a:lnTo>
                    <a:lnTo>
                      <a:pt x="90" y="1098"/>
                    </a:lnTo>
                    <a:lnTo>
                      <a:pt x="66" y="1122"/>
                    </a:lnTo>
                    <a:lnTo>
                      <a:pt x="66" y="1134"/>
                    </a:lnTo>
                    <a:lnTo>
                      <a:pt x="72" y="1152"/>
                    </a:lnTo>
                    <a:lnTo>
                      <a:pt x="72" y="1164"/>
                    </a:lnTo>
                    <a:lnTo>
                      <a:pt x="84" y="1188"/>
                    </a:lnTo>
                    <a:lnTo>
                      <a:pt x="84" y="1200"/>
                    </a:lnTo>
                    <a:lnTo>
                      <a:pt x="102" y="1236"/>
                    </a:lnTo>
                    <a:lnTo>
                      <a:pt x="108" y="1254"/>
                    </a:lnTo>
                    <a:lnTo>
                      <a:pt x="114" y="1266"/>
                    </a:lnTo>
                    <a:lnTo>
                      <a:pt x="114" y="1278"/>
                    </a:lnTo>
                    <a:lnTo>
                      <a:pt x="108" y="1278"/>
                    </a:lnTo>
                    <a:lnTo>
                      <a:pt x="96" y="1266"/>
                    </a:lnTo>
                    <a:lnTo>
                      <a:pt x="90" y="1254"/>
                    </a:lnTo>
                    <a:lnTo>
                      <a:pt x="72" y="1236"/>
                    </a:lnTo>
                    <a:lnTo>
                      <a:pt x="66" y="1224"/>
                    </a:lnTo>
                    <a:lnTo>
                      <a:pt x="48" y="1218"/>
                    </a:lnTo>
                    <a:lnTo>
                      <a:pt x="66" y="1266"/>
                    </a:lnTo>
                    <a:lnTo>
                      <a:pt x="30" y="1236"/>
                    </a:lnTo>
                    <a:lnTo>
                      <a:pt x="30" y="1290"/>
                    </a:lnTo>
                    <a:lnTo>
                      <a:pt x="60" y="1350"/>
                    </a:lnTo>
                    <a:lnTo>
                      <a:pt x="66" y="1356"/>
                    </a:lnTo>
                    <a:lnTo>
                      <a:pt x="66" y="1368"/>
                    </a:lnTo>
                    <a:lnTo>
                      <a:pt x="60" y="1374"/>
                    </a:lnTo>
                    <a:lnTo>
                      <a:pt x="54" y="1386"/>
                    </a:lnTo>
                    <a:lnTo>
                      <a:pt x="54" y="1398"/>
                    </a:lnTo>
                    <a:lnTo>
                      <a:pt x="48" y="1410"/>
                    </a:lnTo>
                    <a:lnTo>
                      <a:pt x="54" y="1416"/>
                    </a:lnTo>
                    <a:lnTo>
                      <a:pt x="60" y="1428"/>
                    </a:lnTo>
                    <a:lnTo>
                      <a:pt x="78" y="1446"/>
                    </a:lnTo>
                    <a:lnTo>
                      <a:pt x="84" y="1458"/>
                    </a:lnTo>
                    <a:lnTo>
                      <a:pt x="90" y="1464"/>
                    </a:lnTo>
                    <a:lnTo>
                      <a:pt x="96" y="1476"/>
                    </a:lnTo>
                    <a:lnTo>
                      <a:pt x="96" y="1506"/>
                    </a:lnTo>
                    <a:lnTo>
                      <a:pt x="90" y="1518"/>
                    </a:lnTo>
                    <a:lnTo>
                      <a:pt x="84" y="1524"/>
                    </a:lnTo>
                    <a:lnTo>
                      <a:pt x="90" y="1542"/>
                    </a:lnTo>
                    <a:lnTo>
                      <a:pt x="90" y="1554"/>
                    </a:lnTo>
                    <a:lnTo>
                      <a:pt x="96" y="1572"/>
                    </a:lnTo>
                    <a:lnTo>
                      <a:pt x="96" y="1590"/>
                    </a:lnTo>
                    <a:lnTo>
                      <a:pt x="102" y="1596"/>
                    </a:lnTo>
                    <a:lnTo>
                      <a:pt x="102" y="1602"/>
                    </a:lnTo>
                    <a:lnTo>
                      <a:pt x="96" y="1602"/>
                    </a:lnTo>
                    <a:lnTo>
                      <a:pt x="78" y="1620"/>
                    </a:lnTo>
                    <a:lnTo>
                      <a:pt x="84" y="1626"/>
                    </a:lnTo>
                    <a:lnTo>
                      <a:pt x="84" y="1638"/>
                    </a:lnTo>
                    <a:lnTo>
                      <a:pt x="90" y="1650"/>
                    </a:lnTo>
                    <a:lnTo>
                      <a:pt x="90" y="1662"/>
                    </a:lnTo>
                    <a:lnTo>
                      <a:pt x="96" y="1668"/>
                    </a:lnTo>
                    <a:lnTo>
                      <a:pt x="96" y="1674"/>
                    </a:lnTo>
                    <a:lnTo>
                      <a:pt x="102" y="1674"/>
                    </a:lnTo>
                    <a:lnTo>
                      <a:pt x="108" y="1680"/>
                    </a:lnTo>
                    <a:lnTo>
                      <a:pt x="126" y="1716"/>
                    </a:lnTo>
                    <a:lnTo>
                      <a:pt x="126" y="1728"/>
                    </a:lnTo>
                    <a:lnTo>
                      <a:pt x="108" y="1764"/>
                    </a:lnTo>
                    <a:lnTo>
                      <a:pt x="90" y="1782"/>
                    </a:lnTo>
                    <a:lnTo>
                      <a:pt x="90" y="1824"/>
                    </a:lnTo>
                    <a:lnTo>
                      <a:pt x="84" y="1842"/>
                    </a:lnTo>
                    <a:lnTo>
                      <a:pt x="60" y="1866"/>
                    </a:lnTo>
                    <a:lnTo>
                      <a:pt x="42" y="1866"/>
                    </a:lnTo>
                    <a:lnTo>
                      <a:pt x="30" y="1872"/>
                    </a:lnTo>
                    <a:lnTo>
                      <a:pt x="18" y="1866"/>
                    </a:lnTo>
                    <a:lnTo>
                      <a:pt x="6" y="1866"/>
                    </a:lnTo>
                    <a:lnTo>
                      <a:pt x="0" y="1920"/>
                    </a:lnTo>
                    <a:lnTo>
                      <a:pt x="12" y="1920"/>
                    </a:lnTo>
                    <a:lnTo>
                      <a:pt x="24" y="1926"/>
                    </a:lnTo>
                    <a:lnTo>
                      <a:pt x="42" y="1926"/>
                    </a:lnTo>
                    <a:lnTo>
                      <a:pt x="54" y="1932"/>
                    </a:lnTo>
                    <a:lnTo>
                      <a:pt x="72" y="1950"/>
                    </a:lnTo>
                    <a:lnTo>
                      <a:pt x="78" y="1962"/>
                    </a:lnTo>
                    <a:lnTo>
                      <a:pt x="108" y="1956"/>
                    </a:lnTo>
                    <a:lnTo>
                      <a:pt x="114" y="1968"/>
                    </a:lnTo>
                    <a:lnTo>
                      <a:pt x="138" y="1980"/>
                    </a:lnTo>
                    <a:lnTo>
                      <a:pt x="174" y="1980"/>
                    </a:lnTo>
                    <a:lnTo>
                      <a:pt x="210" y="1968"/>
                    </a:lnTo>
                    <a:lnTo>
                      <a:pt x="234" y="1968"/>
                    </a:lnTo>
                    <a:lnTo>
                      <a:pt x="234" y="1950"/>
                    </a:lnTo>
                    <a:lnTo>
                      <a:pt x="228" y="1944"/>
                    </a:lnTo>
                    <a:lnTo>
                      <a:pt x="264" y="1950"/>
                    </a:lnTo>
                    <a:lnTo>
                      <a:pt x="276" y="1932"/>
                    </a:lnTo>
                    <a:lnTo>
                      <a:pt x="318" y="1926"/>
                    </a:lnTo>
                    <a:lnTo>
                      <a:pt x="354" y="1890"/>
                    </a:lnTo>
                    <a:lnTo>
                      <a:pt x="366" y="1884"/>
                    </a:lnTo>
                    <a:lnTo>
                      <a:pt x="372" y="1884"/>
                    </a:lnTo>
                    <a:lnTo>
                      <a:pt x="420" y="1908"/>
                    </a:lnTo>
                    <a:lnTo>
                      <a:pt x="426" y="1902"/>
                    </a:lnTo>
                    <a:lnTo>
                      <a:pt x="474" y="1878"/>
                    </a:lnTo>
                    <a:lnTo>
                      <a:pt x="480" y="1872"/>
                    </a:lnTo>
                    <a:lnTo>
                      <a:pt x="486" y="1872"/>
                    </a:lnTo>
                    <a:lnTo>
                      <a:pt x="498" y="1878"/>
                    </a:lnTo>
                    <a:lnTo>
                      <a:pt x="504" y="1884"/>
                    </a:lnTo>
                    <a:lnTo>
                      <a:pt x="516" y="1884"/>
                    </a:lnTo>
                    <a:lnTo>
                      <a:pt x="528" y="1890"/>
                    </a:lnTo>
                    <a:lnTo>
                      <a:pt x="534" y="1890"/>
                    </a:lnTo>
                    <a:lnTo>
                      <a:pt x="552" y="1884"/>
                    </a:lnTo>
                    <a:lnTo>
                      <a:pt x="576" y="1872"/>
                    </a:lnTo>
                    <a:lnTo>
                      <a:pt x="582" y="1872"/>
                    </a:lnTo>
                    <a:lnTo>
                      <a:pt x="594" y="1878"/>
                    </a:lnTo>
                    <a:lnTo>
                      <a:pt x="606" y="1878"/>
                    </a:lnTo>
                    <a:lnTo>
                      <a:pt x="624" y="1884"/>
                    </a:lnTo>
                    <a:lnTo>
                      <a:pt x="636" y="1884"/>
                    </a:lnTo>
                    <a:lnTo>
                      <a:pt x="648" y="1878"/>
                    </a:lnTo>
                    <a:lnTo>
                      <a:pt x="654" y="1872"/>
                    </a:lnTo>
                    <a:lnTo>
                      <a:pt x="654" y="1848"/>
                    </a:lnTo>
                    <a:lnTo>
                      <a:pt x="666" y="1848"/>
                    </a:lnTo>
                    <a:lnTo>
                      <a:pt x="672" y="1842"/>
                    </a:lnTo>
                    <a:lnTo>
                      <a:pt x="678" y="1842"/>
                    </a:lnTo>
                    <a:lnTo>
                      <a:pt x="684" y="1836"/>
                    </a:lnTo>
                    <a:lnTo>
                      <a:pt x="690" y="1824"/>
                    </a:lnTo>
                    <a:lnTo>
                      <a:pt x="702" y="1788"/>
                    </a:lnTo>
                    <a:lnTo>
                      <a:pt x="714" y="1776"/>
                    </a:lnTo>
                    <a:lnTo>
                      <a:pt x="726" y="1770"/>
                    </a:lnTo>
                    <a:lnTo>
                      <a:pt x="744" y="1764"/>
                    </a:lnTo>
                    <a:lnTo>
                      <a:pt x="756" y="1764"/>
                    </a:lnTo>
                    <a:lnTo>
                      <a:pt x="774" y="1770"/>
                    </a:lnTo>
                    <a:lnTo>
                      <a:pt x="798" y="1770"/>
                    </a:lnTo>
                    <a:lnTo>
                      <a:pt x="822" y="1758"/>
                    </a:lnTo>
                    <a:lnTo>
                      <a:pt x="840" y="1752"/>
                    </a:lnTo>
                    <a:lnTo>
                      <a:pt x="858" y="1740"/>
                    </a:lnTo>
                    <a:lnTo>
                      <a:pt x="876" y="1734"/>
                    </a:lnTo>
                    <a:lnTo>
                      <a:pt x="912" y="1734"/>
                    </a:lnTo>
                    <a:lnTo>
                      <a:pt x="918" y="1740"/>
                    </a:lnTo>
                    <a:lnTo>
                      <a:pt x="930" y="1740"/>
                    </a:lnTo>
                    <a:lnTo>
                      <a:pt x="942" y="1746"/>
                    </a:lnTo>
                    <a:lnTo>
                      <a:pt x="972" y="1740"/>
                    </a:lnTo>
                    <a:lnTo>
                      <a:pt x="1044" y="1704"/>
                    </a:lnTo>
                    <a:lnTo>
                      <a:pt x="1074" y="1692"/>
                    </a:lnTo>
                    <a:lnTo>
                      <a:pt x="1098" y="1686"/>
                    </a:lnTo>
                    <a:lnTo>
                      <a:pt x="1140" y="1680"/>
                    </a:lnTo>
                    <a:lnTo>
                      <a:pt x="1176" y="1674"/>
                    </a:lnTo>
                    <a:lnTo>
                      <a:pt x="1224" y="1674"/>
                    </a:lnTo>
                    <a:lnTo>
                      <a:pt x="1236" y="1662"/>
                    </a:lnTo>
                    <a:lnTo>
                      <a:pt x="1254" y="1680"/>
                    </a:lnTo>
                    <a:lnTo>
                      <a:pt x="1266" y="1686"/>
                    </a:lnTo>
                    <a:lnTo>
                      <a:pt x="1278" y="1698"/>
                    </a:lnTo>
                    <a:lnTo>
                      <a:pt x="1302" y="1710"/>
                    </a:lnTo>
                    <a:lnTo>
                      <a:pt x="1320" y="1716"/>
                    </a:lnTo>
                    <a:lnTo>
                      <a:pt x="1332" y="1716"/>
                    </a:lnTo>
                    <a:lnTo>
                      <a:pt x="1338" y="1710"/>
                    </a:lnTo>
                    <a:lnTo>
                      <a:pt x="1338" y="1716"/>
                    </a:lnTo>
                    <a:lnTo>
                      <a:pt x="1344" y="1722"/>
                    </a:lnTo>
                    <a:lnTo>
                      <a:pt x="1350" y="1734"/>
                    </a:lnTo>
                    <a:lnTo>
                      <a:pt x="1356" y="1740"/>
                    </a:lnTo>
                    <a:lnTo>
                      <a:pt x="1374" y="1740"/>
                    </a:lnTo>
                    <a:lnTo>
                      <a:pt x="1380" y="1734"/>
                    </a:lnTo>
                    <a:lnTo>
                      <a:pt x="1380" y="1752"/>
                    </a:lnTo>
                    <a:lnTo>
                      <a:pt x="1392" y="1752"/>
                    </a:lnTo>
                    <a:lnTo>
                      <a:pt x="1398" y="1758"/>
                    </a:lnTo>
                    <a:lnTo>
                      <a:pt x="1398" y="1770"/>
                    </a:lnTo>
                    <a:lnTo>
                      <a:pt x="1386" y="1794"/>
                    </a:lnTo>
                    <a:lnTo>
                      <a:pt x="1380" y="1800"/>
                    </a:lnTo>
                    <a:lnTo>
                      <a:pt x="1374" y="1812"/>
                    </a:lnTo>
                    <a:lnTo>
                      <a:pt x="1392" y="1842"/>
                    </a:lnTo>
                    <a:lnTo>
                      <a:pt x="1410" y="1830"/>
                    </a:lnTo>
                    <a:lnTo>
                      <a:pt x="1428" y="1866"/>
                    </a:lnTo>
                    <a:lnTo>
                      <a:pt x="1428" y="1872"/>
                    </a:lnTo>
                    <a:lnTo>
                      <a:pt x="1434" y="1878"/>
                    </a:lnTo>
                    <a:lnTo>
                      <a:pt x="1434" y="1902"/>
                    </a:lnTo>
                    <a:lnTo>
                      <a:pt x="1440" y="1914"/>
                    </a:lnTo>
                    <a:lnTo>
                      <a:pt x="1440" y="1926"/>
                    </a:lnTo>
                    <a:lnTo>
                      <a:pt x="1422" y="1926"/>
                    </a:lnTo>
                    <a:lnTo>
                      <a:pt x="1410" y="1920"/>
                    </a:lnTo>
                    <a:lnTo>
                      <a:pt x="1404" y="1920"/>
                    </a:lnTo>
                    <a:lnTo>
                      <a:pt x="1410" y="1956"/>
                    </a:lnTo>
                    <a:lnTo>
                      <a:pt x="1446" y="1956"/>
                    </a:lnTo>
                    <a:lnTo>
                      <a:pt x="1452" y="1962"/>
                    </a:lnTo>
                    <a:lnTo>
                      <a:pt x="1452" y="1968"/>
                    </a:lnTo>
                    <a:lnTo>
                      <a:pt x="1470" y="1968"/>
                    </a:lnTo>
                    <a:lnTo>
                      <a:pt x="1470" y="1956"/>
                    </a:lnTo>
                    <a:lnTo>
                      <a:pt x="1464" y="1938"/>
                    </a:lnTo>
                    <a:lnTo>
                      <a:pt x="1464" y="1926"/>
                    </a:lnTo>
                    <a:lnTo>
                      <a:pt x="1470" y="1914"/>
                    </a:lnTo>
                    <a:lnTo>
                      <a:pt x="1476" y="1908"/>
                    </a:lnTo>
                    <a:lnTo>
                      <a:pt x="1500" y="1896"/>
                    </a:lnTo>
                    <a:lnTo>
                      <a:pt x="1512" y="1896"/>
                    </a:lnTo>
                    <a:lnTo>
                      <a:pt x="1518" y="1890"/>
                    </a:lnTo>
                    <a:lnTo>
                      <a:pt x="1530" y="1884"/>
                    </a:lnTo>
                    <a:lnTo>
                      <a:pt x="1542" y="1872"/>
                    </a:lnTo>
                    <a:lnTo>
                      <a:pt x="1548" y="1860"/>
                    </a:lnTo>
                    <a:lnTo>
                      <a:pt x="1566" y="1842"/>
                    </a:lnTo>
                    <a:lnTo>
                      <a:pt x="1566" y="1836"/>
                    </a:lnTo>
                    <a:lnTo>
                      <a:pt x="1590" y="1842"/>
                    </a:lnTo>
                    <a:lnTo>
                      <a:pt x="1608" y="1788"/>
                    </a:lnTo>
                    <a:lnTo>
                      <a:pt x="1638" y="1788"/>
                    </a:lnTo>
                    <a:lnTo>
                      <a:pt x="1650" y="1782"/>
                    </a:lnTo>
                    <a:lnTo>
                      <a:pt x="1662" y="1770"/>
                    </a:lnTo>
                    <a:lnTo>
                      <a:pt x="1668" y="1752"/>
                    </a:lnTo>
                    <a:lnTo>
                      <a:pt x="1668" y="1740"/>
                    </a:lnTo>
                    <a:lnTo>
                      <a:pt x="1668" y="1746"/>
                    </a:lnTo>
                    <a:lnTo>
                      <a:pt x="1674" y="1752"/>
                    </a:lnTo>
                    <a:lnTo>
                      <a:pt x="1674" y="1764"/>
                    </a:lnTo>
                    <a:lnTo>
                      <a:pt x="1680" y="1776"/>
                    </a:lnTo>
                    <a:lnTo>
                      <a:pt x="1680" y="1782"/>
                    </a:lnTo>
                    <a:lnTo>
                      <a:pt x="1668" y="1794"/>
                    </a:lnTo>
                    <a:lnTo>
                      <a:pt x="1662" y="1806"/>
                    </a:lnTo>
                    <a:lnTo>
                      <a:pt x="1650" y="1812"/>
                    </a:lnTo>
                    <a:lnTo>
                      <a:pt x="1644" y="1818"/>
                    </a:lnTo>
                    <a:lnTo>
                      <a:pt x="1620" y="1818"/>
                    </a:lnTo>
                    <a:lnTo>
                      <a:pt x="1614" y="1830"/>
                    </a:lnTo>
                    <a:lnTo>
                      <a:pt x="1632" y="1866"/>
                    </a:lnTo>
                    <a:lnTo>
                      <a:pt x="1620" y="1866"/>
                    </a:lnTo>
                    <a:lnTo>
                      <a:pt x="1614" y="1872"/>
                    </a:lnTo>
                    <a:lnTo>
                      <a:pt x="1602" y="1878"/>
                    </a:lnTo>
                    <a:lnTo>
                      <a:pt x="1566" y="1914"/>
                    </a:lnTo>
                    <a:lnTo>
                      <a:pt x="1566" y="1926"/>
                    </a:lnTo>
                    <a:lnTo>
                      <a:pt x="1560" y="1932"/>
                    </a:lnTo>
                    <a:lnTo>
                      <a:pt x="1554" y="1944"/>
                    </a:lnTo>
                    <a:lnTo>
                      <a:pt x="1542" y="1956"/>
                    </a:lnTo>
                    <a:lnTo>
                      <a:pt x="1518" y="1968"/>
                    </a:lnTo>
                    <a:lnTo>
                      <a:pt x="1512" y="1974"/>
                    </a:lnTo>
                    <a:lnTo>
                      <a:pt x="1512" y="1980"/>
                    </a:lnTo>
                    <a:lnTo>
                      <a:pt x="1518" y="1986"/>
                    </a:lnTo>
                    <a:lnTo>
                      <a:pt x="1548" y="1986"/>
                    </a:lnTo>
                    <a:lnTo>
                      <a:pt x="1560" y="1980"/>
                    </a:lnTo>
                    <a:lnTo>
                      <a:pt x="1572" y="1980"/>
                    </a:lnTo>
                    <a:lnTo>
                      <a:pt x="1584" y="1968"/>
                    </a:lnTo>
                    <a:lnTo>
                      <a:pt x="1602" y="1932"/>
                    </a:lnTo>
                    <a:lnTo>
                      <a:pt x="1608" y="1926"/>
                    </a:lnTo>
                    <a:lnTo>
                      <a:pt x="1614" y="1914"/>
                    </a:lnTo>
                    <a:lnTo>
                      <a:pt x="1626" y="1908"/>
                    </a:lnTo>
                    <a:lnTo>
                      <a:pt x="1632" y="1902"/>
                    </a:lnTo>
                    <a:lnTo>
                      <a:pt x="1632" y="1920"/>
                    </a:lnTo>
                    <a:lnTo>
                      <a:pt x="1638" y="1932"/>
                    </a:lnTo>
                    <a:lnTo>
                      <a:pt x="1638" y="1956"/>
                    </a:lnTo>
                    <a:lnTo>
                      <a:pt x="1626" y="1968"/>
                    </a:lnTo>
                    <a:lnTo>
                      <a:pt x="1614" y="1974"/>
                    </a:lnTo>
                    <a:lnTo>
                      <a:pt x="1602" y="1986"/>
                    </a:lnTo>
                    <a:lnTo>
                      <a:pt x="1602" y="2004"/>
                    </a:lnTo>
                    <a:lnTo>
                      <a:pt x="1608" y="2010"/>
                    </a:lnTo>
                    <a:lnTo>
                      <a:pt x="1614" y="2010"/>
                    </a:lnTo>
                    <a:lnTo>
                      <a:pt x="1632" y="2016"/>
                    </a:lnTo>
                    <a:lnTo>
                      <a:pt x="1662" y="2016"/>
                    </a:lnTo>
                    <a:lnTo>
                      <a:pt x="1668" y="2028"/>
                    </a:lnTo>
                    <a:lnTo>
                      <a:pt x="1644" y="2052"/>
                    </a:lnTo>
                    <a:lnTo>
                      <a:pt x="1644" y="2058"/>
                    </a:lnTo>
                    <a:lnTo>
                      <a:pt x="1650" y="2064"/>
                    </a:lnTo>
                    <a:lnTo>
                      <a:pt x="1668" y="2100"/>
                    </a:lnTo>
                    <a:lnTo>
                      <a:pt x="1674" y="2106"/>
                    </a:lnTo>
                    <a:lnTo>
                      <a:pt x="1674" y="2118"/>
                    </a:lnTo>
                    <a:lnTo>
                      <a:pt x="1626" y="2166"/>
                    </a:lnTo>
                    <a:lnTo>
                      <a:pt x="1626" y="2178"/>
                    </a:lnTo>
                    <a:lnTo>
                      <a:pt x="1638" y="2190"/>
                    </a:lnTo>
                    <a:lnTo>
                      <a:pt x="1644" y="2202"/>
                    </a:lnTo>
                    <a:lnTo>
                      <a:pt x="1668" y="2214"/>
                    </a:lnTo>
                    <a:lnTo>
                      <a:pt x="1680" y="2226"/>
                    </a:lnTo>
                    <a:lnTo>
                      <a:pt x="1692" y="2232"/>
                    </a:lnTo>
                    <a:lnTo>
                      <a:pt x="1716" y="2256"/>
                    </a:lnTo>
                    <a:lnTo>
                      <a:pt x="1728" y="2262"/>
                    </a:lnTo>
                    <a:lnTo>
                      <a:pt x="1800" y="2262"/>
                    </a:lnTo>
                    <a:lnTo>
                      <a:pt x="1824" y="2286"/>
                    </a:lnTo>
                    <a:lnTo>
                      <a:pt x="1842" y="2292"/>
                    </a:lnTo>
                    <a:lnTo>
                      <a:pt x="1872" y="2286"/>
                    </a:lnTo>
                    <a:lnTo>
                      <a:pt x="1902" y="2274"/>
                    </a:lnTo>
                    <a:lnTo>
                      <a:pt x="1932" y="2256"/>
                    </a:lnTo>
                    <a:lnTo>
                      <a:pt x="1944" y="2250"/>
                    </a:lnTo>
                    <a:lnTo>
                      <a:pt x="1944" y="2226"/>
                    </a:lnTo>
                    <a:lnTo>
                      <a:pt x="1956" y="2214"/>
                    </a:lnTo>
                    <a:lnTo>
                      <a:pt x="1962" y="2214"/>
                    </a:lnTo>
                    <a:lnTo>
                      <a:pt x="1974" y="2226"/>
                    </a:lnTo>
                    <a:lnTo>
                      <a:pt x="1974" y="2256"/>
                    </a:lnTo>
                    <a:lnTo>
                      <a:pt x="1992" y="2256"/>
                    </a:lnTo>
                    <a:lnTo>
                      <a:pt x="1980" y="2280"/>
                    </a:lnTo>
                    <a:lnTo>
                      <a:pt x="1998" y="2280"/>
                    </a:lnTo>
                    <a:lnTo>
                      <a:pt x="1998" y="2292"/>
                    </a:lnTo>
                    <a:lnTo>
                      <a:pt x="2004" y="2298"/>
                    </a:lnTo>
                    <a:lnTo>
                      <a:pt x="2010" y="2310"/>
                    </a:lnTo>
                    <a:lnTo>
                      <a:pt x="2016" y="2316"/>
                    </a:lnTo>
                    <a:lnTo>
                      <a:pt x="2028" y="2316"/>
                    </a:lnTo>
                    <a:lnTo>
                      <a:pt x="2040" y="2304"/>
                    </a:lnTo>
                    <a:lnTo>
                      <a:pt x="2046" y="2304"/>
                    </a:lnTo>
                    <a:lnTo>
                      <a:pt x="2052" y="2298"/>
                    </a:lnTo>
                    <a:lnTo>
                      <a:pt x="2070" y="2292"/>
                    </a:lnTo>
                    <a:lnTo>
                      <a:pt x="2082" y="2286"/>
                    </a:lnTo>
                    <a:lnTo>
                      <a:pt x="2088" y="2280"/>
                    </a:lnTo>
                    <a:lnTo>
                      <a:pt x="2100" y="2274"/>
                    </a:lnTo>
                    <a:lnTo>
                      <a:pt x="2124" y="2250"/>
                    </a:lnTo>
                    <a:lnTo>
                      <a:pt x="2136" y="2244"/>
                    </a:lnTo>
                    <a:lnTo>
                      <a:pt x="2148" y="2232"/>
                    </a:lnTo>
                    <a:lnTo>
                      <a:pt x="2160" y="2226"/>
                    </a:lnTo>
                    <a:lnTo>
                      <a:pt x="2154" y="2214"/>
                    </a:lnTo>
                    <a:lnTo>
                      <a:pt x="2190" y="2202"/>
                    </a:lnTo>
                    <a:lnTo>
                      <a:pt x="2202" y="2214"/>
                    </a:lnTo>
                    <a:lnTo>
                      <a:pt x="2220" y="2214"/>
                    </a:lnTo>
                    <a:lnTo>
                      <a:pt x="2256" y="2208"/>
                    </a:lnTo>
                    <a:lnTo>
                      <a:pt x="2298" y="2196"/>
                    </a:lnTo>
                    <a:lnTo>
                      <a:pt x="2316" y="2178"/>
                    </a:lnTo>
                    <a:lnTo>
                      <a:pt x="2328" y="2148"/>
                    </a:lnTo>
                    <a:lnTo>
                      <a:pt x="2334" y="2118"/>
                    </a:lnTo>
                    <a:lnTo>
                      <a:pt x="2340" y="2100"/>
                    </a:lnTo>
                    <a:lnTo>
                      <a:pt x="2346" y="2088"/>
                    </a:lnTo>
                    <a:lnTo>
                      <a:pt x="2376" y="2058"/>
                    </a:lnTo>
                    <a:lnTo>
                      <a:pt x="2382" y="2058"/>
                    </a:lnTo>
                    <a:lnTo>
                      <a:pt x="2382" y="2034"/>
                    </a:lnTo>
                    <a:lnTo>
                      <a:pt x="2388" y="2034"/>
                    </a:lnTo>
                    <a:lnTo>
                      <a:pt x="2394" y="2028"/>
                    </a:lnTo>
                    <a:lnTo>
                      <a:pt x="2406" y="2022"/>
                    </a:lnTo>
                    <a:lnTo>
                      <a:pt x="2418" y="2010"/>
                    </a:lnTo>
                    <a:lnTo>
                      <a:pt x="2424" y="1998"/>
                    </a:lnTo>
                    <a:lnTo>
                      <a:pt x="2442" y="1980"/>
                    </a:lnTo>
                    <a:lnTo>
                      <a:pt x="2442" y="1956"/>
                    </a:lnTo>
                    <a:lnTo>
                      <a:pt x="2448" y="1944"/>
                    </a:lnTo>
                    <a:lnTo>
                      <a:pt x="2454" y="1926"/>
                    </a:lnTo>
                    <a:lnTo>
                      <a:pt x="2460" y="1914"/>
                    </a:lnTo>
                    <a:lnTo>
                      <a:pt x="2490" y="1884"/>
                    </a:lnTo>
                    <a:lnTo>
                      <a:pt x="2502" y="1866"/>
                    </a:lnTo>
                    <a:lnTo>
                      <a:pt x="2526" y="1842"/>
                    </a:lnTo>
                    <a:lnTo>
                      <a:pt x="2538" y="1836"/>
                    </a:lnTo>
                    <a:lnTo>
                      <a:pt x="2550" y="1824"/>
                    </a:lnTo>
                    <a:lnTo>
                      <a:pt x="2556" y="1812"/>
                    </a:lnTo>
                    <a:lnTo>
                      <a:pt x="2556" y="1800"/>
                    </a:lnTo>
                    <a:lnTo>
                      <a:pt x="2562" y="1788"/>
                    </a:lnTo>
                    <a:lnTo>
                      <a:pt x="2562" y="1782"/>
                    </a:lnTo>
                    <a:lnTo>
                      <a:pt x="2586" y="1782"/>
                    </a:lnTo>
                    <a:lnTo>
                      <a:pt x="2610" y="1770"/>
                    </a:lnTo>
                    <a:lnTo>
                      <a:pt x="2622" y="1752"/>
                    </a:lnTo>
                    <a:lnTo>
                      <a:pt x="2646" y="1728"/>
                    </a:lnTo>
                    <a:lnTo>
                      <a:pt x="2670" y="1698"/>
                    </a:lnTo>
                    <a:lnTo>
                      <a:pt x="2688" y="1674"/>
                    </a:lnTo>
                    <a:lnTo>
                      <a:pt x="2700" y="1662"/>
                    </a:lnTo>
                    <a:lnTo>
                      <a:pt x="2700" y="1656"/>
                    </a:lnTo>
                    <a:lnTo>
                      <a:pt x="2706" y="1638"/>
                    </a:lnTo>
                    <a:lnTo>
                      <a:pt x="2706" y="1614"/>
                    </a:lnTo>
                    <a:lnTo>
                      <a:pt x="2712" y="1596"/>
                    </a:lnTo>
                    <a:lnTo>
                      <a:pt x="2718" y="1590"/>
                    </a:lnTo>
                    <a:lnTo>
                      <a:pt x="2730" y="1572"/>
                    </a:lnTo>
                    <a:lnTo>
                      <a:pt x="2754" y="1542"/>
                    </a:lnTo>
                    <a:lnTo>
                      <a:pt x="2772" y="1494"/>
                    </a:lnTo>
                    <a:lnTo>
                      <a:pt x="2796" y="1458"/>
                    </a:lnTo>
                    <a:lnTo>
                      <a:pt x="2808" y="1428"/>
                    </a:lnTo>
                    <a:lnTo>
                      <a:pt x="2814" y="1416"/>
                    </a:lnTo>
                    <a:lnTo>
                      <a:pt x="2814" y="1386"/>
                    </a:lnTo>
                    <a:lnTo>
                      <a:pt x="2802" y="1362"/>
                    </a:lnTo>
                    <a:lnTo>
                      <a:pt x="2820" y="1308"/>
                    </a:lnTo>
                    <a:lnTo>
                      <a:pt x="2832" y="1290"/>
                    </a:lnTo>
                    <a:lnTo>
                      <a:pt x="2838" y="1266"/>
                    </a:lnTo>
                    <a:lnTo>
                      <a:pt x="2838" y="1224"/>
                    </a:lnTo>
                    <a:lnTo>
                      <a:pt x="2832" y="1194"/>
                    </a:lnTo>
                    <a:lnTo>
                      <a:pt x="2832" y="1176"/>
                    </a:lnTo>
                    <a:lnTo>
                      <a:pt x="2802" y="1164"/>
                    </a:lnTo>
                    <a:close/>
                    <a:moveTo>
                      <a:pt x="2016" y="2436"/>
                    </a:moveTo>
                    <a:lnTo>
                      <a:pt x="2022" y="2442"/>
                    </a:lnTo>
                    <a:lnTo>
                      <a:pt x="2028" y="2442"/>
                    </a:lnTo>
                    <a:lnTo>
                      <a:pt x="2040" y="2436"/>
                    </a:lnTo>
                    <a:lnTo>
                      <a:pt x="2046" y="2430"/>
                    </a:lnTo>
                    <a:lnTo>
                      <a:pt x="2034" y="2418"/>
                    </a:lnTo>
                    <a:lnTo>
                      <a:pt x="2016" y="2436"/>
                    </a:lnTo>
                    <a:close/>
                    <a:moveTo>
                      <a:pt x="1992" y="2454"/>
                    </a:moveTo>
                    <a:lnTo>
                      <a:pt x="1974" y="2454"/>
                    </a:lnTo>
                    <a:lnTo>
                      <a:pt x="1962" y="2466"/>
                    </a:lnTo>
                    <a:lnTo>
                      <a:pt x="1962" y="2472"/>
                    </a:lnTo>
                    <a:lnTo>
                      <a:pt x="1962" y="2460"/>
                    </a:lnTo>
                    <a:lnTo>
                      <a:pt x="1938" y="2460"/>
                    </a:lnTo>
                    <a:lnTo>
                      <a:pt x="1926" y="2466"/>
                    </a:lnTo>
                    <a:lnTo>
                      <a:pt x="1914" y="2466"/>
                    </a:lnTo>
                    <a:lnTo>
                      <a:pt x="1908" y="2478"/>
                    </a:lnTo>
                    <a:lnTo>
                      <a:pt x="1890" y="2460"/>
                    </a:lnTo>
                    <a:lnTo>
                      <a:pt x="1854" y="2460"/>
                    </a:lnTo>
                    <a:lnTo>
                      <a:pt x="1830" y="2430"/>
                    </a:lnTo>
                    <a:lnTo>
                      <a:pt x="1824" y="2436"/>
                    </a:lnTo>
                    <a:lnTo>
                      <a:pt x="1818" y="2436"/>
                    </a:lnTo>
                    <a:lnTo>
                      <a:pt x="1812" y="2442"/>
                    </a:lnTo>
                    <a:lnTo>
                      <a:pt x="1806" y="2442"/>
                    </a:lnTo>
                    <a:lnTo>
                      <a:pt x="1776" y="2412"/>
                    </a:lnTo>
                    <a:lnTo>
                      <a:pt x="1776" y="2424"/>
                    </a:lnTo>
                    <a:lnTo>
                      <a:pt x="1782" y="2448"/>
                    </a:lnTo>
                    <a:lnTo>
                      <a:pt x="1782" y="2472"/>
                    </a:lnTo>
                    <a:lnTo>
                      <a:pt x="1776" y="2478"/>
                    </a:lnTo>
                    <a:lnTo>
                      <a:pt x="1776" y="2484"/>
                    </a:lnTo>
                    <a:lnTo>
                      <a:pt x="1770" y="2490"/>
                    </a:lnTo>
                    <a:lnTo>
                      <a:pt x="1770" y="2502"/>
                    </a:lnTo>
                    <a:lnTo>
                      <a:pt x="1776" y="2514"/>
                    </a:lnTo>
                    <a:lnTo>
                      <a:pt x="1776" y="2532"/>
                    </a:lnTo>
                    <a:lnTo>
                      <a:pt x="1764" y="2538"/>
                    </a:lnTo>
                    <a:lnTo>
                      <a:pt x="1758" y="2544"/>
                    </a:lnTo>
                    <a:lnTo>
                      <a:pt x="1752" y="2544"/>
                    </a:lnTo>
                    <a:lnTo>
                      <a:pt x="1740" y="2532"/>
                    </a:lnTo>
                    <a:lnTo>
                      <a:pt x="1740" y="2538"/>
                    </a:lnTo>
                    <a:lnTo>
                      <a:pt x="1734" y="2544"/>
                    </a:lnTo>
                    <a:lnTo>
                      <a:pt x="1734" y="2556"/>
                    </a:lnTo>
                    <a:lnTo>
                      <a:pt x="1728" y="2574"/>
                    </a:lnTo>
                    <a:lnTo>
                      <a:pt x="1728" y="2586"/>
                    </a:lnTo>
                    <a:lnTo>
                      <a:pt x="1740" y="2610"/>
                    </a:lnTo>
                    <a:lnTo>
                      <a:pt x="1740" y="2616"/>
                    </a:lnTo>
                    <a:lnTo>
                      <a:pt x="1746" y="2628"/>
                    </a:lnTo>
                    <a:lnTo>
                      <a:pt x="1770" y="2628"/>
                    </a:lnTo>
                    <a:lnTo>
                      <a:pt x="1752" y="2640"/>
                    </a:lnTo>
                    <a:lnTo>
                      <a:pt x="1758" y="2664"/>
                    </a:lnTo>
                    <a:lnTo>
                      <a:pt x="1770" y="2658"/>
                    </a:lnTo>
                    <a:lnTo>
                      <a:pt x="1776" y="2658"/>
                    </a:lnTo>
                    <a:lnTo>
                      <a:pt x="1782" y="2652"/>
                    </a:lnTo>
                    <a:lnTo>
                      <a:pt x="1794" y="2652"/>
                    </a:lnTo>
                    <a:lnTo>
                      <a:pt x="1800" y="2658"/>
                    </a:lnTo>
                    <a:lnTo>
                      <a:pt x="1818" y="2658"/>
                    </a:lnTo>
                    <a:lnTo>
                      <a:pt x="1830" y="2652"/>
                    </a:lnTo>
                    <a:lnTo>
                      <a:pt x="1836" y="2646"/>
                    </a:lnTo>
                    <a:lnTo>
                      <a:pt x="1842" y="2634"/>
                    </a:lnTo>
                    <a:lnTo>
                      <a:pt x="1854" y="2634"/>
                    </a:lnTo>
                    <a:lnTo>
                      <a:pt x="1860" y="2640"/>
                    </a:lnTo>
                    <a:lnTo>
                      <a:pt x="1860" y="2646"/>
                    </a:lnTo>
                    <a:lnTo>
                      <a:pt x="1848" y="2658"/>
                    </a:lnTo>
                    <a:lnTo>
                      <a:pt x="1866" y="2664"/>
                    </a:lnTo>
                    <a:lnTo>
                      <a:pt x="1884" y="2646"/>
                    </a:lnTo>
                    <a:lnTo>
                      <a:pt x="1890" y="2634"/>
                    </a:lnTo>
                    <a:lnTo>
                      <a:pt x="1902" y="2628"/>
                    </a:lnTo>
                    <a:lnTo>
                      <a:pt x="1908" y="2616"/>
                    </a:lnTo>
                    <a:lnTo>
                      <a:pt x="1920" y="2604"/>
                    </a:lnTo>
                    <a:lnTo>
                      <a:pt x="1914" y="2604"/>
                    </a:lnTo>
                    <a:lnTo>
                      <a:pt x="1902" y="2592"/>
                    </a:lnTo>
                    <a:lnTo>
                      <a:pt x="1920" y="2562"/>
                    </a:lnTo>
                    <a:lnTo>
                      <a:pt x="1950" y="2562"/>
                    </a:lnTo>
                    <a:lnTo>
                      <a:pt x="1962" y="2538"/>
                    </a:lnTo>
                    <a:lnTo>
                      <a:pt x="1962" y="2514"/>
                    </a:lnTo>
                    <a:lnTo>
                      <a:pt x="1968" y="2502"/>
                    </a:lnTo>
                    <a:lnTo>
                      <a:pt x="1980" y="2496"/>
                    </a:lnTo>
                    <a:lnTo>
                      <a:pt x="1986" y="2484"/>
                    </a:lnTo>
                    <a:lnTo>
                      <a:pt x="1992" y="2478"/>
                    </a:lnTo>
                    <a:lnTo>
                      <a:pt x="1998" y="2466"/>
                    </a:lnTo>
                    <a:lnTo>
                      <a:pt x="1998" y="2460"/>
                    </a:lnTo>
                    <a:lnTo>
                      <a:pt x="1992" y="2454"/>
                    </a:lnTo>
                    <a:close/>
                    <a:moveTo>
                      <a:pt x="1902" y="246"/>
                    </a:moveTo>
                    <a:lnTo>
                      <a:pt x="1890" y="258"/>
                    </a:lnTo>
                    <a:lnTo>
                      <a:pt x="1890" y="270"/>
                    </a:lnTo>
                    <a:lnTo>
                      <a:pt x="1884" y="282"/>
                    </a:lnTo>
                    <a:lnTo>
                      <a:pt x="1884" y="294"/>
                    </a:lnTo>
                    <a:lnTo>
                      <a:pt x="1896" y="300"/>
                    </a:lnTo>
                    <a:lnTo>
                      <a:pt x="1920" y="300"/>
                    </a:lnTo>
                    <a:lnTo>
                      <a:pt x="1926" y="294"/>
                    </a:lnTo>
                    <a:lnTo>
                      <a:pt x="1932" y="294"/>
                    </a:lnTo>
                    <a:lnTo>
                      <a:pt x="1926" y="282"/>
                    </a:lnTo>
                    <a:lnTo>
                      <a:pt x="1932" y="252"/>
                    </a:lnTo>
                    <a:lnTo>
                      <a:pt x="1920" y="252"/>
                    </a:lnTo>
                    <a:lnTo>
                      <a:pt x="1908" y="246"/>
                    </a:lnTo>
                    <a:lnTo>
                      <a:pt x="1902" y="246"/>
                    </a:lnTo>
                    <a:close/>
                    <a:moveTo>
                      <a:pt x="1770" y="2334"/>
                    </a:moveTo>
                    <a:lnTo>
                      <a:pt x="1758" y="2376"/>
                    </a:lnTo>
                    <a:lnTo>
                      <a:pt x="1812" y="2328"/>
                    </a:lnTo>
                    <a:lnTo>
                      <a:pt x="1770" y="2334"/>
                    </a:lnTo>
                    <a:close/>
                    <a:moveTo>
                      <a:pt x="2034" y="2400"/>
                    </a:moveTo>
                    <a:lnTo>
                      <a:pt x="2016" y="2358"/>
                    </a:lnTo>
                    <a:lnTo>
                      <a:pt x="1998" y="2376"/>
                    </a:lnTo>
                    <a:lnTo>
                      <a:pt x="1998" y="2394"/>
                    </a:lnTo>
                    <a:lnTo>
                      <a:pt x="2010" y="2406"/>
                    </a:lnTo>
                    <a:lnTo>
                      <a:pt x="2028" y="2406"/>
                    </a:lnTo>
                    <a:lnTo>
                      <a:pt x="2034" y="2400"/>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37" name="Venezuela" descr="© INSCALE GmbH, 05.05.2010&#10;http://www.presentationload.com/">
                <a:extLst>
                  <a:ext uri="{FF2B5EF4-FFF2-40B4-BE49-F238E27FC236}">
                    <a16:creationId xmlns:a16="http://schemas.microsoft.com/office/drawing/2014/main" id="{F8B9909A-6C44-82B8-DB4F-B0B7F6E09505}"/>
                  </a:ext>
                </a:extLst>
              </p:cNvPr>
              <p:cNvSpPr>
                <a:spLocks noEditPoints="1"/>
              </p:cNvSpPr>
              <p:nvPr/>
            </p:nvSpPr>
            <p:spPr bwMode="gray">
              <a:xfrm>
                <a:off x="1337" y="2320"/>
                <a:ext cx="242" cy="236"/>
              </a:xfrm>
              <a:custGeom>
                <a:avLst/>
                <a:gdLst>
                  <a:gd name="T0" fmla="*/ 2147483647 w 954"/>
                  <a:gd name="T1" fmla="*/ 2147483647 h 930"/>
                  <a:gd name="T2" fmla="*/ 2147483647 w 954"/>
                  <a:gd name="T3" fmla="*/ 2147483647 h 930"/>
                  <a:gd name="T4" fmla="*/ 2147483647 w 954"/>
                  <a:gd name="T5" fmla="*/ 2147483647 h 930"/>
                  <a:gd name="T6" fmla="*/ 2147483647 w 954"/>
                  <a:gd name="T7" fmla="*/ 2147483647 h 930"/>
                  <a:gd name="T8" fmla="*/ 2147483647 w 954"/>
                  <a:gd name="T9" fmla="*/ 2147483647 h 930"/>
                  <a:gd name="T10" fmla="*/ 2147483647 w 954"/>
                  <a:gd name="T11" fmla="*/ 2147483647 h 930"/>
                  <a:gd name="T12" fmla="*/ 2147483647 w 954"/>
                  <a:gd name="T13" fmla="*/ 2147483647 h 930"/>
                  <a:gd name="T14" fmla="*/ 2147483647 w 954"/>
                  <a:gd name="T15" fmla="*/ 2147483647 h 930"/>
                  <a:gd name="T16" fmla="*/ 2147483647 w 954"/>
                  <a:gd name="T17" fmla="*/ 2147483647 h 930"/>
                  <a:gd name="T18" fmla="*/ 2147483647 w 954"/>
                  <a:gd name="T19" fmla="*/ 2147483647 h 930"/>
                  <a:gd name="T20" fmla="*/ 2147483647 w 954"/>
                  <a:gd name="T21" fmla="*/ 2147483647 h 930"/>
                  <a:gd name="T22" fmla="*/ 2147483647 w 954"/>
                  <a:gd name="T23" fmla="*/ 2147483647 h 930"/>
                  <a:gd name="T24" fmla="*/ 2147483647 w 954"/>
                  <a:gd name="T25" fmla="*/ 2147483647 h 930"/>
                  <a:gd name="T26" fmla="*/ 2147483647 w 954"/>
                  <a:gd name="T27" fmla="*/ 2147483647 h 930"/>
                  <a:gd name="T28" fmla="*/ 2147483647 w 954"/>
                  <a:gd name="T29" fmla="*/ 2147483647 h 930"/>
                  <a:gd name="T30" fmla="*/ 2147483647 w 954"/>
                  <a:gd name="T31" fmla="*/ 2147483647 h 930"/>
                  <a:gd name="T32" fmla="*/ 2147483647 w 954"/>
                  <a:gd name="T33" fmla="*/ 2147483647 h 930"/>
                  <a:gd name="T34" fmla="*/ 2147483647 w 954"/>
                  <a:gd name="T35" fmla="*/ 2147483647 h 930"/>
                  <a:gd name="T36" fmla="*/ 2147483647 w 954"/>
                  <a:gd name="T37" fmla="*/ 2147483647 h 930"/>
                  <a:gd name="T38" fmla="*/ 2147483647 w 954"/>
                  <a:gd name="T39" fmla="*/ 2147483647 h 930"/>
                  <a:gd name="T40" fmla="*/ 2147483647 w 954"/>
                  <a:gd name="T41" fmla="*/ 2147483647 h 930"/>
                  <a:gd name="T42" fmla="*/ 2147483647 w 954"/>
                  <a:gd name="T43" fmla="*/ 2147483647 h 930"/>
                  <a:gd name="T44" fmla="*/ 2147483647 w 954"/>
                  <a:gd name="T45" fmla="*/ 2147483647 h 930"/>
                  <a:gd name="T46" fmla="*/ 2147483647 w 954"/>
                  <a:gd name="T47" fmla="*/ 2147483647 h 930"/>
                  <a:gd name="T48" fmla="*/ 2147483647 w 954"/>
                  <a:gd name="T49" fmla="*/ 2147483647 h 930"/>
                  <a:gd name="T50" fmla="*/ 0 w 954"/>
                  <a:gd name="T51" fmla="*/ 2147483647 h 930"/>
                  <a:gd name="T52" fmla="*/ 2147483647 w 954"/>
                  <a:gd name="T53" fmla="*/ 2147483647 h 930"/>
                  <a:gd name="T54" fmla="*/ 2147483647 w 954"/>
                  <a:gd name="T55" fmla="*/ 2147483647 h 930"/>
                  <a:gd name="T56" fmla="*/ 2147483647 w 954"/>
                  <a:gd name="T57" fmla="*/ 2147483647 h 930"/>
                  <a:gd name="T58" fmla="*/ 2147483647 w 954"/>
                  <a:gd name="T59" fmla="*/ 2147483647 h 930"/>
                  <a:gd name="T60" fmla="*/ 2147483647 w 954"/>
                  <a:gd name="T61" fmla="*/ 2147483647 h 930"/>
                  <a:gd name="T62" fmla="*/ 2147483647 w 954"/>
                  <a:gd name="T63" fmla="*/ 2147483647 h 930"/>
                  <a:gd name="T64" fmla="*/ 2147483647 w 954"/>
                  <a:gd name="T65" fmla="*/ 2147483647 h 930"/>
                  <a:gd name="T66" fmla="*/ 2147483647 w 954"/>
                  <a:gd name="T67" fmla="*/ 2147483647 h 930"/>
                  <a:gd name="T68" fmla="*/ 2147483647 w 954"/>
                  <a:gd name="T69" fmla="*/ 2147483647 h 930"/>
                  <a:gd name="T70" fmla="*/ 2147483647 w 954"/>
                  <a:gd name="T71" fmla="*/ 2147483647 h 930"/>
                  <a:gd name="T72" fmla="*/ 2147483647 w 954"/>
                  <a:gd name="T73" fmla="*/ 2147483647 h 930"/>
                  <a:gd name="T74" fmla="*/ 2147483647 w 954"/>
                  <a:gd name="T75" fmla="*/ 2147483647 h 930"/>
                  <a:gd name="T76" fmla="*/ 2147483647 w 954"/>
                  <a:gd name="T77" fmla="*/ 2147483647 h 930"/>
                  <a:gd name="T78" fmla="*/ 2147483647 w 954"/>
                  <a:gd name="T79" fmla="*/ 2147483647 h 930"/>
                  <a:gd name="T80" fmla="*/ 2147483647 w 954"/>
                  <a:gd name="T81" fmla="*/ 2147483647 h 930"/>
                  <a:gd name="T82" fmla="*/ 2147483647 w 954"/>
                  <a:gd name="T83" fmla="*/ 2147483647 h 930"/>
                  <a:gd name="T84" fmla="*/ 2147483647 w 954"/>
                  <a:gd name="T85" fmla="*/ 2147483647 h 930"/>
                  <a:gd name="T86" fmla="*/ 2147483647 w 954"/>
                  <a:gd name="T87" fmla="*/ 2147483647 h 930"/>
                  <a:gd name="T88" fmla="*/ 2147483647 w 954"/>
                  <a:gd name="T89" fmla="*/ 2147483647 h 930"/>
                  <a:gd name="T90" fmla="*/ 2147483647 w 954"/>
                  <a:gd name="T91" fmla="*/ 2147483647 h 930"/>
                  <a:gd name="T92" fmla="*/ 2147483647 w 954"/>
                  <a:gd name="T93" fmla="*/ 2147483647 h 930"/>
                  <a:gd name="T94" fmla="*/ 2147483647 w 954"/>
                  <a:gd name="T95" fmla="*/ 2147483647 h 930"/>
                  <a:gd name="T96" fmla="*/ 2147483647 w 954"/>
                  <a:gd name="T97" fmla="*/ 2147483647 h 930"/>
                  <a:gd name="T98" fmla="*/ 2147483647 w 954"/>
                  <a:gd name="T99" fmla="*/ 2147483647 h 930"/>
                  <a:gd name="T100" fmla="*/ 2147483647 w 954"/>
                  <a:gd name="T101" fmla="*/ 2147483647 h 930"/>
                  <a:gd name="T102" fmla="*/ 2147483647 w 954"/>
                  <a:gd name="T103" fmla="*/ 2147483647 h 930"/>
                  <a:gd name="T104" fmla="*/ 2147483647 w 954"/>
                  <a:gd name="T105" fmla="*/ 2147483647 h 930"/>
                  <a:gd name="T106" fmla="*/ 2147483647 w 954"/>
                  <a:gd name="T107" fmla="*/ 2147483647 h 930"/>
                  <a:gd name="T108" fmla="*/ 2147483647 w 954"/>
                  <a:gd name="T109" fmla="*/ 2147483647 h 930"/>
                  <a:gd name="T110" fmla="*/ 2147483647 w 954"/>
                  <a:gd name="T111" fmla="*/ 2147483647 h 930"/>
                  <a:gd name="T112" fmla="*/ 2147483647 w 954"/>
                  <a:gd name="T113" fmla="*/ 2147483647 h 930"/>
                  <a:gd name="T114" fmla="*/ 2147483647 w 954"/>
                  <a:gd name="T115" fmla="*/ 2147483647 h 930"/>
                  <a:gd name="T116" fmla="*/ 2147483647 w 954"/>
                  <a:gd name="T117" fmla="*/ 2147483647 h 930"/>
                  <a:gd name="T118" fmla="*/ 2147483647 w 954"/>
                  <a:gd name="T119" fmla="*/ 2147483647 h 93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54"/>
                  <a:gd name="T181" fmla="*/ 0 h 930"/>
                  <a:gd name="T182" fmla="*/ 954 w 954"/>
                  <a:gd name="T183" fmla="*/ 930 h 93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54" h="930">
                    <a:moveTo>
                      <a:pt x="264" y="42"/>
                    </a:moveTo>
                    <a:lnTo>
                      <a:pt x="264" y="12"/>
                    </a:lnTo>
                    <a:lnTo>
                      <a:pt x="252" y="0"/>
                    </a:lnTo>
                    <a:lnTo>
                      <a:pt x="234" y="0"/>
                    </a:lnTo>
                    <a:lnTo>
                      <a:pt x="228" y="6"/>
                    </a:lnTo>
                    <a:lnTo>
                      <a:pt x="228" y="18"/>
                    </a:lnTo>
                    <a:lnTo>
                      <a:pt x="234" y="24"/>
                    </a:lnTo>
                    <a:lnTo>
                      <a:pt x="234" y="36"/>
                    </a:lnTo>
                    <a:lnTo>
                      <a:pt x="240" y="42"/>
                    </a:lnTo>
                    <a:lnTo>
                      <a:pt x="264" y="42"/>
                    </a:lnTo>
                    <a:close/>
                    <a:moveTo>
                      <a:pt x="936" y="276"/>
                    </a:moveTo>
                    <a:lnTo>
                      <a:pt x="930" y="276"/>
                    </a:lnTo>
                    <a:lnTo>
                      <a:pt x="924" y="282"/>
                    </a:lnTo>
                    <a:lnTo>
                      <a:pt x="912" y="288"/>
                    </a:lnTo>
                    <a:lnTo>
                      <a:pt x="906" y="294"/>
                    </a:lnTo>
                    <a:lnTo>
                      <a:pt x="900" y="288"/>
                    </a:lnTo>
                    <a:lnTo>
                      <a:pt x="888" y="288"/>
                    </a:lnTo>
                    <a:lnTo>
                      <a:pt x="882" y="282"/>
                    </a:lnTo>
                    <a:lnTo>
                      <a:pt x="876" y="282"/>
                    </a:lnTo>
                    <a:lnTo>
                      <a:pt x="852" y="306"/>
                    </a:lnTo>
                    <a:lnTo>
                      <a:pt x="822" y="282"/>
                    </a:lnTo>
                    <a:lnTo>
                      <a:pt x="846" y="282"/>
                    </a:lnTo>
                    <a:lnTo>
                      <a:pt x="858" y="276"/>
                    </a:lnTo>
                    <a:lnTo>
                      <a:pt x="864" y="276"/>
                    </a:lnTo>
                    <a:lnTo>
                      <a:pt x="870" y="264"/>
                    </a:lnTo>
                    <a:lnTo>
                      <a:pt x="870" y="246"/>
                    </a:lnTo>
                    <a:lnTo>
                      <a:pt x="882" y="234"/>
                    </a:lnTo>
                    <a:lnTo>
                      <a:pt x="888" y="222"/>
                    </a:lnTo>
                    <a:lnTo>
                      <a:pt x="876" y="210"/>
                    </a:lnTo>
                    <a:lnTo>
                      <a:pt x="846" y="210"/>
                    </a:lnTo>
                    <a:lnTo>
                      <a:pt x="846" y="204"/>
                    </a:lnTo>
                    <a:lnTo>
                      <a:pt x="840" y="198"/>
                    </a:lnTo>
                    <a:lnTo>
                      <a:pt x="840" y="192"/>
                    </a:lnTo>
                    <a:lnTo>
                      <a:pt x="834" y="186"/>
                    </a:lnTo>
                    <a:lnTo>
                      <a:pt x="828" y="186"/>
                    </a:lnTo>
                    <a:lnTo>
                      <a:pt x="822" y="192"/>
                    </a:lnTo>
                    <a:lnTo>
                      <a:pt x="822" y="210"/>
                    </a:lnTo>
                    <a:lnTo>
                      <a:pt x="816" y="198"/>
                    </a:lnTo>
                    <a:lnTo>
                      <a:pt x="816" y="180"/>
                    </a:lnTo>
                    <a:lnTo>
                      <a:pt x="792" y="180"/>
                    </a:lnTo>
                    <a:lnTo>
                      <a:pt x="786" y="210"/>
                    </a:lnTo>
                    <a:lnTo>
                      <a:pt x="780" y="204"/>
                    </a:lnTo>
                    <a:lnTo>
                      <a:pt x="774" y="192"/>
                    </a:lnTo>
                    <a:lnTo>
                      <a:pt x="774" y="186"/>
                    </a:lnTo>
                    <a:lnTo>
                      <a:pt x="768" y="180"/>
                    </a:lnTo>
                    <a:lnTo>
                      <a:pt x="768" y="156"/>
                    </a:lnTo>
                    <a:lnTo>
                      <a:pt x="738" y="168"/>
                    </a:lnTo>
                    <a:lnTo>
                      <a:pt x="744" y="162"/>
                    </a:lnTo>
                    <a:lnTo>
                      <a:pt x="756" y="156"/>
                    </a:lnTo>
                    <a:lnTo>
                      <a:pt x="762" y="156"/>
                    </a:lnTo>
                    <a:lnTo>
                      <a:pt x="762" y="144"/>
                    </a:lnTo>
                    <a:lnTo>
                      <a:pt x="750" y="138"/>
                    </a:lnTo>
                    <a:lnTo>
                      <a:pt x="744" y="138"/>
                    </a:lnTo>
                    <a:lnTo>
                      <a:pt x="744" y="132"/>
                    </a:lnTo>
                    <a:lnTo>
                      <a:pt x="750" y="132"/>
                    </a:lnTo>
                    <a:lnTo>
                      <a:pt x="762" y="126"/>
                    </a:lnTo>
                    <a:lnTo>
                      <a:pt x="774" y="126"/>
                    </a:lnTo>
                    <a:lnTo>
                      <a:pt x="792" y="120"/>
                    </a:lnTo>
                    <a:lnTo>
                      <a:pt x="804" y="120"/>
                    </a:lnTo>
                    <a:lnTo>
                      <a:pt x="810" y="114"/>
                    </a:lnTo>
                    <a:lnTo>
                      <a:pt x="726" y="114"/>
                    </a:lnTo>
                    <a:lnTo>
                      <a:pt x="690" y="120"/>
                    </a:lnTo>
                    <a:lnTo>
                      <a:pt x="678" y="120"/>
                    </a:lnTo>
                    <a:lnTo>
                      <a:pt x="690" y="132"/>
                    </a:lnTo>
                    <a:lnTo>
                      <a:pt x="678" y="132"/>
                    </a:lnTo>
                    <a:lnTo>
                      <a:pt x="666" y="138"/>
                    </a:lnTo>
                    <a:lnTo>
                      <a:pt x="654" y="138"/>
                    </a:lnTo>
                    <a:lnTo>
                      <a:pt x="642" y="144"/>
                    </a:lnTo>
                    <a:lnTo>
                      <a:pt x="636" y="144"/>
                    </a:lnTo>
                    <a:lnTo>
                      <a:pt x="624" y="150"/>
                    </a:lnTo>
                    <a:lnTo>
                      <a:pt x="606" y="168"/>
                    </a:lnTo>
                    <a:lnTo>
                      <a:pt x="594" y="174"/>
                    </a:lnTo>
                    <a:lnTo>
                      <a:pt x="576" y="174"/>
                    </a:lnTo>
                    <a:lnTo>
                      <a:pt x="564" y="162"/>
                    </a:lnTo>
                    <a:lnTo>
                      <a:pt x="546" y="156"/>
                    </a:lnTo>
                    <a:lnTo>
                      <a:pt x="534" y="144"/>
                    </a:lnTo>
                    <a:lnTo>
                      <a:pt x="522" y="138"/>
                    </a:lnTo>
                    <a:lnTo>
                      <a:pt x="510" y="126"/>
                    </a:lnTo>
                    <a:lnTo>
                      <a:pt x="492" y="126"/>
                    </a:lnTo>
                    <a:lnTo>
                      <a:pt x="450" y="132"/>
                    </a:lnTo>
                    <a:lnTo>
                      <a:pt x="372" y="132"/>
                    </a:lnTo>
                    <a:lnTo>
                      <a:pt x="360" y="120"/>
                    </a:lnTo>
                    <a:lnTo>
                      <a:pt x="354" y="108"/>
                    </a:lnTo>
                    <a:lnTo>
                      <a:pt x="354" y="84"/>
                    </a:lnTo>
                    <a:lnTo>
                      <a:pt x="348" y="72"/>
                    </a:lnTo>
                    <a:lnTo>
                      <a:pt x="336" y="60"/>
                    </a:lnTo>
                    <a:lnTo>
                      <a:pt x="324" y="54"/>
                    </a:lnTo>
                    <a:lnTo>
                      <a:pt x="276" y="54"/>
                    </a:lnTo>
                    <a:lnTo>
                      <a:pt x="240" y="60"/>
                    </a:lnTo>
                    <a:lnTo>
                      <a:pt x="222" y="72"/>
                    </a:lnTo>
                    <a:lnTo>
                      <a:pt x="210" y="78"/>
                    </a:lnTo>
                    <a:lnTo>
                      <a:pt x="204" y="78"/>
                    </a:lnTo>
                    <a:lnTo>
                      <a:pt x="180" y="90"/>
                    </a:lnTo>
                    <a:lnTo>
                      <a:pt x="162" y="96"/>
                    </a:lnTo>
                    <a:lnTo>
                      <a:pt x="144" y="108"/>
                    </a:lnTo>
                    <a:lnTo>
                      <a:pt x="138" y="120"/>
                    </a:lnTo>
                    <a:lnTo>
                      <a:pt x="138" y="144"/>
                    </a:lnTo>
                    <a:lnTo>
                      <a:pt x="150" y="168"/>
                    </a:lnTo>
                    <a:lnTo>
                      <a:pt x="156" y="186"/>
                    </a:lnTo>
                    <a:lnTo>
                      <a:pt x="162" y="198"/>
                    </a:lnTo>
                    <a:lnTo>
                      <a:pt x="156" y="210"/>
                    </a:lnTo>
                    <a:lnTo>
                      <a:pt x="150" y="228"/>
                    </a:lnTo>
                    <a:lnTo>
                      <a:pt x="138" y="234"/>
                    </a:lnTo>
                    <a:lnTo>
                      <a:pt x="132" y="246"/>
                    </a:lnTo>
                    <a:lnTo>
                      <a:pt x="126" y="252"/>
                    </a:lnTo>
                    <a:lnTo>
                      <a:pt x="120" y="252"/>
                    </a:lnTo>
                    <a:lnTo>
                      <a:pt x="126" y="222"/>
                    </a:lnTo>
                    <a:lnTo>
                      <a:pt x="114" y="222"/>
                    </a:lnTo>
                    <a:lnTo>
                      <a:pt x="108" y="216"/>
                    </a:lnTo>
                    <a:lnTo>
                      <a:pt x="96" y="210"/>
                    </a:lnTo>
                    <a:lnTo>
                      <a:pt x="90" y="204"/>
                    </a:lnTo>
                    <a:lnTo>
                      <a:pt x="84" y="192"/>
                    </a:lnTo>
                    <a:lnTo>
                      <a:pt x="96" y="168"/>
                    </a:lnTo>
                    <a:lnTo>
                      <a:pt x="108" y="156"/>
                    </a:lnTo>
                    <a:lnTo>
                      <a:pt x="120" y="132"/>
                    </a:lnTo>
                    <a:lnTo>
                      <a:pt x="120" y="78"/>
                    </a:lnTo>
                    <a:lnTo>
                      <a:pt x="114" y="66"/>
                    </a:lnTo>
                    <a:lnTo>
                      <a:pt x="114" y="54"/>
                    </a:lnTo>
                    <a:lnTo>
                      <a:pt x="108" y="48"/>
                    </a:lnTo>
                    <a:lnTo>
                      <a:pt x="108" y="54"/>
                    </a:lnTo>
                    <a:lnTo>
                      <a:pt x="102" y="66"/>
                    </a:lnTo>
                    <a:lnTo>
                      <a:pt x="90" y="78"/>
                    </a:lnTo>
                    <a:lnTo>
                      <a:pt x="72" y="84"/>
                    </a:lnTo>
                    <a:lnTo>
                      <a:pt x="48" y="108"/>
                    </a:lnTo>
                    <a:lnTo>
                      <a:pt x="36" y="144"/>
                    </a:lnTo>
                    <a:lnTo>
                      <a:pt x="36" y="162"/>
                    </a:lnTo>
                    <a:lnTo>
                      <a:pt x="30" y="168"/>
                    </a:lnTo>
                    <a:lnTo>
                      <a:pt x="30" y="192"/>
                    </a:lnTo>
                    <a:lnTo>
                      <a:pt x="6" y="216"/>
                    </a:lnTo>
                    <a:lnTo>
                      <a:pt x="0" y="228"/>
                    </a:lnTo>
                    <a:lnTo>
                      <a:pt x="0" y="240"/>
                    </a:lnTo>
                    <a:lnTo>
                      <a:pt x="6" y="246"/>
                    </a:lnTo>
                    <a:lnTo>
                      <a:pt x="6" y="240"/>
                    </a:lnTo>
                    <a:lnTo>
                      <a:pt x="18" y="228"/>
                    </a:lnTo>
                    <a:lnTo>
                      <a:pt x="24" y="228"/>
                    </a:lnTo>
                    <a:lnTo>
                      <a:pt x="36" y="240"/>
                    </a:lnTo>
                    <a:lnTo>
                      <a:pt x="42" y="252"/>
                    </a:lnTo>
                    <a:lnTo>
                      <a:pt x="42" y="288"/>
                    </a:lnTo>
                    <a:lnTo>
                      <a:pt x="48" y="294"/>
                    </a:lnTo>
                    <a:lnTo>
                      <a:pt x="60" y="300"/>
                    </a:lnTo>
                    <a:lnTo>
                      <a:pt x="66" y="306"/>
                    </a:lnTo>
                    <a:lnTo>
                      <a:pt x="66" y="318"/>
                    </a:lnTo>
                    <a:lnTo>
                      <a:pt x="54" y="342"/>
                    </a:lnTo>
                    <a:lnTo>
                      <a:pt x="54" y="384"/>
                    </a:lnTo>
                    <a:lnTo>
                      <a:pt x="66" y="384"/>
                    </a:lnTo>
                    <a:lnTo>
                      <a:pt x="66" y="396"/>
                    </a:lnTo>
                    <a:lnTo>
                      <a:pt x="72" y="408"/>
                    </a:lnTo>
                    <a:lnTo>
                      <a:pt x="78" y="414"/>
                    </a:lnTo>
                    <a:lnTo>
                      <a:pt x="102" y="414"/>
                    </a:lnTo>
                    <a:lnTo>
                      <a:pt x="108" y="408"/>
                    </a:lnTo>
                    <a:lnTo>
                      <a:pt x="120" y="408"/>
                    </a:lnTo>
                    <a:lnTo>
                      <a:pt x="132" y="414"/>
                    </a:lnTo>
                    <a:lnTo>
                      <a:pt x="138" y="414"/>
                    </a:lnTo>
                    <a:lnTo>
                      <a:pt x="150" y="420"/>
                    </a:lnTo>
                    <a:lnTo>
                      <a:pt x="162" y="420"/>
                    </a:lnTo>
                    <a:lnTo>
                      <a:pt x="168" y="414"/>
                    </a:lnTo>
                    <a:lnTo>
                      <a:pt x="168" y="408"/>
                    </a:lnTo>
                    <a:lnTo>
                      <a:pt x="180" y="408"/>
                    </a:lnTo>
                    <a:lnTo>
                      <a:pt x="186" y="414"/>
                    </a:lnTo>
                    <a:lnTo>
                      <a:pt x="198" y="420"/>
                    </a:lnTo>
                    <a:lnTo>
                      <a:pt x="222" y="420"/>
                    </a:lnTo>
                    <a:lnTo>
                      <a:pt x="222" y="426"/>
                    </a:lnTo>
                    <a:lnTo>
                      <a:pt x="228" y="432"/>
                    </a:lnTo>
                    <a:lnTo>
                      <a:pt x="234" y="444"/>
                    </a:lnTo>
                    <a:lnTo>
                      <a:pt x="240" y="462"/>
                    </a:lnTo>
                    <a:lnTo>
                      <a:pt x="264" y="486"/>
                    </a:lnTo>
                    <a:lnTo>
                      <a:pt x="288" y="486"/>
                    </a:lnTo>
                    <a:lnTo>
                      <a:pt x="288" y="480"/>
                    </a:lnTo>
                    <a:lnTo>
                      <a:pt x="306" y="480"/>
                    </a:lnTo>
                    <a:lnTo>
                      <a:pt x="312" y="486"/>
                    </a:lnTo>
                    <a:lnTo>
                      <a:pt x="336" y="486"/>
                    </a:lnTo>
                    <a:lnTo>
                      <a:pt x="342" y="480"/>
                    </a:lnTo>
                    <a:lnTo>
                      <a:pt x="366" y="486"/>
                    </a:lnTo>
                    <a:lnTo>
                      <a:pt x="372" y="480"/>
                    </a:lnTo>
                    <a:lnTo>
                      <a:pt x="384" y="474"/>
                    </a:lnTo>
                    <a:lnTo>
                      <a:pt x="402" y="474"/>
                    </a:lnTo>
                    <a:lnTo>
                      <a:pt x="408" y="480"/>
                    </a:lnTo>
                    <a:lnTo>
                      <a:pt x="408" y="492"/>
                    </a:lnTo>
                    <a:lnTo>
                      <a:pt x="390" y="510"/>
                    </a:lnTo>
                    <a:lnTo>
                      <a:pt x="390" y="534"/>
                    </a:lnTo>
                    <a:lnTo>
                      <a:pt x="384" y="540"/>
                    </a:lnTo>
                    <a:lnTo>
                      <a:pt x="378" y="540"/>
                    </a:lnTo>
                    <a:lnTo>
                      <a:pt x="366" y="552"/>
                    </a:lnTo>
                    <a:lnTo>
                      <a:pt x="366" y="576"/>
                    </a:lnTo>
                    <a:lnTo>
                      <a:pt x="372" y="588"/>
                    </a:lnTo>
                    <a:lnTo>
                      <a:pt x="372" y="618"/>
                    </a:lnTo>
                    <a:lnTo>
                      <a:pt x="366" y="630"/>
                    </a:lnTo>
                    <a:lnTo>
                      <a:pt x="366" y="642"/>
                    </a:lnTo>
                    <a:lnTo>
                      <a:pt x="372" y="648"/>
                    </a:lnTo>
                    <a:lnTo>
                      <a:pt x="384" y="648"/>
                    </a:lnTo>
                    <a:lnTo>
                      <a:pt x="384" y="672"/>
                    </a:lnTo>
                    <a:lnTo>
                      <a:pt x="390" y="684"/>
                    </a:lnTo>
                    <a:lnTo>
                      <a:pt x="402" y="690"/>
                    </a:lnTo>
                    <a:lnTo>
                      <a:pt x="408" y="702"/>
                    </a:lnTo>
                    <a:lnTo>
                      <a:pt x="408" y="708"/>
                    </a:lnTo>
                    <a:lnTo>
                      <a:pt x="402" y="720"/>
                    </a:lnTo>
                    <a:lnTo>
                      <a:pt x="372" y="750"/>
                    </a:lnTo>
                    <a:lnTo>
                      <a:pt x="366" y="750"/>
                    </a:lnTo>
                    <a:lnTo>
                      <a:pt x="390" y="762"/>
                    </a:lnTo>
                    <a:lnTo>
                      <a:pt x="402" y="774"/>
                    </a:lnTo>
                    <a:lnTo>
                      <a:pt x="414" y="774"/>
                    </a:lnTo>
                    <a:lnTo>
                      <a:pt x="414" y="798"/>
                    </a:lnTo>
                    <a:lnTo>
                      <a:pt x="420" y="804"/>
                    </a:lnTo>
                    <a:lnTo>
                      <a:pt x="420" y="822"/>
                    </a:lnTo>
                    <a:lnTo>
                      <a:pt x="426" y="828"/>
                    </a:lnTo>
                    <a:lnTo>
                      <a:pt x="426" y="846"/>
                    </a:lnTo>
                    <a:lnTo>
                      <a:pt x="432" y="858"/>
                    </a:lnTo>
                    <a:lnTo>
                      <a:pt x="432" y="876"/>
                    </a:lnTo>
                    <a:lnTo>
                      <a:pt x="444" y="888"/>
                    </a:lnTo>
                    <a:lnTo>
                      <a:pt x="450" y="900"/>
                    </a:lnTo>
                    <a:lnTo>
                      <a:pt x="450" y="906"/>
                    </a:lnTo>
                    <a:lnTo>
                      <a:pt x="462" y="918"/>
                    </a:lnTo>
                    <a:lnTo>
                      <a:pt x="468" y="918"/>
                    </a:lnTo>
                    <a:lnTo>
                      <a:pt x="480" y="924"/>
                    </a:lnTo>
                    <a:lnTo>
                      <a:pt x="486" y="924"/>
                    </a:lnTo>
                    <a:lnTo>
                      <a:pt x="498" y="918"/>
                    </a:lnTo>
                    <a:lnTo>
                      <a:pt x="504" y="912"/>
                    </a:lnTo>
                    <a:lnTo>
                      <a:pt x="516" y="906"/>
                    </a:lnTo>
                    <a:lnTo>
                      <a:pt x="522" y="900"/>
                    </a:lnTo>
                    <a:lnTo>
                      <a:pt x="528" y="906"/>
                    </a:lnTo>
                    <a:lnTo>
                      <a:pt x="528" y="930"/>
                    </a:lnTo>
                    <a:lnTo>
                      <a:pt x="534" y="930"/>
                    </a:lnTo>
                    <a:lnTo>
                      <a:pt x="546" y="918"/>
                    </a:lnTo>
                    <a:lnTo>
                      <a:pt x="558" y="894"/>
                    </a:lnTo>
                    <a:lnTo>
                      <a:pt x="570" y="882"/>
                    </a:lnTo>
                    <a:lnTo>
                      <a:pt x="588" y="882"/>
                    </a:lnTo>
                    <a:lnTo>
                      <a:pt x="594" y="876"/>
                    </a:lnTo>
                    <a:lnTo>
                      <a:pt x="630" y="858"/>
                    </a:lnTo>
                    <a:lnTo>
                      <a:pt x="636" y="846"/>
                    </a:lnTo>
                    <a:lnTo>
                      <a:pt x="636" y="816"/>
                    </a:lnTo>
                    <a:lnTo>
                      <a:pt x="678" y="816"/>
                    </a:lnTo>
                    <a:lnTo>
                      <a:pt x="684" y="810"/>
                    </a:lnTo>
                    <a:lnTo>
                      <a:pt x="690" y="798"/>
                    </a:lnTo>
                    <a:lnTo>
                      <a:pt x="690" y="792"/>
                    </a:lnTo>
                    <a:lnTo>
                      <a:pt x="684" y="786"/>
                    </a:lnTo>
                    <a:lnTo>
                      <a:pt x="636" y="780"/>
                    </a:lnTo>
                    <a:lnTo>
                      <a:pt x="636" y="750"/>
                    </a:lnTo>
                    <a:lnTo>
                      <a:pt x="630" y="738"/>
                    </a:lnTo>
                    <a:lnTo>
                      <a:pt x="618" y="726"/>
                    </a:lnTo>
                    <a:lnTo>
                      <a:pt x="624" y="720"/>
                    </a:lnTo>
                    <a:lnTo>
                      <a:pt x="624" y="690"/>
                    </a:lnTo>
                    <a:lnTo>
                      <a:pt x="618" y="684"/>
                    </a:lnTo>
                    <a:lnTo>
                      <a:pt x="606" y="678"/>
                    </a:lnTo>
                    <a:lnTo>
                      <a:pt x="588" y="660"/>
                    </a:lnTo>
                    <a:lnTo>
                      <a:pt x="588" y="630"/>
                    </a:lnTo>
                    <a:lnTo>
                      <a:pt x="594" y="636"/>
                    </a:lnTo>
                    <a:lnTo>
                      <a:pt x="594" y="642"/>
                    </a:lnTo>
                    <a:lnTo>
                      <a:pt x="636" y="642"/>
                    </a:lnTo>
                    <a:lnTo>
                      <a:pt x="642" y="648"/>
                    </a:lnTo>
                    <a:lnTo>
                      <a:pt x="642" y="666"/>
                    </a:lnTo>
                    <a:lnTo>
                      <a:pt x="654" y="666"/>
                    </a:lnTo>
                    <a:lnTo>
                      <a:pt x="666" y="660"/>
                    </a:lnTo>
                    <a:lnTo>
                      <a:pt x="678" y="666"/>
                    </a:lnTo>
                    <a:lnTo>
                      <a:pt x="684" y="660"/>
                    </a:lnTo>
                    <a:lnTo>
                      <a:pt x="696" y="660"/>
                    </a:lnTo>
                    <a:lnTo>
                      <a:pt x="702" y="666"/>
                    </a:lnTo>
                    <a:lnTo>
                      <a:pt x="708" y="678"/>
                    </a:lnTo>
                    <a:lnTo>
                      <a:pt x="720" y="690"/>
                    </a:lnTo>
                    <a:lnTo>
                      <a:pt x="732" y="696"/>
                    </a:lnTo>
                    <a:lnTo>
                      <a:pt x="738" y="690"/>
                    </a:lnTo>
                    <a:lnTo>
                      <a:pt x="738" y="672"/>
                    </a:lnTo>
                    <a:lnTo>
                      <a:pt x="744" y="660"/>
                    </a:lnTo>
                    <a:lnTo>
                      <a:pt x="744" y="648"/>
                    </a:lnTo>
                    <a:lnTo>
                      <a:pt x="750" y="642"/>
                    </a:lnTo>
                    <a:lnTo>
                      <a:pt x="768" y="642"/>
                    </a:lnTo>
                    <a:lnTo>
                      <a:pt x="774" y="648"/>
                    </a:lnTo>
                    <a:lnTo>
                      <a:pt x="792" y="648"/>
                    </a:lnTo>
                    <a:lnTo>
                      <a:pt x="804" y="642"/>
                    </a:lnTo>
                    <a:lnTo>
                      <a:pt x="828" y="618"/>
                    </a:lnTo>
                    <a:lnTo>
                      <a:pt x="840" y="612"/>
                    </a:lnTo>
                    <a:lnTo>
                      <a:pt x="864" y="612"/>
                    </a:lnTo>
                    <a:lnTo>
                      <a:pt x="864" y="600"/>
                    </a:lnTo>
                    <a:lnTo>
                      <a:pt x="876" y="600"/>
                    </a:lnTo>
                    <a:lnTo>
                      <a:pt x="882" y="594"/>
                    </a:lnTo>
                    <a:lnTo>
                      <a:pt x="882" y="558"/>
                    </a:lnTo>
                    <a:lnTo>
                      <a:pt x="846" y="522"/>
                    </a:lnTo>
                    <a:lnTo>
                      <a:pt x="840" y="510"/>
                    </a:lnTo>
                    <a:lnTo>
                      <a:pt x="834" y="504"/>
                    </a:lnTo>
                    <a:lnTo>
                      <a:pt x="834" y="492"/>
                    </a:lnTo>
                    <a:lnTo>
                      <a:pt x="846" y="486"/>
                    </a:lnTo>
                    <a:lnTo>
                      <a:pt x="852" y="486"/>
                    </a:lnTo>
                    <a:lnTo>
                      <a:pt x="864" y="480"/>
                    </a:lnTo>
                    <a:lnTo>
                      <a:pt x="864" y="462"/>
                    </a:lnTo>
                    <a:lnTo>
                      <a:pt x="846" y="444"/>
                    </a:lnTo>
                    <a:lnTo>
                      <a:pt x="846" y="438"/>
                    </a:lnTo>
                    <a:lnTo>
                      <a:pt x="876" y="438"/>
                    </a:lnTo>
                    <a:lnTo>
                      <a:pt x="888" y="432"/>
                    </a:lnTo>
                    <a:lnTo>
                      <a:pt x="900" y="432"/>
                    </a:lnTo>
                    <a:lnTo>
                      <a:pt x="912" y="426"/>
                    </a:lnTo>
                    <a:lnTo>
                      <a:pt x="918" y="420"/>
                    </a:lnTo>
                    <a:lnTo>
                      <a:pt x="918" y="402"/>
                    </a:lnTo>
                    <a:lnTo>
                      <a:pt x="894" y="402"/>
                    </a:lnTo>
                    <a:lnTo>
                      <a:pt x="894" y="360"/>
                    </a:lnTo>
                    <a:lnTo>
                      <a:pt x="906" y="348"/>
                    </a:lnTo>
                    <a:lnTo>
                      <a:pt x="918" y="348"/>
                    </a:lnTo>
                    <a:lnTo>
                      <a:pt x="924" y="342"/>
                    </a:lnTo>
                    <a:lnTo>
                      <a:pt x="930" y="342"/>
                    </a:lnTo>
                    <a:lnTo>
                      <a:pt x="936" y="336"/>
                    </a:lnTo>
                    <a:lnTo>
                      <a:pt x="954" y="300"/>
                    </a:lnTo>
                    <a:lnTo>
                      <a:pt x="948" y="294"/>
                    </a:lnTo>
                    <a:lnTo>
                      <a:pt x="942" y="282"/>
                    </a:lnTo>
                    <a:lnTo>
                      <a:pt x="936" y="276"/>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38" name="USA" descr="© INSCALE GmbH, 05.05.2010&#10;http://www.presentationload.com/">
                <a:extLst>
                  <a:ext uri="{FF2B5EF4-FFF2-40B4-BE49-F238E27FC236}">
                    <a16:creationId xmlns:a16="http://schemas.microsoft.com/office/drawing/2014/main" id="{5A684397-E3DE-1D46-0F95-71CC0718F7AB}"/>
                  </a:ext>
                </a:extLst>
              </p:cNvPr>
              <p:cNvSpPr>
                <a:spLocks noEditPoints="1"/>
              </p:cNvSpPr>
              <p:nvPr/>
            </p:nvSpPr>
            <p:spPr bwMode="gray">
              <a:xfrm>
                <a:off x="600" y="1562"/>
                <a:ext cx="993" cy="493"/>
              </a:xfrm>
              <a:custGeom>
                <a:avLst/>
                <a:gdLst>
                  <a:gd name="T0" fmla="*/ 2147483647 w 3918"/>
                  <a:gd name="T1" fmla="*/ 2147483647 h 1944"/>
                  <a:gd name="T2" fmla="*/ 2147483647 w 3918"/>
                  <a:gd name="T3" fmla="*/ 2147483647 h 1944"/>
                  <a:gd name="T4" fmla="*/ 2147483647 w 3918"/>
                  <a:gd name="T5" fmla="*/ 2147483647 h 1944"/>
                  <a:gd name="T6" fmla="*/ 2147483647 w 3918"/>
                  <a:gd name="T7" fmla="*/ 2147483647 h 1944"/>
                  <a:gd name="T8" fmla="*/ 2147483647 w 3918"/>
                  <a:gd name="T9" fmla="*/ 2147483647 h 1944"/>
                  <a:gd name="T10" fmla="*/ 2147483647 w 3918"/>
                  <a:gd name="T11" fmla="*/ 2147483647 h 1944"/>
                  <a:gd name="T12" fmla="*/ 2147483647 w 3918"/>
                  <a:gd name="T13" fmla="*/ 2147483647 h 1944"/>
                  <a:gd name="T14" fmla="*/ 2147483647 w 3918"/>
                  <a:gd name="T15" fmla="*/ 2147483647 h 1944"/>
                  <a:gd name="T16" fmla="*/ 2147483647 w 3918"/>
                  <a:gd name="T17" fmla="*/ 2147483647 h 1944"/>
                  <a:gd name="T18" fmla="*/ 2147483647 w 3918"/>
                  <a:gd name="T19" fmla="*/ 2147483647 h 1944"/>
                  <a:gd name="T20" fmla="*/ 2147483647 w 3918"/>
                  <a:gd name="T21" fmla="*/ 2147483647 h 1944"/>
                  <a:gd name="T22" fmla="*/ 2147483647 w 3918"/>
                  <a:gd name="T23" fmla="*/ 2147483647 h 1944"/>
                  <a:gd name="T24" fmla="*/ 2147483647 w 3918"/>
                  <a:gd name="T25" fmla="*/ 2147483647 h 1944"/>
                  <a:gd name="T26" fmla="*/ 2147483647 w 3918"/>
                  <a:gd name="T27" fmla="*/ 2147483647 h 1944"/>
                  <a:gd name="T28" fmla="*/ 2147483647 w 3918"/>
                  <a:gd name="T29" fmla="*/ 2147483647 h 1944"/>
                  <a:gd name="T30" fmla="*/ 2147483647 w 3918"/>
                  <a:gd name="T31" fmla="*/ 2147483647 h 1944"/>
                  <a:gd name="T32" fmla="*/ 2147483647 w 3918"/>
                  <a:gd name="T33" fmla="*/ 2147483647 h 1944"/>
                  <a:gd name="T34" fmla="*/ 2147483647 w 3918"/>
                  <a:gd name="T35" fmla="*/ 2147483647 h 1944"/>
                  <a:gd name="T36" fmla="*/ 2147483647 w 3918"/>
                  <a:gd name="T37" fmla="*/ 2147483647 h 1944"/>
                  <a:gd name="T38" fmla="*/ 2147483647 w 3918"/>
                  <a:gd name="T39" fmla="*/ 2147483647 h 1944"/>
                  <a:gd name="T40" fmla="*/ 2147483647 w 3918"/>
                  <a:gd name="T41" fmla="*/ 2147483647 h 1944"/>
                  <a:gd name="T42" fmla="*/ 2147483647 w 3918"/>
                  <a:gd name="T43" fmla="*/ 2147483647 h 1944"/>
                  <a:gd name="T44" fmla="*/ 2147483647 w 3918"/>
                  <a:gd name="T45" fmla="*/ 2147483647 h 1944"/>
                  <a:gd name="T46" fmla="*/ 2147483647 w 3918"/>
                  <a:gd name="T47" fmla="*/ 2147483647 h 1944"/>
                  <a:gd name="T48" fmla="*/ 2147483647 w 3918"/>
                  <a:gd name="T49" fmla="*/ 2147483647 h 1944"/>
                  <a:gd name="T50" fmla="*/ 2147483647 w 3918"/>
                  <a:gd name="T51" fmla="*/ 2147483647 h 1944"/>
                  <a:gd name="T52" fmla="*/ 2147483647 w 3918"/>
                  <a:gd name="T53" fmla="*/ 2147483647 h 1944"/>
                  <a:gd name="T54" fmla="*/ 2147483647 w 3918"/>
                  <a:gd name="T55" fmla="*/ 2147483647 h 1944"/>
                  <a:gd name="T56" fmla="*/ 2147483647 w 3918"/>
                  <a:gd name="T57" fmla="*/ 2147483647 h 1944"/>
                  <a:gd name="T58" fmla="*/ 2147483647 w 3918"/>
                  <a:gd name="T59" fmla="*/ 2147483647 h 1944"/>
                  <a:gd name="T60" fmla="*/ 2147483647 w 3918"/>
                  <a:gd name="T61" fmla="*/ 2147483647 h 1944"/>
                  <a:gd name="T62" fmla="*/ 2147483647 w 3918"/>
                  <a:gd name="T63" fmla="*/ 2147483647 h 1944"/>
                  <a:gd name="T64" fmla="*/ 2147483647 w 3918"/>
                  <a:gd name="T65" fmla="*/ 2147483647 h 1944"/>
                  <a:gd name="T66" fmla="*/ 2147483647 w 3918"/>
                  <a:gd name="T67" fmla="*/ 2147483647 h 1944"/>
                  <a:gd name="T68" fmla="*/ 2147483647 w 3918"/>
                  <a:gd name="T69" fmla="*/ 2147483647 h 1944"/>
                  <a:gd name="T70" fmla="*/ 2147483647 w 3918"/>
                  <a:gd name="T71" fmla="*/ 2147483647 h 1944"/>
                  <a:gd name="T72" fmla="*/ 2147483647 w 3918"/>
                  <a:gd name="T73" fmla="*/ 2147483647 h 1944"/>
                  <a:gd name="T74" fmla="*/ 2147483647 w 3918"/>
                  <a:gd name="T75" fmla="*/ 2147483647 h 1944"/>
                  <a:gd name="T76" fmla="*/ 2147483647 w 3918"/>
                  <a:gd name="T77" fmla="*/ 2147483647 h 1944"/>
                  <a:gd name="T78" fmla="*/ 2147483647 w 3918"/>
                  <a:gd name="T79" fmla="*/ 2147483647 h 1944"/>
                  <a:gd name="T80" fmla="*/ 2147483647 w 3918"/>
                  <a:gd name="T81" fmla="*/ 2147483647 h 1944"/>
                  <a:gd name="T82" fmla="*/ 2147483647 w 3918"/>
                  <a:gd name="T83" fmla="*/ 2147483647 h 1944"/>
                  <a:gd name="T84" fmla="*/ 2147483647 w 3918"/>
                  <a:gd name="T85" fmla="*/ 2147483647 h 1944"/>
                  <a:gd name="T86" fmla="*/ 2147483647 w 3918"/>
                  <a:gd name="T87" fmla="*/ 2147483647 h 1944"/>
                  <a:gd name="T88" fmla="*/ 2147483647 w 3918"/>
                  <a:gd name="T89" fmla="*/ 2147483647 h 1944"/>
                  <a:gd name="T90" fmla="*/ 2147483647 w 3918"/>
                  <a:gd name="T91" fmla="*/ 2147483647 h 1944"/>
                  <a:gd name="T92" fmla="*/ 2147483647 w 3918"/>
                  <a:gd name="T93" fmla="*/ 2147483647 h 1944"/>
                  <a:gd name="T94" fmla="*/ 2147483647 w 3918"/>
                  <a:gd name="T95" fmla="*/ 2147483647 h 1944"/>
                  <a:gd name="T96" fmla="*/ 2147483647 w 3918"/>
                  <a:gd name="T97" fmla="*/ 2147483647 h 1944"/>
                  <a:gd name="T98" fmla="*/ 2147483647 w 3918"/>
                  <a:gd name="T99" fmla="*/ 2147483647 h 1944"/>
                  <a:gd name="T100" fmla="*/ 2147483647 w 3918"/>
                  <a:gd name="T101" fmla="*/ 2147483647 h 1944"/>
                  <a:gd name="T102" fmla="*/ 2147483647 w 3918"/>
                  <a:gd name="T103" fmla="*/ 2147483647 h 1944"/>
                  <a:gd name="T104" fmla="*/ 2147483647 w 3918"/>
                  <a:gd name="T105" fmla="*/ 2147483647 h 1944"/>
                  <a:gd name="T106" fmla="*/ 2147483647 w 3918"/>
                  <a:gd name="T107" fmla="*/ 2147483647 h 1944"/>
                  <a:gd name="T108" fmla="*/ 2147483647 w 3918"/>
                  <a:gd name="T109" fmla="*/ 2147483647 h 1944"/>
                  <a:gd name="T110" fmla="*/ 2147483647 w 3918"/>
                  <a:gd name="T111" fmla="*/ 2147483647 h 1944"/>
                  <a:gd name="T112" fmla="*/ 2147483647 w 3918"/>
                  <a:gd name="T113" fmla="*/ 2147483647 h 1944"/>
                  <a:gd name="T114" fmla="*/ 2147483647 w 3918"/>
                  <a:gd name="T115" fmla="*/ 2147483647 h 1944"/>
                  <a:gd name="T116" fmla="*/ 2147483647 w 3918"/>
                  <a:gd name="T117" fmla="*/ 2147483647 h 1944"/>
                  <a:gd name="T118" fmla="*/ 2147483647 w 3918"/>
                  <a:gd name="T119" fmla="*/ 2147483647 h 1944"/>
                  <a:gd name="T120" fmla="*/ 2147483647 w 3918"/>
                  <a:gd name="T121" fmla="*/ 2147483647 h 1944"/>
                  <a:gd name="T122" fmla="*/ 2147483647 w 3918"/>
                  <a:gd name="T123" fmla="*/ 2147483647 h 1944"/>
                  <a:gd name="T124" fmla="*/ 2147483647 w 3918"/>
                  <a:gd name="T125" fmla="*/ 2147483647 h 194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918"/>
                  <a:gd name="T190" fmla="*/ 0 h 1944"/>
                  <a:gd name="T191" fmla="*/ 3918 w 3918"/>
                  <a:gd name="T192" fmla="*/ 1944 h 194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918" h="1944">
                    <a:moveTo>
                      <a:pt x="3858" y="168"/>
                    </a:moveTo>
                    <a:lnTo>
                      <a:pt x="3852" y="168"/>
                    </a:lnTo>
                    <a:lnTo>
                      <a:pt x="3846" y="162"/>
                    </a:lnTo>
                    <a:lnTo>
                      <a:pt x="3846" y="156"/>
                    </a:lnTo>
                    <a:lnTo>
                      <a:pt x="3840" y="150"/>
                    </a:lnTo>
                    <a:lnTo>
                      <a:pt x="3828" y="150"/>
                    </a:lnTo>
                    <a:lnTo>
                      <a:pt x="3804" y="174"/>
                    </a:lnTo>
                    <a:lnTo>
                      <a:pt x="3798" y="186"/>
                    </a:lnTo>
                    <a:lnTo>
                      <a:pt x="3756" y="210"/>
                    </a:lnTo>
                    <a:lnTo>
                      <a:pt x="3756" y="234"/>
                    </a:lnTo>
                    <a:lnTo>
                      <a:pt x="3744" y="246"/>
                    </a:lnTo>
                    <a:lnTo>
                      <a:pt x="3738" y="246"/>
                    </a:lnTo>
                    <a:lnTo>
                      <a:pt x="3726" y="258"/>
                    </a:lnTo>
                    <a:lnTo>
                      <a:pt x="3720" y="270"/>
                    </a:lnTo>
                    <a:lnTo>
                      <a:pt x="3720" y="294"/>
                    </a:lnTo>
                    <a:lnTo>
                      <a:pt x="3714" y="294"/>
                    </a:lnTo>
                    <a:lnTo>
                      <a:pt x="3708" y="288"/>
                    </a:lnTo>
                    <a:lnTo>
                      <a:pt x="3696" y="288"/>
                    </a:lnTo>
                    <a:lnTo>
                      <a:pt x="3690" y="294"/>
                    </a:lnTo>
                    <a:lnTo>
                      <a:pt x="3678" y="300"/>
                    </a:lnTo>
                    <a:lnTo>
                      <a:pt x="3666" y="312"/>
                    </a:lnTo>
                    <a:lnTo>
                      <a:pt x="3666" y="318"/>
                    </a:lnTo>
                    <a:lnTo>
                      <a:pt x="3660" y="318"/>
                    </a:lnTo>
                    <a:lnTo>
                      <a:pt x="3648" y="324"/>
                    </a:lnTo>
                    <a:lnTo>
                      <a:pt x="3630" y="324"/>
                    </a:lnTo>
                    <a:lnTo>
                      <a:pt x="3618" y="336"/>
                    </a:lnTo>
                    <a:lnTo>
                      <a:pt x="3618" y="342"/>
                    </a:lnTo>
                    <a:lnTo>
                      <a:pt x="3384" y="342"/>
                    </a:lnTo>
                    <a:lnTo>
                      <a:pt x="3372" y="354"/>
                    </a:lnTo>
                    <a:lnTo>
                      <a:pt x="3360" y="360"/>
                    </a:lnTo>
                    <a:lnTo>
                      <a:pt x="3336" y="384"/>
                    </a:lnTo>
                    <a:lnTo>
                      <a:pt x="3324" y="390"/>
                    </a:lnTo>
                    <a:lnTo>
                      <a:pt x="3312" y="402"/>
                    </a:lnTo>
                    <a:lnTo>
                      <a:pt x="3282" y="402"/>
                    </a:lnTo>
                    <a:lnTo>
                      <a:pt x="3282" y="408"/>
                    </a:lnTo>
                    <a:lnTo>
                      <a:pt x="3276" y="408"/>
                    </a:lnTo>
                    <a:lnTo>
                      <a:pt x="3282" y="414"/>
                    </a:lnTo>
                    <a:lnTo>
                      <a:pt x="3282" y="420"/>
                    </a:lnTo>
                    <a:lnTo>
                      <a:pt x="3288" y="426"/>
                    </a:lnTo>
                    <a:lnTo>
                      <a:pt x="3282" y="432"/>
                    </a:lnTo>
                    <a:lnTo>
                      <a:pt x="3282" y="438"/>
                    </a:lnTo>
                    <a:lnTo>
                      <a:pt x="3276" y="444"/>
                    </a:lnTo>
                    <a:lnTo>
                      <a:pt x="3270" y="456"/>
                    </a:lnTo>
                    <a:lnTo>
                      <a:pt x="3264" y="462"/>
                    </a:lnTo>
                    <a:lnTo>
                      <a:pt x="3264" y="468"/>
                    </a:lnTo>
                    <a:lnTo>
                      <a:pt x="3246" y="468"/>
                    </a:lnTo>
                    <a:lnTo>
                      <a:pt x="3246" y="474"/>
                    </a:lnTo>
                    <a:lnTo>
                      <a:pt x="3240" y="474"/>
                    </a:lnTo>
                    <a:lnTo>
                      <a:pt x="3228" y="480"/>
                    </a:lnTo>
                    <a:lnTo>
                      <a:pt x="3204" y="480"/>
                    </a:lnTo>
                    <a:lnTo>
                      <a:pt x="3198" y="474"/>
                    </a:lnTo>
                    <a:lnTo>
                      <a:pt x="3186" y="486"/>
                    </a:lnTo>
                    <a:lnTo>
                      <a:pt x="3162" y="486"/>
                    </a:lnTo>
                    <a:lnTo>
                      <a:pt x="3150" y="480"/>
                    </a:lnTo>
                    <a:lnTo>
                      <a:pt x="3144" y="474"/>
                    </a:lnTo>
                    <a:lnTo>
                      <a:pt x="3114" y="474"/>
                    </a:lnTo>
                    <a:lnTo>
                      <a:pt x="3096" y="486"/>
                    </a:lnTo>
                    <a:lnTo>
                      <a:pt x="3078" y="492"/>
                    </a:lnTo>
                    <a:lnTo>
                      <a:pt x="3072" y="492"/>
                    </a:lnTo>
                    <a:lnTo>
                      <a:pt x="3072" y="516"/>
                    </a:lnTo>
                    <a:lnTo>
                      <a:pt x="3066" y="522"/>
                    </a:lnTo>
                    <a:lnTo>
                      <a:pt x="3078" y="522"/>
                    </a:lnTo>
                    <a:lnTo>
                      <a:pt x="3066" y="528"/>
                    </a:lnTo>
                    <a:lnTo>
                      <a:pt x="3036" y="546"/>
                    </a:lnTo>
                    <a:lnTo>
                      <a:pt x="3000" y="564"/>
                    </a:lnTo>
                    <a:lnTo>
                      <a:pt x="2964" y="576"/>
                    </a:lnTo>
                    <a:lnTo>
                      <a:pt x="2946" y="588"/>
                    </a:lnTo>
                    <a:lnTo>
                      <a:pt x="2934" y="594"/>
                    </a:lnTo>
                    <a:lnTo>
                      <a:pt x="2928" y="594"/>
                    </a:lnTo>
                    <a:lnTo>
                      <a:pt x="2856" y="618"/>
                    </a:lnTo>
                    <a:lnTo>
                      <a:pt x="2850" y="624"/>
                    </a:lnTo>
                    <a:lnTo>
                      <a:pt x="2838" y="624"/>
                    </a:lnTo>
                    <a:lnTo>
                      <a:pt x="2826" y="630"/>
                    </a:lnTo>
                    <a:lnTo>
                      <a:pt x="2808" y="630"/>
                    </a:lnTo>
                    <a:lnTo>
                      <a:pt x="2802" y="636"/>
                    </a:lnTo>
                    <a:lnTo>
                      <a:pt x="2778" y="636"/>
                    </a:lnTo>
                    <a:lnTo>
                      <a:pt x="2772" y="630"/>
                    </a:lnTo>
                    <a:lnTo>
                      <a:pt x="2772" y="624"/>
                    </a:lnTo>
                    <a:lnTo>
                      <a:pt x="2760" y="624"/>
                    </a:lnTo>
                    <a:lnTo>
                      <a:pt x="2748" y="618"/>
                    </a:lnTo>
                    <a:lnTo>
                      <a:pt x="2736" y="606"/>
                    </a:lnTo>
                    <a:lnTo>
                      <a:pt x="2742" y="606"/>
                    </a:lnTo>
                    <a:lnTo>
                      <a:pt x="2748" y="600"/>
                    </a:lnTo>
                    <a:lnTo>
                      <a:pt x="2772" y="588"/>
                    </a:lnTo>
                    <a:lnTo>
                      <a:pt x="2772" y="582"/>
                    </a:lnTo>
                    <a:lnTo>
                      <a:pt x="2796" y="558"/>
                    </a:lnTo>
                    <a:lnTo>
                      <a:pt x="2832" y="540"/>
                    </a:lnTo>
                    <a:lnTo>
                      <a:pt x="2838" y="540"/>
                    </a:lnTo>
                    <a:lnTo>
                      <a:pt x="2844" y="534"/>
                    </a:lnTo>
                    <a:lnTo>
                      <a:pt x="2844" y="510"/>
                    </a:lnTo>
                    <a:lnTo>
                      <a:pt x="2850" y="504"/>
                    </a:lnTo>
                    <a:lnTo>
                      <a:pt x="2856" y="492"/>
                    </a:lnTo>
                    <a:lnTo>
                      <a:pt x="2850" y="486"/>
                    </a:lnTo>
                    <a:lnTo>
                      <a:pt x="2850" y="480"/>
                    </a:lnTo>
                    <a:lnTo>
                      <a:pt x="2856" y="468"/>
                    </a:lnTo>
                    <a:lnTo>
                      <a:pt x="2856" y="444"/>
                    </a:lnTo>
                    <a:lnTo>
                      <a:pt x="2862" y="432"/>
                    </a:lnTo>
                    <a:lnTo>
                      <a:pt x="2862" y="426"/>
                    </a:lnTo>
                    <a:lnTo>
                      <a:pt x="2856" y="420"/>
                    </a:lnTo>
                    <a:lnTo>
                      <a:pt x="2850" y="420"/>
                    </a:lnTo>
                    <a:lnTo>
                      <a:pt x="2844" y="426"/>
                    </a:lnTo>
                    <a:lnTo>
                      <a:pt x="2832" y="426"/>
                    </a:lnTo>
                    <a:lnTo>
                      <a:pt x="2814" y="444"/>
                    </a:lnTo>
                    <a:lnTo>
                      <a:pt x="2802" y="450"/>
                    </a:lnTo>
                    <a:lnTo>
                      <a:pt x="2796" y="456"/>
                    </a:lnTo>
                    <a:lnTo>
                      <a:pt x="2778" y="456"/>
                    </a:lnTo>
                    <a:lnTo>
                      <a:pt x="2772" y="450"/>
                    </a:lnTo>
                    <a:lnTo>
                      <a:pt x="2778" y="444"/>
                    </a:lnTo>
                    <a:lnTo>
                      <a:pt x="2784" y="432"/>
                    </a:lnTo>
                    <a:lnTo>
                      <a:pt x="2808" y="420"/>
                    </a:lnTo>
                    <a:lnTo>
                      <a:pt x="2826" y="402"/>
                    </a:lnTo>
                    <a:lnTo>
                      <a:pt x="2850" y="390"/>
                    </a:lnTo>
                    <a:lnTo>
                      <a:pt x="2856" y="384"/>
                    </a:lnTo>
                    <a:lnTo>
                      <a:pt x="2856" y="366"/>
                    </a:lnTo>
                    <a:lnTo>
                      <a:pt x="2850" y="360"/>
                    </a:lnTo>
                    <a:lnTo>
                      <a:pt x="2850" y="348"/>
                    </a:lnTo>
                    <a:lnTo>
                      <a:pt x="2856" y="348"/>
                    </a:lnTo>
                    <a:lnTo>
                      <a:pt x="2862" y="342"/>
                    </a:lnTo>
                    <a:lnTo>
                      <a:pt x="2868" y="330"/>
                    </a:lnTo>
                    <a:lnTo>
                      <a:pt x="2868" y="318"/>
                    </a:lnTo>
                    <a:lnTo>
                      <a:pt x="2862" y="312"/>
                    </a:lnTo>
                    <a:lnTo>
                      <a:pt x="2850" y="312"/>
                    </a:lnTo>
                    <a:lnTo>
                      <a:pt x="2838" y="306"/>
                    </a:lnTo>
                    <a:lnTo>
                      <a:pt x="2832" y="306"/>
                    </a:lnTo>
                    <a:lnTo>
                      <a:pt x="2826" y="294"/>
                    </a:lnTo>
                    <a:lnTo>
                      <a:pt x="2820" y="288"/>
                    </a:lnTo>
                    <a:lnTo>
                      <a:pt x="2820" y="282"/>
                    </a:lnTo>
                    <a:lnTo>
                      <a:pt x="2814" y="288"/>
                    </a:lnTo>
                    <a:lnTo>
                      <a:pt x="2808" y="288"/>
                    </a:lnTo>
                    <a:lnTo>
                      <a:pt x="2808" y="264"/>
                    </a:lnTo>
                    <a:lnTo>
                      <a:pt x="2844" y="270"/>
                    </a:lnTo>
                    <a:lnTo>
                      <a:pt x="2850" y="264"/>
                    </a:lnTo>
                    <a:lnTo>
                      <a:pt x="2850" y="246"/>
                    </a:lnTo>
                    <a:lnTo>
                      <a:pt x="2862" y="246"/>
                    </a:lnTo>
                    <a:lnTo>
                      <a:pt x="2868" y="228"/>
                    </a:lnTo>
                    <a:lnTo>
                      <a:pt x="2850" y="228"/>
                    </a:lnTo>
                    <a:lnTo>
                      <a:pt x="2844" y="240"/>
                    </a:lnTo>
                    <a:lnTo>
                      <a:pt x="2820" y="228"/>
                    </a:lnTo>
                    <a:lnTo>
                      <a:pt x="2820" y="210"/>
                    </a:lnTo>
                    <a:lnTo>
                      <a:pt x="2802" y="210"/>
                    </a:lnTo>
                    <a:lnTo>
                      <a:pt x="2790" y="216"/>
                    </a:lnTo>
                    <a:lnTo>
                      <a:pt x="2736" y="216"/>
                    </a:lnTo>
                    <a:lnTo>
                      <a:pt x="2724" y="222"/>
                    </a:lnTo>
                    <a:lnTo>
                      <a:pt x="2712" y="222"/>
                    </a:lnTo>
                    <a:lnTo>
                      <a:pt x="2700" y="228"/>
                    </a:lnTo>
                    <a:lnTo>
                      <a:pt x="2682" y="228"/>
                    </a:lnTo>
                    <a:lnTo>
                      <a:pt x="2658" y="216"/>
                    </a:lnTo>
                    <a:lnTo>
                      <a:pt x="2658" y="210"/>
                    </a:lnTo>
                    <a:lnTo>
                      <a:pt x="2652" y="204"/>
                    </a:lnTo>
                    <a:lnTo>
                      <a:pt x="2652" y="198"/>
                    </a:lnTo>
                    <a:lnTo>
                      <a:pt x="2646" y="192"/>
                    </a:lnTo>
                    <a:lnTo>
                      <a:pt x="2628" y="192"/>
                    </a:lnTo>
                    <a:lnTo>
                      <a:pt x="2622" y="198"/>
                    </a:lnTo>
                    <a:lnTo>
                      <a:pt x="2616" y="198"/>
                    </a:lnTo>
                    <a:lnTo>
                      <a:pt x="2610" y="192"/>
                    </a:lnTo>
                    <a:lnTo>
                      <a:pt x="2670" y="162"/>
                    </a:lnTo>
                    <a:lnTo>
                      <a:pt x="2658" y="150"/>
                    </a:lnTo>
                    <a:lnTo>
                      <a:pt x="2640" y="150"/>
                    </a:lnTo>
                    <a:lnTo>
                      <a:pt x="2628" y="162"/>
                    </a:lnTo>
                    <a:lnTo>
                      <a:pt x="2616" y="168"/>
                    </a:lnTo>
                    <a:lnTo>
                      <a:pt x="2610" y="174"/>
                    </a:lnTo>
                    <a:lnTo>
                      <a:pt x="2604" y="174"/>
                    </a:lnTo>
                    <a:lnTo>
                      <a:pt x="2580" y="186"/>
                    </a:lnTo>
                    <a:lnTo>
                      <a:pt x="2562" y="192"/>
                    </a:lnTo>
                    <a:lnTo>
                      <a:pt x="2538" y="204"/>
                    </a:lnTo>
                    <a:lnTo>
                      <a:pt x="2508" y="204"/>
                    </a:lnTo>
                    <a:lnTo>
                      <a:pt x="2496" y="216"/>
                    </a:lnTo>
                    <a:lnTo>
                      <a:pt x="2448" y="216"/>
                    </a:lnTo>
                    <a:lnTo>
                      <a:pt x="2448" y="210"/>
                    </a:lnTo>
                    <a:lnTo>
                      <a:pt x="2454" y="204"/>
                    </a:lnTo>
                    <a:lnTo>
                      <a:pt x="2460" y="204"/>
                    </a:lnTo>
                    <a:lnTo>
                      <a:pt x="2472" y="192"/>
                    </a:lnTo>
                    <a:lnTo>
                      <a:pt x="2460" y="192"/>
                    </a:lnTo>
                    <a:lnTo>
                      <a:pt x="2448" y="198"/>
                    </a:lnTo>
                    <a:lnTo>
                      <a:pt x="2412" y="198"/>
                    </a:lnTo>
                    <a:lnTo>
                      <a:pt x="2400" y="204"/>
                    </a:lnTo>
                    <a:lnTo>
                      <a:pt x="2394" y="210"/>
                    </a:lnTo>
                    <a:lnTo>
                      <a:pt x="2370" y="210"/>
                    </a:lnTo>
                    <a:lnTo>
                      <a:pt x="2370" y="198"/>
                    </a:lnTo>
                    <a:lnTo>
                      <a:pt x="2400" y="180"/>
                    </a:lnTo>
                    <a:lnTo>
                      <a:pt x="2442" y="168"/>
                    </a:lnTo>
                    <a:lnTo>
                      <a:pt x="2502" y="138"/>
                    </a:lnTo>
                    <a:lnTo>
                      <a:pt x="2520" y="126"/>
                    </a:lnTo>
                    <a:lnTo>
                      <a:pt x="2544" y="120"/>
                    </a:lnTo>
                    <a:lnTo>
                      <a:pt x="2574" y="114"/>
                    </a:lnTo>
                    <a:lnTo>
                      <a:pt x="2580" y="114"/>
                    </a:lnTo>
                    <a:lnTo>
                      <a:pt x="2592" y="108"/>
                    </a:lnTo>
                    <a:lnTo>
                      <a:pt x="2574" y="108"/>
                    </a:lnTo>
                    <a:lnTo>
                      <a:pt x="2562" y="102"/>
                    </a:lnTo>
                    <a:lnTo>
                      <a:pt x="2556" y="102"/>
                    </a:lnTo>
                    <a:lnTo>
                      <a:pt x="2556" y="96"/>
                    </a:lnTo>
                    <a:lnTo>
                      <a:pt x="2508" y="102"/>
                    </a:lnTo>
                    <a:lnTo>
                      <a:pt x="2508" y="84"/>
                    </a:lnTo>
                    <a:lnTo>
                      <a:pt x="2502" y="90"/>
                    </a:lnTo>
                    <a:lnTo>
                      <a:pt x="2490" y="96"/>
                    </a:lnTo>
                    <a:lnTo>
                      <a:pt x="2478" y="108"/>
                    </a:lnTo>
                    <a:lnTo>
                      <a:pt x="2466" y="108"/>
                    </a:lnTo>
                    <a:lnTo>
                      <a:pt x="2448" y="90"/>
                    </a:lnTo>
                    <a:lnTo>
                      <a:pt x="2418" y="90"/>
                    </a:lnTo>
                    <a:lnTo>
                      <a:pt x="2412" y="84"/>
                    </a:lnTo>
                    <a:lnTo>
                      <a:pt x="2412" y="78"/>
                    </a:lnTo>
                    <a:lnTo>
                      <a:pt x="2400" y="66"/>
                    </a:lnTo>
                    <a:lnTo>
                      <a:pt x="2388" y="60"/>
                    </a:lnTo>
                    <a:lnTo>
                      <a:pt x="2376" y="60"/>
                    </a:lnTo>
                    <a:lnTo>
                      <a:pt x="2364" y="72"/>
                    </a:lnTo>
                    <a:lnTo>
                      <a:pt x="2364" y="78"/>
                    </a:lnTo>
                    <a:lnTo>
                      <a:pt x="2352" y="78"/>
                    </a:lnTo>
                    <a:lnTo>
                      <a:pt x="2334" y="60"/>
                    </a:lnTo>
                    <a:lnTo>
                      <a:pt x="2322" y="60"/>
                    </a:lnTo>
                    <a:lnTo>
                      <a:pt x="2304" y="54"/>
                    </a:lnTo>
                    <a:lnTo>
                      <a:pt x="2292" y="48"/>
                    </a:lnTo>
                    <a:lnTo>
                      <a:pt x="2292" y="36"/>
                    </a:lnTo>
                    <a:lnTo>
                      <a:pt x="2298" y="24"/>
                    </a:lnTo>
                    <a:lnTo>
                      <a:pt x="2310" y="12"/>
                    </a:lnTo>
                    <a:lnTo>
                      <a:pt x="2298" y="0"/>
                    </a:lnTo>
                    <a:lnTo>
                      <a:pt x="2286" y="6"/>
                    </a:lnTo>
                    <a:lnTo>
                      <a:pt x="2280" y="12"/>
                    </a:lnTo>
                    <a:lnTo>
                      <a:pt x="2274" y="24"/>
                    </a:lnTo>
                    <a:lnTo>
                      <a:pt x="2274" y="30"/>
                    </a:lnTo>
                    <a:lnTo>
                      <a:pt x="2268" y="42"/>
                    </a:lnTo>
                    <a:lnTo>
                      <a:pt x="558" y="42"/>
                    </a:lnTo>
                    <a:lnTo>
                      <a:pt x="552" y="54"/>
                    </a:lnTo>
                    <a:lnTo>
                      <a:pt x="552" y="60"/>
                    </a:lnTo>
                    <a:lnTo>
                      <a:pt x="546" y="60"/>
                    </a:lnTo>
                    <a:lnTo>
                      <a:pt x="546" y="72"/>
                    </a:lnTo>
                    <a:lnTo>
                      <a:pt x="540" y="84"/>
                    </a:lnTo>
                    <a:lnTo>
                      <a:pt x="540" y="108"/>
                    </a:lnTo>
                    <a:lnTo>
                      <a:pt x="510" y="126"/>
                    </a:lnTo>
                    <a:lnTo>
                      <a:pt x="504" y="144"/>
                    </a:lnTo>
                    <a:lnTo>
                      <a:pt x="486" y="168"/>
                    </a:lnTo>
                    <a:lnTo>
                      <a:pt x="438" y="180"/>
                    </a:lnTo>
                    <a:lnTo>
                      <a:pt x="474" y="162"/>
                    </a:lnTo>
                    <a:lnTo>
                      <a:pt x="450" y="162"/>
                    </a:lnTo>
                    <a:lnTo>
                      <a:pt x="456" y="156"/>
                    </a:lnTo>
                    <a:lnTo>
                      <a:pt x="462" y="144"/>
                    </a:lnTo>
                    <a:lnTo>
                      <a:pt x="486" y="120"/>
                    </a:lnTo>
                    <a:lnTo>
                      <a:pt x="492" y="120"/>
                    </a:lnTo>
                    <a:lnTo>
                      <a:pt x="504" y="108"/>
                    </a:lnTo>
                    <a:lnTo>
                      <a:pt x="504" y="102"/>
                    </a:lnTo>
                    <a:lnTo>
                      <a:pt x="456" y="102"/>
                    </a:lnTo>
                    <a:lnTo>
                      <a:pt x="450" y="96"/>
                    </a:lnTo>
                    <a:lnTo>
                      <a:pt x="438" y="90"/>
                    </a:lnTo>
                    <a:lnTo>
                      <a:pt x="432" y="84"/>
                    </a:lnTo>
                    <a:lnTo>
                      <a:pt x="420" y="78"/>
                    </a:lnTo>
                    <a:lnTo>
                      <a:pt x="402" y="78"/>
                    </a:lnTo>
                    <a:lnTo>
                      <a:pt x="390" y="90"/>
                    </a:lnTo>
                    <a:lnTo>
                      <a:pt x="384" y="102"/>
                    </a:lnTo>
                    <a:lnTo>
                      <a:pt x="384" y="150"/>
                    </a:lnTo>
                    <a:lnTo>
                      <a:pt x="378" y="156"/>
                    </a:lnTo>
                    <a:lnTo>
                      <a:pt x="378" y="162"/>
                    </a:lnTo>
                    <a:lnTo>
                      <a:pt x="360" y="180"/>
                    </a:lnTo>
                    <a:lnTo>
                      <a:pt x="390" y="186"/>
                    </a:lnTo>
                    <a:lnTo>
                      <a:pt x="360" y="192"/>
                    </a:lnTo>
                    <a:lnTo>
                      <a:pt x="366" y="210"/>
                    </a:lnTo>
                    <a:lnTo>
                      <a:pt x="348" y="234"/>
                    </a:lnTo>
                    <a:lnTo>
                      <a:pt x="354" y="234"/>
                    </a:lnTo>
                    <a:lnTo>
                      <a:pt x="366" y="246"/>
                    </a:lnTo>
                    <a:lnTo>
                      <a:pt x="372" y="246"/>
                    </a:lnTo>
                    <a:lnTo>
                      <a:pt x="378" y="252"/>
                    </a:lnTo>
                    <a:lnTo>
                      <a:pt x="330" y="252"/>
                    </a:lnTo>
                    <a:lnTo>
                      <a:pt x="324" y="264"/>
                    </a:lnTo>
                    <a:lnTo>
                      <a:pt x="306" y="282"/>
                    </a:lnTo>
                    <a:lnTo>
                      <a:pt x="270" y="342"/>
                    </a:lnTo>
                    <a:lnTo>
                      <a:pt x="258" y="360"/>
                    </a:lnTo>
                    <a:lnTo>
                      <a:pt x="216" y="402"/>
                    </a:lnTo>
                    <a:lnTo>
                      <a:pt x="192" y="432"/>
                    </a:lnTo>
                    <a:lnTo>
                      <a:pt x="174" y="456"/>
                    </a:lnTo>
                    <a:lnTo>
                      <a:pt x="168" y="462"/>
                    </a:lnTo>
                    <a:lnTo>
                      <a:pt x="174" y="480"/>
                    </a:lnTo>
                    <a:lnTo>
                      <a:pt x="168" y="480"/>
                    </a:lnTo>
                    <a:lnTo>
                      <a:pt x="162" y="486"/>
                    </a:lnTo>
                    <a:lnTo>
                      <a:pt x="150" y="492"/>
                    </a:lnTo>
                    <a:lnTo>
                      <a:pt x="126" y="516"/>
                    </a:lnTo>
                    <a:lnTo>
                      <a:pt x="120" y="534"/>
                    </a:lnTo>
                    <a:lnTo>
                      <a:pt x="120" y="546"/>
                    </a:lnTo>
                    <a:lnTo>
                      <a:pt x="102" y="570"/>
                    </a:lnTo>
                    <a:lnTo>
                      <a:pt x="96" y="618"/>
                    </a:lnTo>
                    <a:lnTo>
                      <a:pt x="90" y="630"/>
                    </a:lnTo>
                    <a:lnTo>
                      <a:pt x="72" y="648"/>
                    </a:lnTo>
                    <a:lnTo>
                      <a:pt x="60" y="672"/>
                    </a:lnTo>
                    <a:lnTo>
                      <a:pt x="54" y="678"/>
                    </a:lnTo>
                    <a:lnTo>
                      <a:pt x="42" y="684"/>
                    </a:lnTo>
                    <a:lnTo>
                      <a:pt x="18" y="708"/>
                    </a:lnTo>
                    <a:lnTo>
                      <a:pt x="12" y="720"/>
                    </a:lnTo>
                    <a:lnTo>
                      <a:pt x="18" y="732"/>
                    </a:lnTo>
                    <a:lnTo>
                      <a:pt x="36" y="750"/>
                    </a:lnTo>
                    <a:lnTo>
                      <a:pt x="36" y="762"/>
                    </a:lnTo>
                    <a:lnTo>
                      <a:pt x="30" y="774"/>
                    </a:lnTo>
                    <a:lnTo>
                      <a:pt x="18" y="786"/>
                    </a:lnTo>
                    <a:lnTo>
                      <a:pt x="12" y="798"/>
                    </a:lnTo>
                    <a:lnTo>
                      <a:pt x="6" y="816"/>
                    </a:lnTo>
                    <a:lnTo>
                      <a:pt x="0" y="828"/>
                    </a:lnTo>
                    <a:lnTo>
                      <a:pt x="0" y="840"/>
                    </a:lnTo>
                    <a:lnTo>
                      <a:pt x="6" y="852"/>
                    </a:lnTo>
                    <a:lnTo>
                      <a:pt x="12" y="870"/>
                    </a:lnTo>
                    <a:lnTo>
                      <a:pt x="12" y="882"/>
                    </a:lnTo>
                    <a:lnTo>
                      <a:pt x="18" y="900"/>
                    </a:lnTo>
                    <a:lnTo>
                      <a:pt x="24" y="906"/>
                    </a:lnTo>
                    <a:lnTo>
                      <a:pt x="24" y="912"/>
                    </a:lnTo>
                    <a:lnTo>
                      <a:pt x="48" y="894"/>
                    </a:lnTo>
                    <a:lnTo>
                      <a:pt x="114" y="900"/>
                    </a:lnTo>
                    <a:lnTo>
                      <a:pt x="78" y="900"/>
                    </a:lnTo>
                    <a:lnTo>
                      <a:pt x="66" y="906"/>
                    </a:lnTo>
                    <a:lnTo>
                      <a:pt x="60" y="906"/>
                    </a:lnTo>
                    <a:lnTo>
                      <a:pt x="48" y="918"/>
                    </a:lnTo>
                    <a:lnTo>
                      <a:pt x="48" y="942"/>
                    </a:lnTo>
                    <a:lnTo>
                      <a:pt x="30" y="924"/>
                    </a:lnTo>
                    <a:lnTo>
                      <a:pt x="24" y="924"/>
                    </a:lnTo>
                    <a:lnTo>
                      <a:pt x="18" y="936"/>
                    </a:lnTo>
                    <a:lnTo>
                      <a:pt x="18" y="942"/>
                    </a:lnTo>
                    <a:lnTo>
                      <a:pt x="12" y="960"/>
                    </a:lnTo>
                    <a:lnTo>
                      <a:pt x="12" y="978"/>
                    </a:lnTo>
                    <a:lnTo>
                      <a:pt x="18" y="984"/>
                    </a:lnTo>
                    <a:lnTo>
                      <a:pt x="30" y="990"/>
                    </a:lnTo>
                    <a:lnTo>
                      <a:pt x="42" y="990"/>
                    </a:lnTo>
                    <a:lnTo>
                      <a:pt x="42" y="1002"/>
                    </a:lnTo>
                    <a:lnTo>
                      <a:pt x="36" y="1008"/>
                    </a:lnTo>
                    <a:lnTo>
                      <a:pt x="36" y="1014"/>
                    </a:lnTo>
                    <a:lnTo>
                      <a:pt x="18" y="1032"/>
                    </a:lnTo>
                    <a:lnTo>
                      <a:pt x="12" y="1044"/>
                    </a:lnTo>
                    <a:lnTo>
                      <a:pt x="12" y="1056"/>
                    </a:lnTo>
                    <a:lnTo>
                      <a:pt x="18" y="1068"/>
                    </a:lnTo>
                    <a:lnTo>
                      <a:pt x="24" y="1074"/>
                    </a:lnTo>
                    <a:lnTo>
                      <a:pt x="36" y="1098"/>
                    </a:lnTo>
                    <a:lnTo>
                      <a:pt x="42" y="1104"/>
                    </a:lnTo>
                    <a:lnTo>
                      <a:pt x="54" y="1128"/>
                    </a:lnTo>
                    <a:lnTo>
                      <a:pt x="60" y="1134"/>
                    </a:lnTo>
                    <a:lnTo>
                      <a:pt x="60" y="1146"/>
                    </a:lnTo>
                    <a:lnTo>
                      <a:pt x="54" y="1152"/>
                    </a:lnTo>
                    <a:lnTo>
                      <a:pt x="42" y="1176"/>
                    </a:lnTo>
                    <a:lnTo>
                      <a:pt x="36" y="1182"/>
                    </a:lnTo>
                    <a:lnTo>
                      <a:pt x="36" y="1188"/>
                    </a:lnTo>
                    <a:lnTo>
                      <a:pt x="42" y="1194"/>
                    </a:lnTo>
                    <a:lnTo>
                      <a:pt x="54" y="1194"/>
                    </a:lnTo>
                    <a:lnTo>
                      <a:pt x="72" y="1200"/>
                    </a:lnTo>
                    <a:lnTo>
                      <a:pt x="102" y="1200"/>
                    </a:lnTo>
                    <a:lnTo>
                      <a:pt x="102" y="1212"/>
                    </a:lnTo>
                    <a:lnTo>
                      <a:pt x="120" y="1230"/>
                    </a:lnTo>
                    <a:lnTo>
                      <a:pt x="132" y="1230"/>
                    </a:lnTo>
                    <a:lnTo>
                      <a:pt x="144" y="1224"/>
                    </a:lnTo>
                    <a:lnTo>
                      <a:pt x="150" y="1224"/>
                    </a:lnTo>
                    <a:lnTo>
                      <a:pt x="162" y="1218"/>
                    </a:lnTo>
                    <a:lnTo>
                      <a:pt x="168" y="1248"/>
                    </a:lnTo>
                    <a:lnTo>
                      <a:pt x="174" y="1248"/>
                    </a:lnTo>
                    <a:lnTo>
                      <a:pt x="180" y="1254"/>
                    </a:lnTo>
                    <a:lnTo>
                      <a:pt x="204" y="1266"/>
                    </a:lnTo>
                    <a:lnTo>
                      <a:pt x="216" y="1290"/>
                    </a:lnTo>
                    <a:lnTo>
                      <a:pt x="216" y="1314"/>
                    </a:lnTo>
                    <a:lnTo>
                      <a:pt x="210" y="1338"/>
                    </a:lnTo>
                    <a:lnTo>
                      <a:pt x="216" y="1344"/>
                    </a:lnTo>
                    <a:lnTo>
                      <a:pt x="360" y="1338"/>
                    </a:lnTo>
                    <a:lnTo>
                      <a:pt x="354" y="1344"/>
                    </a:lnTo>
                    <a:lnTo>
                      <a:pt x="354" y="1350"/>
                    </a:lnTo>
                    <a:lnTo>
                      <a:pt x="360" y="1350"/>
                    </a:lnTo>
                    <a:lnTo>
                      <a:pt x="570" y="1446"/>
                    </a:lnTo>
                    <a:lnTo>
                      <a:pt x="774" y="1446"/>
                    </a:lnTo>
                    <a:lnTo>
                      <a:pt x="774" y="1440"/>
                    </a:lnTo>
                    <a:lnTo>
                      <a:pt x="780" y="1428"/>
                    </a:lnTo>
                    <a:lnTo>
                      <a:pt x="780" y="1410"/>
                    </a:lnTo>
                    <a:lnTo>
                      <a:pt x="786" y="1404"/>
                    </a:lnTo>
                    <a:lnTo>
                      <a:pt x="900" y="1404"/>
                    </a:lnTo>
                    <a:lnTo>
                      <a:pt x="912" y="1416"/>
                    </a:lnTo>
                    <a:lnTo>
                      <a:pt x="912" y="1440"/>
                    </a:lnTo>
                    <a:lnTo>
                      <a:pt x="942" y="1452"/>
                    </a:lnTo>
                    <a:lnTo>
                      <a:pt x="948" y="1482"/>
                    </a:lnTo>
                    <a:lnTo>
                      <a:pt x="960" y="1482"/>
                    </a:lnTo>
                    <a:lnTo>
                      <a:pt x="972" y="1488"/>
                    </a:lnTo>
                    <a:lnTo>
                      <a:pt x="984" y="1500"/>
                    </a:lnTo>
                    <a:lnTo>
                      <a:pt x="990" y="1512"/>
                    </a:lnTo>
                    <a:lnTo>
                      <a:pt x="990" y="1554"/>
                    </a:lnTo>
                    <a:lnTo>
                      <a:pt x="984" y="1566"/>
                    </a:lnTo>
                    <a:lnTo>
                      <a:pt x="984" y="1578"/>
                    </a:lnTo>
                    <a:lnTo>
                      <a:pt x="1014" y="1608"/>
                    </a:lnTo>
                    <a:lnTo>
                      <a:pt x="1026" y="1614"/>
                    </a:lnTo>
                    <a:lnTo>
                      <a:pt x="1044" y="1626"/>
                    </a:lnTo>
                    <a:lnTo>
                      <a:pt x="1056" y="1626"/>
                    </a:lnTo>
                    <a:lnTo>
                      <a:pt x="1080" y="1614"/>
                    </a:lnTo>
                    <a:lnTo>
                      <a:pt x="1092" y="1602"/>
                    </a:lnTo>
                    <a:lnTo>
                      <a:pt x="1104" y="1578"/>
                    </a:lnTo>
                    <a:lnTo>
                      <a:pt x="1116" y="1566"/>
                    </a:lnTo>
                    <a:lnTo>
                      <a:pt x="1134" y="1566"/>
                    </a:lnTo>
                    <a:lnTo>
                      <a:pt x="1134" y="1560"/>
                    </a:lnTo>
                    <a:lnTo>
                      <a:pt x="1152" y="1566"/>
                    </a:lnTo>
                    <a:lnTo>
                      <a:pt x="1194" y="1566"/>
                    </a:lnTo>
                    <a:lnTo>
                      <a:pt x="1200" y="1578"/>
                    </a:lnTo>
                    <a:lnTo>
                      <a:pt x="1206" y="1584"/>
                    </a:lnTo>
                    <a:lnTo>
                      <a:pt x="1212" y="1596"/>
                    </a:lnTo>
                    <a:lnTo>
                      <a:pt x="1224" y="1608"/>
                    </a:lnTo>
                    <a:lnTo>
                      <a:pt x="1230" y="1620"/>
                    </a:lnTo>
                    <a:lnTo>
                      <a:pt x="1242" y="1632"/>
                    </a:lnTo>
                    <a:lnTo>
                      <a:pt x="1242" y="1656"/>
                    </a:lnTo>
                    <a:lnTo>
                      <a:pt x="1236" y="1668"/>
                    </a:lnTo>
                    <a:lnTo>
                      <a:pt x="1236" y="1680"/>
                    </a:lnTo>
                    <a:lnTo>
                      <a:pt x="1242" y="1692"/>
                    </a:lnTo>
                    <a:lnTo>
                      <a:pt x="1254" y="1698"/>
                    </a:lnTo>
                    <a:lnTo>
                      <a:pt x="1254" y="1722"/>
                    </a:lnTo>
                    <a:lnTo>
                      <a:pt x="1260" y="1728"/>
                    </a:lnTo>
                    <a:lnTo>
                      <a:pt x="1272" y="1734"/>
                    </a:lnTo>
                    <a:lnTo>
                      <a:pt x="1284" y="1746"/>
                    </a:lnTo>
                    <a:lnTo>
                      <a:pt x="1284" y="1752"/>
                    </a:lnTo>
                    <a:lnTo>
                      <a:pt x="1278" y="1758"/>
                    </a:lnTo>
                    <a:lnTo>
                      <a:pt x="1272" y="1758"/>
                    </a:lnTo>
                    <a:lnTo>
                      <a:pt x="1272" y="1794"/>
                    </a:lnTo>
                    <a:lnTo>
                      <a:pt x="1284" y="1806"/>
                    </a:lnTo>
                    <a:lnTo>
                      <a:pt x="1284" y="1836"/>
                    </a:lnTo>
                    <a:lnTo>
                      <a:pt x="1296" y="1848"/>
                    </a:lnTo>
                    <a:lnTo>
                      <a:pt x="1314" y="1854"/>
                    </a:lnTo>
                    <a:lnTo>
                      <a:pt x="1326" y="1854"/>
                    </a:lnTo>
                    <a:lnTo>
                      <a:pt x="1338" y="1866"/>
                    </a:lnTo>
                    <a:lnTo>
                      <a:pt x="1380" y="1866"/>
                    </a:lnTo>
                    <a:lnTo>
                      <a:pt x="1380" y="1872"/>
                    </a:lnTo>
                    <a:lnTo>
                      <a:pt x="1386" y="1884"/>
                    </a:lnTo>
                    <a:lnTo>
                      <a:pt x="1410" y="1884"/>
                    </a:lnTo>
                    <a:lnTo>
                      <a:pt x="1410" y="1878"/>
                    </a:lnTo>
                    <a:lnTo>
                      <a:pt x="1398" y="1806"/>
                    </a:lnTo>
                    <a:lnTo>
                      <a:pt x="1416" y="1788"/>
                    </a:lnTo>
                    <a:lnTo>
                      <a:pt x="1398" y="1776"/>
                    </a:lnTo>
                    <a:lnTo>
                      <a:pt x="1398" y="1758"/>
                    </a:lnTo>
                    <a:lnTo>
                      <a:pt x="1404" y="1764"/>
                    </a:lnTo>
                    <a:lnTo>
                      <a:pt x="1422" y="1764"/>
                    </a:lnTo>
                    <a:lnTo>
                      <a:pt x="1428" y="1758"/>
                    </a:lnTo>
                    <a:lnTo>
                      <a:pt x="1428" y="1728"/>
                    </a:lnTo>
                    <a:lnTo>
                      <a:pt x="1452" y="1722"/>
                    </a:lnTo>
                    <a:lnTo>
                      <a:pt x="1458" y="1698"/>
                    </a:lnTo>
                    <a:lnTo>
                      <a:pt x="1476" y="1704"/>
                    </a:lnTo>
                    <a:lnTo>
                      <a:pt x="1494" y="1692"/>
                    </a:lnTo>
                    <a:lnTo>
                      <a:pt x="1488" y="1668"/>
                    </a:lnTo>
                    <a:lnTo>
                      <a:pt x="1500" y="1680"/>
                    </a:lnTo>
                    <a:lnTo>
                      <a:pt x="1500" y="1668"/>
                    </a:lnTo>
                    <a:lnTo>
                      <a:pt x="1506" y="1656"/>
                    </a:lnTo>
                    <a:lnTo>
                      <a:pt x="1512" y="1650"/>
                    </a:lnTo>
                    <a:lnTo>
                      <a:pt x="1518" y="1650"/>
                    </a:lnTo>
                    <a:lnTo>
                      <a:pt x="1524" y="1656"/>
                    </a:lnTo>
                    <a:lnTo>
                      <a:pt x="1524" y="1668"/>
                    </a:lnTo>
                    <a:lnTo>
                      <a:pt x="1542" y="1668"/>
                    </a:lnTo>
                    <a:lnTo>
                      <a:pt x="1554" y="1662"/>
                    </a:lnTo>
                    <a:lnTo>
                      <a:pt x="1572" y="1656"/>
                    </a:lnTo>
                    <a:lnTo>
                      <a:pt x="1596" y="1644"/>
                    </a:lnTo>
                    <a:lnTo>
                      <a:pt x="1602" y="1638"/>
                    </a:lnTo>
                    <a:lnTo>
                      <a:pt x="1608" y="1626"/>
                    </a:lnTo>
                    <a:lnTo>
                      <a:pt x="1620" y="1620"/>
                    </a:lnTo>
                    <a:lnTo>
                      <a:pt x="1626" y="1608"/>
                    </a:lnTo>
                    <a:lnTo>
                      <a:pt x="1632" y="1602"/>
                    </a:lnTo>
                    <a:lnTo>
                      <a:pt x="1632" y="1590"/>
                    </a:lnTo>
                    <a:lnTo>
                      <a:pt x="1626" y="1584"/>
                    </a:lnTo>
                    <a:lnTo>
                      <a:pt x="1626" y="1566"/>
                    </a:lnTo>
                    <a:lnTo>
                      <a:pt x="1632" y="1566"/>
                    </a:lnTo>
                    <a:lnTo>
                      <a:pt x="1656" y="1578"/>
                    </a:lnTo>
                    <a:lnTo>
                      <a:pt x="1662" y="1584"/>
                    </a:lnTo>
                    <a:lnTo>
                      <a:pt x="1674" y="1590"/>
                    </a:lnTo>
                    <a:lnTo>
                      <a:pt x="1686" y="1590"/>
                    </a:lnTo>
                    <a:lnTo>
                      <a:pt x="1692" y="1584"/>
                    </a:lnTo>
                    <a:lnTo>
                      <a:pt x="1710" y="1548"/>
                    </a:lnTo>
                    <a:lnTo>
                      <a:pt x="1716" y="1548"/>
                    </a:lnTo>
                    <a:lnTo>
                      <a:pt x="1734" y="1566"/>
                    </a:lnTo>
                    <a:lnTo>
                      <a:pt x="1746" y="1566"/>
                    </a:lnTo>
                    <a:lnTo>
                      <a:pt x="1752" y="1560"/>
                    </a:lnTo>
                    <a:lnTo>
                      <a:pt x="1758" y="1548"/>
                    </a:lnTo>
                    <a:lnTo>
                      <a:pt x="1764" y="1542"/>
                    </a:lnTo>
                    <a:lnTo>
                      <a:pt x="1770" y="1554"/>
                    </a:lnTo>
                    <a:lnTo>
                      <a:pt x="1776" y="1560"/>
                    </a:lnTo>
                    <a:lnTo>
                      <a:pt x="1782" y="1572"/>
                    </a:lnTo>
                    <a:lnTo>
                      <a:pt x="1794" y="1578"/>
                    </a:lnTo>
                    <a:lnTo>
                      <a:pt x="1800" y="1584"/>
                    </a:lnTo>
                    <a:lnTo>
                      <a:pt x="1818" y="1584"/>
                    </a:lnTo>
                    <a:lnTo>
                      <a:pt x="1824" y="1578"/>
                    </a:lnTo>
                    <a:lnTo>
                      <a:pt x="1830" y="1566"/>
                    </a:lnTo>
                    <a:lnTo>
                      <a:pt x="1842" y="1554"/>
                    </a:lnTo>
                    <a:lnTo>
                      <a:pt x="1848" y="1554"/>
                    </a:lnTo>
                    <a:lnTo>
                      <a:pt x="1860" y="1560"/>
                    </a:lnTo>
                    <a:lnTo>
                      <a:pt x="1872" y="1572"/>
                    </a:lnTo>
                    <a:lnTo>
                      <a:pt x="1872" y="1584"/>
                    </a:lnTo>
                    <a:lnTo>
                      <a:pt x="1878" y="1596"/>
                    </a:lnTo>
                    <a:lnTo>
                      <a:pt x="1878" y="1614"/>
                    </a:lnTo>
                    <a:lnTo>
                      <a:pt x="1914" y="1614"/>
                    </a:lnTo>
                    <a:lnTo>
                      <a:pt x="1920" y="1620"/>
                    </a:lnTo>
                    <a:lnTo>
                      <a:pt x="1926" y="1620"/>
                    </a:lnTo>
                    <a:lnTo>
                      <a:pt x="1926" y="1608"/>
                    </a:lnTo>
                    <a:lnTo>
                      <a:pt x="1932" y="1602"/>
                    </a:lnTo>
                    <a:lnTo>
                      <a:pt x="1932" y="1608"/>
                    </a:lnTo>
                    <a:lnTo>
                      <a:pt x="1956" y="1632"/>
                    </a:lnTo>
                    <a:lnTo>
                      <a:pt x="1962" y="1626"/>
                    </a:lnTo>
                    <a:lnTo>
                      <a:pt x="1968" y="1614"/>
                    </a:lnTo>
                    <a:lnTo>
                      <a:pt x="1968" y="1596"/>
                    </a:lnTo>
                    <a:lnTo>
                      <a:pt x="1962" y="1584"/>
                    </a:lnTo>
                    <a:lnTo>
                      <a:pt x="1980" y="1590"/>
                    </a:lnTo>
                    <a:lnTo>
                      <a:pt x="1992" y="1608"/>
                    </a:lnTo>
                    <a:lnTo>
                      <a:pt x="2004" y="1614"/>
                    </a:lnTo>
                    <a:lnTo>
                      <a:pt x="2004" y="1626"/>
                    </a:lnTo>
                    <a:lnTo>
                      <a:pt x="2010" y="1626"/>
                    </a:lnTo>
                    <a:lnTo>
                      <a:pt x="2016" y="1632"/>
                    </a:lnTo>
                    <a:lnTo>
                      <a:pt x="2028" y="1632"/>
                    </a:lnTo>
                    <a:lnTo>
                      <a:pt x="2034" y="1626"/>
                    </a:lnTo>
                    <a:lnTo>
                      <a:pt x="2034" y="1620"/>
                    </a:lnTo>
                    <a:lnTo>
                      <a:pt x="2028" y="1608"/>
                    </a:lnTo>
                    <a:lnTo>
                      <a:pt x="2022" y="1602"/>
                    </a:lnTo>
                    <a:lnTo>
                      <a:pt x="2010" y="1596"/>
                    </a:lnTo>
                    <a:lnTo>
                      <a:pt x="2004" y="1590"/>
                    </a:lnTo>
                    <a:lnTo>
                      <a:pt x="1998" y="1578"/>
                    </a:lnTo>
                    <a:lnTo>
                      <a:pt x="2010" y="1578"/>
                    </a:lnTo>
                    <a:lnTo>
                      <a:pt x="2022" y="1566"/>
                    </a:lnTo>
                    <a:lnTo>
                      <a:pt x="2022" y="1554"/>
                    </a:lnTo>
                    <a:lnTo>
                      <a:pt x="2016" y="1548"/>
                    </a:lnTo>
                    <a:lnTo>
                      <a:pt x="1968" y="1548"/>
                    </a:lnTo>
                    <a:lnTo>
                      <a:pt x="1962" y="1542"/>
                    </a:lnTo>
                    <a:lnTo>
                      <a:pt x="1962" y="1530"/>
                    </a:lnTo>
                    <a:lnTo>
                      <a:pt x="1968" y="1524"/>
                    </a:lnTo>
                    <a:lnTo>
                      <a:pt x="1986" y="1524"/>
                    </a:lnTo>
                    <a:lnTo>
                      <a:pt x="1998" y="1530"/>
                    </a:lnTo>
                    <a:lnTo>
                      <a:pt x="2004" y="1530"/>
                    </a:lnTo>
                    <a:lnTo>
                      <a:pt x="2016" y="1536"/>
                    </a:lnTo>
                    <a:lnTo>
                      <a:pt x="2028" y="1536"/>
                    </a:lnTo>
                    <a:lnTo>
                      <a:pt x="2064" y="1518"/>
                    </a:lnTo>
                    <a:lnTo>
                      <a:pt x="2070" y="1512"/>
                    </a:lnTo>
                    <a:lnTo>
                      <a:pt x="2082" y="1512"/>
                    </a:lnTo>
                    <a:lnTo>
                      <a:pt x="2082" y="1518"/>
                    </a:lnTo>
                    <a:lnTo>
                      <a:pt x="2106" y="1518"/>
                    </a:lnTo>
                    <a:lnTo>
                      <a:pt x="2118" y="1512"/>
                    </a:lnTo>
                    <a:lnTo>
                      <a:pt x="2124" y="1512"/>
                    </a:lnTo>
                    <a:lnTo>
                      <a:pt x="2130" y="1506"/>
                    </a:lnTo>
                    <a:lnTo>
                      <a:pt x="2130" y="1500"/>
                    </a:lnTo>
                    <a:lnTo>
                      <a:pt x="2136" y="1488"/>
                    </a:lnTo>
                    <a:lnTo>
                      <a:pt x="2136" y="1482"/>
                    </a:lnTo>
                    <a:lnTo>
                      <a:pt x="2142" y="1482"/>
                    </a:lnTo>
                    <a:lnTo>
                      <a:pt x="2142" y="1488"/>
                    </a:lnTo>
                    <a:lnTo>
                      <a:pt x="2148" y="1500"/>
                    </a:lnTo>
                    <a:lnTo>
                      <a:pt x="2148" y="1524"/>
                    </a:lnTo>
                    <a:lnTo>
                      <a:pt x="2154" y="1524"/>
                    </a:lnTo>
                    <a:lnTo>
                      <a:pt x="2160" y="1518"/>
                    </a:lnTo>
                    <a:lnTo>
                      <a:pt x="2172" y="1512"/>
                    </a:lnTo>
                    <a:lnTo>
                      <a:pt x="2190" y="1512"/>
                    </a:lnTo>
                    <a:lnTo>
                      <a:pt x="2202" y="1506"/>
                    </a:lnTo>
                    <a:lnTo>
                      <a:pt x="2214" y="1506"/>
                    </a:lnTo>
                    <a:lnTo>
                      <a:pt x="2226" y="1512"/>
                    </a:lnTo>
                    <a:lnTo>
                      <a:pt x="2232" y="1524"/>
                    </a:lnTo>
                    <a:lnTo>
                      <a:pt x="2232" y="1506"/>
                    </a:lnTo>
                    <a:lnTo>
                      <a:pt x="2244" y="1506"/>
                    </a:lnTo>
                    <a:lnTo>
                      <a:pt x="2256" y="1518"/>
                    </a:lnTo>
                    <a:lnTo>
                      <a:pt x="2256" y="1530"/>
                    </a:lnTo>
                    <a:lnTo>
                      <a:pt x="2286" y="1524"/>
                    </a:lnTo>
                    <a:lnTo>
                      <a:pt x="2280" y="1536"/>
                    </a:lnTo>
                    <a:lnTo>
                      <a:pt x="2280" y="1548"/>
                    </a:lnTo>
                    <a:lnTo>
                      <a:pt x="2286" y="1554"/>
                    </a:lnTo>
                    <a:lnTo>
                      <a:pt x="2286" y="1566"/>
                    </a:lnTo>
                    <a:lnTo>
                      <a:pt x="2298" y="1578"/>
                    </a:lnTo>
                    <a:lnTo>
                      <a:pt x="2310" y="1578"/>
                    </a:lnTo>
                    <a:lnTo>
                      <a:pt x="2328" y="1572"/>
                    </a:lnTo>
                    <a:lnTo>
                      <a:pt x="2352" y="1548"/>
                    </a:lnTo>
                    <a:lnTo>
                      <a:pt x="2370" y="1542"/>
                    </a:lnTo>
                    <a:lnTo>
                      <a:pt x="2382" y="1542"/>
                    </a:lnTo>
                    <a:lnTo>
                      <a:pt x="2394" y="1548"/>
                    </a:lnTo>
                    <a:lnTo>
                      <a:pt x="2400" y="1554"/>
                    </a:lnTo>
                    <a:lnTo>
                      <a:pt x="2418" y="1590"/>
                    </a:lnTo>
                    <a:lnTo>
                      <a:pt x="2418" y="1602"/>
                    </a:lnTo>
                    <a:lnTo>
                      <a:pt x="2424" y="1608"/>
                    </a:lnTo>
                    <a:lnTo>
                      <a:pt x="2436" y="1614"/>
                    </a:lnTo>
                    <a:lnTo>
                      <a:pt x="2466" y="1614"/>
                    </a:lnTo>
                    <a:lnTo>
                      <a:pt x="2460" y="1656"/>
                    </a:lnTo>
                    <a:lnTo>
                      <a:pt x="2460" y="1662"/>
                    </a:lnTo>
                    <a:lnTo>
                      <a:pt x="2454" y="1668"/>
                    </a:lnTo>
                    <a:lnTo>
                      <a:pt x="2436" y="1704"/>
                    </a:lnTo>
                    <a:lnTo>
                      <a:pt x="2436" y="1710"/>
                    </a:lnTo>
                    <a:lnTo>
                      <a:pt x="2448" y="1722"/>
                    </a:lnTo>
                    <a:lnTo>
                      <a:pt x="2454" y="1722"/>
                    </a:lnTo>
                    <a:lnTo>
                      <a:pt x="2460" y="1734"/>
                    </a:lnTo>
                    <a:lnTo>
                      <a:pt x="2436" y="1758"/>
                    </a:lnTo>
                    <a:lnTo>
                      <a:pt x="2454" y="1806"/>
                    </a:lnTo>
                    <a:lnTo>
                      <a:pt x="2472" y="1788"/>
                    </a:lnTo>
                    <a:lnTo>
                      <a:pt x="2478" y="1788"/>
                    </a:lnTo>
                    <a:lnTo>
                      <a:pt x="2478" y="1794"/>
                    </a:lnTo>
                    <a:lnTo>
                      <a:pt x="2472" y="1800"/>
                    </a:lnTo>
                    <a:lnTo>
                      <a:pt x="2466" y="1812"/>
                    </a:lnTo>
                    <a:lnTo>
                      <a:pt x="2466" y="1818"/>
                    </a:lnTo>
                    <a:lnTo>
                      <a:pt x="2460" y="1830"/>
                    </a:lnTo>
                    <a:lnTo>
                      <a:pt x="2478" y="1830"/>
                    </a:lnTo>
                    <a:lnTo>
                      <a:pt x="2478" y="1878"/>
                    </a:lnTo>
                    <a:lnTo>
                      <a:pt x="2496" y="1878"/>
                    </a:lnTo>
                    <a:lnTo>
                      <a:pt x="2502" y="1884"/>
                    </a:lnTo>
                    <a:lnTo>
                      <a:pt x="2508" y="1884"/>
                    </a:lnTo>
                    <a:lnTo>
                      <a:pt x="2508" y="1896"/>
                    </a:lnTo>
                    <a:lnTo>
                      <a:pt x="2502" y="1908"/>
                    </a:lnTo>
                    <a:lnTo>
                      <a:pt x="2502" y="1920"/>
                    </a:lnTo>
                    <a:lnTo>
                      <a:pt x="2526" y="1944"/>
                    </a:lnTo>
                    <a:lnTo>
                      <a:pt x="2532" y="1944"/>
                    </a:lnTo>
                    <a:lnTo>
                      <a:pt x="2538" y="1938"/>
                    </a:lnTo>
                    <a:lnTo>
                      <a:pt x="2550" y="1932"/>
                    </a:lnTo>
                    <a:lnTo>
                      <a:pt x="2556" y="1932"/>
                    </a:lnTo>
                    <a:lnTo>
                      <a:pt x="2562" y="1926"/>
                    </a:lnTo>
                    <a:lnTo>
                      <a:pt x="2568" y="1914"/>
                    </a:lnTo>
                    <a:lnTo>
                      <a:pt x="2568" y="1896"/>
                    </a:lnTo>
                    <a:lnTo>
                      <a:pt x="2586" y="1896"/>
                    </a:lnTo>
                    <a:lnTo>
                      <a:pt x="2586" y="1872"/>
                    </a:lnTo>
                    <a:lnTo>
                      <a:pt x="2604" y="1836"/>
                    </a:lnTo>
                    <a:lnTo>
                      <a:pt x="2604" y="1818"/>
                    </a:lnTo>
                    <a:lnTo>
                      <a:pt x="2610" y="1806"/>
                    </a:lnTo>
                    <a:lnTo>
                      <a:pt x="2610" y="1794"/>
                    </a:lnTo>
                    <a:lnTo>
                      <a:pt x="2604" y="1782"/>
                    </a:lnTo>
                    <a:lnTo>
                      <a:pt x="2604" y="1770"/>
                    </a:lnTo>
                    <a:lnTo>
                      <a:pt x="2598" y="1752"/>
                    </a:lnTo>
                    <a:lnTo>
                      <a:pt x="2592" y="1740"/>
                    </a:lnTo>
                    <a:lnTo>
                      <a:pt x="2586" y="1722"/>
                    </a:lnTo>
                    <a:lnTo>
                      <a:pt x="2586" y="1704"/>
                    </a:lnTo>
                    <a:lnTo>
                      <a:pt x="2592" y="1686"/>
                    </a:lnTo>
                    <a:lnTo>
                      <a:pt x="2598" y="1674"/>
                    </a:lnTo>
                    <a:lnTo>
                      <a:pt x="2598" y="1644"/>
                    </a:lnTo>
                    <a:lnTo>
                      <a:pt x="2592" y="1626"/>
                    </a:lnTo>
                    <a:lnTo>
                      <a:pt x="2586" y="1614"/>
                    </a:lnTo>
                    <a:lnTo>
                      <a:pt x="2580" y="1596"/>
                    </a:lnTo>
                    <a:lnTo>
                      <a:pt x="2574" y="1584"/>
                    </a:lnTo>
                    <a:lnTo>
                      <a:pt x="2574" y="1518"/>
                    </a:lnTo>
                    <a:lnTo>
                      <a:pt x="2580" y="1488"/>
                    </a:lnTo>
                    <a:lnTo>
                      <a:pt x="2586" y="1470"/>
                    </a:lnTo>
                    <a:lnTo>
                      <a:pt x="2598" y="1452"/>
                    </a:lnTo>
                    <a:lnTo>
                      <a:pt x="2604" y="1440"/>
                    </a:lnTo>
                    <a:lnTo>
                      <a:pt x="2610" y="1422"/>
                    </a:lnTo>
                    <a:lnTo>
                      <a:pt x="2616" y="1416"/>
                    </a:lnTo>
                    <a:lnTo>
                      <a:pt x="2616" y="1410"/>
                    </a:lnTo>
                    <a:lnTo>
                      <a:pt x="2628" y="1398"/>
                    </a:lnTo>
                    <a:lnTo>
                      <a:pt x="2652" y="1380"/>
                    </a:lnTo>
                    <a:lnTo>
                      <a:pt x="2658" y="1356"/>
                    </a:lnTo>
                    <a:lnTo>
                      <a:pt x="2670" y="1368"/>
                    </a:lnTo>
                    <a:lnTo>
                      <a:pt x="2676" y="1344"/>
                    </a:lnTo>
                    <a:lnTo>
                      <a:pt x="2730" y="1344"/>
                    </a:lnTo>
                    <a:lnTo>
                      <a:pt x="2730" y="1314"/>
                    </a:lnTo>
                    <a:lnTo>
                      <a:pt x="2748" y="1320"/>
                    </a:lnTo>
                    <a:lnTo>
                      <a:pt x="2754" y="1308"/>
                    </a:lnTo>
                    <a:lnTo>
                      <a:pt x="2772" y="1308"/>
                    </a:lnTo>
                    <a:lnTo>
                      <a:pt x="2796" y="1278"/>
                    </a:lnTo>
                    <a:lnTo>
                      <a:pt x="2796" y="1272"/>
                    </a:lnTo>
                    <a:lnTo>
                      <a:pt x="2802" y="1266"/>
                    </a:lnTo>
                    <a:lnTo>
                      <a:pt x="2814" y="1242"/>
                    </a:lnTo>
                    <a:lnTo>
                      <a:pt x="2832" y="1236"/>
                    </a:lnTo>
                    <a:lnTo>
                      <a:pt x="2862" y="1236"/>
                    </a:lnTo>
                    <a:lnTo>
                      <a:pt x="2874" y="1242"/>
                    </a:lnTo>
                    <a:lnTo>
                      <a:pt x="2886" y="1242"/>
                    </a:lnTo>
                    <a:lnTo>
                      <a:pt x="2892" y="1236"/>
                    </a:lnTo>
                    <a:lnTo>
                      <a:pt x="2904" y="1212"/>
                    </a:lnTo>
                    <a:lnTo>
                      <a:pt x="2910" y="1206"/>
                    </a:lnTo>
                    <a:lnTo>
                      <a:pt x="2916" y="1194"/>
                    </a:lnTo>
                    <a:lnTo>
                      <a:pt x="2928" y="1200"/>
                    </a:lnTo>
                    <a:lnTo>
                      <a:pt x="2934" y="1176"/>
                    </a:lnTo>
                    <a:lnTo>
                      <a:pt x="3018" y="1170"/>
                    </a:lnTo>
                    <a:lnTo>
                      <a:pt x="3024" y="1146"/>
                    </a:lnTo>
                    <a:lnTo>
                      <a:pt x="2982" y="1152"/>
                    </a:lnTo>
                    <a:lnTo>
                      <a:pt x="2988" y="1146"/>
                    </a:lnTo>
                    <a:lnTo>
                      <a:pt x="3000" y="1140"/>
                    </a:lnTo>
                    <a:lnTo>
                      <a:pt x="3006" y="1140"/>
                    </a:lnTo>
                    <a:lnTo>
                      <a:pt x="3006" y="1134"/>
                    </a:lnTo>
                    <a:lnTo>
                      <a:pt x="3000" y="1128"/>
                    </a:lnTo>
                    <a:lnTo>
                      <a:pt x="2994" y="1116"/>
                    </a:lnTo>
                    <a:lnTo>
                      <a:pt x="2988" y="1110"/>
                    </a:lnTo>
                    <a:lnTo>
                      <a:pt x="3024" y="1104"/>
                    </a:lnTo>
                    <a:lnTo>
                      <a:pt x="3048" y="1116"/>
                    </a:lnTo>
                    <a:lnTo>
                      <a:pt x="3078" y="1080"/>
                    </a:lnTo>
                    <a:lnTo>
                      <a:pt x="3024" y="1074"/>
                    </a:lnTo>
                    <a:lnTo>
                      <a:pt x="3024" y="1050"/>
                    </a:lnTo>
                    <a:lnTo>
                      <a:pt x="3036" y="1062"/>
                    </a:lnTo>
                    <a:lnTo>
                      <a:pt x="3078" y="1050"/>
                    </a:lnTo>
                    <a:lnTo>
                      <a:pt x="3084" y="990"/>
                    </a:lnTo>
                    <a:lnTo>
                      <a:pt x="3054" y="1002"/>
                    </a:lnTo>
                    <a:lnTo>
                      <a:pt x="3048" y="972"/>
                    </a:lnTo>
                    <a:lnTo>
                      <a:pt x="3024" y="960"/>
                    </a:lnTo>
                    <a:lnTo>
                      <a:pt x="3072" y="978"/>
                    </a:lnTo>
                    <a:lnTo>
                      <a:pt x="3078" y="972"/>
                    </a:lnTo>
                    <a:lnTo>
                      <a:pt x="3060" y="954"/>
                    </a:lnTo>
                    <a:lnTo>
                      <a:pt x="3090" y="954"/>
                    </a:lnTo>
                    <a:lnTo>
                      <a:pt x="3084" y="948"/>
                    </a:lnTo>
                    <a:lnTo>
                      <a:pt x="3078" y="936"/>
                    </a:lnTo>
                    <a:lnTo>
                      <a:pt x="3060" y="918"/>
                    </a:lnTo>
                    <a:lnTo>
                      <a:pt x="3054" y="906"/>
                    </a:lnTo>
                    <a:lnTo>
                      <a:pt x="3054" y="894"/>
                    </a:lnTo>
                    <a:lnTo>
                      <a:pt x="3060" y="888"/>
                    </a:lnTo>
                    <a:lnTo>
                      <a:pt x="3042" y="870"/>
                    </a:lnTo>
                    <a:lnTo>
                      <a:pt x="3042" y="864"/>
                    </a:lnTo>
                    <a:lnTo>
                      <a:pt x="3048" y="864"/>
                    </a:lnTo>
                    <a:lnTo>
                      <a:pt x="3066" y="846"/>
                    </a:lnTo>
                    <a:lnTo>
                      <a:pt x="3072" y="846"/>
                    </a:lnTo>
                    <a:lnTo>
                      <a:pt x="3066" y="870"/>
                    </a:lnTo>
                    <a:lnTo>
                      <a:pt x="3096" y="894"/>
                    </a:lnTo>
                    <a:lnTo>
                      <a:pt x="3096" y="888"/>
                    </a:lnTo>
                    <a:lnTo>
                      <a:pt x="3102" y="882"/>
                    </a:lnTo>
                    <a:lnTo>
                      <a:pt x="3102" y="864"/>
                    </a:lnTo>
                    <a:lnTo>
                      <a:pt x="3108" y="852"/>
                    </a:lnTo>
                    <a:lnTo>
                      <a:pt x="3108" y="834"/>
                    </a:lnTo>
                    <a:lnTo>
                      <a:pt x="3114" y="822"/>
                    </a:lnTo>
                    <a:lnTo>
                      <a:pt x="3144" y="792"/>
                    </a:lnTo>
                    <a:lnTo>
                      <a:pt x="3156" y="786"/>
                    </a:lnTo>
                    <a:lnTo>
                      <a:pt x="3162" y="786"/>
                    </a:lnTo>
                    <a:lnTo>
                      <a:pt x="3162" y="792"/>
                    </a:lnTo>
                    <a:lnTo>
                      <a:pt x="3150" y="816"/>
                    </a:lnTo>
                    <a:lnTo>
                      <a:pt x="3132" y="834"/>
                    </a:lnTo>
                    <a:lnTo>
                      <a:pt x="3126" y="846"/>
                    </a:lnTo>
                    <a:lnTo>
                      <a:pt x="3120" y="882"/>
                    </a:lnTo>
                    <a:lnTo>
                      <a:pt x="3138" y="882"/>
                    </a:lnTo>
                    <a:lnTo>
                      <a:pt x="3138" y="894"/>
                    </a:lnTo>
                    <a:lnTo>
                      <a:pt x="3132" y="906"/>
                    </a:lnTo>
                    <a:lnTo>
                      <a:pt x="3132" y="918"/>
                    </a:lnTo>
                    <a:lnTo>
                      <a:pt x="3114" y="936"/>
                    </a:lnTo>
                    <a:lnTo>
                      <a:pt x="3102" y="960"/>
                    </a:lnTo>
                    <a:lnTo>
                      <a:pt x="3102" y="978"/>
                    </a:lnTo>
                    <a:lnTo>
                      <a:pt x="3126" y="954"/>
                    </a:lnTo>
                    <a:lnTo>
                      <a:pt x="3132" y="942"/>
                    </a:lnTo>
                    <a:lnTo>
                      <a:pt x="3144" y="930"/>
                    </a:lnTo>
                    <a:lnTo>
                      <a:pt x="3168" y="918"/>
                    </a:lnTo>
                    <a:lnTo>
                      <a:pt x="3180" y="906"/>
                    </a:lnTo>
                    <a:lnTo>
                      <a:pt x="3192" y="882"/>
                    </a:lnTo>
                    <a:lnTo>
                      <a:pt x="3192" y="798"/>
                    </a:lnTo>
                    <a:lnTo>
                      <a:pt x="3198" y="780"/>
                    </a:lnTo>
                    <a:lnTo>
                      <a:pt x="3198" y="768"/>
                    </a:lnTo>
                    <a:lnTo>
                      <a:pt x="3204" y="756"/>
                    </a:lnTo>
                    <a:lnTo>
                      <a:pt x="3210" y="756"/>
                    </a:lnTo>
                    <a:lnTo>
                      <a:pt x="3210" y="768"/>
                    </a:lnTo>
                    <a:lnTo>
                      <a:pt x="3204" y="780"/>
                    </a:lnTo>
                    <a:lnTo>
                      <a:pt x="3204" y="798"/>
                    </a:lnTo>
                    <a:lnTo>
                      <a:pt x="3210" y="798"/>
                    </a:lnTo>
                    <a:lnTo>
                      <a:pt x="3216" y="804"/>
                    </a:lnTo>
                    <a:lnTo>
                      <a:pt x="3216" y="840"/>
                    </a:lnTo>
                    <a:lnTo>
                      <a:pt x="3234" y="822"/>
                    </a:lnTo>
                    <a:lnTo>
                      <a:pt x="3240" y="810"/>
                    </a:lnTo>
                    <a:lnTo>
                      <a:pt x="3288" y="762"/>
                    </a:lnTo>
                    <a:lnTo>
                      <a:pt x="3300" y="756"/>
                    </a:lnTo>
                    <a:lnTo>
                      <a:pt x="3324" y="732"/>
                    </a:lnTo>
                    <a:lnTo>
                      <a:pt x="3324" y="726"/>
                    </a:lnTo>
                    <a:lnTo>
                      <a:pt x="3318" y="720"/>
                    </a:lnTo>
                    <a:lnTo>
                      <a:pt x="3312" y="720"/>
                    </a:lnTo>
                    <a:lnTo>
                      <a:pt x="3306" y="714"/>
                    </a:lnTo>
                    <a:lnTo>
                      <a:pt x="3306" y="702"/>
                    </a:lnTo>
                    <a:lnTo>
                      <a:pt x="3312" y="696"/>
                    </a:lnTo>
                    <a:lnTo>
                      <a:pt x="3324" y="696"/>
                    </a:lnTo>
                    <a:lnTo>
                      <a:pt x="3330" y="702"/>
                    </a:lnTo>
                    <a:lnTo>
                      <a:pt x="3360" y="702"/>
                    </a:lnTo>
                    <a:lnTo>
                      <a:pt x="3390" y="696"/>
                    </a:lnTo>
                    <a:lnTo>
                      <a:pt x="3450" y="672"/>
                    </a:lnTo>
                    <a:lnTo>
                      <a:pt x="3462" y="666"/>
                    </a:lnTo>
                    <a:lnTo>
                      <a:pt x="3444" y="660"/>
                    </a:lnTo>
                    <a:lnTo>
                      <a:pt x="3438" y="660"/>
                    </a:lnTo>
                    <a:lnTo>
                      <a:pt x="3432" y="666"/>
                    </a:lnTo>
                    <a:lnTo>
                      <a:pt x="3414" y="672"/>
                    </a:lnTo>
                    <a:lnTo>
                      <a:pt x="3402" y="672"/>
                    </a:lnTo>
                    <a:lnTo>
                      <a:pt x="3390" y="678"/>
                    </a:lnTo>
                    <a:lnTo>
                      <a:pt x="3372" y="678"/>
                    </a:lnTo>
                    <a:lnTo>
                      <a:pt x="3360" y="684"/>
                    </a:lnTo>
                    <a:lnTo>
                      <a:pt x="3348" y="684"/>
                    </a:lnTo>
                    <a:lnTo>
                      <a:pt x="3342" y="678"/>
                    </a:lnTo>
                    <a:lnTo>
                      <a:pt x="3342" y="672"/>
                    </a:lnTo>
                    <a:lnTo>
                      <a:pt x="3348" y="666"/>
                    </a:lnTo>
                    <a:lnTo>
                      <a:pt x="3354" y="654"/>
                    </a:lnTo>
                    <a:lnTo>
                      <a:pt x="3366" y="654"/>
                    </a:lnTo>
                    <a:lnTo>
                      <a:pt x="3378" y="648"/>
                    </a:lnTo>
                    <a:lnTo>
                      <a:pt x="3402" y="648"/>
                    </a:lnTo>
                    <a:lnTo>
                      <a:pt x="3492" y="642"/>
                    </a:lnTo>
                    <a:lnTo>
                      <a:pt x="3534" y="606"/>
                    </a:lnTo>
                    <a:lnTo>
                      <a:pt x="3546" y="618"/>
                    </a:lnTo>
                    <a:lnTo>
                      <a:pt x="3570" y="606"/>
                    </a:lnTo>
                    <a:lnTo>
                      <a:pt x="3570" y="642"/>
                    </a:lnTo>
                    <a:lnTo>
                      <a:pt x="3600" y="618"/>
                    </a:lnTo>
                    <a:lnTo>
                      <a:pt x="3624" y="612"/>
                    </a:lnTo>
                    <a:lnTo>
                      <a:pt x="3630" y="582"/>
                    </a:lnTo>
                    <a:lnTo>
                      <a:pt x="3618" y="570"/>
                    </a:lnTo>
                    <a:lnTo>
                      <a:pt x="3612" y="600"/>
                    </a:lnTo>
                    <a:lnTo>
                      <a:pt x="3588" y="600"/>
                    </a:lnTo>
                    <a:lnTo>
                      <a:pt x="3588" y="576"/>
                    </a:lnTo>
                    <a:lnTo>
                      <a:pt x="3570" y="552"/>
                    </a:lnTo>
                    <a:lnTo>
                      <a:pt x="3594" y="540"/>
                    </a:lnTo>
                    <a:lnTo>
                      <a:pt x="3600" y="504"/>
                    </a:lnTo>
                    <a:lnTo>
                      <a:pt x="3612" y="498"/>
                    </a:lnTo>
                    <a:lnTo>
                      <a:pt x="3618" y="486"/>
                    </a:lnTo>
                    <a:lnTo>
                      <a:pt x="3630" y="480"/>
                    </a:lnTo>
                    <a:lnTo>
                      <a:pt x="3636" y="474"/>
                    </a:lnTo>
                    <a:lnTo>
                      <a:pt x="3648" y="468"/>
                    </a:lnTo>
                    <a:lnTo>
                      <a:pt x="3654" y="456"/>
                    </a:lnTo>
                    <a:lnTo>
                      <a:pt x="3654" y="450"/>
                    </a:lnTo>
                    <a:lnTo>
                      <a:pt x="3660" y="444"/>
                    </a:lnTo>
                    <a:lnTo>
                      <a:pt x="3660" y="438"/>
                    </a:lnTo>
                    <a:lnTo>
                      <a:pt x="3690" y="444"/>
                    </a:lnTo>
                    <a:lnTo>
                      <a:pt x="3702" y="426"/>
                    </a:lnTo>
                    <a:lnTo>
                      <a:pt x="3708" y="432"/>
                    </a:lnTo>
                    <a:lnTo>
                      <a:pt x="3720" y="432"/>
                    </a:lnTo>
                    <a:lnTo>
                      <a:pt x="3726" y="426"/>
                    </a:lnTo>
                    <a:lnTo>
                      <a:pt x="3738" y="420"/>
                    </a:lnTo>
                    <a:lnTo>
                      <a:pt x="3744" y="408"/>
                    </a:lnTo>
                    <a:lnTo>
                      <a:pt x="3756" y="402"/>
                    </a:lnTo>
                    <a:lnTo>
                      <a:pt x="3774" y="384"/>
                    </a:lnTo>
                    <a:lnTo>
                      <a:pt x="3774" y="414"/>
                    </a:lnTo>
                    <a:lnTo>
                      <a:pt x="3786" y="408"/>
                    </a:lnTo>
                    <a:lnTo>
                      <a:pt x="3792" y="402"/>
                    </a:lnTo>
                    <a:lnTo>
                      <a:pt x="3828" y="384"/>
                    </a:lnTo>
                    <a:lnTo>
                      <a:pt x="3834" y="378"/>
                    </a:lnTo>
                    <a:lnTo>
                      <a:pt x="3846" y="378"/>
                    </a:lnTo>
                    <a:lnTo>
                      <a:pt x="3858" y="372"/>
                    </a:lnTo>
                    <a:lnTo>
                      <a:pt x="3876" y="372"/>
                    </a:lnTo>
                    <a:lnTo>
                      <a:pt x="3888" y="366"/>
                    </a:lnTo>
                    <a:lnTo>
                      <a:pt x="3900" y="366"/>
                    </a:lnTo>
                    <a:lnTo>
                      <a:pt x="3900" y="330"/>
                    </a:lnTo>
                    <a:lnTo>
                      <a:pt x="3876" y="330"/>
                    </a:lnTo>
                    <a:lnTo>
                      <a:pt x="3876" y="324"/>
                    </a:lnTo>
                    <a:lnTo>
                      <a:pt x="3882" y="312"/>
                    </a:lnTo>
                    <a:lnTo>
                      <a:pt x="3894" y="300"/>
                    </a:lnTo>
                    <a:lnTo>
                      <a:pt x="3888" y="294"/>
                    </a:lnTo>
                    <a:lnTo>
                      <a:pt x="3882" y="294"/>
                    </a:lnTo>
                    <a:lnTo>
                      <a:pt x="3876" y="288"/>
                    </a:lnTo>
                    <a:lnTo>
                      <a:pt x="3876" y="276"/>
                    </a:lnTo>
                    <a:lnTo>
                      <a:pt x="3888" y="252"/>
                    </a:lnTo>
                    <a:lnTo>
                      <a:pt x="3900" y="222"/>
                    </a:lnTo>
                    <a:lnTo>
                      <a:pt x="3912" y="198"/>
                    </a:lnTo>
                    <a:lnTo>
                      <a:pt x="3918" y="174"/>
                    </a:lnTo>
                    <a:lnTo>
                      <a:pt x="3918" y="168"/>
                    </a:lnTo>
                    <a:lnTo>
                      <a:pt x="3912" y="162"/>
                    </a:lnTo>
                    <a:lnTo>
                      <a:pt x="3876" y="162"/>
                    </a:lnTo>
                    <a:lnTo>
                      <a:pt x="3864" y="168"/>
                    </a:lnTo>
                    <a:lnTo>
                      <a:pt x="3858" y="168"/>
                    </a:lnTo>
                    <a:close/>
                    <a:moveTo>
                      <a:pt x="2718" y="366"/>
                    </a:moveTo>
                    <a:lnTo>
                      <a:pt x="2712" y="366"/>
                    </a:lnTo>
                    <a:lnTo>
                      <a:pt x="2712" y="354"/>
                    </a:lnTo>
                    <a:lnTo>
                      <a:pt x="2718" y="348"/>
                    </a:lnTo>
                    <a:lnTo>
                      <a:pt x="2718" y="336"/>
                    </a:lnTo>
                    <a:lnTo>
                      <a:pt x="2712" y="336"/>
                    </a:lnTo>
                    <a:lnTo>
                      <a:pt x="2700" y="342"/>
                    </a:lnTo>
                    <a:lnTo>
                      <a:pt x="2694" y="348"/>
                    </a:lnTo>
                    <a:lnTo>
                      <a:pt x="2682" y="354"/>
                    </a:lnTo>
                    <a:lnTo>
                      <a:pt x="2676" y="372"/>
                    </a:lnTo>
                    <a:lnTo>
                      <a:pt x="2664" y="366"/>
                    </a:lnTo>
                    <a:lnTo>
                      <a:pt x="2664" y="378"/>
                    </a:lnTo>
                    <a:lnTo>
                      <a:pt x="2652" y="402"/>
                    </a:lnTo>
                    <a:lnTo>
                      <a:pt x="2628" y="414"/>
                    </a:lnTo>
                    <a:lnTo>
                      <a:pt x="2628" y="426"/>
                    </a:lnTo>
                    <a:lnTo>
                      <a:pt x="2634" y="432"/>
                    </a:lnTo>
                    <a:lnTo>
                      <a:pt x="2628" y="432"/>
                    </a:lnTo>
                    <a:lnTo>
                      <a:pt x="2598" y="462"/>
                    </a:lnTo>
                    <a:lnTo>
                      <a:pt x="2598" y="468"/>
                    </a:lnTo>
                    <a:lnTo>
                      <a:pt x="2604" y="474"/>
                    </a:lnTo>
                    <a:lnTo>
                      <a:pt x="2610" y="474"/>
                    </a:lnTo>
                    <a:lnTo>
                      <a:pt x="2616" y="480"/>
                    </a:lnTo>
                    <a:lnTo>
                      <a:pt x="2616" y="492"/>
                    </a:lnTo>
                    <a:lnTo>
                      <a:pt x="2610" y="498"/>
                    </a:lnTo>
                    <a:lnTo>
                      <a:pt x="2604" y="498"/>
                    </a:lnTo>
                    <a:lnTo>
                      <a:pt x="2604" y="510"/>
                    </a:lnTo>
                    <a:lnTo>
                      <a:pt x="2592" y="534"/>
                    </a:lnTo>
                    <a:lnTo>
                      <a:pt x="2580" y="552"/>
                    </a:lnTo>
                    <a:lnTo>
                      <a:pt x="2550" y="582"/>
                    </a:lnTo>
                    <a:lnTo>
                      <a:pt x="2478" y="618"/>
                    </a:lnTo>
                    <a:lnTo>
                      <a:pt x="2484" y="588"/>
                    </a:lnTo>
                    <a:lnTo>
                      <a:pt x="2478" y="582"/>
                    </a:lnTo>
                    <a:lnTo>
                      <a:pt x="2478" y="576"/>
                    </a:lnTo>
                    <a:lnTo>
                      <a:pt x="2472" y="570"/>
                    </a:lnTo>
                    <a:lnTo>
                      <a:pt x="2472" y="564"/>
                    </a:lnTo>
                    <a:lnTo>
                      <a:pt x="2478" y="552"/>
                    </a:lnTo>
                    <a:lnTo>
                      <a:pt x="2496" y="534"/>
                    </a:lnTo>
                    <a:lnTo>
                      <a:pt x="2502" y="522"/>
                    </a:lnTo>
                    <a:lnTo>
                      <a:pt x="2502" y="516"/>
                    </a:lnTo>
                    <a:lnTo>
                      <a:pt x="2496" y="510"/>
                    </a:lnTo>
                    <a:lnTo>
                      <a:pt x="2496" y="492"/>
                    </a:lnTo>
                    <a:lnTo>
                      <a:pt x="2502" y="480"/>
                    </a:lnTo>
                    <a:lnTo>
                      <a:pt x="2508" y="474"/>
                    </a:lnTo>
                    <a:lnTo>
                      <a:pt x="2514" y="462"/>
                    </a:lnTo>
                    <a:lnTo>
                      <a:pt x="2526" y="456"/>
                    </a:lnTo>
                    <a:lnTo>
                      <a:pt x="2532" y="450"/>
                    </a:lnTo>
                    <a:lnTo>
                      <a:pt x="2532" y="432"/>
                    </a:lnTo>
                    <a:lnTo>
                      <a:pt x="2538" y="432"/>
                    </a:lnTo>
                    <a:lnTo>
                      <a:pt x="2622" y="348"/>
                    </a:lnTo>
                    <a:lnTo>
                      <a:pt x="2592" y="354"/>
                    </a:lnTo>
                    <a:lnTo>
                      <a:pt x="2580" y="360"/>
                    </a:lnTo>
                    <a:lnTo>
                      <a:pt x="2574" y="366"/>
                    </a:lnTo>
                    <a:lnTo>
                      <a:pt x="2562" y="372"/>
                    </a:lnTo>
                    <a:lnTo>
                      <a:pt x="2556" y="378"/>
                    </a:lnTo>
                    <a:lnTo>
                      <a:pt x="2550" y="378"/>
                    </a:lnTo>
                    <a:lnTo>
                      <a:pt x="2550" y="372"/>
                    </a:lnTo>
                    <a:lnTo>
                      <a:pt x="2556" y="366"/>
                    </a:lnTo>
                    <a:lnTo>
                      <a:pt x="2568" y="360"/>
                    </a:lnTo>
                    <a:lnTo>
                      <a:pt x="2592" y="336"/>
                    </a:lnTo>
                    <a:lnTo>
                      <a:pt x="2604" y="330"/>
                    </a:lnTo>
                    <a:lnTo>
                      <a:pt x="2658" y="276"/>
                    </a:lnTo>
                    <a:lnTo>
                      <a:pt x="2670" y="288"/>
                    </a:lnTo>
                    <a:lnTo>
                      <a:pt x="2682" y="276"/>
                    </a:lnTo>
                    <a:lnTo>
                      <a:pt x="2682" y="288"/>
                    </a:lnTo>
                    <a:lnTo>
                      <a:pt x="2694" y="288"/>
                    </a:lnTo>
                    <a:lnTo>
                      <a:pt x="2700" y="282"/>
                    </a:lnTo>
                    <a:lnTo>
                      <a:pt x="2700" y="270"/>
                    </a:lnTo>
                    <a:lnTo>
                      <a:pt x="2724" y="276"/>
                    </a:lnTo>
                    <a:lnTo>
                      <a:pt x="2736" y="270"/>
                    </a:lnTo>
                    <a:lnTo>
                      <a:pt x="2742" y="270"/>
                    </a:lnTo>
                    <a:lnTo>
                      <a:pt x="2754" y="264"/>
                    </a:lnTo>
                    <a:lnTo>
                      <a:pt x="2772" y="264"/>
                    </a:lnTo>
                    <a:lnTo>
                      <a:pt x="2784" y="270"/>
                    </a:lnTo>
                    <a:lnTo>
                      <a:pt x="2790" y="276"/>
                    </a:lnTo>
                    <a:lnTo>
                      <a:pt x="2796" y="288"/>
                    </a:lnTo>
                    <a:lnTo>
                      <a:pt x="2772" y="294"/>
                    </a:lnTo>
                    <a:lnTo>
                      <a:pt x="2772" y="318"/>
                    </a:lnTo>
                    <a:lnTo>
                      <a:pt x="2742" y="318"/>
                    </a:lnTo>
                    <a:lnTo>
                      <a:pt x="2736" y="324"/>
                    </a:lnTo>
                    <a:lnTo>
                      <a:pt x="2736" y="360"/>
                    </a:lnTo>
                    <a:lnTo>
                      <a:pt x="2730" y="366"/>
                    </a:lnTo>
                    <a:lnTo>
                      <a:pt x="2718" y="366"/>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39" name="Uruguay" descr="© INSCALE GmbH, 05.05.2010&#10;http://www.presentationload.com/">
                <a:extLst>
                  <a:ext uri="{FF2B5EF4-FFF2-40B4-BE49-F238E27FC236}">
                    <a16:creationId xmlns:a16="http://schemas.microsoft.com/office/drawing/2014/main" id="{13D56AFF-C334-5220-9CC4-4D509553F30F}"/>
                  </a:ext>
                </a:extLst>
              </p:cNvPr>
              <p:cNvSpPr>
                <a:spLocks/>
              </p:cNvSpPr>
              <p:nvPr/>
            </p:nvSpPr>
            <p:spPr bwMode="gray">
              <a:xfrm>
                <a:off x="1659" y="3184"/>
                <a:ext cx="93" cy="98"/>
              </a:xfrm>
              <a:custGeom>
                <a:avLst/>
                <a:gdLst>
                  <a:gd name="T0" fmla="*/ 2147483647 w 366"/>
                  <a:gd name="T1" fmla="*/ 2147483647 h 384"/>
                  <a:gd name="T2" fmla="*/ 2147483647 w 366"/>
                  <a:gd name="T3" fmla="*/ 2147483647 h 384"/>
                  <a:gd name="T4" fmla="*/ 2147483647 w 366"/>
                  <a:gd name="T5" fmla="*/ 2147483647 h 384"/>
                  <a:gd name="T6" fmla="*/ 2147483647 w 366"/>
                  <a:gd name="T7" fmla="*/ 2147483647 h 384"/>
                  <a:gd name="T8" fmla="*/ 2147483647 w 366"/>
                  <a:gd name="T9" fmla="*/ 2147483647 h 384"/>
                  <a:gd name="T10" fmla="*/ 2147483647 w 366"/>
                  <a:gd name="T11" fmla="*/ 2147483647 h 384"/>
                  <a:gd name="T12" fmla="*/ 2147483647 w 366"/>
                  <a:gd name="T13" fmla="*/ 2147483647 h 384"/>
                  <a:gd name="T14" fmla="*/ 2147483647 w 366"/>
                  <a:gd name="T15" fmla="*/ 2147483647 h 384"/>
                  <a:gd name="T16" fmla="*/ 2147483647 w 366"/>
                  <a:gd name="T17" fmla="*/ 2147483647 h 384"/>
                  <a:gd name="T18" fmla="*/ 2147483647 w 366"/>
                  <a:gd name="T19" fmla="*/ 2147483647 h 384"/>
                  <a:gd name="T20" fmla="*/ 2147483647 w 366"/>
                  <a:gd name="T21" fmla="*/ 2147483647 h 384"/>
                  <a:gd name="T22" fmla="*/ 2147483647 w 366"/>
                  <a:gd name="T23" fmla="*/ 2147483647 h 384"/>
                  <a:gd name="T24" fmla="*/ 2147483647 w 366"/>
                  <a:gd name="T25" fmla="*/ 2147483647 h 384"/>
                  <a:gd name="T26" fmla="*/ 2147483647 w 366"/>
                  <a:gd name="T27" fmla="*/ 2147483647 h 384"/>
                  <a:gd name="T28" fmla="*/ 2147483647 w 366"/>
                  <a:gd name="T29" fmla="*/ 2147483647 h 384"/>
                  <a:gd name="T30" fmla="*/ 2147483647 w 366"/>
                  <a:gd name="T31" fmla="*/ 2147483647 h 384"/>
                  <a:gd name="T32" fmla="*/ 2147483647 w 366"/>
                  <a:gd name="T33" fmla="*/ 2147483647 h 384"/>
                  <a:gd name="T34" fmla="*/ 2147483647 w 366"/>
                  <a:gd name="T35" fmla="*/ 2147483647 h 384"/>
                  <a:gd name="T36" fmla="*/ 2147483647 w 366"/>
                  <a:gd name="T37" fmla="*/ 2147483647 h 384"/>
                  <a:gd name="T38" fmla="*/ 2147483647 w 366"/>
                  <a:gd name="T39" fmla="*/ 2147483647 h 384"/>
                  <a:gd name="T40" fmla="*/ 2147483647 w 366"/>
                  <a:gd name="T41" fmla="*/ 2147483647 h 384"/>
                  <a:gd name="T42" fmla="*/ 2147483647 w 366"/>
                  <a:gd name="T43" fmla="*/ 2147483647 h 384"/>
                  <a:gd name="T44" fmla="*/ 2147483647 w 366"/>
                  <a:gd name="T45" fmla="*/ 0 h 384"/>
                  <a:gd name="T46" fmla="*/ 2147483647 w 366"/>
                  <a:gd name="T47" fmla="*/ 2147483647 h 384"/>
                  <a:gd name="T48" fmla="*/ 2147483647 w 366"/>
                  <a:gd name="T49" fmla="*/ 2147483647 h 384"/>
                  <a:gd name="T50" fmla="*/ 0 w 366"/>
                  <a:gd name="T51" fmla="*/ 2147483647 h 384"/>
                  <a:gd name="T52" fmla="*/ 2147483647 w 366"/>
                  <a:gd name="T53" fmla="*/ 2147483647 h 384"/>
                  <a:gd name="T54" fmla="*/ 2147483647 w 366"/>
                  <a:gd name="T55" fmla="*/ 2147483647 h 384"/>
                  <a:gd name="T56" fmla="*/ 2147483647 w 366"/>
                  <a:gd name="T57" fmla="*/ 2147483647 h 384"/>
                  <a:gd name="T58" fmla="*/ 2147483647 w 366"/>
                  <a:gd name="T59" fmla="*/ 2147483647 h 384"/>
                  <a:gd name="T60" fmla="*/ 2147483647 w 366"/>
                  <a:gd name="T61" fmla="*/ 2147483647 h 384"/>
                  <a:gd name="T62" fmla="*/ 2147483647 w 366"/>
                  <a:gd name="T63" fmla="*/ 2147483647 h 384"/>
                  <a:gd name="T64" fmla="*/ 2147483647 w 366"/>
                  <a:gd name="T65" fmla="*/ 2147483647 h 384"/>
                  <a:gd name="T66" fmla="*/ 2147483647 w 366"/>
                  <a:gd name="T67" fmla="*/ 2147483647 h 384"/>
                  <a:gd name="T68" fmla="*/ 2147483647 w 366"/>
                  <a:gd name="T69" fmla="*/ 2147483647 h 384"/>
                  <a:gd name="T70" fmla="*/ 2147483647 w 366"/>
                  <a:gd name="T71" fmla="*/ 2147483647 h 384"/>
                  <a:gd name="T72" fmla="*/ 2147483647 w 366"/>
                  <a:gd name="T73" fmla="*/ 2147483647 h 384"/>
                  <a:gd name="T74" fmla="*/ 2147483647 w 366"/>
                  <a:gd name="T75" fmla="*/ 2147483647 h 384"/>
                  <a:gd name="T76" fmla="*/ 2147483647 w 366"/>
                  <a:gd name="T77" fmla="*/ 2147483647 h 38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366"/>
                  <a:gd name="T118" fmla="*/ 0 h 384"/>
                  <a:gd name="T119" fmla="*/ 366 w 366"/>
                  <a:gd name="T120" fmla="*/ 384 h 384"/>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366" h="384">
                    <a:moveTo>
                      <a:pt x="138" y="372"/>
                    </a:moveTo>
                    <a:lnTo>
                      <a:pt x="174" y="372"/>
                    </a:lnTo>
                    <a:lnTo>
                      <a:pt x="198" y="378"/>
                    </a:lnTo>
                    <a:lnTo>
                      <a:pt x="228" y="378"/>
                    </a:lnTo>
                    <a:lnTo>
                      <a:pt x="288" y="384"/>
                    </a:lnTo>
                    <a:lnTo>
                      <a:pt x="330" y="366"/>
                    </a:lnTo>
                    <a:lnTo>
                      <a:pt x="342" y="354"/>
                    </a:lnTo>
                    <a:lnTo>
                      <a:pt x="360" y="300"/>
                    </a:lnTo>
                    <a:lnTo>
                      <a:pt x="366" y="294"/>
                    </a:lnTo>
                    <a:lnTo>
                      <a:pt x="348" y="294"/>
                    </a:lnTo>
                    <a:lnTo>
                      <a:pt x="348" y="264"/>
                    </a:lnTo>
                    <a:lnTo>
                      <a:pt x="342" y="264"/>
                    </a:lnTo>
                    <a:lnTo>
                      <a:pt x="342" y="240"/>
                    </a:lnTo>
                    <a:lnTo>
                      <a:pt x="348" y="234"/>
                    </a:lnTo>
                    <a:lnTo>
                      <a:pt x="360" y="210"/>
                    </a:lnTo>
                    <a:lnTo>
                      <a:pt x="360" y="198"/>
                    </a:lnTo>
                    <a:lnTo>
                      <a:pt x="354" y="198"/>
                    </a:lnTo>
                    <a:lnTo>
                      <a:pt x="342" y="192"/>
                    </a:lnTo>
                    <a:lnTo>
                      <a:pt x="336" y="192"/>
                    </a:lnTo>
                    <a:lnTo>
                      <a:pt x="318" y="174"/>
                    </a:lnTo>
                    <a:lnTo>
                      <a:pt x="312" y="162"/>
                    </a:lnTo>
                    <a:lnTo>
                      <a:pt x="306" y="156"/>
                    </a:lnTo>
                    <a:lnTo>
                      <a:pt x="300" y="144"/>
                    </a:lnTo>
                    <a:lnTo>
                      <a:pt x="288" y="144"/>
                    </a:lnTo>
                    <a:lnTo>
                      <a:pt x="270" y="138"/>
                    </a:lnTo>
                    <a:lnTo>
                      <a:pt x="258" y="132"/>
                    </a:lnTo>
                    <a:lnTo>
                      <a:pt x="252" y="126"/>
                    </a:lnTo>
                    <a:lnTo>
                      <a:pt x="252" y="114"/>
                    </a:lnTo>
                    <a:lnTo>
                      <a:pt x="246" y="114"/>
                    </a:lnTo>
                    <a:lnTo>
                      <a:pt x="228" y="96"/>
                    </a:lnTo>
                    <a:lnTo>
                      <a:pt x="210" y="96"/>
                    </a:lnTo>
                    <a:lnTo>
                      <a:pt x="192" y="78"/>
                    </a:lnTo>
                    <a:lnTo>
                      <a:pt x="186" y="66"/>
                    </a:lnTo>
                    <a:lnTo>
                      <a:pt x="174" y="60"/>
                    </a:lnTo>
                    <a:lnTo>
                      <a:pt x="168" y="60"/>
                    </a:lnTo>
                    <a:lnTo>
                      <a:pt x="156" y="72"/>
                    </a:lnTo>
                    <a:lnTo>
                      <a:pt x="156" y="78"/>
                    </a:lnTo>
                    <a:lnTo>
                      <a:pt x="144" y="78"/>
                    </a:lnTo>
                    <a:lnTo>
                      <a:pt x="144" y="66"/>
                    </a:lnTo>
                    <a:lnTo>
                      <a:pt x="132" y="54"/>
                    </a:lnTo>
                    <a:lnTo>
                      <a:pt x="126" y="42"/>
                    </a:lnTo>
                    <a:lnTo>
                      <a:pt x="120" y="36"/>
                    </a:lnTo>
                    <a:lnTo>
                      <a:pt x="108" y="30"/>
                    </a:lnTo>
                    <a:lnTo>
                      <a:pt x="102" y="18"/>
                    </a:lnTo>
                    <a:lnTo>
                      <a:pt x="78" y="6"/>
                    </a:lnTo>
                    <a:lnTo>
                      <a:pt x="72" y="0"/>
                    </a:lnTo>
                    <a:lnTo>
                      <a:pt x="60" y="0"/>
                    </a:lnTo>
                    <a:lnTo>
                      <a:pt x="48" y="6"/>
                    </a:lnTo>
                    <a:lnTo>
                      <a:pt x="42" y="12"/>
                    </a:lnTo>
                    <a:lnTo>
                      <a:pt x="18" y="12"/>
                    </a:lnTo>
                    <a:lnTo>
                      <a:pt x="0" y="30"/>
                    </a:lnTo>
                    <a:lnTo>
                      <a:pt x="0" y="36"/>
                    </a:lnTo>
                    <a:lnTo>
                      <a:pt x="24" y="60"/>
                    </a:lnTo>
                    <a:lnTo>
                      <a:pt x="30" y="60"/>
                    </a:lnTo>
                    <a:lnTo>
                      <a:pt x="6" y="72"/>
                    </a:lnTo>
                    <a:lnTo>
                      <a:pt x="6" y="108"/>
                    </a:lnTo>
                    <a:lnTo>
                      <a:pt x="30" y="126"/>
                    </a:lnTo>
                    <a:lnTo>
                      <a:pt x="12" y="126"/>
                    </a:lnTo>
                    <a:lnTo>
                      <a:pt x="0" y="138"/>
                    </a:lnTo>
                    <a:lnTo>
                      <a:pt x="6" y="144"/>
                    </a:lnTo>
                    <a:lnTo>
                      <a:pt x="12" y="156"/>
                    </a:lnTo>
                    <a:lnTo>
                      <a:pt x="24" y="168"/>
                    </a:lnTo>
                    <a:lnTo>
                      <a:pt x="12" y="186"/>
                    </a:lnTo>
                    <a:lnTo>
                      <a:pt x="18" y="192"/>
                    </a:lnTo>
                    <a:lnTo>
                      <a:pt x="24" y="204"/>
                    </a:lnTo>
                    <a:lnTo>
                      <a:pt x="36" y="210"/>
                    </a:lnTo>
                    <a:lnTo>
                      <a:pt x="42" y="222"/>
                    </a:lnTo>
                    <a:lnTo>
                      <a:pt x="42" y="228"/>
                    </a:lnTo>
                    <a:lnTo>
                      <a:pt x="36" y="228"/>
                    </a:lnTo>
                    <a:lnTo>
                      <a:pt x="30" y="234"/>
                    </a:lnTo>
                    <a:lnTo>
                      <a:pt x="6" y="234"/>
                    </a:lnTo>
                    <a:lnTo>
                      <a:pt x="6" y="282"/>
                    </a:lnTo>
                    <a:lnTo>
                      <a:pt x="36" y="318"/>
                    </a:lnTo>
                    <a:lnTo>
                      <a:pt x="42" y="318"/>
                    </a:lnTo>
                    <a:lnTo>
                      <a:pt x="54" y="324"/>
                    </a:lnTo>
                    <a:lnTo>
                      <a:pt x="78" y="348"/>
                    </a:lnTo>
                    <a:lnTo>
                      <a:pt x="90" y="354"/>
                    </a:lnTo>
                    <a:lnTo>
                      <a:pt x="126" y="354"/>
                    </a:lnTo>
                    <a:lnTo>
                      <a:pt x="138" y="372"/>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0" name="Suriname" descr="© INSCALE GmbH, 05.05.2010&#10;http://www.presentationload.com/">
                <a:extLst>
                  <a:ext uri="{FF2B5EF4-FFF2-40B4-BE49-F238E27FC236}">
                    <a16:creationId xmlns:a16="http://schemas.microsoft.com/office/drawing/2014/main" id="{BCBDD017-049A-E87E-FC04-0166A98636E5}"/>
                  </a:ext>
                </a:extLst>
              </p:cNvPr>
              <p:cNvSpPr>
                <a:spLocks/>
              </p:cNvSpPr>
              <p:nvPr/>
            </p:nvSpPr>
            <p:spPr bwMode="gray">
              <a:xfrm>
                <a:off x="1608" y="2447"/>
                <a:ext cx="74" cy="85"/>
              </a:xfrm>
              <a:custGeom>
                <a:avLst/>
                <a:gdLst>
                  <a:gd name="T0" fmla="*/ 2147483647 w 294"/>
                  <a:gd name="T1" fmla="*/ 2147483647 h 336"/>
                  <a:gd name="T2" fmla="*/ 2147483647 w 294"/>
                  <a:gd name="T3" fmla="*/ 2147483647 h 336"/>
                  <a:gd name="T4" fmla="*/ 2147483647 w 294"/>
                  <a:gd name="T5" fmla="*/ 2147483647 h 336"/>
                  <a:gd name="T6" fmla="*/ 0 w 294"/>
                  <a:gd name="T7" fmla="*/ 2147483647 h 336"/>
                  <a:gd name="T8" fmla="*/ 2147483647 w 294"/>
                  <a:gd name="T9" fmla="*/ 2147483647 h 336"/>
                  <a:gd name="T10" fmla="*/ 2147483647 w 294"/>
                  <a:gd name="T11" fmla="*/ 2147483647 h 336"/>
                  <a:gd name="T12" fmla="*/ 2147483647 w 294"/>
                  <a:gd name="T13" fmla="*/ 2147483647 h 336"/>
                  <a:gd name="T14" fmla="*/ 2147483647 w 294"/>
                  <a:gd name="T15" fmla="*/ 2147483647 h 336"/>
                  <a:gd name="T16" fmla="*/ 2147483647 w 294"/>
                  <a:gd name="T17" fmla="*/ 2147483647 h 336"/>
                  <a:gd name="T18" fmla="*/ 2147483647 w 294"/>
                  <a:gd name="T19" fmla="*/ 2147483647 h 336"/>
                  <a:gd name="T20" fmla="*/ 2147483647 w 294"/>
                  <a:gd name="T21" fmla="*/ 2147483647 h 336"/>
                  <a:gd name="T22" fmla="*/ 2147483647 w 294"/>
                  <a:gd name="T23" fmla="*/ 2147483647 h 336"/>
                  <a:gd name="T24" fmla="*/ 2147483647 w 294"/>
                  <a:gd name="T25" fmla="*/ 2147483647 h 336"/>
                  <a:gd name="T26" fmla="*/ 2147483647 w 294"/>
                  <a:gd name="T27" fmla="*/ 2147483647 h 336"/>
                  <a:gd name="T28" fmla="*/ 2147483647 w 294"/>
                  <a:gd name="T29" fmla="*/ 2147483647 h 336"/>
                  <a:gd name="T30" fmla="*/ 2147483647 w 294"/>
                  <a:gd name="T31" fmla="*/ 2147483647 h 336"/>
                  <a:gd name="T32" fmla="*/ 2147483647 w 294"/>
                  <a:gd name="T33" fmla="*/ 2147483647 h 336"/>
                  <a:gd name="T34" fmla="*/ 2147483647 w 294"/>
                  <a:gd name="T35" fmla="*/ 2147483647 h 336"/>
                  <a:gd name="T36" fmla="*/ 2147483647 w 294"/>
                  <a:gd name="T37" fmla="*/ 2147483647 h 336"/>
                  <a:gd name="T38" fmla="*/ 2147483647 w 294"/>
                  <a:gd name="T39" fmla="*/ 2147483647 h 336"/>
                  <a:gd name="T40" fmla="*/ 2147483647 w 294"/>
                  <a:gd name="T41" fmla="*/ 2147483647 h 336"/>
                  <a:gd name="T42" fmla="*/ 2147483647 w 294"/>
                  <a:gd name="T43" fmla="*/ 2147483647 h 336"/>
                  <a:gd name="T44" fmla="*/ 2147483647 w 294"/>
                  <a:gd name="T45" fmla="*/ 2147483647 h 336"/>
                  <a:gd name="T46" fmla="*/ 2147483647 w 294"/>
                  <a:gd name="T47" fmla="*/ 2147483647 h 336"/>
                  <a:gd name="T48" fmla="*/ 2147483647 w 294"/>
                  <a:gd name="T49" fmla="*/ 2147483647 h 336"/>
                  <a:gd name="T50" fmla="*/ 2147483647 w 294"/>
                  <a:gd name="T51" fmla="*/ 2147483647 h 336"/>
                  <a:gd name="T52" fmla="*/ 2147483647 w 294"/>
                  <a:gd name="T53" fmla="*/ 2147483647 h 336"/>
                  <a:gd name="T54" fmla="*/ 2147483647 w 294"/>
                  <a:gd name="T55" fmla="*/ 2147483647 h 336"/>
                  <a:gd name="T56" fmla="*/ 2147483647 w 294"/>
                  <a:gd name="T57" fmla="*/ 2147483647 h 336"/>
                  <a:gd name="T58" fmla="*/ 2147483647 w 294"/>
                  <a:gd name="T59" fmla="*/ 2147483647 h 336"/>
                  <a:gd name="T60" fmla="*/ 2147483647 w 294"/>
                  <a:gd name="T61" fmla="*/ 2147483647 h 336"/>
                  <a:gd name="T62" fmla="*/ 2147483647 w 294"/>
                  <a:gd name="T63" fmla="*/ 2147483647 h 336"/>
                  <a:gd name="T64" fmla="*/ 2147483647 w 294"/>
                  <a:gd name="T65" fmla="*/ 2147483647 h 336"/>
                  <a:gd name="T66" fmla="*/ 2147483647 w 294"/>
                  <a:gd name="T67" fmla="*/ 2147483647 h 336"/>
                  <a:gd name="T68" fmla="*/ 2147483647 w 294"/>
                  <a:gd name="T69" fmla="*/ 2147483647 h 336"/>
                  <a:gd name="T70" fmla="*/ 2147483647 w 294"/>
                  <a:gd name="T71" fmla="*/ 0 h 336"/>
                  <a:gd name="T72" fmla="*/ 2147483647 w 294"/>
                  <a:gd name="T73" fmla="*/ 2147483647 h 336"/>
                  <a:gd name="T74" fmla="*/ 2147483647 w 294"/>
                  <a:gd name="T75" fmla="*/ 2147483647 h 336"/>
                  <a:gd name="T76" fmla="*/ 2147483647 w 294"/>
                  <a:gd name="T77" fmla="*/ 2147483647 h 336"/>
                  <a:gd name="T78" fmla="*/ 2147483647 w 294"/>
                  <a:gd name="T79" fmla="*/ 2147483647 h 336"/>
                  <a:gd name="T80" fmla="*/ 2147483647 w 294"/>
                  <a:gd name="T81" fmla="*/ 2147483647 h 336"/>
                  <a:gd name="T82" fmla="*/ 2147483647 w 294"/>
                  <a:gd name="T83" fmla="*/ 2147483647 h 3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94"/>
                  <a:gd name="T127" fmla="*/ 0 h 336"/>
                  <a:gd name="T128" fmla="*/ 294 w 294"/>
                  <a:gd name="T129" fmla="*/ 336 h 3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94" h="336">
                    <a:moveTo>
                      <a:pt x="60" y="78"/>
                    </a:moveTo>
                    <a:lnTo>
                      <a:pt x="30" y="78"/>
                    </a:lnTo>
                    <a:lnTo>
                      <a:pt x="18" y="84"/>
                    </a:lnTo>
                    <a:lnTo>
                      <a:pt x="12" y="90"/>
                    </a:lnTo>
                    <a:lnTo>
                      <a:pt x="12" y="132"/>
                    </a:lnTo>
                    <a:lnTo>
                      <a:pt x="6" y="138"/>
                    </a:lnTo>
                    <a:lnTo>
                      <a:pt x="0" y="150"/>
                    </a:lnTo>
                    <a:lnTo>
                      <a:pt x="0" y="162"/>
                    </a:lnTo>
                    <a:lnTo>
                      <a:pt x="6" y="168"/>
                    </a:lnTo>
                    <a:lnTo>
                      <a:pt x="6" y="174"/>
                    </a:lnTo>
                    <a:lnTo>
                      <a:pt x="12" y="174"/>
                    </a:lnTo>
                    <a:lnTo>
                      <a:pt x="12" y="186"/>
                    </a:lnTo>
                    <a:lnTo>
                      <a:pt x="18" y="198"/>
                    </a:lnTo>
                    <a:lnTo>
                      <a:pt x="24" y="204"/>
                    </a:lnTo>
                    <a:lnTo>
                      <a:pt x="30" y="216"/>
                    </a:lnTo>
                    <a:lnTo>
                      <a:pt x="42" y="216"/>
                    </a:lnTo>
                    <a:lnTo>
                      <a:pt x="42" y="210"/>
                    </a:lnTo>
                    <a:lnTo>
                      <a:pt x="54" y="198"/>
                    </a:lnTo>
                    <a:lnTo>
                      <a:pt x="54" y="216"/>
                    </a:lnTo>
                    <a:lnTo>
                      <a:pt x="48" y="222"/>
                    </a:lnTo>
                    <a:lnTo>
                      <a:pt x="48" y="246"/>
                    </a:lnTo>
                    <a:lnTo>
                      <a:pt x="54" y="258"/>
                    </a:lnTo>
                    <a:lnTo>
                      <a:pt x="72" y="276"/>
                    </a:lnTo>
                    <a:lnTo>
                      <a:pt x="78" y="294"/>
                    </a:lnTo>
                    <a:lnTo>
                      <a:pt x="84" y="306"/>
                    </a:lnTo>
                    <a:lnTo>
                      <a:pt x="90" y="312"/>
                    </a:lnTo>
                    <a:lnTo>
                      <a:pt x="90" y="318"/>
                    </a:lnTo>
                    <a:lnTo>
                      <a:pt x="102" y="324"/>
                    </a:lnTo>
                    <a:lnTo>
                      <a:pt x="108" y="324"/>
                    </a:lnTo>
                    <a:lnTo>
                      <a:pt x="132" y="336"/>
                    </a:lnTo>
                    <a:lnTo>
                      <a:pt x="150" y="336"/>
                    </a:lnTo>
                    <a:lnTo>
                      <a:pt x="156" y="330"/>
                    </a:lnTo>
                    <a:lnTo>
                      <a:pt x="150" y="324"/>
                    </a:lnTo>
                    <a:lnTo>
                      <a:pt x="150" y="318"/>
                    </a:lnTo>
                    <a:lnTo>
                      <a:pt x="138" y="306"/>
                    </a:lnTo>
                    <a:lnTo>
                      <a:pt x="138" y="282"/>
                    </a:lnTo>
                    <a:lnTo>
                      <a:pt x="150" y="276"/>
                    </a:lnTo>
                    <a:lnTo>
                      <a:pt x="156" y="276"/>
                    </a:lnTo>
                    <a:lnTo>
                      <a:pt x="156" y="288"/>
                    </a:lnTo>
                    <a:lnTo>
                      <a:pt x="180" y="288"/>
                    </a:lnTo>
                    <a:lnTo>
                      <a:pt x="192" y="282"/>
                    </a:lnTo>
                    <a:lnTo>
                      <a:pt x="198" y="276"/>
                    </a:lnTo>
                    <a:lnTo>
                      <a:pt x="210" y="270"/>
                    </a:lnTo>
                    <a:lnTo>
                      <a:pt x="216" y="270"/>
                    </a:lnTo>
                    <a:lnTo>
                      <a:pt x="222" y="282"/>
                    </a:lnTo>
                    <a:lnTo>
                      <a:pt x="228" y="288"/>
                    </a:lnTo>
                    <a:lnTo>
                      <a:pt x="246" y="294"/>
                    </a:lnTo>
                    <a:lnTo>
                      <a:pt x="252" y="282"/>
                    </a:lnTo>
                    <a:lnTo>
                      <a:pt x="258" y="276"/>
                    </a:lnTo>
                    <a:lnTo>
                      <a:pt x="258" y="264"/>
                    </a:lnTo>
                    <a:lnTo>
                      <a:pt x="264" y="264"/>
                    </a:lnTo>
                    <a:lnTo>
                      <a:pt x="276" y="258"/>
                    </a:lnTo>
                    <a:lnTo>
                      <a:pt x="270" y="222"/>
                    </a:lnTo>
                    <a:lnTo>
                      <a:pt x="288" y="204"/>
                    </a:lnTo>
                    <a:lnTo>
                      <a:pt x="288" y="198"/>
                    </a:lnTo>
                    <a:lnTo>
                      <a:pt x="282" y="186"/>
                    </a:lnTo>
                    <a:lnTo>
                      <a:pt x="264" y="168"/>
                    </a:lnTo>
                    <a:lnTo>
                      <a:pt x="258" y="156"/>
                    </a:lnTo>
                    <a:lnTo>
                      <a:pt x="258" y="144"/>
                    </a:lnTo>
                    <a:lnTo>
                      <a:pt x="252" y="126"/>
                    </a:lnTo>
                    <a:lnTo>
                      <a:pt x="252" y="96"/>
                    </a:lnTo>
                    <a:lnTo>
                      <a:pt x="258" y="78"/>
                    </a:lnTo>
                    <a:lnTo>
                      <a:pt x="264" y="66"/>
                    </a:lnTo>
                    <a:lnTo>
                      <a:pt x="276" y="60"/>
                    </a:lnTo>
                    <a:lnTo>
                      <a:pt x="282" y="54"/>
                    </a:lnTo>
                    <a:lnTo>
                      <a:pt x="288" y="54"/>
                    </a:lnTo>
                    <a:lnTo>
                      <a:pt x="288" y="30"/>
                    </a:lnTo>
                    <a:lnTo>
                      <a:pt x="294" y="12"/>
                    </a:lnTo>
                    <a:lnTo>
                      <a:pt x="288" y="12"/>
                    </a:lnTo>
                    <a:lnTo>
                      <a:pt x="282" y="6"/>
                    </a:lnTo>
                    <a:lnTo>
                      <a:pt x="270" y="6"/>
                    </a:lnTo>
                    <a:lnTo>
                      <a:pt x="252" y="0"/>
                    </a:lnTo>
                    <a:lnTo>
                      <a:pt x="210" y="0"/>
                    </a:lnTo>
                    <a:lnTo>
                      <a:pt x="204" y="12"/>
                    </a:lnTo>
                    <a:lnTo>
                      <a:pt x="156" y="6"/>
                    </a:lnTo>
                    <a:lnTo>
                      <a:pt x="156" y="18"/>
                    </a:lnTo>
                    <a:lnTo>
                      <a:pt x="96" y="0"/>
                    </a:lnTo>
                    <a:lnTo>
                      <a:pt x="72" y="6"/>
                    </a:lnTo>
                    <a:lnTo>
                      <a:pt x="66" y="18"/>
                    </a:lnTo>
                    <a:lnTo>
                      <a:pt x="60" y="24"/>
                    </a:lnTo>
                    <a:lnTo>
                      <a:pt x="54" y="36"/>
                    </a:lnTo>
                    <a:lnTo>
                      <a:pt x="54" y="48"/>
                    </a:lnTo>
                    <a:lnTo>
                      <a:pt x="66" y="60"/>
                    </a:lnTo>
                    <a:lnTo>
                      <a:pt x="66" y="72"/>
                    </a:lnTo>
                    <a:lnTo>
                      <a:pt x="60" y="78"/>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1" name="Puerto Rico" descr="© INSCALE GmbH, 05.05.2010&#10;http://www.presentationload.com/">
                <a:extLst>
                  <a:ext uri="{FF2B5EF4-FFF2-40B4-BE49-F238E27FC236}">
                    <a16:creationId xmlns:a16="http://schemas.microsoft.com/office/drawing/2014/main" id="{DAA29806-AE67-5D61-21B2-2A2FBBA61DAF}"/>
                  </a:ext>
                </a:extLst>
              </p:cNvPr>
              <p:cNvSpPr>
                <a:spLocks/>
              </p:cNvSpPr>
              <p:nvPr/>
            </p:nvSpPr>
            <p:spPr bwMode="gray">
              <a:xfrm>
                <a:off x="1464" y="2193"/>
                <a:ext cx="35" cy="15"/>
              </a:xfrm>
              <a:custGeom>
                <a:avLst/>
                <a:gdLst>
                  <a:gd name="T0" fmla="*/ 2147483647 w 138"/>
                  <a:gd name="T1" fmla="*/ 2147483647 h 60"/>
                  <a:gd name="T2" fmla="*/ 2147483647 w 138"/>
                  <a:gd name="T3" fmla="*/ 2147483647 h 60"/>
                  <a:gd name="T4" fmla="*/ 2147483647 w 138"/>
                  <a:gd name="T5" fmla="*/ 0 h 60"/>
                  <a:gd name="T6" fmla="*/ 2147483647 w 138"/>
                  <a:gd name="T7" fmla="*/ 0 h 60"/>
                  <a:gd name="T8" fmla="*/ 2147483647 w 138"/>
                  <a:gd name="T9" fmla="*/ 2147483647 h 60"/>
                  <a:gd name="T10" fmla="*/ 0 w 138"/>
                  <a:gd name="T11" fmla="*/ 2147483647 h 60"/>
                  <a:gd name="T12" fmla="*/ 0 w 138"/>
                  <a:gd name="T13" fmla="*/ 2147483647 h 60"/>
                  <a:gd name="T14" fmla="*/ 2147483647 w 138"/>
                  <a:gd name="T15" fmla="*/ 2147483647 h 60"/>
                  <a:gd name="T16" fmla="*/ 2147483647 w 138"/>
                  <a:gd name="T17" fmla="*/ 2147483647 h 60"/>
                  <a:gd name="T18" fmla="*/ 2147483647 w 138"/>
                  <a:gd name="T19" fmla="*/ 2147483647 h 60"/>
                  <a:gd name="T20" fmla="*/ 2147483647 w 138"/>
                  <a:gd name="T21" fmla="*/ 2147483647 h 60"/>
                  <a:gd name="T22" fmla="*/ 2147483647 w 138"/>
                  <a:gd name="T23" fmla="*/ 2147483647 h 60"/>
                  <a:gd name="T24" fmla="*/ 2147483647 w 138"/>
                  <a:gd name="T25" fmla="*/ 2147483647 h 60"/>
                  <a:gd name="T26" fmla="*/ 2147483647 w 138"/>
                  <a:gd name="T27" fmla="*/ 2147483647 h 60"/>
                  <a:gd name="T28" fmla="*/ 2147483647 w 138"/>
                  <a:gd name="T29" fmla="*/ 2147483647 h 60"/>
                  <a:gd name="T30" fmla="*/ 2147483647 w 138"/>
                  <a:gd name="T31" fmla="*/ 2147483647 h 60"/>
                  <a:gd name="T32" fmla="*/ 2147483647 w 138"/>
                  <a:gd name="T33" fmla="*/ 2147483647 h 60"/>
                  <a:gd name="T34" fmla="*/ 2147483647 w 138"/>
                  <a:gd name="T35" fmla="*/ 2147483647 h 6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8"/>
                  <a:gd name="T55" fmla="*/ 0 h 60"/>
                  <a:gd name="T56" fmla="*/ 138 w 138"/>
                  <a:gd name="T57" fmla="*/ 60 h 6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8" h="60">
                    <a:moveTo>
                      <a:pt x="84" y="12"/>
                    </a:moveTo>
                    <a:lnTo>
                      <a:pt x="72" y="12"/>
                    </a:lnTo>
                    <a:lnTo>
                      <a:pt x="36" y="0"/>
                    </a:lnTo>
                    <a:lnTo>
                      <a:pt x="12" y="0"/>
                    </a:lnTo>
                    <a:lnTo>
                      <a:pt x="6" y="12"/>
                    </a:lnTo>
                    <a:lnTo>
                      <a:pt x="0" y="18"/>
                    </a:lnTo>
                    <a:lnTo>
                      <a:pt x="0" y="48"/>
                    </a:lnTo>
                    <a:lnTo>
                      <a:pt x="36" y="60"/>
                    </a:lnTo>
                    <a:lnTo>
                      <a:pt x="48" y="48"/>
                    </a:lnTo>
                    <a:lnTo>
                      <a:pt x="102" y="48"/>
                    </a:lnTo>
                    <a:lnTo>
                      <a:pt x="120" y="36"/>
                    </a:lnTo>
                    <a:lnTo>
                      <a:pt x="132" y="30"/>
                    </a:lnTo>
                    <a:lnTo>
                      <a:pt x="138" y="18"/>
                    </a:lnTo>
                    <a:lnTo>
                      <a:pt x="138" y="12"/>
                    </a:lnTo>
                    <a:lnTo>
                      <a:pt x="132" y="6"/>
                    </a:lnTo>
                    <a:lnTo>
                      <a:pt x="114" y="6"/>
                    </a:lnTo>
                    <a:lnTo>
                      <a:pt x="102" y="12"/>
                    </a:lnTo>
                    <a:lnTo>
                      <a:pt x="84" y="12"/>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2" name="Peru" descr="© INSCALE GmbH, 05.05.2010&#10;http://www.presentationload.com/">
                <a:extLst>
                  <a:ext uri="{FF2B5EF4-FFF2-40B4-BE49-F238E27FC236}">
                    <a16:creationId xmlns:a16="http://schemas.microsoft.com/office/drawing/2014/main" id="{8B3C8892-36A3-E6EA-51BD-11B4A4C155C3}"/>
                  </a:ext>
                </a:extLst>
              </p:cNvPr>
              <p:cNvSpPr>
                <a:spLocks/>
              </p:cNvSpPr>
              <p:nvPr/>
            </p:nvSpPr>
            <p:spPr bwMode="gray">
              <a:xfrm>
                <a:off x="1188" y="2568"/>
                <a:ext cx="239" cy="377"/>
              </a:xfrm>
              <a:custGeom>
                <a:avLst/>
                <a:gdLst>
                  <a:gd name="T0" fmla="*/ 2147483647 w 942"/>
                  <a:gd name="T1" fmla="*/ 2147483647 h 1488"/>
                  <a:gd name="T2" fmla="*/ 2147483647 w 942"/>
                  <a:gd name="T3" fmla="*/ 2147483647 h 1488"/>
                  <a:gd name="T4" fmla="*/ 2147483647 w 942"/>
                  <a:gd name="T5" fmla="*/ 2147483647 h 1488"/>
                  <a:gd name="T6" fmla="*/ 2147483647 w 942"/>
                  <a:gd name="T7" fmla="*/ 2147483647 h 1488"/>
                  <a:gd name="T8" fmla="*/ 2147483647 w 942"/>
                  <a:gd name="T9" fmla="*/ 2147483647 h 1488"/>
                  <a:gd name="T10" fmla="*/ 2147483647 w 942"/>
                  <a:gd name="T11" fmla="*/ 2147483647 h 1488"/>
                  <a:gd name="T12" fmla="*/ 2147483647 w 942"/>
                  <a:gd name="T13" fmla="*/ 2147483647 h 1488"/>
                  <a:gd name="T14" fmla="*/ 2147483647 w 942"/>
                  <a:gd name="T15" fmla="*/ 2147483647 h 1488"/>
                  <a:gd name="T16" fmla="*/ 2147483647 w 942"/>
                  <a:gd name="T17" fmla="*/ 2147483647 h 1488"/>
                  <a:gd name="T18" fmla="*/ 2147483647 w 942"/>
                  <a:gd name="T19" fmla="*/ 2147483647 h 1488"/>
                  <a:gd name="T20" fmla="*/ 2147483647 w 942"/>
                  <a:gd name="T21" fmla="*/ 2147483647 h 1488"/>
                  <a:gd name="T22" fmla="*/ 2147483647 w 942"/>
                  <a:gd name="T23" fmla="*/ 2147483647 h 1488"/>
                  <a:gd name="T24" fmla="*/ 2147483647 w 942"/>
                  <a:gd name="T25" fmla="*/ 2147483647 h 1488"/>
                  <a:gd name="T26" fmla="*/ 2147483647 w 942"/>
                  <a:gd name="T27" fmla="*/ 2147483647 h 1488"/>
                  <a:gd name="T28" fmla="*/ 2147483647 w 942"/>
                  <a:gd name="T29" fmla="*/ 2147483647 h 1488"/>
                  <a:gd name="T30" fmla="*/ 2147483647 w 942"/>
                  <a:gd name="T31" fmla="*/ 2147483647 h 1488"/>
                  <a:gd name="T32" fmla="*/ 2147483647 w 942"/>
                  <a:gd name="T33" fmla="*/ 2147483647 h 1488"/>
                  <a:gd name="T34" fmla="*/ 2147483647 w 942"/>
                  <a:gd name="T35" fmla="*/ 2147483647 h 1488"/>
                  <a:gd name="T36" fmla="*/ 2147483647 w 942"/>
                  <a:gd name="T37" fmla="*/ 2147483647 h 1488"/>
                  <a:gd name="T38" fmla="*/ 2147483647 w 942"/>
                  <a:gd name="T39" fmla="*/ 2147483647 h 1488"/>
                  <a:gd name="T40" fmla="*/ 2147483647 w 942"/>
                  <a:gd name="T41" fmla="*/ 2147483647 h 1488"/>
                  <a:gd name="T42" fmla="*/ 2147483647 w 942"/>
                  <a:gd name="T43" fmla="*/ 2147483647 h 1488"/>
                  <a:gd name="T44" fmla="*/ 2147483647 w 942"/>
                  <a:gd name="T45" fmla="*/ 2147483647 h 1488"/>
                  <a:gd name="T46" fmla="*/ 2147483647 w 942"/>
                  <a:gd name="T47" fmla="*/ 2147483647 h 1488"/>
                  <a:gd name="T48" fmla="*/ 2147483647 w 942"/>
                  <a:gd name="T49" fmla="*/ 2147483647 h 1488"/>
                  <a:gd name="T50" fmla="*/ 2147483647 w 942"/>
                  <a:gd name="T51" fmla="*/ 2147483647 h 1488"/>
                  <a:gd name="T52" fmla="*/ 2147483647 w 942"/>
                  <a:gd name="T53" fmla="*/ 2147483647 h 1488"/>
                  <a:gd name="T54" fmla="*/ 2147483647 w 942"/>
                  <a:gd name="T55" fmla="*/ 2147483647 h 1488"/>
                  <a:gd name="T56" fmla="*/ 2147483647 w 942"/>
                  <a:gd name="T57" fmla="*/ 2147483647 h 1488"/>
                  <a:gd name="T58" fmla="*/ 2147483647 w 942"/>
                  <a:gd name="T59" fmla="*/ 2147483647 h 1488"/>
                  <a:gd name="T60" fmla="*/ 2147483647 w 942"/>
                  <a:gd name="T61" fmla="*/ 2147483647 h 1488"/>
                  <a:gd name="T62" fmla="*/ 2147483647 w 942"/>
                  <a:gd name="T63" fmla="*/ 0 h 1488"/>
                  <a:gd name="T64" fmla="*/ 2147483647 w 942"/>
                  <a:gd name="T65" fmla="*/ 2147483647 h 1488"/>
                  <a:gd name="T66" fmla="*/ 2147483647 w 942"/>
                  <a:gd name="T67" fmla="*/ 2147483647 h 1488"/>
                  <a:gd name="T68" fmla="*/ 2147483647 w 942"/>
                  <a:gd name="T69" fmla="*/ 2147483647 h 1488"/>
                  <a:gd name="T70" fmla="*/ 2147483647 w 942"/>
                  <a:gd name="T71" fmla="*/ 2147483647 h 1488"/>
                  <a:gd name="T72" fmla="*/ 2147483647 w 942"/>
                  <a:gd name="T73" fmla="*/ 2147483647 h 1488"/>
                  <a:gd name="T74" fmla="*/ 2147483647 w 942"/>
                  <a:gd name="T75" fmla="*/ 2147483647 h 1488"/>
                  <a:gd name="T76" fmla="*/ 2147483647 w 942"/>
                  <a:gd name="T77" fmla="*/ 2147483647 h 1488"/>
                  <a:gd name="T78" fmla="*/ 2147483647 w 942"/>
                  <a:gd name="T79" fmla="*/ 2147483647 h 1488"/>
                  <a:gd name="T80" fmla="*/ 2147483647 w 942"/>
                  <a:gd name="T81" fmla="*/ 2147483647 h 1488"/>
                  <a:gd name="T82" fmla="*/ 2147483647 w 942"/>
                  <a:gd name="T83" fmla="*/ 2147483647 h 1488"/>
                  <a:gd name="T84" fmla="*/ 0 w 942"/>
                  <a:gd name="T85" fmla="*/ 2147483647 h 1488"/>
                  <a:gd name="T86" fmla="*/ 2147483647 w 942"/>
                  <a:gd name="T87" fmla="*/ 2147483647 h 1488"/>
                  <a:gd name="T88" fmla="*/ 2147483647 w 942"/>
                  <a:gd name="T89" fmla="*/ 2147483647 h 1488"/>
                  <a:gd name="T90" fmla="*/ 2147483647 w 942"/>
                  <a:gd name="T91" fmla="*/ 2147483647 h 1488"/>
                  <a:gd name="T92" fmla="*/ 2147483647 w 942"/>
                  <a:gd name="T93" fmla="*/ 2147483647 h 1488"/>
                  <a:gd name="T94" fmla="*/ 2147483647 w 942"/>
                  <a:gd name="T95" fmla="*/ 2147483647 h 1488"/>
                  <a:gd name="T96" fmla="*/ 2147483647 w 942"/>
                  <a:gd name="T97" fmla="*/ 2147483647 h 1488"/>
                  <a:gd name="T98" fmla="*/ 2147483647 w 942"/>
                  <a:gd name="T99" fmla="*/ 2147483647 h 1488"/>
                  <a:gd name="T100" fmla="*/ 2147483647 w 942"/>
                  <a:gd name="T101" fmla="*/ 2147483647 h 1488"/>
                  <a:gd name="T102" fmla="*/ 2147483647 w 942"/>
                  <a:gd name="T103" fmla="*/ 2147483647 h 1488"/>
                  <a:gd name="T104" fmla="*/ 2147483647 w 942"/>
                  <a:gd name="T105" fmla="*/ 2147483647 h 1488"/>
                  <a:gd name="T106" fmla="*/ 2147483647 w 942"/>
                  <a:gd name="T107" fmla="*/ 2147483647 h 1488"/>
                  <a:gd name="T108" fmla="*/ 2147483647 w 942"/>
                  <a:gd name="T109" fmla="*/ 2147483647 h 1488"/>
                  <a:gd name="T110" fmla="*/ 2147483647 w 942"/>
                  <a:gd name="T111" fmla="*/ 2147483647 h 1488"/>
                  <a:gd name="T112" fmla="*/ 2147483647 w 942"/>
                  <a:gd name="T113" fmla="*/ 2147483647 h 1488"/>
                  <a:gd name="T114" fmla="*/ 2147483647 w 942"/>
                  <a:gd name="T115" fmla="*/ 2147483647 h 1488"/>
                  <a:gd name="T116" fmla="*/ 2147483647 w 942"/>
                  <a:gd name="T117" fmla="*/ 2147483647 h 1488"/>
                  <a:gd name="T118" fmla="*/ 2147483647 w 942"/>
                  <a:gd name="T119" fmla="*/ 2147483647 h 1488"/>
                  <a:gd name="T120" fmla="*/ 2147483647 w 942"/>
                  <a:gd name="T121" fmla="*/ 2147483647 h 148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942"/>
                  <a:gd name="T184" fmla="*/ 0 h 1488"/>
                  <a:gd name="T185" fmla="*/ 942 w 942"/>
                  <a:gd name="T186" fmla="*/ 1488 h 148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942" h="1488">
                    <a:moveTo>
                      <a:pt x="930" y="1320"/>
                    </a:moveTo>
                    <a:lnTo>
                      <a:pt x="924" y="1314"/>
                    </a:lnTo>
                    <a:lnTo>
                      <a:pt x="912" y="1308"/>
                    </a:lnTo>
                    <a:lnTo>
                      <a:pt x="888" y="1284"/>
                    </a:lnTo>
                    <a:lnTo>
                      <a:pt x="864" y="1284"/>
                    </a:lnTo>
                    <a:lnTo>
                      <a:pt x="858" y="1278"/>
                    </a:lnTo>
                    <a:lnTo>
                      <a:pt x="870" y="1260"/>
                    </a:lnTo>
                    <a:lnTo>
                      <a:pt x="870" y="1230"/>
                    </a:lnTo>
                    <a:lnTo>
                      <a:pt x="882" y="1230"/>
                    </a:lnTo>
                    <a:lnTo>
                      <a:pt x="906" y="1254"/>
                    </a:lnTo>
                    <a:lnTo>
                      <a:pt x="918" y="1236"/>
                    </a:lnTo>
                    <a:lnTo>
                      <a:pt x="918" y="1230"/>
                    </a:lnTo>
                    <a:lnTo>
                      <a:pt x="912" y="1224"/>
                    </a:lnTo>
                    <a:lnTo>
                      <a:pt x="906" y="1212"/>
                    </a:lnTo>
                    <a:lnTo>
                      <a:pt x="900" y="1194"/>
                    </a:lnTo>
                    <a:lnTo>
                      <a:pt x="912" y="1170"/>
                    </a:lnTo>
                    <a:lnTo>
                      <a:pt x="924" y="1158"/>
                    </a:lnTo>
                    <a:lnTo>
                      <a:pt x="930" y="1146"/>
                    </a:lnTo>
                    <a:lnTo>
                      <a:pt x="930" y="1140"/>
                    </a:lnTo>
                    <a:lnTo>
                      <a:pt x="924" y="1128"/>
                    </a:lnTo>
                    <a:lnTo>
                      <a:pt x="912" y="1116"/>
                    </a:lnTo>
                    <a:lnTo>
                      <a:pt x="906" y="1116"/>
                    </a:lnTo>
                    <a:lnTo>
                      <a:pt x="924" y="1086"/>
                    </a:lnTo>
                    <a:lnTo>
                      <a:pt x="912" y="1038"/>
                    </a:lnTo>
                    <a:lnTo>
                      <a:pt x="918" y="1032"/>
                    </a:lnTo>
                    <a:lnTo>
                      <a:pt x="924" y="1020"/>
                    </a:lnTo>
                    <a:lnTo>
                      <a:pt x="930" y="1014"/>
                    </a:lnTo>
                    <a:lnTo>
                      <a:pt x="930" y="1002"/>
                    </a:lnTo>
                    <a:lnTo>
                      <a:pt x="918" y="978"/>
                    </a:lnTo>
                    <a:lnTo>
                      <a:pt x="906" y="960"/>
                    </a:lnTo>
                    <a:lnTo>
                      <a:pt x="894" y="948"/>
                    </a:lnTo>
                    <a:lnTo>
                      <a:pt x="882" y="930"/>
                    </a:lnTo>
                    <a:lnTo>
                      <a:pt x="870" y="918"/>
                    </a:lnTo>
                    <a:lnTo>
                      <a:pt x="864" y="900"/>
                    </a:lnTo>
                    <a:lnTo>
                      <a:pt x="864" y="882"/>
                    </a:lnTo>
                    <a:lnTo>
                      <a:pt x="828" y="882"/>
                    </a:lnTo>
                    <a:lnTo>
                      <a:pt x="822" y="888"/>
                    </a:lnTo>
                    <a:lnTo>
                      <a:pt x="816" y="888"/>
                    </a:lnTo>
                    <a:lnTo>
                      <a:pt x="816" y="894"/>
                    </a:lnTo>
                    <a:lnTo>
                      <a:pt x="804" y="894"/>
                    </a:lnTo>
                    <a:lnTo>
                      <a:pt x="798" y="888"/>
                    </a:lnTo>
                    <a:lnTo>
                      <a:pt x="798" y="882"/>
                    </a:lnTo>
                    <a:lnTo>
                      <a:pt x="786" y="888"/>
                    </a:lnTo>
                    <a:lnTo>
                      <a:pt x="786" y="858"/>
                    </a:lnTo>
                    <a:lnTo>
                      <a:pt x="780" y="840"/>
                    </a:lnTo>
                    <a:lnTo>
                      <a:pt x="780" y="828"/>
                    </a:lnTo>
                    <a:lnTo>
                      <a:pt x="786" y="816"/>
                    </a:lnTo>
                    <a:lnTo>
                      <a:pt x="786" y="804"/>
                    </a:lnTo>
                    <a:lnTo>
                      <a:pt x="792" y="798"/>
                    </a:lnTo>
                    <a:lnTo>
                      <a:pt x="792" y="780"/>
                    </a:lnTo>
                    <a:lnTo>
                      <a:pt x="786" y="768"/>
                    </a:lnTo>
                    <a:lnTo>
                      <a:pt x="786" y="756"/>
                    </a:lnTo>
                    <a:lnTo>
                      <a:pt x="732" y="804"/>
                    </a:lnTo>
                    <a:lnTo>
                      <a:pt x="672" y="810"/>
                    </a:lnTo>
                    <a:lnTo>
                      <a:pt x="672" y="804"/>
                    </a:lnTo>
                    <a:lnTo>
                      <a:pt x="666" y="798"/>
                    </a:lnTo>
                    <a:lnTo>
                      <a:pt x="660" y="786"/>
                    </a:lnTo>
                    <a:lnTo>
                      <a:pt x="660" y="774"/>
                    </a:lnTo>
                    <a:lnTo>
                      <a:pt x="654" y="768"/>
                    </a:lnTo>
                    <a:lnTo>
                      <a:pt x="648" y="768"/>
                    </a:lnTo>
                    <a:lnTo>
                      <a:pt x="636" y="762"/>
                    </a:lnTo>
                    <a:lnTo>
                      <a:pt x="594" y="762"/>
                    </a:lnTo>
                    <a:lnTo>
                      <a:pt x="600" y="756"/>
                    </a:lnTo>
                    <a:lnTo>
                      <a:pt x="612" y="750"/>
                    </a:lnTo>
                    <a:lnTo>
                      <a:pt x="618" y="738"/>
                    </a:lnTo>
                    <a:lnTo>
                      <a:pt x="624" y="732"/>
                    </a:lnTo>
                    <a:lnTo>
                      <a:pt x="600" y="708"/>
                    </a:lnTo>
                    <a:lnTo>
                      <a:pt x="588" y="702"/>
                    </a:lnTo>
                    <a:lnTo>
                      <a:pt x="576" y="690"/>
                    </a:lnTo>
                    <a:lnTo>
                      <a:pt x="564" y="666"/>
                    </a:lnTo>
                    <a:lnTo>
                      <a:pt x="558" y="660"/>
                    </a:lnTo>
                    <a:lnTo>
                      <a:pt x="558" y="654"/>
                    </a:lnTo>
                    <a:lnTo>
                      <a:pt x="552" y="630"/>
                    </a:lnTo>
                    <a:lnTo>
                      <a:pt x="540" y="624"/>
                    </a:lnTo>
                    <a:lnTo>
                      <a:pt x="534" y="618"/>
                    </a:lnTo>
                    <a:lnTo>
                      <a:pt x="534" y="606"/>
                    </a:lnTo>
                    <a:lnTo>
                      <a:pt x="540" y="600"/>
                    </a:lnTo>
                    <a:lnTo>
                      <a:pt x="552" y="594"/>
                    </a:lnTo>
                    <a:lnTo>
                      <a:pt x="546" y="588"/>
                    </a:lnTo>
                    <a:lnTo>
                      <a:pt x="546" y="564"/>
                    </a:lnTo>
                    <a:lnTo>
                      <a:pt x="552" y="552"/>
                    </a:lnTo>
                    <a:lnTo>
                      <a:pt x="582" y="522"/>
                    </a:lnTo>
                    <a:lnTo>
                      <a:pt x="588" y="528"/>
                    </a:lnTo>
                    <a:lnTo>
                      <a:pt x="594" y="528"/>
                    </a:lnTo>
                    <a:lnTo>
                      <a:pt x="588" y="522"/>
                    </a:lnTo>
                    <a:lnTo>
                      <a:pt x="588" y="504"/>
                    </a:lnTo>
                    <a:lnTo>
                      <a:pt x="582" y="498"/>
                    </a:lnTo>
                    <a:lnTo>
                      <a:pt x="582" y="486"/>
                    </a:lnTo>
                    <a:lnTo>
                      <a:pt x="600" y="468"/>
                    </a:lnTo>
                    <a:lnTo>
                      <a:pt x="600" y="414"/>
                    </a:lnTo>
                    <a:lnTo>
                      <a:pt x="624" y="414"/>
                    </a:lnTo>
                    <a:lnTo>
                      <a:pt x="624" y="408"/>
                    </a:lnTo>
                    <a:lnTo>
                      <a:pt x="630" y="402"/>
                    </a:lnTo>
                    <a:lnTo>
                      <a:pt x="630" y="396"/>
                    </a:lnTo>
                    <a:lnTo>
                      <a:pt x="642" y="384"/>
                    </a:lnTo>
                    <a:lnTo>
                      <a:pt x="654" y="378"/>
                    </a:lnTo>
                    <a:lnTo>
                      <a:pt x="660" y="372"/>
                    </a:lnTo>
                    <a:lnTo>
                      <a:pt x="672" y="366"/>
                    </a:lnTo>
                    <a:lnTo>
                      <a:pt x="702" y="366"/>
                    </a:lnTo>
                    <a:lnTo>
                      <a:pt x="708" y="354"/>
                    </a:lnTo>
                    <a:lnTo>
                      <a:pt x="738" y="360"/>
                    </a:lnTo>
                    <a:lnTo>
                      <a:pt x="744" y="354"/>
                    </a:lnTo>
                    <a:lnTo>
                      <a:pt x="750" y="342"/>
                    </a:lnTo>
                    <a:lnTo>
                      <a:pt x="756" y="336"/>
                    </a:lnTo>
                    <a:lnTo>
                      <a:pt x="774" y="336"/>
                    </a:lnTo>
                    <a:lnTo>
                      <a:pt x="786" y="348"/>
                    </a:lnTo>
                    <a:lnTo>
                      <a:pt x="786" y="354"/>
                    </a:lnTo>
                    <a:lnTo>
                      <a:pt x="804" y="354"/>
                    </a:lnTo>
                    <a:lnTo>
                      <a:pt x="816" y="342"/>
                    </a:lnTo>
                    <a:lnTo>
                      <a:pt x="798" y="330"/>
                    </a:lnTo>
                    <a:lnTo>
                      <a:pt x="786" y="312"/>
                    </a:lnTo>
                    <a:lnTo>
                      <a:pt x="768" y="312"/>
                    </a:lnTo>
                    <a:lnTo>
                      <a:pt x="762" y="306"/>
                    </a:lnTo>
                    <a:lnTo>
                      <a:pt x="762" y="288"/>
                    </a:lnTo>
                    <a:lnTo>
                      <a:pt x="774" y="264"/>
                    </a:lnTo>
                    <a:lnTo>
                      <a:pt x="774" y="258"/>
                    </a:lnTo>
                    <a:lnTo>
                      <a:pt x="780" y="252"/>
                    </a:lnTo>
                    <a:lnTo>
                      <a:pt x="786" y="252"/>
                    </a:lnTo>
                    <a:lnTo>
                      <a:pt x="792" y="246"/>
                    </a:lnTo>
                    <a:lnTo>
                      <a:pt x="798" y="234"/>
                    </a:lnTo>
                    <a:lnTo>
                      <a:pt x="798" y="216"/>
                    </a:lnTo>
                    <a:lnTo>
                      <a:pt x="792" y="210"/>
                    </a:lnTo>
                    <a:lnTo>
                      <a:pt x="780" y="204"/>
                    </a:lnTo>
                    <a:lnTo>
                      <a:pt x="756" y="204"/>
                    </a:lnTo>
                    <a:lnTo>
                      <a:pt x="750" y="198"/>
                    </a:lnTo>
                    <a:lnTo>
                      <a:pt x="744" y="186"/>
                    </a:lnTo>
                    <a:lnTo>
                      <a:pt x="744" y="180"/>
                    </a:lnTo>
                    <a:lnTo>
                      <a:pt x="732" y="180"/>
                    </a:lnTo>
                    <a:lnTo>
                      <a:pt x="726" y="186"/>
                    </a:lnTo>
                    <a:lnTo>
                      <a:pt x="714" y="192"/>
                    </a:lnTo>
                    <a:lnTo>
                      <a:pt x="702" y="192"/>
                    </a:lnTo>
                    <a:lnTo>
                      <a:pt x="696" y="186"/>
                    </a:lnTo>
                    <a:lnTo>
                      <a:pt x="690" y="186"/>
                    </a:lnTo>
                    <a:lnTo>
                      <a:pt x="684" y="180"/>
                    </a:lnTo>
                    <a:lnTo>
                      <a:pt x="660" y="180"/>
                    </a:lnTo>
                    <a:lnTo>
                      <a:pt x="648" y="192"/>
                    </a:lnTo>
                    <a:lnTo>
                      <a:pt x="648" y="204"/>
                    </a:lnTo>
                    <a:lnTo>
                      <a:pt x="612" y="204"/>
                    </a:lnTo>
                    <a:lnTo>
                      <a:pt x="588" y="198"/>
                    </a:lnTo>
                    <a:lnTo>
                      <a:pt x="576" y="192"/>
                    </a:lnTo>
                    <a:lnTo>
                      <a:pt x="576" y="168"/>
                    </a:lnTo>
                    <a:lnTo>
                      <a:pt x="582" y="162"/>
                    </a:lnTo>
                    <a:lnTo>
                      <a:pt x="582" y="156"/>
                    </a:lnTo>
                    <a:lnTo>
                      <a:pt x="576" y="150"/>
                    </a:lnTo>
                    <a:lnTo>
                      <a:pt x="564" y="144"/>
                    </a:lnTo>
                    <a:lnTo>
                      <a:pt x="552" y="144"/>
                    </a:lnTo>
                    <a:lnTo>
                      <a:pt x="552" y="138"/>
                    </a:lnTo>
                    <a:lnTo>
                      <a:pt x="546" y="132"/>
                    </a:lnTo>
                    <a:lnTo>
                      <a:pt x="546" y="108"/>
                    </a:lnTo>
                    <a:lnTo>
                      <a:pt x="540" y="102"/>
                    </a:lnTo>
                    <a:lnTo>
                      <a:pt x="528" y="102"/>
                    </a:lnTo>
                    <a:lnTo>
                      <a:pt x="516" y="84"/>
                    </a:lnTo>
                    <a:lnTo>
                      <a:pt x="498" y="84"/>
                    </a:lnTo>
                    <a:lnTo>
                      <a:pt x="486" y="48"/>
                    </a:lnTo>
                    <a:lnTo>
                      <a:pt x="480" y="42"/>
                    </a:lnTo>
                    <a:lnTo>
                      <a:pt x="468" y="36"/>
                    </a:lnTo>
                    <a:lnTo>
                      <a:pt x="450" y="18"/>
                    </a:lnTo>
                    <a:lnTo>
                      <a:pt x="438" y="12"/>
                    </a:lnTo>
                    <a:lnTo>
                      <a:pt x="426" y="0"/>
                    </a:lnTo>
                    <a:lnTo>
                      <a:pt x="396" y="0"/>
                    </a:lnTo>
                    <a:lnTo>
                      <a:pt x="414" y="0"/>
                    </a:lnTo>
                    <a:lnTo>
                      <a:pt x="414" y="24"/>
                    </a:lnTo>
                    <a:lnTo>
                      <a:pt x="408" y="24"/>
                    </a:lnTo>
                    <a:lnTo>
                      <a:pt x="408" y="30"/>
                    </a:lnTo>
                    <a:lnTo>
                      <a:pt x="402" y="30"/>
                    </a:lnTo>
                    <a:lnTo>
                      <a:pt x="426" y="48"/>
                    </a:lnTo>
                    <a:lnTo>
                      <a:pt x="426" y="78"/>
                    </a:lnTo>
                    <a:lnTo>
                      <a:pt x="414" y="84"/>
                    </a:lnTo>
                    <a:lnTo>
                      <a:pt x="402" y="126"/>
                    </a:lnTo>
                    <a:lnTo>
                      <a:pt x="396" y="138"/>
                    </a:lnTo>
                    <a:lnTo>
                      <a:pt x="384" y="150"/>
                    </a:lnTo>
                    <a:lnTo>
                      <a:pt x="378" y="162"/>
                    </a:lnTo>
                    <a:lnTo>
                      <a:pt x="366" y="174"/>
                    </a:lnTo>
                    <a:lnTo>
                      <a:pt x="354" y="192"/>
                    </a:lnTo>
                    <a:lnTo>
                      <a:pt x="336" y="204"/>
                    </a:lnTo>
                    <a:lnTo>
                      <a:pt x="276" y="234"/>
                    </a:lnTo>
                    <a:lnTo>
                      <a:pt x="258" y="240"/>
                    </a:lnTo>
                    <a:lnTo>
                      <a:pt x="240" y="252"/>
                    </a:lnTo>
                    <a:lnTo>
                      <a:pt x="222" y="270"/>
                    </a:lnTo>
                    <a:lnTo>
                      <a:pt x="222" y="276"/>
                    </a:lnTo>
                    <a:lnTo>
                      <a:pt x="210" y="282"/>
                    </a:lnTo>
                    <a:lnTo>
                      <a:pt x="210" y="300"/>
                    </a:lnTo>
                    <a:lnTo>
                      <a:pt x="198" y="312"/>
                    </a:lnTo>
                    <a:lnTo>
                      <a:pt x="198" y="336"/>
                    </a:lnTo>
                    <a:lnTo>
                      <a:pt x="192" y="348"/>
                    </a:lnTo>
                    <a:lnTo>
                      <a:pt x="192" y="378"/>
                    </a:lnTo>
                    <a:lnTo>
                      <a:pt x="174" y="378"/>
                    </a:lnTo>
                    <a:lnTo>
                      <a:pt x="168" y="384"/>
                    </a:lnTo>
                    <a:lnTo>
                      <a:pt x="168" y="390"/>
                    </a:lnTo>
                    <a:lnTo>
                      <a:pt x="162" y="396"/>
                    </a:lnTo>
                    <a:lnTo>
                      <a:pt x="162" y="402"/>
                    </a:lnTo>
                    <a:lnTo>
                      <a:pt x="144" y="402"/>
                    </a:lnTo>
                    <a:lnTo>
                      <a:pt x="138" y="390"/>
                    </a:lnTo>
                    <a:lnTo>
                      <a:pt x="138" y="372"/>
                    </a:lnTo>
                    <a:lnTo>
                      <a:pt x="132" y="366"/>
                    </a:lnTo>
                    <a:lnTo>
                      <a:pt x="132" y="360"/>
                    </a:lnTo>
                    <a:lnTo>
                      <a:pt x="102" y="360"/>
                    </a:lnTo>
                    <a:lnTo>
                      <a:pt x="90" y="348"/>
                    </a:lnTo>
                    <a:lnTo>
                      <a:pt x="78" y="360"/>
                    </a:lnTo>
                    <a:lnTo>
                      <a:pt x="66" y="366"/>
                    </a:lnTo>
                    <a:lnTo>
                      <a:pt x="60" y="366"/>
                    </a:lnTo>
                    <a:lnTo>
                      <a:pt x="54" y="360"/>
                    </a:lnTo>
                    <a:lnTo>
                      <a:pt x="66" y="348"/>
                    </a:lnTo>
                    <a:lnTo>
                      <a:pt x="54" y="336"/>
                    </a:lnTo>
                    <a:lnTo>
                      <a:pt x="60" y="330"/>
                    </a:lnTo>
                    <a:lnTo>
                      <a:pt x="66" y="318"/>
                    </a:lnTo>
                    <a:lnTo>
                      <a:pt x="78" y="312"/>
                    </a:lnTo>
                    <a:lnTo>
                      <a:pt x="84" y="300"/>
                    </a:lnTo>
                    <a:lnTo>
                      <a:pt x="90" y="294"/>
                    </a:lnTo>
                    <a:lnTo>
                      <a:pt x="90" y="288"/>
                    </a:lnTo>
                    <a:lnTo>
                      <a:pt x="84" y="288"/>
                    </a:lnTo>
                    <a:lnTo>
                      <a:pt x="72" y="282"/>
                    </a:lnTo>
                    <a:lnTo>
                      <a:pt x="66" y="282"/>
                    </a:lnTo>
                    <a:lnTo>
                      <a:pt x="6" y="342"/>
                    </a:lnTo>
                    <a:lnTo>
                      <a:pt x="0" y="354"/>
                    </a:lnTo>
                    <a:lnTo>
                      <a:pt x="0" y="390"/>
                    </a:lnTo>
                    <a:lnTo>
                      <a:pt x="6" y="396"/>
                    </a:lnTo>
                    <a:lnTo>
                      <a:pt x="18" y="396"/>
                    </a:lnTo>
                    <a:lnTo>
                      <a:pt x="12" y="420"/>
                    </a:lnTo>
                    <a:lnTo>
                      <a:pt x="36" y="444"/>
                    </a:lnTo>
                    <a:lnTo>
                      <a:pt x="36" y="462"/>
                    </a:lnTo>
                    <a:lnTo>
                      <a:pt x="12" y="486"/>
                    </a:lnTo>
                    <a:lnTo>
                      <a:pt x="12" y="492"/>
                    </a:lnTo>
                    <a:lnTo>
                      <a:pt x="18" y="504"/>
                    </a:lnTo>
                    <a:lnTo>
                      <a:pt x="24" y="510"/>
                    </a:lnTo>
                    <a:lnTo>
                      <a:pt x="36" y="516"/>
                    </a:lnTo>
                    <a:lnTo>
                      <a:pt x="54" y="522"/>
                    </a:lnTo>
                    <a:lnTo>
                      <a:pt x="66" y="522"/>
                    </a:lnTo>
                    <a:lnTo>
                      <a:pt x="108" y="564"/>
                    </a:lnTo>
                    <a:lnTo>
                      <a:pt x="114" y="576"/>
                    </a:lnTo>
                    <a:lnTo>
                      <a:pt x="132" y="594"/>
                    </a:lnTo>
                    <a:lnTo>
                      <a:pt x="138" y="612"/>
                    </a:lnTo>
                    <a:lnTo>
                      <a:pt x="144" y="624"/>
                    </a:lnTo>
                    <a:lnTo>
                      <a:pt x="144" y="642"/>
                    </a:lnTo>
                    <a:lnTo>
                      <a:pt x="150" y="648"/>
                    </a:lnTo>
                    <a:lnTo>
                      <a:pt x="156" y="660"/>
                    </a:lnTo>
                    <a:lnTo>
                      <a:pt x="168" y="666"/>
                    </a:lnTo>
                    <a:lnTo>
                      <a:pt x="174" y="678"/>
                    </a:lnTo>
                    <a:lnTo>
                      <a:pt x="192" y="696"/>
                    </a:lnTo>
                    <a:lnTo>
                      <a:pt x="204" y="720"/>
                    </a:lnTo>
                    <a:lnTo>
                      <a:pt x="216" y="732"/>
                    </a:lnTo>
                    <a:lnTo>
                      <a:pt x="222" y="744"/>
                    </a:lnTo>
                    <a:lnTo>
                      <a:pt x="234" y="762"/>
                    </a:lnTo>
                    <a:lnTo>
                      <a:pt x="240" y="768"/>
                    </a:lnTo>
                    <a:lnTo>
                      <a:pt x="246" y="780"/>
                    </a:lnTo>
                    <a:lnTo>
                      <a:pt x="252" y="822"/>
                    </a:lnTo>
                    <a:lnTo>
                      <a:pt x="252" y="828"/>
                    </a:lnTo>
                    <a:lnTo>
                      <a:pt x="258" y="834"/>
                    </a:lnTo>
                    <a:lnTo>
                      <a:pt x="264" y="846"/>
                    </a:lnTo>
                    <a:lnTo>
                      <a:pt x="270" y="864"/>
                    </a:lnTo>
                    <a:lnTo>
                      <a:pt x="282" y="876"/>
                    </a:lnTo>
                    <a:lnTo>
                      <a:pt x="288" y="894"/>
                    </a:lnTo>
                    <a:lnTo>
                      <a:pt x="294" y="906"/>
                    </a:lnTo>
                    <a:lnTo>
                      <a:pt x="294" y="918"/>
                    </a:lnTo>
                    <a:lnTo>
                      <a:pt x="300" y="924"/>
                    </a:lnTo>
                    <a:lnTo>
                      <a:pt x="312" y="924"/>
                    </a:lnTo>
                    <a:lnTo>
                      <a:pt x="324" y="936"/>
                    </a:lnTo>
                    <a:lnTo>
                      <a:pt x="324" y="948"/>
                    </a:lnTo>
                    <a:lnTo>
                      <a:pt x="330" y="954"/>
                    </a:lnTo>
                    <a:lnTo>
                      <a:pt x="330" y="966"/>
                    </a:lnTo>
                    <a:lnTo>
                      <a:pt x="336" y="984"/>
                    </a:lnTo>
                    <a:lnTo>
                      <a:pt x="360" y="1014"/>
                    </a:lnTo>
                    <a:lnTo>
                      <a:pt x="378" y="1050"/>
                    </a:lnTo>
                    <a:lnTo>
                      <a:pt x="396" y="1074"/>
                    </a:lnTo>
                    <a:lnTo>
                      <a:pt x="402" y="1086"/>
                    </a:lnTo>
                    <a:lnTo>
                      <a:pt x="408" y="1104"/>
                    </a:lnTo>
                    <a:lnTo>
                      <a:pt x="408" y="1116"/>
                    </a:lnTo>
                    <a:lnTo>
                      <a:pt x="402" y="1128"/>
                    </a:lnTo>
                    <a:lnTo>
                      <a:pt x="402" y="1146"/>
                    </a:lnTo>
                    <a:lnTo>
                      <a:pt x="414" y="1158"/>
                    </a:lnTo>
                    <a:lnTo>
                      <a:pt x="420" y="1170"/>
                    </a:lnTo>
                    <a:lnTo>
                      <a:pt x="444" y="1194"/>
                    </a:lnTo>
                    <a:lnTo>
                      <a:pt x="456" y="1200"/>
                    </a:lnTo>
                    <a:lnTo>
                      <a:pt x="468" y="1212"/>
                    </a:lnTo>
                    <a:lnTo>
                      <a:pt x="474" y="1224"/>
                    </a:lnTo>
                    <a:lnTo>
                      <a:pt x="498" y="1248"/>
                    </a:lnTo>
                    <a:lnTo>
                      <a:pt x="516" y="1260"/>
                    </a:lnTo>
                    <a:lnTo>
                      <a:pt x="546" y="1278"/>
                    </a:lnTo>
                    <a:lnTo>
                      <a:pt x="576" y="1290"/>
                    </a:lnTo>
                    <a:lnTo>
                      <a:pt x="600" y="1302"/>
                    </a:lnTo>
                    <a:lnTo>
                      <a:pt x="642" y="1320"/>
                    </a:lnTo>
                    <a:lnTo>
                      <a:pt x="696" y="1350"/>
                    </a:lnTo>
                    <a:lnTo>
                      <a:pt x="708" y="1362"/>
                    </a:lnTo>
                    <a:lnTo>
                      <a:pt x="726" y="1374"/>
                    </a:lnTo>
                    <a:lnTo>
                      <a:pt x="738" y="1380"/>
                    </a:lnTo>
                    <a:lnTo>
                      <a:pt x="750" y="1392"/>
                    </a:lnTo>
                    <a:lnTo>
                      <a:pt x="774" y="1404"/>
                    </a:lnTo>
                    <a:lnTo>
                      <a:pt x="780" y="1428"/>
                    </a:lnTo>
                    <a:lnTo>
                      <a:pt x="792" y="1434"/>
                    </a:lnTo>
                    <a:lnTo>
                      <a:pt x="798" y="1446"/>
                    </a:lnTo>
                    <a:lnTo>
                      <a:pt x="810" y="1452"/>
                    </a:lnTo>
                    <a:lnTo>
                      <a:pt x="816" y="1458"/>
                    </a:lnTo>
                    <a:lnTo>
                      <a:pt x="840" y="1470"/>
                    </a:lnTo>
                    <a:lnTo>
                      <a:pt x="846" y="1482"/>
                    </a:lnTo>
                    <a:lnTo>
                      <a:pt x="858" y="1488"/>
                    </a:lnTo>
                    <a:lnTo>
                      <a:pt x="894" y="1464"/>
                    </a:lnTo>
                    <a:lnTo>
                      <a:pt x="900" y="1458"/>
                    </a:lnTo>
                    <a:lnTo>
                      <a:pt x="900" y="1440"/>
                    </a:lnTo>
                    <a:lnTo>
                      <a:pt x="894" y="1428"/>
                    </a:lnTo>
                    <a:lnTo>
                      <a:pt x="912" y="1416"/>
                    </a:lnTo>
                    <a:lnTo>
                      <a:pt x="900" y="1392"/>
                    </a:lnTo>
                    <a:lnTo>
                      <a:pt x="918" y="1374"/>
                    </a:lnTo>
                    <a:lnTo>
                      <a:pt x="930" y="1368"/>
                    </a:lnTo>
                    <a:lnTo>
                      <a:pt x="942" y="1344"/>
                    </a:lnTo>
                    <a:lnTo>
                      <a:pt x="942" y="1332"/>
                    </a:lnTo>
                    <a:lnTo>
                      <a:pt x="930" y="1320"/>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3" name="Paraguay" descr="© INSCALE GmbH, 05.05.2010&#10;http://www.presentationload.com/">
                <a:extLst>
                  <a:ext uri="{FF2B5EF4-FFF2-40B4-BE49-F238E27FC236}">
                    <a16:creationId xmlns:a16="http://schemas.microsoft.com/office/drawing/2014/main" id="{CEC206CD-DD72-DF01-C772-486E8AF5BA6D}"/>
                  </a:ext>
                </a:extLst>
              </p:cNvPr>
              <p:cNvSpPr>
                <a:spLocks/>
              </p:cNvSpPr>
              <p:nvPr/>
            </p:nvSpPr>
            <p:spPr bwMode="gray">
              <a:xfrm>
                <a:off x="1553" y="2962"/>
                <a:ext cx="152" cy="172"/>
              </a:xfrm>
              <a:custGeom>
                <a:avLst/>
                <a:gdLst>
                  <a:gd name="T0" fmla="*/ 2147483647 w 600"/>
                  <a:gd name="T1" fmla="*/ 2147483647 h 678"/>
                  <a:gd name="T2" fmla="*/ 2147483647 w 600"/>
                  <a:gd name="T3" fmla="*/ 2147483647 h 678"/>
                  <a:gd name="T4" fmla="*/ 2147483647 w 600"/>
                  <a:gd name="T5" fmla="*/ 2147483647 h 678"/>
                  <a:gd name="T6" fmla="*/ 2147483647 w 600"/>
                  <a:gd name="T7" fmla="*/ 2147483647 h 678"/>
                  <a:gd name="T8" fmla="*/ 2147483647 w 600"/>
                  <a:gd name="T9" fmla="*/ 2147483647 h 678"/>
                  <a:gd name="T10" fmla="*/ 2147483647 w 600"/>
                  <a:gd name="T11" fmla="*/ 2147483647 h 678"/>
                  <a:gd name="T12" fmla="*/ 2147483647 w 600"/>
                  <a:gd name="T13" fmla="*/ 2147483647 h 678"/>
                  <a:gd name="T14" fmla="*/ 2147483647 w 600"/>
                  <a:gd name="T15" fmla="*/ 2147483647 h 678"/>
                  <a:gd name="T16" fmla="*/ 2147483647 w 600"/>
                  <a:gd name="T17" fmla="*/ 2147483647 h 678"/>
                  <a:gd name="T18" fmla="*/ 2147483647 w 600"/>
                  <a:gd name="T19" fmla="*/ 2147483647 h 678"/>
                  <a:gd name="T20" fmla="*/ 2147483647 w 600"/>
                  <a:gd name="T21" fmla="*/ 2147483647 h 678"/>
                  <a:gd name="T22" fmla="*/ 2147483647 w 600"/>
                  <a:gd name="T23" fmla="*/ 2147483647 h 678"/>
                  <a:gd name="T24" fmla="*/ 2147483647 w 600"/>
                  <a:gd name="T25" fmla="*/ 2147483647 h 678"/>
                  <a:gd name="T26" fmla="*/ 2147483647 w 600"/>
                  <a:gd name="T27" fmla="*/ 2147483647 h 678"/>
                  <a:gd name="T28" fmla="*/ 2147483647 w 600"/>
                  <a:gd name="T29" fmla="*/ 2147483647 h 678"/>
                  <a:gd name="T30" fmla="*/ 2147483647 w 600"/>
                  <a:gd name="T31" fmla="*/ 2147483647 h 678"/>
                  <a:gd name="T32" fmla="*/ 2147483647 w 600"/>
                  <a:gd name="T33" fmla="*/ 2147483647 h 678"/>
                  <a:gd name="T34" fmla="*/ 2147483647 w 600"/>
                  <a:gd name="T35" fmla="*/ 2147483647 h 678"/>
                  <a:gd name="T36" fmla="*/ 2147483647 w 600"/>
                  <a:gd name="T37" fmla="*/ 2147483647 h 678"/>
                  <a:gd name="T38" fmla="*/ 2147483647 w 600"/>
                  <a:gd name="T39" fmla="*/ 2147483647 h 678"/>
                  <a:gd name="T40" fmla="*/ 2147483647 w 600"/>
                  <a:gd name="T41" fmla="*/ 2147483647 h 678"/>
                  <a:gd name="T42" fmla="*/ 2147483647 w 600"/>
                  <a:gd name="T43" fmla="*/ 2147483647 h 678"/>
                  <a:gd name="T44" fmla="*/ 2147483647 w 600"/>
                  <a:gd name="T45" fmla="*/ 2147483647 h 678"/>
                  <a:gd name="T46" fmla="*/ 2147483647 w 600"/>
                  <a:gd name="T47" fmla="*/ 2147483647 h 678"/>
                  <a:gd name="T48" fmla="*/ 2147483647 w 600"/>
                  <a:gd name="T49" fmla="*/ 2147483647 h 678"/>
                  <a:gd name="T50" fmla="*/ 2147483647 w 600"/>
                  <a:gd name="T51" fmla="*/ 2147483647 h 678"/>
                  <a:gd name="T52" fmla="*/ 2147483647 w 600"/>
                  <a:gd name="T53" fmla="*/ 0 h 678"/>
                  <a:gd name="T54" fmla="*/ 2147483647 w 600"/>
                  <a:gd name="T55" fmla="*/ 2147483647 h 678"/>
                  <a:gd name="T56" fmla="*/ 2147483647 w 600"/>
                  <a:gd name="T57" fmla="*/ 2147483647 h 678"/>
                  <a:gd name="T58" fmla="*/ 0 w 600"/>
                  <a:gd name="T59" fmla="*/ 2147483647 h 678"/>
                  <a:gd name="T60" fmla="*/ 2147483647 w 600"/>
                  <a:gd name="T61" fmla="*/ 2147483647 h 678"/>
                  <a:gd name="T62" fmla="*/ 2147483647 w 600"/>
                  <a:gd name="T63" fmla="*/ 2147483647 h 678"/>
                  <a:gd name="T64" fmla="*/ 2147483647 w 600"/>
                  <a:gd name="T65" fmla="*/ 2147483647 h 678"/>
                  <a:gd name="T66" fmla="*/ 2147483647 w 600"/>
                  <a:gd name="T67" fmla="*/ 2147483647 h 678"/>
                  <a:gd name="T68" fmla="*/ 2147483647 w 600"/>
                  <a:gd name="T69" fmla="*/ 2147483647 h 678"/>
                  <a:gd name="T70" fmla="*/ 2147483647 w 600"/>
                  <a:gd name="T71" fmla="*/ 2147483647 h 678"/>
                  <a:gd name="T72" fmla="*/ 2147483647 w 600"/>
                  <a:gd name="T73" fmla="*/ 2147483647 h 678"/>
                  <a:gd name="T74" fmla="*/ 2147483647 w 600"/>
                  <a:gd name="T75" fmla="*/ 2147483647 h 678"/>
                  <a:gd name="T76" fmla="*/ 2147483647 w 600"/>
                  <a:gd name="T77" fmla="*/ 2147483647 h 678"/>
                  <a:gd name="T78" fmla="*/ 2147483647 w 600"/>
                  <a:gd name="T79" fmla="*/ 2147483647 h 678"/>
                  <a:gd name="T80" fmla="*/ 2147483647 w 600"/>
                  <a:gd name="T81" fmla="*/ 2147483647 h 678"/>
                  <a:gd name="T82" fmla="*/ 2147483647 w 600"/>
                  <a:gd name="T83" fmla="*/ 2147483647 h 678"/>
                  <a:gd name="T84" fmla="*/ 2147483647 w 600"/>
                  <a:gd name="T85" fmla="*/ 2147483647 h 678"/>
                  <a:gd name="T86" fmla="*/ 2147483647 w 600"/>
                  <a:gd name="T87" fmla="*/ 2147483647 h 678"/>
                  <a:gd name="T88" fmla="*/ 2147483647 w 600"/>
                  <a:gd name="T89" fmla="*/ 2147483647 h 678"/>
                  <a:gd name="T90" fmla="*/ 2147483647 w 600"/>
                  <a:gd name="T91" fmla="*/ 2147483647 h 678"/>
                  <a:gd name="T92" fmla="*/ 2147483647 w 600"/>
                  <a:gd name="T93" fmla="*/ 2147483647 h 678"/>
                  <a:gd name="T94" fmla="*/ 2147483647 w 600"/>
                  <a:gd name="T95" fmla="*/ 2147483647 h 678"/>
                  <a:gd name="T96" fmla="*/ 2147483647 w 600"/>
                  <a:gd name="T97" fmla="*/ 2147483647 h 678"/>
                  <a:gd name="T98" fmla="*/ 2147483647 w 600"/>
                  <a:gd name="T99" fmla="*/ 2147483647 h 678"/>
                  <a:gd name="T100" fmla="*/ 2147483647 w 600"/>
                  <a:gd name="T101" fmla="*/ 2147483647 h 678"/>
                  <a:gd name="T102" fmla="*/ 2147483647 w 600"/>
                  <a:gd name="T103" fmla="*/ 2147483647 h 678"/>
                  <a:gd name="T104" fmla="*/ 2147483647 w 600"/>
                  <a:gd name="T105" fmla="*/ 2147483647 h 678"/>
                  <a:gd name="T106" fmla="*/ 2147483647 w 600"/>
                  <a:gd name="T107" fmla="*/ 2147483647 h 678"/>
                  <a:gd name="T108" fmla="*/ 2147483647 w 600"/>
                  <a:gd name="T109" fmla="*/ 2147483647 h 678"/>
                  <a:gd name="T110" fmla="*/ 2147483647 w 600"/>
                  <a:gd name="T111" fmla="*/ 2147483647 h 678"/>
                  <a:gd name="T112" fmla="*/ 2147483647 w 600"/>
                  <a:gd name="T113" fmla="*/ 2147483647 h 678"/>
                  <a:gd name="T114" fmla="*/ 2147483647 w 600"/>
                  <a:gd name="T115" fmla="*/ 2147483647 h 678"/>
                  <a:gd name="T116" fmla="*/ 2147483647 w 600"/>
                  <a:gd name="T117" fmla="*/ 2147483647 h 678"/>
                  <a:gd name="T118" fmla="*/ 2147483647 w 600"/>
                  <a:gd name="T119" fmla="*/ 2147483647 h 67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00"/>
                  <a:gd name="T181" fmla="*/ 0 h 678"/>
                  <a:gd name="T182" fmla="*/ 600 w 600"/>
                  <a:gd name="T183" fmla="*/ 678 h 67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00" h="678">
                    <a:moveTo>
                      <a:pt x="480" y="660"/>
                    </a:moveTo>
                    <a:lnTo>
                      <a:pt x="492" y="678"/>
                    </a:lnTo>
                    <a:lnTo>
                      <a:pt x="492" y="660"/>
                    </a:lnTo>
                    <a:lnTo>
                      <a:pt x="498" y="654"/>
                    </a:lnTo>
                    <a:lnTo>
                      <a:pt x="510" y="654"/>
                    </a:lnTo>
                    <a:lnTo>
                      <a:pt x="516" y="660"/>
                    </a:lnTo>
                    <a:lnTo>
                      <a:pt x="516" y="666"/>
                    </a:lnTo>
                    <a:lnTo>
                      <a:pt x="522" y="660"/>
                    </a:lnTo>
                    <a:lnTo>
                      <a:pt x="534" y="636"/>
                    </a:lnTo>
                    <a:lnTo>
                      <a:pt x="546" y="624"/>
                    </a:lnTo>
                    <a:lnTo>
                      <a:pt x="552" y="624"/>
                    </a:lnTo>
                    <a:lnTo>
                      <a:pt x="558" y="618"/>
                    </a:lnTo>
                    <a:lnTo>
                      <a:pt x="570" y="612"/>
                    </a:lnTo>
                    <a:lnTo>
                      <a:pt x="576" y="600"/>
                    </a:lnTo>
                    <a:lnTo>
                      <a:pt x="588" y="594"/>
                    </a:lnTo>
                    <a:lnTo>
                      <a:pt x="588" y="516"/>
                    </a:lnTo>
                    <a:lnTo>
                      <a:pt x="582" y="498"/>
                    </a:lnTo>
                    <a:lnTo>
                      <a:pt x="582" y="486"/>
                    </a:lnTo>
                    <a:lnTo>
                      <a:pt x="588" y="474"/>
                    </a:lnTo>
                    <a:lnTo>
                      <a:pt x="588" y="468"/>
                    </a:lnTo>
                    <a:lnTo>
                      <a:pt x="594" y="462"/>
                    </a:lnTo>
                    <a:lnTo>
                      <a:pt x="594" y="432"/>
                    </a:lnTo>
                    <a:lnTo>
                      <a:pt x="600" y="414"/>
                    </a:lnTo>
                    <a:lnTo>
                      <a:pt x="600" y="396"/>
                    </a:lnTo>
                    <a:lnTo>
                      <a:pt x="594" y="384"/>
                    </a:lnTo>
                    <a:lnTo>
                      <a:pt x="582" y="372"/>
                    </a:lnTo>
                    <a:lnTo>
                      <a:pt x="570" y="366"/>
                    </a:lnTo>
                    <a:lnTo>
                      <a:pt x="558" y="366"/>
                    </a:lnTo>
                    <a:lnTo>
                      <a:pt x="540" y="384"/>
                    </a:lnTo>
                    <a:lnTo>
                      <a:pt x="528" y="384"/>
                    </a:lnTo>
                    <a:lnTo>
                      <a:pt x="516" y="378"/>
                    </a:lnTo>
                    <a:lnTo>
                      <a:pt x="504" y="354"/>
                    </a:lnTo>
                    <a:lnTo>
                      <a:pt x="504" y="336"/>
                    </a:lnTo>
                    <a:lnTo>
                      <a:pt x="498" y="318"/>
                    </a:lnTo>
                    <a:lnTo>
                      <a:pt x="498" y="294"/>
                    </a:lnTo>
                    <a:lnTo>
                      <a:pt x="492" y="276"/>
                    </a:lnTo>
                    <a:lnTo>
                      <a:pt x="492" y="252"/>
                    </a:lnTo>
                    <a:lnTo>
                      <a:pt x="486" y="246"/>
                    </a:lnTo>
                    <a:lnTo>
                      <a:pt x="474" y="240"/>
                    </a:lnTo>
                    <a:lnTo>
                      <a:pt x="402" y="240"/>
                    </a:lnTo>
                    <a:lnTo>
                      <a:pt x="360" y="234"/>
                    </a:lnTo>
                    <a:lnTo>
                      <a:pt x="324" y="222"/>
                    </a:lnTo>
                    <a:lnTo>
                      <a:pt x="318" y="216"/>
                    </a:lnTo>
                    <a:lnTo>
                      <a:pt x="312" y="204"/>
                    </a:lnTo>
                    <a:lnTo>
                      <a:pt x="312" y="162"/>
                    </a:lnTo>
                    <a:lnTo>
                      <a:pt x="318" y="150"/>
                    </a:lnTo>
                    <a:lnTo>
                      <a:pt x="318" y="132"/>
                    </a:lnTo>
                    <a:lnTo>
                      <a:pt x="306" y="132"/>
                    </a:lnTo>
                    <a:lnTo>
                      <a:pt x="306" y="96"/>
                    </a:lnTo>
                    <a:lnTo>
                      <a:pt x="294" y="90"/>
                    </a:lnTo>
                    <a:lnTo>
                      <a:pt x="288" y="84"/>
                    </a:lnTo>
                    <a:lnTo>
                      <a:pt x="288" y="78"/>
                    </a:lnTo>
                    <a:lnTo>
                      <a:pt x="270" y="42"/>
                    </a:lnTo>
                    <a:lnTo>
                      <a:pt x="216" y="0"/>
                    </a:lnTo>
                    <a:lnTo>
                      <a:pt x="138" y="12"/>
                    </a:lnTo>
                    <a:lnTo>
                      <a:pt x="36" y="30"/>
                    </a:lnTo>
                    <a:lnTo>
                      <a:pt x="30" y="60"/>
                    </a:lnTo>
                    <a:lnTo>
                      <a:pt x="18" y="72"/>
                    </a:lnTo>
                    <a:lnTo>
                      <a:pt x="6" y="78"/>
                    </a:lnTo>
                    <a:lnTo>
                      <a:pt x="0" y="84"/>
                    </a:lnTo>
                    <a:lnTo>
                      <a:pt x="0" y="96"/>
                    </a:lnTo>
                    <a:lnTo>
                      <a:pt x="12" y="120"/>
                    </a:lnTo>
                    <a:lnTo>
                      <a:pt x="12" y="126"/>
                    </a:lnTo>
                    <a:lnTo>
                      <a:pt x="18" y="132"/>
                    </a:lnTo>
                    <a:lnTo>
                      <a:pt x="18" y="156"/>
                    </a:lnTo>
                    <a:lnTo>
                      <a:pt x="6" y="228"/>
                    </a:lnTo>
                    <a:lnTo>
                      <a:pt x="6" y="246"/>
                    </a:lnTo>
                    <a:lnTo>
                      <a:pt x="24" y="264"/>
                    </a:lnTo>
                    <a:lnTo>
                      <a:pt x="24" y="270"/>
                    </a:lnTo>
                    <a:lnTo>
                      <a:pt x="30" y="276"/>
                    </a:lnTo>
                    <a:lnTo>
                      <a:pt x="36" y="288"/>
                    </a:lnTo>
                    <a:lnTo>
                      <a:pt x="48" y="294"/>
                    </a:lnTo>
                    <a:lnTo>
                      <a:pt x="54" y="306"/>
                    </a:lnTo>
                    <a:lnTo>
                      <a:pt x="60" y="312"/>
                    </a:lnTo>
                    <a:lnTo>
                      <a:pt x="84" y="324"/>
                    </a:lnTo>
                    <a:lnTo>
                      <a:pt x="102" y="342"/>
                    </a:lnTo>
                    <a:lnTo>
                      <a:pt x="114" y="348"/>
                    </a:lnTo>
                    <a:lnTo>
                      <a:pt x="120" y="366"/>
                    </a:lnTo>
                    <a:lnTo>
                      <a:pt x="126" y="366"/>
                    </a:lnTo>
                    <a:lnTo>
                      <a:pt x="132" y="372"/>
                    </a:lnTo>
                    <a:lnTo>
                      <a:pt x="168" y="390"/>
                    </a:lnTo>
                    <a:lnTo>
                      <a:pt x="198" y="390"/>
                    </a:lnTo>
                    <a:lnTo>
                      <a:pt x="210" y="396"/>
                    </a:lnTo>
                    <a:lnTo>
                      <a:pt x="216" y="402"/>
                    </a:lnTo>
                    <a:lnTo>
                      <a:pt x="228" y="408"/>
                    </a:lnTo>
                    <a:lnTo>
                      <a:pt x="234" y="414"/>
                    </a:lnTo>
                    <a:lnTo>
                      <a:pt x="240" y="414"/>
                    </a:lnTo>
                    <a:lnTo>
                      <a:pt x="246" y="420"/>
                    </a:lnTo>
                    <a:lnTo>
                      <a:pt x="258" y="426"/>
                    </a:lnTo>
                    <a:lnTo>
                      <a:pt x="276" y="438"/>
                    </a:lnTo>
                    <a:lnTo>
                      <a:pt x="312" y="456"/>
                    </a:lnTo>
                    <a:lnTo>
                      <a:pt x="318" y="462"/>
                    </a:lnTo>
                    <a:lnTo>
                      <a:pt x="330" y="462"/>
                    </a:lnTo>
                    <a:lnTo>
                      <a:pt x="342" y="468"/>
                    </a:lnTo>
                    <a:lnTo>
                      <a:pt x="360" y="474"/>
                    </a:lnTo>
                    <a:lnTo>
                      <a:pt x="372" y="480"/>
                    </a:lnTo>
                    <a:lnTo>
                      <a:pt x="378" y="486"/>
                    </a:lnTo>
                    <a:lnTo>
                      <a:pt x="372" y="492"/>
                    </a:lnTo>
                    <a:lnTo>
                      <a:pt x="372" y="504"/>
                    </a:lnTo>
                    <a:lnTo>
                      <a:pt x="366" y="510"/>
                    </a:lnTo>
                    <a:lnTo>
                      <a:pt x="360" y="522"/>
                    </a:lnTo>
                    <a:lnTo>
                      <a:pt x="366" y="528"/>
                    </a:lnTo>
                    <a:lnTo>
                      <a:pt x="372" y="540"/>
                    </a:lnTo>
                    <a:lnTo>
                      <a:pt x="372" y="546"/>
                    </a:lnTo>
                    <a:lnTo>
                      <a:pt x="366" y="552"/>
                    </a:lnTo>
                    <a:lnTo>
                      <a:pt x="348" y="552"/>
                    </a:lnTo>
                    <a:lnTo>
                      <a:pt x="348" y="588"/>
                    </a:lnTo>
                    <a:lnTo>
                      <a:pt x="342" y="594"/>
                    </a:lnTo>
                    <a:lnTo>
                      <a:pt x="336" y="606"/>
                    </a:lnTo>
                    <a:lnTo>
                      <a:pt x="330" y="612"/>
                    </a:lnTo>
                    <a:lnTo>
                      <a:pt x="324" y="624"/>
                    </a:lnTo>
                    <a:lnTo>
                      <a:pt x="324" y="636"/>
                    </a:lnTo>
                    <a:lnTo>
                      <a:pt x="330" y="642"/>
                    </a:lnTo>
                    <a:lnTo>
                      <a:pt x="354" y="642"/>
                    </a:lnTo>
                    <a:lnTo>
                      <a:pt x="366" y="636"/>
                    </a:lnTo>
                    <a:lnTo>
                      <a:pt x="372" y="636"/>
                    </a:lnTo>
                    <a:lnTo>
                      <a:pt x="384" y="642"/>
                    </a:lnTo>
                    <a:lnTo>
                      <a:pt x="390" y="648"/>
                    </a:lnTo>
                    <a:lnTo>
                      <a:pt x="402" y="654"/>
                    </a:lnTo>
                    <a:lnTo>
                      <a:pt x="420" y="660"/>
                    </a:lnTo>
                    <a:lnTo>
                      <a:pt x="480" y="660"/>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4" name="Panama" descr="© INSCALE GmbH, 05.05.2010&#10;http://www.presentationload.com/">
                <a:extLst>
                  <a:ext uri="{FF2B5EF4-FFF2-40B4-BE49-F238E27FC236}">
                    <a16:creationId xmlns:a16="http://schemas.microsoft.com/office/drawing/2014/main" id="{B824DEC6-8787-12A3-D080-B2D8CF46662F}"/>
                  </a:ext>
                </a:extLst>
              </p:cNvPr>
              <p:cNvSpPr>
                <a:spLocks/>
              </p:cNvSpPr>
              <p:nvPr/>
            </p:nvSpPr>
            <p:spPr bwMode="gray">
              <a:xfrm>
                <a:off x="1163" y="2372"/>
                <a:ext cx="103" cy="50"/>
              </a:xfrm>
              <a:custGeom>
                <a:avLst/>
                <a:gdLst>
                  <a:gd name="T0" fmla="*/ 2147483647 w 408"/>
                  <a:gd name="T1" fmla="*/ 2147483647 h 198"/>
                  <a:gd name="T2" fmla="*/ 2147483647 w 408"/>
                  <a:gd name="T3" fmla="*/ 2147483647 h 198"/>
                  <a:gd name="T4" fmla="*/ 2147483647 w 408"/>
                  <a:gd name="T5" fmla="*/ 2147483647 h 198"/>
                  <a:gd name="T6" fmla="*/ 2147483647 w 408"/>
                  <a:gd name="T7" fmla="*/ 2147483647 h 198"/>
                  <a:gd name="T8" fmla="*/ 2147483647 w 408"/>
                  <a:gd name="T9" fmla="*/ 2147483647 h 198"/>
                  <a:gd name="T10" fmla="*/ 2147483647 w 408"/>
                  <a:gd name="T11" fmla="*/ 2147483647 h 198"/>
                  <a:gd name="T12" fmla="*/ 2147483647 w 408"/>
                  <a:gd name="T13" fmla="*/ 2147483647 h 198"/>
                  <a:gd name="T14" fmla="*/ 2147483647 w 408"/>
                  <a:gd name="T15" fmla="*/ 2147483647 h 198"/>
                  <a:gd name="T16" fmla="*/ 2147483647 w 408"/>
                  <a:gd name="T17" fmla="*/ 2147483647 h 198"/>
                  <a:gd name="T18" fmla="*/ 2147483647 w 408"/>
                  <a:gd name="T19" fmla="*/ 2147483647 h 198"/>
                  <a:gd name="T20" fmla="*/ 2147483647 w 408"/>
                  <a:gd name="T21" fmla="*/ 2147483647 h 198"/>
                  <a:gd name="T22" fmla="*/ 2147483647 w 408"/>
                  <a:gd name="T23" fmla="*/ 2147483647 h 198"/>
                  <a:gd name="T24" fmla="*/ 2147483647 w 408"/>
                  <a:gd name="T25" fmla="*/ 2147483647 h 198"/>
                  <a:gd name="T26" fmla="*/ 2147483647 w 408"/>
                  <a:gd name="T27" fmla="*/ 2147483647 h 198"/>
                  <a:gd name="T28" fmla="*/ 2147483647 w 408"/>
                  <a:gd name="T29" fmla="*/ 2147483647 h 198"/>
                  <a:gd name="T30" fmla="*/ 2147483647 w 408"/>
                  <a:gd name="T31" fmla="*/ 2147483647 h 198"/>
                  <a:gd name="T32" fmla="*/ 2147483647 w 408"/>
                  <a:gd name="T33" fmla="*/ 0 h 198"/>
                  <a:gd name="T34" fmla="*/ 2147483647 w 408"/>
                  <a:gd name="T35" fmla="*/ 2147483647 h 198"/>
                  <a:gd name="T36" fmla="*/ 2147483647 w 408"/>
                  <a:gd name="T37" fmla="*/ 2147483647 h 198"/>
                  <a:gd name="T38" fmla="*/ 2147483647 w 408"/>
                  <a:gd name="T39" fmla="*/ 2147483647 h 198"/>
                  <a:gd name="T40" fmla="*/ 2147483647 w 408"/>
                  <a:gd name="T41" fmla="*/ 2147483647 h 198"/>
                  <a:gd name="T42" fmla="*/ 2147483647 w 408"/>
                  <a:gd name="T43" fmla="*/ 2147483647 h 198"/>
                  <a:gd name="T44" fmla="*/ 2147483647 w 408"/>
                  <a:gd name="T45" fmla="*/ 2147483647 h 198"/>
                  <a:gd name="T46" fmla="*/ 2147483647 w 408"/>
                  <a:gd name="T47" fmla="*/ 2147483647 h 198"/>
                  <a:gd name="T48" fmla="*/ 2147483647 w 408"/>
                  <a:gd name="T49" fmla="*/ 2147483647 h 198"/>
                  <a:gd name="T50" fmla="*/ 2147483647 w 408"/>
                  <a:gd name="T51" fmla="*/ 2147483647 h 198"/>
                  <a:gd name="T52" fmla="*/ 2147483647 w 408"/>
                  <a:gd name="T53" fmla="*/ 2147483647 h 198"/>
                  <a:gd name="T54" fmla="*/ 2147483647 w 408"/>
                  <a:gd name="T55" fmla="*/ 2147483647 h 198"/>
                  <a:gd name="T56" fmla="*/ 0 w 408"/>
                  <a:gd name="T57" fmla="*/ 2147483647 h 198"/>
                  <a:gd name="T58" fmla="*/ 2147483647 w 408"/>
                  <a:gd name="T59" fmla="*/ 2147483647 h 198"/>
                  <a:gd name="T60" fmla="*/ 2147483647 w 408"/>
                  <a:gd name="T61" fmla="*/ 2147483647 h 198"/>
                  <a:gd name="T62" fmla="*/ 2147483647 w 408"/>
                  <a:gd name="T63" fmla="*/ 2147483647 h 198"/>
                  <a:gd name="T64" fmla="*/ 0 w 408"/>
                  <a:gd name="T65" fmla="*/ 2147483647 h 198"/>
                  <a:gd name="T66" fmla="*/ 2147483647 w 408"/>
                  <a:gd name="T67" fmla="*/ 2147483647 h 198"/>
                  <a:gd name="T68" fmla="*/ 2147483647 w 408"/>
                  <a:gd name="T69" fmla="*/ 2147483647 h 198"/>
                  <a:gd name="T70" fmla="*/ 2147483647 w 408"/>
                  <a:gd name="T71" fmla="*/ 2147483647 h 198"/>
                  <a:gd name="T72" fmla="*/ 2147483647 w 408"/>
                  <a:gd name="T73" fmla="*/ 2147483647 h 198"/>
                  <a:gd name="T74" fmla="*/ 2147483647 w 408"/>
                  <a:gd name="T75" fmla="*/ 2147483647 h 198"/>
                  <a:gd name="T76" fmla="*/ 2147483647 w 408"/>
                  <a:gd name="T77" fmla="*/ 2147483647 h 198"/>
                  <a:gd name="T78" fmla="*/ 2147483647 w 408"/>
                  <a:gd name="T79" fmla="*/ 2147483647 h 198"/>
                  <a:gd name="T80" fmla="*/ 2147483647 w 408"/>
                  <a:gd name="T81" fmla="*/ 2147483647 h 198"/>
                  <a:gd name="T82" fmla="*/ 2147483647 w 408"/>
                  <a:gd name="T83" fmla="*/ 2147483647 h 198"/>
                  <a:gd name="T84" fmla="*/ 2147483647 w 408"/>
                  <a:gd name="T85" fmla="*/ 2147483647 h 198"/>
                  <a:gd name="T86" fmla="*/ 2147483647 w 408"/>
                  <a:gd name="T87" fmla="*/ 2147483647 h 198"/>
                  <a:gd name="T88" fmla="*/ 2147483647 w 408"/>
                  <a:gd name="T89" fmla="*/ 2147483647 h 198"/>
                  <a:gd name="T90" fmla="*/ 2147483647 w 408"/>
                  <a:gd name="T91" fmla="*/ 2147483647 h 198"/>
                  <a:gd name="T92" fmla="*/ 2147483647 w 408"/>
                  <a:gd name="T93" fmla="*/ 2147483647 h 198"/>
                  <a:gd name="T94" fmla="*/ 2147483647 w 408"/>
                  <a:gd name="T95" fmla="*/ 2147483647 h 198"/>
                  <a:gd name="T96" fmla="*/ 2147483647 w 408"/>
                  <a:gd name="T97" fmla="*/ 2147483647 h 198"/>
                  <a:gd name="T98" fmla="*/ 2147483647 w 408"/>
                  <a:gd name="T99" fmla="*/ 2147483647 h 198"/>
                  <a:gd name="T100" fmla="*/ 2147483647 w 408"/>
                  <a:gd name="T101" fmla="*/ 2147483647 h 19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08"/>
                  <a:gd name="T154" fmla="*/ 0 h 198"/>
                  <a:gd name="T155" fmla="*/ 408 w 408"/>
                  <a:gd name="T156" fmla="*/ 198 h 19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408" h="198">
                    <a:moveTo>
                      <a:pt x="306" y="66"/>
                    </a:moveTo>
                    <a:lnTo>
                      <a:pt x="318" y="78"/>
                    </a:lnTo>
                    <a:lnTo>
                      <a:pt x="324" y="90"/>
                    </a:lnTo>
                    <a:lnTo>
                      <a:pt x="330" y="96"/>
                    </a:lnTo>
                    <a:lnTo>
                      <a:pt x="342" y="90"/>
                    </a:lnTo>
                    <a:lnTo>
                      <a:pt x="372" y="120"/>
                    </a:lnTo>
                    <a:lnTo>
                      <a:pt x="342" y="102"/>
                    </a:lnTo>
                    <a:lnTo>
                      <a:pt x="342" y="120"/>
                    </a:lnTo>
                    <a:lnTo>
                      <a:pt x="336" y="132"/>
                    </a:lnTo>
                    <a:lnTo>
                      <a:pt x="336" y="162"/>
                    </a:lnTo>
                    <a:lnTo>
                      <a:pt x="342" y="168"/>
                    </a:lnTo>
                    <a:lnTo>
                      <a:pt x="348" y="180"/>
                    </a:lnTo>
                    <a:lnTo>
                      <a:pt x="354" y="186"/>
                    </a:lnTo>
                    <a:lnTo>
                      <a:pt x="360" y="186"/>
                    </a:lnTo>
                    <a:lnTo>
                      <a:pt x="372" y="156"/>
                    </a:lnTo>
                    <a:lnTo>
                      <a:pt x="378" y="162"/>
                    </a:lnTo>
                    <a:lnTo>
                      <a:pt x="390" y="168"/>
                    </a:lnTo>
                    <a:lnTo>
                      <a:pt x="396" y="162"/>
                    </a:lnTo>
                    <a:lnTo>
                      <a:pt x="408" y="138"/>
                    </a:lnTo>
                    <a:lnTo>
                      <a:pt x="408" y="126"/>
                    </a:lnTo>
                    <a:lnTo>
                      <a:pt x="396" y="120"/>
                    </a:lnTo>
                    <a:lnTo>
                      <a:pt x="390" y="108"/>
                    </a:lnTo>
                    <a:lnTo>
                      <a:pt x="390" y="90"/>
                    </a:lnTo>
                    <a:lnTo>
                      <a:pt x="396" y="84"/>
                    </a:lnTo>
                    <a:lnTo>
                      <a:pt x="372" y="66"/>
                    </a:lnTo>
                    <a:lnTo>
                      <a:pt x="372" y="60"/>
                    </a:lnTo>
                    <a:lnTo>
                      <a:pt x="366" y="54"/>
                    </a:lnTo>
                    <a:lnTo>
                      <a:pt x="366" y="42"/>
                    </a:lnTo>
                    <a:lnTo>
                      <a:pt x="360" y="30"/>
                    </a:lnTo>
                    <a:lnTo>
                      <a:pt x="348" y="24"/>
                    </a:lnTo>
                    <a:lnTo>
                      <a:pt x="330" y="18"/>
                    </a:lnTo>
                    <a:lnTo>
                      <a:pt x="288" y="18"/>
                    </a:lnTo>
                    <a:lnTo>
                      <a:pt x="282" y="0"/>
                    </a:lnTo>
                    <a:lnTo>
                      <a:pt x="246" y="0"/>
                    </a:lnTo>
                    <a:lnTo>
                      <a:pt x="234" y="6"/>
                    </a:lnTo>
                    <a:lnTo>
                      <a:pt x="228" y="12"/>
                    </a:lnTo>
                    <a:lnTo>
                      <a:pt x="222" y="24"/>
                    </a:lnTo>
                    <a:lnTo>
                      <a:pt x="210" y="36"/>
                    </a:lnTo>
                    <a:lnTo>
                      <a:pt x="204" y="36"/>
                    </a:lnTo>
                    <a:lnTo>
                      <a:pt x="198" y="30"/>
                    </a:lnTo>
                    <a:lnTo>
                      <a:pt x="192" y="30"/>
                    </a:lnTo>
                    <a:lnTo>
                      <a:pt x="168" y="42"/>
                    </a:lnTo>
                    <a:lnTo>
                      <a:pt x="144" y="66"/>
                    </a:lnTo>
                    <a:lnTo>
                      <a:pt x="132" y="72"/>
                    </a:lnTo>
                    <a:lnTo>
                      <a:pt x="120" y="72"/>
                    </a:lnTo>
                    <a:lnTo>
                      <a:pt x="114" y="66"/>
                    </a:lnTo>
                    <a:lnTo>
                      <a:pt x="102" y="60"/>
                    </a:lnTo>
                    <a:lnTo>
                      <a:pt x="90" y="42"/>
                    </a:lnTo>
                    <a:lnTo>
                      <a:pt x="78" y="54"/>
                    </a:lnTo>
                    <a:lnTo>
                      <a:pt x="60" y="54"/>
                    </a:lnTo>
                    <a:lnTo>
                      <a:pt x="48" y="42"/>
                    </a:lnTo>
                    <a:lnTo>
                      <a:pt x="48" y="18"/>
                    </a:lnTo>
                    <a:lnTo>
                      <a:pt x="36" y="6"/>
                    </a:lnTo>
                    <a:lnTo>
                      <a:pt x="24" y="6"/>
                    </a:lnTo>
                    <a:lnTo>
                      <a:pt x="18" y="12"/>
                    </a:lnTo>
                    <a:lnTo>
                      <a:pt x="6" y="12"/>
                    </a:lnTo>
                    <a:lnTo>
                      <a:pt x="0" y="18"/>
                    </a:lnTo>
                    <a:lnTo>
                      <a:pt x="0" y="36"/>
                    </a:lnTo>
                    <a:lnTo>
                      <a:pt x="6" y="42"/>
                    </a:lnTo>
                    <a:lnTo>
                      <a:pt x="6" y="48"/>
                    </a:lnTo>
                    <a:lnTo>
                      <a:pt x="24" y="48"/>
                    </a:lnTo>
                    <a:lnTo>
                      <a:pt x="30" y="54"/>
                    </a:lnTo>
                    <a:lnTo>
                      <a:pt x="12" y="72"/>
                    </a:lnTo>
                    <a:lnTo>
                      <a:pt x="6" y="72"/>
                    </a:lnTo>
                    <a:lnTo>
                      <a:pt x="6" y="96"/>
                    </a:lnTo>
                    <a:lnTo>
                      <a:pt x="0" y="102"/>
                    </a:lnTo>
                    <a:lnTo>
                      <a:pt x="6" y="108"/>
                    </a:lnTo>
                    <a:lnTo>
                      <a:pt x="48" y="102"/>
                    </a:lnTo>
                    <a:lnTo>
                      <a:pt x="60" y="120"/>
                    </a:lnTo>
                    <a:lnTo>
                      <a:pt x="90" y="114"/>
                    </a:lnTo>
                    <a:lnTo>
                      <a:pt x="90" y="126"/>
                    </a:lnTo>
                    <a:lnTo>
                      <a:pt x="84" y="132"/>
                    </a:lnTo>
                    <a:lnTo>
                      <a:pt x="84" y="150"/>
                    </a:lnTo>
                    <a:lnTo>
                      <a:pt x="90" y="156"/>
                    </a:lnTo>
                    <a:lnTo>
                      <a:pt x="108" y="156"/>
                    </a:lnTo>
                    <a:lnTo>
                      <a:pt x="114" y="150"/>
                    </a:lnTo>
                    <a:lnTo>
                      <a:pt x="120" y="150"/>
                    </a:lnTo>
                    <a:lnTo>
                      <a:pt x="120" y="132"/>
                    </a:lnTo>
                    <a:lnTo>
                      <a:pt x="138" y="126"/>
                    </a:lnTo>
                    <a:lnTo>
                      <a:pt x="138" y="150"/>
                    </a:lnTo>
                    <a:lnTo>
                      <a:pt x="144" y="168"/>
                    </a:lnTo>
                    <a:lnTo>
                      <a:pt x="144" y="180"/>
                    </a:lnTo>
                    <a:lnTo>
                      <a:pt x="150" y="192"/>
                    </a:lnTo>
                    <a:lnTo>
                      <a:pt x="156" y="198"/>
                    </a:lnTo>
                    <a:lnTo>
                      <a:pt x="162" y="198"/>
                    </a:lnTo>
                    <a:lnTo>
                      <a:pt x="180" y="192"/>
                    </a:lnTo>
                    <a:lnTo>
                      <a:pt x="198" y="174"/>
                    </a:lnTo>
                    <a:lnTo>
                      <a:pt x="204" y="174"/>
                    </a:lnTo>
                    <a:lnTo>
                      <a:pt x="198" y="168"/>
                    </a:lnTo>
                    <a:lnTo>
                      <a:pt x="186" y="162"/>
                    </a:lnTo>
                    <a:lnTo>
                      <a:pt x="180" y="150"/>
                    </a:lnTo>
                    <a:lnTo>
                      <a:pt x="174" y="144"/>
                    </a:lnTo>
                    <a:lnTo>
                      <a:pt x="168" y="132"/>
                    </a:lnTo>
                    <a:lnTo>
                      <a:pt x="162" y="126"/>
                    </a:lnTo>
                    <a:lnTo>
                      <a:pt x="186" y="102"/>
                    </a:lnTo>
                    <a:lnTo>
                      <a:pt x="222" y="84"/>
                    </a:lnTo>
                    <a:lnTo>
                      <a:pt x="228" y="72"/>
                    </a:lnTo>
                    <a:lnTo>
                      <a:pt x="246" y="54"/>
                    </a:lnTo>
                    <a:lnTo>
                      <a:pt x="258" y="48"/>
                    </a:lnTo>
                    <a:lnTo>
                      <a:pt x="276" y="54"/>
                    </a:lnTo>
                    <a:lnTo>
                      <a:pt x="288" y="60"/>
                    </a:lnTo>
                    <a:lnTo>
                      <a:pt x="306" y="66"/>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5" name="Newfoundland" descr="© INSCALE GmbH, 05.05.2010&#10;http://www.presentationload.com/">
                <a:extLst>
                  <a:ext uri="{FF2B5EF4-FFF2-40B4-BE49-F238E27FC236}">
                    <a16:creationId xmlns:a16="http://schemas.microsoft.com/office/drawing/2014/main" id="{FB45197A-07A8-20DC-D38C-DD71EA4706D5}"/>
                  </a:ext>
                </a:extLst>
              </p:cNvPr>
              <p:cNvSpPr>
                <a:spLocks/>
              </p:cNvSpPr>
              <p:nvPr/>
            </p:nvSpPr>
            <p:spPr bwMode="gray">
              <a:xfrm>
                <a:off x="1733" y="1521"/>
                <a:ext cx="108" cy="98"/>
              </a:xfrm>
              <a:custGeom>
                <a:avLst/>
                <a:gdLst>
                  <a:gd name="T0" fmla="*/ 2147483647 w 426"/>
                  <a:gd name="T1" fmla="*/ 2147483647 h 384"/>
                  <a:gd name="T2" fmla="*/ 2147483647 w 426"/>
                  <a:gd name="T3" fmla="*/ 2147483647 h 384"/>
                  <a:gd name="T4" fmla="*/ 2147483647 w 426"/>
                  <a:gd name="T5" fmla="*/ 0 h 384"/>
                  <a:gd name="T6" fmla="*/ 2147483647 w 426"/>
                  <a:gd name="T7" fmla="*/ 2147483647 h 384"/>
                  <a:gd name="T8" fmla="*/ 2147483647 w 426"/>
                  <a:gd name="T9" fmla="*/ 2147483647 h 384"/>
                  <a:gd name="T10" fmla="*/ 2147483647 w 426"/>
                  <a:gd name="T11" fmla="*/ 2147483647 h 384"/>
                  <a:gd name="T12" fmla="*/ 2147483647 w 426"/>
                  <a:gd name="T13" fmla="*/ 2147483647 h 384"/>
                  <a:gd name="T14" fmla="*/ 2147483647 w 426"/>
                  <a:gd name="T15" fmla="*/ 2147483647 h 384"/>
                  <a:gd name="T16" fmla="*/ 2147483647 w 426"/>
                  <a:gd name="T17" fmla="*/ 2147483647 h 384"/>
                  <a:gd name="T18" fmla="*/ 2147483647 w 426"/>
                  <a:gd name="T19" fmla="*/ 2147483647 h 384"/>
                  <a:gd name="T20" fmla="*/ 2147483647 w 426"/>
                  <a:gd name="T21" fmla="*/ 2147483647 h 384"/>
                  <a:gd name="T22" fmla="*/ 2147483647 w 426"/>
                  <a:gd name="T23" fmla="*/ 2147483647 h 384"/>
                  <a:gd name="T24" fmla="*/ 2147483647 w 426"/>
                  <a:gd name="T25" fmla="*/ 2147483647 h 384"/>
                  <a:gd name="T26" fmla="*/ 2147483647 w 426"/>
                  <a:gd name="T27" fmla="*/ 2147483647 h 384"/>
                  <a:gd name="T28" fmla="*/ 2147483647 w 426"/>
                  <a:gd name="T29" fmla="*/ 2147483647 h 384"/>
                  <a:gd name="T30" fmla="*/ 2147483647 w 426"/>
                  <a:gd name="T31" fmla="*/ 2147483647 h 384"/>
                  <a:gd name="T32" fmla="*/ 2147483647 w 426"/>
                  <a:gd name="T33" fmla="*/ 2147483647 h 384"/>
                  <a:gd name="T34" fmla="*/ 2147483647 w 426"/>
                  <a:gd name="T35" fmla="*/ 2147483647 h 384"/>
                  <a:gd name="T36" fmla="*/ 2147483647 w 426"/>
                  <a:gd name="T37" fmla="*/ 2147483647 h 384"/>
                  <a:gd name="T38" fmla="*/ 2147483647 w 426"/>
                  <a:gd name="T39" fmla="*/ 2147483647 h 384"/>
                  <a:gd name="T40" fmla="*/ 2147483647 w 426"/>
                  <a:gd name="T41" fmla="*/ 2147483647 h 384"/>
                  <a:gd name="T42" fmla="*/ 2147483647 w 426"/>
                  <a:gd name="T43" fmla="*/ 2147483647 h 384"/>
                  <a:gd name="T44" fmla="*/ 2147483647 w 426"/>
                  <a:gd name="T45" fmla="*/ 2147483647 h 384"/>
                  <a:gd name="T46" fmla="*/ 2147483647 w 426"/>
                  <a:gd name="T47" fmla="*/ 2147483647 h 384"/>
                  <a:gd name="T48" fmla="*/ 2147483647 w 426"/>
                  <a:gd name="T49" fmla="*/ 2147483647 h 384"/>
                  <a:gd name="T50" fmla="*/ 2147483647 w 426"/>
                  <a:gd name="T51" fmla="*/ 2147483647 h 384"/>
                  <a:gd name="T52" fmla="*/ 2147483647 w 426"/>
                  <a:gd name="T53" fmla="*/ 2147483647 h 384"/>
                  <a:gd name="T54" fmla="*/ 2147483647 w 426"/>
                  <a:gd name="T55" fmla="*/ 2147483647 h 384"/>
                  <a:gd name="T56" fmla="*/ 2147483647 w 426"/>
                  <a:gd name="T57" fmla="*/ 2147483647 h 384"/>
                  <a:gd name="T58" fmla="*/ 2147483647 w 426"/>
                  <a:gd name="T59" fmla="*/ 2147483647 h 384"/>
                  <a:gd name="T60" fmla="*/ 2147483647 w 426"/>
                  <a:gd name="T61" fmla="*/ 2147483647 h 384"/>
                  <a:gd name="T62" fmla="*/ 2147483647 w 426"/>
                  <a:gd name="T63" fmla="*/ 2147483647 h 384"/>
                  <a:gd name="T64" fmla="*/ 2147483647 w 426"/>
                  <a:gd name="T65" fmla="*/ 2147483647 h 384"/>
                  <a:gd name="T66" fmla="*/ 2147483647 w 426"/>
                  <a:gd name="T67" fmla="*/ 2147483647 h 384"/>
                  <a:gd name="T68" fmla="*/ 2147483647 w 426"/>
                  <a:gd name="T69" fmla="*/ 2147483647 h 384"/>
                  <a:gd name="T70" fmla="*/ 2147483647 w 426"/>
                  <a:gd name="T71" fmla="*/ 2147483647 h 384"/>
                  <a:gd name="T72" fmla="*/ 2147483647 w 426"/>
                  <a:gd name="T73" fmla="*/ 2147483647 h 384"/>
                  <a:gd name="T74" fmla="*/ 2147483647 w 426"/>
                  <a:gd name="T75" fmla="*/ 2147483647 h 384"/>
                  <a:gd name="T76" fmla="*/ 2147483647 w 426"/>
                  <a:gd name="T77" fmla="*/ 2147483647 h 384"/>
                  <a:gd name="T78" fmla="*/ 2147483647 w 426"/>
                  <a:gd name="T79" fmla="*/ 2147483647 h 384"/>
                  <a:gd name="T80" fmla="*/ 2147483647 w 426"/>
                  <a:gd name="T81" fmla="*/ 2147483647 h 384"/>
                  <a:gd name="T82" fmla="*/ 2147483647 w 426"/>
                  <a:gd name="T83" fmla="*/ 2147483647 h 38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26"/>
                  <a:gd name="T127" fmla="*/ 0 h 384"/>
                  <a:gd name="T128" fmla="*/ 426 w 426"/>
                  <a:gd name="T129" fmla="*/ 384 h 38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26" h="384">
                    <a:moveTo>
                      <a:pt x="258" y="18"/>
                    </a:moveTo>
                    <a:lnTo>
                      <a:pt x="270" y="12"/>
                    </a:lnTo>
                    <a:lnTo>
                      <a:pt x="276" y="12"/>
                    </a:lnTo>
                    <a:lnTo>
                      <a:pt x="294" y="6"/>
                    </a:lnTo>
                    <a:lnTo>
                      <a:pt x="306" y="0"/>
                    </a:lnTo>
                    <a:lnTo>
                      <a:pt x="330" y="0"/>
                    </a:lnTo>
                    <a:lnTo>
                      <a:pt x="342" y="6"/>
                    </a:lnTo>
                    <a:lnTo>
                      <a:pt x="342" y="18"/>
                    </a:lnTo>
                    <a:lnTo>
                      <a:pt x="336" y="24"/>
                    </a:lnTo>
                    <a:lnTo>
                      <a:pt x="312" y="42"/>
                    </a:lnTo>
                    <a:lnTo>
                      <a:pt x="312" y="48"/>
                    </a:lnTo>
                    <a:lnTo>
                      <a:pt x="306" y="54"/>
                    </a:lnTo>
                    <a:lnTo>
                      <a:pt x="300" y="72"/>
                    </a:lnTo>
                    <a:lnTo>
                      <a:pt x="276" y="96"/>
                    </a:lnTo>
                    <a:lnTo>
                      <a:pt x="258" y="102"/>
                    </a:lnTo>
                    <a:lnTo>
                      <a:pt x="246" y="102"/>
                    </a:lnTo>
                    <a:lnTo>
                      <a:pt x="210" y="150"/>
                    </a:lnTo>
                    <a:lnTo>
                      <a:pt x="210" y="174"/>
                    </a:lnTo>
                    <a:lnTo>
                      <a:pt x="234" y="156"/>
                    </a:lnTo>
                    <a:lnTo>
                      <a:pt x="264" y="108"/>
                    </a:lnTo>
                    <a:lnTo>
                      <a:pt x="282" y="126"/>
                    </a:lnTo>
                    <a:lnTo>
                      <a:pt x="306" y="138"/>
                    </a:lnTo>
                    <a:lnTo>
                      <a:pt x="294" y="168"/>
                    </a:lnTo>
                    <a:lnTo>
                      <a:pt x="324" y="168"/>
                    </a:lnTo>
                    <a:lnTo>
                      <a:pt x="330" y="192"/>
                    </a:lnTo>
                    <a:lnTo>
                      <a:pt x="384" y="162"/>
                    </a:lnTo>
                    <a:lnTo>
                      <a:pt x="402" y="174"/>
                    </a:lnTo>
                    <a:lnTo>
                      <a:pt x="396" y="180"/>
                    </a:lnTo>
                    <a:lnTo>
                      <a:pt x="390" y="192"/>
                    </a:lnTo>
                    <a:lnTo>
                      <a:pt x="378" y="204"/>
                    </a:lnTo>
                    <a:lnTo>
                      <a:pt x="372" y="204"/>
                    </a:lnTo>
                    <a:lnTo>
                      <a:pt x="384" y="204"/>
                    </a:lnTo>
                    <a:lnTo>
                      <a:pt x="396" y="210"/>
                    </a:lnTo>
                    <a:lnTo>
                      <a:pt x="408" y="210"/>
                    </a:lnTo>
                    <a:lnTo>
                      <a:pt x="408" y="216"/>
                    </a:lnTo>
                    <a:lnTo>
                      <a:pt x="396" y="240"/>
                    </a:lnTo>
                    <a:lnTo>
                      <a:pt x="384" y="252"/>
                    </a:lnTo>
                    <a:lnTo>
                      <a:pt x="378" y="264"/>
                    </a:lnTo>
                    <a:lnTo>
                      <a:pt x="366" y="276"/>
                    </a:lnTo>
                    <a:lnTo>
                      <a:pt x="360" y="288"/>
                    </a:lnTo>
                    <a:lnTo>
                      <a:pt x="354" y="294"/>
                    </a:lnTo>
                    <a:lnTo>
                      <a:pt x="390" y="294"/>
                    </a:lnTo>
                    <a:lnTo>
                      <a:pt x="354" y="312"/>
                    </a:lnTo>
                    <a:lnTo>
                      <a:pt x="384" y="312"/>
                    </a:lnTo>
                    <a:lnTo>
                      <a:pt x="420" y="300"/>
                    </a:lnTo>
                    <a:lnTo>
                      <a:pt x="426" y="324"/>
                    </a:lnTo>
                    <a:lnTo>
                      <a:pt x="360" y="384"/>
                    </a:lnTo>
                    <a:lnTo>
                      <a:pt x="318" y="378"/>
                    </a:lnTo>
                    <a:lnTo>
                      <a:pt x="336" y="354"/>
                    </a:lnTo>
                    <a:lnTo>
                      <a:pt x="306" y="360"/>
                    </a:lnTo>
                    <a:lnTo>
                      <a:pt x="300" y="348"/>
                    </a:lnTo>
                    <a:lnTo>
                      <a:pt x="228" y="360"/>
                    </a:lnTo>
                    <a:lnTo>
                      <a:pt x="192" y="354"/>
                    </a:lnTo>
                    <a:lnTo>
                      <a:pt x="186" y="348"/>
                    </a:lnTo>
                    <a:lnTo>
                      <a:pt x="228" y="336"/>
                    </a:lnTo>
                    <a:lnTo>
                      <a:pt x="234" y="330"/>
                    </a:lnTo>
                    <a:lnTo>
                      <a:pt x="234" y="324"/>
                    </a:lnTo>
                    <a:lnTo>
                      <a:pt x="228" y="324"/>
                    </a:lnTo>
                    <a:lnTo>
                      <a:pt x="222" y="318"/>
                    </a:lnTo>
                    <a:lnTo>
                      <a:pt x="198" y="318"/>
                    </a:lnTo>
                    <a:lnTo>
                      <a:pt x="162" y="312"/>
                    </a:lnTo>
                    <a:lnTo>
                      <a:pt x="126" y="300"/>
                    </a:lnTo>
                    <a:lnTo>
                      <a:pt x="96" y="294"/>
                    </a:lnTo>
                    <a:lnTo>
                      <a:pt x="78" y="294"/>
                    </a:lnTo>
                    <a:lnTo>
                      <a:pt x="72" y="300"/>
                    </a:lnTo>
                    <a:lnTo>
                      <a:pt x="48" y="300"/>
                    </a:lnTo>
                    <a:lnTo>
                      <a:pt x="36" y="306"/>
                    </a:lnTo>
                    <a:lnTo>
                      <a:pt x="24" y="306"/>
                    </a:lnTo>
                    <a:lnTo>
                      <a:pt x="12" y="300"/>
                    </a:lnTo>
                    <a:lnTo>
                      <a:pt x="6" y="294"/>
                    </a:lnTo>
                    <a:lnTo>
                      <a:pt x="18" y="282"/>
                    </a:lnTo>
                    <a:lnTo>
                      <a:pt x="24" y="282"/>
                    </a:lnTo>
                    <a:lnTo>
                      <a:pt x="30" y="276"/>
                    </a:lnTo>
                    <a:lnTo>
                      <a:pt x="42" y="276"/>
                    </a:lnTo>
                    <a:lnTo>
                      <a:pt x="30" y="276"/>
                    </a:lnTo>
                    <a:lnTo>
                      <a:pt x="12" y="270"/>
                    </a:lnTo>
                    <a:lnTo>
                      <a:pt x="0" y="258"/>
                    </a:lnTo>
                    <a:lnTo>
                      <a:pt x="6" y="252"/>
                    </a:lnTo>
                    <a:lnTo>
                      <a:pt x="18" y="252"/>
                    </a:lnTo>
                    <a:lnTo>
                      <a:pt x="54" y="234"/>
                    </a:lnTo>
                    <a:lnTo>
                      <a:pt x="60" y="228"/>
                    </a:lnTo>
                    <a:lnTo>
                      <a:pt x="66" y="228"/>
                    </a:lnTo>
                    <a:lnTo>
                      <a:pt x="204" y="90"/>
                    </a:lnTo>
                    <a:lnTo>
                      <a:pt x="258" y="18"/>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6" name="Jamaica" descr="© INSCALE GmbH, 05.05.2010&#10;http://www.presentationload.com/">
                <a:extLst>
                  <a:ext uri="{FF2B5EF4-FFF2-40B4-BE49-F238E27FC236}">
                    <a16:creationId xmlns:a16="http://schemas.microsoft.com/office/drawing/2014/main" id="{EE6F59D3-72E7-0579-D776-11547434EF03}"/>
                  </a:ext>
                </a:extLst>
              </p:cNvPr>
              <p:cNvSpPr>
                <a:spLocks/>
              </p:cNvSpPr>
              <p:nvPr/>
            </p:nvSpPr>
            <p:spPr bwMode="gray">
              <a:xfrm>
                <a:off x="1261" y="2193"/>
                <a:ext cx="39" cy="13"/>
              </a:xfrm>
              <a:custGeom>
                <a:avLst/>
                <a:gdLst>
                  <a:gd name="T0" fmla="*/ 2147483647 w 156"/>
                  <a:gd name="T1" fmla="*/ 2147483647 h 54"/>
                  <a:gd name="T2" fmla="*/ 2147483647 w 156"/>
                  <a:gd name="T3" fmla="*/ 2147483647 h 54"/>
                  <a:gd name="T4" fmla="*/ 2147483647 w 156"/>
                  <a:gd name="T5" fmla="*/ 2147483647 h 54"/>
                  <a:gd name="T6" fmla="*/ 2147483647 w 156"/>
                  <a:gd name="T7" fmla="*/ 2147483647 h 54"/>
                  <a:gd name="T8" fmla="*/ 2147483647 w 156"/>
                  <a:gd name="T9" fmla="*/ 2147483647 h 54"/>
                  <a:gd name="T10" fmla="*/ 2147483647 w 156"/>
                  <a:gd name="T11" fmla="*/ 2147483647 h 54"/>
                  <a:gd name="T12" fmla="*/ 2147483647 w 156"/>
                  <a:gd name="T13" fmla="*/ 2147483647 h 54"/>
                  <a:gd name="T14" fmla="*/ 2147483647 w 156"/>
                  <a:gd name="T15" fmla="*/ 2147483647 h 54"/>
                  <a:gd name="T16" fmla="*/ 2147483647 w 156"/>
                  <a:gd name="T17" fmla="*/ 0 h 54"/>
                  <a:gd name="T18" fmla="*/ 2147483647 w 156"/>
                  <a:gd name="T19" fmla="*/ 0 h 54"/>
                  <a:gd name="T20" fmla="*/ 2147483647 w 156"/>
                  <a:gd name="T21" fmla="*/ 2147483647 h 54"/>
                  <a:gd name="T22" fmla="*/ 0 w 156"/>
                  <a:gd name="T23" fmla="*/ 2147483647 h 54"/>
                  <a:gd name="T24" fmla="*/ 2147483647 w 156"/>
                  <a:gd name="T25" fmla="*/ 2147483647 h 54"/>
                  <a:gd name="T26" fmla="*/ 2147483647 w 156"/>
                  <a:gd name="T27" fmla="*/ 2147483647 h 54"/>
                  <a:gd name="T28" fmla="*/ 2147483647 w 156"/>
                  <a:gd name="T29" fmla="*/ 2147483647 h 54"/>
                  <a:gd name="T30" fmla="*/ 2147483647 w 156"/>
                  <a:gd name="T31" fmla="*/ 2147483647 h 54"/>
                  <a:gd name="T32" fmla="*/ 2147483647 w 156"/>
                  <a:gd name="T33" fmla="*/ 2147483647 h 54"/>
                  <a:gd name="T34" fmla="*/ 2147483647 w 156"/>
                  <a:gd name="T35" fmla="*/ 2147483647 h 54"/>
                  <a:gd name="T36" fmla="*/ 2147483647 w 156"/>
                  <a:gd name="T37" fmla="*/ 2147483647 h 5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6"/>
                  <a:gd name="T58" fmla="*/ 0 h 54"/>
                  <a:gd name="T59" fmla="*/ 156 w 156"/>
                  <a:gd name="T60" fmla="*/ 54 h 5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6" h="54">
                    <a:moveTo>
                      <a:pt x="108" y="54"/>
                    </a:moveTo>
                    <a:lnTo>
                      <a:pt x="114" y="36"/>
                    </a:lnTo>
                    <a:lnTo>
                      <a:pt x="156" y="48"/>
                    </a:lnTo>
                    <a:lnTo>
                      <a:pt x="156" y="42"/>
                    </a:lnTo>
                    <a:lnTo>
                      <a:pt x="150" y="36"/>
                    </a:lnTo>
                    <a:lnTo>
                      <a:pt x="144" y="24"/>
                    </a:lnTo>
                    <a:lnTo>
                      <a:pt x="126" y="6"/>
                    </a:lnTo>
                    <a:lnTo>
                      <a:pt x="84" y="6"/>
                    </a:lnTo>
                    <a:lnTo>
                      <a:pt x="66" y="0"/>
                    </a:lnTo>
                    <a:lnTo>
                      <a:pt x="24" y="0"/>
                    </a:lnTo>
                    <a:lnTo>
                      <a:pt x="12" y="6"/>
                    </a:lnTo>
                    <a:lnTo>
                      <a:pt x="0" y="6"/>
                    </a:lnTo>
                    <a:lnTo>
                      <a:pt x="6" y="18"/>
                    </a:lnTo>
                    <a:lnTo>
                      <a:pt x="18" y="24"/>
                    </a:lnTo>
                    <a:lnTo>
                      <a:pt x="24" y="36"/>
                    </a:lnTo>
                    <a:lnTo>
                      <a:pt x="36" y="42"/>
                    </a:lnTo>
                    <a:lnTo>
                      <a:pt x="60" y="42"/>
                    </a:lnTo>
                    <a:lnTo>
                      <a:pt x="78" y="48"/>
                    </a:lnTo>
                    <a:lnTo>
                      <a:pt x="108" y="54"/>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7" name="Haiti" descr="© INSCALE GmbH, 05.05.2010&#10;http://www.presentationload.com/">
                <a:extLst>
                  <a:ext uri="{FF2B5EF4-FFF2-40B4-BE49-F238E27FC236}">
                    <a16:creationId xmlns:a16="http://schemas.microsoft.com/office/drawing/2014/main" id="{88FE2E80-5F58-F2C6-8663-6918658E2EA4}"/>
                  </a:ext>
                </a:extLst>
              </p:cNvPr>
              <p:cNvSpPr>
                <a:spLocks/>
              </p:cNvSpPr>
              <p:nvPr/>
            </p:nvSpPr>
            <p:spPr bwMode="gray">
              <a:xfrm>
                <a:off x="1336" y="2162"/>
                <a:ext cx="50" cy="40"/>
              </a:xfrm>
              <a:custGeom>
                <a:avLst/>
                <a:gdLst>
                  <a:gd name="T0" fmla="*/ 2147483647 w 198"/>
                  <a:gd name="T1" fmla="*/ 2147483647 h 156"/>
                  <a:gd name="T2" fmla="*/ 2147483647 w 198"/>
                  <a:gd name="T3" fmla="*/ 2147483647 h 156"/>
                  <a:gd name="T4" fmla="*/ 2147483647 w 198"/>
                  <a:gd name="T5" fmla="*/ 2147483647 h 156"/>
                  <a:gd name="T6" fmla="*/ 2147483647 w 198"/>
                  <a:gd name="T7" fmla="*/ 2147483647 h 156"/>
                  <a:gd name="T8" fmla="*/ 2147483647 w 198"/>
                  <a:gd name="T9" fmla="*/ 2147483647 h 156"/>
                  <a:gd name="T10" fmla="*/ 2147483647 w 198"/>
                  <a:gd name="T11" fmla="*/ 2147483647 h 156"/>
                  <a:gd name="T12" fmla="*/ 2147483647 w 198"/>
                  <a:gd name="T13" fmla="*/ 2147483647 h 156"/>
                  <a:gd name="T14" fmla="*/ 2147483647 w 198"/>
                  <a:gd name="T15" fmla="*/ 2147483647 h 156"/>
                  <a:gd name="T16" fmla="*/ 2147483647 w 198"/>
                  <a:gd name="T17" fmla="*/ 2147483647 h 156"/>
                  <a:gd name="T18" fmla="*/ 2147483647 w 198"/>
                  <a:gd name="T19" fmla="*/ 2147483647 h 156"/>
                  <a:gd name="T20" fmla="*/ 2147483647 w 198"/>
                  <a:gd name="T21" fmla="*/ 2147483647 h 156"/>
                  <a:gd name="T22" fmla="*/ 2147483647 w 198"/>
                  <a:gd name="T23" fmla="*/ 2147483647 h 156"/>
                  <a:gd name="T24" fmla="*/ 2147483647 w 198"/>
                  <a:gd name="T25" fmla="*/ 2147483647 h 156"/>
                  <a:gd name="T26" fmla="*/ 2147483647 w 198"/>
                  <a:gd name="T27" fmla="*/ 2147483647 h 156"/>
                  <a:gd name="T28" fmla="*/ 2147483647 w 198"/>
                  <a:gd name="T29" fmla="*/ 2147483647 h 156"/>
                  <a:gd name="T30" fmla="*/ 2147483647 w 198"/>
                  <a:gd name="T31" fmla="*/ 2147483647 h 156"/>
                  <a:gd name="T32" fmla="*/ 2147483647 w 198"/>
                  <a:gd name="T33" fmla="*/ 2147483647 h 156"/>
                  <a:gd name="T34" fmla="*/ 2147483647 w 198"/>
                  <a:gd name="T35" fmla="*/ 0 h 156"/>
                  <a:gd name="T36" fmla="*/ 2147483647 w 198"/>
                  <a:gd name="T37" fmla="*/ 0 h 156"/>
                  <a:gd name="T38" fmla="*/ 2147483647 w 198"/>
                  <a:gd name="T39" fmla="*/ 2147483647 h 156"/>
                  <a:gd name="T40" fmla="*/ 2147483647 w 198"/>
                  <a:gd name="T41" fmla="*/ 2147483647 h 156"/>
                  <a:gd name="T42" fmla="*/ 2147483647 w 198"/>
                  <a:gd name="T43" fmla="*/ 2147483647 h 156"/>
                  <a:gd name="T44" fmla="*/ 2147483647 w 198"/>
                  <a:gd name="T45" fmla="*/ 2147483647 h 156"/>
                  <a:gd name="T46" fmla="*/ 2147483647 w 198"/>
                  <a:gd name="T47" fmla="*/ 2147483647 h 156"/>
                  <a:gd name="T48" fmla="*/ 2147483647 w 198"/>
                  <a:gd name="T49" fmla="*/ 2147483647 h 156"/>
                  <a:gd name="T50" fmla="*/ 2147483647 w 198"/>
                  <a:gd name="T51" fmla="*/ 2147483647 h 156"/>
                  <a:gd name="T52" fmla="*/ 2147483647 w 198"/>
                  <a:gd name="T53" fmla="*/ 2147483647 h 156"/>
                  <a:gd name="T54" fmla="*/ 2147483647 w 198"/>
                  <a:gd name="T55" fmla="*/ 2147483647 h 156"/>
                  <a:gd name="T56" fmla="*/ 2147483647 w 198"/>
                  <a:gd name="T57" fmla="*/ 2147483647 h 156"/>
                  <a:gd name="T58" fmla="*/ 2147483647 w 198"/>
                  <a:gd name="T59" fmla="*/ 2147483647 h 156"/>
                  <a:gd name="T60" fmla="*/ 2147483647 w 198"/>
                  <a:gd name="T61" fmla="*/ 2147483647 h 156"/>
                  <a:gd name="T62" fmla="*/ 2147483647 w 198"/>
                  <a:gd name="T63" fmla="*/ 2147483647 h 156"/>
                  <a:gd name="T64" fmla="*/ 2147483647 w 198"/>
                  <a:gd name="T65" fmla="*/ 2147483647 h 156"/>
                  <a:gd name="T66" fmla="*/ 2147483647 w 198"/>
                  <a:gd name="T67" fmla="*/ 2147483647 h 156"/>
                  <a:gd name="T68" fmla="*/ 2147483647 w 198"/>
                  <a:gd name="T69" fmla="*/ 2147483647 h 156"/>
                  <a:gd name="T70" fmla="*/ 2147483647 w 198"/>
                  <a:gd name="T71" fmla="*/ 2147483647 h 156"/>
                  <a:gd name="T72" fmla="*/ 2147483647 w 198"/>
                  <a:gd name="T73" fmla="*/ 2147483647 h 156"/>
                  <a:gd name="T74" fmla="*/ 2147483647 w 198"/>
                  <a:gd name="T75" fmla="*/ 2147483647 h 156"/>
                  <a:gd name="T76" fmla="*/ 2147483647 w 198"/>
                  <a:gd name="T77" fmla="*/ 2147483647 h 156"/>
                  <a:gd name="T78" fmla="*/ 2147483647 w 198"/>
                  <a:gd name="T79" fmla="*/ 2147483647 h 156"/>
                  <a:gd name="T80" fmla="*/ 2147483647 w 198"/>
                  <a:gd name="T81" fmla="*/ 2147483647 h 156"/>
                  <a:gd name="T82" fmla="*/ 0 w 198"/>
                  <a:gd name="T83" fmla="*/ 2147483647 h 156"/>
                  <a:gd name="T84" fmla="*/ 0 w 198"/>
                  <a:gd name="T85" fmla="*/ 2147483647 h 156"/>
                  <a:gd name="T86" fmla="*/ 2147483647 w 198"/>
                  <a:gd name="T87" fmla="*/ 2147483647 h 156"/>
                  <a:gd name="T88" fmla="*/ 2147483647 w 198"/>
                  <a:gd name="T89" fmla="*/ 2147483647 h 156"/>
                  <a:gd name="T90" fmla="*/ 2147483647 w 198"/>
                  <a:gd name="T91" fmla="*/ 2147483647 h 156"/>
                  <a:gd name="T92" fmla="*/ 2147483647 w 198"/>
                  <a:gd name="T93" fmla="*/ 2147483647 h 156"/>
                  <a:gd name="T94" fmla="*/ 2147483647 w 198"/>
                  <a:gd name="T95" fmla="*/ 2147483647 h 156"/>
                  <a:gd name="T96" fmla="*/ 2147483647 w 198"/>
                  <a:gd name="T97" fmla="*/ 2147483647 h 156"/>
                  <a:gd name="T98" fmla="*/ 2147483647 w 198"/>
                  <a:gd name="T99" fmla="*/ 2147483647 h 156"/>
                  <a:gd name="T100" fmla="*/ 2147483647 w 198"/>
                  <a:gd name="T101" fmla="*/ 2147483647 h 156"/>
                  <a:gd name="T102" fmla="*/ 2147483647 w 198"/>
                  <a:gd name="T103" fmla="*/ 2147483647 h 156"/>
                  <a:gd name="T104" fmla="*/ 2147483647 w 198"/>
                  <a:gd name="T105" fmla="*/ 2147483647 h 156"/>
                  <a:gd name="T106" fmla="*/ 2147483647 w 198"/>
                  <a:gd name="T107" fmla="*/ 2147483647 h 156"/>
                  <a:gd name="T108" fmla="*/ 2147483647 w 198"/>
                  <a:gd name="T109" fmla="*/ 2147483647 h 156"/>
                  <a:gd name="T110" fmla="*/ 2147483647 w 198"/>
                  <a:gd name="T111" fmla="*/ 2147483647 h 156"/>
                  <a:gd name="T112" fmla="*/ 2147483647 w 198"/>
                  <a:gd name="T113" fmla="*/ 2147483647 h 15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98"/>
                  <a:gd name="T172" fmla="*/ 0 h 156"/>
                  <a:gd name="T173" fmla="*/ 198 w 198"/>
                  <a:gd name="T174" fmla="*/ 156 h 15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98" h="156">
                    <a:moveTo>
                      <a:pt x="168" y="114"/>
                    </a:moveTo>
                    <a:lnTo>
                      <a:pt x="168" y="108"/>
                    </a:lnTo>
                    <a:lnTo>
                      <a:pt x="174" y="102"/>
                    </a:lnTo>
                    <a:lnTo>
                      <a:pt x="180" y="90"/>
                    </a:lnTo>
                    <a:lnTo>
                      <a:pt x="180" y="78"/>
                    </a:lnTo>
                    <a:lnTo>
                      <a:pt x="186" y="72"/>
                    </a:lnTo>
                    <a:lnTo>
                      <a:pt x="192" y="60"/>
                    </a:lnTo>
                    <a:lnTo>
                      <a:pt x="198" y="54"/>
                    </a:lnTo>
                    <a:lnTo>
                      <a:pt x="198" y="42"/>
                    </a:lnTo>
                    <a:lnTo>
                      <a:pt x="186" y="6"/>
                    </a:lnTo>
                    <a:lnTo>
                      <a:pt x="180" y="12"/>
                    </a:lnTo>
                    <a:lnTo>
                      <a:pt x="180" y="18"/>
                    </a:lnTo>
                    <a:lnTo>
                      <a:pt x="174" y="18"/>
                    </a:lnTo>
                    <a:lnTo>
                      <a:pt x="168" y="12"/>
                    </a:lnTo>
                    <a:lnTo>
                      <a:pt x="156" y="12"/>
                    </a:lnTo>
                    <a:lnTo>
                      <a:pt x="144" y="6"/>
                    </a:lnTo>
                    <a:lnTo>
                      <a:pt x="126" y="6"/>
                    </a:lnTo>
                    <a:lnTo>
                      <a:pt x="114" y="0"/>
                    </a:lnTo>
                    <a:lnTo>
                      <a:pt x="84" y="0"/>
                    </a:lnTo>
                    <a:lnTo>
                      <a:pt x="72" y="6"/>
                    </a:lnTo>
                    <a:lnTo>
                      <a:pt x="66" y="12"/>
                    </a:lnTo>
                    <a:lnTo>
                      <a:pt x="66" y="18"/>
                    </a:lnTo>
                    <a:lnTo>
                      <a:pt x="72" y="24"/>
                    </a:lnTo>
                    <a:lnTo>
                      <a:pt x="108" y="24"/>
                    </a:lnTo>
                    <a:lnTo>
                      <a:pt x="114" y="30"/>
                    </a:lnTo>
                    <a:lnTo>
                      <a:pt x="120" y="42"/>
                    </a:lnTo>
                    <a:lnTo>
                      <a:pt x="126" y="48"/>
                    </a:lnTo>
                    <a:lnTo>
                      <a:pt x="114" y="54"/>
                    </a:lnTo>
                    <a:lnTo>
                      <a:pt x="108" y="60"/>
                    </a:lnTo>
                    <a:lnTo>
                      <a:pt x="108" y="72"/>
                    </a:lnTo>
                    <a:lnTo>
                      <a:pt x="114" y="84"/>
                    </a:lnTo>
                    <a:lnTo>
                      <a:pt x="114" y="96"/>
                    </a:lnTo>
                    <a:lnTo>
                      <a:pt x="120" y="102"/>
                    </a:lnTo>
                    <a:lnTo>
                      <a:pt x="114" y="108"/>
                    </a:lnTo>
                    <a:lnTo>
                      <a:pt x="96" y="108"/>
                    </a:lnTo>
                    <a:lnTo>
                      <a:pt x="78" y="102"/>
                    </a:lnTo>
                    <a:lnTo>
                      <a:pt x="66" y="102"/>
                    </a:lnTo>
                    <a:lnTo>
                      <a:pt x="54" y="96"/>
                    </a:lnTo>
                    <a:lnTo>
                      <a:pt x="36" y="96"/>
                    </a:lnTo>
                    <a:lnTo>
                      <a:pt x="24" y="102"/>
                    </a:lnTo>
                    <a:lnTo>
                      <a:pt x="6" y="102"/>
                    </a:lnTo>
                    <a:lnTo>
                      <a:pt x="0" y="108"/>
                    </a:lnTo>
                    <a:lnTo>
                      <a:pt x="0" y="114"/>
                    </a:lnTo>
                    <a:lnTo>
                      <a:pt x="6" y="120"/>
                    </a:lnTo>
                    <a:lnTo>
                      <a:pt x="12" y="132"/>
                    </a:lnTo>
                    <a:lnTo>
                      <a:pt x="24" y="138"/>
                    </a:lnTo>
                    <a:lnTo>
                      <a:pt x="30" y="150"/>
                    </a:lnTo>
                    <a:lnTo>
                      <a:pt x="36" y="156"/>
                    </a:lnTo>
                    <a:lnTo>
                      <a:pt x="42" y="156"/>
                    </a:lnTo>
                    <a:lnTo>
                      <a:pt x="48" y="150"/>
                    </a:lnTo>
                    <a:lnTo>
                      <a:pt x="54" y="138"/>
                    </a:lnTo>
                    <a:lnTo>
                      <a:pt x="60" y="132"/>
                    </a:lnTo>
                    <a:lnTo>
                      <a:pt x="138" y="132"/>
                    </a:lnTo>
                    <a:lnTo>
                      <a:pt x="156" y="126"/>
                    </a:lnTo>
                    <a:lnTo>
                      <a:pt x="168" y="126"/>
                    </a:lnTo>
                    <a:lnTo>
                      <a:pt x="180" y="144"/>
                    </a:lnTo>
                    <a:lnTo>
                      <a:pt x="168" y="114"/>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8" name="Guyane (French Guiana)" descr="© INSCALE GmbH, 05.05.2010&#10;http://www.presentationload.com/">
                <a:extLst>
                  <a:ext uri="{FF2B5EF4-FFF2-40B4-BE49-F238E27FC236}">
                    <a16:creationId xmlns:a16="http://schemas.microsoft.com/office/drawing/2014/main" id="{C1DBCA05-D2D0-3470-44FA-79A659FFF462}"/>
                  </a:ext>
                </a:extLst>
              </p:cNvPr>
              <p:cNvSpPr>
                <a:spLocks/>
              </p:cNvSpPr>
              <p:nvPr/>
            </p:nvSpPr>
            <p:spPr bwMode="gray">
              <a:xfrm>
                <a:off x="1669" y="2451"/>
                <a:ext cx="52" cy="75"/>
              </a:xfrm>
              <a:custGeom>
                <a:avLst/>
                <a:gdLst>
                  <a:gd name="T0" fmla="*/ 2147483647 w 52"/>
                  <a:gd name="T1" fmla="*/ 2147483647 h 76"/>
                  <a:gd name="T2" fmla="*/ 2147483647 w 52"/>
                  <a:gd name="T3" fmla="*/ 2147483647 h 76"/>
                  <a:gd name="T4" fmla="*/ 2147483647 w 52"/>
                  <a:gd name="T5" fmla="*/ 2147483647 h 76"/>
                  <a:gd name="T6" fmla="*/ 2147483647 w 52"/>
                  <a:gd name="T7" fmla="*/ 2147483647 h 76"/>
                  <a:gd name="T8" fmla="*/ 2147483647 w 52"/>
                  <a:gd name="T9" fmla="*/ 2147483647 h 76"/>
                  <a:gd name="T10" fmla="*/ 2147483647 w 52"/>
                  <a:gd name="T11" fmla="*/ 2147483647 h 76"/>
                  <a:gd name="T12" fmla="*/ 2147483647 w 52"/>
                  <a:gd name="T13" fmla="*/ 2147483647 h 76"/>
                  <a:gd name="T14" fmla="*/ 2147483647 w 52"/>
                  <a:gd name="T15" fmla="*/ 2147483647 h 76"/>
                  <a:gd name="T16" fmla="*/ 2147483647 w 52"/>
                  <a:gd name="T17" fmla="*/ 2147483647 h 76"/>
                  <a:gd name="T18" fmla="*/ 2147483647 w 52"/>
                  <a:gd name="T19" fmla="*/ 2147483647 h 76"/>
                  <a:gd name="T20" fmla="*/ 2147483647 w 52"/>
                  <a:gd name="T21" fmla="*/ 2147483647 h 76"/>
                  <a:gd name="T22" fmla="*/ 2147483647 w 52"/>
                  <a:gd name="T23" fmla="*/ 0 h 76"/>
                  <a:gd name="T24" fmla="*/ 2147483647 w 52"/>
                  <a:gd name="T25" fmla="*/ 2147483647 h 76"/>
                  <a:gd name="T26" fmla="*/ 2147483647 w 52"/>
                  <a:gd name="T27" fmla="*/ 2147483647 h 76"/>
                  <a:gd name="T28" fmla="*/ 2147483647 w 52"/>
                  <a:gd name="T29" fmla="*/ 2147483647 h 76"/>
                  <a:gd name="T30" fmla="*/ 2147483647 w 52"/>
                  <a:gd name="T31" fmla="*/ 2147483647 h 76"/>
                  <a:gd name="T32" fmla="*/ 2147483647 w 52"/>
                  <a:gd name="T33" fmla="*/ 2147483647 h 76"/>
                  <a:gd name="T34" fmla="*/ 2147483647 w 52"/>
                  <a:gd name="T35" fmla="*/ 2147483647 h 76"/>
                  <a:gd name="T36" fmla="*/ 2147483647 w 52"/>
                  <a:gd name="T37" fmla="*/ 2147483647 h 76"/>
                  <a:gd name="T38" fmla="*/ 2147483647 w 52"/>
                  <a:gd name="T39" fmla="*/ 2147483647 h 76"/>
                  <a:gd name="T40" fmla="*/ 2147483647 w 52"/>
                  <a:gd name="T41" fmla="*/ 2147483647 h 76"/>
                  <a:gd name="T42" fmla="*/ 2147483647 w 52"/>
                  <a:gd name="T43" fmla="*/ 2147483647 h 76"/>
                  <a:gd name="T44" fmla="*/ 2147483647 w 52"/>
                  <a:gd name="T45" fmla="*/ 2147483647 h 76"/>
                  <a:gd name="T46" fmla="*/ 2147483647 w 52"/>
                  <a:gd name="T47" fmla="*/ 2147483647 h 76"/>
                  <a:gd name="T48" fmla="*/ 2147483647 w 52"/>
                  <a:gd name="T49" fmla="*/ 2147483647 h 76"/>
                  <a:gd name="T50" fmla="*/ 2147483647 w 52"/>
                  <a:gd name="T51" fmla="*/ 2147483647 h 76"/>
                  <a:gd name="T52" fmla="*/ 2147483647 w 52"/>
                  <a:gd name="T53" fmla="*/ 2147483647 h 76"/>
                  <a:gd name="T54" fmla="*/ 2147483647 w 52"/>
                  <a:gd name="T55" fmla="*/ 2147483647 h 76"/>
                  <a:gd name="T56" fmla="*/ 2147483647 w 52"/>
                  <a:gd name="T57" fmla="*/ 2147483647 h 76"/>
                  <a:gd name="T58" fmla="*/ 2147483647 w 52"/>
                  <a:gd name="T59" fmla="*/ 2147483647 h 76"/>
                  <a:gd name="T60" fmla="*/ 2147483647 w 52"/>
                  <a:gd name="T61" fmla="*/ 2147483647 h 76"/>
                  <a:gd name="T62" fmla="*/ 2147483647 w 52"/>
                  <a:gd name="T63" fmla="*/ 2147483647 h 76"/>
                  <a:gd name="T64" fmla="*/ 0 w 52"/>
                  <a:gd name="T65" fmla="*/ 2147483647 h 76"/>
                  <a:gd name="T66" fmla="*/ 0 w 52"/>
                  <a:gd name="T67" fmla="*/ 2147483647 h 76"/>
                  <a:gd name="T68" fmla="*/ 2147483647 w 52"/>
                  <a:gd name="T69" fmla="*/ 2147483647 h 76"/>
                  <a:gd name="T70" fmla="*/ 2147483647 w 52"/>
                  <a:gd name="T71" fmla="*/ 2147483647 h 76"/>
                  <a:gd name="T72" fmla="*/ 2147483647 w 52"/>
                  <a:gd name="T73" fmla="*/ 2147483647 h 76"/>
                  <a:gd name="T74" fmla="*/ 2147483647 w 52"/>
                  <a:gd name="T75" fmla="*/ 2147483647 h 76"/>
                  <a:gd name="T76" fmla="*/ 2147483647 w 52"/>
                  <a:gd name="T77" fmla="*/ 2147483647 h 76"/>
                  <a:gd name="T78" fmla="*/ 2147483647 w 52"/>
                  <a:gd name="T79" fmla="*/ 2147483647 h 76"/>
                  <a:gd name="T80" fmla="*/ 2147483647 w 52"/>
                  <a:gd name="T81" fmla="*/ 2147483647 h 76"/>
                  <a:gd name="T82" fmla="*/ 2147483647 w 52"/>
                  <a:gd name="T83" fmla="*/ 2147483647 h 76"/>
                  <a:gd name="T84" fmla="*/ 2147483647 w 52"/>
                  <a:gd name="T85" fmla="*/ 2147483647 h 76"/>
                  <a:gd name="T86" fmla="*/ 2147483647 w 52"/>
                  <a:gd name="T87" fmla="*/ 2147483647 h 76"/>
                  <a:gd name="T88" fmla="*/ 2147483647 w 52"/>
                  <a:gd name="T89" fmla="*/ 2147483647 h 76"/>
                  <a:gd name="T90" fmla="*/ 2147483647 w 52"/>
                  <a:gd name="T91" fmla="*/ 2147483647 h 76"/>
                  <a:gd name="T92" fmla="*/ 2147483647 w 52"/>
                  <a:gd name="T93" fmla="*/ 2147483647 h 76"/>
                  <a:gd name="T94" fmla="*/ 2147483647 w 52"/>
                  <a:gd name="T95" fmla="*/ 2147483647 h 76"/>
                  <a:gd name="T96" fmla="*/ 2147483647 w 52"/>
                  <a:gd name="T97" fmla="*/ 2147483647 h 76"/>
                  <a:gd name="T98" fmla="*/ 2147483647 w 52"/>
                  <a:gd name="T99" fmla="*/ 2147483647 h 76"/>
                  <a:gd name="T100" fmla="*/ 2147483647 w 52"/>
                  <a:gd name="T101" fmla="*/ 2147483647 h 76"/>
                  <a:gd name="T102" fmla="*/ 2147483647 w 52"/>
                  <a:gd name="T103" fmla="*/ 2147483647 h 76"/>
                  <a:gd name="T104" fmla="*/ 2147483647 w 52"/>
                  <a:gd name="T105" fmla="*/ 2147483647 h 76"/>
                  <a:gd name="T106" fmla="*/ 2147483647 w 52"/>
                  <a:gd name="T107" fmla="*/ 2147483647 h 76"/>
                  <a:gd name="T108" fmla="*/ 2147483647 w 52"/>
                  <a:gd name="T109" fmla="*/ 2147483647 h 76"/>
                  <a:gd name="T110" fmla="*/ 2147483647 w 52"/>
                  <a:gd name="T111" fmla="*/ 2147483647 h 76"/>
                  <a:gd name="T112" fmla="*/ 2147483647 w 52"/>
                  <a:gd name="T113" fmla="*/ 2147483647 h 76"/>
                  <a:gd name="T114" fmla="*/ 2147483647 w 52"/>
                  <a:gd name="T115" fmla="*/ 2147483647 h 7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52"/>
                  <a:gd name="T175" fmla="*/ 0 h 76"/>
                  <a:gd name="T176" fmla="*/ 52 w 52"/>
                  <a:gd name="T177" fmla="*/ 76 h 7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52" h="76">
                    <a:moveTo>
                      <a:pt x="52" y="32"/>
                    </a:moveTo>
                    <a:lnTo>
                      <a:pt x="50" y="26"/>
                    </a:lnTo>
                    <a:lnTo>
                      <a:pt x="48" y="24"/>
                    </a:lnTo>
                    <a:lnTo>
                      <a:pt x="46" y="22"/>
                    </a:lnTo>
                    <a:lnTo>
                      <a:pt x="46" y="20"/>
                    </a:lnTo>
                    <a:lnTo>
                      <a:pt x="40" y="20"/>
                    </a:lnTo>
                    <a:lnTo>
                      <a:pt x="32" y="6"/>
                    </a:lnTo>
                    <a:lnTo>
                      <a:pt x="24" y="6"/>
                    </a:lnTo>
                    <a:lnTo>
                      <a:pt x="22" y="4"/>
                    </a:lnTo>
                    <a:lnTo>
                      <a:pt x="20" y="4"/>
                    </a:lnTo>
                    <a:lnTo>
                      <a:pt x="16" y="2"/>
                    </a:lnTo>
                    <a:lnTo>
                      <a:pt x="14" y="0"/>
                    </a:lnTo>
                    <a:lnTo>
                      <a:pt x="12" y="4"/>
                    </a:lnTo>
                    <a:lnTo>
                      <a:pt x="12" y="10"/>
                    </a:lnTo>
                    <a:lnTo>
                      <a:pt x="10" y="10"/>
                    </a:lnTo>
                    <a:lnTo>
                      <a:pt x="8" y="12"/>
                    </a:lnTo>
                    <a:lnTo>
                      <a:pt x="6" y="14"/>
                    </a:lnTo>
                    <a:lnTo>
                      <a:pt x="4" y="16"/>
                    </a:lnTo>
                    <a:lnTo>
                      <a:pt x="2" y="20"/>
                    </a:lnTo>
                    <a:lnTo>
                      <a:pt x="2" y="28"/>
                    </a:lnTo>
                    <a:lnTo>
                      <a:pt x="4" y="32"/>
                    </a:lnTo>
                    <a:lnTo>
                      <a:pt x="4" y="36"/>
                    </a:lnTo>
                    <a:lnTo>
                      <a:pt x="6" y="40"/>
                    </a:lnTo>
                    <a:lnTo>
                      <a:pt x="10" y="44"/>
                    </a:lnTo>
                    <a:lnTo>
                      <a:pt x="12" y="46"/>
                    </a:lnTo>
                    <a:lnTo>
                      <a:pt x="12" y="48"/>
                    </a:lnTo>
                    <a:lnTo>
                      <a:pt x="6" y="54"/>
                    </a:lnTo>
                    <a:lnTo>
                      <a:pt x="8" y="62"/>
                    </a:lnTo>
                    <a:lnTo>
                      <a:pt x="6" y="64"/>
                    </a:lnTo>
                    <a:lnTo>
                      <a:pt x="4" y="64"/>
                    </a:lnTo>
                    <a:lnTo>
                      <a:pt x="4" y="66"/>
                    </a:lnTo>
                    <a:lnTo>
                      <a:pt x="2" y="68"/>
                    </a:lnTo>
                    <a:lnTo>
                      <a:pt x="0" y="72"/>
                    </a:lnTo>
                    <a:lnTo>
                      <a:pt x="4" y="76"/>
                    </a:lnTo>
                    <a:lnTo>
                      <a:pt x="10" y="76"/>
                    </a:lnTo>
                    <a:lnTo>
                      <a:pt x="12" y="74"/>
                    </a:lnTo>
                    <a:lnTo>
                      <a:pt x="12" y="72"/>
                    </a:lnTo>
                    <a:lnTo>
                      <a:pt x="14" y="72"/>
                    </a:lnTo>
                    <a:lnTo>
                      <a:pt x="16" y="72"/>
                    </a:lnTo>
                    <a:lnTo>
                      <a:pt x="18" y="72"/>
                    </a:lnTo>
                    <a:lnTo>
                      <a:pt x="20" y="72"/>
                    </a:lnTo>
                    <a:lnTo>
                      <a:pt x="22" y="72"/>
                    </a:lnTo>
                    <a:lnTo>
                      <a:pt x="26" y="74"/>
                    </a:lnTo>
                    <a:lnTo>
                      <a:pt x="30" y="74"/>
                    </a:lnTo>
                    <a:lnTo>
                      <a:pt x="32" y="72"/>
                    </a:lnTo>
                    <a:lnTo>
                      <a:pt x="40" y="64"/>
                    </a:lnTo>
                    <a:lnTo>
                      <a:pt x="40" y="60"/>
                    </a:lnTo>
                    <a:lnTo>
                      <a:pt x="44" y="50"/>
                    </a:lnTo>
                    <a:lnTo>
                      <a:pt x="46" y="46"/>
                    </a:lnTo>
                    <a:lnTo>
                      <a:pt x="48" y="44"/>
                    </a:lnTo>
                    <a:lnTo>
                      <a:pt x="50" y="42"/>
                    </a:lnTo>
                    <a:lnTo>
                      <a:pt x="50" y="40"/>
                    </a:lnTo>
                    <a:lnTo>
                      <a:pt x="52" y="38"/>
                    </a:lnTo>
                    <a:lnTo>
                      <a:pt x="52" y="36"/>
                    </a:lnTo>
                    <a:lnTo>
                      <a:pt x="52" y="34"/>
                    </a:lnTo>
                    <a:lnTo>
                      <a:pt x="52" y="32"/>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9" name="Guyana" descr="© INSCALE GmbH, 05.05.2010&#10;http://www.presentationload.com/">
                <a:extLst>
                  <a:ext uri="{FF2B5EF4-FFF2-40B4-BE49-F238E27FC236}">
                    <a16:creationId xmlns:a16="http://schemas.microsoft.com/office/drawing/2014/main" id="{3C656F60-1B5C-CBA8-9459-D268FCAE8298}"/>
                  </a:ext>
                </a:extLst>
              </p:cNvPr>
              <p:cNvSpPr>
                <a:spLocks/>
              </p:cNvSpPr>
              <p:nvPr/>
            </p:nvSpPr>
            <p:spPr bwMode="gray">
              <a:xfrm>
                <a:off x="1548" y="2396"/>
                <a:ext cx="82" cy="148"/>
              </a:xfrm>
              <a:custGeom>
                <a:avLst/>
                <a:gdLst>
                  <a:gd name="T0" fmla="*/ 2147483647 w 324"/>
                  <a:gd name="T1" fmla="*/ 2147483647 h 582"/>
                  <a:gd name="T2" fmla="*/ 2147483647 w 324"/>
                  <a:gd name="T3" fmla="*/ 2147483647 h 582"/>
                  <a:gd name="T4" fmla="*/ 2147483647 w 324"/>
                  <a:gd name="T5" fmla="*/ 2147483647 h 582"/>
                  <a:gd name="T6" fmla="*/ 2147483647 w 324"/>
                  <a:gd name="T7" fmla="*/ 2147483647 h 582"/>
                  <a:gd name="T8" fmla="*/ 2147483647 w 324"/>
                  <a:gd name="T9" fmla="*/ 2147483647 h 582"/>
                  <a:gd name="T10" fmla="*/ 2147483647 w 324"/>
                  <a:gd name="T11" fmla="*/ 2147483647 h 582"/>
                  <a:gd name="T12" fmla="*/ 2147483647 w 324"/>
                  <a:gd name="T13" fmla="*/ 2147483647 h 582"/>
                  <a:gd name="T14" fmla="*/ 2147483647 w 324"/>
                  <a:gd name="T15" fmla="*/ 2147483647 h 582"/>
                  <a:gd name="T16" fmla="*/ 0 w 324"/>
                  <a:gd name="T17" fmla="*/ 2147483647 h 582"/>
                  <a:gd name="T18" fmla="*/ 2147483647 w 324"/>
                  <a:gd name="T19" fmla="*/ 2147483647 h 582"/>
                  <a:gd name="T20" fmla="*/ 2147483647 w 324"/>
                  <a:gd name="T21" fmla="*/ 2147483647 h 582"/>
                  <a:gd name="T22" fmla="*/ 2147483647 w 324"/>
                  <a:gd name="T23" fmla="*/ 2147483647 h 582"/>
                  <a:gd name="T24" fmla="*/ 2147483647 w 324"/>
                  <a:gd name="T25" fmla="*/ 2147483647 h 582"/>
                  <a:gd name="T26" fmla="*/ 2147483647 w 324"/>
                  <a:gd name="T27" fmla="*/ 2147483647 h 582"/>
                  <a:gd name="T28" fmla="*/ 2147483647 w 324"/>
                  <a:gd name="T29" fmla="*/ 2147483647 h 582"/>
                  <a:gd name="T30" fmla="*/ 2147483647 w 324"/>
                  <a:gd name="T31" fmla="*/ 2147483647 h 582"/>
                  <a:gd name="T32" fmla="*/ 2147483647 w 324"/>
                  <a:gd name="T33" fmla="*/ 2147483647 h 582"/>
                  <a:gd name="T34" fmla="*/ 2147483647 w 324"/>
                  <a:gd name="T35" fmla="*/ 2147483647 h 582"/>
                  <a:gd name="T36" fmla="*/ 2147483647 w 324"/>
                  <a:gd name="T37" fmla="*/ 2147483647 h 582"/>
                  <a:gd name="T38" fmla="*/ 2147483647 w 324"/>
                  <a:gd name="T39" fmla="*/ 2147483647 h 582"/>
                  <a:gd name="T40" fmla="*/ 2147483647 w 324"/>
                  <a:gd name="T41" fmla="*/ 2147483647 h 582"/>
                  <a:gd name="T42" fmla="*/ 2147483647 w 324"/>
                  <a:gd name="T43" fmla="*/ 2147483647 h 582"/>
                  <a:gd name="T44" fmla="*/ 2147483647 w 324"/>
                  <a:gd name="T45" fmla="*/ 2147483647 h 582"/>
                  <a:gd name="T46" fmla="*/ 2147483647 w 324"/>
                  <a:gd name="T47" fmla="*/ 2147483647 h 582"/>
                  <a:gd name="T48" fmla="*/ 2147483647 w 324"/>
                  <a:gd name="T49" fmla="*/ 2147483647 h 582"/>
                  <a:gd name="T50" fmla="*/ 2147483647 w 324"/>
                  <a:gd name="T51" fmla="*/ 2147483647 h 582"/>
                  <a:gd name="T52" fmla="*/ 2147483647 w 324"/>
                  <a:gd name="T53" fmla="*/ 2147483647 h 582"/>
                  <a:gd name="T54" fmla="*/ 2147483647 w 324"/>
                  <a:gd name="T55" fmla="*/ 2147483647 h 582"/>
                  <a:gd name="T56" fmla="*/ 2147483647 w 324"/>
                  <a:gd name="T57" fmla="*/ 2147483647 h 582"/>
                  <a:gd name="T58" fmla="*/ 2147483647 w 324"/>
                  <a:gd name="T59" fmla="*/ 2147483647 h 582"/>
                  <a:gd name="T60" fmla="*/ 2147483647 w 324"/>
                  <a:gd name="T61" fmla="*/ 2147483647 h 582"/>
                  <a:gd name="T62" fmla="*/ 2147483647 w 324"/>
                  <a:gd name="T63" fmla="*/ 2147483647 h 582"/>
                  <a:gd name="T64" fmla="*/ 2147483647 w 324"/>
                  <a:gd name="T65" fmla="*/ 2147483647 h 582"/>
                  <a:gd name="T66" fmla="*/ 2147483647 w 324"/>
                  <a:gd name="T67" fmla="*/ 2147483647 h 582"/>
                  <a:gd name="T68" fmla="*/ 2147483647 w 324"/>
                  <a:gd name="T69" fmla="*/ 2147483647 h 582"/>
                  <a:gd name="T70" fmla="*/ 2147483647 w 324"/>
                  <a:gd name="T71" fmla="*/ 2147483647 h 582"/>
                  <a:gd name="T72" fmla="*/ 2147483647 w 324"/>
                  <a:gd name="T73" fmla="*/ 2147483647 h 582"/>
                  <a:gd name="T74" fmla="*/ 2147483647 w 324"/>
                  <a:gd name="T75" fmla="*/ 2147483647 h 582"/>
                  <a:gd name="T76" fmla="*/ 2147483647 w 324"/>
                  <a:gd name="T77" fmla="*/ 2147483647 h 582"/>
                  <a:gd name="T78" fmla="*/ 2147483647 w 324"/>
                  <a:gd name="T79" fmla="*/ 2147483647 h 582"/>
                  <a:gd name="T80" fmla="*/ 2147483647 w 324"/>
                  <a:gd name="T81" fmla="*/ 2147483647 h 582"/>
                  <a:gd name="T82" fmla="*/ 2147483647 w 324"/>
                  <a:gd name="T83" fmla="*/ 2147483647 h 582"/>
                  <a:gd name="T84" fmla="*/ 2147483647 w 324"/>
                  <a:gd name="T85" fmla="*/ 2147483647 h 582"/>
                  <a:gd name="T86" fmla="*/ 2147483647 w 324"/>
                  <a:gd name="T87" fmla="*/ 2147483647 h 582"/>
                  <a:gd name="T88" fmla="*/ 2147483647 w 324"/>
                  <a:gd name="T89" fmla="*/ 2147483647 h 582"/>
                  <a:gd name="T90" fmla="*/ 2147483647 w 324"/>
                  <a:gd name="T91" fmla="*/ 2147483647 h 582"/>
                  <a:gd name="T92" fmla="*/ 2147483647 w 324"/>
                  <a:gd name="T93" fmla="*/ 2147483647 h 582"/>
                  <a:gd name="T94" fmla="*/ 2147483647 w 324"/>
                  <a:gd name="T95" fmla="*/ 2147483647 h 582"/>
                  <a:gd name="T96" fmla="*/ 2147483647 w 324"/>
                  <a:gd name="T97" fmla="*/ 2147483647 h 582"/>
                  <a:gd name="T98" fmla="*/ 2147483647 w 324"/>
                  <a:gd name="T99" fmla="*/ 2147483647 h 582"/>
                  <a:gd name="T100" fmla="*/ 2147483647 w 324"/>
                  <a:gd name="T101" fmla="*/ 2147483647 h 582"/>
                  <a:gd name="T102" fmla="*/ 2147483647 w 324"/>
                  <a:gd name="T103" fmla="*/ 2147483647 h 582"/>
                  <a:gd name="T104" fmla="*/ 2147483647 w 324"/>
                  <a:gd name="T105" fmla="*/ 2147483647 h 582"/>
                  <a:gd name="T106" fmla="*/ 2147483647 w 324"/>
                  <a:gd name="T107" fmla="*/ 2147483647 h 582"/>
                  <a:gd name="T108" fmla="*/ 2147483647 w 324"/>
                  <a:gd name="T109" fmla="*/ 2147483647 h 582"/>
                  <a:gd name="T110" fmla="*/ 2147483647 w 324"/>
                  <a:gd name="T111" fmla="*/ 2147483647 h 582"/>
                  <a:gd name="T112" fmla="*/ 2147483647 w 324"/>
                  <a:gd name="T113" fmla="*/ 2147483647 h 582"/>
                  <a:gd name="T114" fmla="*/ 2147483647 w 324"/>
                  <a:gd name="T115" fmla="*/ 2147483647 h 582"/>
                  <a:gd name="T116" fmla="*/ 2147483647 w 324"/>
                  <a:gd name="T117" fmla="*/ 2147483647 h 582"/>
                  <a:gd name="T118" fmla="*/ 2147483647 w 324"/>
                  <a:gd name="T119" fmla="*/ 2147483647 h 582"/>
                  <a:gd name="T120" fmla="*/ 2147483647 w 324"/>
                  <a:gd name="T121" fmla="*/ 2147483647 h 582"/>
                  <a:gd name="T122" fmla="*/ 2147483647 w 324"/>
                  <a:gd name="T123" fmla="*/ 0 h 582"/>
                  <a:gd name="T124" fmla="*/ 2147483647 w 324"/>
                  <a:gd name="T125" fmla="*/ 2147483647 h 58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24"/>
                  <a:gd name="T190" fmla="*/ 0 h 582"/>
                  <a:gd name="T191" fmla="*/ 324 w 324"/>
                  <a:gd name="T192" fmla="*/ 582 h 58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24" h="582">
                    <a:moveTo>
                      <a:pt x="90" y="42"/>
                    </a:moveTo>
                    <a:lnTo>
                      <a:pt x="84" y="48"/>
                    </a:lnTo>
                    <a:lnTo>
                      <a:pt x="72" y="48"/>
                    </a:lnTo>
                    <a:lnTo>
                      <a:pt x="60" y="60"/>
                    </a:lnTo>
                    <a:lnTo>
                      <a:pt x="60" y="102"/>
                    </a:lnTo>
                    <a:lnTo>
                      <a:pt x="84" y="102"/>
                    </a:lnTo>
                    <a:lnTo>
                      <a:pt x="84" y="120"/>
                    </a:lnTo>
                    <a:lnTo>
                      <a:pt x="78" y="126"/>
                    </a:lnTo>
                    <a:lnTo>
                      <a:pt x="66" y="132"/>
                    </a:lnTo>
                    <a:lnTo>
                      <a:pt x="54" y="132"/>
                    </a:lnTo>
                    <a:lnTo>
                      <a:pt x="42" y="138"/>
                    </a:lnTo>
                    <a:lnTo>
                      <a:pt x="12" y="138"/>
                    </a:lnTo>
                    <a:lnTo>
                      <a:pt x="12" y="144"/>
                    </a:lnTo>
                    <a:lnTo>
                      <a:pt x="30" y="162"/>
                    </a:lnTo>
                    <a:lnTo>
                      <a:pt x="30" y="180"/>
                    </a:lnTo>
                    <a:lnTo>
                      <a:pt x="18" y="186"/>
                    </a:lnTo>
                    <a:lnTo>
                      <a:pt x="12" y="186"/>
                    </a:lnTo>
                    <a:lnTo>
                      <a:pt x="0" y="192"/>
                    </a:lnTo>
                    <a:lnTo>
                      <a:pt x="0" y="204"/>
                    </a:lnTo>
                    <a:lnTo>
                      <a:pt x="6" y="210"/>
                    </a:lnTo>
                    <a:lnTo>
                      <a:pt x="12" y="222"/>
                    </a:lnTo>
                    <a:lnTo>
                      <a:pt x="48" y="258"/>
                    </a:lnTo>
                    <a:lnTo>
                      <a:pt x="72" y="264"/>
                    </a:lnTo>
                    <a:lnTo>
                      <a:pt x="78" y="252"/>
                    </a:lnTo>
                    <a:lnTo>
                      <a:pt x="90" y="264"/>
                    </a:lnTo>
                    <a:lnTo>
                      <a:pt x="96" y="276"/>
                    </a:lnTo>
                    <a:lnTo>
                      <a:pt x="96" y="294"/>
                    </a:lnTo>
                    <a:lnTo>
                      <a:pt x="90" y="306"/>
                    </a:lnTo>
                    <a:lnTo>
                      <a:pt x="84" y="312"/>
                    </a:lnTo>
                    <a:lnTo>
                      <a:pt x="84" y="318"/>
                    </a:lnTo>
                    <a:lnTo>
                      <a:pt x="90" y="324"/>
                    </a:lnTo>
                    <a:lnTo>
                      <a:pt x="96" y="324"/>
                    </a:lnTo>
                    <a:lnTo>
                      <a:pt x="108" y="318"/>
                    </a:lnTo>
                    <a:lnTo>
                      <a:pt x="114" y="318"/>
                    </a:lnTo>
                    <a:lnTo>
                      <a:pt x="114" y="348"/>
                    </a:lnTo>
                    <a:lnTo>
                      <a:pt x="120" y="354"/>
                    </a:lnTo>
                    <a:lnTo>
                      <a:pt x="126" y="354"/>
                    </a:lnTo>
                    <a:lnTo>
                      <a:pt x="126" y="366"/>
                    </a:lnTo>
                    <a:lnTo>
                      <a:pt x="120" y="378"/>
                    </a:lnTo>
                    <a:lnTo>
                      <a:pt x="108" y="390"/>
                    </a:lnTo>
                    <a:lnTo>
                      <a:pt x="96" y="432"/>
                    </a:lnTo>
                    <a:lnTo>
                      <a:pt x="90" y="444"/>
                    </a:lnTo>
                    <a:lnTo>
                      <a:pt x="90" y="450"/>
                    </a:lnTo>
                    <a:lnTo>
                      <a:pt x="84" y="462"/>
                    </a:lnTo>
                    <a:lnTo>
                      <a:pt x="84" y="468"/>
                    </a:lnTo>
                    <a:lnTo>
                      <a:pt x="90" y="480"/>
                    </a:lnTo>
                    <a:lnTo>
                      <a:pt x="114" y="504"/>
                    </a:lnTo>
                    <a:lnTo>
                      <a:pt x="114" y="534"/>
                    </a:lnTo>
                    <a:lnTo>
                      <a:pt x="144" y="570"/>
                    </a:lnTo>
                    <a:lnTo>
                      <a:pt x="156" y="570"/>
                    </a:lnTo>
                    <a:lnTo>
                      <a:pt x="162" y="582"/>
                    </a:lnTo>
                    <a:lnTo>
                      <a:pt x="198" y="582"/>
                    </a:lnTo>
                    <a:lnTo>
                      <a:pt x="204" y="576"/>
                    </a:lnTo>
                    <a:lnTo>
                      <a:pt x="204" y="564"/>
                    </a:lnTo>
                    <a:lnTo>
                      <a:pt x="216" y="552"/>
                    </a:lnTo>
                    <a:lnTo>
                      <a:pt x="234" y="552"/>
                    </a:lnTo>
                    <a:lnTo>
                      <a:pt x="240" y="540"/>
                    </a:lnTo>
                    <a:lnTo>
                      <a:pt x="270" y="540"/>
                    </a:lnTo>
                    <a:lnTo>
                      <a:pt x="270" y="534"/>
                    </a:lnTo>
                    <a:lnTo>
                      <a:pt x="288" y="516"/>
                    </a:lnTo>
                    <a:lnTo>
                      <a:pt x="300" y="516"/>
                    </a:lnTo>
                    <a:lnTo>
                      <a:pt x="312" y="528"/>
                    </a:lnTo>
                    <a:lnTo>
                      <a:pt x="318" y="528"/>
                    </a:lnTo>
                    <a:lnTo>
                      <a:pt x="324" y="522"/>
                    </a:lnTo>
                    <a:lnTo>
                      <a:pt x="324" y="510"/>
                    </a:lnTo>
                    <a:lnTo>
                      <a:pt x="318" y="504"/>
                    </a:lnTo>
                    <a:lnTo>
                      <a:pt x="312" y="492"/>
                    </a:lnTo>
                    <a:lnTo>
                      <a:pt x="306" y="474"/>
                    </a:lnTo>
                    <a:lnTo>
                      <a:pt x="288" y="456"/>
                    </a:lnTo>
                    <a:lnTo>
                      <a:pt x="282" y="444"/>
                    </a:lnTo>
                    <a:lnTo>
                      <a:pt x="282" y="420"/>
                    </a:lnTo>
                    <a:lnTo>
                      <a:pt x="288" y="414"/>
                    </a:lnTo>
                    <a:lnTo>
                      <a:pt x="288" y="396"/>
                    </a:lnTo>
                    <a:lnTo>
                      <a:pt x="276" y="408"/>
                    </a:lnTo>
                    <a:lnTo>
                      <a:pt x="276" y="414"/>
                    </a:lnTo>
                    <a:lnTo>
                      <a:pt x="264" y="414"/>
                    </a:lnTo>
                    <a:lnTo>
                      <a:pt x="258" y="402"/>
                    </a:lnTo>
                    <a:lnTo>
                      <a:pt x="252" y="396"/>
                    </a:lnTo>
                    <a:lnTo>
                      <a:pt x="246" y="384"/>
                    </a:lnTo>
                    <a:lnTo>
                      <a:pt x="246" y="372"/>
                    </a:lnTo>
                    <a:lnTo>
                      <a:pt x="240" y="372"/>
                    </a:lnTo>
                    <a:lnTo>
                      <a:pt x="240" y="366"/>
                    </a:lnTo>
                    <a:lnTo>
                      <a:pt x="234" y="360"/>
                    </a:lnTo>
                    <a:lnTo>
                      <a:pt x="234" y="348"/>
                    </a:lnTo>
                    <a:lnTo>
                      <a:pt x="240" y="336"/>
                    </a:lnTo>
                    <a:lnTo>
                      <a:pt x="246" y="330"/>
                    </a:lnTo>
                    <a:lnTo>
                      <a:pt x="246" y="288"/>
                    </a:lnTo>
                    <a:lnTo>
                      <a:pt x="252" y="282"/>
                    </a:lnTo>
                    <a:lnTo>
                      <a:pt x="264" y="276"/>
                    </a:lnTo>
                    <a:lnTo>
                      <a:pt x="294" y="276"/>
                    </a:lnTo>
                    <a:lnTo>
                      <a:pt x="300" y="270"/>
                    </a:lnTo>
                    <a:lnTo>
                      <a:pt x="300" y="258"/>
                    </a:lnTo>
                    <a:lnTo>
                      <a:pt x="288" y="246"/>
                    </a:lnTo>
                    <a:lnTo>
                      <a:pt x="288" y="234"/>
                    </a:lnTo>
                    <a:lnTo>
                      <a:pt x="294" y="222"/>
                    </a:lnTo>
                    <a:lnTo>
                      <a:pt x="300" y="216"/>
                    </a:lnTo>
                    <a:lnTo>
                      <a:pt x="306" y="204"/>
                    </a:lnTo>
                    <a:lnTo>
                      <a:pt x="306" y="192"/>
                    </a:lnTo>
                    <a:lnTo>
                      <a:pt x="300" y="180"/>
                    </a:lnTo>
                    <a:lnTo>
                      <a:pt x="294" y="174"/>
                    </a:lnTo>
                    <a:lnTo>
                      <a:pt x="276" y="174"/>
                    </a:lnTo>
                    <a:lnTo>
                      <a:pt x="270" y="180"/>
                    </a:lnTo>
                    <a:lnTo>
                      <a:pt x="270" y="156"/>
                    </a:lnTo>
                    <a:lnTo>
                      <a:pt x="258" y="150"/>
                    </a:lnTo>
                    <a:lnTo>
                      <a:pt x="252" y="138"/>
                    </a:lnTo>
                    <a:lnTo>
                      <a:pt x="234" y="132"/>
                    </a:lnTo>
                    <a:lnTo>
                      <a:pt x="216" y="132"/>
                    </a:lnTo>
                    <a:lnTo>
                      <a:pt x="204" y="138"/>
                    </a:lnTo>
                    <a:lnTo>
                      <a:pt x="198" y="150"/>
                    </a:lnTo>
                    <a:lnTo>
                      <a:pt x="198" y="156"/>
                    </a:lnTo>
                    <a:lnTo>
                      <a:pt x="192" y="162"/>
                    </a:lnTo>
                    <a:lnTo>
                      <a:pt x="192" y="168"/>
                    </a:lnTo>
                    <a:lnTo>
                      <a:pt x="192" y="162"/>
                    </a:lnTo>
                    <a:lnTo>
                      <a:pt x="198" y="156"/>
                    </a:lnTo>
                    <a:lnTo>
                      <a:pt x="198" y="144"/>
                    </a:lnTo>
                    <a:lnTo>
                      <a:pt x="204" y="132"/>
                    </a:lnTo>
                    <a:lnTo>
                      <a:pt x="204" y="114"/>
                    </a:lnTo>
                    <a:lnTo>
                      <a:pt x="210" y="102"/>
                    </a:lnTo>
                    <a:lnTo>
                      <a:pt x="210" y="78"/>
                    </a:lnTo>
                    <a:lnTo>
                      <a:pt x="192" y="42"/>
                    </a:lnTo>
                    <a:lnTo>
                      <a:pt x="180" y="30"/>
                    </a:lnTo>
                    <a:lnTo>
                      <a:pt x="132" y="6"/>
                    </a:lnTo>
                    <a:lnTo>
                      <a:pt x="126" y="0"/>
                    </a:lnTo>
                    <a:lnTo>
                      <a:pt x="120" y="0"/>
                    </a:lnTo>
                    <a:lnTo>
                      <a:pt x="102" y="36"/>
                    </a:lnTo>
                    <a:lnTo>
                      <a:pt x="96" y="42"/>
                    </a:lnTo>
                    <a:lnTo>
                      <a:pt x="90" y="42"/>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50" name="Greenland" descr="© INSCALE GmbH, 05.05.2010&#10;http://www.presentationload.com/">
                <a:extLst>
                  <a:ext uri="{FF2B5EF4-FFF2-40B4-BE49-F238E27FC236}">
                    <a16:creationId xmlns:a16="http://schemas.microsoft.com/office/drawing/2014/main" id="{2E5EC604-8B34-37B6-0DBF-2F67847E5067}"/>
                  </a:ext>
                </a:extLst>
              </p:cNvPr>
              <p:cNvSpPr>
                <a:spLocks noEditPoints="1"/>
              </p:cNvSpPr>
              <p:nvPr/>
            </p:nvSpPr>
            <p:spPr bwMode="gray">
              <a:xfrm>
                <a:off x="1880" y="974"/>
                <a:ext cx="711" cy="387"/>
              </a:xfrm>
              <a:custGeom>
                <a:avLst/>
                <a:gdLst>
                  <a:gd name="T0" fmla="*/ 2147483647 w 732"/>
                  <a:gd name="T1" fmla="*/ 2147483647 h 398"/>
                  <a:gd name="T2" fmla="*/ 2147483647 w 732"/>
                  <a:gd name="T3" fmla="*/ 2147483647 h 398"/>
                  <a:gd name="T4" fmla="*/ 2147483647 w 732"/>
                  <a:gd name="T5" fmla="*/ 2147483647 h 398"/>
                  <a:gd name="T6" fmla="*/ 2147483647 w 732"/>
                  <a:gd name="T7" fmla="*/ 2147483647 h 398"/>
                  <a:gd name="T8" fmla="*/ 2147483647 w 732"/>
                  <a:gd name="T9" fmla="*/ 2147483647 h 398"/>
                  <a:gd name="T10" fmla="*/ 2147483647 w 732"/>
                  <a:gd name="T11" fmla="*/ 2147483647 h 398"/>
                  <a:gd name="T12" fmla="*/ 2147483647 w 732"/>
                  <a:gd name="T13" fmla="*/ 2147483647 h 398"/>
                  <a:gd name="T14" fmla="*/ 2147483647 w 732"/>
                  <a:gd name="T15" fmla="*/ 2147483647 h 398"/>
                  <a:gd name="T16" fmla="*/ 2147483647 w 732"/>
                  <a:gd name="T17" fmla="*/ 2147483647 h 398"/>
                  <a:gd name="T18" fmla="*/ 2147483647 w 732"/>
                  <a:gd name="T19" fmla="*/ 2147483647 h 398"/>
                  <a:gd name="T20" fmla="*/ 2147483647 w 732"/>
                  <a:gd name="T21" fmla="*/ 2147483647 h 398"/>
                  <a:gd name="T22" fmla="*/ 2147483647 w 732"/>
                  <a:gd name="T23" fmla="*/ 2147483647 h 398"/>
                  <a:gd name="T24" fmla="*/ 2147483647 w 732"/>
                  <a:gd name="T25" fmla="*/ 2147483647 h 398"/>
                  <a:gd name="T26" fmla="*/ 2147483647 w 732"/>
                  <a:gd name="T27" fmla="*/ 2147483647 h 398"/>
                  <a:gd name="T28" fmla="*/ 2147483647 w 732"/>
                  <a:gd name="T29" fmla="*/ 2147483647 h 398"/>
                  <a:gd name="T30" fmla="*/ 2147483647 w 732"/>
                  <a:gd name="T31" fmla="*/ 2147483647 h 398"/>
                  <a:gd name="T32" fmla="*/ 2147483647 w 732"/>
                  <a:gd name="T33" fmla="*/ 2147483647 h 398"/>
                  <a:gd name="T34" fmla="*/ 2147483647 w 732"/>
                  <a:gd name="T35" fmla="*/ 2147483647 h 398"/>
                  <a:gd name="T36" fmla="*/ 2147483647 w 732"/>
                  <a:gd name="T37" fmla="*/ 2147483647 h 398"/>
                  <a:gd name="T38" fmla="*/ 2147483647 w 732"/>
                  <a:gd name="T39" fmla="*/ 2147483647 h 398"/>
                  <a:gd name="T40" fmla="*/ 2147483647 w 732"/>
                  <a:gd name="T41" fmla="*/ 2147483647 h 398"/>
                  <a:gd name="T42" fmla="*/ 2147483647 w 732"/>
                  <a:gd name="T43" fmla="*/ 2147483647 h 398"/>
                  <a:gd name="T44" fmla="*/ 2147483647 w 732"/>
                  <a:gd name="T45" fmla="*/ 2147483647 h 398"/>
                  <a:gd name="T46" fmla="*/ 2147483647 w 732"/>
                  <a:gd name="T47" fmla="*/ 2147483647 h 398"/>
                  <a:gd name="T48" fmla="*/ 2147483647 w 732"/>
                  <a:gd name="T49" fmla="*/ 2147483647 h 398"/>
                  <a:gd name="T50" fmla="*/ 2147483647 w 732"/>
                  <a:gd name="T51" fmla="*/ 2147483647 h 398"/>
                  <a:gd name="T52" fmla="*/ 2147483647 w 732"/>
                  <a:gd name="T53" fmla="*/ 2147483647 h 398"/>
                  <a:gd name="T54" fmla="*/ 2147483647 w 732"/>
                  <a:gd name="T55" fmla="*/ 2147483647 h 398"/>
                  <a:gd name="T56" fmla="*/ 2147483647 w 732"/>
                  <a:gd name="T57" fmla="*/ 2147483647 h 398"/>
                  <a:gd name="T58" fmla="*/ 2147483647 w 732"/>
                  <a:gd name="T59" fmla="*/ 2147483647 h 398"/>
                  <a:gd name="T60" fmla="*/ 2147483647 w 732"/>
                  <a:gd name="T61" fmla="*/ 2147483647 h 398"/>
                  <a:gd name="T62" fmla="*/ 2147483647 w 732"/>
                  <a:gd name="T63" fmla="*/ 2147483647 h 398"/>
                  <a:gd name="T64" fmla="*/ 2147483647 w 732"/>
                  <a:gd name="T65" fmla="*/ 2147483647 h 398"/>
                  <a:gd name="T66" fmla="*/ 2147483647 w 732"/>
                  <a:gd name="T67" fmla="*/ 2147483647 h 398"/>
                  <a:gd name="T68" fmla="*/ 2147483647 w 732"/>
                  <a:gd name="T69" fmla="*/ 2147483647 h 398"/>
                  <a:gd name="T70" fmla="*/ 2147483647 w 732"/>
                  <a:gd name="T71" fmla="*/ 2147483647 h 398"/>
                  <a:gd name="T72" fmla="*/ 2147483647 w 732"/>
                  <a:gd name="T73" fmla="*/ 2147483647 h 398"/>
                  <a:gd name="T74" fmla="*/ 2147483647 w 732"/>
                  <a:gd name="T75" fmla="*/ 2147483647 h 398"/>
                  <a:gd name="T76" fmla="*/ 2147483647 w 732"/>
                  <a:gd name="T77" fmla="*/ 2147483647 h 398"/>
                  <a:gd name="T78" fmla="*/ 2147483647 w 732"/>
                  <a:gd name="T79" fmla="*/ 2147483647 h 398"/>
                  <a:gd name="T80" fmla="*/ 2147483647 w 732"/>
                  <a:gd name="T81" fmla="*/ 2147483647 h 398"/>
                  <a:gd name="T82" fmla="*/ 2147483647 w 732"/>
                  <a:gd name="T83" fmla="*/ 2147483647 h 398"/>
                  <a:gd name="T84" fmla="*/ 2147483647 w 732"/>
                  <a:gd name="T85" fmla="*/ 2147483647 h 398"/>
                  <a:gd name="T86" fmla="*/ 2147483647 w 732"/>
                  <a:gd name="T87" fmla="*/ 2147483647 h 398"/>
                  <a:gd name="T88" fmla="*/ 2147483647 w 732"/>
                  <a:gd name="T89" fmla="*/ 2147483647 h 398"/>
                  <a:gd name="T90" fmla="*/ 2147483647 w 732"/>
                  <a:gd name="T91" fmla="*/ 2147483647 h 398"/>
                  <a:gd name="T92" fmla="*/ 2147483647 w 732"/>
                  <a:gd name="T93" fmla="*/ 2147483647 h 398"/>
                  <a:gd name="T94" fmla="*/ 2147483647 w 732"/>
                  <a:gd name="T95" fmla="*/ 2147483647 h 398"/>
                  <a:gd name="T96" fmla="*/ 2147483647 w 732"/>
                  <a:gd name="T97" fmla="*/ 2147483647 h 398"/>
                  <a:gd name="T98" fmla="*/ 2147483647 w 732"/>
                  <a:gd name="T99" fmla="*/ 2147483647 h 398"/>
                  <a:gd name="T100" fmla="*/ 2147483647 w 732"/>
                  <a:gd name="T101" fmla="*/ 2147483647 h 398"/>
                  <a:gd name="T102" fmla="*/ 2147483647 w 732"/>
                  <a:gd name="T103" fmla="*/ 2147483647 h 398"/>
                  <a:gd name="T104" fmla="*/ 2147483647 w 732"/>
                  <a:gd name="T105" fmla="*/ 2147483647 h 398"/>
                  <a:gd name="T106" fmla="*/ 2147483647 w 732"/>
                  <a:gd name="T107" fmla="*/ 2147483647 h 398"/>
                  <a:gd name="T108" fmla="*/ 2147483647 w 732"/>
                  <a:gd name="T109" fmla="*/ 2147483647 h 398"/>
                  <a:gd name="T110" fmla="*/ 2147483647 w 732"/>
                  <a:gd name="T111" fmla="*/ 2147483647 h 398"/>
                  <a:gd name="T112" fmla="*/ 2147483647 w 732"/>
                  <a:gd name="T113" fmla="*/ 2147483647 h 398"/>
                  <a:gd name="T114" fmla="*/ 2147483647 w 732"/>
                  <a:gd name="T115" fmla="*/ 2147483647 h 398"/>
                  <a:gd name="T116" fmla="*/ 2147483647 w 732"/>
                  <a:gd name="T117" fmla="*/ 2147483647 h 398"/>
                  <a:gd name="T118" fmla="*/ 2147483647 w 732"/>
                  <a:gd name="T119" fmla="*/ 2147483647 h 398"/>
                  <a:gd name="T120" fmla="*/ 2147483647 w 732"/>
                  <a:gd name="T121" fmla="*/ 2147483647 h 398"/>
                  <a:gd name="T122" fmla="*/ 2147483647 w 732"/>
                  <a:gd name="T123" fmla="*/ 2147483647 h 39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732"/>
                  <a:gd name="T187" fmla="*/ 0 h 398"/>
                  <a:gd name="T188" fmla="*/ 732 w 732"/>
                  <a:gd name="T189" fmla="*/ 398 h 39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732" h="398">
                    <a:moveTo>
                      <a:pt x="730" y="24"/>
                    </a:moveTo>
                    <a:lnTo>
                      <a:pt x="728" y="24"/>
                    </a:lnTo>
                    <a:lnTo>
                      <a:pt x="723" y="24"/>
                    </a:lnTo>
                    <a:lnTo>
                      <a:pt x="718" y="22"/>
                    </a:lnTo>
                    <a:lnTo>
                      <a:pt x="678" y="22"/>
                    </a:lnTo>
                    <a:lnTo>
                      <a:pt x="678" y="24"/>
                    </a:lnTo>
                    <a:lnTo>
                      <a:pt x="670" y="26"/>
                    </a:lnTo>
                    <a:lnTo>
                      <a:pt x="659" y="26"/>
                    </a:lnTo>
                    <a:lnTo>
                      <a:pt x="651" y="24"/>
                    </a:lnTo>
                    <a:lnTo>
                      <a:pt x="637" y="24"/>
                    </a:lnTo>
                    <a:lnTo>
                      <a:pt x="623" y="29"/>
                    </a:lnTo>
                    <a:lnTo>
                      <a:pt x="616" y="34"/>
                    </a:lnTo>
                    <a:lnTo>
                      <a:pt x="611" y="34"/>
                    </a:lnTo>
                    <a:lnTo>
                      <a:pt x="606" y="34"/>
                    </a:lnTo>
                    <a:lnTo>
                      <a:pt x="604" y="36"/>
                    </a:lnTo>
                    <a:lnTo>
                      <a:pt x="602" y="36"/>
                    </a:lnTo>
                    <a:lnTo>
                      <a:pt x="597" y="38"/>
                    </a:lnTo>
                    <a:lnTo>
                      <a:pt x="592" y="38"/>
                    </a:lnTo>
                    <a:lnTo>
                      <a:pt x="599" y="34"/>
                    </a:lnTo>
                    <a:lnTo>
                      <a:pt x="609" y="31"/>
                    </a:lnTo>
                    <a:lnTo>
                      <a:pt x="621" y="26"/>
                    </a:lnTo>
                    <a:lnTo>
                      <a:pt x="623" y="24"/>
                    </a:lnTo>
                    <a:lnTo>
                      <a:pt x="618" y="19"/>
                    </a:lnTo>
                    <a:lnTo>
                      <a:pt x="606" y="19"/>
                    </a:lnTo>
                    <a:lnTo>
                      <a:pt x="604" y="22"/>
                    </a:lnTo>
                    <a:lnTo>
                      <a:pt x="602" y="22"/>
                    </a:lnTo>
                    <a:lnTo>
                      <a:pt x="597" y="24"/>
                    </a:lnTo>
                    <a:lnTo>
                      <a:pt x="594" y="24"/>
                    </a:lnTo>
                    <a:lnTo>
                      <a:pt x="566" y="26"/>
                    </a:lnTo>
                    <a:lnTo>
                      <a:pt x="566" y="29"/>
                    </a:lnTo>
                    <a:lnTo>
                      <a:pt x="563" y="29"/>
                    </a:lnTo>
                    <a:lnTo>
                      <a:pt x="566" y="26"/>
                    </a:lnTo>
                    <a:lnTo>
                      <a:pt x="568" y="26"/>
                    </a:lnTo>
                    <a:lnTo>
                      <a:pt x="573" y="26"/>
                    </a:lnTo>
                    <a:lnTo>
                      <a:pt x="578" y="24"/>
                    </a:lnTo>
                    <a:lnTo>
                      <a:pt x="580" y="24"/>
                    </a:lnTo>
                    <a:lnTo>
                      <a:pt x="582" y="24"/>
                    </a:lnTo>
                    <a:lnTo>
                      <a:pt x="585" y="22"/>
                    </a:lnTo>
                    <a:lnTo>
                      <a:pt x="578" y="19"/>
                    </a:lnTo>
                    <a:lnTo>
                      <a:pt x="552" y="19"/>
                    </a:lnTo>
                    <a:lnTo>
                      <a:pt x="542" y="22"/>
                    </a:lnTo>
                    <a:lnTo>
                      <a:pt x="525" y="19"/>
                    </a:lnTo>
                    <a:lnTo>
                      <a:pt x="523" y="19"/>
                    </a:lnTo>
                    <a:lnTo>
                      <a:pt x="523" y="22"/>
                    </a:lnTo>
                    <a:lnTo>
                      <a:pt x="518" y="22"/>
                    </a:lnTo>
                    <a:lnTo>
                      <a:pt x="514" y="24"/>
                    </a:lnTo>
                    <a:lnTo>
                      <a:pt x="511" y="24"/>
                    </a:lnTo>
                    <a:lnTo>
                      <a:pt x="509" y="24"/>
                    </a:lnTo>
                    <a:lnTo>
                      <a:pt x="506" y="24"/>
                    </a:lnTo>
                    <a:lnTo>
                      <a:pt x="509" y="22"/>
                    </a:lnTo>
                    <a:lnTo>
                      <a:pt x="518" y="19"/>
                    </a:lnTo>
                    <a:lnTo>
                      <a:pt x="530" y="19"/>
                    </a:lnTo>
                    <a:lnTo>
                      <a:pt x="563" y="19"/>
                    </a:lnTo>
                    <a:lnTo>
                      <a:pt x="580" y="17"/>
                    </a:lnTo>
                    <a:lnTo>
                      <a:pt x="625" y="17"/>
                    </a:lnTo>
                    <a:lnTo>
                      <a:pt x="632" y="14"/>
                    </a:lnTo>
                    <a:lnTo>
                      <a:pt x="628" y="12"/>
                    </a:lnTo>
                    <a:lnTo>
                      <a:pt x="618" y="10"/>
                    </a:lnTo>
                    <a:lnTo>
                      <a:pt x="592" y="10"/>
                    </a:lnTo>
                    <a:lnTo>
                      <a:pt x="594" y="10"/>
                    </a:lnTo>
                    <a:lnTo>
                      <a:pt x="597" y="7"/>
                    </a:lnTo>
                    <a:lnTo>
                      <a:pt x="594" y="5"/>
                    </a:lnTo>
                    <a:lnTo>
                      <a:pt x="585" y="5"/>
                    </a:lnTo>
                    <a:lnTo>
                      <a:pt x="582" y="7"/>
                    </a:lnTo>
                    <a:lnTo>
                      <a:pt x="568" y="7"/>
                    </a:lnTo>
                    <a:lnTo>
                      <a:pt x="566" y="5"/>
                    </a:lnTo>
                    <a:lnTo>
                      <a:pt x="571" y="5"/>
                    </a:lnTo>
                    <a:lnTo>
                      <a:pt x="573" y="5"/>
                    </a:lnTo>
                    <a:lnTo>
                      <a:pt x="578" y="5"/>
                    </a:lnTo>
                    <a:lnTo>
                      <a:pt x="578" y="2"/>
                    </a:lnTo>
                    <a:lnTo>
                      <a:pt x="575" y="2"/>
                    </a:lnTo>
                    <a:lnTo>
                      <a:pt x="571" y="0"/>
                    </a:lnTo>
                    <a:lnTo>
                      <a:pt x="537" y="0"/>
                    </a:lnTo>
                    <a:lnTo>
                      <a:pt x="528" y="2"/>
                    </a:lnTo>
                    <a:lnTo>
                      <a:pt x="518" y="2"/>
                    </a:lnTo>
                    <a:lnTo>
                      <a:pt x="509" y="0"/>
                    </a:lnTo>
                    <a:lnTo>
                      <a:pt x="483" y="0"/>
                    </a:lnTo>
                    <a:lnTo>
                      <a:pt x="478" y="2"/>
                    </a:lnTo>
                    <a:lnTo>
                      <a:pt x="454" y="2"/>
                    </a:lnTo>
                    <a:lnTo>
                      <a:pt x="452" y="0"/>
                    </a:lnTo>
                    <a:lnTo>
                      <a:pt x="447" y="0"/>
                    </a:lnTo>
                    <a:lnTo>
                      <a:pt x="445" y="2"/>
                    </a:lnTo>
                    <a:lnTo>
                      <a:pt x="442" y="2"/>
                    </a:lnTo>
                    <a:lnTo>
                      <a:pt x="442" y="5"/>
                    </a:lnTo>
                    <a:lnTo>
                      <a:pt x="445" y="5"/>
                    </a:lnTo>
                    <a:lnTo>
                      <a:pt x="447" y="5"/>
                    </a:lnTo>
                    <a:lnTo>
                      <a:pt x="442" y="7"/>
                    </a:lnTo>
                    <a:lnTo>
                      <a:pt x="428" y="7"/>
                    </a:lnTo>
                    <a:lnTo>
                      <a:pt x="409" y="5"/>
                    </a:lnTo>
                    <a:lnTo>
                      <a:pt x="378" y="5"/>
                    </a:lnTo>
                    <a:lnTo>
                      <a:pt x="373" y="5"/>
                    </a:lnTo>
                    <a:lnTo>
                      <a:pt x="371" y="5"/>
                    </a:lnTo>
                    <a:lnTo>
                      <a:pt x="368" y="7"/>
                    </a:lnTo>
                    <a:lnTo>
                      <a:pt x="366" y="7"/>
                    </a:lnTo>
                    <a:lnTo>
                      <a:pt x="366" y="10"/>
                    </a:lnTo>
                    <a:lnTo>
                      <a:pt x="368" y="10"/>
                    </a:lnTo>
                    <a:lnTo>
                      <a:pt x="378" y="10"/>
                    </a:lnTo>
                    <a:lnTo>
                      <a:pt x="387" y="10"/>
                    </a:lnTo>
                    <a:lnTo>
                      <a:pt x="399" y="12"/>
                    </a:lnTo>
                    <a:lnTo>
                      <a:pt x="404" y="12"/>
                    </a:lnTo>
                    <a:lnTo>
                      <a:pt x="426" y="14"/>
                    </a:lnTo>
                    <a:lnTo>
                      <a:pt x="399" y="14"/>
                    </a:lnTo>
                    <a:lnTo>
                      <a:pt x="395" y="14"/>
                    </a:lnTo>
                    <a:lnTo>
                      <a:pt x="392" y="14"/>
                    </a:lnTo>
                    <a:lnTo>
                      <a:pt x="387" y="12"/>
                    </a:lnTo>
                    <a:lnTo>
                      <a:pt x="378" y="12"/>
                    </a:lnTo>
                    <a:lnTo>
                      <a:pt x="380" y="14"/>
                    </a:lnTo>
                    <a:lnTo>
                      <a:pt x="383" y="14"/>
                    </a:lnTo>
                    <a:lnTo>
                      <a:pt x="385" y="14"/>
                    </a:lnTo>
                    <a:lnTo>
                      <a:pt x="376" y="14"/>
                    </a:lnTo>
                    <a:lnTo>
                      <a:pt x="373" y="17"/>
                    </a:lnTo>
                    <a:lnTo>
                      <a:pt x="373" y="19"/>
                    </a:lnTo>
                    <a:lnTo>
                      <a:pt x="371" y="22"/>
                    </a:lnTo>
                    <a:lnTo>
                      <a:pt x="371" y="24"/>
                    </a:lnTo>
                    <a:lnTo>
                      <a:pt x="368" y="24"/>
                    </a:lnTo>
                    <a:lnTo>
                      <a:pt x="366" y="24"/>
                    </a:lnTo>
                    <a:lnTo>
                      <a:pt x="364" y="24"/>
                    </a:lnTo>
                    <a:lnTo>
                      <a:pt x="359" y="24"/>
                    </a:lnTo>
                    <a:lnTo>
                      <a:pt x="357" y="22"/>
                    </a:lnTo>
                    <a:lnTo>
                      <a:pt x="345" y="19"/>
                    </a:lnTo>
                    <a:lnTo>
                      <a:pt x="330" y="14"/>
                    </a:lnTo>
                    <a:lnTo>
                      <a:pt x="309" y="14"/>
                    </a:lnTo>
                    <a:lnTo>
                      <a:pt x="309" y="24"/>
                    </a:lnTo>
                    <a:lnTo>
                      <a:pt x="297" y="24"/>
                    </a:lnTo>
                    <a:lnTo>
                      <a:pt x="292" y="22"/>
                    </a:lnTo>
                    <a:lnTo>
                      <a:pt x="288" y="22"/>
                    </a:lnTo>
                    <a:lnTo>
                      <a:pt x="285" y="19"/>
                    </a:lnTo>
                    <a:lnTo>
                      <a:pt x="278" y="19"/>
                    </a:lnTo>
                    <a:lnTo>
                      <a:pt x="273" y="22"/>
                    </a:lnTo>
                    <a:lnTo>
                      <a:pt x="273" y="24"/>
                    </a:lnTo>
                    <a:lnTo>
                      <a:pt x="269" y="24"/>
                    </a:lnTo>
                    <a:lnTo>
                      <a:pt x="271" y="19"/>
                    </a:lnTo>
                    <a:lnTo>
                      <a:pt x="269" y="17"/>
                    </a:lnTo>
                    <a:lnTo>
                      <a:pt x="238" y="17"/>
                    </a:lnTo>
                    <a:lnTo>
                      <a:pt x="228" y="19"/>
                    </a:lnTo>
                    <a:lnTo>
                      <a:pt x="209" y="19"/>
                    </a:lnTo>
                    <a:lnTo>
                      <a:pt x="214" y="22"/>
                    </a:lnTo>
                    <a:lnTo>
                      <a:pt x="223" y="26"/>
                    </a:lnTo>
                    <a:lnTo>
                      <a:pt x="226" y="29"/>
                    </a:lnTo>
                    <a:lnTo>
                      <a:pt x="223" y="29"/>
                    </a:lnTo>
                    <a:lnTo>
                      <a:pt x="223" y="26"/>
                    </a:lnTo>
                    <a:lnTo>
                      <a:pt x="214" y="24"/>
                    </a:lnTo>
                    <a:lnTo>
                      <a:pt x="207" y="24"/>
                    </a:lnTo>
                    <a:lnTo>
                      <a:pt x="202" y="22"/>
                    </a:lnTo>
                    <a:lnTo>
                      <a:pt x="197" y="22"/>
                    </a:lnTo>
                    <a:lnTo>
                      <a:pt x="192" y="19"/>
                    </a:lnTo>
                    <a:lnTo>
                      <a:pt x="190" y="19"/>
                    </a:lnTo>
                    <a:lnTo>
                      <a:pt x="188" y="22"/>
                    </a:lnTo>
                    <a:lnTo>
                      <a:pt x="185" y="24"/>
                    </a:lnTo>
                    <a:lnTo>
                      <a:pt x="183" y="26"/>
                    </a:lnTo>
                    <a:lnTo>
                      <a:pt x="178" y="29"/>
                    </a:lnTo>
                    <a:lnTo>
                      <a:pt x="176" y="29"/>
                    </a:lnTo>
                    <a:lnTo>
                      <a:pt x="171" y="31"/>
                    </a:lnTo>
                    <a:lnTo>
                      <a:pt x="150" y="31"/>
                    </a:lnTo>
                    <a:lnTo>
                      <a:pt x="143" y="34"/>
                    </a:lnTo>
                    <a:lnTo>
                      <a:pt x="133" y="36"/>
                    </a:lnTo>
                    <a:lnTo>
                      <a:pt x="124" y="38"/>
                    </a:lnTo>
                    <a:lnTo>
                      <a:pt x="119" y="38"/>
                    </a:lnTo>
                    <a:lnTo>
                      <a:pt x="102" y="41"/>
                    </a:lnTo>
                    <a:lnTo>
                      <a:pt x="97" y="43"/>
                    </a:lnTo>
                    <a:lnTo>
                      <a:pt x="100" y="46"/>
                    </a:lnTo>
                    <a:lnTo>
                      <a:pt x="105" y="48"/>
                    </a:lnTo>
                    <a:lnTo>
                      <a:pt x="126" y="48"/>
                    </a:lnTo>
                    <a:lnTo>
                      <a:pt x="116" y="50"/>
                    </a:lnTo>
                    <a:lnTo>
                      <a:pt x="112" y="55"/>
                    </a:lnTo>
                    <a:lnTo>
                      <a:pt x="109" y="55"/>
                    </a:lnTo>
                    <a:lnTo>
                      <a:pt x="93" y="60"/>
                    </a:lnTo>
                    <a:lnTo>
                      <a:pt x="88" y="60"/>
                    </a:lnTo>
                    <a:lnTo>
                      <a:pt x="66" y="60"/>
                    </a:lnTo>
                    <a:lnTo>
                      <a:pt x="57" y="62"/>
                    </a:lnTo>
                    <a:lnTo>
                      <a:pt x="47" y="65"/>
                    </a:lnTo>
                    <a:lnTo>
                      <a:pt x="45" y="67"/>
                    </a:lnTo>
                    <a:lnTo>
                      <a:pt x="40" y="67"/>
                    </a:lnTo>
                    <a:lnTo>
                      <a:pt x="38" y="65"/>
                    </a:lnTo>
                    <a:lnTo>
                      <a:pt x="31" y="70"/>
                    </a:lnTo>
                    <a:lnTo>
                      <a:pt x="9" y="70"/>
                    </a:lnTo>
                    <a:lnTo>
                      <a:pt x="7" y="70"/>
                    </a:lnTo>
                    <a:lnTo>
                      <a:pt x="2" y="70"/>
                    </a:lnTo>
                    <a:lnTo>
                      <a:pt x="0" y="74"/>
                    </a:lnTo>
                    <a:lnTo>
                      <a:pt x="2" y="74"/>
                    </a:lnTo>
                    <a:lnTo>
                      <a:pt x="9" y="79"/>
                    </a:lnTo>
                    <a:lnTo>
                      <a:pt x="12" y="82"/>
                    </a:lnTo>
                    <a:lnTo>
                      <a:pt x="14" y="84"/>
                    </a:lnTo>
                    <a:lnTo>
                      <a:pt x="24" y="79"/>
                    </a:lnTo>
                    <a:lnTo>
                      <a:pt x="24" y="84"/>
                    </a:lnTo>
                    <a:lnTo>
                      <a:pt x="28" y="86"/>
                    </a:lnTo>
                    <a:lnTo>
                      <a:pt x="33" y="86"/>
                    </a:lnTo>
                    <a:lnTo>
                      <a:pt x="36" y="84"/>
                    </a:lnTo>
                    <a:lnTo>
                      <a:pt x="38" y="84"/>
                    </a:lnTo>
                    <a:lnTo>
                      <a:pt x="40" y="82"/>
                    </a:lnTo>
                    <a:lnTo>
                      <a:pt x="40" y="84"/>
                    </a:lnTo>
                    <a:lnTo>
                      <a:pt x="43" y="86"/>
                    </a:lnTo>
                    <a:lnTo>
                      <a:pt x="45" y="86"/>
                    </a:lnTo>
                    <a:lnTo>
                      <a:pt x="47" y="84"/>
                    </a:lnTo>
                    <a:lnTo>
                      <a:pt x="52" y="84"/>
                    </a:lnTo>
                    <a:lnTo>
                      <a:pt x="57" y="84"/>
                    </a:lnTo>
                    <a:lnTo>
                      <a:pt x="59" y="82"/>
                    </a:lnTo>
                    <a:lnTo>
                      <a:pt x="64" y="82"/>
                    </a:lnTo>
                    <a:lnTo>
                      <a:pt x="64" y="84"/>
                    </a:lnTo>
                    <a:lnTo>
                      <a:pt x="64" y="86"/>
                    </a:lnTo>
                    <a:lnTo>
                      <a:pt x="62" y="86"/>
                    </a:lnTo>
                    <a:lnTo>
                      <a:pt x="57" y="91"/>
                    </a:lnTo>
                    <a:lnTo>
                      <a:pt x="55" y="91"/>
                    </a:lnTo>
                    <a:lnTo>
                      <a:pt x="52" y="89"/>
                    </a:lnTo>
                    <a:lnTo>
                      <a:pt x="40" y="89"/>
                    </a:lnTo>
                    <a:lnTo>
                      <a:pt x="36" y="91"/>
                    </a:lnTo>
                    <a:lnTo>
                      <a:pt x="33" y="91"/>
                    </a:lnTo>
                    <a:lnTo>
                      <a:pt x="21" y="89"/>
                    </a:lnTo>
                    <a:lnTo>
                      <a:pt x="19" y="89"/>
                    </a:lnTo>
                    <a:lnTo>
                      <a:pt x="14" y="86"/>
                    </a:lnTo>
                    <a:lnTo>
                      <a:pt x="7" y="86"/>
                    </a:lnTo>
                    <a:lnTo>
                      <a:pt x="2" y="89"/>
                    </a:lnTo>
                    <a:lnTo>
                      <a:pt x="2" y="93"/>
                    </a:lnTo>
                    <a:lnTo>
                      <a:pt x="2" y="96"/>
                    </a:lnTo>
                    <a:lnTo>
                      <a:pt x="7" y="98"/>
                    </a:lnTo>
                    <a:lnTo>
                      <a:pt x="19" y="98"/>
                    </a:lnTo>
                    <a:lnTo>
                      <a:pt x="17" y="101"/>
                    </a:lnTo>
                    <a:lnTo>
                      <a:pt x="14" y="101"/>
                    </a:lnTo>
                    <a:lnTo>
                      <a:pt x="9" y="101"/>
                    </a:lnTo>
                    <a:lnTo>
                      <a:pt x="12" y="103"/>
                    </a:lnTo>
                    <a:lnTo>
                      <a:pt x="19" y="105"/>
                    </a:lnTo>
                    <a:lnTo>
                      <a:pt x="21" y="105"/>
                    </a:lnTo>
                    <a:lnTo>
                      <a:pt x="24" y="108"/>
                    </a:lnTo>
                    <a:lnTo>
                      <a:pt x="33" y="108"/>
                    </a:lnTo>
                    <a:lnTo>
                      <a:pt x="33" y="105"/>
                    </a:lnTo>
                    <a:lnTo>
                      <a:pt x="36" y="105"/>
                    </a:lnTo>
                    <a:lnTo>
                      <a:pt x="38" y="105"/>
                    </a:lnTo>
                    <a:lnTo>
                      <a:pt x="43" y="108"/>
                    </a:lnTo>
                    <a:lnTo>
                      <a:pt x="52" y="105"/>
                    </a:lnTo>
                    <a:lnTo>
                      <a:pt x="52" y="108"/>
                    </a:lnTo>
                    <a:lnTo>
                      <a:pt x="57" y="108"/>
                    </a:lnTo>
                    <a:lnTo>
                      <a:pt x="62" y="105"/>
                    </a:lnTo>
                    <a:lnTo>
                      <a:pt x="64" y="105"/>
                    </a:lnTo>
                    <a:lnTo>
                      <a:pt x="69" y="103"/>
                    </a:lnTo>
                    <a:lnTo>
                      <a:pt x="76" y="105"/>
                    </a:lnTo>
                    <a:lnTo>
                      <a:pt x="81" y="105"/>
                    </a:lnTo>
                    <a:lnTo>
                      <a:pt x="83" y="105"/>
                    </a:lnTo>
                    <a:lnTo>
                      <a:pt x="85" y="103"/>
                    </a:lnTo>
                    <a:lnTo>
                      <a:pt x="88" y="103"/>
                    </a:lnTo>
                    <a:lnTo>
                      <a:pt x="93" y="105"/>
                    </a:lnTo>
                    <a:lnTo>
                      <a:pt x="97" y="105"/>
                    </a:lnTo>
                    <a:lnTo>
                      <a:pt x="112" y="105"/>
                    </a:lnTo>
                    <a:lnTo>
                      <a:pt x="121" y="110"/>
                    </a:lnTo>
                    <a:lnTo>
                      <a:pt x="124" y="110"/>
                    </a:lnTo>
                    <a:lnTo>
                      <a:pt x="128" y="115"/>
                    </a:lnTo>
                    <a:lnTo>
                      <a:pt x="135" y="115"/>
                    </a:lnTo>
                    <a:lnTo>
                      <a:pt x="133" y="117"/>
                    </a:lnTo>
                    <a:lnTo>
                      <a:pt x="133" y="120"/>
                    </a:lnTo>
                    <a:lnTo>
                      <a:pt x="133" y="125"/>
                    </a:lnTo>
                    <a:lnTo>
                      <a:pt x="138" y="125"/>
                    </a:lnTo>
                    <a:lnTo>
                      <a:pt x="140" y="125"/>
                    </a:lnTo>
                    <a:lnTo>
                      <a:pt x="145" y="127"/>
                    </a:lnTo>
                    <a:lnTo>
                      <a:pt x="147" y="129"/>
                    </a:lnTo>
                    <a:lnTo>
                      <a:pt x="143" y="134"/>
                    </a:lnTo>
                    <a:lnTo>
                      <a:pt x="145" y="141"/>
                    </a:lnTo>
                    <a:lnTo>
                      <a:pt x="152" y="144"/>
                    </a:lnTo>
                    <a:lnTo>
                      <a:pt x="145" y="149"/>
                    </a:lnTo>
                    <a:lnTo>
                      <a:pt x="150" y="151"/>
                    </a:lnTo>
                    <a:lnTo>
                      <a:pt x="147" y="151"/>
                    </a:lnTo>
                    <a:lnTo>
                      <a:pt x="145" y="153"/>
                    </a:lnTo>
                    <a:lnTo>
                      <a:pt x="145" y="156"/>
                    </a:lnTo>
                    <a:lnTo>
                      <a:pt x="150" y="161"/>
                    </a:lnTo>
                    <a:lnTo>
                      <a:pt x="152" y="161"/>
                    </a:lnTo>
                    <a:lnTo>
                      <a:pt x="152" y="163"/>
                    </a:lnTo>
                    <a:lnTo>
                      <a:pt x="147" y="165"/>
                    </a:lnTo>
                    <a:lnTo>
                      <a:pt x="145" y="168"/>
                    </a:lnTo>
                    <a:lnTo>
                      <a:pt x="143" y="168"/>
                    </a:lnTo>
                    <a:lnTo>
                      <a:pt x="147" y="170"/>
                    </a:lnTo>
                    <a:lnTo>
                      <a:pt x="143" y="170"/>
                    </a:lnTo>
                    <a:lnTo>
                      <a:pt x="140" y="170"/>
                    </a:lnTo>
                    <a:lnTo>
                      <a:pt x="138" y="170"/>
                    </a:lnTo>
                    <a:lnTo>
                      <a:pt x="133" y="173"/>
                    </a:lnTo>
                    <a:lnTo>
                      <a:pt x="131" y="173"/>
                    </a:lnTo>
                    <a:lnTo>
                      <a:pt x="131" y="175"/>
                    </a:lnTo>
                    <a:lnTo>
                      <a:pt x="143" y="175"/>
                    </a:lnTo>
                    <a:lnTo>
                      <a:pt x="138" y="180"/>
                    </a:lnTo>
                    <a:lnTo>
                      <a:pt x="126" y="180"/>
                    </a:lnTo>
                    <a:lnTo>
                      <a:pt x="124" y="180"/>
                    </a:lnTo>
                    <a:lnTo>
                      <a:pt x="124" y="182"/>
                    </a:lnTo>
                    <a:lnTo>
                      <a:pt x="133" y="189"/>
                    </a:lnTo>
                    <a:lnTo>
                      <a:pt x="138" y="189"/>
                    </a:lnTo>
                    <a:lnTo>
                      <a:pt x="145" y="184"/>
                    </a:lnTo>
                    <a:lnTo>
                      <a:pt x="147" y="184"/>
                    </a:lnTo>
                    <a:lnTo>
                      <a:pt x="152" y="184"/>
                    </a:lnTo>
                    <a:lnTo>
                      <a:pt x="154" y="182"/>
                    </a:lnTo>
                    <a:lnTo>
                      <a:pt x="157" y="182"/>
                    </a:lnTo>
                    <a:lnTo>
                      <a:pt x="157" y="180"/>
                    </a:lnTo>
                    <a:lnTo>
                      <a:pt x="157" y="175"/>
                    </a:lnTo>
                    <a:lnTo>
                      <a:pt x="159" y="173"/>
                    </a:lnTo>
                    <a:lnTo>
                      <a:pt x="159" y="180"/>
                    </a:lnTo>
                    <a:lnTo>
                      <a:pt x="166" y="175"/>
                    </a:lnTo>
                    <a:lnTo>
                      <a:pt x="164" y="177"/>
                    </a:lnTo>
                    <a:lnTo>
                      <a:pt x="164" y="180"/>
                    </a:lnTo>
                    <a:lnTo>
                      <a:pt x="166" y="180"/>
                    </a:lnTo>
                    <a:lnTo>
                      <a:pt x="169" y="182"/>
                    </a:lnTo>
                    <a:lnTo>
                      <a:pt x="176" y="182"/>
                    </a:lnTo>
                    <a:lnTo>
                      <a:pt x="171" y="187"/>
                    </a:lnTo>
                    <a:lnTo>
                      <a:pt x="171" y="189"/>
                    </a:lnTo>
                    <a:lnTo>
                      <a:pt x="173" y="192"/>
                    </a:lnTo>
                    <a:lnTo>
                      <a:pt x="176" y="194"/>
                    </a:lnTo>
                    <a:lnTo>
                      <a:pt x="178" y="196"/>
                    </a:lnTo>
                    <a:lnTo>
                      <a:pt x="181" y="199"/>
                    </a:lnTo>
                    <a:lnTo>
                      <a:pt x="178" y="201"/>
                    </a:lnTo>
                    <a:lnTo>
                      <a:pt x="173" y="201"/>
                    </a:lnTo>
                    <a:lnTo>
                      <a:pt x="173" y="204"/>
                    </a:lnTo>
                    <a:lnTo>
                      <a:pt x="166" y="204"/>
                    </a:lnTo>
                    <a:lnTo>
                      <a:pt x="164" y="201"/>
                    </a:lnTo>
                    <a:lnTo>
                      <a:pt x="162" y="201"/>
                    </a:lnTo>
                    <a:lnTo>
                      <a:pt x="159" y="201"/>
                    </a:lnTo>
                    <a:lnTo>
                      <a:pt x="157" y="199"/>
                    </a:lnTo>
                    <a:lnTo>
                      <a:pt x="143" y="199"/>
                    </a:lnTo>
                    <a:lnTo>
                      <a:pt x="140" y="196"/>
                    </a:lnTo>
                    <a:lnTo>
                      <a:pt x="138" y="194"/>
                    </a:lnTo>
                    <a:lnTo>
                      <a:pt x="131" y="194"/>
                    </a:lnTo>
                    <a:lnTo>
                      <a:pt x="128" y="199"/>
                    </a:lnTo>
                    <a:lnTo>
                      <a:pt x="128" y="201"/>
                    </a:lnTo>
                    <a:lnTo>
                      <a:pt x="133" y="201"/>
                    </a:lnTo>
                    <a:lnTo>
                      <a:pt x="133" y="204"/>
                    </a:lnTo>
                    <a:lnTo>
                      <a:pt x="140" y="204"/>
                    </a:lnTo>
                    <a:lnTo>
                      <a:pt x="143" y="206"/>
                    </a:lnTo>
                    <a:lnTo>
                      <a:pt x="145" y="206"/>
                    </a:lnTo>
                    <a:lnTo>
                      <a:pt x="147" y="206"/>
                    </a:lnTo>
                    <a:lnTo>
                      <a:pt x="152" y="211"/>
                    </a:lnTo>
                    <a:lnTo>
                      <a:pt x="162" y="211"/>
                    </a:lnTo>
                    <a:lnTo>
                      <a:pt x="164" y="211"/>
                    </a:lnTo>
                    <a:lnTo>
                      <a:pt x="166" y="211"/>
                    </a:lnTo>
                    <a:lnTo>
                      <a:pt x="173" y="213"/>
                    </a:lnTo>
                    <a:lnTo>
                      <a:pt x="178" y="208"/>
                    </a:lnTo>
                    <a:lnTo>
                      <a:pt x="178" y="216"/>
                    </a:lnTo>
                    <a:lnTo>
                      <a:pt x="176" y="213"/>
                    </a:lnTo>
                    <a:lnTo>
                      <a:pt x="173" y="213"/>
                    </a:lnTo>
                    <a:lnTo>
                      <a:pt x="171" y="213"/>
                    </a:lnTo>
                    <a:lnTo>
                      <a:pt x="171" y="216"/>
                    </a:lnTo>
                    <a:lnTo>
                      <a:pt x="173" y="220"/>
                    </a:lnTo>
                    <a:lnTo>
                      <a:pt x="169" y="220"/>
                    </a:lnTo>
                    <a:lnTo>
                      <a:pt x="166" y="220"/>
                    </a:lnTo>
                    <a:lnTo>
                      <a:pt x="164" y="220"/>
                    </a:lnTo>
                    <a:lnTo>
                      <a:pt x="164" y="223"/>
                    </a:lnTo>
                    <a:lnTo>
                      <a:pt x="164" y="225"/>
                    </a:lnTo>
                    <a:lnTo>
                      <a:pt x="173" y="225"/>
                    </a:lnTo>
                    <a:lnTo>
                      <a:pt x="171" y="225"/>
                    </a:lnTo>
                    <a:lnTo>
                      <a:pt x="171" y="228"/>
                    </a:lnTo>
                    <a:lnTo>
                      <a:pt x="169" y="230"/>
                    </a:lnTo>
                    <a:lnTo>
                      <a:pt x="162" y="225"/>
                    </a:lnTo>
                    <a:lnTo>
                      <a:pt x="159" y="225"/>
                    </a:lnTo>
                    <a:lnTo>
                      <a:pt x="159" y="228"/>
                    </a:lnTo>
                    <a:lnTo>
                      <a:pt x="159" y="230"/>
                    </a:lnTo>
                    <a:lnTo>
                      <a:pt x="162" y="232"/>
                    </a:lnTo>
                    <a:lnTo>
                      <a:pt x="157" y="232"/>
                    </a:lnTo>
                    <a:lnTo>
                      <a:pt x="157" y="237"/>
                    </a:lnTo>
                    <a:lnTo>
                      <a:pt x="154" y="237"/>
                    </a:lnTo>
                    <a:lnTo>
                      <a:pt x="152" y="240"/>
                    </a:lnTo>
                    <a:lnTo>
                      <a:pt x="152" y="242"/>
                    </a:lnTo>
                    <a:lnTo>
                      <a:pt x="157" y="247"/>
                    </a:lnTo>
                    <a:lnTo>
                      <a:pt x="159" y="247"/>
                    </a:lnTo>
                    <a:lnTo>
                      <a:pt x="159" y="252"/>
                    </a:lnTo>
                    <a:lnTo>
                      <a:pt x="157" y="252"/>
                    </a:lnTo>
                    <a:lnTo>
                      <a:pt x="154" y="252"/>
                    </a:lnTo>
                    <a:lnTo>
                      <a:pt x="152" y="249"/>
                    </a:lnTo>
                    <a:lnTo>
                      <a:pt x="150" y="244"/>
                    </a:lnTo>
                    <a:lnTo>
                      <a:pt x="147" y="242"/>
                    </a:lnTo>
                    <a:lnTo>
                      <a:pt x="147" y="240"/>
                    </a:lnTo>
                    <a:lnTo>
                      <a:pt x="145" y="237"/>
                    </a:lnTo>
                    <a:lnTo>
                      <a:pt x="143" y="235"/>
                    </a:lnTo>
                    <a:lnTo>
                      <a:pt x="140" y="235"/>
                    </a:lnTo>
                    <a:lnTo>
                      <a:pt x="135" y="235"/>
                    </a:lnTo>
                    <a:lnTo>
                      <a:pt x="133" y="235"/>
                    </a:lnTo>
                    <a:lnTo>
                      <a:pt x="128" y="240"/>
                    </a:lnTo>
                    <a:lnTo>
                      <a:pt x="128" y="242"/>
                    </a:lnTo>
                    <a:lnTo>
                      <a:pt x="133" y="244"/>
                    </a:lnTo>
                    <a:lnTo>
                      <a:pt x="138" y="244"/>
                    </a:lnTo>
                    <a:lnTo>
                      <a:pt x="140" y="247"/>
                    </a:lnTo>
                    <a:lnTo>
                      <a:pt x="135" y="249"/>
                    </a:lnTo>
                    <a:lnTo>
                      <a:pt x="131" y="249"/>
                    </a:lnTo>
                    <a:lnTo>
                      <a:pt x="128" y="247"/>
                    </a:lnTo>
                    <a:lnTo>
                      <a:pt x="121" y="247"/>
                    </a:lnTo>
                    <a:lnTo>
                      <a:pt x="119" y="249"/>
                    </a:lnTo>
                    <a:lnTo>
                      <a:pt x="116" y="249"/>
                    </a:lnTo>
                    <a:lnTo>
                      <a:pt x="114" y="249"/>
                    </a:lnTo>
                    <a:lnTo>
                      <a:pt x="112" y="252"/>
                    </a:lnTo>
                    <a:lnTo>
                      <a:pt x="109" y="252"/>
                    </a:lnTo>
                    <a:lnTo>
                      <a:pt x="121" y="252"/>
                    </a:lnTo>
                    <a:lnTo>
                      <a:pt x="126" y="252"/>
                    </a:lnTo>
                    <a:lnTo>
                      <a:pt x="140" y="252"/>
                    </a:lnTo>
                    <a:lnTo>
                      <a:pt x="143" y="252"/>
                    </a:lnTo>
                    <a:lnTo>
                      <a:pt x="131" y="252"/>
                    </a:lnTo>
                    <a:lnTo>
                      <a:pt x="112" y="256"/>
                    </a:lnTo>
                    <a:lnTo>
                      <a:pt x="107" y="256"/>
                    </a:lnTo>
                    <a:lnTo>
                      <a:pt x="105" y="259"/>
                    </a:lnTo>
                    <a:lnTo>
                      <a:pt x="107" y="259"/>
                    </a:lnTo>
                    <a:lnTo>
                      <a:pt x="107" y="261"/>
                    </a:lnTo>
                    <a:lnTo>
                      <a:pt x="114" y="261"/>
                    </a:lnTo>
                    <a:lnTo>
                      <a:pt x="119" y="259"/>
                    </a:lnTo>
                    <a:lnTo>
                      <a:pt x="124" y="259"/>
                    </a:lnTo>
                    <a:lnTo>
                      <a:pt x="128" y="256"/>
                    </a:lnTo>
                    <a:lnTo>
                      <a:pt x="138" y="256"/>
                    </a:lnTo>
                    <a:lnTo>
                      <a:pt x="140" y="259"/>
                    </a:lnTo>
                    <a:lnTo>
                      <a:pt x="138" y="261"/>
                    </a:lnTo>
                    <a:lnTo>
                      <a:pt x="114" y="261"/>
                    </a:lnTo>
                    <a:lnTo>
                      <a:pt x="112" y="261"/>
                    </a:lnTo>
                    <a:lnTo>
                      <a:pt x="102" y="261"/>
                    </a:lnTo>
                    <a:lnTo>
                      <a:pt x="102" y="264"/>
                    </a:lnTo>
                    <a:lnTo>
                      <a:pt x="107" y="264"/>
                    </a:lnTo>
                    <a:lnTo>
                      <a:pt x="107" y="266"/>
                    </a:lnTo>
                    <a:lnTo>
                      <a:pt x="112" y="266"/>
                    </a:lnTo>
                    <a:lnTo>
                      <a:pt x="114" y="266"/>
                    </a:lnTo>
                    <a:lnTo>
                      <a:pt x="109" y="266"/>
                    </a:lnTo>
                    <a:lnTo>
                      <a:pt x="107" y="268"/>
                    </a:lnTo>
                    <a:lnTo>
                      <a:pt x="107" y="271"/>
                    </a:lnTo>
                    <a:lnTo>
                      <a:pt x="105" y="273"/>
                    </a:lnTo>
                    <a:lnTo>
                      <a:pt x="102" y="273"/>
                    </a:lnTo>
                    <a:lnTo>
                      <a:pt x="100" y="275"/>
                    </a:lnTo>
                    <a:lnTo>
                      <a:pt x="97" y="275"/>
                    </a:lnTo>
                    <a:lnTo>
                      <a:pt x="107" y="278"/>
                    </a:lnTo>
                    <a:lnTo>
                      <a:pt x="97" y="280"/>
                    </a:lnTo>
                    <a:lnTo>
                      <a:pt x="97" y="283"/>
                    </a:lnTo>
                    <a:lnTo>
                      <a:pt x="100" y="285"/>
                    </a:lnTo>
                    <a:lnTo>
                      <a:pt x="105" y="285"/>
                    </a:lnTo>
                    <a:lnTo>
                      <a:pt x="107" y="285"/>
                    </a:lnTo>
                    <a:lnTo>
                      <a:pt x="114" y="285"/>
                    </a:lnTo>
                    <a:lnTo>
                      <a:pt x="112" y="285"/>
                    </a:lnTo>
                    <a:lnTo>
                      <a:pt x="109" y="285"/>
                    </a:lnTo>
                    <a:lnTo>
                      <a:pt x="107" y="287"/>
                    </a:lnTo>
                    <a:lnTo>
                      <a:pt x="102" y="290"/>
                    </a:lnTo>
                    <a:lnTo>
                      <a:pt x="102" y="292"/>
                    </a:lnTo>
                    <a:lnTo>
                      <a:pt x="105" y="295"/>
                    </a:lnTo>
                    <a:lnTo>
                      <a:pt x="107" y="295"/>
                    </a:lnTo>
                    <a:lnTo>
                      <a:pt x="109" y="292"/>
                    </a:lnTo>
                    <a:lnTo>
                      <a:pt x="114" y="290"/>
                    </a:lnTo>
                    <a:lnTo>
                      <a:pt x="112" y="295"/>
                    </a:lnTo>
                    <a:lnTo>
                      <a:pt x="109" y="295"/>
                    </a:lnTo>
                    <a:lnTo>
                      <a:pt x="107" y="299"/>
                    </a:lnTo>
                    <a:lnTo>
                      <a:pt x="107" y="304"/>
                    </a:lnTo>
                    <a:lnTo>
                      <a:pt x="109" y="304"/>
                    </a:lnTo>
                    <a:lnTo>
                      <a:pt x="109" y="302"/>
                    </a:lnTo>
                    <a:lnTo>
                      <a:pt x="114" y="302"/>
                    </a:lnTo>
                    <a:lnTo>
                      <a:pt x="109" y="307"/>
                    </a:lnTo>
                    <a:lnTo>
                      <a:pt x="107" y="307"/>
                    </a:lnTo>
                    <a:lnTo>
                      <a:pt x="105" y="309"/>
                    </a:lnTo>
                    <a:lnTo>
                      <a:pt x="102" y="311"/>
                    </a:lnTo>
                    <a:lnTo>
                      <a:pt x="102" y="316"/>
                    </a:lnTo>
                    <a:lnTo>
                      <a:pt x="105" y="316"/>
                    </a:lnTo>
                    <a:lnTo>
                      <a:pt x="107" y="314"/>
                    </a:lnTo>
                    <a:lnTo>
                      <a:pt x="114" y="307"/>
                    </a:lnTo>
                    <a:lnTo>
                      <a:pt x="124" y="307"/>
                    </a:lnTo>
                    <a:lnTo>
                      <a:pt x="126" y="304"/>
                    </a:lnTo>
                    <a:lnTo>
                      <a:pt x="128" y="304"/>
                    </a:lnTo>
                    <a:lnTo>
                      <a:pt x="128" y="307"/>
                    </a:lnTo>
                    <a:lnTo>
                      <a:pt x="133" y="304"/>
                    </a:lnTo>
                    <a:lnTo>
                      <a:pt x="128" y="311"/>
                    </a:lnTo>
                    <a:lnTo>
                      <a:pt x="135" y="311"/>
                    </a:lnTo>
                    <a:lnTo>
                      <a:pt x="128" y="311"/>
                    </a:lnTo>
                    <a:lnTo>
                      <a:pt x="124" y="314"/>
                    </a:lnTo>
                    <a:lnTo>
                      <a:pt x="124" y="316"/>
                    </a:lnTo>
                    <a:lnTo>
                      <a:pt x="119" y="316"/>
                    </a:lnTo>
                    <a:lnTo>
                      <a:pt x="116" y="316"/>
                    </a:lnTo>
                    <a:lnTo>
                      <a:pt x="114" y="319"/>
                    </a:lnTo>
                    <a:lnTo>
                      <a:pt x="114" y="321"/>
                    </a:lnTo>
                    <a:lnTo>
                      <a:pt x="112" y="321"/>
                    </a:lnTo>
                    <a:lnTo>
                      <a:pt x="107" y="323"/>
                    </a:lnTo>
                    <a:lnTo>
                      <a:pt x="105" y="326"/>
                    </a:lnTo>
                    <a:lnTo>
                      <a:pt x="109" y="326"/>
                    </a:lnTo>
                    <a:lnTo>
                      <a:pt x="107" y="326"/>
                    </a:lnTo>
                    <a:lnTo>
                      <a:pt x="107" y="328"/>
                    </a:lnTo>
                    <a:lnTo>
                      <a:pt x="107" y="331"/>
                    </a:lnTo>
                    <a:lnTo>
                      <a:pt x="109" y="331"/>
                    </a:lnTo>
                    <a:lnTo>
                      <a:pt x="107" y="333"/>
                    </a:lnTo>
                    <a:lnTo>
                      <a:pt x="107" y="335"/>
                    </a:lnTo>
                    <a:lnTo>
                      <a:pt x="116" y="335"/>
                    </a:lnTo>
                    <a:lnTo>
                      <a:pt x="112" y="343"/>
                    </a:lnTo>
                    <a:lnTo>
                      <a:pt x="116" y="340"/>
                    </a:lnTo>
                    <a:lnTo>
                      <a:pt x="119" y="340"/>
                    </a:lnTo>
                    <a:lnTo>
                      <a:pt x="116" y="340"/>
                    </a:lnTo>
                    <a:lnTo>
                      <a:pt x="114" y="343"/>
                    </a:lnTo>
                    <a:lnTo>
                      <a:pt x="114" y="345"/>
                    </a:lnTo>
                    <a:lnTo>
                      <a:pt x="112" y="347"/>
                    </a:lnTo>
                    <a:lnTo>
                      <a:pt x="112" y="352"/>
                    </a:lnTo>
                    <a:lnTo>
                      <a:pt x="114" y="352"/>
                    </a:lnTo>
                    <a:lnTo>
                      <a:pt x="121" y="352"/>
                    </a:lnTo>
                    <a:lnTo>
                      <a:pt x="116" y="359"/>
                    </a:lnTo>
                    <a:lnTo>
                      <a:pt x="126" y="357"/>
                    </a:lnTo>
                    <a:lnTo>
                      <a:pt x="121" y="362"/>
                    </a:lnTo>
                    <a:lnTo>
                      <a:pt x="124" y="366"/>
                    </a:lnTo>
                    <a:lnTo>
                      <a:pt x="128" y="366"/>
                    </a:lnTo>
                    <a:lnTo>
                      <a:pt x="126" y="366"/>
                    </a:lnTo>
                    <a:lnTo>
                      <a:pt x="126" y="369"/>
                    </a:lnTo>
                    <a:lnTo>
                      <a:pt x="128" y="371"/>
                    </a:lnTo>
                    <a:lnTo>
                      <a:pt x="133" y="371"/>
                    </a:lnTo>
                    <a:lnTo>
                      <a:pt x="128" y="376"/>
                    </a:lnTo>
                    <a:lnTo>
                      <a:pt x="135" y="376"/>
                    </a:lnTo>
                    <a:lnTo>
                      <a:pt x="133" y="381"/>
                    </a:lnTo>
                    <a:lnTo>
                      <a:pt x="145" y="378"/>
                    </a:lnTo>
                    <a:lnTo>
                      <a:pt x="147" y="381"/>
                    </a:lnTo>
                    <a:lnTo>
                      <a:pt x="150" y="381"/>
                    </a:lnTo>
                    <a:lnTo>
                      <a:pt x="152" y="378"/>
                    </a:lnTo>
                    <a:lnTo>
                      <a:pt x="162" y="374"/>
                    </a:lnTo>
                    <a:lnTo>
                      <a:pt x="164" y="371"/>
                    </a:lnTo>
                    <a:lnTo>
                      <a:pt x="164" y="374"/>
                    </a:lnTo>
                    <a:lnTo>
                      <a:pt x="162" y="376"/>
                    </a:lnTo>
                    <a:lnTo>
                      <a:pt x="169" y="378"/>
                    </a:lnTo>
                    <a:lnTo>
                      <a:pt x="171" y="376"/>
                    </a:lnTo>
                    <a:lnTo>
                      <a:pt x="173" y="376"/>
                    </a:lnTo>
                    <a:lnTo>
                      <a:pt x="169" y="378"/>
                    </a:lnTo>
                    <a:lnTo>
                      <a:pt x="164" y="381"/>
                    </a:lnTo>
                    <a:lnTo>
                      <a:pt x="162" y="383"/>
                    </a:lnTo>
                    <a:lnTo>
                      <a:pt x="162" y="386"/>
                    </a:lnTo>
                    <a:lnTo>
                      <a:pt x="169" y="386"/>
                    </a:lnTo>
                    <a:lnTo>
                      <a:pt x="173" y="386"/>
                    </a:lnTo>
                    <a:lnTo>
                      <a:pt x="176" y="386"/>
                    </a:lnTo>
                    <a:lnTo>
                      <a:pt x="173" y="386"/>
                    </a:lnTo>
                    <a:lnTo>
                      <a:pt x="171" y="388"/>
                    </a:lnTo>
                    <a:lnTo>
                      <a:pt x="169" y="390"/>
                    </a:lnTo>
                    <a:lnTo>
                      <a:pt x="169" y="393"/>
                    </a:lnTo>
                    <a:lnTo>
                      <a:pt x="169" y="395"/>
                    </a:lnTo>
                    <a:lnTo>
                      <a:pt x="176" y="395"/>
                    </a:lnTo>
                    <a:lnTo>
                      <a:pt x="178" y="393"/>
                    </a:lnTo>
                    <a:lnTo>
                      <a:pt x="178" y="395"/>
                    </a:lnTo>
                    <a:lnTo>
                      <a:pt x="183" y="398"/>
                    </a:lnTo>
                    <a:lnTo>
                      <a:pt x="188" y="398"/>
                    </a:lnTo>
                    <a:lnTo>
                      <a:pt x="192" y="395"/>
                    </a:lnTo>
                    <a:lnTo>
                      <a:pt x="195" y="393"/>
                    </a:lnTo>
                    <a:lnTo>
                      <a:pt x="192" y="390"/>
                    </a:lnTo>
                    <a:lnTo>
                      <a:pt x="192" y="388"/>
                    </a:lnTo>
                    <a:lnTo>
                      <a:pt x="197" y="388"/>
                    </a:lnTo>
                    <a:lnTo>
                      <a:pt x="200" y="386"/>
                    </a:lnTo>
                    <a:lnTo>
                      <a:pt x="200" y="378"/>
                    </a:lnTo>
                    <a:lnTo>
                      <a:pt x="202" y="381"/>
                    </a:lnTo>
                    <a:lnTo>
                      <a:pt x="207" y="381"/>
                    </a:lnTo>
                    <a:lnTo>
                      <a:pt x="207" y="376"/>
                    </a:lnTo>
                    <a:lnTo>
                      <a:pt x="207" y="374"/>
                    </a:lnTo>
                    <a:lnTo>
                      <a:pt x="207" y="371"/>
                    </a:lnTo>
                    <a:lnTo>
                      <a:pt x="207" y="374"/>
                    </a:lnTo>
                    <a:lnTo>
                      <a:pt x="209" y="376"/>
                    </a:lnTo>
                    <a:lnTo>
                      <a:pt x="212" y="376"/>
                    </a:lnTo>
                    <a:lnTo>
                      <a:pt x="214" y="374"/>
                    </a:lnTo>
                    <a:lnTo>
                      <a:pt x="214" y="371"/>
                    </a:lnTo>
                    <a:lnTo>
                      <a:pt x="209" y="366"/>
                    </a:lnTo>
                    <a:lnTo>
                      <a:pt x="216" y="366"/>
                    </a:lnTo>
                    <a:lnTo>
                      <a:pt x="216" y="364"/>
                    </a:lnTo>
                    <a:lnTo>
                      <a:pt x="214" y="362"/>
                    </a:lnTo>
                    <a:lnTo>
                      <a:pt x="223" y="362"/>
                    </a:lnTo>
                    <a:lnTo>
                      <a:pt x="219" y="357"/>
                    </a:lnTo>
                    <a:lnTo>
                      <a:pt x="223" y="355"/>
                    </a:lnTo>
                    <a:lnTo>
                      <a:pt x="219" y="352"/>
                    </a:lnTo>
                    <a:lnTo>
                      <a:pt x="216" y="350"/>
                    </a:lnTo>
                    <a:lnTo>
                      <a:pt x="219" y="350"/>
                    </a:lnTo>
                    <a:lnTo>
                      <a:pt x="221" y="350"/>
                    </a:lnTo>
                    <a:lnTo>
                      <a:pt x="216" y="343"/>
                    </a:lnTo>
                    <a:lnTo>
                      <a:pt x="221" y="347"/>
                    </a:lnTo>
                    <a:lnTo>
                      <a:pt x="223" y="347"/>
                    </a:lnTo>
                    <a:lnTo>
                      <a:pt x="228" y="343"/>
                    </a:lnTo>
                    <a:lnTo>
                      <a:pt x="235" y="343"/>
                    </a:lnTo>
                    <a:lnTo>
                      <a:pt x="235" y="340"/>
                    </a:lnTo>
                    <a:lnTo>
                      <a:pt x="233" y="338"/>
                    </a:lnTo>
                    <a:lnTo>
                      <a:pt x="238" y="338"/>
                    </a:lnTo>
                    <a:lnTo>
                      <a:pt x="242" y="331"/>
                    </a:lnTo>
                    <a:lnTo>
                      <a:pt x="245" y="331"/>
                    </a:lnTo>
                    <a:lnTo>
                      <a:pt x="252" y="331"/>
                    </a:lnTo>
                    <a:lnTo>
                      <a:pt x="252" y="326"/>
                    </a:lnTo>
                    <a:lnTo>
                      <a:pt x="257" y="331"/>
                    </a:lnTo>
                    <a:lnTo>
                      <a:pt x="259" y="326"/>
                    </a:lnTo>
                    <a:lnTo>
                      <a:pt x="259" y="319"/>
                    </a:lnTo>
                    <a:lnTo>
                      <a:pt x="252" y="316"/>
                    </a:lnTo>
                    <a:lnTo>
                      <a:pt x="257" y="316"/>
                    </a:lnTo>
                    <a:lnTo>
                      <a:pt x="264" y="311"/>
                    </a:lnTo>
                    <a:lnTo>
                      <a:pt x="266" y="307"/>
                    </a:lnTo>
                    <a:lnTo>
                      <a:pt x="259" y="304"/>
                    </a:lnTo>
                    <a:lnTo>
                      <a:pt x="264" y="299"/>
                    </a:lnTo>
                    <a:lnTo>
                      <a:pt x="278" y="299"/>
                    </a:lnTo>
                    <a:lnTo>
                      <a:pt x="280" y="297"/>
                    </a:lnTo>
                    <a:lnTo>
                      <a:pt x="280" y="292"/>
                    </a:lnTo>
                    <a:lnTo>
                      <a:pt x="288" y="290"/>
                    </a:lnTo>
                    <a:lnTo>
                      <a:pt x="292" y="290"/>
                    </a:lnTo>
                    <a:lnTo>
                      <a:pt x="295" y="292"/>
                    </a:lnTo>
                    <a:lnTo>
                      <a:pt x="302" y="292"/>
                    </a:lnTo>
                    <a:lnTo>
                      <a:pt x="311" y="283"/>
                    </a:lnTo>
                    <a:lnTo>
                      <a:pt x="311" y="280"/>
                    </a:lnTo>
                    <a:lnTo>
                      <a:pt x="314" y="280"/>
                    </a:lnTo>
                    <a:lnTo>
                      <a:pt x="316" y="278"/>
                    </a:lnTo>
                    <a:lnTo>
                      <a:pt x="319" y="278"/>
                    </a:lnTo>
                    <a:lnTo>
                      <a:pt x="319" y="280"/>
                    </a:lnTo>
                    <a:lnTo>
                      <a:pt x="316" y="283"/>
                    </a:lnTo>
                    <a:lnTo>
                      <a:pt x="314" y="285"/>
                    </a:lnTo>
                    <a:lnTo>
                      <a:pt x="311" y="290"/>
                    </a:lnTo>
                    <a:lnTo>
                      <a:pt x="319" y="290"/>
                    </a:lnTo>
                    <a:lnTo>
                      <a:pt x="319" y="285"/>
                    </a:lnTo>
                    <a:lnTo>
                      <a:pt x="323" y="285"/>
                    </a:lnTo>
                    <a:lnTo>
                      <a:pt x="326" y="283"/>
                    </a:lnTo>
                    <a:lnTo>
                      <a:pt x="328" y="283"/>
                    </a:lnTo>
                    <a:lnTo>
                      <a:pt x="328" y="285"/>
                    </a:lnTo>
                    <a:lnTo>
                      <a:pt x="333" y="285"/>
                    </a:lnTo>
                    <a:lnTo>
                      <a:pt x="335" y="285"/>
                    </a:lnTo>
                    <a:lnTo>
                      <a:pt x="342" y="283"/>
                    </a:lnTo>
                    <a:lnTo>
                      <a:pt x="347" y="278"/>
                    </a:lnTo>
                    <a:lnTo>
                      <a:pt x="349" y="275"/>
                    </a:lnTo>
                    <a:lnTo>
                      <a:pt x="359" y="275"/>
                    </a:lnTo>
                    <a:lnTo>
                      <a:pt x="366" y="275"/>
                    </a:lnTo>
                    <a:lnTo>
                      <a:pt x="371" y="271"/>
                    </a:lnTo>
                    <a:lnTo>
                      <a:pt x="373" y="268"/>
                    </a:lnTo>
                    <a:lnTo>
                      <a:pt x="376" y="266"/>
                    </a:lnTo>
                    <a:lnTo>
                      <a:pt x="383" y="259"/>
                    </a:lnTo>
                    <a:lnTo>
                      <a:pt x="385" y="256"/>
                    </a:lnTo>
                    <a:lnTo>
                      <a:pt x="390" y="254"/>
                    </a:lnTo>
                    <a:lnTo>
                      <a:pt x="399" y="252"/>
                    </a:lnTo>
                    <a:lnTo>
                      <a:pt x="402" y="252"/>
                    </a:lnTo>
                    <a:lnTo>
                      <a:pt x="404" y="249"/>
                    </a:lnTo>
                    <a:lnTo>
                      <a:pt x="407" y="249"/>
                    </a:lnTo>
                    <a:lnTo>
                      <a:pt x="407" y="247"/>
                    </a:lnTo>
                    <a:lnTo>
                      <a:pt x="407" y="244"/>
                    </a:lnTo>
                    <a:lnTo>
                      <a:pt x="407" y="240"/>
                    </a:lnTo>
                    <a:lnTo>
                      <a:pt x="407" y="235"/>
                    </a:lnTo>
                    <a:lnTo>
                      <a:pt x="414" y="242"/>
                    </a:lnTo>
                    <a:lnTo>
                      <a:pt x="416" y="244"/>
                    </a:lnTo>
                    <a:lnTo>
                      <a:pt x="418" y="244"/>
                    </a:lnTo>
                    <a:lnTo>
                      <a:pt x="437" y="244"/>
                    </a:lnTo>
                    <a:lnTo>
                      <a:pt x="447" y="242"/>
                    </a:lnTo>
                    <a:lnTo>
                      <a:pt x="454" y="240"/>
                    </a:lnTo>
                    <a:lnTo>
                      <a:pt x="459" y="240"/>
                    </a:lnTo>
                    <a:lnTo>
                      <a:pt x="468" y="237"/>
                    </a:lnTo>
                    <a:lnTo>
                      <a:pt x="480" y="235"/>
                    </a:lnTo>
                    <a:lnTo>
                      <a:pt x="487" y="235"/>
                    </a:lnTo>
                    <a:lnTo>
                      <a:pt x="492" y="230"/>
                    </a:lnTo>
                    <a:lnTo>
                      <a:pt x="499" y="230"/>
                    </a:lnTo>
                    <a:lnTo>
                      <a:pt x="502" y="228"/>
                    </a:lnTo>
                    <a:lnTo>
                      <a:pt x="509" y="228"/>
                    </a:lnTo>
                    <a:lnTo>
                      <a:pt x="516" y="220"/>
                    </a:lnTo>
                    <a:lnTo>
                      <a:pt x="518" y="220"/>
                    </a:lnTo>
                    <a:lnTo>
                      <a:pt x="518" y="218"/>
                    </a:lnTo>
                    <a:lnTo>
                      <a:pt x="523" y="218"/>
                    </a:lnTo>
                    <a:lnTo>
                      <a:pt x="525" y="216"/>
                    </a:lnTo>
                    <a:lnTo>
                      <a:pt x="528" y="216"/>
                    </a:lnTo>
                    <a:lnTo>
                      <a:pt x="542" y="213"/>
                    </a:lnTo>
                    <a:lnTo>
                      <a:pt x="552" y="211"/>
                    </a:lnTo>
                    <a:lnTo>
                      <a:pt x="552" y="206"/>
                    </a:lnTo>
                    <a:lnTo>
                      <a:pt x="549" y="206"/>
                    </a:lnTo>
                    <a:lnTo>
                      <a:pt x="547" y="208"/>
                    </a:lnTo>
                    <a:lnTo>
                      <a:pt x="537" y="208"/>
                    </a:lnTo>
                    <a:lnTo>
                      <a:pt x="530" y="206"/>
                    </a:lnTo>
                    <a:lnTo>
                      <a:pt x="525" y="206"/>
                    </a:lnTo>
                    <a:lnTo>
                      <a:pt x="521" y="204"/>
                    </a:lnTo>
                    <a:lnTo>
                      <a:pt x="509" y="204"/>
                    </a:lnTo>
                    <a:lnTo>
                      <a:pt x="499" y="206"/>
                    </a:lnTo>
                    <a:lnTo>
                      <a:pt x="490" y="206"/>
                    </a:lnTo>
                    <a:lnTo>
                      <a:pt x="487" y="211"/>
                    </a:lnTo>
                    <a:lnTo>
                      <a:pt x="471" y="211"/>
                    </a:lnTo>
                    <a:lnTo>
                      <a:pt x="485" y="206"/>
                    </a:lnTo>
                    <a:lnTo>
                      <a:pt x="494" y="204"/>
                    </a:lnTo>
                    <a:lnTo>
                      <a:pt x="499" y="204"/>
                    </a:lnTo>
                    <a:lnTo>
                      <a:pt x="502" y="201"/>
                    </a:lnTo>
                    <a:lnTo>
                      <a:pt x="506" y="201"/>
                    </a:lnTo>
                    <a:lnTo>
                      <a:pt x="511" y="199"/>
                    </a:lnTo>
                    <a:lnTo>
                      <a:pt x="514" y="199"/>
                    </a:lnTo>
                    <a:lnTo>
                      <a:pt x="516" y="199"/>
                    </a:lnTo>
                    <a:lnTo>
                      <a:pt x="514" y="196"/>
                    </a:lnTo>
                    <a:lnTo>
                      <a:pt x="509" y="194"/>
                    </a:lnTo>
                    <a:lnTo>
                      <a:pt x="506" y="194"/>
                    </a:lnTo>
                    <a:lnTo>
                      <a:pt x="504" y="194"/>
                    </a:lnTo>
                    <a:lnTo>
                      <a:pt x="497" y="196"/>
                    </a:lnTo>
                    <a:lnTo>
                      <a:pt x="483" y="201"/>
                    </a:lnTo>
                    <a:lnTo>
                      <a:pt x="468" y="201"/>
                    </a:lnTo>
                    <a:lnTo>
                      <a:pt x="478" y="196"/>
                    </a:lnTo>
                    <a:lnTo>
                      <a:pt x="485" y="192"/>
                    </a:lnTo>
                    <a:lnTo>
                      <a:pt x="487" y="192"/>
                    </a:lnTo>
                    <a:lnTo>
                      <a:pt x="492" y="194"/>
                    </a:lnTo>
                    <a:lnTo>
                      <a:pt x="497" y="194"/>
                    </a:lnTo>
                    <a:lnTo>
                      <a:pt x="499" y="192"/>
                    </a:lnTo>
                    <a:lnTo>
                      <a:pt x="504" y="192"/>
                    </a:lnTo>
                    <a:lnTo>
                      <a:pt x="506" y="189"/>
                    </a:lnTo>
                    <a:lnTo>
                      <a:pt x="516" y="189"/>
                    </a:lnTo>
                    <a:lnTo>
                      <a:pt x="518" y="189"/>
                    </a:lnTo>
                    <a:lnTo>
                      <a:pt x="516" y="187"/>
                    </a:lnTo>
                    <a:lnTo>
                      <a:pt x="514" y="187"/>
                    </a:lnTo>
                    <a:lnTo>
                      <a:pt x="509" y="184"/>
                    </a:lnTo>
                    <a:lnTo>
                      <a:pt x="485" y="184"/>
                    </a:lnTo>
                    <a:lnTo>
                      <a:pt x="492" y="182"/>
                    </a:lnTo>
                    <a:lnTo>
                      <a:pt x="485" y="180"/>
                    </a:lnTo>
                    <a:lnTo>
                      <a:pt x="485" y="175"/>
                    </a:lnTo>
                    <a:lnTo>
                      <a:pt x="487" y="175"/>
                    </a:lnTo>
                    <a:lnTo>
                      <a:pt x="490" y="177"/>
                    </a:lnTo>
                    <a:lnTo>
                      <a:pt x="492" y="180"/>
                    </a:lnTo>
                    <a:lnTo>
                      <a:pt x="497" y="182"/>
                    </a:lnTo>
                    <a:lnTo>
                      <a:pt x="504" y="182"/>
                    </a:lnTo>
                    <a:lnTo>
                      <a:pt x="506" y="184"/>
                    </a:lnTo>
                    <a:lnTo>
                      <a:pt x="509" y="184"/>
                    </a:lnTo>
                    <a:lnTo>
                      <a:pt x="514" y="184"/>
                    </a:lnTo>
                    <a:lnTo>
                      <a:pt x="518" y="184"/>
                    </a:lnTo>
                    <a:lnTo>
                      <a:pt x="518" y="187"/>
                    </a:lnTo>
                    <a:lnTo>
                      <a:pt x="523" y="187"/>
                    </a:lnTo>
                    <a:lnTo>
                      <a:pt x="523" y="184"/>
                    </a:lnTo>
                    <a:lnTo>
                      <a:pt x="528" y="184"/>
                    </a:lnTo>
                    <a:lnTo>
                      <a:pt x="528" y="187"/>
                    </a:lnTo>
                    <a:lnTo>
                      <a:pt x="528" y="189"/>
                    </a:lnTo>
                    <a:lnTo>
                      <a:pt x="528" y="192"/>
                    </a:lnTo>
                    <a:lnTo>
                      <a:pt x="528" y="196"/>
                    </a:lnTo>
                    <a:lnTo>
                      <a:pt x="528" y="199"/>
                    </a:lnTo>
                    <a:lnTo>
                      <a:pt x="533" y="199"/>
                    </a:lnTo>
                    <a:lnTo>
                      <a:pt x="537" y="201"/>
                    </a:lnTo>
                    <a:lnTo>
                      <a:pt x="542" y="201"/>
                    </a:lnTo>
                    <a:lnTo>
                      <a:pt x="547" y="201"/>
                    </a:lnTo>
                    <a:lnTo>
                      <a:pt x="549" y="201"/>
                    </a:lnTo>
                    <a:lnTo>
                      <a:pt x="552" y="199"/>
                    </a:lnTo>
                    <a:lnTo>
                      <a:pt x="554" y="199"/>
                    </a:lnTo>
                    <a:lnTo>
                      <a:pt x="554" y="204"/>
                    </a:lnTo>
                    <a:lnTo>
                      <a:pt x="559" y="204"/>
                    </a:lnTo>
                    <a:lnTo>
                      <a:pt x="561" y="201"/>
                    </a:lnTo>
                    <a:lnTo>
                      <a:pt x="563" y="201"/>
                    </a:lnTo>
                    <a:lnTo>
                      <a:pt x="563" y="194"/>
                    </a:lnTo>
                    <a:lnTo>
                      <a:pt x="561" y="194"/>
                    </a:lnTo>
                    <a:lnTo>
                      <a:pt x="563" y="189"/>
                    </a:lnTo>
                    <a:lnTo>
                      <a:pt x="563" y="187"/>
                    </a:lnTo>
                    <a:lnTo>
                      <a:pt x="559" y="187"/>
                    </a:lnTo>
                    <a:lnTo>
                      <a:pt x="556" y="182"/>
                    </a:lnTo>
                    <a:lnTo>
                      <a:pt x="552" y="180"/>
                    </a:lnTo>
                    <a:lnTo>
                      <a:pt x="552" y="175"/>
                    </a:lnTo>
                    <a:lnTo>
                      <a:pt x="533" y="170"/>
                    </a:lnTo>
                    <a:lnTo>
                      <a:pt x="523" y="170"/>
                    </a:lnTo>
                    <a:lnTo>
                      <a:pt x="521" y="170"/>
                    </a:lnTo>
                    <a:lnTo>
                      <a:pt x="528" y="168"/>
                    </a:lnTo>
                    <a:lnTo>
                      <a:pt x="530" y="165"/>
                    </a:lnTo>
                    <a:lnTo>
                      <a:pt x="528" y="165"/>
                    </a:lnTo>
                    <a:lnTo>
                      <a:pt x="525" y="163"/>
                    </a:lnTo>
                    <a:lnTo>
                      <a:pt x="514" y="163"/>
                    </a:lnTo>
                    <a:lnTo>
                      <a:pt x="509" y="161"/>
                    </a:lnTo>
                    <a:lnTo>
                      <a:pt x="504" y="161"/>
                    </a:lnTo>
                    <a:lnTo>
                      <a:pt x="509" y="156"/>
                    </a:lnTo>
                    <a:lnTo>
                      <a:pt x="523" y="156"/>
                    </a:lnTo>
                    <a:lnTo>
                      <a:pt x="528" y="153"/>
                    </a:lnTo>
                    <a:lnTo>
                      <a:pt x="533" y="153"/>
                    </a:lnTo>
                    <a:lnTo>
                      <a:pt x="547" y="156"/>
                    </a:lnTo>
                    <a:lnTo>
                      <a:pt x="552" y="156"/>
                    </a:lnTo>
                    <a:lnTo>
                      <a:pt x="554" y="156"/>
                    </a:lnTo>
                    <a:lnTo>
                      <a:pt x="556" y="158"/>
                    </a:lnTo>
                    <a:lnTo>
                      <a:pt x="559" y="161"/>
                    </a:lnTo>
                    <a:lnTo>
                      <a:pt x="563" y="165"/>
                    </a:lnTo>
                    <a:lnTo>
                      <a:pt x="568" y="165"/>
                    </a:lnTo>
                    <a:lnTo>
                      <a:pt x="568" y="163"/>
                    </a:lnTo>
                    <a:lnTo>
                      <a:pt x="568" y="158"/>
                    </a:lnTo>
                    <a:lnTo>
                      <a:pt x="559" y="156"/>
                    </a:lnTo>
                    <a:lnTo>
                      <a:pt x="552" y="153"/>
                    </a:lnTo>
                    <a:lnTo>
                      <a:pt x="540" y="151"/>
                    </a:lnTo>
                    <a:lnTo>
                      <a:pt x="544" y="149"/>
                    </a:lnTo>
                    <a:lnTo>
                      <a:pt x="547" y="149"/>
                    </a:lnTo>
                    <a:lnTo>
                      <a:pt x="552" y="151"/>
                    </a:lnTo>
                    <a:lnTo>
                      <a:pt x="556" y="151"/>
                    </a:lnTo>
                    <a:lnTo>
                      <a:pt x="559" y="153"/>
                    </a:lnTo>
                    <a:lnTo>
                      <a:pt x="578" y="153"/>
                    </a:lnTo>
                    <a:lnTo>
                      <a:pt x="594" y="151"/>
                    </a:lnTo>
                    <a:lnTo>
                      <a:pt x="594" y="144"/>
                    </a:lnTo>
                    <a:lnTo>
                      <a:pt x="582" y="141"/>
                    </a:lnTo>
                    <a:lnTo>
                      <a:pt x="578" y="146"/>
                    </a:lnTo>
                    <a:lnTo>
                      <a:pt x="573" y="141"/>
                    </a:lnTo>
                    <a:lnTo>
                      <a:pt x="573" y="139"/>
                    </a:lnTo>
                    <a:lnTo>
                      <a:pt x="587" y="139"/>
                    </a:lnTo>
                    <a:lnTo>
                      <a:pt x="599" y="137"/>
                    </a:lnTo>
                    <a:lnTo>
                      <a:pt x="602" y="139"/>
                    </a:lnTo>
                    <a:lnTo>
                      <a:pt x="609" y="139"/>
                    </a:lnTo>
                    <a:lnTo>
                      <a:pt x="616" y="134"/>
                    </a:lnTo>
                    <a:lnTo>
                      <a:pt x="618" y="134"/>
                    </a:lnTo>
                    <a:lnTo>
                      <a:pt x="618" y="132"/>
                    </a:lnTo>
                    <a:lnTo>
                      <a:pt x="599" y="132"/>
                    </a:lnTo>
                    <a:lnTo>
                      <a:pt x="599" y="129"/>
                    </a:lnTo>
                    <a:lnTo>
                      <a:pt x="597" y="129"/>
                    </a:lnTo>
                    <a:lnTo>
                      <a:pt x="597" y="127"/>
                    </a:lnTo>
                    <a:lnTo>
                      <a:pt x="592" y="127"/>
                    </a:lnTo>
                    <a:lnTo>
                      <a:pt x="587" y="125"/>
                    </a:lnTo>
                    <a:lnTo>
                      <a:pt x="592" y="125"/>
                    </a:lnTo>
                    <a:lnTo>
                      <a:pt x="594" y="125"/>
                    </a:lnTo>
                    <a:lnTo>
                      <a:pt x="594" y="122"/>
                    </a:lnTo>
                    <a:lnTo>
                      <a:pt x="592" y="120"/>
                    </a:lnTo>
                    <a:lnTo>
                      <a:pt x="590" y="120"/>
                    </a:lnTo>
                    <a:lnTo>
                      <a:pt x="582" y="117"/>
                    </a:lnTo>
                    <a:lnTo>
                      <a:pt x="592" y="117"/>
                    </a:lnTo>
                    <a:lnTo>
                      <a:pt x="594" y="120"/>
                    </a:lnTo>
                    <a:lnTo>
                      <a:pt x="597" y="120"/>
                    </a:lnTo>
                    <a:lnTo>
                      <a:pt x="602" y="120"/>
                    </a:lnTo>
                    <a:lnTo>
                      <a:pt x="606" y="120"/>
                    </a:lnTo>
                    <a:lnTo>
                      <a:pt x="609" y="125"/>
                    </a:lnTo>
                    <a:lnTo>
                      <a:pt x="613" y="125"/>
                    </a:lnTo>
                    <a:lnTo>
                      <a:pt x="618" y="120"/>
                    </a:lnTo>
                    <a:lnTo>
                      <a:pt x="618" y="113"/>
                    </a:lnTo>
                    <a:lnTo>
                      <a:pt x="616" y="110"/>
                    </a:lnTo>
                    <a:lnTo>
                      <a:pt x="613" y="110"/>
                    </a:lnTo>
                    <a:lnTo>
                      <a:pt x="611" y="108"/>
                    </a:lnTo>
                    <a:lnTo>
                      <a:pt x="609" y="105"/>
                    </a:lnTo>
                    <a:lnTo>
                      <a:pt x="592" y="103"/>
                    </a:lnTo>
                    <a:lnTo>
                      <a:pt x="587" y="101"/>
                    </a:lnTo>
                    <a:lnTo>
                      <a:pt x="587" y="98"/>
                    </a:lnTo>
                    <a:lnTo>
                      <a:pt x="590" y="98"/>
                    </a:lnTo>
                    <a:lnTo>
                      <a:pt x="599" y="98"/>
                    </a:lnTo>
                    <a:lnTo>
                      <a:pt x="611" y="96"/>
                    </a:lnTo>
                    <a:lnTo>
                      <a:pt x="618" y="96"/>
                    </a:lnTo>
                    <a:lnTo>
                      <a:pt x="623" y="98"/>
                    </a:lnTo>
                    <a:lnTo>
                      <a:pt x="632" y="98"/>
                    </a:lnTo>
                    <a:lnTo>
                      <a:pt x="637" y="96"/>
                    </a:lnTo>
                    <a:lnTo>
                      <a:pt x="642" y="93"/>
                    </a:lnTo>
                    <a:lnTo>
                      <a:pt x="642" y="91"/>
                    </a:lnTo>
                    <a:lnTo>
                      <a:pt x="642" y="89"/>
                    </a:lnTo>
                    <a:lnTo>
                      <a:pt x="632" y="89"/>
                    </a:lnTo>
                    <a:lnTo>
                      <a:pt x="625" y="86"/>
                    </a:lnTo>
                    <a:lnTo>
                      <a:pt x="616" y="86"/>
                    </a:lnTo>
                    <a:lnTo>
                      <a:pt x="613" y="84"/>
                    </a:lnTo>
                    <a:lnTo>
                      <a:pt x="623" y="84"/>
                    </a:lnTo>
                    <a:lnTo>
                      <a:pt x="621" y="82"/>
                    </a:lnTo>
                    <a:lnTo>
                      <a:pt x="618" y="79"/>
                    </a:lnTo>
                    <a:lnTo>
                      <a:pt x="618" y="77"/>
                    </a:lnTo>
                    <a:lnTo>
                      <a:pt x="613" y="77"/>
                    </a:lnTo>
                    <a:lnTo>
                      <a:pt x="611" y="79"/>
                    </a:lnTo>
                    <a:lnTo>
                      <a:pt x="611" y="84"/>
                    </a:lnTo>
                    <a:lnTo>
                      <a:pt x="606" y="84"/>
                    </a:lnTo>
                    <a:lnTo>
                      <a:pt x="604" y="84"/>
                    </a:lnTo>
                    <a:lnTo>
                      <a:pt x="602" y="82"/>
                    </a:lnTo>
                    <a:lnTo>
                      <a:pt x="599" y="79"/>
                    </a:lnTo>
                    <a:lnTo>
                      <a:pt x="602" y="79"/>
                    </a:lnTo>
                    <a:lnTo>
                      <a:pt x="606" y="77"/>
                    </a:lnTo>
                    <a:lnTo>
                      <a:pt x="609" y="74"/>
                    </a:lnTo>
                    <a:lnTo>
                      <a:pt x="613" y="70"/>
                    </a:lnTo>
                    <a:lnTo>
                      <a:pt x="616" y="67"/>
                    </a:lnTo>
                    <a:lnTo>
                      <a:pt x="618" y="65"/>
                    </a:lnTo>
                    <a:lnTo>
                      <a:pt x="621" y="65"/>
                    </a:lnTo>
                    <a:lnTo>
                      <a:pt x="623" y="65"/>
                    </a:lnTo>
                    <a:lnTo>
                      <a:pt x="628" y="65"/>
                    </a:lnTo>
                    <a:lnTo>
                      <a:pt x="630" y="65"/>
                    </a:lnTo>
                    <a:lnTo>
                      <a:pt x="632" y="62"/>
                    </a:lnTo>
                    <a:lnTo>
                      <a:pt x="637" y="60"/>
                    </a:lnTo>
                    <a:lnTo>
                      <a:pt x="635" y="55"/>
                    </a:lnTo>
                    <a:lnTo>
                      <a:pt x="637" y="53"/>
                    </a:lnTo>
                    <a:lnTo>
                      <a:pt x="640" y="50"/>
                    </a:lnTo>
                    <a:lnTo>
                      <a:pt x="642" y="50"/>
                    </a:lnTo>
                    <a:lnTo>
                      <a:pt x="647" y="50"/>
                    </a:lnTo>
                    <a:lnTo>
                      <a:pt x="649" y="50"/>
                    </a:lnTo>
                    <a:lnTo>
                      <a:pt x="651" y="53"/>
                    </a:lnTo>
                    <a:lnTo>
                      <a:pt x="656" y="53"/>
                    </a:lnTo>
                    <a:lnTo>
                      <a:pt x="659" y="50"/>
                    </a:lnTo>
                    <a:lnTo>
                      <a:pt x="661" y="50"/>
                    </a:lnTo>
                    <a:lnTo>
                      <a:pt x="663" y="48"/>
                    </a:lnTo>
                    <a:lnTo>
                      <a:pt x="644" y="48"/>
                    </a:lnTo>
                    <a:lnTo>
                      <a:pt x="642" y="48"/>
                    </a:lnTo>
                    <a:lnTo>
                      <a:pt x="637" y="48"/>
                    </a:lnTo>
                    <a:lnTo>
                      <a:pt x="635" y="50"/>
                    </a:lnTo>
                    <a:lnTo>
                      <a:pt x="630" y="50"/>
                    </a:lnTo>
                    <a:lnTo>
                      <a:pt x="630" y="48"/>
                    </a:lnTo>
                    <a:lnTo>
                      <a:pt x="640" y="43"/>
                    </a:lnTo>
                    <a:lnTo>
                      <a:pt x="670" y="43"/>
                    </a:lnTo>
                    <a:lnTo>
                      <a:pt x="675" y="43"/>
                    </a:lnTo>
                    <a:lnTo>
                      <a:pt x="678" y="43"/>
                    </a:lnTo>
                    <a:lnTo>
                      <a:pt x="682" y="41"/>
                    </a:lnTo>
                    <a:lnTo>
                      <a:pt x="678" y="41"/>
                    </a:lnTo>
                    <a:lnTo>
                      <a:pt x="673" y="38"/>
                    </a:lnTo>
                    <a:lnTo>
                      <a:pt x="656" y="38"/>
                    </a:lnTo>
                    <a:lnTo>
                      <a:pt x="651" y="41"/>
                    </a:lnTo>
                    <a:lnTo>
                      <a:pt x="635" y="41"/>
                    </a:lnTo>
                    <a:lnTo>
                      <a:pt x="635" y="38"/>
                    </a:lnTo>
                    <a:lnTo>
                      <a:pt x="637" y="38"/>
                    </a:lnTo>
                    <a:lnTo>
                      <a:pt x="642" y="38"/>
                    </a:lnTo>
                    <a:lnTo>
                      <a:pt x="687" y="38"/>
                    </a:lnTo>
                    <a:lnTo>
                      <a:pt x="692" y="36"/>
                    </a:lnTo>
                    <a:lnTo>
                      <a:pt x="699" y="34"/>
                    </a:lnTo>
                    <a:lnTo>
                      <a:pt x="701" y="31"/>
                    </a:lnTo>
                    <a:lnTo>
                      <a:pt x="718" y="31"/>
                    </a:lnTo>
                    <a:lnTo>
                      <a:pt x="723" y="29"/>
                    </a:lnTo>
                    <a:lnTo>
                      <a:pt x="725" y="29"/>
                    </a:lnTo>
                    <a:lnTo>
                      <a:pt x="730" y="29"/>
                    </a:lnTo>
                    <a:lnTo>
                      <a:pt x="732" y="26"/>
                    </a:lnTo>
                    <a:lnTo>
                      <a:pt x="730" y="24"/>
                    </a:lnTo>
                    <a:close/>
                    <a:moveTo>
                      <a:pt x="119" y="268"/>
                    </a:moveTo>
                    <a:lnTo>
                      <a:pt x="116" y="266"/>
                    </a:lnTo>
                    <a:lnTo>
                      <a:pt x="119" y="268"/>
                    </a:lnTo>
                    <a:close/>
                    <a:moveTo>
                      <a:pt x="128" y="223"/>
                    </a:moveTo>
                    <a:lnTo>
                      <a:pt x="135" y="223"/>
                    </a:lnTo>
                    <a:lnTo>
                      <a:pt x="138" y="220"/>
                    </a:lnTo>
                    <a:lnTo>
                      <a:pt x="145" y="220"/>
                    </a:lnTo>
                    <a:lnTo>
                      <a:pt x="147" y="220"/>
                    </a:lnTo>
                    <a:lnTo>
                      <a:pt x="147" y="216"/>
                    </a:lnTo>
                    <a:lnTo>
                      <a:pt x="150" y="216"/>
                    </a:lnTo>
                    <a:lnTo>
                      <a:pt x="147" y="213"/>
                    </a:lnTo>
                    <a:lnTo>
                      <a:pt x="145" y="211"/>
                    </a:lnTo>
                    <a:lnTo>
                      <a:pt x="143" y="211"/>
                    </a:lnTo>
                    <a:lnTo>
                      <a:pt x="138" y="211"/>
                    </a:lnTo>
                    <a:lnTo>
                      <a:pt x="135" y="206"/>
                    </a:lnTo>
                    <a:lnTo>
                      <a:pt x="119" y="206"/>
                    </a:lnTo>
                    <a:lnTo>
                      <a:pt x="119" y="213"/>
                    </a:lnTo>
                    <a:lnTo>
                      <a:pt x="116" y="216"/>
                    </a:lnTo>
                    <a:lnTo>
                      <a:pt x="114" y="216"/>
                    </a:lnTo>
                    <a:lnTo>
                      <a:pt x="114" y="218"/>
                    </a:lnTo>
                    <a:lnTo>
                      <a:pt x="116" y="220"/>
                    </a:lnTo>
                    <a:lnTo>
                      <a:pt x="119" y="220"/>
                    </a:lnTo>
                    <a:lnTo>
                      <a:pt x="119" y="225"/>
                    </a:lnTo>
                    <a:lnTo>
                      <a:pt x="128" y="223"/>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51" name="Ecuador" descr="© INSCALE GmbH, 05.05.2010&#10;http://www.presentationload.com/">
                <a:extLst>
                  <a:ext uri="{FF2B5EF4-FFF2-40B4-BE49-F238E27FC236}">
                    <a16:creationId xmlns:a16="http://schemas.microsoft.com/office/drawing/2014/main" id="{6A23F844-F33C-ECCF-8121-49A809626F79}"/>
                  </a:ext>
                </a:extLst>
              </p:cNvPr>
              <p:cNvSpPr>
                <a:spLocks noEditPoints="1"/>
              </p:cNvSpPr>
              <p:nvPr/>
            </p:nvSpPr>
            <p:spPr bwMode="gray">
              <a:xfrm>
                <a:off x="1191" y="2536"/>
                <a:ext cx="105" cy="134"/>
              </a:xfrm>
              <a:custGeom>
                <a:avLst/>
                <a:gdLst>
                  <a:gd name="T0" fmla="*/ 2147483647 w 414"/>
                  <a:gd name="T1" fmla="*/ 2147483647 h 528"/>
                  <a:gd name="T2" fmla="*/ 2147483647 w 414"/>
                  <a:gd name="T3" fmla="*/ 2147483647 h 528"/>
                  <a:gd name="T4" fmla="*/ 2147483647 w 414"/>
                  <a:gd name="T5" fmla="*/ 2147483647 h 528"/>
                  <a:gd name="T6" fmla="*/ 2147483647 w 414"/>
                  <a:gd name="T7" fmla="*/ 2147483647 h 528"/>
                  <a:gd name="T8" fmla="*/ 2147483647 w 414"/>
                  <a:gd name="T9" fmla="*/ 2147483647 h 528"/>
                  <a:gd name="T10" fmla="*/ 2147483647 w 414"/>
                  <a:gd name="T11" fmla="*/ 2147483647 h 528"/>
                  <a:gd name="T12" fmla="*/ 2147483647 w 414"/>
                  <a:gd name="T13" fmla="*/ 2147483647 h 528"/>
                  <a:gd name="T14" fmla="*/ 2147483647 w 414"/>
                  <a:gd name="T15" fmla="*/ 2147483647 h 528"/>
                  <a:gd name="T16" fmla="*/ 2147483647 w 414"/>
                  <a:gd name="T17" fmla="*/ 2147483647 h 528"/>
                  <a:gd name="T18" fmla="*/ 2147483647 w 414"/>
                  <a:gd name="T19" fmla="*/ 2147483647 h 528"/>
                  <a:gd name="T20" fmla="*/ 2147483647 w 414"/>
                  <a:gd name="T21" fmla="*/ 2147483647 h 528"/>
                  <a:gd name="T22" fmla="*/ 2147483647 w 414"/>
                  <a:gd name="T23" fmla="*/ 2147483647 h 528"/>
                  <a:gd name="T24" fmla="*/ 2147483647 w 414"/>
                  <a:gd name="T25" fmla="*/ 2147483647 h 528"/>
                  <a:gd name="T26" fmla="*/ 2147483647 w 414"/>
                  <a:gd name="T27" fmla="*/ 2147483647 h 528"/>
                  <a:gd name="T28" fmla="*/ 2147483647 w 414"/>
                  <a:gd name="T29" fmla="*/ 2147483647 h 528"/>
                  <a:gd name="T30" fmla="*/ 2147483647 w 414"/>
                  <a:gd name="T31" fmla="*/ 2147483647 h 528"/>
                  <a:gd name="T32" fmla="*/ 2147483647 w 414"/>
                  <a:gd name="T33" fmla="*/ 2147483647 h 528"/>
                  <a:gd name="T34" fmla="*/ 2147483647 w 414"/>
                  <a:gd name="T35" fmla="*/ 2147483647 h 528"/>
                  <a:gd name="T36" fmla="*/ 2147483647 w 414"/>
                  <a:gd name="T37" fmla="*/ 2147483647 h 528"/>
                  <a:gd name="T38" fmla="*/ 2147483647 w 414"/>
                  <a:gd name="T39" fmla="*/ 2147483647 h 528"/>
                  <a:gd name="T40" fmla="*/ 2147483647 w 414"/>
                  <a:gd name="T41" fmla="*/ 2147483647 h 528"/>
                  <a:gd name="T42" fmla="*/ 2147483647 w 414"/>
                  <a:gd name="T43" fmla="*/ 2147483647 h 528"/>
                  <a:gd name="T44" fmla="*/ 2147483647 w 414"/>
                  <a:gd name="T45" fmla="*/ 2147483647 h 528"/>
                  <a:gd name="T46" fmla="*/ 2147483647 w 414"/>
                  <a:gd name="T47" fmla="*/ 2147483647 h 528"/>
                  <a:gd name="T48" fmla="*/ 2147483647 w 414"/>
                  <a:gd name="T49" fmla="*/ 2147483647 h 528"/>
                  <a:gd name="T50" fmla="*/ 2147483647 w 414"/>
                  <a:gd name="T51" fmla="*/ 2147483647 h 528"/>
                  <a:gd name="T52" fmla="*/ 2147483647 w 414"/>
                  <a:gd name="T53" fmla="*/ 2147483647 h 528"/>
                  <a:gd name="T54" fmla="*/ 2147483647 w 414"/>
                  <a:gd name="T55" fmla="*/ 2147483647 h 528"/>
                  <a:gd name="T56" fmla="*/ 2147483647 w 414"/>
                  <a:gd name="T57" fmla="*/ 2147483647 h 528"/>
                  <a:gd name="T58" fmla="*/ 2147483647 w 414"/>
                  <a:gd name="T59" fmla="*/ 2147483647 h 528"/>
                  <a:gd name="T60" fmla="*/ 2147483647 w 414"/>
                  <a:gd name="T61" fmla="*/ 2147483647 h 528"/>
                  <a:gd name="T62" fmla="*/ 2147483647 w 414"/>
                  <a:gd name="T63" fmla="*/ 2147483647 h 528"/>
                  <a:gd name="T64" fmla="*/ 2147483647 w 414"/>
                  <a:gd name="T65" fmla="*/ 2147483647 h 528"/>
                  <a:gd name="T66" fmla="*/ 2147483647 w 414"/>
                  <a:gd name="T67" fmla="*/ 2147483647 h 528"/>
                  <a:gd name="T68" fmla="*/ 2147483647 w 414"/>
                  <a:gd name="T69" fmla="*/ 2147483647 h 528"/>
                  <a:gd name="T70" fmla="*/ 2147483647 w 414"/>
                  <a:gd name="T71" fmla="*/ 2147483647 h 528"/>
                  <a:gd name="T72" fmla="*/ 2147483647 w 414"/>
                  <a:gd name="T73" fmla="*/ 2147483647 h 528"/>
                  <a:gd name="T74" fmla="*/ 2147483647 w 414"/>
                  <a:gd name="T75" fmla="*/ 2147483647 h 528"/>
                  <a:gd name="T76" fmla="*/ 2147483647 w 414"/>
                  <a:gd name="T77" fmla="*/ 2147483647 h 528"/>
                  <a:gd name="T78" fmla="*/ 2147483647 w 414"/>
                  <a:gd name="T79" fmla="*/ 2147483647 h 528"/>
                  <a:gd name="T80" fmla="*/ 2147483647 w 414"/>
                  <a:gd name="T81" fmla="*/ 2147483647 h 528"/>
                  <a:gd name="T82" fmla="*/ 2147483647 w 414"/>
                  <a:gd name="T83" fmla="*/ 2147483647 h 528"/>
                  <a:gd name="T84" fmla="*/ 2147483647 w 414"/>
                  <a:gd name="T85" fmla="*/ 2147483647 h 528"/>
                  <a:gd name="T86" fmla="*/ 2147483647 w 414"/>
                  <a:gd name="T87" fmla="*/ 2147483647 h 528"/>
                  <a:gd name="T88" fmla="*/ 2147483647 w 414"/>
                  <a:gd name="T89" fmla="*/ 2147483647 h 52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14"/>
                  <a:gd name="T136" fmla="*/ 0 h 528"/>
                  <a:gd name="T137" fmla="*/ 414 w 414"/>
                  <a:gd name="T138" fmla="*/ 528 h 52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14" h="528">
                    <a:moveTo>
                      <a:pt x="60" y="372"/>
                    </a:moveTo>
                    <a:lnTo>
                      <a:pt x="72" y="366"/>
                    </a:lnTo>
                    <a:lnTo>
                      <a:pt x="78" y="360"/>
                    </a:lnTo>
                    <a:lnTo>
                      <a:pt x="78" y="342"/>
                    </a:lnTo>
                    <a:lnTo>
                      <a:pt x="72" y="342"/>
                    </a:lnTo>
                    <a:lnTo>
                      <a:pt x="54" y="360"/>
                    </a:lnTo>
                    <a:lnTo>
                      <a:pt x="54" y="372"/>
                    </a:lnTo>
                    <a:lnTo>
                      <a:pt x="60" y="372"/>
                    </a:lnTo>
                    <a:close/>
                    <a:moveTo>
                      <a:pt x="414" y="174"/>
                    </a:moveTo>
                    <a:lnTo>
                      <a:pt x="390" y="156"/>
                    </a:lnTo>
                    <a:lnTo>
                      <a:pt x="396" y="156"/>
                    </a:lnTo>
                    <a:lnTo>
                      <a:pt x="396" y="150"/>
                    </a:lnTo>
                    <a:lnTo>
                      <a:pt x="402" y="150"/>
                    </a:lnTo>
                    <a:lnTo>
                      <a:pt x="402" y="126"/>
                    </a:lnTo>
                    <a:lnTo>
                      <a:pt x="372" y="126"/>
                    </a:lnTo>
                    <a:lnTo>
                      <a:pt x="360" y="114"/>
                    </a:lnTo>
                    <a:lnTo>
                      <a:pt x="360" y="108"/>
                    </a:lnTo>
                    <a:lnTo>
                      <a:pt x="354" y="102"/>
                    </a:lnTo>
                    <a:lnTo>
                      <a:pt x="354" y="96"/>
                    </a:lnTo>
                    <a:lnTo>
                      <a:pt x="342" y="90"/>
                    </a:lnTo>
                    <a:lnTo>
                      <a:pt x="336" y="90"/>
                    </a:lnTo>
                    <a:lnTo>
                      <a:pt x="330" y="96"/>
                    </a:lnTo>
                    <a:lnTo>
                      <a:pt x="330" y="108"/>
                    </a:lnTo>
                    <a:lnTo>
                      <a:pt x="306" y="108"/>
                    </a:lnTo>
                    <a:lnTo>
                      <a:pt x="300" y="102"/>
                    </a:lnTo>
                    <a:lnTo>
                      <a:pt x="288" y="96"/>
                    </a:lnTo>
                    <a:lnTo>
                      <a:pt x="282" y="102"/>
                    </a:lnTo>
                    <a:lnTo>
                      <a:pt x="270" y="102"/>
                    </a:lnTo>
                    <a:lnTo>
                      <a:pt x="258" y="96"/>
                    </a:lnTo>
                    <a:lnTo>
                      <a:pt x="252" y="90"/>
                    </a:lnTo>
                    <a:lnTo>
                      <a:pt x="252" y="84"/>
                    </a:lnTo>
                    <a:lnTo>
                      <a:pt x="246" y="72"/>
                    </a:lnTo>
                    <a:lnTo>
                      <a:pt x="240" y="66"/>
                    </a:lnTo>
                    <a:lnTo>
                      <a:pt x="228" y="60"/>
                    </a:lnTo>
                    <a:lnTo>
                      <a:pt x="210" y="60"/>
                    </a:lnTo>
                    <a:lnTo>
                      <a:pt x="204" y="48"/>
                    </a:lnTo>
                    <a:lnTo>
                      <a:pt x="168" y="30"/>
                    </a:lnTo>
                    <a:lnTo>
                      <a:pt x="162" y="18"/>
                    </a:lnTo>
                    <a:lnTo>
                      <a:pt x="150" y="12"/>
                    </a:lnTo>
                    <a:lnTo>
                      <a:pt x="144" y="0"/>
                    </a:lnTo>
                    <a:lnTo>
                      <a:pt x="144" y="12"/>
                    </a:lnTo>
                    <a:lnTo>
                      <a:pt x="150" y="18"/>
                    </a:lnTo>
                    <a:lnTo>
                      <a:pt x="150" y="36"/>
                    </a:lnTo>
                    <a:lnTo>
                      <a:pt x="144" y="42"/>
                    </a:lnTo>
                    <a:lnTo>
                      <a:pt x="120" y="54"/>
                    </a:lnTo>
                    <a:lnTo>
                      <a:pt x="102" y="54"/>
                    </a:lnTo>
                    <a:lnTo>
                      <a:pt x="96" y="42"/>
                    </a:lnTo>
                    <a:lnTo>
                      <a:pt x="90" y="42"/>
                    </a:lnTo>
                    <a:lnTo>
                      <a:pt x="78" y="54"/>
                    </a:lnTo>
                    <a:lnTo>
                      <a:pt x="66" y="60"/>
                    </a:lnTo>
                    <a:lnTo>
                      <a:pt x="60" y="72"/>
                    </a:lnTo>
                    <a:lnTo>
                      <a:pt x="60" y="84"/>
                    </a:lnTo>
                    <a:lnTo>
                      <a:pt x="66" y="90"/>
                    </a:lnTo>
                    <a:lnTo>
                      <a:pt x="72" y="102"/>
                    </a:lnTo>
                    <a:lnTo>
                      <a:pt x="72" y="120"/>
                    </a:lnTo>
                    <a:lnTo>
                      <a:pt x="66" y="126"/>
                    </a:lnTo>
                    <a:lnTo>
                      <a:pt x="54" y="132"/>
                    </a:lnTo>
                    <a:lnTo>
                      <a:pt x="42" y="144"/>
                    </a:lnTo>
                    <a:lnTo>
                      <a:pt x="42" y="162"/>
                    </a:lnTo>
                    <a:lnTo>
                      <a:pt x="48" y="168"/>
                    </a:lnTo>
                    <a:lnTo>
                      <a:pt x="54" y="180"/>
                    </a:lnTo>
                    <a:lnTo>
                      <a:pt x="36" y="180"/>
                    </a:lnTo>
                    <a:lnTo>
                      <a:pt x="36" y="198"/>
                    </a:lnTo>
                    <a:lnTo>
                      <a:pt x="0" y="216"/>
                    </a:lnTo>
                    <a:lnTo>
                      <a:pt x="24" y="228"/>
                    </a:lnTo>
                    <a:lnTo>
                      <a:pt x="12" y="258"/>
                    </a:lnTo>
                    <a:lnTo>
                      <a:pt x="24" y="270"/>
                    </a:lnTo>
                    <a:lnTo>
                      <a:pt x="24" y="282"/>
                    </a:lnTo>
                    <a:lnTo>
                      <a:pt x="6" y="300"/>
                    </a:lnTo>
                    <a:lnTo>
                      <a:pt x="0" y="300"/>
                    </a:lnTo>
                    <a:lnTo>
                      <a:pt x="12" y="312"/>
                    </a:lnTo>
                    <a:lnTo>
                      <a:pt x="6" y="318"/>
                    </a:lnTo>
                    <a:lnTo>
                      <a:pt x="6" y="324"/>
                    </a:lnTo>
                    <a:lnTo>
                      <a:pt x="18" y="336"/>
                    </a:lnTo>
                    <a:lnTo>
                      <a:pt x="30" y="342"/>
                    </a:lnTo>
                    <a:lnTo>
                      <a:pt x="60" y="342"/>
                    </a:lnTo>
                    <a:lnTo>
                      <a:pt x="72" y="330"/>
                    </a:lnTo>
                    <a:lnTo>
                      <a:pt x="72" y="324"/>
                    </a:lnTo>
                    <a:lnTo>
                      <a:pt x="96" y="330"/>
                    </a:lnTo>
                    <a:lnTo>
                      <a:pt x="102" y="342"/>
                    </a:lnTo>
                    <a:lnTo>
                      <a:pt x="102" y="348"/>
                    </a:lnTo>
                    <a:lnTo>
                      <a:pt x="96" y="366"/>
                    </a:lnTo>
                    <a:lnTo>
                      <a:pt x="90" y="372"/>
                    </a:lnTo>
                    <a:lnTo>
                      <a:pt x="90" y="384"/>
                    </a:lnTo>
                    <a:lnTo>
                      <a:pt x="84" y="396"/>
                    </a:lnTo>
                    <a:lnTo>
                      <a:pt x="72" y="402"/>
                    </a:lnTo>
                    <a:lnTo>
                      <a:pt x="66" y="402"/>
                    </a:lnTo>
                    <a:lnTo>
                      <a:pt x="60" y="408"/>
                    </a:lnTo>
                    <a:lnTo>
                      <a:pt x="54" y="408"/>
                    </a:lnTo>
                    <a:lnTo>
                      <a:pt x="60" y="408"/>
                    </a:lnTo>
                    <a:lnTo>
                      <a:pt x="72" y="414"/>
                    </a:lnTo>
                    <a:lnTo>
                      <a:pt x="78" y="414"/>
                    </a:lnTo>
                    <a:lnTo>
                      <a:pt x="78" y="420"/>
                    </a:lnTo>
                    <a:lnTo>
                      <a:pt x="72" y="426"/>
                    </a:lnTo>
                    <a:lnTo>
                      <a:pt x="66" y="438"/>
                    </a:lnTo>
                    <a:lnTo>
                      <a:pt x="54" y="444"/>
                    </a:lnTo>
                    <a:lnTo>
                      <a:pt x="48" y="456"/>
                    </a:lnTo>
                    <a:lnTo>
                      <a:pt x="42" y="462"/>
                    </a:lnTo>
                    <a:lnTo>
                      <a:pt x="54" y="474"/>
                    </a:lnTo>
                    <a:lnTo>
                      <a:pt x="42" y="486"/>
                    </a:lnTo>
                    <a:lnTo>
                      <a:pt x="48" y="492"/>
                    </a:lnTo>
                    <a:lnTo>
                      <a:pt x="54" y="492"/>
                    </a:lnTo>
                    <a:lnTo>
                      <a:pt x="66" y="486"/>
                    </a:lnTo>
                    <a:lnTo>
                      <a:pt x="78" y="474"/>
                    </a:lnTo>
                    <a:lnTo>
                      <a:pt x="90" y="486"/>
                    </a:lnTo>
                    <a:lnTo>
                      <a:pt x="120" y="486"/>
                    </a:lnTo>
                    <a:lnTo>
                      <a:pt x="120" y="492"/>
                    </a:lnTo>
                    <a:lnTo>
                      <a:pt x="126" y="498"/>
                    </a:lnTo>
                    <a:lnTo>
                      <a:pt x="126" y="516"/>
                    </a:lnTo>
                    <a:lnTo>
                      <a:pt x="132" y="528"/>
                    </a:lnTo>
                    <a:lnTo>
                      <a:pt x="150" y="528"/>
                    </a:lnTo>
                    <a:lnTo>
                      <a:pt x="150" y="522"/>
                    </a:lnTo>
                    <a:lnTo>
                      <a:pt x="156" y="516"/>
                    </a:lnTo>
                    <a:lnTo>
                      <a:pt x="156" y="510"/>
                    </a:lnTo>
                    <a:lnTo>
                      <a:pt x="162" y="504"/>
                    </a:lnTo>
                    <a:lnTo>
                      <a:pt x="180" y="504"/>
                    </a:lnTo>
                    <a:lnTo>
                      <a:pt x="180" y="474"/>
                    </a:lnTo>
                    <a:lnTo>
                      <a:pt x="186" y="462"/>
                    </a:lnTo>
                    <a:lnTo>
                      <a:pt x="186" y="438"/>
                    </a:lnTo>
                    <a:lnTo>
                      <a:pt x="198" y="426"/>
                    </a:lnTo>
                    <a:lnTo>
                      <a:pt x="198" y="408"/>
                    </a:lnTo>
                    <a:lnTo>
                      <a:pt x="210" y="402"/>
                    </a:lnTo>
                    <a:lnTo>
                      <a:pt x="210" y="396"/>
                    </a:lnTo>
                    <a:lnTo>
                      <a:pt x="228" y="378"/>
                    </a:lnTo>
                    <a:lnTo>
                      <a:pt x="246" y="366"/>
                    </a:lnTo>
                    <a:lnTo>
                      <a:pt x="264" y="360"/>
                    </a:lnTo>
                    <a:lnTo>
                      <a:pt x="324" y="330"/>
                    </a:lnTo>
                    <a:lnTo>
                      <a:pt x="342" y="318"/>
                    </a:lnTo>
                    <a:lnTo>
                      <a:pt x="354" y="300"/>
                    </a:lnTo>
                    <a:lnTo>
                      <a:pt x="366" y="288"/>
                    </a:lnTo>
                    <a:lnTo>
                      <a:pt x="372" y="276"/>
                    </a:lnTo>
                    <a:lnTo>
                      <a:pt x="384" y="264"/>
                    </a:lnTo>
                    <a:lnTo>
                      <a:pt x="390" y="252"/>
                    </a:lnTo>
                    <a:lnTo>
                      <a:pt x="402" y="210"/>
                    </a:lnTo>
                    <a:lnTo>
                      <a:pt x="414" y="204"/>
                    </a:lnTo>
                    <a:lnTo>
                      <a:pt x="414" y="174"/>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52" name="Dominican Republic" descr="© INSCALE GmbH, 05.05.2010&#10;http://www.presentationload.com/">
                <a:extLst>
                  <a:ext uri="{FF2B5EF4-FFF2-40B4-BE49-F238E27FC236}">
                    <a16:creationId xmlns:a16="http://schemas.microsoft.com/office/drawing/2014/main" id="{D9533FCB-E273-1CBC-6DA5-27D6837690AE}"/>
                  </a:ext>
                </a:extLst>
              </p:cNvPr>
              <p:cNvSpPr>
                <a:spLocks/>
              </p:cNvSpPr>
              <p:nvPr/>
            </p:nvSpPr>
            <p:spPr bwMode="gray">
              <a:xfrm>
                <a:off x="1379" y="2162"/>
                <a:ext cx="63" cy="43"/>
              </a:xfrm>
              <a:custGeom>
                <a:avLst/>
                <a:gdLst>
                  <a:gd name="T0" fmla="*/ 2147483647 w 252"/>
                  <a:gd name="T1" fmla="*/ 2147483647 h 168"/>
                  <a:gd name="T2" fmla="*/ 2147483647 w 252"/>
                  <a:gd name="T3" fmla="*/ 2147483647 h 168"/>
                  <a:gd name="T4" fmla="*/ 2147483647 w 252"/>
                  <a:gd name="T5" fmla="*/ 2147483647 h 168"/>
                  <a:gd name="T6" fmla="*/ 2147483647 w 252"/>
                  <a:gd name="T7" fmla="*/ 2147483647 h 168"/>
                  <a:gd name="T8" fmla="*/ 2147483647 w 252"/>
                  <a:gd name="T9" fmla="*/ 2147483647 h 168"/>
                  <a:gd name="T10" fmla="*/ 2147483647 w 252"/>
                  <a:gd name="T11" fmla="*/ 2147483647 h 168"/>
                  <a:gd name="T12" fmla="*/ 2147483647 w 252"/>
                  <a:gd name="T13" fmla="*/ 2147483647 h 168"/>
                  <a:gd name="T14" fmla="*/ 2147483647 w 252"/>
                  <a:gd name="T15" fmla="*/ 2147483647 h 168"/>
                  <a:gd name="T16" fmla="*/ 2147483647 w 252"/>
                  <a:gd name="T17" fmla="*/ 2147483647 h 168"/>
                  <a:gd name="T18" fmla="*/ 2147483647 w 252"/>
                  <a:gd name="T19" fmla="*/ 2147483647 h 168"/>
                  <a:gd name="T20" fmla="*/ 2147483647 w 252"/>
                  <a:gd name="T21" fmla="*/ 0 h 168"/>
                  <a:gd name="T22" fmla="*/ 2147483647 w 252"/>
                  <a:gd name="T23" fmla="*/ 0 h 168"/>
                  <a:gd name="T24" fmla="*/ 2147483647 w 252"/>
                  <a:gd name="T25" fmla="*/ 2147483647 h 168"/>
                  <a:gd name="T26" fmla="*/ 2147483647 w 252"/>
                  <a:gd name="T27" fmla="*/ 2147483647 h 168"/>
                  <a:gd name="T28" fmla="*/ 2147483647 w 252"/>
                  <a:gd name="T29" fmla="*/ 2147483647 h 168"/>
                  <a:gd name="T30" fmla="*/ 2147483647 w 252"/>
                  <a:gd name="T31" fmla="*/ 2147483647 h 168"/>
                  <a:gd name="T32" fmla="*/ 2147483647 w 252"/>
                  <a:gd name="T33" fmla="*/ 2147483647 h 168"/>
                  <a:gd name="T34" fmla="*/ 2147483647 w 252"/>
                  <a:gd name="T35" fmla="*/ 2147483647 h 168"/>
                  <a:gd name="T36" fmla="*/ 2147483647 w 252"/>
                  <a:gd name="T37" fmla="*/ 2147483647 h 168"/>
                  <a:gd name="T38" fmla="*/ 2147483647 w 252"/>
                  <a:gd name="T39" fmla="*/ 2147483647 h 168"/>
                  <a:gd name="T40" fmla="*/ 2147483647 w 252"/>
                  <a:gd name="T41" fmla="*/ 2147483647 h 168"/>
                  <a:gd name="T42" fmla="*/ 0 w 252"/>
                  <a:gd name="T43" fmla="*/ 2147483647 h 168"/>
                  <a:gd name="T44" fmla="*/ 0 w 252"/>
                  <a:gd name="T45" fmla="*/ 2147483647 h 168"/>
                  <a:gd name="T46" fmla="*/ 2147483647 w 252"/>
                  <a:gd name="T47" fmla="*/ 2147483647 h 168"/>
                  <a:gd name="T48" fmla="*/ 0 w 252"/>
                  <a:gd name="T49" fmla="*/ 2147483647 h 168"/>
                  <a:gd name="T50" fmla="*/ 2147483647 w 252"/>
                  <a:gd name="T51" fmla="*/ 2147483647 h 168"/>
                  <a:gd name="T52" fmla="*/ 2147483647 w 252"/>
                  <a:gd name="T53" fmla="*/ 2147483647 h 168"/>
                  <a:gd name="T54" fmla="*/ 2147483647 w 252"/>
                  <a:gd name="T55" fmla="*/ 2147483647 h 168"/>
                  <a:gd name="T56" fmla="*/ 2147483647 w 252"/>
                  <a:gd name="T57" fmla="*/ 2147483647 h 168"/>
                  <a:gd name="T58" fmla="*/ 2147483647 w 252"/>
                  <a:gd name="T59" fmla="*/ 2147483647 h 168"/>
                  <a:gd name="T60" fmla="*/ 2147483647 w 252"/>
                  <a:gd name="T61" fmla="*/ 2147483647 h 168"/>
                  <a:gd name="T62" fmla="*/ 2147483647 w 252"/>
                  <a:gd name="T63" fmla="*/ 2147483647 h 168"/>
                  <a:gd name="T64" fmla="*/ 2147483647 w 252"/>
                  <a:gd name="T65" fmla="*/ 2147483647 h 168"/>
                  <a:gd name="T66" fmla="*/ 2147483647 w 252"/>
                  <a:gd name="T67" fmla="*/ 2147483647 h 16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52"/>
                  <a:gd name="T103" fmla="*/ 0 h 168"/>
                  <a:gd name="T104" fmla="*/ 252 w 252"/>
                  <a:gd name="T105" fmla="*/ 168 h 16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52" h="168">
                    <a:moveTo>
                      <a:pt x="246" y="102"/>
                    </a:moveTo>
                    <a:lnTo>
                      <a:pt x="234" y="96"/>
                    </a:lnTo>
                    <a:lnTo>
                      <a:pt x="216" y="78"/>
                    </a:lnTo>
                    <a:lnTo>
                      <a:pt x="192" y="66"/>
                    </a:lnTo>
                    <a:lnTo>
                      <a:pt x="156" y="54"/>
                    </a:lnTo>
                    <a:lnTo>
                      <a:pt x="132" y="42"/>
                    </a:lnTo>
                    <a:lnTo>
                      <a:pt x="126" y="30"/>
                    </a:lnTo>
                    <a:lnTo>
                      <a:pt x="108" y="12"/>
                    </a:lnTo>
                    <a:lnTo>
                      <a:pt x="96" y="6"/>
                    </a:lnTo>
                    <a:lnTo>
                      <a:pt x="84" y="6"/>
                    </a:lnTo>
                    <a:lnTo>
                      <a:pt x="60" y="0"/>
                    </a:lnTo>
                    <a:lnTo>
                      <a:pt x="30" y="0"/>
                    </a:lnTo>
                    <a:lnTo>
                      <a:pt x="24" y="6"/>
                    </a:lnTo>
                    <a:lnTo>
                      <a:pt x="18" y="6"/>
                    </a:lnTo>
                    <a:lnTo>
                      <a:pt x="30" y="42"/>
                    </a:lnTo>
                    <a:lnTo>
                      <a:pt x="30" y="54"/>
                    </a:lnTo>
                    <a:lnTo>
                      <a:pt x="24" y="60"/>
                    </a:lnTo>
                    <a:lnTo>
                      <a:pt x="18" y="72"/>
                    </a:lnTo>
                    <a:lnTo>
                      <a:pt x="12" y="78"/>
                    </a:lnTo>
                    <a:lnTo>
                      <a:pt x="12" y="90"/>
                    </a:lnTo>
                    <a:lnTo>
                      <a:pt x="6" y="102"/>
                    </a:lnTo>
                    <a:lnTo>
                      <a:pt x="0" y="108"/>
                    </a:lnTo>
                    <a:lnTo>
                      <a:pt x="0" y="114"/>
                    </a:lnTo>
                    <a:lnTo>
                      <a:pt x="12" y="144"/>
                    </a:lnTo>
                    <a:lnTo>
                      <a:pt x="0" y="126"/>
                    </a:lnTo>
                    <a:lnTo>
                      <a:pt x="30" y="168"/>
                    </a:lnTo>
                    <a:lnTo>
                      <a:pt x="78" y="132"/>
                    </a:lnTo>
                    <a:lnTo>
                      <a:pt x="174" y="132"/>
                    </a:lnTo>
                    <a:lnTo>
                      <a:pt x="186" y="138"/>
                    </a:lnTo>
                    <a:lnTo>
                      <a:pt x="240" y="138"/>
                    </a:lnTo>
                    <a:lnTo>
                      <a:pt x="246" y="132"/>
                    </a:lnTo>
                    <a:lnTo>
                      <a:pt x="252" y="120"/>
                    </a:lnTo>
                    <a:lnTo>
                      <a:pt x="252" y="114"/>
                    </a:lnTo>
                    <a:lnTo>
                      <a:pt x="246" y="102"/>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53" name="Cuba" descr="© INSCALE GmbH, 05.05.2010&#10;http://www.presentationload.com/">
                <a:extLst>
                  <a:ext uri="{FF2B5EF4-FFF2-40B4-BE49-F238E27FC236}">
                    <a16:creationId xmlns:a16="http://schemas.microsoft.com/office/drawing/2014/main" id="{2EABD441-C7EA-6423-50E9-2B41FF634D8E}"/>
                  </a:ext>
                </a:extLst>
              </p:cNvPr>
              <p:cNvSpPr>
                <a:spLocks noEditPoints="1"/>
              </p:cNvSpPr>
              <p:nvPr/>
            </p:nvSpPr>
            <p:spPr bwMode="gray">
              <a:xfrm>
                <a:off x="1158" y="2094"/>
                <a:ext cx="187" cy="68"/>
              </a:xfrm>
              <a:custGeom>
                <a:avLst/>
                <a:gdLst>
                  <a:gd name="T0" fmla="*/ 2147483647 w 738"/>
                  <a:gd name="T1" fmla="*/ 2147483647 h 270"/>
                  <a:gd name="T2" fmla="*/ 2147483647 w 738"/>
                  <a:gd name="T3" fmla="*/ 2147483647 h 270"/>
                  <a:gd name="T4" fmla="*/ 2147483647 w 738"/>
                  <a:gd name="T5" fmla="*/ 2147483647 h 270"/>
                  <a:gd name="T6" fmla="*/ 2147483647 w 738"/>
                  <a:gd name="T7" fmla="*/ 2147483647 h 270"/>
                  <a:gd name="T8" fmla="*/ 2147483647 w 738"/>
                  <a:gd name="T9" fmla="*/ 2147483647 h 270"/>
                  <a:gd name="T10" fmla="*/ 2147483647 w 738"/>
                  <a:gd name="T11" fmla="*/ 2147483647 h 270"/>
                  <a:gd name="T12" fmla="*/ 2147483647 w 738"/>
                  <a:gd name="T13" fmla="*/ 2147483647 h 270"/>
                  <a:gd name="T14" fmla="*/ 2147483647 w 738"/>
                  <a:gd name="T15" fmla="*/ 2147483647 h 270"/>
                  <a:gd name="T16" fmla="*/ 2147483647 w 738"/>
                  <a:gd name="T17" fmla="*/ 2147483647 h 270"/>
                  <a:gd name="T18" fmla="*/ 2147483647 w 738"/>
                  <a:gd name="T19" fmla="*/ 2147483647 h 270"/>
                  <a:gd name="T20" fmla="*/ 2147483647 w 738"/>
                  <a:gd name="T21" fmla="*/ 2147483647 h 270"/>
                  <a:gd name="T22" fmla="*/ 2147483647 w 738"/>
                  <a:gd name="T23" fmla="*/ 2147483647 h 270"/>
                  <a:gd name="T24" fmla="*/ 2147483647 w 738"/>
                  <a:gd name="T25" fmla="*/ 2147483647 h 270"/>
                  <a:gd name="T26" fmla="*/ 2147483647 w 738"/>
                  <a:gd name="T27" fmla="*/ 2147483647 h 270"/>
                  <a:gd name="T28" fmla="*/ 2147483647 w 738"/>
                  <a:gd name="T29" fmla="*/ 2147483647 h 270"/>
                  <a:gd name="T30" fmla="*/ 2147483647 w 738"/>
                  <a:gd name="T31" fmla="*/ 2147483647 h 270"/>
                  <a:gd name="T32" fmla="*/ 2147483647 w 738"/>
                  <a:gd name="T33" fmla="*/ 2147483647 h 270"/>
                  <a:gd name="T34" fmla="*/ 2147483647 w 738"/>
                  <a:gd name="T35" fmla="*/ 2147483647 h 270"/>
                  <a:gd name="T36" fmla="*/ 2147483647 w 738"/>
                  <a:gd name="T37" fmla="*/ 0 h 270"/>
                  <a:gd name="T38" fmla="*/ 2147483647 w 738"/>
                  <a:gd name="T39" fmla="*/ 2147483647 h 270"/>
                  <a:gd name="T40" fmla="*/ 2147483647 w 738"/>
                  <a:gd name="T41" fmla="*/ 2147483647 h 270"/>
                  <a:gd name="T42" fmla="*/ 2147483647 w 738"/>
                  <a:gd name="T43" fmla="*/ 2147483647 h 270"/>
                  <a:gd name="T44" fmla="*/ 2147483647 w 738"/>
                  <a:gd name="T45" fmla="*/ 2147483647 h 270"/>
                  <a:gd name="T46" fmla="*/ 2147483647 w 738"/>
                  <a:gd name="T47" fmla="*/ 2147483647 h 270"/>
                  <a:gd name="T48" fmla="*/ 2147483647 w 738"/>
                  <a:gd name="T49" fmla="*/ 2147483647 h 270"/>
                  <a:gd name="T50" fmla="*/ 2147483647 w 738"/>
                  <a:gd name="T51" fmla="*/ 2147483647 h 270"/>
                  <a:gd name="T52" fmla="*/ 2147483647 w 738"/>
                  <a:gd name="T53" fmla="*/ 2147483647 h 270"/>
                  <a:gd name="T54" fmla="*/ 2147483647 w 738"/>
                  <a:gd name="T55" fmla="*/ 2147483647 h 270"/>
                  <a:gd name="T56" fmla="*/ 2147483647 w 738"/>
                  <a:gd name="T57" fmla="*/ 2147483647 h 270"/>
                  <a:gd name="T58" fmla="*/ 2147483647 w 738"/>
                  <a:gd name="T59" fmla="*/ 2147483647 h 270"/>
                  <a:gd name="T60" fmla="*/ 2147483647 w 738"/>
                  <a:gd name="T61" fmla="*/ 2147483647 h 270"/>
                  <a:gd name="T62" fmla="*/ 2147483647 w 738"/>
                  <a:gd name="T63" fmla="*/ 2147483647 h 270"/>
                  <a:gd name="T64" fmla="*/ 2147483647 w 738"/>
                  <a:gd name="T65" fmla="*/ 2147483647 h 270"/>
                  <a:gd name="T66" fmla="*/ 2147483647 w 738"/>
                  <a:gd name="T67" fmla="*/ 2147483647 h 270"/>
                  <a:gd name="T68" fmla="*/ 2147483647 w 738"/>
                  <a:gd name="T69" fmla="*/ 2147483647 h 270"/>
                  <a:gd name="T70" fmla="*/ 2147483647 w 738"/>
                  <a:gd name="T71" fmla="*/ 2147483647 h 270"/>
                  <a:gd name="T72" fmla="*/ 2147483647 w 738"/>
                  <a:gd name="T73" fmla="*/ 2147483647 h 270"/>
                  <a:gd name="T74" fmla="*/ 2147483647 w 738"/>
                  <a:gd name="T75" fmla="*/ 2147483647 h 270"/>
                  <a:gd name="T76" fmla="*/ 2147483647 w 738"/>
                  <a:gd name="T77" fmla="*/ 2147483647 h 270"/>
                  <a:gd name="T78" fmla="*/ 2147483647 w 738"/>
                  <a:gd name="T79" fmla="*/ 2147483647 h 270"/>
                  <a:gd name="T80" fmla="*/ 2147483647 w 738"/>
                  <a:gd name="T81" fmla="*/ 2147483647 h 270"/>
                  <a:gd name="T82" fmla="*/ 2147483647 w 738"/>
                  <a:gd name="T83" fmla="*/ 2147483647 h 270"/>
                  <a:gd name="T84" fmla="*/ 2147483647 w 738"/>
                  <a:gd name="T85" fmla="*/ 2147483647 h 270"/>
                  <a:gd name="T86" fmla="*/ 2147483647 w 738"/>
                  <a:gd name="T87" fmla="*/ 2147483647 h 270"/>
                  <a:gd name="T88" fmla="*/ 2147483647 w 738"/>
                  <a:gd name="T89" fmla="*/ 2147483647 h 270"/>
                  <a:gd name="T90" fmla="*/ 2147483647 w 738"/>
                  <a:gd name="T91" fmla="*/ 2147483647 h 270"/>
                  <a:gd name="T92" fmla="*/ 2147483647 w 738"/>
                  <a:gd name="T93" fmla="*/ 2147483647 h 270"/>
                  <a:gd name="T94" fmla="*/ 2147483647 w 738"/>
                  <a:gd name="T95" fmla="*/ 2147483647 h 270"/>
                  <a:gd name="T96" fmla="*/ 2147483647 w 738"/>
                  <a:gd name="T97" fmla="*/ 2147483647 h 270"/>
                  <a:gd name="T98" fmla="*/ 2147483647 w 738"/>
                  <a:gd name="T99" fmla="*/ 2147483647 h 270"/>
                  <a:gd name="T100" fmla="*/ 2147483647 w 738"/>
                  <a:gd name="T101" fmla="*/ 2147483647 h 270"/>
                  <a:gd name="T102" fmla="*/ 2147483647 w 738"/>
                  <a:gd name="T103" fmla="*/ 2147483647 h 270"/>
                  <a:gd name="T104" fmla="*/ 2147483647 w 738"/>
                  <a:gd name="T105" fmla="*/ 2147483647 h 270"/>
                  <a:gd name="T106" fmla="*/ 2147483647 w 738"/>
                  <a:gd name="T107" fmla="*/ 2147483647 h 270"/>
                  <a:gd name="T108" fmla="*/ 2147483647 w 738"/>
                  <a:gd name="T109" fmla="*/ 2147483647 h 270"/>
                  <a:gd name="T110" fmla="*/ 2147483647 w 738"/>
                  <a:gd name="T111" fmla="*/ 2147483647 h 270"/>
                  <a:gd name="T112" fmla="*/ 2147483647 w 738"/>
                  <a:gd name="T113" fmla="*/ 2147483647 h 270"/>
                  <a:gd name="T114" fmla="*/ 2147483647 w 738"/>
                  <a:gd name="T115" fmla="*/ 2147483647 h 27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738"/>
                  <a:gd name="T175" fmla="*/ 0 h 270"/>
                  <a:gd name="T176" fmla="*/ 738 w 738"/>
                  <a:gd name="T177" fmla="*/ 270 h 27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738" h="270">
                    <a:moveTo>
                      <a:pt x="708" y="228"/>
                    </a:moveTo>
                    <a:lnTo>
                      <a:pt x="690" y="222"/>
                    </a:lnTo>
                    <a:lnTo>
                      <a:pt x="666" y="222"/>
                    </a:lnTo>
                    <a:lnTo>
                      <a:pt x="666" y="204"/>
                    </a:lnTo>
                    <a:lnTo>
                      <a:pt x="660" y="198"/>
                    </a:lnTo>
                    <a:lnTo>
                      <a:pt x="648" y="192"/>
                    </a:lnTo>
                    <a:lnTo>
                      <a:pt x="600" y="192"/>
                    </a:lnTo>
                    <a:lnTo>
                      <a:pt x="624" y="168"/>
                    </a:lnTo>
                    <a:lnTo>
                      <a:pt x="612" y="168"/>
                    </a:lnTo>
                    <a:lnTo>
                      <a:pt x="600" y="162"/>
                    </a:lnTo>
                    <a:lnTo>
                      <a:pt x="558" y="162"/>
                    </a:lnTo>
                    <a:lnTo>
                      <a:pt x="534" y="150"/>
                    </a:lnTo>
                    <a:lnTo>
                      <a:pt x="528" y="144"/>
                    </a:lnTo>
                    <a:lnTo>
                      <a:pt x="522" y="144"/>
                    </a:lnTo>
                    <a:lnTo>
                      <a:pt x="528" y="138"/>
                    </a:lnTo>
                    <a:lnTo>
                      <a:pt x="528" y="132"/>
                    </a:lnTo>
                    <a:lnTo>
                      <a:pt x="534" y="126"/>
                    </a:lnTo>
                    <a:lnTo>
                      <a:pt x="534" y="120"/>
                    </a:lnTo>
                    <a:lnTo>
                      <a:pt x="522" y="120"/>
                    </a:lnTo>
                    <a:lnTo>
                      <a:pt x="510" y="114"/>
                    </a:lnTo>
                    <a:lnTo>
                      <a:pt x="504" y="114"/>
                    </a:lnTo>
                    <a:lnTo>
                      <a:pt x="474" y="84"/>
                    </a:lnTo>
                    <a:lnTo>
                      <a:pt x="462" y="78"/>
                    </a:lnTo>
                    <a:lnTo>
                      <a:pt x="450" y="66"/>
                    </a:lnTo>
                    <a:lnTo>
                      <a:pt x="432" y="66"/>
                    </a:lnTo>
                    <a:lnTo>
                      <a:pt x="432" y="84"/>
                    </a:lnTo>
                    <a:lnTo>
                      <a:pt x="444" y="96"/>
                    </a:lnTo>
                    <a:lnTo>
                      <a:pt x="450" y="96"/>
                    </a:lnTo>
                    <a:lnTo>
                      <a:pt x="378" y="60"/>
                    </a:lnTo>
                    <a:lnTo>
                      <a:pt x="372" y="54"/>
                    </a:lnTo>
                    <a:lnTo>
                      <a:pt x="360" y="48"/>
                    </a:lnTo>
                    <a:lnTo>
                      <a:pt x="354" y="36"/>
                    </a:lnTo>
                    <a:lnTo>
                      <a:pt x="342" y="30"/>
                    </a:lnTo>
                    <a:lnTo>
                      <a:pt x="330" y="18"/>
                    </a:lnTo>
                    <a:lnTo>
                      <a:pt x="270" y="18"/>
                    </a:lnTo>
                    <a:lnTo>
                      <a:pt x="258" y="12"/>
                    </a:lnTo>
                    <a:lnTo>
                      <a:pt x="228" y="6"/>
                    </a:lnTo>
                    <a:lnTo>
                      <a:pt x="174" y="0"/>
                    </a:lnTo>
                    <a:lnTo>
                      <a:pt x="126" y="6"/>
                    </a:lnTo>
                    <a:lnTo>
                      <a:pt x="96" y="18"/>
                    </a:lnTo>
                    <a:lnTo>
                      <a:pt x="72" y="42"/>
                    </a:lnTo>
                    <a:lnTo>
                      <a:pt x="60" y="48"/>
                    </a:lnTo>
                    <a:lnTo>
                      <a:pt x="42" y="60"/>
                    </a:lnTo>
                    <a:lnTo>
                      <a:pt x="24" y="66"/>
                    </a:lnTo>
                    <a:lnTo>
                      <a:pt x="12" y="72"/>
                    </a:lnTo>
                    <a:lnTo>
                      <a:pt x="6" y="78"/>
                    </a:lnTo>
                    <a:lnTo>
                      <a:pt x="0" y="78"/>
                    </a:lnTo>
                    <a:lnTo>
                      <a:pt x="72" y="72"/>
                    </a:lnTo>
                    <a:lnTo>
                      <a:pt x="72" y="60"/>
                    </a:lnTo>
                    <a:lnTo>
                      <a:pt x="150" y="54"/>
                    </a:lnTo>
                    <a:lnTo>
                      <a:pt x="174" y="42"/>
                    </a:lnTo>
                    <a:lnTo>
                      <a:pt x="198" y="42"/>
                    </a:lnTo>
                    <a:lnTo>
                      <a:pt x="222" y="54"/>
                    </a:lnTo>
                    <a:lnTo>
                      <a:pt x="222" y="60"/>
                    </a:lnTo>
                    <a:lnTo>
                      <a:pt x="216" y="60"/>
                    </a:lnTo>
                    <a:lnTo>
                      <a:pt x="210" y="66"/>
                    </a:lnTo>
                    <a:lnTo>
                      <a:pt x="198" y="66"/>
                    </a:lnTo>
                    <a:lnTo>
                      <a:pt x="192" y="72"/>
                    </a:lnTo>
                    <a:lnTo>
                      <a:pt x="186" y="72"/>
                    </a:lnTo>
                    <a:lnTo>
                      <a:pt x="204" y="78"/>
                    </a:lnTo>
                    <a:lnTo>
                      <a:pt x="210" y="78"/>
                    </a:lnTo>
                    <a:lnTo>
                      <a:pt x="216" y="84"/>
                    </a:lnTo>
                    <a:lnTo>
                      <a:pt x="228" y="90"/>
                    </a:lnTo>
                    <a:lnTo>
                      <a:pt x="246" y="96"/>
                    </a:lnTo>
                    <a:lnTo>
                      <a:pt x="258" y="102"/>
                    </a:lnTo>
                    <a:lnTo>
                      <a:pt x="276" y="102"/>
                    </a:lnTo>
                    <a:lnTo>
                      <a:pt x="282" y="96"/>
                    </a:lnTo>
                    <a:lnTo>
                      <a:pt x="282" y="90"/>
                    </a:lnTo>
                    <a:lnTo>
                      <a:pt x="294" y="96"/>
                    </a:lnTo>
                    <a:lnTo>
                      <a:pt x="300" y="102"/>
                    </a:lnTo>
                    <a:lnTo>
                      <a:pt x="318" y="114"/>
                    </a:lnTo>
                    <a:lnTo>
                      <a:pt x="342" y="126"/>
                    </a:lnTo>
                    <a:lnTo>
                      <a:pt x="372" y="126"/>
                    </a:lnTo>
                    <a:lnTo>
                      <a:pt x="390" y="120"/>
                    </a:lnTo>
                    <a:lnTo>
                      <a:pt x="402" y="120"/>
                    </a:lnTo>
                    <a:lnTo>
                      <a:pt x="390" y="144"/>
                    </a:lnTo>
                    <a:lnTo>
                      <a:pt x="450" y="168"/>
                    </a:lnTo>
                    <a:lnTo>
                      <a:pt x="474" y="204"/>
                    </a:lnTo>
                    <a:lnTo>
                      <a:pt x="480" y="210"/>
                    </a:lnTo>
                    <a:lnTo>
                      <a:pt x="492" y="216"/>
                    </a:lnTo>
                    <a:lnTo>
                      <a:pt x="498" y="222"/>
                    </a:lnTo>
                    <a:lnTo>
                      <a:pt x="498" y="228"/>
                    </a:lnTo>
                    <a:lnTo>
                      <a:pt x="474" y="252"/>
                    </a:lnTo>
                    <a:lnTo>
                      <a:pt x="474" y="258"/>
                    </a:lnTo>
                    <a:lnTo>
                      <a:pt x="480" y="264"/>
                    </a:lnTo>
                    <a:lnTo>
                      <a:pt x="492" y="258"/>
                    </a:lnTo>
                    <a:lnTo>
                      <a:pt x="504" y="258"/>
                    </a:lnTo>
                    <a:lnTo>
                      <a:pt x="528" y="246"/>
                    </a:lnTo>
                    <a:lnTo>
                      <a:pt x="558" y="246"/>
                    </a:lnTo>
                    <a:lnTo>
                      <a:pt x="558" y="252"/>
                    </a:lnTo>
                    <a:lnTo>
                      <a:pt x="552" y="252"/>
                    </a:lnTo>
                    <a:lnTo>
                      <a:pt x="546" y="258"/>
                    </a:lnTo>
                    <a:lnTo>
                      <a:pt x="546" y="264"/>
                    </a:lnTo>
                    <a:lnTo>
                      <a:pt x="558" y="264"/>
                    </a:lnTo>
                    <a:lnTo>
                      <a:pt x="564" y="270"/>
                    </a:lnTo>
                    <a:lnTo>
                      <a:pt x="612" y="270"/>
                    </a:lnTo>
                    <a:lnTo>
                      <a:pt x="636" y="264"/>
                    </a:lnTo>
                    <a:lnTo>
                      <a:pt x="684" y="258"/>
                    </a:lnTo>
                    <a:lnTo>
                      <a:pt x="720" y="252"/>
                    </a:lnTo>
                    <a:lnTo>
                      <a:pt x="738" y="246"/>
                    </a:lnTo>
                    <a:lnTo>
                      <a:pt x="738" y="240"/>
                    </a:lnTo>
                    <a:lnTo>
                      <a:pt x="732" y="234"/>
                    </a:lnTo>
                    <a:lnTo>
                      <a:pt x="720" y="228"/>
                    </a:lnTo>
                    <a:lnTo>
                      <a:pt x="708" y="228"/>
                    </a:lnTo>
                    <a:close/>
                    <a:moveTo>
                      <a:pt x="114" y="126"/>
                    </a:moveTo>
                    <a:lnTo>
                      <a:pt x="114" y="132"/>
                    </a:lnTo>
                    <a:lnTo>
                      <a:pt x="120" y="138"/>
                    </a:lnTo>
                    <a:lnTo>
                      <a:pt x="132" y="144"/>
                    </a:lnTo>
                    <a:lnTo>
                      <a:pt x="144" y="138"/>
                    </a:lnTo>
                    <a:lnTo>
                      <a:pt x="150" y="138"/>
                    </a:lnTo>
                    <a:lnTo>
                      <a:pt x="156" y="126"/>
                    </a:lnTo>
                    <a:lnTo>
                      <a:pt x="156" y="120"/>
                    </a:lnTo>
                    <a:lnTo>
                      <a:pt x="150" y="114"/>
                    </a:lnTo>
                    <a:lnTo>
                      <a:pt x="138" y="114"/>
                    </a:lnTo>
                    <a:lnTo>
                      <a:pt x="126" y="120"/>
                    </a:lnTo>
                    <a:lnTo>
                      <a:pt x="120" y="120"/>
                    </a:lnTo>
                    <a:lnTo>
                      <a:pt x="114" y="126"/>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54" name="Colombia" descr="© INSCALE GmbH, 05.05.2010&#10;http://www.presentationload.com/">
                <a:extLst>
                  <a:ext uri="{FF2B5EF4-FFF2-40B4-BE49-F238E27FC236}">
                    <a16:creationId xmlns:a16="http://schemas.microsoft.com/office/drawing/2014/main" id="{187C9A6E-D7DD-033F-1A64-4C67C11F79F5}"/>
                  </a:ext>
                </a:extLst>
              </p:cNvPr>
              <p:cNvSpPr>
                <a:spLocks/>
              </p:cNvSpPr>
              <p:nvPr/>
            </p:nvSpPr>
            <p:spPr bwMode="gray">
              <a:xfrm>
                <a:off x="1228" y="2314"/>
                <a:ext cx="220" cy="341"/>
              </a:xfrm>
              <a:custGeom>
                <a:avLst/>
                <a:gdLst>
                  <a:gd name="T0" fmla="*/ 2147483647 w 870"/>
                  <a:gd name="T1" fmla="*/ 2147483647 h 1344"/>
                  <a:gd name="T2" fmla="*/ 2147483647 w 870"/>
                  <a:gd name="T3" fmla="*/ 2147483647 h 1344"/>
                  <a:gd name="T4" fmla="*/ 2147483647 w 870"/>
                  <a:gd name="T5" fmla="*/ 2147483647 h 1344"/>
                  <a:gd name="T6" fmla="*/ 2147483647 w 870"/>
                  <a:gd name="T7" fmla="*/ 2147483647 h 1344"/>
                  <a:gd name="T8" fmla="*/ 2147483647 w 870"/>
                  <a:gd name="T9" fmla="*/ 2147483647 h 1344"/>
                  <a:gd name="T10" fmla="*/ 2147483647 w 870"/>
                  <a:gd name="T11" fmla="*/ 2147483647 h 1344"/>
                  <a:gd name="T12" fmla="*/ 2147483647 w 870"/>
                  <a:gd name="T13" fmla="*/ 2147483647 h 1344"/>
                  <a:gd name="T14" fmla="*/ 2147483647 w 870"/>
                  <a:gd name="T15" fmla="*/ 2147483647 h 1344"/>
                  <a:gd name="T16" fmla="*/ 2147483647 w 870"/>
                  <a:gd name="T17" fmla="*/ 2147483647 h 1344"/>
                  <a:gd name="T18" fmla="*/ 2147483647 w 870"/>
                  <a:gd name="T19" fmla="*/ 2147483647 h 1344"/>
                  <a:gd name="T20" fmla="*/ 2147483647 w 870"/>
                  <a:gd name="T21" fmla="*/ 2147483647 h 1344"/>
                  <a:gd name="T22" fmla="*/ 2147483647 w 870"/>
                  <a:gd name="T23" fmla="*/ 2147483647 h 1344"/>
                  <a:gd name="T24" fmla="*/ 2147483647 w 870"/>
                  <a:gd name="T25" fmla="*/ 2147483647 h 1344"/>
                  <a:gd name="T26" fmla="*/ 2147483647 w 870"/>
                  <a:gd name="T27" fmla="*/ 2147483647 h 1344"/>
                  <a:gd name="T28" fmla="*/ 2147483647 w 870"/>
                  <a:gd name="T29" fmla="*/ 2147483647 h 1344"/>
                  <a:gd name="T30" fmla="*/ 2147483647 w 870"/>
                  <a:gd name="T31" fmla="*/ 2147483647 h 1344"/>
                  <a:gd name="T32" fmla="*/ 2147483647 w 870"/>
                  <a:gd name="T33" fmla="*/ 2147483647 h 1344"/>
                  <a:gd name="T34" fmla="*/ 2147483647 w 870"/>
                  <a:gd name="T35" fmla="*/ 2147483647 h 1344"/>
                  <a:gd name="T36" fmla="*/ 2147483647 w 870"/>
                  <a:gd name="T37" fmla="*/ 2147483647 h 1344"/>
                  <a:gd name="T38" fmla="*/ 2147483647 w 870"/>
                  <a:gd name="T39" fmla="*/ 2147483647 h 1344"/>
                  <a:gd name="T40" fmla="*/ 2147483647 w 870"/>
                  <a:gd name="T41" fmla="*/ 2147483647 h 1344"/>
                  <a:gd name="T42" fmla="*/ 2147483647 w 870"/>
                  <a:gd name="T43" fmla="*/ 2147483647 h 1344"/>
                  <a:gd name="T44" fmla="*/ 2147483647 w 870"/>
                  <a:gd name="T45" fmla="*/ 2147483647 h 1344"/>
                  <a:gd name="T46" fmla="*/ 2147483647 w 870"/>
                  <a:gd name="T47" fmla="*/ 2147483647 h 1344"/>
                  <a:gd name="T48" fmla="*/ 2147483647 w 870"/>
                  <a:gd name="T49" fmla="*/ 2147483647 h 1344"/>
                  <a:gd name="T50" fmla="*/ 2147483647 w 870"/>
                  <a:gd name="T51" fmla="*/ 2147483647 h 1344"/>
                  <a:gd name="T52" fmla="*/ 2147483647 w 870"/>
                  <a:gd name="T53" fmla="*/ 2147483647 h 1344"/>
                  <a:gd name="T54" fmla="*/ 2147483647 w 870"/>
                  <a:gd name="T55" fmla="*/ 2147483647 h 1344"/>
                  <a:gd name="T56" fmla="*/ 2147483647 w 870"/>
                  <a:gd name="T57" fmla="*/ 2147483647 h 1344"/>
                  <a:gd name="T58" fmla="*/ 2147483647 w 870"/>
                  <a:gd name="T59" fmla="*/ 2147483647 h 1344"/>
                  <a:gd name="T60" fmla="*/ 2147483647 w 870"/>
                  <a:gd name="T61" fmla="*/ 2147483647 h 1344"/>
                  <a:gd name="T62" fmla="*/ 2147483647 w 870"/>
                  <a:gd name="T63" fmla="*/ 2147483647 h 1344"/>
                  <a:gd name="T64" fmla="*/ 2147483647 w 870"/>
                  <a:gd name="T65" fmla="*/ 2147483647 h 1344"/>
                  <a:gd name="T66" fmla="*/ 2147483647 w 870"/>
                  <a:gd name="T67" fmla="*/ 2147483647 h 1344"/>
                  <a:gd name="T68" fmla="*/ 2147483647 w 870"/>
                  <a:gd name="T69" fmla="*/ 2147483647 h 1344"/>
                  <a:gd name="T70" fmla="*/ 2147483647 w 870"/>
                  <a:gd name="T71" fmla="*/ 2147483647 h 1344"/>
                  <a:gd name="T72" fmla="*/ 2147483647 w 870"/>
                  <a:gd name="T73" fmla="*/ 0 h 1344"/>
                  <a:gd name="T74" fmla="*/ 2147483647 w 870"/>
                  <a:gd name="T75" fmla="*/ 2147483647 h 1344"/>
                  <a:gd name="T76" fmla="*/ 2147483647 w 870"/>
                  <a:gd name="T77" fmla="*/ 2147483647 h 1344"/>
                  <a:gd name="T78" fmla="*/ 2147483647 w 870"/>
                  <a:gd name="T79" fmla="*/ 2147483647 h 1344"/>
                  <a:gd name="T80" fmla="*/ 2147483647 w 870"/>
                  <a:gd name="T81" fmla="*/ 2147483647 h 1344"/>
                  <a:gd name="T82" fmla="*/ 2147483647 w 870"/>
                  <a:gd name="T83" fmla="*/ 2147483647 h 1344"/>
                  <a:gd name="T84" fmla="*/ 2147483647 w 870"/>
                  <a:gd name="T85" fmla="*/ 2147483647 h 1344"/>
                  <a:gd name="T86" fmla="*/ 2147483647 w 870"/>
                  <a:gd name="T87" fmla="*/ 2147483647 h 1344"/>
                  <a:gd name="T88" fmla="*/ 2147483647 w 870"/>
                  <a:gd name="T89" fmla="*/ 2147483647 h 1344"/>
                  <a:gd name="T90" fmla="*/ 2147483647 w 870"/>
                  <a:gd name="T91" fmla="*/ 2147483647 h 1344"/>
                  <a:gd name="T92" fmla="*/ 2147483647 w 870"/>
                  <a:gd name="T93" fmla="*/ 2147483647 h 1344"/>
                  <a:gd name="T94" fmla="*/ 2147483647 w 870"/>
                  <a:gd name="T95" fmla="*/ 2147483647 h 1344"/>
                  <a:gd name="T96" fmla="*/ 2147483647 w 870"/>
                  <a:gd name="T97" fmla="*/ 2147483647 h 1344"/>
                  <a:gd name="T98" fmla="*/ 2147483647 w 870"/>
                  <a:gd name="T99" fmla="*/ 2147483647 h 1344"/>
                  <a:gd name="T100" fmla="*/ 2147483647 w 870"/>
                  <a:gd name="T101" fmla="*/ 2147483647 h 1344"/>
                  <a:gd name="T102" fmla="*/ 2147483647 w 870"/>
                  <a:gd name="T103" fmla="*/ 2147483647 h 1344"/>
                  <a:gd name="T104" fmla="*/ 2147483647 w 870"/>
                  <a:gd name="T105" fmla="*/ 2147483647 h 1344"/>
                  <a:gd name="T106" fmla="*/ 2147483647 w 870"/>
                  <a:gd name="T107" fmla="*/ 2147483647 h 134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70"/>
                  <a:gd name="T163" fmla="*/ 0 h 1344"/>
                  <a:gd name="T164" fmla="*/ 870 w 870"/>
                  <a:gd name="T165" fmla="*/ 1344 h 134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70" h="1344">
                    <a:moveTo>
                      <a:pt x="36" y="912"/>
                    </a:moveTo>
                    <a:lnTo>
                      <a:pt x="60" y="924"/>
                    </a:lnTo>
                    <a:lnTo>
                      <a:pt x="66" y="936"/>
                    </a:lnTo>
                    <a:lnTo>
                      <a:pt x="84" y="936"/>
                    </a:lnTo>
                    <a:lnTo>
                      <a:pt x="96" y="942"/>
                    </a:lnTo>
                    <a:lnTo>
                      <a:pt x="102" y="948"/>
                    </a:lnTo>
                    <a:lnTo>
                      <a:pt x="108" y="960"/>
                    </a:lnTo>
                    <a:lnTo>
                      <a:pt x="108" y="966"/>
                    </a:lnTo>
                    <a:lnTo>
                      <a:pt x="114" y="972"/>
                    </a:lnTo>
                    <a:lnTo>
                      <a:pt x="126" y="978"/>
                    </a:lnTo>
                    <a:lnTo>
                      <a:pt x="138" y="978"/>
                    </a:lnTo>
                    <a:lnTo>
                      <a:pt x="144" y="972"/>
                    </a:lnTo>
                    <a:lnTo>
                      <a:pt x="156" y="978"/>
                    </a:lnTo>
                    <a:lnTo>
                      <a:pt x="162" y="984"/>
                    </a:lnTo>
                    <a:lnTo>
                      <a:pt x="186" y="984"/>
                    </a:lnTo>
                    <a:lnTo>
                      <a:pt x="186" y="972"/>
                    </a:lnTo>
                    <a:lnTo>
                      <a:pt x="192" y="966"/>
                    </a:lnTo>
                    <a:lnTo>
                      <a:pt x="198" y="966"/>
                    </a:lnTo>
                    <a:lnTo>
                      <a:pt x="210" y="972"/>
                    </a:lnTo>
                    <a:lnTo>
                      <a:pt x="210" y="978"/>
                    </a:lnTo>
                    <a:lnTo>
                      <a:pt x="216" y="984"/>
                    </a:lnTo>
                    <a:lnTo>
                      <a:pt x="216" y="990"/>
                    </a:lnTo>
                    <a:lnTo>
                      <a:pt x="228" y="1002"/>
                    </a:lnTo>
                    <a:lnTo>
                      <a:pt x="264" y="1002"/>
                    </a:lnTo>
                    <a:lnTo>
                      <a:pt x="276" y="1008"/>
                    </a:lnTo>
                    <a:lnTo>
                      <a:pt x="282" y="1014"/>
                    </a:lnTo>
                    <a:lnTo>
                      <a:pt x="294" y="1020"/>
                    </a:lnTo>
                    <a:lnTo>
                      <a:pt x="312" y="1038"/>
                    </a:lnTo>
                    <a:lnTo>
                      <a:pt x="324" y="1044"/>
                    </a:lnTo>
                    <a:lnTo>
                      <a:pt x="330" y="1050"/>
                    </a:lnTo>
                    <a:lnTo>
                      <a:pt x="342" y="1086"/>
                    </a:lnTo>
                    <a:lnTo>
                      <a:pt x="360" y="1086"/>
                    </a:lnTo>
                    <a:lnTo>
                      <a:pt x="372" y="1104"/>
                    </a:lnTo>
                    <a:lnTo>
                      <a:pt x="384" y="1104"/>
                    </a:lnTo>
                    <a:lnTo>
                      <a:pt x="390" y="1110"/>
                    </a:lnTo>
                    <a:lnTo>
                      <a:pt x="390" y="1134"/>
                    </a:lnTo>
                    <a:lnTo>
                      <a:pt x="396" y="1140"/>
                    </a:lnTo>
                    <a:lnTo>
                      <a:pt x="396" y="1146"/>
                    </a:lnTo>
                    <a:lnTo>
                      <a:pt x="408" y="1146"/>
                    </a:lnTo>
                    <a:lnTo>
                      <a:pt x="420" y="1152"/>
                    </a:lnTo>
                    <a:lnTo>
                      <a:pt x="426" y="1158"/>
                    </a:lnTo>
                    <a:lnTo>
                      <a:pt x="426" y="1164"/>
                    </a:lnTo>
                    <a:lnTo>
                      <a:pt x="420" y="1170"/>
                    </a:lnTo>
                    <a:lnTo>
                      <a:pt x="420" y="1194"/>
                    </a:lnTo>
                    <a:lnTo>
                      <a:pt x="432" y="1200"/>
                    </a:lnTo>
                    <a:lnTo>
                      <a:pt x="456" y="1206"/>
                    </a:lnTo>
                    <a:lnTo>
                      <a:pt x="492" y="1206"/>
                    </a:lnTo>
                    <a:lnTo>
                      <a:pt x="492" y="1194"/>
                    </a:lnTo>
                    <a:lnTo>
                      <a:pt x="504" y="1182"/>
                    </a:lnTo>
                    <a:lnTo>
                      <a:pt x="528" y="1182"/>
                    </a:lnTo>
                    <a:lnTo>
                      <a:pt x="534" y="1188"/>
                    </a:lnTo>
                    <a:lnTo>
                      <a:pt x="540" y="1188"/>
                    </a:lnTo>
                    <a:lnTo>
                      <a:pt x="546" y="1194"/>
                    </a:lnTo>
                    <a:lnTo>
                      <a:pt x="558" y="1194"/>
                    </a:lnTo>
                    <a:lnTo>
                      <a:pt x="570" y="1188"/>
                    </a:lnTo>
                    <a:lnTo>
                      <a:pt x="576" y="1182"/>
                    </a:lnTo>
                    <a:lnTo>
                      <a:pt x="588" y="1182"/>
                    </a:lnTo>
                    <a:lnTo>
                      <a:pt x="588" y="1188"/>
                    </a:lnTo>
                    <a:lnTo>
                      <a:pt x="594" y="1200"/>
                    </a:lnTo>
                    <a:lnTo>
                      <a:pt x="600" y="1206"/>
                    </a:lnTo>
                    <a:lnTo>
                      <a:pt x="624" y="1206"/>
                    </a:lnTo>
                    <a:lnTo>
                      <a:pt x="636" y="1212"/>
                    </a:lnTo>
                    <a:lnTo>
                      <a:pt x="642" y="1218"/>
                    </a:lnTo>
                    <a:lnTo>
                      <a:pt x="642" y="1236"/>
                    </a:lnTo>
                    <a:lnTo>
                      <a:pt x="636" y="1248"/>
                    </a:lnTo>
                    <a:lnTo>
                      <a:pt x="630" y="1254"/>
                    </a:lnTo>
                    <a:lnTo>
                      <a:pt x="624" y="1254"/>
                    </a:lnTo>
                    <a:lnTo>
                      <a:pt x="618" y="1260"/>
                    </a:lnTo>
                    <a:lnTo>
                      <a:pt x="618" y="1266"/>
                    </a:lnTo>
                    <a:lnTo>
                      <a:pt x="606" y="1290"/>
                    </a:lnTo>
                    <a:lnTo>
                      <a:pt x="606" y="1308"/>
                    </a:lnTo>
                    <a:lnTo>
                      <a:pt x="612" y="1314"/>
                    </a:lnTo>
                    <a:lnTo>
                      <a:pt x="630" y="1314"/>
                    </a:lnTo>
                    <a:lnTo>
                      <a:pt x="642" y="1332"/>
                    </a:lnTo>
                    <a:lnTo>
                      <a:pt x="660" y="1344"/>
                    </a:lnTo>
                    <a:lnTo>
                      <a:pt x="660" y="1308"/>
                    </a:lnTo>
                    <a:lnTo>
                      <a:pt x="666" y="1236"/>
                    </a:lnTo>
                    <a:lnTo>
                      <a:pt x="684" y="1188"/>
                    </a:lnTo>
                    <a:lnTo>
                      <a:pt x="678" y="1140"/>
                    </a:lnTo>
                    <a:lnTo>
                      <a:pt x="690" y="1128"/>
                    </a:lnTo>
                    <a:lnTo>
                      <a:pt x="696" y="1116"/>
                    </a:lnTo>
                    <a:lnTo>
                      <a:pt x="696" y="1104"/>
                    </a:lnTo>
                    <a:lnTo>
                      <a:pt x="690" y="1092"/>
                    </a:lnTo>
                    <a:lnTo>
                      <a:pt x="678" y="1080"/>
                    </a:lnTo>
                    <a:lnTo>
                      <a:pt x="678" y="1074"/>
                    </a:lnTo>
                    <a:lnTo>
                      <a:pt x="672" y="1068"/>
                    </a:lnTo>
                    <a:lnTo>
                      <a:pt x="672" y="1044"/>
                    </a:lnTo>
                    <a:lnTo>
                      <a:pt x="666" y="1038"/>
                    </a:lnTo>
                    <a:lnTo>
                      <a:pt x="654" y="1032"/>
                    </a:lnTo>
                    <a:lnTo>
                      <a:pt x="642" y="1020"/>
                    </a:lnTo>
                    <a:lnTo>
                      <a:pt x="636" y="1020"/>
                    </a:lnTo>
                    <a:lnTo>
                      <a:pt x="642" y="954"/>
                    </a:lnTo>
                    <a:lnTo>
                      <a:pt x="672" y="948"/>
                    </a:lnTo>
                    <a:lnTo>
                      <a:pt x="678" y="954"/>
                    </a:lnTo>
                    <a:lnTo>
                      <a:pt x="708" y="954"/>
                    </a:lnTo>
                    <a:lnTo>
                      <a:pt x="714" y="948"/>
                    </a:lnTo>
                    <a:lnTo>
                      <a:pt x="714" y="942"/>
                    </a:lnTo>
                    <a:lnTo>
                      <a:pt x="708" y="936"/>
                    </a:lnTo>
                    <a:lnTo>
                      <a:pt x="708" y="930"/>
                    </a:lnTo>
                    <a:lnTo>
                      <a:pt x="696" y="918"/>
                    </a:lnTo>
                    <a:lnTo>
                      <a:pt x="684" y="924"/>
                    </a:lnTo>
                    <a:lnTo>
                      <a:pt x="660" y="912"/>
                    </a:lnTo>
                    <a:lnTo>
                      <a:pt x="660" y="900"/>
                    </a:lnTo>
                    <a:lnTo>
                      <a:pt x="654" y="888"/>
                    </a:lnTo>
                    <a:lnTo>
                      <a:pt x="654" y="876"/>
                    </a:lnTo>
                    <a:lnTo>
                      <a:pt x="660" y="864"/>
                    </a:lnTo>
                    <a:lnTo>
                      <a:pt x="666" y="858"/>
                    </a:lnTo>
                    <a:lnTo>
                      <a:pt x="684" y="858"/>
                    </a:lnTo>
                    <a:lnTo>
                      <a:pt x="696" y="870"/>
                    </a:lnTo>
                    <a:lnTo>
                      <a:pt x="762" y="864"/>
                    </a:lnTo>
                    <a:lnTo>
                      <a:pt x="762" y="846"/>
                    </a:lnTo>
                    <a:lnTo>
                      <a:pt x="768" y="840"/>
                    </a:lnTo>
                    <a:lnTo>
                      <a:pt x="774" y="840"/>
                    </a:lnTo>
                    <a:lnTo>
                      <a:pt x="798" y="864"/>
                    </a:lnTo>
                    <a:lnTo>
                      <a:pt x="828" y="834"/>
                    </a:lnTo>
                    <a:lnTo>
                      <a:pt x="834" y="834"/>
                    </a:lnTo>
                    <a:lnTo>
                      <a:pt x="834" y="846"/>
                    </a:lnTo>
                    <a:lnTo>
                      <a:pt x="840" y="852"/>
                    </a:lnTo>
                    <a:lnTo>
                      <a:pt x="840" y="864"/>
                    </a:lnTo>
                    <a:lnTo>
                      <a:pt x="846" y="876"/>
                    </a:lnTo>
                    <a:lnTo>
                      <a:pt x="846" y="906"/>
                    </a:lnTo>
                    <a:lnTo>
                      <a:pt x="870" y="906"/>
                    </a:lnTo>
                    <a:lnTo>
                      <a:pt x="864" y="900"/>
                    </a:lnTo>
                    <a:lnTo>
                      <a:pt x="864" y="882"/>
                    </a:lnTo>
                    <a:lnTo>
                      <a:pt x="858" y="870"/>
                    </a:lnTo>
                    <a:lnTo>
                      <a:pt x="858" y="852"/>
                    </a:lnTo>
                    <a:lnTo>
                      <a:pt x="852" y="846"/>
                    </a:lnTo>
                    <a:lnTo>
                      <a:pt x="852" y="828"/>
                    </a:lnTo>
                    <a:lnTo>
                      <a:pt x="846" y="822"/>
                    </a:lnTo>
                    <a:lnTo>
                      <a:pt x="846" y="798"/>
                    </a:lnTo>
                    <a:lnTo>
                      <a:pt x="834" y="798"/>
                    </a:lnTo>
                    <a:lnTo>
                      <a:pt x="822" y="786"/>
                    </a:lnTo>
                    <a:lnTo>
                      <a:pt x="798" y="774"/>
                    </a:lnTo>
                    <a:lnTo>
                      <a:pt x="804" y="774"/>
                    </a:lnTo>
                    <a:lnTo>
                      <a:pt x="834" y="744"/>
                    </a:lnTo>
                    <a:lnTo>
                      <a:pt x="840" y="732"/>
                    </a:lnTo>
                    <a:lnTo>
                      <a:pt x="840" y="726"/>
                    </a:lnTo>
                    <a:lnTo>
                      <a:pt x="834" y="714"/>
                    </a:lnTo>
                    <a:lnTo>
                      <a:pt x="822" y="708"/>
                    </a:lnTo>
                    <a:lnTo>
                      <a:pt x="816" y="696"/>
                    </a:lnTo>
                    <a:lnTo>
                      <a:pt x="816" y="672"/>
                    </a:lnTo>
                    <a:lnTo>
                      <a:pt x="804" y="672"/>
                    </a:lnTo>
                    <a:lnTo>
                      <a:pt x="798" y="666"/>
                    </a:lnTo>
                    <a:lnTo>
                      <a:pt x="798" y="654"/>
                    </a:lnTo>
                    <a:lnTo>
                      <a:pt x="804" y="642"/>
                    </a:lnTo>
                    <a:lnTo>
                      <a:pt x="804" y="612"/>
                    </a:lnTo>
                    <a:lnTo>
                      <a:pt x="798" y="600"/>
                    </a:lnTo>
                    <a:lnTo>
                      <a:pt x="798" y="576"/>
                    </a:lnTo>
                    <a:lnTo>
                      <a:pt x="810" y="564"/>
                    </a:lnTo>
                    <a:lnTo>
                      <a:pt x="816" y="564"/>
                    </a:lnTo>
                    <a:lnTo>
                      <a:pt x="822" y="558"/>
                    </a:lnTo>
                    <a:lnTo>
                      <a:pt x="822" y="534"/>
                    </a:lnTo>
                    <a:lnTo>
                      <a:pt x="840" y="516"/>
                    </a:lnTo>
                    <a:lnTo>
                      <a:pt x="840" y="504"/>
                    </a:lnTo>
                    <a:lnTo>
                      <a:pt x="834" y="498"/>
                    </a:lnTo>
                    <a:lnTo>
                      <a:pt x="816" y="498"/>
                    </a:lnTo>
                    <a:lnTo>
                      <a:pt x="804" y="504"/>
                    </a:lnTo>
                    <a:lnTo>
                      <a:pt x="798" y="510"/>
                    </a:lnTo>
                    <a:lnTo>
                      <a:pt x="774" y="504"/>
                    </a:lnTo>
                    <a:lnTo>
                      <a:pt x="768" y="510"/>
                    </a:lnTo>
                    <a:lnTo>
                      <a:pt x="744" y="510"/>
                    </a:lnTo>
                    <a:lnTo>
                      <a:pt x="738" y="504"/>
                    </a:lnTo>
                    <a:lnTo>
                      <a:pt x="720" y="504"/>
                    </a:lnTo>
                    <a:lnTo>
                      <a:pt x="720" y="510"/>
                    </a:lnTo>
                    <a:lnTo>
                      <a:pt x="696" y="510"/>
                    </a:lnTo>
                    <a:lnTo>
                      <a:pt x="672" y="486"/>
                    </a:lnTo>
                    <a:lnTo>
                      <a:pt x="666" y="468"/>
                    </a:lnTo>
                    <a:lnTo>
                      <a:pt x="660" y="456"/>
                    </a:lnTo>
                    <a:lnTo>
                      <a:pt x="654" y="450"/>
                    </a:lnTo>
                    <a:lnTo>
                      <a:pt x="654" y="444"/>
                    </a:lnTo>
                    <a:lnTo>
                      <a:pt x="630" y="444"/>
                    </a:lnTo>
                    <a:lnTo>
                      <a:pt x="618" y="438"/>
                    </a:lnTo>
                    <a:lnTo>
                      <a:pt x="612" y="432"/>
                    </a:lnTo>
                    <a:lnTo>
                      <a:pt x="600" y="432"/>
                    </a:lnTo>
                    <a:lnTo>
                      <a:pt x="600" y="438"/>
                    </a:lnTo>
                    <a:lnTo>
                      <a:pt x="594" y="444"/>
                    </a:lnTo>
                    <a:lnTo>
                      <a:pt x="582" y="444"/>
                    </a:lnTo>
                    <a:lnTo>
                      <a:pt x="570" y="438"/>
                    </a:lnTo>
                    <a:lnTo>
                      <a:pt x="564" y="438"/>
                    </a:lnTo>
                    <a:lnTo>
                      <a:pt x="552" y="432"/>
                    </a:lnTo>
                    <a:lnTo>
                      <a:pt x="540" y="432"/>
                    </a:lnTo>
                    <a:lnTo>
                      <a:pt x="534" y="438"/>
                    </a:lnTo>
                    <a:lnTo>
                      <a:pt x="510" y="438"/>
                    </a:lnTo>
                    <a:lnTo>
                      <a:pt x="504" y="432"/>
                    </a:lnTo>
                    <a:lnTo>
                      <a:pt x="498" y="420"/>
                    </a:lnTo>
                    <a:lnTo>
                      <a:pt x="498" y="408"/>
                    </a:lnTo>
                    <a:lnTo>
                      <a:pt x="486" y="408"/>
                    </a:lnTo>
                    <a:lnTo>
                      <a:pt x="486" y="366"/>
                    </a:lnTo>
                    <a:lnTo>
                      <a:pt x="498" y="342"/>
                    </a:lnTo>
                    <a:lnTo>
                      <a:pt x="498" y="330"/>
                    </a:lnTo>
                    <a:lnTo>
                      <a:pt x="492" y="324"/>
                    </a:lnTo>
                    <a:lnTo>
                      <a:pt x="480" y="318"/>
                    </a:lnTo>
                    <a:lnTo>
                      <a:pt x="474" y="312"/>
                    </a:lnTo>
                    <a:lnTo>
                      <a:pt x="474" y="276"/>
                    </a:lnTo>
                    <a:lnTo>
                      <a:pt x="468" y="264"/>
                    </a:lnTo>
                    <a:lnTo>
                      <a:pt x="456" y="252"/>
                    </a:lnTo>
                    <a:lnTo>
                      <a:pt x="450" y="252"/>
                    </a:lnTo>
                    <a:lnTo>
                      <a:pt x="438" y="264"/>
                    </a:lnTo>
                    <a:lnTo>
                      <a:pt x="438" y="270"/>
                    </a:lnTo>
                    <a:lnTo>
                      <a:pt x="432" y="264"/>
                    </a:lnTo>
                    <a:lnTo>
                      <a:pt x="432" y="252"/>
                    </a:lnTo>
                    <a:lnTo>
                      <a:pt x="438" y="240"/>
                    </a:lnTo>
                    <a:lnTo>
                      <a:pt x="462" y="216"/>
                    </a:lnTo>
                    <a:lnTo>
                      <a:pt x="462" y="192"/>
                    </a:lnTo>
                    <a:lnTo>
                      <a:pt x="468" y="186"/>
                    </a:lnTo>
                    <a:lnTo>
                      <a:pt x="468" y="168"/>
                    </a:lnTo>
                    <a:lnTo>
                      <a:pt x="480" y="132"/>
                    </a:lnTo>
                    <a:lnTo>
                      <a:pt x="504" y="108"/>
                    </a:lnTo>
                    <a:lnTo>
                      <a:pt x="522" y="102"/>
                    </a:lnTo>
                    <a:lnTo>
                      <a:pt x="534" y="90"/>
                    </a:lnTo>
                    <a:lnTo>
                      <a:pt x="540" y="78"/>
                    </a:lnTo>
                    <a:lnTo>
                      <a:pt x="540" y="72"/>
                    </a:lnTo>
                    <a:lnTo>
                      <a:pt x="546" y="66"/>
                    </a:lnTo>
                    <a:lnTo>
                      <a:pt x="558" y="66"/>
                    </a:lnTo>
                    <a:lnTo>
                      <a:pt x="564" y="60"/>
                    </a:lnTo>
                    <a:lnTo>
                      <a:pt x="570" y="60"/>
                    </a:lnTo>
                    <a:lnTo>
                      <a:pt x="576" y="54"/>
                    </a:lnTo>
                    <a:lnTo>
                      <a:pt x="582" y="54"/>
                    </a:lnTo>
                    <a:lnTo>
                      <a:pt x="600" y="36"/>
                    </a:lnTo>
                    <a:lnTo>
                      <a:pt x="600" y="12"/>
                    </a:lnTo>
                    <a:lnTo>
                      <a:pt x="594" y="6"/>
                    </a:lnTo>
                    <a:lnTo>
                      <a:pt x="582" y="0"/>
                    </a:lnTo>
                    <a:lnTo>
                      <a:pt x="570" y="6"/>
                    </a:lnTo>
                    <a:lnTo>
                      <a:pt x="546" y="6"/>
                    </a:lnTo>
                    <a:lnTo>
                      <a:pt x="540" y="12"/>
                    </a:lnTo>
                    <a:lnTo>
                      <a:pt x="534" y="12"/>
                    </a:lnTo>
                    <a:lnTo>
                      <a:pt x="522" y="24"/>
                    </a:lnTo>
                    <a:lnTo>
                      <a:pt x="522" y="36"/>
                    </a:lnTo>
                    <a:lnTo>
                      <a:pt x="516" y="48"/>
                    </a:lnTo>
                    <a:lnTo>
                      <a:pt x="504" y="60"/>
                    </a:lnTo>
                    <a:lnTo>
                      <a:pt x="492" y="60"/>
                    </a:lnTo>
                    <a:lnTo>
                      <a:pt x="480" y="54"/>
                    </a:lnTo>
                    <a:lnTo>
                      <a:pt x="474" y="54"/>
                    </a:lnTo>
                    <a:lnTo>
                      <a:pt x="444" y="84"/>
                    </a:lnTo>
                    <a:lnTo>
                      <a:pt x="444" y="90"/>
                    </a:lnTo>
                    <a:lnTo>
                      <a:pt x="408" y="102"/>
                    </a:lnTo>
                    <a:lnTo>
                      <a:pt x="402" y="96"/>
                    </a:lnTo>
                    <a:lnTo>
                      <a:pt x="390" y="90"/>
                    </a:lnTo>
                    <a:lnTo>
                      <a:pt x="384" y="90"/>
                    </a:lnTo>
                    <a:lnTo>
                      <a:pt x="378" y="102"/>
                    </a:lnTo>
                    <a:lnTo>
                      <a:pt x="378" y="120"/>
                    </a:lnTo>
                    <a:lnTo>
                      <a:pt x="372" y="132"/>
                    </a:lnTo>
                    <a:lnTo>
                      <a:pt x="366" y="138"/>
                    </a:lnTo>
                    <a:lnTo>
                      <a:pt x="354" y="138"/>
                    </a:lnTo>
                    <a:lnTo>
                      <a:pt x="354" y="132"/>
                    </a:lnTo>
                    <a:lnTo>
                      <a:pt x="360" y="126"/>
                    </a:lnTo>
                    <a:lnTo>
                      <a:pt x="354" y="120"/>
                    </a:lnTo>
                    <a:lnTo>
                      <a:pt x="342" y="120"/>
                    </a:lnTo>
                    <a:lnTo>
                      <a:pt x="330" y="126"/>
                    </a:lnTo>
                    <a:lnTo>
                      <a:pt x="318" y="126"/>
                    </a:lnTo>
                    <a:lnTo>
                      <a:pt x="312" y="132"/>
                    </a:lnTo>
                    <a:lnTo>
                      <a:pt x="306" y="132"/>
                    </a:lnTo>
                    <a:lnTo>
                      <a:pt x="300" y="144"/>
                    </a:lnTo>
                    <a:lnTo>
                      <a:pt x="288" y="150"/>
                    </a:lnTo>
                    <a:lnTo>
                      <a:pt x="282" y="162"/>
                    </a:lnTo>
                    <a:lnTo>
                      <a:pt x="276" y="168"/>
                    </a:lnTo>
                    <a:lnTo>
                      <a:pt x="276" y="186"/>
                    </a:lnTo>
                    <a:lnTo>
                      <a:pt x="282" y="192"/>
                    </a:lnTo>
                    <a:lnTo>
                      <a:pt x="264" y="222"/>
                    </a:lnTo>
                    <a:lnTo>
                      <a:pt x="276" y="246"/>
                    </a:lnTo>
                    <a:lnTo>
                      <a:pt x="252" y="246"/>
                    </a:lnTo>
                    <a:lnTo>
                      <a:pt x="240" y="252"/>
                    </a:lnTo>
                    <a:lnTo>
                      <a:pt x="228" y="264"/>
                    </a:lnTo>
                    <a:lnTo>
                      <a:pt x="228" y="276"/>
                    </a:lnTo>
                    <a:lnTo>
                      <a:pt x="222" y="288"/>
                    </a:lnTo>
                    <a:lnTo>
                      <a:pt x="216" y="294"/>
                    </a:lnTo>
                    <a:lnTo>
                      <a:pt x="204" y="294"/>
                    </a:lnTo>
                    <a:lnTo>
                      <a:pt x="198" y="300"/>
                    </a:lnTo>
                    <a:lnTo>
                      <a:pt x="192" y="300"/>
                    </a:lnTo>
                    <a:lnTo>
                      <a:pt x="174" y="306"/>
                    </a:lnTo>
                    <a:lnTo>
                      <a:pt x="186" y="330"/>
                    </a:lnTo>
                    <a:lnTo>
                      <a:pt x="186" y="366"/>
                    </a:lnTo>
                    <a:lnTo>
                      <a:pt x="168" y="366"/>
                    </a:lnTo>
                    <a:lnTo>
                      <a:pt x="168" y="360"/>
                    </a:lnTo>
                    <a:lnTo>
                      <a:pt x="174" y="354"/>
                    </a:lnTo>
                    <a:lnTo>
                      <a:pt x="174" y="342"/>
                    </a:lnTo>
                    <a:lnTo>
                      <a:pt x="144" y="312"/>
                    </a:lnTo>
                    <a:lnTo>
                      <a:pt x="138" y="312"/>
                    </a:lnTo>
                    <a:lnTo>
                      <a:pt x="132" y="318"/>
                    </a:lnTo>
                    <a:lnTo>
                      <a:pt x="132" y="336"/>
                    </a:lnTo>
                    <a:lnTo>
                      <a:pt x="138" y="348"/>
                    </a:lnTo>
                    <a:lnTo>
                      <a:pt x="150" y="354"/>
                    </a:lnTo>
                    <a:lnTo>
                      <a:pt x="150" y="366"/>
                    </a:lnTo>
                    <a:lnTo>
                      <a:pt x="138" y="390"/>
                    </a:lnTo>
                    <a:lnTo>
                      <a:pt x="132" y="396"/>
                    </a:lnTo>
                    <a:lnTo>
                      <a:pt x="120" y="390"/>
                    </a:lnTo>
                    <a:lnTo>
                      <a:pt x="114" y="384"/>
                    </a:lnTo>
                    <a:lnTo>
                      <a:pt x="102" y="414"/>
                    </a:lnTo>
                    <a:lnTo>
                      <a:pt x="114" y="438"/>
                    </a:lnTo>
                    <a:lnTo>
                      <a:pt x="114" y="450"/>
                    </a:lnTo>
                    <a:lnTo>
                      <a:pt x="126" y="462"/>
                    </a:lnTo>
                    <a:lnTo>
                      <a:pt x="132" y="474"/>
                    </a:lnTo>
                    <a:lnTo>
                      <a:pt x="132" y="480"/>
                    </a:lnTo>
                    <a:lnTo>
                      <a:pt x="120" y="492"/>
                    </a:lnTo>
                    <a:lnTo>
                      <a:pt x="114" y="492"/>
                    </a:lnTo>
                    <a:lnTo>
                      <a:pt x="132" y="516"/>
                    </a:lnTo>
                    <a:lnTo>
                      <a:pt x="138" y="552"/>
                    </a:lnTo>
                    <a:lnTo>
                      <a:pt x="114" y="558"/>
                    </a:lnTo>
                    <a:lnTo>
                      <a:pt x="132" y="576"/>
                    </a:lnTo>
                    <a:lnTo>
                      <a:pt x="132" y="636"/>
                    </a:lnTo>
                    <a:lnTo>
                      <a:pt x="120" y="642"/>
                    </a:lnTo>
                    <a:lnTo>
                      <a:pt x="114" y="654"/>
                    </a:lnTo>
                    <a:lnTo>
                      <a:pt x="114" y="678"/>
                    </a:lnTo>
                    <a:lnTo>
                      <a:pt x="138" y="702"/>
                    </a:lnTo>
                    <a:lnTo>
                      <a:pt x="138" y="720"/>
                    </a:lnTo>
                    <a:lnTo>
                      <a:pt x="132" y="732"/>
                    </a:lnTo>
                    <a:lnTo>
                      <a:pt x="120" y="738"/>
                    </a:lnTo>
                    <a:lnTo>
                      <a:pt x="114" y="750"/>
                    </a:lnTo>
                    <a:lnTo>
                      <a:pt x="102" y="756"/>
                    </a:lnTo>
                    <a:lnTo>
                      <a:pt x="96" y="762"/>
                    </a:lnTo>
                    <a:lnTo>
                      <a:pt x="114" y="774"/>
                    </a:lnTo>
                    <a:lnTo>
                      <a:pt x="84" y="798"/>
                    </a:lnTo>
                    <a:lnTo>
                      <a:pt x="66" y="798"/>
                    </a:lnTo>
                    <a:lnTo>
                      <a:pt x="54" y="804"/>
                    </a:lnTo>
                    <a:lnTo>
                      <a:pt x="36" y="810"/>
                    </a:lnTo>
                    <a:lnTo>
                      <a:pt x="30" y="822"/>
                    </a:lnTo>
                    <a:lnTo>
                      <a:pt x="30" y="846"/>
                    </a:lnTo>
                    <a:lnTo>
                      <a:pt x="36" y="852"/>
                    </a:lnTo>
                    <a:lnTo>
                      <a:pt x="36" y="858"/>
                    </a:lnTo>
                    <a:lnTo>
                      <a:pt x="6" y="858"/>
                    </a:lnTo>
                    <a:lnTo>
                      <a:pt x="0" y="864"/>
                    </a:lnTo>
                    <a:lnTo>
                      <a:pt x="0" y="876"/>
                    </a:lnTo>
                    <a:lnTo>
                      <a:pt x="6" y="888"/>
                    </a:lnTo>
                    <a:lnTo>
                      <a:pt x="18" y="894"/>
                    </a:lnTo>
                    <a:lnTo>
                      <a:pt x="24" y="906"/>
                    </a:lnTo>
                    <a:lnTo>
                      <a:pt x="36" y="912"/>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55" name="Chile" descr="© INSCALE GmbH, 05.05.2010&#10;http://www.presentationload.com/">
                <a:extLst>
                  <a:ext uri="{FF2B5EF4-FFF2-40B4-BE49-F238E27FC236}">
                    <a16:creationId xmlns:a16="http://schemas.microsoft.com/office/drawing/2014/main" id="{57EAC0FD-086B-3217-ADBC-1D9D8F01B5A9}"/>
                  </a:ext>
                </a:extLst>
              </p:cNvPr>
              <p:cNvSpPr>
                <a:spLocks noEditPoints="1"/>
              </p:cNvSpPr>
              <p:nvPr/>
            </p:nvSpPr>
            <p:spPr bwMode="gray">
              <a:xfrm>
                <a:off x="1405" y="2928"/>
                <a:ext cx="294" cy="769"/>
              </a:xfrm>
              <a:custGeom>
                <a:avLst/>
                <a:gdLst>
                  <a:gd name="T0" fmla="*/ 2147483647 w 1158"/>
                  <a:gd name="T1" fmla="*/ 2147483647 h 3030"/>
                  <a:gd name="T2" fmla="*/ 2147483647 w 1158"/>
                  <a:gd name="T3" fmla="*/ 2147483647 h 3030"/>
                  <a:gd name="T4" fmla="*/ 2147483647 w 1158"/>
                  <a:gd name="T5" fmla="*/ 2147483647 h 3030"/>
                  <a:gd name="T6" fmla="*/ 2147483647 w 1158"/>
                  <a:gd name="T7" fmla="*/ 2147483647 h 3030"/>
                  <a:gd name="T8" fmla="*/ 2147483647 w 1158"/>
                  <a:gd name="T9" fmla="*/ 2147483647 h 3030"/>
                  <a:gd name="T10" fmla="*/ 2147483647 w 1158"/>
                  <a:gd name="T11" fmla="*/ 2147483647 h 3030"/>
                  <a:gd name="T12" fmla="*/ 2147483647 w 1158"/>
                  <a:gd name="T13" fmla="*/ 2147483647 h 3030"/>
                  <a:gd name="T14" fmla="*/ 2147483647 w 1158"/>
                  <a:gd name="T15" fmla="*/ 2147483647 h 3030"/>
                  <a:gd name="T16" fmla="*/ 2147483647 w 1158"/>
                  <a:gd name="T17" fmla="*/ 2147483647 h 3030"/>
                  <a:gd name="T18" fmla="*/ 2147483647 w 1158"/>
                  <a:gd name="T19" fmla="*/ 2147483647 h 3030"/>
                  <a:gd name="T20" fmla="*/ 2147483647 w 1158"/>
                  <a:gd name="T21" fmla="*/ 2147483647 h 3030"/>
                  <a:gd name="T22" fmla="*/ 2147483647 w 1158"/>
                  <a:gd name="T23" fmla="*/ 2147483647 h 3030"/>
                  <a:gd name="T24" fmla="*/ 2147483647 w 1158"/>
                  <a:gd name="T25" fmla="*/ 2147483647 h 3030"/>
                  <a:gd name="T26" fmla="*/ 2147483647 w 1158"/>
                  <a:gd name="T27" fmla="*/ 2147483647 h 3030"/>
                  <a:gd name="T28" fmla="*/ 2147483647 w 1158"/>
                  <a:gd name="T29" fmla="*/ 2147483647 h 3030"/>
                  <a:gd name="T30" fmla="*/ 2147483647 w 1158"/>
                  <a:gd name="T31" fmla="*/ 2147483647 h 3030"/>
                  <a:gd name="T32" fmla="*/ 2147483647 w 1158"/>
                  <a:gd name="T33" fmla="*/ 2147483647 h 3030"/>
                  <a:gd name="T34" fmla="*/ 2147483647 w 1158"/>
                  <a:gd name="T35" fmla="*/ 2147483647 h 3030"/>
                  <a:gd name="T36" fmla="*/ 2147483647 w 1158"/>
                  <a:gd name="T37" fmla="*/ 2147483647 h 3030"/>
                  <a:gd name="T38" fmla="*/ 2147483647 w 1158"/>
                  <a:gd name="T39" fmla="*/ 2147483647 h 3030"/>
                  <a:gd name="T40" fmla="*/ 2147483647 w 1158"/>
                  <a:gd name="T41" fmla="*/ 2147483647 h 3030"/>
                  <a:gd name="T42" fmla="*/ 2147483647 w 1158"/>
                  <a:gd name="T43" fmla="*/ 2147483647 h 3030"/>
                  <a:gd name="T44" fmla="*/ 2147483647 w 1158"/>
                  <a:gd name="T45" fmla="*/ 2147483647 h 3030"/>
                  <a:gd name="T46" fmla="*/ 2147483647 w 1158"/>
                  <a:gd name="T47" fmla="*/ 2147483647 h 3030"/>
                  <a:gd name="T48" fmla="*/ 2147483647 w 1158"/>
                  <a:gd name="T49" fmla="*/ 2147483647 h 3030"/>
                  <a:gd name="T50" fmla="*/ 2147483647 w 1158"/>
                  <a:gd name="T51" fmla="*/ 2147483647 h 3030"/>
                  <a:gd name="T52" fmla="*/ 2147483647 w 1158"/>
                  <a:gd name="T53" fmla="*/ 2147483647 h 3030"/>
                  <a:gd name="T54" fmla="*/ 2147483647 w 1158"/>
                  <a:gd name="T55" fmla="*/ 2147483647 h 3030"/>
                  <a:gd name="T56" fmla="*/ 2147483647 w 1158"/>
                  <a:gd name="T57" fmla="*/ 2147483647 h 3030"/>
                  <a:gd name="T58" fmla="*/ 2147483647 w 1158"/>
                  <a:gd name="T59" fmla="*/ 2147483647 h 3030"/>
                  <a:gd name="T60" fmla="*/ 2147483647 w 1158"/>
                  <a:gd name="T61" fmla="*/ 2147483647 h 3030"/>
                  <a:gd name="T62" fmla="*/ 2147483647 w 1158"/>
                  <a:gd name="T63" fmla="*/ 2147483647 h 3030"/>
                  <a:gd name="T64" fmla="*/ 2147483647 w 1158"/>
                  <a:gd name="T65" fmla="*/ 2147483647 h 3030"/>
                  <a:gd name="T66" fmla="*/ 2147483647 w 1158"/>
                  <a:gd name="T67" fmla="*/ 2147483647 h 3030"/>
                  <a:gd name="T68" fmla="*/ 2147483647 w 1158"/>
                  <a:gd name="T69" fmla="*/ 2147483647 h 3030"/>
                  <a:gd name="T70" fmla="*/ 2147483647 w 1158"/>
                  <a:gd name="T71" fmla="*/ 2147483647 h 3030"/>
                  <a:gd name="T72" fmla="*/ 2147483647 w 1158"/>
                  <a:gd name="T73" fmla="*/ 2147483647 h 3030"/>
                  <a:gd name="T74" fmla="*/ 2147483647 w 1158"/>
                  <a:gd name="T75" fmla="*/ 2147483647 h 3030"/>
                  <a:gd name="T76" fmla="*/ 2147483647 w 1158"/>
                  <a:gd name="T77" fmla="*/ 2147483647 h 3030"/>
                  <a:gd name="T78" fmla="*/ 0 w 1158"/>
                  <a:gd name="T79" fmla="*/ 2147483647 h 3030"/>
                  <a:gd name="T80" fmla="*/ 2147483647 w 1158"/>
                  <a:gd name="T81" fmla="*/ 2147483647 h 3030"/>
                  <a:gd name="T82" fmla="*/ 2147483647 w 1158"/>
                  <a:gd name="T83" fmla="*/ 2147483647 h 3030"/>
                  <a:gd name="T84" fmla="*/ 2147483647 w 1158"/>
                  <a:gd name="T85" fmla="*/ 2147483647 h 3030"/>
                  <a:gd name="T86" fmla="*/ 2147483647 w 1158"/>
                  <a:gd name="T87" fmla="*/ 2147483647 h 3030"/>
                  <a:gd name="T88" fmla="*/ 2147483647 w 1158"/>
                  <a:gd name="T89" fmla="*/ 2147483647 h 3030"/>
                  <a:gd name="T90" fmla="*/ 2147483647 w 1158"/>
                  <a:gd name="T91" fmla="*/ 2147483647 h 3030"/>
                  <a:gd name="T92" fmla="*/ 2147483647 w 1158"/>
                  <a:gd name="T93" fmla="*/ 2147483647 h 3030"/>
                  <a:gd name="T94" fmla="*/ 2147483647 w 1158"/>
                  <a:gd name="T95" fmla="*/ 2147483647 h 3030"/>
                  <a:gd name="T96" fmla="*/ 2147483647 w 1158"/>
                  <a:gd name="T97" fmla="*/ 2147483647 h 3030"/>
                  <a:gd name="T98" fmla="*/ 2147483647 w 1158"/>
                  <a:gd name="T99" fmla="*/ 2147483647 h 3030"/>
                  <a:gd name="T100" fmla="*/ 2147483647 w 1158"/>
                  <a:gd name="T101" fmla="*/ 2147483647 h 3030"/>
                  <a:gd name="T102" fmla="*/ 2147483647 w 1158"/>
                  <a:gd name="T103" fmla="*/ 2147483647 h 3030"/>
                  <a:gd name="T104" fmla="*/ 2147483647 w 1158"/>
                  <a:gd name="T105" fmla="*/ 2147483647 h 3030"/>
                  <a:gd name="T106" fmla="*/ 2147483647 w 1158"/>
                  <a:gd name="T107" fmla="*/ 2147483647 h 3030"/>
                  <a:gd name="T108" fmla="*/ 2147483647 w 1158"/>
                  <a:gd name="T109" fmla="*/ 2147483647 h 3030"/>
                  <a:gd name="T110" fmla="*/ 2147483647 w 1158"/>
                  <a:gd name="T111" fmla="*/ 2147483647 h 3030"/>
                  <a:gd name="T112" fmla="*/ 2147483647 w 1158"/>
                  <a:gd name="T113" fmla="*/ 2147483647 h 3030"/>
                  <a:gd name="T114" fmla="*/ 2147483647 w 1158"/>
                  <a:gd name="T115" fmla="*/ 2147483647 h 3030"/>
                  <a:gd name="T116" fmla="*/ 2147483647 w 1158"/>
                  <a:gd name="T117" fmla="*/ 2147483647 h 3030"/>
                  <a:gd name="T118" fmla="*/ 2147483647 w 1158"/>
                  <a:gd name="T119" fmla="*/ 2147483647 h 3030"/>
                  <a:gd name="T120" fmla="*/ 2147483647 w 1158"/>
                  <a:gd name="T121" fmla="*/ 2147483647 h 3030"/>
                  <a:gd name="T122" fmla="*/ 2147483647 w 1158"/>
                  <a:gd name="T123" fmla="*/ 2147483647 h 3030"/>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158"/>
                  <a:gd name="T187" fmla="*/ 0 h 3030"/>
                  <a:gd name="T188" fmla="*/ 1158 w 1158"/>
                  <a:gd name="T189" fmla="*/ 3030 h 3030"/>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158" h="3030">
                    <a:moveTo>
                      <a:pt x="1014" y="2910"/>
                    </a:moveTo>
                    <a:lnTo>
                      <a:pt x="984" y="2898"/>
                    </a:lnTo>
                    <a:lnTo>
                      <a:pt x="966" y="2880"/>
                    </a:lnTo>
                    <a:lnTo>
                      <a:pt x="948" y="2874"/>
                    </a:lnTo>
                    <a:lnTo>
                      <a:pt x="942" y="2862"/>
                    </a:lnTo>
                    <a:lnTo>
                      <a:pt x="936" y="2856"/>
                    </a:lnTo>
                    <a:lnTo>
                      <a:pt x="936" y="2850"/>
                    </a:lnTo>
                    <a:lnTo>
                      <a:pt x="906" y="2850"/>
                    </a:lnTo>
                    <a:lnTo>
                      <a:pt x="912" y="2832"/>
                    </a:lnTo>
                    <a:lnTo>
                      <a:pt x="870" y="2796"/>
                    </a:lnTo>
                    <a:lnTo>
                      <a:pt x="840" y="2802"/>
                    </a:lnTo>
                    <a:lnTo>
                      <a:pt x="828" y="2796"/>
                    </a:lnTo>
                    <a:lnTo>
                      <a:pt x="816" y="2808"/>
                    </a:lnTo>
                    <a:lnTo>
                      <a:pt x="792" y="2814"/>
                    </a:lnTo>
                    <a:lnTo>
                      <a:pt x="798" y="2832"/>
                    </a:lnTo>
                    <a:lnTo>
                      <a:pt x="780" y="2832"/>
                    </a:lnTo>
                    <a:lnTo>
                      <a:pt x="780" y="2862"/>
                    </a:lnTo>
                    <a:lnTo>
                      <a:pt x="786" y="2868"/>
                    </a:lnTo>
                    <a:lnTo>
                      <a:pt x="798" y="2868"/>
                    </a:lnTo>
                    <a:lnTo>
                      <a:pt x="810" y="2862"/>
                    </a:lnTo>
                    <a:lnTo>
                      <a:pt x="816" y="2856"/>
                    </a:lnTo>
                    <a:lnTo>
                      <a:pt x="828" y="2850"/>
                    </a:lnTo>
                    <a:lnTo>
                      <a:pt x="834" y="2844"/>
                    </a:lnTo>
                    <a:lnTo>
                      <a:pt x="858" y="2856"/>
                    </a:lnTo>
                    <a:lnTo>
                      <a:pt x="858" y="2874"/>
                    </a:lnTo>
                    <a:lnTo>
                      <a:pt x="846" y="2880"/>
                    </a:lnTo>
                    <a:lnTo>
                      <a:pt x="828" y="2898"/>
                    </a:lnTo>
                    <a:lnTo>
                      <a:pt x="822" y="2898"/>
                    </a:lnTo>
                    <a:lnTo>
                      <a:pt x="828" y="2904"/>
                    </a:lnTo>
                    <a:lnTo>
                      <a:pt x="882" y="2922"/>
                    </a:lnTo>
                    <a:lnTo>
                      <a:pt x="912" y="2928"/>
                    </a:lnTo>
                    <a:lnTo>
                      <a:pt x="924" y="2934"/>
                    </a:lnTo>
                    <a:lnTo>
                      <a:pt x="906" y="2958"/>
                    </a:lnTo>
                    <a:lnTo>
                      <a:pt x="906" y="2952"/>
                    </a:lnTo>
                    <a:lnTo>
                      <a:pt x="894" y="2940"/>
                    </a:lnTo>
                    <a:lnTo>
                      <a:pt x="876" y="2940"/>
                    </a:lnTo>
                    <a:lnTo>
                      <a:pt x="870" y="2946"/>
                    </a:lnTo>
                    <a:lnTo>
                      <a:pt x="870" y="2952"/>
                    </a:lnTo>
                    <a:lnTo>
                      <a:pt x="852" y="2928"/>
                    </a:lnTo>
                    <a:lnTo>
                      <a:pt x="834" y="2934"/>
                    </a:lnTo>
                    <a:lnTo>
                      <a:pt x="846" y="2946"/>
                    </a:lnTo>
                    <a:lnTo>
                      <a:pt x="816" y="2940"/>
                    </a:lnTo>
                    <a:lnTo>
                      <a:pt x="822" y="2946"/>
                    </a:lnTo>
                    <a:lnTo>
                      <a:pt x="828" y="2958"/>
                    </a:lnTo>
                    <a:lnTo>
                      <a:pt x="834" y="2964"/>
                    </a:lnTo>
                    <a:lnTo>
                      <a:pt x="894" y="2964"/>
                    </a:lnTo>
                    <a:lnTo>
                      <a:pt x="906" y="2970"/>
                    </a:lnTo>
                    <a:lnTo>
                      <a:pt x="1050" y="2970"/>
                    </a:lnTo>
                    <a:lnTo>
                      <a:pt x="1074" y="2982"/>
                    </a:lnTo>
                    <a:lnTo>
                      <a:pt x="1080" y="2988"/>
                    </a:lnTo>
                    <a:lnTo>
                      <a:pt x="1086" y="2988"/>
                    </a:lnTo>
                    <a:lnTo>
                      <a:pt x="1122" y="2970"/>
                    </a:lnTo>
                    <a:lnTo>
                      <a:pt x="1140" y="2976"/>
                    </a:lnTo>
                    <a:lnTo>
                      <a:pt x="1152" y="2976"/>
                    </a:lnTo>
                    <a:lnTo>
                      <a:pt x="1158" y="2952"/>
                    </a:lnTo>
                    <a:lnTo>
                      <a:pt x="1140" y="2952"/>
                    </a:lnTo>
                    <a:lnTo>
                      <a:pt x="1086" y="2940"/>
                    </a:lnTo>
                    <a:lnTo>
                      <a:pt x="1014" y="2910"/>
                    </a:lnTo>
                    <a:close/>
                    <a:moveTo>
                      <a:pt x="990" y="2988"/>
                    </a:moveTo>
                    <a:lnTo>
                      <a:pt x="1014" y="3000"/>
                    </a:lnTo>
                    <a:lnTo>
                      <a:pt x="1068" y="3006"/>
                    </a:lnTo>
                    <a:lnTo>
                      <a:pt x="1038" y="2982"/>
                    </a:lnTo>
                    <a:lnTo>
                      <a:pt x="990" y="2988"/>
                    </a:lnTo>
                    <a:close/>
                    <a:moveTo>
                      <a:pt x="960" y="2994"/>
                    </a:moveTo>
                    <a:lnTo>
                      <a:pt x="966" y="2982"/>
                    </a:lnTo>
                    <a:lnTo>
                      <a:pt x="888" y="2982"/>
                    </a:lnTo>
                    <a:lnTo>
                      <a:pt x="906" y="3012"/>
                    </a:lnTo>
                    <a:lnTo>
                      <a:pt x="936" y="3018"/>
                    </a:lnTo>
                    <a:lnTo>
                      <a:pt x="930" y="3006"/>
                    </a:lnTo>
                    <a:lnTo>
                      <a:pt x="936" y="3000"/>
                    </a:lnTo>
                    <a:lnTo>
                      <a:pt x="948" y="3012"/>
                    </a:lnTo>
                    <a:lnTo>
                      <a:pt x="996" y="3012"/>
                    </a:lnTo>
                    <a:lnTo>
                      <a:pt x="1008" y="3030"/>
                    </a:lnTo>
                    <a:lnTo>
                      <a:pt x="1026" y="3030"/>
                    </a:lnTo>
                    <a:lnTo>
                      <a:pt x="996" y="3000"/>
                    </a:lnTo>
                    <a:lnTo>
                      <a:pt x="960" y="2994"/>
                    </a:lnTo>
                    <a:close/>
                    <a:moveTo>
                      <a:pt x="804" y="2946"/>
                    </a:moveTo>
                    <a:lnTo>
                      <a:pt x="744" y="2940"/>
                    </a:lnTo>
                    <a:lnTo>
                      <a:pt x="750" y="2958"/>
                    </a:lnTo>
                    <a:lnTo>
                      <a:pt x="792" y="2958"/>
                    </a:lnTo>
                    <a:lnTo>
                      <a:pt x="804" y="2976"/>
                    </a:lnTo>
                    <a:lnTo>
                      <a:pt x="864" y="3000"/>
                    </a:lnTo>
                    <a:lnTo>
                      <a:pt x="828" y="2970"/>
                    </a:lnTo>
                    <a:lnTo>
                      <a:pt x="804" y="2946"/>
                    </a:lnTo>
                    <a:close/>
                    <a:moveTo>
                      <a:pt x="804" y="2880"/>
                    </a:moveTo>
                    <a:lnTo>
                      <a:pt x="786" y="2898"/>
                    </a:lnTo>
                    <a:lnTo>
                      <a:pt x="792" y="2928"/>
                    </a:lnTo>
                    <a:lnTo>
                      <a:pt x="816" y="2922"/>
                    </a:lnTo>
                    <a:lnTo>
                      <a:pt x="804" y="2880"/>
                    </a:lnTo>
                    <a:close/>
                    <a:moveTo>
                      <a:pt x="774" y="2928"/>
                    </a:moveTo>
                    <a:lnTo>
                      <a:pt x="768" y="2910"/>
                    </a:lnTo>
                    <a:lnTo>
                      <a:pt x="720" y="2898"/>
                    </a:lnTo>
                    <a:lnTo>
                      <a:pt x="708" y="2916"/>
                    </a:lnTo>
                    <a:lnTo>
                      <a:pt x="708" y="2934"/>
                    </a:lnTo>
                    <a:lnTo>
                      <a:pt x="744" y="2922"/>
                    </a:lnTo>
                    <a:lnTo>
                      <a:pt x="774" y="2928"/>
                    </a:lnTo>
                    <a:close/>
                    <a:moveTo>
                      <a:pt x="612" y="2772"/>
                    </a:moveTo>
                    <a:lnTo>
                      <a:pt x="606" y="2766"/>
                    </a:lnTo>
                    <a:lnTo>
                      <a:pt x="594" y="2766"/>
                    </a:lnTo>
                    <a:lnTo>
                      <a:pt x="588" y="2760"/>
                    </a:lnTo>
                    <a:lnTo>
                      <a:pt x="570" y="2760"/>
                    </a:lnTo>
                    <a:lnTo>
                      <a:pt x="570" y="2766"/>
                    </a:lnTo>
                    <a:lnTo>
                      <a:pt x="564" y="2778"/>
                    </a:lnTo>
                    <a:lnTo>
                      <a:pt x="564" y="2808"/>
                    </a:lnTo>
                    <a:lnTo>
                      <a:pt x="570" y="2808"/>
                    </a:lnTo>
                    <a:lnTo>
                      <a:pt x="576" y="2802"/>
                    </a:lnTo>
                    <a:lnTo>
                      <a:pt x="588" y="2802"/>
                    </a:lnTo>
                    <a:lnTo>
                      <a:pt x="594" y="2796"/>
                    </a:lnTo>
                    <a:lnTo>
                      <a:pt x="600" y="2820"/>
                    </a:lnTo>
                    <a:lnTo>
                      <a:pt x="630" y="2808"/>
                    </a:lnTo>
                    <a:lnTo>
                      <a:pt x="612" y="2790"/>
                    </a:lnTo>
                    <a:lnTo>
                      <a:pt x="618" y="2772"/>
                    </a:lnTo>
                    <a:lnTo>
                      <a:pt x="612" y="2772"/>
                    </a:lnTo>
                    <a:close/>
                    <a:moveTo>
                      <a:pt x="552" y="2826"/>
                    </a:moveTo>
                    <a:lnTo>
                      <a:pt x="516" y="2808"/>
                    </a:lnTo>
                    <a:lnTo>
                      <a:pt x="546" y="2832"/>
                    </a:lnTo>
                    <a:lnTo>
                      <a:pt x="588" y="2844"/>
                    </a:lnTo>
                    <a:lnTo>
                      <a:pt x="606" y="2850"/>
                    </a:lnTo>
                    <a:lnTo>
                      <a:pt x="588" y="2832"/>
                    </a:lnTo>
                    <a:lnTo>
                      <a:pt x="552" y="2826"/>
                    </a:lnTo>
                    <a:close/>
                    <a:moveTo>
                      <a:pt x="552" y="2748"/>
                    </a:moveTo>
                    <a:lnTo>
                      <a:pt x="534" y="2730"/>
                    </a:lnTo>
                    <a:lnTo>
                      <a:pt x="528" y="2766"/>
                    </a:lnTo>
                    <a:lnTo>
                      <a:pt x="504" y="2772"/>
                    </a:lnTo>
                    <a:lnTo>
                      <a:pt x="546" y="2784"/>
                    </a:lnTo>
                    <a:lnTo>
                      <a:pt x="552" y="2748"/>
                    </a:lnTo>
                    <a:close/>
                    <a:moveTo>
                      <a:pt x="444" y="2736"/>
                    </a:moveTo>
                    <a:lnTo>
                      <a:pt x="480" y="2772"/>
                    </a:lnTo>
                    <a:lnTo>
                      <a:pt x="492" y="2760"/>
                    </a:lnTo>
                    <a:lnTo>
                      <a:pt x="462" y="2724"/>
                    </a:lnTo>
                    <a:lnTo>
                      <a:pt x="444" y="2736"/>
                    </a:lnTo>
                    <a:close/>
                    <a:moveTo>
                      <a:pt x="516" y="2724"/>
                    </a:moveTo>
                    <a:lnTo>
                      <a:pt x="504" y="2718"/>
                    </a:lnTo>
                    <a:lnTo>
                      <a:pt x="492" y="2730"/>
                    </a:lnTo>
                    <a:lnTo>
                      <a:pt x="504" y="2748"/>
                    </a:lnTo>
                    <a:lnTo>
                      <a:pt x="516" y="2724"/>
                    </a:lnTo>
                    <a:close/>
                    <a:moveTo>
                      <a:pt x="456" y="2706"/>
                    </a:moveTo>
                    <a:lnTo>
                      <a:pt x="462" y="2676"/>
                    </a:lnTo>
                    <a:lnTo>
                      <a:pt x="456" y="2640"/>
                    </a:lnTo>
                    <a:lnTo>
                      <a:pt x="438" y="2634"/>
                    </a:lnTo>
                    <a:lnTo>
                      <a:pt x="438" y="2652"/>
                    </a:lnTo>
                    <a:lnTo>
                      <a:pt x="408" y="2646"/>
                    </a:lnTo>
                    <a:lnTo>
                      <a:pt x="432" y="2682"/>
                    </a:lnTo>
                    <a:lnTo>
                      <a:pt x="426" y="2724"/>
                    </a:lnTo>
                    <a:lnTo>
                      <a:pt x="456" y="2706"/>
                    </a:lnTo>
                    <a:close/>
                    <a:moveTo>
                      <a:pt x="366" y="2622"/>
                    </a:moveTo>
                    <a:lnTo>
                      <a:pt x="384" y="2628"/>
                    </a:lnTo>
                    <a:lnTo>
                      <a:pt x="390" y="2658"/>
                    </a:lnTo>
                    <a:lnTo>
                      <a:pt x="396" y="2628"/>
                    </a:lnTo>
                    <a:lnTo>
                      <a:pt x="402" y="2604"/>
                    </a:lnTo>
                    <a:lnTo>
                      <a:pt x="372" y="2598"/>
                    </a:lnTo>
                    <a:lnTo>
                      <a:pt x="366" y="2622"/>
                    </a:lnTo>
                    <a:close/>
                    <a:moveTo>
                      <a:pt x="372" y="2586"/>
                    </a:moveTo>
                    <a:lnTo>
                      <a:pt x="378" y="2586"/>
                    </a:lnTo>
                    <a:lnTo>
                      <a:pt x="378" y="2580"/>
                    </a:lnTo>
                    <a:lnTo>
                      <a:pt x="384" y="2574"/>
                    </a:lnTo>
                    <a:lnTo>
                      <a:pt x="414" y="2598"/>
                    </a:lnTo>
                    <a:lnTo>
                      <a:pt x="414" y="2574"/>
                    </a:lnTo>
                    <a:lnTo>
                      <a:pt x="384" y="2544"/>
                    </a:lnTo>
                    <a:lnTo>
                      <a:pt x="378" y="2532"/>
                    </a:lnTo>
                    <a:lnTo>
                      <a:pt x="372" y="2526"/>
                    </a:lnTo>
                    <a:lnTo>
                      <a:pt x="360" y="2502"/>
                    </a:lnTo>
                    <a:lnTo>
                      <a:pt x="360" y="2490"/>
                    </a:lnTo>
                    <a:lnTo>
                      <a:pt x="342" y="2454"/>
                    </a:lnTo>
                    <a:lnTo>
                      <a:pt x="330" y="2448"/>
                    </a:lnTo>
                    <a:lnTo>
                      <a:pt x="324" y="2442"/>
                    </a:lnTo>
                    <a:lnTo>
                      <a:pt x="318" y="2442"/>
                    </a:lnTo>
                    <a:lnTo>
                      <a:pt x="312" y="2448"/>
                    </a:lnTo>
                    <a:lnTo>
                      <a:pt x="312" y="2454"/>
                    </a:lnTo>
                    <a:lnTo>
                      <a:pt x="294" y="2448"/>
                    </a:lnTo>
                    <a:lnTo>
                      <a:pt x="288" y="2454"/>
                    </a:lnTo>
                    <a:lnTo>
                      <a:pt x="288" y="2466"/>
                    </a:lnTo>
                    <a:lnTo>
                      <a:pt x="282" y="2472"/>
                    </a:lnTo>
                    <a:lnTo>
                      <a:pt x="282" y="2490"/>
                    </a:lnTo>
                    <a:lnTo>
                      <a:pt x="330" y="2490"/>
                    </a:lnTo>
                    <a:lnTo>
                      <a:pt x="312" y="2532"/>
                    </a:lnTo>
                    <a:lnTo>
                      <a:pt x="324" y="2532"/>
                    </a:lnTo>
                    <a:lnTo>
                      <a:pt x="348" y="2508"/>
                    </a:lnTo>
                    <a:lnTo>
                      <a:pt x="342" y="2532"/>
                    </a:lnTo>
                    <a:lnTo>
                      <a:pt x="342" y="2538"/>
                    </a:lnTo>
                    <a:lnTo>
                      <a:pt x="348" y="2544"/>
                    </a:lnTo>
                    <a:lnTo>
                      <a:pt x="366" y="2580"/>
                    </a:lnTo>
                    <a:lnTo>
                      <a:pt x="366" y="2586"/>
                    </a:lnTo>
                    <a:lnTo>
                      <a:pt x="372" y="2586"/>
                    </a:lnTo>
                    <a:close/>
                    <a:moveTo>
                      <a:pt x="246" y="2082"/>
                    </a:moveTo>
                    <a:lnTo>
                      <a:pt x="246" y="2034"/>
                    </a:lnTo>
                    <a:lnTo>
                      <a:pt x="216" y="2004"/>
                    </a:lnTo>
                    <a:lnTo>
                      <a:pt x="234" y="1992"/>
                    </a:lnTo>
                    <a:lnTo>
                      <a:pt x="210" y="1968"/>
                    </a:lnTo>
                    <a:lnTo>
                      <a:pt x="174" y="1956"/>
                    </a:lnTo>
                    <a:lnTo>
                      <a:pt x="174" y="1986"/>
                    </a:lnTo>
                    <a:lnTo>
                      <a:pt x="180" y="1998"/>
                    </a:lnTo>
                    <a:lnTo>
                      <a:pt x="180" y="2004"/>
                    </a:lnTo>
                    <a:lnTo>
                      <a:pt x="192" y="2016"/>
                    </a:lnTo>
                    <a:lnTo>
                      <a:pt x="198" y="2028"/>
                    </a:lnTo>
                    <a:lnTo>
                      <a:pt x="204" y="2034"/>
                    </a:lnTo>
                    <a:lnTo>
                      <a:pt x="204" y="2046"/>
                    </a:lnTo>
                    <a:lnTo>
                      <a:pt x="198" y="2064"/>
                    </a:lnTo>
                    <a:lnTo>
                      <a:pt x="246" y="2082"/>
                    </a:lnTo>
                    <a:close/>
                    <a:moveTo>
                      <a:pt x="246" y="2178"/>
                    </a:moveTo>
                    <a:lnTo>
                      <a:pt x="258" y="2190"/>
                    </a:lnTo>
                    <a:lnTo>
                      <a:pt x="282" y="2190"/>
                    </a:lnTo>
                    <a:lnTo>
                      <a:pt x="294" y="2172"/>
                    </a:lnTo>
                    <a:lnTo>
                      <a:pt x="264" y="2178"/>
                    </a:lnTo>
                    <a:lnTo>
                      <a:pt x="246" y="2178"/>
                    </a:lnTo>
                    <a:close/>
                    <a:moveTo>
                      <a:pt x="282" y="2220"/>
                    </a:moveTo>
                    <a:lnTo>
                      <a:pt x="282" y="2238"/>
                    </a:lnTo>
                    <a:lnTo>
                      <a:pt x="306" y="2256"/>
                    </a:lnTo>
                    <a:lnTo>
                      <a:pt x="306" y="2232"/>
                    </a:lnTo>
                    <a:lnTo>
                      <a:pt x="294" y="2208"/>
                    </a:lnTo>
                    <a:lnTo>
                      <a:pt x="258" y="2208"/>
                    </a:lnTo>
                    <a:lnTo>
                      <a:pt x="282" y="2220"/>
                    </a:lnTo>
                    <a:close/>
                    <a:moveTo>
                      <a:pt x="318" y="2190"/>
                    </a:moveTo>
                    <a:lnTo>
                      <a:pt x="324" y="2184"/>
                    </a:lnTo>
                    <a:lnTo>
                      <a:pt x="336" y="2178"/>
                    </a:lnTo>
                    <a:lnTo>
                      <a:pt x="348" y="2166"/>
                    </a:lnTo>
                    <a:lnTo>
                      <a:pt x="336" y="2154"/>
                    </a:lnTo>
                    <a:lnTo>
                      <a:pt x="324" y="2154"/>
                    </a:lnTo>
                    <a:lnTo>
                      <a:pt x="312" y="2160"/>
                    </a:lnTo>
                    <a:lnTo>
                      <a:pt x="306" y="2166"/>
                    </a:lnTo>
                    <a:lnTo>
                      <a:pt x="306" y="2184"/>
                    </a:lnTo>
                    <a:lnTo>
                      <a:pt x="312" y="2190"/>
                    </a:lnTo>
                    <a:lnTo>
                      <a:pt x="318" y="2190"/>
                    </a:lnTo>
                    <a:close/>
                    <a:moveTo>
                      <a:pt x="252" y="2112"/>
                    </a:moveTo>
                    <a:lnTo>
                      <a:pt x="240" y="2118"/>
                    </a:lnTo>
                    <a:lnTo>
                      <a:pt x="240" y="2136"/>
                    </a:lnTo>
                    <a:lnTo>
                      <a:pt x="252" y="2136"/>
                    </a:lnTo>
                    <a:lnTo>
                      <a:pt x="264" y="2124"/>
                    </a:lnTo>
                    <a:lnTo>
                      <a:pt x="264" y="2106"/>
                    </a:lnTo>
                    <a:lnTo>
                      <a:pt x="258" y="2106"/>
                    </a:lnTo>
                    <a:lnTo>
                      <a:pt x="252" y="2112"/>
                    </a:lnTo>
                    <a:close/>
                    <a:moveTo>
                      <a:pt x="234" y="2154"/>
                    </a:moveTo>
                    <a:lnTo>
                      <a:pt x="216" y="2154"/>
                    </a:lnTo>
                    <a:lnTo>
                      <a:pt x="228" y="2178"/>
                    </a:lnTo>
                    <a:lnTo>
                      <a:pt x="234" y="2154"/>
                    </a:lnTo>
                    <a:close/>
                    <a:moveTo>
                      <a:pt x="714" y="2874"/>
                    </a:moveTo>
                    <a:lnTo>
                      <a:pt x="726" y="2874"/>
                    </a:lnTo>
                    <a:lnTo>
                      <a:pt x="726" y="2886"/>
                    </a:lnTo>
                    <a:lnTo>
                      <a:pt x="768" y="2886"/>
                    </a:lnTo>
                    <a:lnTo>
                      <a:pt x="774" y="2880"/>
                    </a:lnTo>
                    <a:lnTo>
                      <a:pt x="774" y="2874"/>
                    </a:lnTo>
                    <a:lnTo>
                      <a:pt x="744" y="2844"/>
                    </a:lnTo>
                    <a:lnTo>
                      <a:pt x="744" y="2808"/>
                    </a:lnTo>
                    <a:lnTo>
                      <a:pt x="786" y="2802"/>
                    </a:lnTo>
                    <a:lnTo>
                      <a:pt x="780" y="2790"/>
                    </a:lnTo>
                    <a:lnTo>
                      <a:pt x="804" y="2790"/>
                    </a:lnTo>
                    <a:lnTo>
                      <a:pt x="816" y="2772"/>
                    </a:lnTo>
                    <a:lnTo>
                      <a:pt x="792" y="2754"/>
                    </a:lnTo>
                    <a:lnTo>
                      <a:pt x="696" y="2754"/>
                    </a:lnTo>
                    <a:lnTo>
                      <a:pt x="684" y="2760"/>
                    </a:lnTo>
                    <a:lnTo>
                      <a:pt x="672" y="2760"/>
                    </a:lnTo>
                    <a:lnTo>
                      <a:pt x="654" y="2742"/>
                    </a:lnTo>
                    <a:lnTo>
                      <a:pt x="618" y="2724"/>
                    </a:lnTo>
                    <a:lnTo>
                      <a:pt x="606" y="2706"/>
                    </a:lnTo>
                    <a:lnTo>
                      <a:pt x="588" y="2682"/>
                    </a:lnTo>
                    <a:lnTo>
                      <a:pt x="588" y="2658"/>
                    </a:lnTo>
                    <a:lnTo>
                      <a:pt x="576" y="2646"/>
                    </a:lnTo>
                    <a:lnTo>
                      <a:pt x="564" y="2640"/>
                    </a:lnTo>
                    <a:lnTo>
                      <a:pt x="546" y="2640"/>
                    </a:lnTo>
                    <a:lnTo>
                      <a:pt x="534" y="2652"/>
                    </a:lnTo>
                    <a:lnTo>
                      <a:pt x="528" y="2652"/>
                    </a:lnTo>
                    <a:lnTo>
                      <a:pt x="516" y="2646"/>
                    </a:lnTo>
                    <a:lnTo>
                      <a:pt x="510" y="2640"/>
                    </a:lnTo>
                    <a:lnTo>
                      <a:pt x="510" y="2628"/>
                    </a:lnTo>
                    <a:lnTo>
                      <a:pt x="504" y="2622"/>
                    </a:lnTo>
                    <a:lnTo>
                      <a:pt x="504" y="2616"/>
                    </a:lnTo>
                    <a:lnTo>
                      <a:pt x="474" y="2610"/>
                    </a:lnTo>
                    <a:lnTo>
                      <a:pt x="474" y="2574"/>
                    </a:lnTo>
                    <a:lnTo>
                      <a:pt x="468" y="2568"/>
                    </a:lnTo>
                    <a:lnTo>
                      <a:pt x="462" y="2556"/>
                    </a:lnTo>
                    <a:lnTo>
                      <a:pt x="462" y="2544"/>
                    </a:lnTo>
                    <a:lnTo>
                      <a:pt x="474" y="2538"/>
                    </a:lnTo>
                    <a:lnTo>
                      <a:pt x="474" y="2514"/>
                    </a:lnTo>
                    <a:lnTo>
                      <a:pt x="480" y="2514"/>
                    </a:lnTo>
                    <a:lnTo>
                      <a:pt x="486" y="2508"/>
                    </a:lnTo>
                    <a:lnTo>
                      <a:pt x="492" y="2508"/>
                    </a:lnTo>
                    <a:lnTo>
                      <a:pt x="498" y="2502"/>
                    </a:lnTo>
                    <a:lnTo>
                      <a:pt x="498" y="2496"/>
                    </a:lnTo>
                    <a:lnTo>
                      <a:pt x="474" y="2472"/>
                    </a:lnTo>
                    <a:lnTo>
                      <a:pt x="480" y="2466"/>
                    </a:lnTo>
                    <a:lnTo>
                      <a:pt x="492" y="2460"/>
                    </a:lnTo>
                    <a:lnTo>
                      <a:pt x="498" y="2460"/>
                    </a:lnTo>
                    <a:lnTo>
                      <a:pt x="498" y="2454"/>
                    </a:lnTo>
                    <a:lnTo>
                      <a:pt x="474" y="2430"/>
                    </a:lnTo>
                    <a:lnTo>
                      <a:pt x="468" y="2430"/>
                    </a:lnTo>
                    <a:lnTo>
                      <a:pt x="474" y="2388"/>
                    </a:lnTo>
                    <a:lnTo>
                      <a:pt x="486" y="2382"/>
                    </a:lnTo>
                    <a:lnTo>
                      <a:pt x="474" y="2358"/>
                    </a:lnTo>
                    <a:lnTo>
                      <a:pt x="480" y="2322"/>
                    </a:lnTo>
                    <a:lnTo>
                      <a:pt x="456" y="2298"/>
                    </a:lnTo>
                    <a:lnTo>
                      <a:pt x="462" y="2274"/>
                    </a:lnTo>
                    <a:lnTo>
                      <a:pt x="438" y="2256"/>
                    </a:lnTo>
                    <a:lnTo>
                      <a:pt x="450" y="2244"/>
                    </a:lnTo>
                    <a:lnTo>
                      <a:pt x="456" y="2232"/>
                    </a:lnTo>
                    <a:lnTo>
                      <a:pt x="462" y="2226"/>
                    </a:lnTo>
                    <a:lnTo>
                      <a:pt x="438" y="2202"/>
                    </a:lnTo>
                    <a:lnTo>
                      <a:pt x="426" y="2202"/>
                    </a:lnTo>
                    <a:lnTo>
                      <a:pt x="420" y="2196"/>
                    </a:lnTo>
                    <a:lnTo>
                      <a:pt x="408" y="2190"/>
                    </a:lnTo>
                    <a:lnTo>
                      <a:pt x="402" y="2190"/>
                    </a:lnTo>
                    <a:lnTo>
                      <a:pt x="396" y="2184"/>
                    </a:lnTo>
                    <a:lnTo>
                      <a:pt x="414" y="2184"/>
                    </a:lnTo>
                    <a:lnTo>
                      <a:pt x="426" y="2178"/>
                    </a:lnTo>
                    <a:lnTo>
                      <a:pt x="438" y="2178"/>
                    </a:lnTo>
                    <a:lnTo>
                      <a:pt x="444" y="2172"/>
                    </a:lnTo>
                    <a:lnTo>
                      <a:pt x="444" y="2166"/>
                    </a:lnTo>
                    <a:lnTo>
                      <a:pt x="432" y="2160"/>
                    </a:lnTo>
                    <a:lnTo>
                      <a:pt x="402" y="2160"/>
                    </a:lnTo>
                    <a:lnTo>
                      <a:pt x="390" y="2148"/>
                    </a:lnTo>
                    <a:lnTo>
                      <a:pt x="390" y="2118"/>
                    </a:lnTo>
                    <a:lnTo>
                      <a:pt x="384" y="2106"/>
                    </a:lnTo>
                    <a:lnTo>
                      <a:pt x="384" y="2100"/>
                    </a:lnTo>
                    <a:lnTo>
                      <a:pt x="378" y="2094"/>
                    </a:lnTo>
                    <a:lnTo>
                      <a:pt x="366" y="2088"/>
                    </a:lnTo>
                    <a:lnTo>
                      <a:pt x="360" y="2088"/>
                    </a:lnTo>
                    <a:lnTo>
                      <a:pt x="366" y="2058"/>
                    </a:lnTo>
                    <a:lnTo>
                      <a:pt x="342" y="2046"/>
                    </a:lnTo>
                    <a:lnTo>
                      <a:pt x="336" y="2040"/>
                    </a:lnTo>
                    <a:lnTo>
                      <a:pt x="336" y="2028"/>
                    </a:lnTo>
                    <a:lnTo>
                      <a:pt x="330" y="2016"/>
                    </a:lnTo>
                    <a:lnTo>
                      <a:pt x="330" y="1998"/>
                    </a:lnTo>
                    <a:lnTo>
                      <a:pt x="324" y="1986"/>
                    </a:lnTo>
                    <a:lnTo>
                      <a:pt x="324" y="1974"/>
                    </a:lnTo>
                    <a:lnTo>
                      <a:pt x="330" y="1968"/>
                    </a:lnTo>
                    <a:lnTo>
                      <a:pt x="342" y="1962"/>
                    </a:lnTo>
                    <a:lnTo>
                      <a:pt x="348" y="1962"/>
                    </a:lnTo>
                    <a:lnTo>
                      <a:pt x="336" y="1950"/>
                    </a:lnTo>
                    <a:lnTo>
                      <a:pt x="324" y="1944"/>
                    </a:lnTo>
                    <a:lnTo>
                      <a:pt x="306" y="1926"/>
                    </a:lnTo>
                    <a:lnTo>
                      <a:pt x="300" y="1914"/>
                    </a:lnTo>
                    <a:lnTo>
                      <a:pt x="300" y="1890"/>
                    </a:lnTo>
                    <a:lnTo>
                      <a:pt x="294" y="1878"/>
                    </a:lnTo>
                    <a:lnTo>
                      <a:pt x="288" y="1872"/>
                    </a:lnTo>
                    <a:lnTo>
                      <a:pt x="288" y="1842"/>
                    </a:lnTo>
                    <a:lnTo>
                      <a:pt x="294" y="1836"/>
                    </a:lnTo>
                    <a:lnTo>
                      <a:pt x="294" y="1824"/>
                    </a:lnTo>
                    <a:lnTo>
                      <a:pt x="276" y="1812"/>
                    </a:lnTo>
                    <a:lnTo>
                      <a:pt x="276" y="1806"/>
                    </a:lnTo>
                    <a:lnTo>
                      <a:pt x="282" y="1794"/>
                    </a:lnTo>
                    <a:lnTo>
                      <a:pt x="282" y="1788"/>
                    </a:lnTo>
                    <a:lnTo>
                      <a:pt x="264" y="1770"/>
                    </a:lnTo>
                    <a:lnTo>
                      <a:pt x="282" y="1758"/>
                    </a:lnTo>
                    <a:lnTo>
                      <a:pt x="270" y="1716"/>
                    </a:lnTo>
                    <a:lnTo>
                      <a:pt x="276" y="1716"/>
                    </a:lnTo>
                    <a:lnTo>
                      <a:pt x="282" y="1710"/>
                    </a:lnTo>
                    <a:lnTo>
                      <a:pt x="294" y="1704"/>
                    </a:lnTo>
                    <a:lnTo>
                      <a:pt x="300" y="1692"/>
                    </a:lnTo>
                    <a:lnTo>
                      <a:pt x="300" y="1686"/>
                    </a:lnTo>
                    <a:lnTo>
                      <a:pt x="282" y="1668"/>
                    </a:lnTo>
                    <a:lnTo>
                      <a:pt x="276" y="1668"/>
                    </a:lnTo>
                    <a:lnTo>
                      <a:pt x="276" y="1650"/>
                    </a:lnTo>
                    <a:lnTo>
                      <a:pt x="246" y="1626"/>
                    </a:lnTo>
                    <a:lnTo>
                      <a:pt x="246" y="1578"/>
                    </a:lnTo>
                    <a:lnTo>
                      <a:pt x="240" y="1566"/>
                    </a:lnTo>
                    <a:lnTo>
                      <a:pt x="234" y="1548"/>
                    </a:lnTo>
                    <a:lnTo>
                      <a:pt x="234" y="1536"/>
                    </a:lnTo>
                    <a:lnTo>
                      <a:pt x="228" y="1530"/>
                    </a:lnTo>
                    <a:lnTo>
                      <a:pt x="228" y="1524"/>
                    </a:lnTo>
                    <a:lnTo>
                      <a:pt x="252" y="1518"/>
                    </a:lnTo>
                    <a:lnTo>
                      <a:pt x="258" y="1500"/>
                    </a:lnTo>
                    <a:lnTo>
                      <a:pt x="258" y="1494"/>
                    </a:lnTo>
                    <a:lnTo>
                      <a:pt x="264" y="1482"/>
                    </a:lnTo>
                    <a:lnTo>
                      <a:pt x="264" y="1470"/>
                    </a:lnTo>
                    <a:lnTo>
                      <a:pt x="258" y="1464"/>
                    </a:lnTo>
                    <a:lnTo>
                      <a:pt x="252" y="1452"/>
                    </a:lnTo>
                    <a:lnTo>
                      <a:pt x="246" y="1446"/>
                    </a:lnTo>
                    <a:lnTo>
                      <a:pt x="240" y="1434"/>
                    </a:lnTo>
                    <a:lnTo>
                      <a:pt x="234" y="1428"/>
                    </a:lnTo>
                    <a:lnTo>
                      <a:pt x="246" y="1428"/>
                    </a:lnTo>
                    <a:lnTo>
                      <a:pt x="246" y="1398"/>
                    </a:lnTo>
                    <a:lnTo>
                      <a:pt x="252" y="1380"/>
                    </a:lnTo>
                    <a:lnTo>
                      <a:pt x="252" y="1356"/>
                    </a:lnTo>
                    <a:lnTo>
                      <a:pt x="270" y="1338"/>
                    </a:lnTo>
                    <a:lnTo>
                      <a:pt x="270" y="1332"/>
                    </a:lnTo>
                    <a:lnTo>
                      <a:pt x="264" y="1320"/>
                    </a:lnTo>
                    <a:lnTo>
                      <a:pt x="258" y="1314"/>
                    </a:lnTo>
                    <a:lnTo>
                      <a:pt x="252" y="1302"/>
                    </a:lnTo>
                    <a:lnTo>
                      <a:pt x="246" y="1260"/>
                    </a:lnTo>
                    <a:lnTo>
                      <a:pt x="222" y="1260"/>
                    </a:lnTo>
                    <a:lnTo>
                      <a:pt x="210" y="1248"/>
                    </a:lnTo>
                    <a:lnTo>
                      <a:pt x="210" y="1236"/>
                    </a:lnTo>
                    <a:lnTo>
                      <a:pt x="216" y="1230"/>
                    </a:lnTo>
                    <a:lnTo>
                      <a:pt x="210" y="1218"/>
                    </a:lnTo>
                    <a:lnTo>
                      <a:pt x="198" y="1188"/>
                    </a:lnTo>
                    <a:lnTo>
                      <a:pt x="180" y="1170"/>
                    </a:lnTo>
                    <a:lnTo>
                      <a:pt x="180" y="1164"/>
                    </a:lnTo>
                    <a:lnTo>
                      <a:pt x="186" y="1158"/>
                    </a:lnTo>
                    <a:lnTo>
                      <a:pt x="186" y="1146"/>
                    </a:lnTo>
                    <a:lnTo>
                      <a:pt x="168" y="1128"/>
                    </a:lnTo>
                    <a:lnTo>
                      <a:pt x="156" y="1122"/>
                    </a:lnTo>
                    <a:lnTo>
                      <a:pt x="156" y="1116"/>
                    </a:lnTo>
                    <a:lnTo>
                      <a:pt x="150" y="1110"/>
                    </a:lnTo>
                    <a:lnTo>
                      <a:pt x="150" y="1086"/>
                    </a:lnTo>
                    <a:lnTo>
                      <a:pt x="156" y="1086"/>
                    </a:lnTo>
                    <a:lnTo>
                      <a:pt x="168" y="1080"/>
                    </a:lnTo>
                    <a:lnTo>
                      <a:pt x="162" y="1026"/>
                    </a:lnTo>
                    <a:lnTo>
                      <a:pt x="186" y="1026"/>
                    </a:lnTo>
                    <a:lnTo>
                      <a:pt x="186" y="1020"/>
                    </a:lnTo>
                    <a:lnTo>
                      <a:pt x="180" y="1008"/>
                    </a:lnTo>
                    <a:lnTo>
                      <a:pt x="168" y="972"/>
                    </a:lnTo>
                    <a:lnTo>
                      <a:pt x="156" y="948"/>
                    </a:lnTo>
                    <a:lnTo>
                      <a:pt x="156" y="936"/>
                    </a:lnTo>
                    <a:lnTo>
                      <a:pt x="168" y="924"/>
                    </a:lnTo>
                    <a:lnTo>
                      <a:pt x="168" y="858"/>
                    </a:lnTo>
                    <a:lnTo>
                      <a:pt x="174" y="852"/>
                    </a:lnTo>
                    <a:lnTo>
                      <a:pt x="180" y="840"/>
                    </a:lnTo>
                    <a:lnTo>
                      <a:pt x="192" y="828"/>
                    </a:lnTo>
                    <a:lnTo>
                      <a:pt x="192" y="816"/>
                    </a:lnTo>
                    <a:lnTo>
                      <a:pt x="198" y="804"/>
                    </a:lnTo>
                    <a:lnTo>
                      <a:pt x="198" y="792"/>
                    </a:lnTo>
                    <a:lnTo>
                      <a:pt x="204" y="774"/>
                    </a:lnTo>
                    <a:lnTo>
                      <a:pt x="204" y="762"/>
                    </a:lnTo>
                    <a:lnTo>
                      <a:pt x="222" y="762"/>
                    </a:lnTo>
                    <a:lnTo>
                      <a:pt x="228" y="756"/>
                    </a:lnTo>
                    <a:lnTo>
                      <a:pt x="240" y="750"/>
                    </a:lnTo>
                    <a:lnTo>
                      <a:pt x="240" y="738"/>
                    </a:lnTo>
                    <a:lnTo>
                      <a:pt x="234" y="726"/>
                    </a:lnTo>
                    <a:lnTo>
                      <a:pt x="210" y="714"/>
                    </a:lnTo>
                    <a:lnTo>
                      <a:pt x="204" y="708"/>
                    </a:lnTo>
                    <a:lnTo>
                      <a:pt x="198" y="708"/>
                    </a:lnTo>
                    <a:lnTo>
                      <a:pt x="204" y="708"/>
                    </a:lnTo>
                    <a:lnTo>
                      <a:pt x="216" y="696"/>
                    </a:lnTo>
                    <a:lnTo>
                      <a:pt x="222" y="684"/>
                    </a:lnTo>
                    <a:lnTo>
                      <a:pt x="228" y="678"/>
                    </a:lnTo>
                    <a:lnTo>
                      <a:pt x="222" y="666"/>
                    </a:lnTo>
                    <a:lnTo>
                      <a:pt x="210" y="654"/>
                    </a:lnTo>
                    <a:lnTo>
                      <a:pt x="198" y="648"/>
                    </a:lnTo>
                    <a:lnTo>
                      <a:pt x="192" y="642"/>
                    </a:lnTo>
                    <a:lnTo>
                      <a:pt x="192" y="624"/>
                    </a:lnTo>
                    <a:lnTo>
                      <a:pt x="216" y="600"/>
                    </a:lnTo>
                    <a:lnTo>
                      <a:pt x="216" y="594"/>
                    </a:lnTo>
                    <a:lnTo>
                      <a:pt x="204" y="594"/>
                    </a:lnTo>
                    <a:lnTo>
                      <a:pt x="192" y="588"/>
                    </a:lnTo>
                    <a:lnTo>
                      <a:pt x="186" y="582"/>
                    </a:lnTo>
                    <a:lnTo>
                      <a:pt x="186" y="576"/>
                    </a:lnTo>
                    <a:lnTo>
                      <a:pt x="192" y="570"/>
                    </a:lnTo>
                    <a:lnTo>
                      <a:pt x="198" y="558"/>
                    </a:lnTo>
                    <a:lnTo>
                      <a:pt x="210" y="552"/>
                    </a:lnTo>
                    <a:lnTo>
                      <a:pt x="222" y="540"/>
                    </a:lnTo>
                    <a:lnTo>
                      <a:pt x="240" y="534"/>
                    </a:lnTo>
                    <a:lnTo>
                      <a:pt x="252" y="528"/>
                    </a:lnTo>
                    <a:lnTo>
                      <a:pt x="258" y="522"/>
                    </a:lnTo>
                    <a:lnTo>
                      <a:pt x="264" y="522"/>
                    </a:lnTo>
                    <a:lnTo>
                      <a:pt x="276" y="438"/>
                    </a:lnTo>
                    <a:lnTo>
                      <a:pt x="264" y="420"/>
                    </a:lnTo>
                    <a:lnTo>
                      <a:pt x="222" y="420"/>
                    </a:lnTo>
                    <a:lnTo>
                      <a:pt x="216" y="408"/>
                    </a:lnTo>
                    <a:lnTo>
                      <a:pt x="216" y="384"/>
                    </a:lnTo>
                    <a:lnTo>
                      <a:pt x="192" y="360"/>
                    </a:lnTo>
                    <a:lnTo>
                      <a:pt x="192" y="294"/>
                    </a:lnTo>
                    <a:lnTo>
                      <a:pt x="186" y="288"/>
                    </a:lnTo>
                    <a:lnTo>
                      <a:pt x="174" y="282"/>
                    </a:lnTo>
                    <a:lnTo>
                      <a:pt x="168" y="276"/>
                    </a:lnTo>
                    <a:lnTo>
                      <a:pt x="156" y="270"/>
                    </a:lnTo>
                    <a:lnTo>
                      <a:pt x="150" y="264"/>
                    </a:lnTo>
                    <a:lnTo>
                      <a:pt x="144" y="264"/>
                    </a:lnTo>
                    <a:lnTo>
                      <a:pt x="144" y="240"/>
                    </a:lnTo>
                    <a:lnTo>
                      <a:pt x="138" y="234"/>
                    </a:lnTo>
                    <a:lnTo>
                      <a:pt x="132" y="222"/>
                    </a:lnTo>
                    <a:lnTo>
                      <a:pt x="132" y="210"/>
                    </a:lnTo>
                    <a:lnTo>
                      <a:pt x="138" y="204"/>
                    </a:lnTo>
                    <a:lnTo>
                      <a:pt x="144" y="192"/>
                    </a:lnTo>
                    <a:lnTo>
                      <a:pt x="150" y="186"/>
                    </a:lnTo>
                    <a:lnTo>
                      <a:pt x="132" y="168"/>
                    </a:lnTo>
                    <a:lnTo>
                      <a:pt x="144" y="156"/>
                    </a:lnTo>
                    <a:lnTo>
                      <a:pt x="150" y="144"/>
                    </a:lnTo>
                    <a:lnTo>
                      <a:pt x="150" y="138"/>
                    </a:lnTo>
                    <a:lnTo>
                      <a:pt x="144" y="126"/>
                    </a:lnTo>
                    <a:lnTo>
                      <a:pt x="120" y="114"/>
                    </a:lnTo>
                    <a:lnTo>
                      <a:pt x="114" y="114"/>
                    </a:lnTo>
                    <a:lnTo>
                      <a:pt x="102" y="108"/>
                    </a:lnTo>
                    <a:lnTo>
                      <a:pt x="90" y="30"/>
                    </a:lnTo>
                    <a:lnTo>
                      <a:pt x="66" y="30"/>
                    </a:lnTo>
                    <a:lnTo>
                      <a:pt x="48" y="0"/>
                    </a:lnTo>
                    <a:lnTo>
                      <a:pt x="36" y="6"/>
                    </a:lnTo>
                    <a:lnTo>
                      <a:pt x="42" y="18"/>
                    </a:lnTo>
                    <a:lnTo>
                      <a:pt x="42" y="36"/>
                    </a:lnTo>
                    <a:lnTo>
                      <a:pt x="36" y="42"/>
                    </a:lnTo>
                    <a:lnTo>
                      <a:pt x="0" y="66"/>
                    </a:lnTo>
                    <a:lnTo>
                      <a:pt x="0" y="108"/>
                    </a:lnTo>
                    <a:lnTo>
                      <a:pt x="24" y="156"/>
                    </a:lnTo>
                    <a:lnTo>
                      <a:pt x="30" y="174"/>
                    </a:lnTo>
                    <a:lnTo>
                      <a:pt x="36" y="228"/>
                    </a:lnTo>
                    <a:lnTo>
                      <a:pt x="36" y="282"/>
                    </a:lnTo>
                    <a:lnTo>
                      <a:pt x="48" y="318"/>
                    </a:lnTo>
                    <a:lnTo>
                      <a:pt x="48" y="360"/>
                    </a:lnTo>
                    <a:lnTo>
                      <a:pt x="54" y="384"/>
                    </a:lnTo>
                    <a:lnTo>
                      <a:pt x="54" y="432"/>
                    </a:lnTo>
                    <a:lnTo>
                      <a:pt x="30" y="444"/>
                    </a:lnTo>
                    <a:lnTo>
                      <a:pt x="36" y="474"/>
                    </a:lnTo>
                    <a:lnTo>
                      <a:pt x="54" y="486"/>
                    </a:lnTo>
                    <a:lnTo>
                      <a:pt x="48" y="582"/>
                    </a:lnTo>
                    <a:lnTo>
                      <a:pt x="72" y="624"/>
                    </a:lnTo>
                    <a:lnTo>
                      <a:pt x="54" y="642"/>
                    </a:lnTo>
                    <a:lnTo>
                      <a:pt x="60" y="702"/>
                    </a:lnTo>
                    <a:lnTo>
                      <a:pt x="66" y="708"/>
                    </a:lnTo>
                    <a:lnTo>
                      <a:pt x="78" y="732"/>
                    </a:lnTo>
                    <a:lnTo>
                      <a:pt x="78" y="744"/>
                    </a:lnTo>
                    <a:lnTo>
                      <a:pt x="72" y="756"/>
                    </a:lnTo>
                    <a:lnTo>
                      <a:pt x="66" y="762"/>
                    </a:lnTo>
                    <a:lnTo>
                      <a:pt x="60" y="762"/>
                    </a:lnTo>
                    <a:lnTo>
                      <a:pt x="60" y="792"/>
                    </a:lnTo>
                    <a:lnTo>
                      <a:pt x="72" y="810"/>
                    </a:lnTo>
                    <a:lnTo>
                      <a:pt x="60" y="822"/>
                    </a:lnTo>
                    <a:lnTo>
                      <a:pt x="48" y="846"/>
                    </a:lnTo>
                    <a:lnTo>
                      <a:pt x="48" y="852"/>
                    </a:lnTo>
                    <a:lnTo>
                      <a:pt x="60" y="852"/>
                    </a:lnTo>
                    <a:lnTo>
                      <a:pt x="60" y="864"/>
                    </a:lnTo>
                    <a:lnTo>
                      <a:pt x="66" y="870"/>
                    </a:lnTo>
                    <a:lnTo>
                      <a:pt x="66" y="888"/>
                    </a:lnTo>
                    <a:lnTo>
                      <a:pt x="54" y="900"/>
                    </a:lnTo>
                    <a:lnTo>
                      <a:pt x="54" y="906"/>
                    </a:lnTo>
                    <a:lnTo>
                      <a:pt x="48" y="912"/>
                    </a:lnTo>
                    <a:lnTo>
                      <a:pt x="48" y="936"/>
                    </a:lnTo>
                    <a:lnTo>
                      <a:pt x="54" y="948"/>
                    </a:lnTo>
                    <a:lnTo>
                      <a:pt x="60" y="954"/>
                    </a:lnTo>
                    <a:lnTo>
                      <a:pt x="66" y="954"/>
                    </a:lnTo>
                    <a:lnTo>
                      <a:pt x="78" y="966"/>
                    </a:lnTo>
                    <a:lnTo>
                      <a:pt x="78" y="1020"/>
                    </a:lnTo>
                    <a:lnTo>
                      <a:pt x="60" y="1020"/>
                    </a:lnTo>
                    <a:lnTo>
                      <a:pt x="60" y="1044"/>
                    </a:lnTo>
                    <a:lnTo>
                      <a:pt x="66" y="1056"/>
                    </a:lnTo>
                    <a:lnTo>
                      <a:pt x="90" y="1128"/>
                    </a:lnTo>
                    <a:lnTo>
                      <a:pt x="96" y="1140"/>
                    </a:lnTo>
                    <a:lnTo>
                      <a:pt x="102" y="1146"/>
                    </a:lnTo>
                    <a:lnTo>
                      <a:pt x="102" y="1164"/>
                    </a:lnTo>
                    <a:lnTo>
                      <a:pt x="108" y="1170"/>
                    </a:lnTo>
                    <a:lnTo>
                      <a:pt x="114" y="1182"/>
                    </a:lnTo>
                    <a:lnTo>
                      <a:pt x="120" y="1188"/>
                    </a:lnTo>
                    <a:lnTo>
                      <a:pt x="120" y="1236"/>
                    </a:lnTo>
                    <a:lnTo>
                      <a:pt x="114" y="1266"/>
                    </a:lnTo>
                    <a:lnTo>
                      <a:pt x="138" y="1290"/>
                    </a:lnTo>
                    <a:lnTo>
                      <a:pt x="138" y="1296"/>
                    </a:lnTo>
                    <a:lnTo>
                      <a:pt x="132" y="1302"/>
                    </a:lnTo>
                    <a:lnTo>
                      <a:pt x="126" y="1314"/>
                    </a:lnTo>
                    <a:lnTo>
                      <a:pt x="126" y="1326"/>
                    </a:lnTo>
                    <a:lnTo>
                      <a:pt x="120" y="1338"/>
                    </a:lnTo>
                    <a:lnTo>
                      <a:pt x="120" y="1416"/>
                    </a:lnTo>
                    <a:lnTo>
                      <a:pt x="102" y="1452"/>
                    </a:lnTo>
                    <a:lnTo>
                      <a:pt x="114" y="1464"/>
                    </a:lnTo>
                    <a:lnTo>
                      <a:pt x="114" y="1470"/>
                    </a:lnTo>
                    <a:lnTo>
                      <a:pt x="108" y="1476"/>
                    </a:lnTo>
                    <a:lnTo>
                      <a:pt x="108" y="1536"/>
                    </a:lnTo>
                    <a:lnTo>
                      <a:pt x="102" y="1554"/>
                    </a:lnTo>
                    <a:lnTo>
                      <a:pt x="102" y="1578"/>
                    </a:lnTo>
                    <a:lnTo>
                      <a:pt x="84" y="1584"/>
                    </a:lnTo>
                    <a:lnTo>
                      <a:pt x="84" y="1608"/>
                    </a:lnTo>
                    <a:lnTo>
                      <a:pt x="108" y="1650"/>
                    </a:lnTo>
                    <a:lnTo>
                      <a:pt x="108" y="1692"/>
                    </a:lnTo>
                    <a:lnTo>
                      <a:pt x="114" y="1704"/>
                    </a:lnTo>
                    <a:lnTo>
                      <a:pt x="144" y="1734"/>
                    </a:lnTo>
                    <a:lnTo>
                      <a:pt x="156" y="1758"/>
                    </a:lnTo>
                    <a:lnTo>
                      <a:pt x="156" y="1800"/>
                    </a:lnTo>
                    <a:lnTo>
                      <a:pt x="150" y="1812"/>
                    </a:lnTo>
                    <a:lnTo>
                      <a:pt x="150" y="1824"/>
                    </a:lnTo>
                    <a:lnTo>
                      <a:pt x="162" y="1836"/>
                    </a:lnTo>
                    <a:lnTo>
                      <a:pt x="162" y="1896"/>
                    </a:lnTo>
                    <a:lnTo>
                      <a:pt x="168" y="1908"/>
                    </a:lnTo>
                    <a:lnTo>
                      <a:pt x="174" y="1914"/>
                    </a:lnTo>
                    <a:lnTo>
                      <a:pt x="186" y="1920"/>
                    </a:lnTo>
                    <a:lnTo>
                      <a:pt x="192" y="1926"/>
                    </a:lnTo>
                    <a:lnTo>
                      <a:pt x="198" y="1926"/>
                    </a:lnTo>
                    <a:lnTo>
                      <a:pt x="192" y="1944"/>
                    </a:lnTo>
                    <a:lnTo>
                      <a:pt x="234" y="1944"/>
                    </a:lnTo>
                    <a:lnTo>
                      <a:pt x="234" y="1914"/>
                    </a:lnTo>
                    <a:lnTo>
                      <a:pt x="246" y="1926"/>
                    </a:lnTo>
                    <a:lnTo>
                      <a:pt x="258" y="1932"/>
                    </a:lnTo>
                    <a:lnTo>
                      <a:pt x="270" y="1932"/>
                    </a:lnTo>
                    <a:lnTo>
                      <a:pt x="276" y="1926"/>
                    </a:lnTo>
                    <a:lnTo>
                      <a:pt x="276" y="1914"/>
                    </a:lnTo>
                    <a:lnTo>
                      <a:pt x="288" y="1932"/>
                    </a:lnTo>
                    <a:lnTo>
                      <a:pt x="282" y="1938"/>
                    </a:lnTo>
                    <a:lnTo>
                      <a:pt x="270" y="1944"/>
                    </a:lnTo>
                    <a:lnTo>
                      <a:pt x="264" y="1956"/>
                    </a:lnTo>
                    <a:lnTo>
                      <a:pt x="258" y="1962"/>
                    </a:lnTo>
                    <a:lnTo>
                      <a:pt x="258" y="1968"/>
                    </a:lnTo>
                    <a:lnTo>
                      <a:pt x="288" y="1968"/>
                    </a:lnTo>
                    <a:lnTo>
                      <a:pt x="294" y="1974"/>
                    </a:lnTo>
                    <a:lnTo>
                      <a:pt x="294" y="1992"/>
                    </a:lnTo>
                    <a:lnTo>
                      <a:pt x="270" y="1986"/>
                    </a:lnTo>
                    <a:lnTo>
                      <a:pt x="288" y="2010"/>
                    </a:lnTo>
                    <a:lnTo>
                      <a:pt x="276" y="2022"/>
                    </a:lnTo>
                    <a:lnTo>
                      <a:pt x="294" y="2046"/>
                    </a:lnTo>
                    <a:lnTo>
                      <a:pt x="276" y="2064"/>
                    </a:lnTo>
                    <a:lnTo>
                      <a:pt x="270" y="2076"/>
                    </a:lnTo>
                    <a:lnTo>
                      <a:pt x="270" y="2082"/>
                    </a:lnTo>
                    <a:lnTo>
                      <a:pt x="276" y="2088"/>
                    </a:lnTo>
                    <a:lnTo>
                      <a:pt x="282" y="2088"/>
                    </a:lnTo>
                    <a:lnTo>
                      <a:pt x="306" y="2100"/>
                    </a:lnTo>
                    <a:lnTo>
                      <a:pt x="318" y="2100"/>
                    </a:lnTo>
                    <a:lnTo>
                      <a:pt x="300" y="2118"/>
                    </a:lnTo>
                    <a:lnTo>
                      <a:pt x="300" y="2130"/>
                    </a:lnTo>
                    <a:lnTo>
                      <a:pt x="312" y="2136"/>
                    </a:lnTo>
                    <a:lnTo>
                      <a:pt x="318" y="2142"/>
                    </a:lnTo>
                    <a:lnTo>
                      <a:pt x="330" y="2148"/>
                    </a:lnTo>
                    <a:lnTo>
                      <a:pt x="354" y="2148"/>
                    </a:lnTo>
                    <a:lnTo>
                      <a:pt x="360" y="2184"/>
                    </a:lnTo>
                    <a:lnTo>
                      <a:pt x="354" y="2184"/>
                    </a:lnTo>
                    <a:lnTo>
                      <a:pt x="324" y="2214"/>
                    </a:lnTo>
                    <a:lnTo>
                      <a:pt x="324" y="2220"/>
                    </a:lnTo>
                    <a:lnTo>
                      <a:pt x="330" y="2226"/>
                    </a:lnTo>
                    <a:lnTo>
                      <a:pt x="354" y="2226"/>
                    </a:lnTo>
                    <a:lnTo>
                      <a:pt x="366" y="2232"/>
                    </a:lnTo>
                    <a:lnTo>
                      <a:pt x="378" y="2244"/>
                    </a:lnTo>
                    <a:lnTo>
                      <a:pt x="348" y="2244"/>
                    </a:lnTo>
                    <a:lnTo>
                      <a:pt x="342" y="2238"/>
                    </a:lnTo>
                    <a:lnTo>
                      <a:pt x="330" y="2238"/>
                    </a:lnTo>
                    <a:lnTo>
                      <a:pt x="324" y="2244"/>
                    </a:lnTo>
                    <a:lnTo>
                      <a:pt x="324" y="2250"/>
                    </a:lnTo>
                    <a:lnTo>
                      <a:pt x="354" y="2256"/>
                    </a:lnTo>
                    <a:lnTo>
                      <a:pt x="330" y="2268"/>
                    </a:lnTo>
                    <a:lnTo>
                      <a:pt x="336" y="2292"/>
                    </a:lnTo>
                    <a:lnTo>
                      <a:pt x="348" y="2292"/>
                    </a:lnTo>
                    <a:lnTo>
                      <a:pt x="348" y="2316"/>
                    </a:lnTo>
                    <a:lnTo>
                      <a:pt x="336" y="2328"/>
                    </a:lnTo>
                    <a:lnTo>
                      <a:pt x="336" y="2322"/>
                    </a:lnTo>
                    <a:lnTo>
                      <a:pt x="330" y="2316"/>
                    </a:lnTo>
                    <a:lnTo>
                      <a:pt x="324" y="2304"/>
                    </a:lnTo>
                    <a:lnTo>
                      <a:pt x="324" y="2298"/>
                    </a:lnTo>
                    <a:lnTo>
                      <a:pt x="288" y="2298"/>
                    </a:lnTo>
                    <a:lnTo>
                      <a:pt x="306" y="2292"/>
                    </a:lnTo>
                    <a:lnTo>
                      <a:pt x="282" y="2268"/>
                    </a:lnTo>
                    <a:lnTo>
                      <a:pt x="276" y="2268"/>
                    </a:lnTo>
                    <a:lnTo>
                      <a:pt x="276" y="2280"/>
                    </a:lnTo>
                    <a:lnTo>
                      <a:pt x="270" y="2268"/>
                    </a:lnTo>
                    <a:lnTo>
                      <a:pt x="228" y="2280"/>
                    </a:lnTo>
                    <a:lnTo>
                      <a:pt x="264" y="2286"/>
                    </a:lnTo>
                    <a:lnTo>
                      <a:pt x="258" y="2292"/>
                    </a:lnTo>
                    <a:lnTo>
                      <a:pt x="252" y="2304"/>
                    </a:lnTo>
                    <a:lnTo>
                      <a:pt x="246" y="2310"/>
                    </a:lnTo>
                    <a:lnTo>
                      <a:pt x="234" y="2316"/>
                    </a:lnTo>
                    <a:lnTo>
                      <a:pt x="228" y="2328"/>
                    </a:lnTo>
                    <a:lnTo>
                      <a:pt x="222" y="2334"/>
                    </a:lnTo>
                    <a:lnTo>
                      <a:pt x="222" y="2340"/>
                    </a:lnTo>
                    <a:lnTo>
                      <a:pt x="228" y="2346"/>
                    </a:lnTo>
                    <a:lnTo>
                      <a:pt x="240" y="2352"/>
                    </a:lnTo>
                    <a:lnTo>
                      <a:pt x="252" y="2352"/>
                    </a:lnTo>
                    <a:lnTo>
                      <a:pt x="252" y="2346"/>
                    </a:lnTo>
                    <a:lnTo>
                      <a:pt x="240" y="2334"/>
                    </a:lnTo>
                    <a:lnTo>
                      <a:pt x="264" y="2328"/>
                    </a:lnTo>
                    <a:lnTo>
                      <a:pt x="282" y="2346"/>
                    </a:lnTo>
                    <a:lnTo>
                      <a:pt x="324" y="2346"/>
                    </a:lnTo>
                    <a:lnTo>
                      <a:pt x="336" y="2352"/>
                    </a:lnTo>
                    <a:lnTo>
                      <a:pt x="342" y="2364"/>
                    </a:lnTo>
                    <a:lnTo>
                      <a:pt x="354" y="2370"/>
                    </a:lnTo>
                    <a:lnTo>
                      <a:pt x="354" y="2376"/>
                    </a:lnTo>
                    <a:lnTo>
                      <a:pt x="336" y="2394"/>
                    </a:lnTo>
                    <a:lnTo>
                      <a:pt x="342" y="2406"/>
                    </a:lnTo>
                    <a:lnTo>
                      <a:pt x="360" y="2406"/>
                    </a:lnTo>
                    <a:lnTo>
                      <a:pt x="360" y="2418"/>
                    </a:lnTo>
                    <a:lnTo>
                      <a:pt x="378" y="2424"/>
                    </a:lnTo>
                    <a:lnTo>
                      <a:pt x="384" y="2406"/>
                    </a:lnTo>
                    <a:lnTo>
                      <a:pt x="402" y="2424"/>
                    </a:lnTo>
                    <a:lnTo>
                      <a:pt x="408" y="2424"/>
                    </a:lnTo>
                    <a:lnTo>
                      <a:pt x="420" y="2430"/>
                    </a:lnTo>
                    <a:lnTo>
                      <a:pt x="426" y="2436"/>
                    </a:lnTo>
                    <a:lnTo>
                      <a:pt x="426" y="2448"/>
                    </a:lnTo>
                    <a:lnTo>
                      <a:pt x="414" y="2460"/>
                    </a:lnTo>
                    <a:lnTo>
                      <a:pt x="408" y="2454"/>
                    </a:lnTo>
                    <a:lnTo>
                      <a:pt x="396" y="2454"/>
                    </a:lnTo>
                    <a:lnTo>
                      <a:pt x="384" y="2448"/>
                    </a:lnTo>
                    <a:lnTo>
                      <a:pt x="378" y="2442"/>
                    </a:lnTo>
                    <a:lnTo>
                      <a:pt x="366" y="2442"/>
                    </a:lnTo>
                    <a:lnTo>
                      <a:pt x="366" y="2454"/>
                    </a:lnTo>
                    <a:lnTo>
                      <a:pt x="372" y="2460"/>
                    </a:lnTo>
                    <a:lnTo>
                      <a:pt x="378" y="2460"/>
                    </a:lnTo>
                    <a:lnTo>
                      <a:pt x="390" y="2472"/>
                    </a:lnTo>
                    <a:lnTo>
                      <a:pt x="402" y="2496"/>
                    </a:lnTo>
                    <a:lnTo>
                      <a:pt x="402" y="2508"/>
                    </a:lnTo>
                    <a:lnTo>
                      <a:pt x="384" y="2508"/>
                    </a:lnTo>
                    <a:lnTo>
                      <a:pt x="396" y="2526"/>
                    </a:lnTo>
                    <a:lnTo>
                      <a:pt x="414" y="2562"/>
                    </a:lnTo>
                    <a:lnTo>
                      <a:pt x="426" y="2520"/>
                    </a:lnTo>
                    <a:lnTo>
                      <a:pt x="426" y="2550"/>
                    </a:lnTo>
                    <a:lnTo>
                      <a:pt x="444" y="2574"/>
                    </a:lnTo>
                    <a:lnTo>
                      <a:pt x="420" y="2574"/>
                    </a:lnTo>
                    <a:lnTo>
                      <a:pt x="426" y="2592"/>
                    </a:lnTo>
                    <a:lnTo>
                      <a:pt x="450" y="2592"/>
                    </a:lnTo>
                    <a:lnTo>
                      <a:pt x="432" y="2604"/>
                    </a:lnTo>
                    <a:lnTo>
                      <a:pt x="462" y="2616"/>
                    </a:lnTo>
                    <a:lnTo>
                      <a:pt x="444" y="2628"/>
                    </a:lnTo>
                    <a:lnTo>
                      <a:pt x="474" y="2640"/>
                    </a:lnTo>
                    <a:lnTo>
                      <a:pt x="462" y="2652"/>
                    </a:lnTo>
                    <a:lnTo>
                      <a:pt x="480" y="2658"/>
                    </a:lnTo>
                    <a:lnTo>
                      <a:pt x="480" y="2652"/>
                    </a:lnTo>
                    <a:lnTo>
                      <a:pt x="486" y="2640"/>
                    </a:lnTo>
                    <a:lnTo>
                      <a:pt x="486" y="2634"/>
                    </a:lnTo>
                    <a:lnTo>
                      <a:pt x="492" y="2634"/>
                    </a:lnTo>
                    <a:lnTo>
                      <a:pt x="498" y="2640"/>
                    </a:lnTo>
                    <a:lnTo>
                      <a:pt x="504" y="2652"/>
                    </a:lnTo>
                    <a:lnTo>
                      <a:pt x="498" y="2658"/>
                    </a:lnTo>
                    <a:lnTo>
                      <a:pt x="498" y="2664"/>
                    </a:lnTo>
                    <a:lnTo>
                      <a:pt x="492" y="2664"/>
                    </a:lnTo>
                    <a:lnTo>
                      <a:pt x="480" y="2676"/>
                    </a:lnTo>
                    <a:lnTo>
                      <a:pt x="480" y="2682"/>
                    </a:lnTo>
                    <a:lnTo>
                      <a:pt x="486" y="2688"/>
                    </a:lnTo>
                    <a:lnTo>
                      <a:pt x="516" y="2688"/>
                    </a:lnTo>
                    <a:lnTo>
                      <a:pt x="516" y="2700"/>
                    </a:lnTo>
                    <a:lnTo>
                      <a:pt x="540" y="2724"/>
                    </a:lnTo>
                    <a:lnTo>
                      <a:pt x="552" y="2730"/>
                    </a:lnTo>
                    <a:lnTo>
                      <a:pt x="558" y="2736"/>
                    </a:lnTo>
                    <a:lnTo>
                      <a:pt x="558" y="2700"/>
                    </a:lnTo>
                    <a:lnTo>
                      <a:pt x="564" y="2700"/>
                    </a:lnTo>
                    <a:lnTo>
                      <a:pt x="570" y="2706"/>
                    </a:lnTo>
                    <a:lnTo>
                      <a:pt x="582" y="2712"/>
                    </a:lnTo>
                    <a:lnTo>
                      <a:pt x="600" y="2718"/>
                    </a:lnTo>
                    <a:lnTo>
                      <a:pt x="624" y="2742"/>
                    </a:lnTo>
                    <a:lnTo>
                      <a:pt x="618" y="2748"/>
                    </a:lnTo>
                    <a:lnTo>
                      <a:pt x="618" y="2754"/>
                    </a:lnTo>
                    <a:lnTo>
                      <a:pt x="612" y="2760"/>
                    </a:lnTo>
                    <a:lnTo>
                      <a:pt x="630" y="2766"/>
                    </a:lnTo>
                    <a:lnTo>
                      <a:pt x="630" y="2790"/>
                    </a:lnTo>
                    <a:lnTo>
                      <a:pt x="684" y="2790"/>
                    </a:lnTo>
                    <a:lnTo>
                      <a:pt x="696" y="2802"/>
                    </a:lnTo>
                    <a:lnTo>
                      <a:pt x="666" y="2802"/>
                    </a:lnTo>
                    <a:lnTo>
                      <a:pt x="654" y="2814"/>
                    </a:lnTo>
                    <a:lnTo>
                      <a:pt x="630" y="2814"/>
                    </a:lnTo>
                    <a:lnTo>
                      <a:pt x="618" y="2832"/>
                    </a:lnTo>
                    <a:lnTo>
                      <a:pt x="648" y="2832"/>
                    </a:lnTo>
                    <a:lnTo>
                      <a:pt x="636" y="2850"/>
                    </a:lnTo>
                    <a:lnTo>
                      <a:pt x="666" y="2844"/>
                    </a:lnTo>
                    <a:lnTo>
                      <a:pt x="666" y="2826"/>
                    </a:lnTo>
                    <a:lnTo>
                      <a:pt x="690" y="2838"/>
                    </a:lnTo>
                    <a:lnTo>
                      <a:pt x="696" y="2826"/>
                    </a:lnTo>
                    <a:lnTo>
                      <a:pt x="702" y="2820"/>
                    </a:lnTo>
                    <a:lnTo>
                      <a:pt x="714" y="2814"/>
                    </a:lnTo>
                    <a:lnTo>
                      <a:pt x="720" y="2808"/>
                    </a:lnTo>
                    <a:lnTo>
                      <a:pt x="732" y="2808"/>
                    </a:lnTo>
                    <a:lnTo>
                      <a:pt x="732" y="2820"/>
                    </a:lnTo>
                    <a:lnTo>
                      <a:pt x="726" y="2832"/>
                    </a:lnTo>
                    <a:lnTo>
                      <a:pt x="702" y="2856"/>
                    </a:lnTo>
                    <a:lnTo>
                      <a:pt x="696" y="2850"/>
                    </a:lnTo>
                    <a:lnTo>
                      <a:pt x="678" y="2850"/>
                    </a:lnTo>
                    <a:lnTo>
                      <a:pt x="678" y="2868"/>
                    </a:lnTo>
                    <a:lnTo>
                      <a:pt x="642" y="2868"/>
                    </a:lnTo>
                    <a:lnTo>
                      <a:pt x="630" y="2880"/>
                    </a:lnTo>
                    <a:lnTo>
                      <a:pt x="642" y="2886"/>
                    </a:lnTo>
                    <a:lnTo>
                      <a:pt x="648" y="2916"/>
                    </a:lnTo>
                    <a:lnTo>
                      <a:pt x="678" y="2898"/>
                    </a:lnTo>
                    <a:lnTo>
                      <a:pt x="684" y="2910"/>
                    </a:lnTo>
                    <a:lnTo>
                      <a:pt x="684" y="2916"/>
                    </a:lnTo>
                    <a:lnTo>
                      <a:pt x="690" y="2916"/>
                    </a:lnTo>
                    <a:lnTo>
                      <a:pt x="696" y="2910"/>
                    </a:lnTo>
                    <a:lnTo>
                      <a:pt x="702" y="2898"/>
                    </a:lnTo>
                    <a:lnTo>
                      <a:pt x="702" y="2892"/>
                    </a:lnTo>
                    <a:lnTo>
                      <a:pt x="708" y="2880"/>
                    </a:lnTo>
                    <a:lnTo>
                      <a:pt x="714" y="2874"/>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56" name="Canada" descr="© INSCALE GmbH, 05.05.2010&#10;http://www.presentationload.com/">
                <a:extLst>
                  <a:ext uri="{FF2B5EF4-FFF2-40B4-BE49-F238E27FC236}">
                    <a16:creationId xmlns:a16="http://schemas.microsoft.com/office/drawing/2014/main" id="{3E18549A-ED66-06AE-1EFD-83F83A8861CE}"/>
                  </a:ext>
                </a:extLst>
              </p:cNvPr>
              <p:cNvSpPr>
                <a:spLocks noEditPoints="1"/>
              </p:cNvSpPr>
              <p:nvPr/>
            </p:nvSpPr>
            <p:spPr bwMode="gray">
              <a:xfrm>
                <a:off x="653" y="980"/>
                <a:ext cx="1413" cy="732"/>
              </a:xfrm>
              <a:custGeom>
                <a:avLst/>
                <a:gdLst>
                  <a:gd name="T0" fmla="*/ 2147483647 w 5574"/>
                  <a:gd name="T1" fmla="*/ 2147483647 h 2886"/>
                  <a:gd name="T2" fmla="*/ 2147483647 w 5574"/>
                  <a:gd name="T3" fmla="*/ 2147483647 h 2886"/>
                  <a:gd name="T4" fmla="*/ 2147483647 w 5574"/>
                  <a:gd name="T5" fmla="*/ 2147483647 h 2886"/>
                  <a:gd name="T6" fmla="*/ 2147483647 w 5574"/>
                  <a:gd name="T7" fmla="*/ 2147483647 h 2886"/>
                  <a:gd name="T8" fmla="*/ 2147483647 w 5574"/>
                  <a:gd name="T9" fmla="*/ 2147483647 h 2886"/>
                  <a:gd name="T10" fmla="*/ 2147483647 w 5574"/>
                  <a:gd name="T11" fmla="*/ 2147483647 h 2886"/>
                  <a:gd name="T12" fmla="*/ 2147483647 w 5574"/>
                  <a:gd name="T13" fmla="*/ 2147483647 h 2886"/>
                  <a:gd name="T14" fmla="*/ 2147483647 w 5574"/>
                  <a:gd name="T15" fmla="*/ 2147483647 h 2886"/>
                  <a:gd name="T16" fmla="*/ 2147483647 w 5574"/>
                  <a:gd name="T17" fmla="*/ 2147483647 h 2886"/>
                  <a:gd name="T18" fmla="*/ 2147483647 w 5574"/>
                  <a:gd name="T19" fmla="*/ 2147483647 h 2886"/>
                  <a:gd name="T20" fmla="*/ 2147483647 w 5574"/>
                  <a:gd name="T21" fmla="*/ 2147483647 h 2886"/>
                  <a:gd name="T22" fmla="*/ 2147483647 w 5574"/>
                  <a:gd name="T23" fmla="*/ 2147483647 h 2886"/>
                  <a:gd name="T24" fmla="*/ 2147483647 w 5574"/>
                  <a:gd name="T25" fmla="*/ 2147483647 h 2886"/>
                  <a:gd name="T26" fmla="*/ 2147483647 w 5574"/>
                  <a:gd name="T27" fmla="*/ 2147483647 h 2886"/>
                  <a:gd name="T28" fmla="*/ 2147483647 w 5574"/>
                  <a:gd name="T29" fmla="*/ 2147483647 h 2886"/>
                  <a:gd name="T30" fmla="*/ 2147483647 w 5574"/>
                  <a:gd name="T31" fmla="*/ 2147483647 h 2886"/>
                  <a:gd name="T32" fmla="*/ 2147483647 w 5574"/>
                  <a:gd name="T33" fmla="*/ 2147483647 h 2886"/>
                  <a:gd name="T34" fmla="*/ 2147483647 w 5574"/>
                  <a:gd name="T35" fmla="*/ 2147483647 h 2886"/>
                  <a:gd name="T36" fmla="*/ 2147483647 w 5574"/>
                  <a:gd name="T37" fmla="*/ 2147483647 h 2886"/>
                  <a:gd name="T38" fmla="*/ 2147483647 w 5574"/>
                  <a:gd name="T39" fmla="*/ 2147483647 h 2886"/>
                  <a:gd name="T40" fmla="*/ 2147483647 w 5574"/>
                  <a:gd name="T41" fmla="*/ 2147483647 h 2886"/>
                  <a:gd name="T42" fmla="*/ 2147483647 w 5574"/>
                  <a:gd name="T43" fmla="*/ 2147483647 h 2886"/>
                  <a:gd name="T44" fmla="*/ 2147483647 w 5574"/>
                  <a:gd name="T45" fmla="*/ 2147483647 h 2886"/>
                  <a:gd name="T46" fmla="*/ 2147483647 w 5574"/>
                  <a:gd name="T47" fmla="*/ 2147483647 h 2886"/>
                  <a:gd name="T48" fmla="*/ 2147483647 w 5574"/>
                  <a:gd name="T49" fmla="*/ 2147483647 h 2886"/>
                  <a:gd name="T50" fmla="*/ 2147483647 w 5574"/>
                  <a:gd name="T51" fmla="*/ 2147483647 h 2886"/>
                  <a:gd name="T52" fmla="*/ 2147483647 w 5574"/>
                  <a:gd name="T53" fmla="*/ 2147483647 h 2886"/>
                  <a:gd name="T54" fmla="*/ 2147483647 w 5574"/>
                  <a:gd name="T55" fmla="*/ 2147483647 h 2886"/>
                  <a:gd name="T56" fmla="*/ 2147483647 w 5574"/>
                  <a:gd name="T57" fmla="*/ 2147483647 h 2886"/>
                  <a:gd name="T58" fmla="*/ 2147483647 w 5574"/>
                  <a:gd name="T59" fmla="*/ 2147483647 h 2886"/>
                  <a:gd name="T60" fmla="*/ 2147483647 w 5574"/>
                  <a:gd name="T61" fmla="*/ 2147483647 h 2886"/>
                  <a:gd name="T62" fmla="*/ 2147483647 w 5574"/>
                  <a:gd name="T63" fmla="*/ 2147483647 h 2886"/>
                  <a:gd name="T64" fmla="*/ 2147483647 w 5574"/>
                  <a:gd name="T65" fmla="*/ 2147483647 h 2886"/>
                  <a:gd name="T66" fmla="*/ 2147483647 w 5574"/>
                  <a:gd name="T67" fmla="*/ 2147483647 h 2886"/>
                  <a:gd name="T68" fmla="*/ 2147483647 w 5574"/>
                  <a:gd name="T69" fmla="*/ 2147483647 h 2886"/>
                  <a:gd name="T70" fmla="*/ 2147483647 w 5574"/>
                  <a:gd name="T71" fmla="*/ 2147483647 h 2886"/>
                  <a:gd name="T72" fmla="*/ 2147483647 w 5574"/>
                  <a:gd name="T73" fmla="*/ 2147483647 h 2886"/>
                  <a:gd name="T74" fmla="*/ 2147483647 w 5574"/>
                  <a:gd name="T75" fmla="*/ 2147483647 h 2886"/>
                  <a:gd name="T76" fmla="*/ 2147483647 w 5574"/>
                  <a:gd name="T77" fmla="*/ 2147483647 h 2886"/>
                  <a:gd name="T78" fmla="*/ 2147483647 w 5574"/>
                  <a:gd name="T79" fmla="*/ 2147483647 h 2886"/>
                  <a:gd name="T80" fmla="*/ 2147483647 w 5574"/>
                  <a:gd name="T81" fmla="*/ 2147483647 h 2886"/>
                  <a:gd name="T82" fmla="*/ 2147483647 w 5574"/>
                  <a:gd name="T83" fmla="*/ 2147483647 h 2886"/>
                  <a:gd name="T84" fmla="*/ 2147483647 w 5574"/>
                  <a:gd name="T85" fmla="*/ 2147483647 h 2886"/>
                  <a:gd name="T86" fmla="*/ 2147483647 w 5574"/>
                  <a:gd name="T87" fmla="*/ 2147483647 h 2886"/>
                  <a:gd name="T88" fmla="*/ 2147483647 w 5574"/>
                  <a:gd name="T89" fmla="*/ 2147483647 h 2886"/>
                  <a:gd name="T90" fmla="*/ 2147483647 w 5574"/>
                  <a:gd name="T91" fmla="*/ 2147483647 h 2886"/>
                  <a:gd name="T92" fmla="*/ 2147483647 w 5574"/>
                  <a:gd name="T93" fmla="*/ 2147483647 h 2886"/>
                  <a:gd name="T94" fmla="*/ 2147483647 w 5574"/>
                  <a:gd name="T95" fmla="*/ 2147483647 h 2886"/>
                  <a:gd name="T96" fmla="*/ 2147483647 w 5574"/>
                  <a:gd name="T97" fmla="*/ 2147483647 h 2886"/>
                  <a:gd name="T98" fmla="*/ 2147483647 w 5574"/>
                  <a:gd name="T99" fmla="*/ 2147483647 h 2886"/>
                  <a:gd name="T100" fmla="*/ 2147483647 w 5574"/>
                  <a:gd name="T101" fmla="*/ 2147483647 h 2886"/>
                  <a:gd name="T102" fmla="*/ 2147483647 w 5574"/>
                  <a:gd name="T103" fmla="*/ 2147483647 h 2886"/>
                  <a:gd name="T104" fmla="*/ 2147483647 w 5574"/>
                  <a:gd name="T105" fmla="*/ 2147483647 h 2886"/>
                  <a:gd name="T106" fmla="*/ 2147483647 w 5574"/>
                  <a:gd name="T107" fmla="*/ 2147483647 h 2886"/>
                  <a:gd name="T108" fmla="*/ 2147483647 w 5574"/>
                  <a:gd name="T109" fmla="*/ 2147483647 h 2886"/>
                  <a:gd name="T110" fmla="*/ 2147483647 w 5574"/>
                  <a:gd name="T111" fmla="*/ 2147483647 h 2886"/>
                  <a:gd name="T112" fmla="*/ 2147483647 w 5574"/>
                  <a:gd name="T113" fmla="*/ 2147483647 h 2886"/>
                  <a:gd name="T114" fmla="*/ 2147483647 w 5574"/>
                  <a:gd name="T115" fmla="*/ 2147483647 h 2886"/>
                  <a:gd name="T116" fmla="*/ 2147483647 w 5574"/>
                  <a:gd name="T117" fmla="*/ 2147483647 h 2886"/>
                  <a:gd name="T118" fmla="*/ 2147483647 w 5574"/>
                  <a:gd name="T119" fmla="*/ 2147483647 h 2886"/>
                  <a:gd name="T120" fmla="*/ 2147483647 w 5574"/>
                  <a:gd name="T121" fmla="*/ 2147483647 h 2886"/>
                  <a:gd name="T122" fmla="*/ 2147483647 w 5574"/>
                  <a:gd name="T123" fmla="*/ 2147483647 h 2886"/>
                  <a:gd name="T124" fmla="*/ 2147483647 w 5574"/>
                  <a:gd name="T125" fmla="*/ 2147483647 h 28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5574"/>
                  <a:gd name="T190" fmla="*/ 0 h 2886"/>
                  <a:gd name="T191" fmla="*/ 5574 w 5574"/>
                  <a:gd name="T192" fmla="*/ 2886 h 288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5574" h="2886">
                    <a:moveTo>
                      <a:pt x="3114" y="252"/>
                    </a:moveTo>
                    <a:lnTo>
                      <a:pt x="3138" y="252"/>
                    </a:lnTo>
                    <a:lnTo>
                      <a:pt x="3150" y="258"/>
                    </a:lnTo>
                    <a:lnTo>
                      <a:pt x="3168" y="258"/>
                    </a:lnTo>
                    <a:lnTo>
                      <a:pt x="3174" y="252"/>
                    </a:lnTo>
                    <a:lnTo>
                      <a:pt x="3174" y="246"/>
                    </a:lnTo>
                    <a:lnTo>
                      <a:pt x="3168" y="234"/>
                    </a:lnTo>
                    <a:lnTo>
                      <a:pt x="3156" y="228"/>
                    </a:lnTo>
                    <a:lnTo>
                      <a:pt x="3108" y="228"/>
                    </a:lnTo>
                    <a:lnTo>
                      <a:pt x="3066" y="234"/>
                    </a:lnTo>
                    <a:lnTo>
                      <a:pt x="3036" y="246"/>
                    </a:lnTo>
                    <a:lnTo>
                      <a:pt x="3018" y="246"/>
                    </a:lnTo>
                    <a:lnTo>
                      <a:pt x="3060" y="246"/>
                    </a:lnTo>
                    <a:lnTo>
                      <a:pt x="3096" y="252"/>
                    </a:lnTo>
                    <a:lnTo>
                      <a:pt x="3114" y="252"/>
                    </a:lnTo>
                    <a:close/>
                    <a:moveTo>
                      <a:pt x="2988" y="318"/>
                    </a:moveTo>
                    <a:lnTo>
                      <a:pt x="3036" y="318"/>
                    </a:lnTo>
                    <a:lnTo>
                      <a:pt x="3048" y="312"/>
                    </a:lnTo>
                    <a:lnTo>
                      <a:pt x="3060" y="312"/>
                    </a:lnTo>
                    <a:lnTo>
                      <a:pt x="3072" y="300"/>
                    </a:lnTo>
                    <a:lnTo>
                      <a:pt x="3072" y="294"/>
                    </a:lnTo>
                    <a:lnTo>
                      <a:pt x="3066" y="282"/>
                    </a:lnTo>
                    <a:lnTo>
                      <a:pt x="3138" y="270"/>
                    </a:lnTo>
                    <a:lnTo>
                      <a:pt x="3120" y="264"/>
                    </a:lnTo>
                    <a:lnTo>
                      <a:pt x="3054" y="264"/>
                    </a:lnTo>
                    <a:lnTo>
                      <a:pt x="3042" y="276"/>
                    </a:lnTo>
                    <a:lnTo>
                      <a:pt x="3030" y="276"/>
                    </a:lnTo>
                    <a:lnTo>
                      <a:pt x="2994" y="270"/>
                    </a:lnTo>
                    <a:lnTo>
                      <a:pt x="2958" y="270"/>
                    </a:lnTo>
                    <a:lnTo>
                      <a:pt x="2940" y="282"/>
                    </a:lnTo>
                    <a:lnTo>
                      <a:pt x="2940" y="294"/>
                    </a:lnTo>
                    <a:lnTo>
                      <a:pt x="2946" y="300"/>
                    </a:lnTo>
                    <a:lnTo>
                      <a:pt x="2970" y="312"/>
                    </a:lnTo>
                    <a:lnTo>
                      <a:pt x="2976" y="318"/>
                    </a:lnTo>
                    <a:lnTo>
                      <a:pt x="2988" y="318"/>
                    </a:lnTo>
                    <a:close/>
                    <a:moveTo>
                      <a:pt x="2682" y="384"/>
                    </a:moveTo>
                    <a:lnTo>
                      <a:pt x="2628" y="408"/>
                    </a:lnTo>
                    <a:lnTo>
                      <a:pt x="2634" y="408"/>
                    </a:lnTo>
                    <a:lnTo>
                      <a:pt x="2646" y="414"/>
                    </a:lnTo>
                    <a:lnTo>
                      <a:pt x="2652" y="414"/>
                    </a:lnTo>
                    <a:lnTo>
                      <a:pt x="2658" y="420"/>
                    </a:lnTo>
                    <a:lnTo>
                      <a:pt x="2658" y="426"/>
                    </a:lnTo>
                    <a:lnTo>
                      <a:pt x="2622" y="426"/>
                    </a:lnTo>
                    <a:lnTo>
                      <a:pt x="2586" y="432"/>
                    </a:lnTo>
                    <a:lnTo>
                      <a:pt x="2556" y="438"/>
                    </a:lnTo>
                    <a:lnTo>
                      <a:pt x="2544" y="438"/>
                    </a:lnTo>
                    <a:lnTo>
                      <a:pt x="2520" y="456"/>
                    </a:lnTo>
                    <a:lnTo>
                      <a:pt x="2580" y="450"/>
                    </a:lnTo>
                    <a:lnTo>
                      <a:pt x="2586" y="450"/>
                    </a:lnTo>
                    <a:lnTo>
                      <a:pt x="2592" y="456"/>
                    </a:lnTo>
                    <a:lnTo>
                      <a:pt x="2610" y="456"/>
                    </a:lnTo>
                    <a:lnTo>
                      <a:pt x="2628" y="462"/>
                    </a:lnTo>
                    <a:lnTo>
                      <a:pt x="2658" y="462"/>
                    </a:lnTo>
                    <a:lnTo>
                      <a:pt x="2694" y="450"/>
                    </a:lnTo>
                    <a:lnTo>
                      <a:pt x="2730" y="444"/>
                    </a:lnTo>
                    <a:lnTo>
                      <a:pt x="2742" y="438"/>
                    </a:lnTo>
                    <a:lnTo>
                      <a:pt x="2742" y="450"/>
                    </a:lnTo>
                    <a:lnTo>
                      <a:pt x="2760" y="450"/>
                    </a:lnTo>
                    <a:lnTo>
                      <a:pt x="2796" y="444"/>
                    </a:lnTo>
                    <a:lnTo>
                      <a:pt x="2856" y="444"/>
                    </a:lnTo>
                    <a:lnTo>
                      <a:pt x="2850" y="444"/>
                    </a:lnTo>
                    <a:lnTo>
                      <a:pt x="2844" y="450"/>
                    </a:lnTo>
                    <a:lnTo>
                      <a:pt x="2832" y="450"/>
                    </a:lnTo>
                    <a:lnTo>
                      <a:pt x="2790" y="456"/>
                    </a:lnTo>
                    <a:lnTo>
                      <a:pt x="2730" y="468"/>
                    </a:lnTo>
                    <a:lnTo>
                      <a:pt x="2706" y="468"/>
                    </a:lnTo>
                    <a:lnTo>
                      <a:pt x="2688" y="474"/>
                    </a:lnTo>
                    <a:lnTo>
                      <a:pt x="2670" y="474"/>
                    </a:lnTo>
                    <a:lnTo>
                      <a:pt x="2652" y="480"/>
                    </a:lnTo>
                    <a:lnTo>
                      <a:pt x="2646" y="486"/>
                    </a:lnTo>
                    <a:lnTo>
                      <a:pt x="2640" y="486"/>
                    </a:lnTo>
                    <a:lnTo>
                      <a:pt x="2658" y="486"/>
                    </a:lnTo>
                    <a:lnTo>
                      <a:pt x="2694" y="492"/>
                    </a:lnTo>
                    <a:lnTo>
                      <a:pt x="2760" y="498"/>
                    </a:lnTo>
                    <a:lnTo>
                      <a:pt x="2808" y="492"/>
                    </a:lnTo>
                    <a:lnTo>
                      <a:pt x="2850" y="480"/>
                    </a:lnTo>
                    <a:lnTo>
                      <a:pt x="2874" y="474"/>
                    </a:lnTo>
                    <a:lnTo>
                      <a:pt x="2886" y="468"/>
                    </a:lnTo>
                    <a:lnTo>
                      <a:pt x="2958" y="450"/>
                    </a:lnTo>
                    <a:lnTo>
                      <a:pt x="3000" y="450"/>
                    </a:lnTo>
                    <a:lnTo>
                      <a:pt x="3054" y="444"/>
                    </a:lnTo>
                    <a:lnTo>
                      <a:pt x="3096" y="438"/>
                    </a:lnTo>
                    <a:lnTo>
                      <a:pt x="3120" y="432"/>
                    </a:lnTo>
                    <a:lnTo>
                      <a:pt x="3138" y="420"/>
                    </a:lnTo>
                    <a:lnTo>
                      <a:pt x="3156" y="414"/>
                    </a:lnTo>
                    <a:lnTo>
                      <a:pt x="3168" y="408"/>
                    </a:lnTo>
                    <a:lnTo>
                      <a:pt x="3168" y="396"/>
                    </a:lnTo>
                    <a:lnTo>
                      <a:pt x="3156" y="384"/>
                    </a:lnTo>
                    <a:lnTo>
                      <a:pt x="3144" y="378"/>
                    </a:lnTo>
                    <a:lnTo>
                      <a:pt x="3120" y="378"/>
                    </a:lnTo>
                    <a:lnTo>
                      <a:pt x="3114" y="384"/>
                    </a:lnTo>
                    <a:lnTo>
                      <a:pt x="3108" y="384"/>
                    </a:lnTo>
                    <a:lnTo>
                      <a:pt x="3108" y="396"/>
                    </a:lnTo>
                    <a:lnTo>
                      <a:pt x="3072" y="396"/>
                    </a:lnTo>
                    <a:lnTo>
                      <a:pt x="3078" y="390"/>
                    </a:lnTo>
                    <a:lnTo>
                      <a:pt x="3078" y="378"/>
                    </a:lnTo>
                    <a:lnTo>
                      <a:pt x="3102" y="354"/>
                    </a:lnTo>
                    <a:lnTo>
                      <a:pt x="3102" y="342"/>
                    </a:lnTo>
                    <a:lnTo>
                      <a:pt x="3096" y="342"/>
                    </a:lnTo>
                    <a:lnTo>
                      <a:pt x="3054" y="348"/>
                    </a:lnTo>
                    <a:lnTo>
                      <a:pt x="2988" y="372"/>
                    </a:lnTo>
                    <a:lnTo>
                      <a:pt x="2976" y="378"/>
                    </a:lnTo>
                    <a:lnTo>
                      <a:pt x="3024" y="378"/>
                    </a:lnTo>
                    <a:lnTo>
                      <a:pt x="3018" y="408"/>
                    </a:lnTo>
                    <a:lnTo>
                      <a:pt x="2898" y="420"/>
                    </a:lnTo>
                    <a:lnTo>
                      <a:pt x="2898" y="414"/>
                    </a:lnTo>
                    <a:lnTo>
                      <a:pt x="2892" y="408"/>
                    </a:lnTo>
                    <a:lnTo>
                      <a:pt x="2892" y="372"/>
                    </a:lnTo>
                    <a:lnTo>
                      <a:pt x="2886" y="366"/>
                    </a:lnTo>
                    <a:lnTo>
                      <a:pt x="2874" y="366"/>
                    </a:lnTo>
                    <a:lnTo>
                      <a:pt x="2856" y="360"/>
                    </a:lnTo>
                    <a:lnTo>
                      <a:pt x="2814" y="360"/>
                    </a:lnTo>
                    <a:lnTo>
                      <a:pt x="2682" y="384"/>
                    </a:lnTo>
                    <a:close/>
                    <a:moveTo>
                      <a:pt x="2832" y="342"/>
                    </a:moveTo>
                    <a:lnTo>
                      <a:pt x="2844" y="330"/>
                    </a:lnTo>
                    <a:lnTo>
                      <a:pt x="2844" y="318"/>
                    </a:lnTo>
                    <a:lnTo>
                      <a:pt x="2838" y="312"/>
                    </a:lnTo>
                    <a:lnTo>
                      <a:pt x="2814" y="312"/>
                    </a:lnTo>
                    <a:lnTo>
                      <a:pt x="2802" y="318"/>
                    </a:lnTo>
                    <a:lnTo>
                      <a:pt x="2796" y="324"/>
                    </a:lnTo>
                    <a:lnTo>
                      <a:pt x="2796" y="330"/>
                    </a:lnTo>
                    <a:lnTo>
                      <a:pt x="2802" y="336"/>
                    </a:lnTo>
                    <a:lnTo>
                      <a:pt x="2814" y="336"/>
                    </a:lnTo>
                    <a:lnTo>
                      <a:pt x="2820" y="342"/>
                    </a:lnTo>
                    <a:lnTo>
                      <a:pt x="2832" y="342"/>
                    </a:lnTo>
                    <a:close/>
                    <a:moveTo>
                      <a:pt x="3012" y="564"/>
                    </a:moveTo>
                    <a:lnTo>
                      <a:pt x="2988" y="540"/>
                    </a:lnTo>
                    <a:lnTo>
                      <a:pt x="2958" y="540"/>
                    </a:lnTo>
                    <a:lnTo>
                      <a:pt x="2952" y="534"/>
                    </a:lnTo>
                    <a:lnTo>
                      <a:pt x="2946" y="534"/>
                    </a:lnTo>
                    <a:lnTo>
                      <a:pt x="2934" y="528"/>
                    </a:lnTo>
                    <a:lnTo>
                      <a:pt x="2916" y="528"/>
                    </a:lnTo>
                    <a:lnTo>
                      <a:pt x="2898" y="534"/>
                    </a:lnTo>
                    <a:lnTo>
                      <a:pt x="2892" y="540"/>
                    </a:lnTo>
                    <a:lnTo>
                      <a:pt x="2892" y="552"/>
                    </a:lnTo>
                    <a:lnTo>
                      <a:pt x="2928" y="570"/>
                    </a:lnTo>
                    <a:lnTo>
                      <a:pt x="2934" y="576"/>
                    </a:lnTo>
                    <a:lnTo>
                      <a:pt x="2946" y="582"/>
                    </a:lnTo>
                    <a:lnTo>
                      <a:pt x="3012" y="564"/>
                    </a:lnTo>
                    <a:close/>
                    <a:moveTo>
                      <a:pt x="2460" y="414"/>
                    </a:moveTo>
                    <a:lnTo>
                      <a:pt x="2442" y="420"/>
                    </a:lnTo>
                    <a:lnTo>
                      <a:pt x="2430" y="426"/>
                    </a:lnTo>
                    <a:lnTo>
                      <a:pt x="2430" y="438"/>
                    </a:lnTo>
                    <a:lnTo>
                      <a:pt x="2442" y="438"/>
                    </a:lnTo>
                    <a:lnTo>
                      <a:pt x="2472" y="432"/>
                    </a:lnTo>
                    <a:lnTo>
                      <a:pt x="2490" y="426"/>
                    </a:lnTo>
                    <a:lnTo>
                      <a:pt x="2502" y="420"/>
                    </a:lnTo>
                    <a:lnTo>
                      <a:pt x="2502" y="414"/>
                    </a:lnTo>
                    <a:lnTo>
                      <a:pt x="2496" y="408"/>
                    </a:lnTo>
                    <a:lnTo>
                      <a:pt x="2484" y="408"/>
                    </a:lnTo>
                    <a:lnTo>
                      <a:pt x="2460" y="414"/>
                    </a:lnTo>
                    <a:close/>
                    <a:moveTo>
                      <a:pt x="2970" y="858"/>
                    </a:moveTo>
                    <a:lnTo>
                      <a:pt x="2988" y="858"/>
                    </a:lnTo>
                    <a:lnTo>
                      <a:pt x="3006" y="864"/>
                    </a:lnTo>
                    <a:lnTo>
                      <a:pt x="3018" y="870"/>
                    </a:lnTo>
                    <a:lnTo>
                      <a:pt x="3036" y="876"/>
                    </a:lnTo>
                    <a:lnTo>
                      <a:pt x="3060" y="882"/>
                    </a:lnTo>
                    <a:lnTo>
                      <a:pt x="3096" y="882"/>
                    </a:lnTo>
                    <a:lnTo>
                      <a:pt x="3126" y="876"/>
                    </a:lnTo>
                    <a:lnTo>
                      <a:pt x="3138" y="876"/>
                    </a:lnTo>
                    <a:lnTo>
                      <a:pt x="3120" y="810"/>
                    </a:lnTo>
                    <a:lnTo>
                      <a:pt x="3018" y="792"/>
                    </a:lnTo>
                    <a:lnTo>
                      <a:pt x="2988" y="828"/>
                    </a:lnTo>
                    <a:lnTo>
                      <a:pt x="2958" y="828"/>
                    </a:lnTo>
                    <a:lnTo>
                      <a:pt x="2952" y="834"/>
                    </a:lnTo>
                    <a:lnTo>
                      <a:pt x="2952" y="846"/>
                    </a:lnTo>
                    <a:lnTo>
                      <a:pt x="2958" y="852"/>
                    </a:lnTo>
                    <a:lnTo>
                      <a:pt x="2970" y="858"/>
                    </a:lnTo>
                    <a:close/>
                    <a:moveTo>
                      <a:pt x="168" y="2034"/>
                    </a:moveTo>
                    <a:lnTo>
                      <a:pt x="168" y="2040"/>
                    </a:lnTo>
                    <a:lnTo>
                      <a:pt x="174" y="2046"/>
                    </a:lnTo>
                    <a:lnTo>
                      <a:pt x="192" y="2046"/>
                    </a:lnTo>
                    <a:lnTo>
                      <a:pt x="186" y="2070"/>
                    </a:lnTo>
                    <a:lnTo>
                      <a:pt x="216" y="2052"/>
                    </a:lnTo>
                    <a:lnTo>
                      <a:pt x="216" y="2028"/>
                    </a:lnTo>
                    <a:lnTo>
                      <a:pt x="174" y="2028"/>
                    </a:lnTo>
                    <a:lnTo>
                      <a:pt x="168" y="2034"/>
                    </a:lnTo>
                    <a:close/>
                    <a:moveTo>
                      <a:pt x="252" y="2298"/>
                    </a:moveTo>
                    <a:lnTo>
                      <a:pt x="252" y="2292"/>
                    </a:lnTo>
                    <a:lnTo>
                      <a:pt x="246" y="2286"/>
                    </a:lnTo>
                    <a:lnTo>
                      <a:pt x="246" y="2268"/>
                    </a:lnTo>
                    <a:lnTo>
                      <a:pt x="252" y="2256"/>
                    </a:lnTo>
                    <a:lnTo>
                      <a:pt x="252" y="2238"/>
                    </a:lnTo>
                    <a:lnTo>
                      <a:pt x="246" y="2226"/>
                    </a:lnTo>
                    <a:lnTo>
                      <a:pt x="228" y="2226"/>
                    </a:lnTo>
                    <a:lnTo>
                      <a:pt x="216" y="2220"/>
                    </a:lnTo>
                    <a:lnTo>
                      <a:pt x="204" y="2220"/>
                    </a:lnTo>
                    <a:lnTo>
                      <a:pt x="192" y="2214"/>
                    </a:lnTo>
                    <a:lnTo>
                      <a:pt x="186" y="2208"/>
                    </a:lnTo>
                    <a:lnTo>
                      <a:pt x="174" y="2202"/>
                    </a:lnTo>
                    <a:lnTo>
                      <a:pt x="150" y="2178"/>
                    </a:lnTo>
                    <a:lnTo>
                      <a:pt x="138" y="2172"/>
                    </a:lnTo>
                    <a:lnTo>
                      <a:pt x="126" y="2172"/>
                    </a:lnTo>
                    <a:lnTo>
                      <a:pt x="102" y="2184"/>
                    </a:lnTo>
                    <a:lnTo>
                      <a:pt x="96" y="2196"/>
                    </a:lnTo>
                    <a:lnTo>
                      <a:pt x="96" y="2202"/>
                    </a:lnTo>
                    <a:lnTo>
                      <a:pt x="108" y="2208"/>
                    </a:lnTo>
                    <a:lnTo>
                      <a:pt x="114" y="2214"/>
                    </a:lnTo>
                    <a:lnTo>
                      <a:pt x="120" y="2214"/>
                    </a:lnTo>
                    <a:lnTo>
                      <a:pt x="132" y="2202"/>
                    </a:lnTo>
                    <a:lnTo>
                      <a:pt x="144" y="2208"/>
                    </a:lnTo>
                    <a:lnTo>
                      <a:pt x="132" y="2220"/>
                    </a:lnTo>
                    <a:lnTo>
                      <a:pt x="120" y="2220"/>
                    </a:lnTo>
                    <a:lnTo>
                      <a:pt x="114" y="2226"/>
                    </a:lnTo>
                    <a:lnTo>
                      <a:pt x="102" y="2232"/>
                    </a:lnTo>
                    <a:lnTo>
                      <a:pt x="102" y="2244"/>
                    </a:lnTo>
                    <a:lnTo>
                      <a:pt x="108" y="2250"/>
                    </a:lnTo>
                    <a:lnTo>
                      <a:pt x="126" y="2250"/>
                    </a:lnTo>
                    <a:lnTo>
                      <a:pt x="138" y="2244"/>
                    </a:lnTo>
                    <a:lnTo>
                      <a:pt x="132" y="2262"/>
                    </a:lnTo>
                    <a:lnTo>
                      <a:pt x="150" y="2262"/>
                    </a:lnTo>
                    <a:lnTo>
                      <a:pt x="132" y="2280"/>
                    </a:lnTo>
                    <a:lnTo>
                      <a:pt x="168" y="2274"/>
                    </a:lnTo>
                    <a:lnTo>
                      <a:pt x="156" y="2280"/>
                    </a:lnTo>
                    <a:lnTo>
                      <a:pt x="144" y="2292"/>
                    </a:lnTo>
                    <a:lnTo>
                      <a:pt x="138" y="2292"/>
                    </a:lnTo>
                    <a:lnTo>
                      <a:pt x="138" y="2298"/>
                    </a:lnTo>
                    <a:lnTo>
                      <a:pt x="150" y="2298"/>
                    </a:lnTo>
                    <a:lnTo>
                      <a:pt x="162" y="2286"/>
                    </a:lnTo>
                    <a:lnTo>
                      <a:pt x="168" y="2286"/>
                    </a:lnTo>
                    <a:lnTo>
                      <a:pt x="174" y="2292"/>
                    </a:lnTo>
                    <a:lnTo>
                      <a:pt x="174" y="2304"/>
                    </a:lnTo>
                    <a:lnTo>
                      <a:pt x="162" y="2316"/>
                    </a:lnTo>
                    <a:lnTo>
                      <a:pt x="162" y="2328"/>
                    </a:lnTo>
                    <a:lnTo>
                      <a:pt x="210" y="2328"/>
                    </a:lnTo>
                    <a:lnTo>
                      <a:pt x="228" y="2316"/>
                    </a:lnTo>
                    <a:lnTo>
                      <a:pt x="210" y="2340"/>
                    </a:lnTo>
                    <a:lnTo>
                      <a:pt x="192" y="2340"/>
                    </a:lnTo>
                    <a:lnTo>
                      <a:pt x="186" y="2346"/>
                    </a:lnTo>
                    <a:lnTo>
                      <a:pt x="186" y="2352"/>
                    </a:lnTo>
                    <a:lnTo>
                      <a:pt x="210" y="2364"/>
                    </a:lnTo>
                    <a:lnTo>
                      <a:pt x="216" y="2364"/>
                    </a:lnTo>
                    <a:lnTo>
                      <a:pt x="228" y="2370"/>
                    </a:lnTo>
                    <a:lnTo>
                      <a:pt x="234" y="2376"/>
                    </a:lnTo>
                    <a:lnTo>
                      <a:pt x="246" y="2376"/>
                    </a:lnTo>
                    <a:lnTo>
                      <a:pt x="258" y="2382"/>
                    </a:lnTo>
                    <a:lnTo>
                      <a:pt x="270" y="2376"/>
                    </a:lnTo>
                    <a:lnTo>
                      <a:pt x="288" y="2358"/>
                    </a:lnTo>
                    <a:lnTo>
                      <a:pt x="294" y="2346"/>
                    </a:lnTo>
                    <a:lnTo>
                      <a:pt x="294" y="2340"/>
                    </a:lnTo>
                    <a:lnTo>
                      <a:pt x="288" y="2334"/>
                    </a:lnTo>
                    <a:lnTo>
                      <a:pt x="282" y="2322"/>
                    </a:lnTo>
                    <a:lnTo>
                      <a:pt x="270" y="2316"/>
                    </a:lnTo>
                    <a:lnTo>
                      <a:pt x="264" y="2304"/>
                    </a:lnTo>
                    <a:lnTo>
                      <a:pt x="252" y="2298"/>
                    </a:lnTo>
                    <a:close/>
                    <a:moveTo>
                      <a:pt x="2304" y="372"/>
                    </a:moveTo>
                    <a:lnTo>
                      <a:pt x="2316" y="372"/>
                    </a:lnTo>
                    <a:lnTo>
                      <a:pt x="2328" y="366"/>
                    </a:lnTo>
                    <a:lnTo>
                      <a:pt x="2376" y="366"/>
                    </a:lnTo>
                    <a:lnTo>
                      <a:pt x="2388" y="378"/>
                    </a:lnTo>
                    <a:lnTo>
                      <a:pt x="2388" y="390"/>
                    </a:lnTo>
                    <a:lnTo>
                      <a:pt x="2424" y="390"/>
                    </a:lnTo>
                    <a:lnTo>
                      <a:pt x="2442" y="384"/>
                    </a:lnTo>
                    <a:lnTo>
                      <a:pt x="2454" y="384"/>
                    </a:lnTo>
                    <a:lnTo>
                      <a:pt x="2466" y="390"/>
                    </a:lnTo>
                    <a:lnTo>
                      <a:pt x="2472" y="396"/>
                    </a:lnTo>
                    <a:lnTo>
                      <a:pt x="2490" y="396"/>
                    </a:lnTo>
                    <a:lnTo>
                      <a:pt x="2514" y="384"/>
                    </a:lnTo>
                    <a:lnTo>
                      <a:pt x="2520" y="372"/>
                    </a:lnTo>
                    <a:lnTo>
                      <a:pt x="2520" y="354"/>
                    </a:lnTo>
                    <a:lnTo>
                      <a:pt x="2550" y="354"/>
                    </a:lnTo>
                    <a:lnTo>
                      <a:pt x="2616" y="336"/>
                    </a:lnTo>
                    <a:lnTo>
                      <a:pt x="2580" y="366"/>
                    </a:lnTo>
                    <a:lnTo>
                      <a:pt x="2634" y="378"/>
                    </a:lnTo>
                    <a:lnTo>
                      <a:pt x="2688" y="354"/>
                    </a:lnTo>
                    <a:lnTo>
                      <a:pt x="2784" y="312"/>
                    </a:lnTo>
                    <a:lnTo>
                      <a:pt x="2778" y="312"/>
                    </a:lnTo>
                    <a:lnTo>
                      <a:pt x="2772" y="306"/>
                    </a:lnTo>
                    <a:lnTo>
                      <a:pt x="2754" y="300"/>
                    </a:lnTo>
                    <a:lnTo>
                      <a:pt x="2736" y="300"/>
                    </a:lnTo>
                    <a:lnTo>
                      <a:pt x="2724" y="294"/>
                    </a:lnTo>
                    <a:lnTo>
                      <a:pt x="2706" y="288"/>
                    </a:lnTo>
                    <a:lnTo>
                      <a:pt x="2676" y="288"/>
                    </a:lnTo>
                    <a:lnTo>
                      <a:pt x="2646" y="282"/>
                    </a:lnTo>
                    <a:lnTo>
                      <a:pt x="2604" y="282"/>
                    </a:lnTo>
                    <a:lnTo>
                      <a:pt x="2526" y="294"/>
                    </a:lnTo>
                    <a:lnTo>
                      <a:pt x="2526" y="318"/>
                    </a:lnTo>
                    <a:lnTo>
                      <a:pt x="2406" y="324"/>
                    </a:lnTo>
                    <a:lnTo>
                      <a:pt x="2400" y="324"/>
                    </a:lnTo>
                    <a:lnTo>
                      <a:pt x="2394" y="318"/>
                    </a:lnTo>
                    <a:lnTo>
                      <a:pt x="2334" y="318"/>
                    </a:lnTo>
                    <a:lnTo>
                      <a:pt x="2322" y="324"/>
                    </a:lnTo>
                    <a:lnTo>
                      <a:pt x="2310" y="324"/>
                    </a:lnTo>
                    <a:lnTo>
                      <a:pt x="2304" y="330"/>
                    </a:lnTo>
                    <a:lnTo>
                      <a:pt x="2304" y="372"/>
                    </a:lnTo>
                    <a:close/>
                    <a:moveTo>
                      <a:pt x="150" y="1980"/>
                    </a:moveTo>
                    <a:lnTo>
                      <a:pt x="162" y="2004"/>
                    </a:lnTo>
                    <a:lnTo>
                      <a:pt x="174" y="2010"/>
                    </a:lnTo>
                    <a:lnTo>
                      <a:pt x="186" y="1980"/>
                    </a:lnTo>
                    <a:lnTo>
                      <a:pt x="180" y="1974"/>
                    </a:lnTo>
                    <a:lnTo>
                      <a:pt x="174" y="1974"/>
                    </a:lnTo>
                    <a:lnTo>
                      <a:pt x="162" y="1968"/>
                    </a:lnTo>
                    <a:lnTo>
                      <a:pt x="156" y="1968"/>
                    </a:lnTo>
                    <a:lnTo>
                      <a:pt x="150" y="1974"/>
                    </a:lnTo>
                    <a:lnTo>
                      <a:pt x="150" y="1980"/>
                    </a:lnTo>
                    <a:close/>
                    <a:moveTo>
                      <a:pt x="126" y="1932"/>
                    </a:moveTo>
                    <a:lnTo>
                      <a:pt x="120" y="1932"/>
                    </a:lnTo>
                    <a:lnTo>
                      <a:pt x="108" y="1938"/>
                    </a:lnTo>
                    <a:lnTo>
                      <a:pt x="96" y="1938"/>
                    </a:lnTo>
                    <a:lnTo>
                      <a:pt x="84" y="1944"/>
                    </a:lnTo>
                    <a:lnTo>
                      <a:pt x="78" y="1944"/>
                    </a:lnTo>
                    <a:lnTo>
                      <a:pt x="78" y="1950"/>
                    </a:lnTo>
                    <a:lnTo>
                      <a:pt x="72" y="1962"/>
                    </a:lnTo>
                    <a:lnTo>
                      <a:pt x="66" y="1968"/>
                    </a:lnTo>
                    <a:lnTo>
                      <a:pt x="48" y="1968"/>
                    </a:lnTo>
                    <a:lnTo>
                      <a:pt x="42" y="1962"/>
                    </a:lnTo>
                    <a:lnTo>
                      <a:pt x="48" y="1956"/>
                    </a:lnTo>
                    <a:lnTo>
                      <a:pt x="60" y="1956"/>
                    </a:lnTo>
                    <a:lnTo>
                      <a:pt x="66" y="1950"/>
                    </a:lnTo>
                    <a:lnTo>
                      <a:pt x="72" y="1950"/>
                    </a:lnTo>
                    <a:lnTo>
                      <a:pt x="78" y="1944"/>
                    </a:lnTo>
                    <a:lnTo>
                      <a:pt x="84" y="1944"/>
                    </a:lnTo>
                    <a:lnTo>
                      <a:pt x="78" y="1938"/>
                    </a:lnTo>
                    <a:lnTo>
                      <a:pt x="54" y="1938"/>
                    </a:lnTo>
                    <a:lnTo>
                      <a:pt x="48" y="1944"/>
                    </a:lnTo>
                    <a:lnTo>
                      <a:pt x="48" y="1932"/>
                    </a:lnTo>
                    <a:lnTo>
                      <a:pt x="36" y="1932"/>
                    </a:lnTo>
                    <a:lnTo>
                      <a:pt x="24" y="1944"/>
                    </a:lnTo>
                    <a:lnTo>
                      <a:pt x="6" y="1980"/>
                    </a:lnTo>
                    <a:lnTo>
                      <a:pt x="6" y="2004"/>
                    </a:lnTo>
                    <a:lnTo>
                      <a:pt x="12" y="2004"/>
                    </a:lnTo>
                    <a:lnTo>
                      <a:pt x="12" y="2010"/>
                    </a:lnTo>
                    <a:lnTo>
                      <a:pt x="18" y="2016"/>
                    </a:lnTo>
                    <a:lnTo>
                      <a:pt x="0" y="2022"/>
                    </a:lnTo>
                    <a:lnTo>
                      <a:pt x="12" y="2076"/>
                    </a:lnTo>
                    <a:lnTo>
                      <a:pt x="12" y="2082"/>
                    </a:lnTo>
                    <a:lnTo>
                      <a:pt x="6" y="2082"/>
                    </a:lnTo>
                    <a:lnTo>
                      <a:pt x="12" y="2088"/>
                    </a:lnTo>
                    <a:lnTo>
                      <a:pt x="12" y="2094"/>
                    </a:lnTo>
                    <a:lnTo>
                      <a:pt x="30" y="2094"/>
                    </a:lnTo>
                    <a:lnTo>
                      <a:pt x="30" y="2070"/>
                    </a:lnTo>
                    <a:lnTo>
                      <a:pt x="24" y="2058"/>
                    </a:lnTo>
                    <a:lnTo>
                      <a:pt x="24" y="2040"/>
                    </a:lnTo>
                    <a:lnTo>
                      <a:pt x="36" y="2028"/>
                    </a:lnTo>
                    <a:lnTo>
                      <a:pt x="42" y="2028"/>
                    </a:lnTo>
                    <a:lnTo>
                      <a:pt x="48" y="2016"/>
                    </a:lnTo>
                    <a:lnTo>
                      <a:pt x="54" y="2010"/>
                    </a:lnTo>
                    <a:lnTo>
                      <a:pt x="54" y="1986"/>
                    </a:lnTo>
                    <a:lnTo>
                      <a:pt x="84" y="1956"/>
                    </a:lnTo>
                    <a:lnTo>
                      <a:pt x="108" y="1944"/>
                    </a:lnTo>
                    <a:lnTo>
                      <a:pt x="114" y="1944"/>
                    </a:lnTo>
                    <a:lnTo>
                      <a:pt x="126" y="1938"/>
                    </a:lnTo>
                    <a:lnTo>
                      <a:pt x="126" y="1932"/>
                    </a:lnTo>
                    <a:close/>
                    <a:moveTo>
                      <a:pt x="1896" y="678"/>
                    </a:moveTo>
                    <a:lnTo>
                      <a:pt x="1896" y="690"/>
                    </a:lnTo>
                    <a:lnTo>
                      <a:pt x="1884" y="702"/>
                    </a:lnTo>
                    <a:lnTo>
                      <a:pt x="1884" y="714"/>
                    </a:lnTo>
                    <a:lnTo>
                      <a:pt x="1902" y="714"/>
                    </a:lnTo>
                    <a:lnTo>
                      <a:pt x="1926" y="708"/>
                    </a:lnTo>
                    <a:lnTo>
                      <a:pt x="1944" y="708"/>
                    </a:lnTo>
                    <a:lnTo>
                      <a:pt x="1980" y="696"/>
                    </a:lnTo>
                    <a:lnTo>
                      <a:pt x="1986" y="690"/>
                    </a:lnTo>
                    <a:lnTo>
                      <a:pt x="1992" y="690"/>
                    </a:lnTo>
                    <a:lnTo>
                      <a:pt x="2034" y="702"/>
                    </a:lnTo>
                    <a:lnTo>
                      <a:pt x="2112" y="642"/>
                    </a:lnTo>
                    <a:lnTo>
                      <a:pt x="2244" y="600"/>
                    </a:lnTo>
                    <a:lnTo>
                      <a:pt x="2370" y="564"/>
                    </a:lnTo>
                    <a:lnTo>
                      <a:pt x="2466" y="546"/>
                    </a:lnTo>
                    <a:lnTo>
                      <a:pt x="2454" y="540"/>
                    </a:lnTo>
                    <a:lnTo>
                      <a:pt x="2448" y="528"/>
                    </a:lnTo>
                    <a:lnTo>
                      <a:pt x="2436" y="522"/>
                    </a:lnTo>
                    <a:lnTo>
                      <a:pt x="2424" y="510"/>
                    </a:lnTo>
                    <a:lnTo>
                      <a:pt x="2412" y="504"/>
                    </a:lnTo>
                    <a:lnTo>
                      <a:pt x="2400" y="492"/>
                    </a:lnTo>
                    <a:lnTo>
                      <a:pt x="2352" y="492"/>
                    </a:lnTo>
                    <a:lnTo>
                      <a:pt x="2340" y="498"/>
                    </a:lnTo>
                    <a:lnTo>
                      <a:pt x="2328" y="498"/>
                    </a:lnTo>
                    <a:lnTo>
                      <a:pt x="2262" y="504"/>
                    </a:lnTo>
                    <a:lnTo>
                      <a:pt x="2226" y="480"/>
                    </a:lnTo>
                    <a:lnTo>
                      <a:pt x="2142" y="486"/>
                    </a:lnTo>
                    <a:lnTo>
                      <a:pt x="2094" y="504"/>
                    </a:lnTo>
                    <a:lnTo>
                      <a:pt x="2076" y="522"/>
                    </a:lnTo>
                    <a:lnTo>
                      <a:pt x="2064" y="552"/>
                    </a:lnTo>
                    <a:lnTo>
                      <a:pt x="2010" y="564"/>
                    </a:lnTo>
                    <a:lnTo>
                      <a:pt x="1944" y="588"/>
                    </a:lnTo>
                    <a:lnTo>
                      <a:pt x="1962" y="600"/>
                    </a:lnTo>
                    <a:lnTo>
                      <a:pt x="1842" y="654"/>
                    </a:lnTo>
                    <a:lnTo>
                      <a:pt x="1854" y="654"/>
                    </a:lnTo>
                    <a:lnTo>
                      <a:pt x="1890" y="672"/>
                    </a:lnTo>
                    <a:lnTo>
                      <a:pt x="1896" y="678"/>
                    </a:lnTo>
                    <a:close/>
                    <a:moveTo>
                      <a:pt x="198" y="1968"/>
                    </a:moveTo>
                    <a:lnTo>
                      <a:pt x="192" y="1992"/>
                    </a:lnTo>
                    <a:lnTo>
                      <a:pt x="192" y="2010"/>
                    </a:lnTo>
                    <a:lnTo>
                      <a:pt x="216" y="1998"/>
                    </a:lnTo>
                    <a:lnTo>
                      <a:pt x="198" y="1968"/>
                    </a:lnTo>
                    <a:close/>
                    <a:moveTo>
                      <a:pt x="4182" y="600"/>
                    </a:moveTo>
                    <a:lnTo>
                      <a:pt x="4194" y="606"/>
                    </a:lnTo>
                    <a:lnTo>
                      <a:pt x="4206" y="600"/>
                    </a:lnTo>
                    <a:lnTo>
                      <a:pt x="4218" y="600"/>
                    </a:lnTo>
                    <a:lnTo>
                      <a:pt x="4242" y="588"/>
                    </a:lnTo>
                    <a:lnTo>
                      <a:pt x="4308" y="588"/>
                    </a:lnTo>
                    <a:lnTo>
                      <a:pt x="4314" y="594"/>
                    </a:lnTo>
                    <a:lnTo>
                      <a:pt x="4350" y="594"/>
                    </a:lnTo>
                    <a:lnTo>
                      <a:pt x="4356" y="588"/>
                    </a:lnTo>
                    <a:lnTo>
                      <a:pt x="4356" y="582"/>
                    </a:lnTo>
                    <a:lnTo>
                      <a:pt x="4344" y="558"/>
                    </a:lnTo>
                    <a:lnTo>
                      <a:pt x="4338" y="552"/>
                    </a:lnTo>
                    <a:lnTo>
                      <a:pt x="4326" y="546"/>
                    </a:lnTo>
                    <a:lnTo>
                      <a:pt x="4230" y="546"/>
                    </a:lnTo>
                    <a:lnTo>
                      <a:pt x="4224" y="540"/>
                    </a:lnTo>
                    <a:lnTo>
                      <a:pt x="4212" y="540"/>
                    </a:lnTo>
                    <a:lnTo>
                      <a:pt x="4200" y="534"/>
                    </a:lnTo>
                    <a:lnTo>
                      <a:pt x="4188" y="534"/>
                    </a:lnTo>
                    <a:lnTo>
                      <a:pt x="4176" y="540"/>
                    </a:lnTo>
                    <a:lnTo>
                      <a:pt x="4158" y="558"/>
                    </a:lnTo>
                    <a:lnTo>
                      <a:pt x="4158" y="564"/>
                    </a:lnTo>
                    <a:lnTo>
                      <a:pt x="4176" y="576"/>
                    </a:lnTo>
                    <a:lnTo>
                      <a:pt x="4170" y="582"/>
                    </a:lnTo>
                    <a:lnTo>
                      <a:pt x="4170" y="594"/>
                    </a:lnTo>
                    <a:lnTo>
                      <a:pt x="4176" y="594"/>
                    </a:lnTo>
                    <a:lnTo>
                      <a:pt x="4182" y="600"/>
                    </a:lnTo>
                    <a:close/>
                    <a:moveTo>
                      <a:pt x="3708" y="516"/>
                    </a:moveTo>
                    <a:lnTo>
                      <a:pt x="3678" y="516"/>
                    </a:lnTo>
                    <a:lnTo>
                      <a:pt x="3624" y="510"/>
                    </a:lnTo>
                    <a:lnTo>
                      <a:pt x="3564" y="504"/>
                    </a:lnTo>
                    <a:lnTo>
                      <a:pt x="3468" y="504"/>
                    </a:lnTo>
                    <a:lnTo>
                      <a:pt x="3468" y="516"/>
                    </a:lnTo>
                    <a:lnTo>
                      <a:pt x="3462" y="522"/>
                    </a:lnTo>
                    <a:lnTo>
                      <a:pt x="3426" y="540"/>
                    </a:lnTo>
                    <a:lnTo>
                      <a:pt x="3396" y="546"/>
                    </a:lnTo>
                    <a:lnTo>
                      <a:pt x="3378" y="552"/>
                    </a:lnTo>
                    <a:lnTo>
                      <a:pt x="3372" y="552"/>
                    </a:lnTo>
                    <a:lnTo>
                      <a:pt x="3372" y="558"/>
                    </a:lnTo>
                    <a:lnTo>
                      <a:pt x="3384" y="570"/>
                    </a:lnTo>
                    <a:lnTo>
                      <a:pt x="3390" y="582"/>
                    </a:lnTo>
                    <a:lnTo>
                      <a:pt x="3390" y="594"/>
                    </a:lnTo>
                    <a:lnTo>
                      <a:pt x="3372" y="618"/>
                    </a:lnTo>
                    <a:lnTo>
                      <a:pt x="3402" y="636"/>
                    </a:lnTo>
                    <a:lnTo>
                      <a:pt x="3480" y="606"/>
                    </a:lnTo>
                    <a:lnTo>
                      <a:pt x="3474" y="600"/>
                    </a:lnTo>
                    <a:lnTo>
                      <a:pt x="3468" y="600"/>
                    </a:lnTo>
                    <a:lnTo>
                      <a:pt x="3468" y="594"/>
                    </a:lnTo>
                    <a:lnTo>
                      <a:pt x="3474" y="588"/>
                    </a:lnTo>
                    <a:lnTo>
                      <a:pt x="3486" y="582"/>
                    </a:lnTo>
                    <a:lnTo>
                      <a:pt x="3522" y="582"/>
                    </a:lnTo>
                    <a:lnTo>
                      <a:pt x="3546" y="594"/>
                    </a:lnTo>
                    <a:lnTo>
                      <a:pt x="3552" y="600"/>
                    </a:lnTo>
                    <a:lnTo>
                      <a:pt x="3606" y="594"/>
                    </a:lnTo>
                    <a:lnTo>
                      <a:pt x="3600" y="570"/>
                    </a:lnTo>
                    <a:lnTo>
                      <a:pt x="3630" y="570"/>
                    </a:lnTo>
                    <a:lnTo>
                      <a:pt x="3648" y="564"/>
                    </a:lnTo>
                    <a:lnTo>
                      <a:pt x="3666" y="564"/>
                    </a:lnTo>
                    <a:lnTo>
                      <a:pt x="3690" y="552"/>
                    </a:lnTo>
                    <a:lnTo>
                      <a:pt x="3696" y="546"/>
                    </a:lnTo>
                    <a:lnTo>
                      <a:pt x="3702" y="534"/>
                    </a:lnTo>
                    <a:lnTo>
                      <a:pt x="3714" y="522"/>
                    </a:lnTo>
                    <a:lnTo>
                      <a:pt x="3720" y="522"/>
                    </a:lnTo>
                    <a:lnTo>
                      <a:pt x="3714" y="516"/>
                    </a:lnTo>
                    <a:lnTo>
                      <a:pt x="3708" y="516"/>
                    </a:lnTo>
                    <a:close/>
                    <a:moveTo>
                      <a:pt x="3792" y="150"/>
                    </a:moveTo>
                    <a:lnTo>
                      <a:pt x="3738" y="156"/>
                    </a:lnTo>
                    <a:lnTo>
                      <a:pt x="3756" y="180"/>
                    </a:lnTo>
                    <a:lnTo>
                      <a:pt x="3792" y="150"/>
                    </a:lnTo>
                    <a:close/>
                    <a:moveTo>
                      <a:pt x="3612" y="480"/>
                    </a:moveTo>
                    <a:lnTo>
                      <a:pt x="3636" y="468"/>
                    </a:lnTo>
                    <a:lnTo>
                      <a:pt x="3642" y="456"/>
                    </a:lnTo>
                    <a:lnTo>
                      <a:pt x="3654" y="450"/>
                    </a:lnTo>
                    <a:lnTo>
                      <a:pt x="3660" y="438"/>
                    </a:lnTo>
                    <a:lnTo>
                      <a:pt x="3660" y="432"/>
                    </a:lnTo>
                    <a:lnTo>
                      <a:pt x="3654" y="426"/>
                    </a:lnTo>
                    <a:lnTo>
                      <a:pt x="3642" y="426"/>
                    </a:lnTo>
                    <a:lnTo>
                      <a:pt x="3630" y="420"/>
                    </a:lnTo>
                    <a:lnTo>
                      <a:pt x="3588" y="420"/>
                    </a:lnTo>
                    <a:lnTo>
                      <a:pt x="3570" y="426"/>
                    </a:lnTo>
                    <a:lnTo>
                      <a:pt x="3552" y="426"/>
                    </a:lnTo>
                    <a:lnTo>
                      <a:pt x="3534" y="438"/>
                    </a:lnTo>
                    <a:lnTo>
                      <a:pt x="3516" y="444"/>
                    </a:lnTo>
                    <a:lnTo>
                      <a:pt x="3504" y="450"/>
                    </a:lnTo>
                    <a:lnTo>
                      <a:pt x="3504" y="462"/>
                    </a:lnTo>
                    <a:lnTo>
                      <a:pt x="3528" y="468"/>
                    </a:lnTo>
                    <a:lnTo>
                      <a:pt x="3600" y="480"/>
                    </a:lnTo>
                    <a:lnTo>
                      <a:pt x="3612" y="480"/>
                    </a:lnTo>
                    <a:close/>
                    <a:moveTo>
                      <a:pt x="3954" y="180"/>
                    </a:moveTo>
                    <a:lnTo>
                      <a:pt x="3900" y="192"/>
                    </a:lnTo>
                    <a:lnTo>
                      <a:pt x="3936" y="210"/>
                    </a:lnTo>
                    <a:lnTo>
                      <a:pt x="3924" y="216"/>
                    </a:lnTo>
                    <a:lnTo>
                      <a:pt x="3918" y="222"/>
                    </a:lnTo>
                    <a:lnTo>
                      <a:pt x="3918" y="228"/>
                    </a:lnTo>
                    <a:lnTo>
                      <a:pt x="3924" y="234"/>
                    </a:lnTo>
                    <a:lnTo>
                      <a:pt x="3936" y="240"/>
                    </a:lnTo>
                    <a:lnTo>
                      <a:pt x="3966" y="240"/>
                    </a:lnTo>
                    <a:lnTo>
                      <a:pt x="3942" y="252"/>
                    </a:lnTo>
                    <a:lnTo>
                      <a:pt x="3954" y="252"/>
                    </a:lnTo>
                    <a:lnTo>
                      <a:pt x="4002" y="276"/>
                    </a:lnTo>
                    <a:lnTo>
                      <a:pt x="4014" y="276"/>
                    </a:lnTo>
                    <a:lnTo>
                      <a:pt x="4026" y="270"/>
                    </a:lnTo>
                    <a:lnTo>
                      <a:pt x="4032" y="264"/>
                    </a:lnTo>
                    <a:lnTo>
                      <a:pt x="4044" y="258"/>
                    </a:lnTo>
                    <a:lnTo>
                      <a:pt x="4050" y="252"/>
                    </a:lnTo>
                    <a:lnTo>
                      <a:pt x="4074" y="246"/>
                    </a:lnTo>
                    <a:lnTo>
                      <a:pt x="4086" y="258"/>
                    </a:lnTo>
                    <a:lnTo>
                      <a:pt x="4092" y="270"/>
                    </a:lnTo>
                    <a:lnTo>
                      <a:pt x="4098" y="276"/>
                    </a:lnTo>
                    <a:lnTo>
                      <a:pt x="4104" y="270"/>
                    </a:lnTo>
                    <a:lnTo>
                      <a:pt x="4116" y="270"/>
                    </a:lnTo>
                    <a:lnTo>
                      <a:pt x="4128" y="264"/>
                    </a:lnTo>
                    <a:lnTo>
                      <a:pt x="4134" y="258"/>
                    </a:lnTo>
                    <a:lnTo>
                      <a:pt x="4146" y="258"/>
                    </a:lnTo>
                    <a:lnTo>
                      <a:pt x="4152" y="252"/>
                    </a:lnTo>
                    <a:lnTo>
                      <a:pt x="4158" y="252"/>
                    </a:lnTo>
                    <a:lnTo>
                      <a:pt x="4170" y="246"/>
                    </a:lnTo>
                    <a:lnTo>
                      <a:pt x="4176" y="234"/>
                    </a:lnTo>
                    <a:lnTo>
                      <a:pt x="4182" y="228"/>
                    </a:lnTo>
                    <a:lnTo>
                      <a:pt x="4194" y="246"/>
                    </a:lnTo>
                    <a:lnTo>
                      <a:pt x="4218" y="222"/>
                    </a:lnTo>
                    <a:lnTo>
                      <a:pt x="4218" y="216"/>
                    </a:lnTo>
                    <a:lnTo>
                      <a:pt x="4236" y="210"/>
                    </a:lnTo>
                    <a:lnTo>
                      <a:pt x="4326" y="210"/>
                    </a:lnTo>
                    <a:lnTo>
                      <a:pt x="4332" y="204"/>
                    </a:lnTo>
                    <a:lnTo>
                      <a:pt x="4332" y="192"/>
                    </a:lnTo>
                    <a:lnTo>
                      <a:pt x="4266" y="186"/>
                    </a:lnTo>
                    <a:lnTo>
                      <a:pt x="4302" y="174"/>
                    </a:lnTo>
                    <a:lnTo>
                      <a:pt x="4302" y="132"/>
                    </a:lnTo>
                    <a:lnTo>
                      <a:pt x="4278" y="132"/>
                    </a:lnTo>
                    <a:lnTo>
                      <a:pt x="4266" y="138"/>
                    </a:lnTo>
                    <a:lnTo>
                      <a:pt x="4260" y="144"/>
                    </a:lnTo>
                    <a:lnTo>
                      <a:pt x="4248" y="150"/>
                    </a:lnTo>
                    <a:lnTo>
                      <a:pt x="4242" y="126"/>
                    </a:lnTo>
                    <a:lnTo>
                      <a:pt x="4194" y="132"/>
                    </a:lnTo>
                    <a:lnTo>
                      <a:pt x="4194" y="120"/>
                    </a:lnTo>
                    <a:lnTo>
                      <a:pt x="4176" y="84"/>
                    </a:lnTo>
                    <a:lnTo>
                      <a:pt x="4140" y="84"/>
                    </a:lnTo>
                    <a:lnTo>
                      <a:pt x="4122" y="90"/>
                    </a:lnTo>
                    <a:lnTo>
                      <a:pt x="4110" y="96"/>
                    </a:lnTo>
                    <a:lnTo>
                      <a:pt x="4104" y="102"/>
                    </a:lnTo>
                    <a:lnTo>
                      <a:pt x="4098" y="102"/>
                    </a:lnTo>
                    <a:lnTo>
                      <a:pt x="4020" y="108"/>
                    </a:lnTo>
                    <a:lnTo>
                      <a:pt x="4044" y="126"/>
                    </a:lnTo>
                    <a:lnTo>
                      <a:pt x="3996" y="126"/>
                    </a:lnTo>
                    <a:lnTo>
                      <a:pt x="3984" y="132"/>
                    </a:lnTo>
                    <a:lnTo>
                      <a:pt x="3972" y="132"/>
                    </a:lnTo>
                    <a:lnTo>
                      <a:pt x="3966" y="138"/>
                    </a:lnTo>
                    <a:lnTo>
                      <a:pt x="3984" y="156"/>
                    </a:lnTo>
                    <a:lnTo>
                      <a:pt x="3972" y="156"/>
                    </a:lnTo>
                    <a:lnTo>
                      <a:pt x="3936" y="150"/>
                    </a:lnTo>
                    <a:lnTo>
                      <a:pt x="3906" y="156"/>
                    </a:lnTo>
                    <a:lnTo>
                      <a:pt x="3888" y="168"/>
                    </a:lnTo>
                    <a:lnTo>
                      <a:pt x="3888" y="174"/>
                    </a:lnTo>
                    <a:lnTo>
                      <a:pt x="3894" y="180"/>
                    </a:lnTo>
                    <a:lnTo>
                      <a:pt x="3954" y="180"/>
                    </a:lnTo>
                    <a:close/>
                    <a:moveTo>
                      <a:pt x="3972" y="294"/>
                    </a:moveTo>
                    <a:lnTo>
                      <a:pt x="3954" y="300"/>
                    </a:lnTo>
                    <a:lnTo>
                      <a:pt x="3942" y="306"/>
                    </a:lnTo>
                    <a:lnTo>
                      <a:pt x="3936" y="312"/>
                    </a:lnTo>
                    <a:lnTo>
                      <a:pt x="3936" y="318"/>
                    </a:lnTo>
                    <a:lnTo>
                      <a:pt x="3966" y="324"/>
                    </a:lnTo>
                    <a:lnTo>
                      <a:pt x="3972" y="324"/>
                    </a:lnTo>
                    <a:lnTo>
                      <a:pt x="3990" y="306"/>
                    </a:lnTo>
                    <a:lnTo>
                      <a:pt x="3990" y="300"/>
                    </a:lnTo>
                    <a:lnTo>
                      <a:pt x="3984" y="294"/>
                    </a:lnTo>
                    <a:lnTo>
                      <a:pt x="3972" y="294"/>
                    </a:lnTo>
                    <a:close/>
                    <a:moveTo>
                      <a:pt x="3738" y="336"/>
                    </a:moveTo>
                    <a:lnTo>
                      <a:pt x="3726" y="336"/>
                    </a:lnTo>
                    <a:lnTo>
                      <a:pt x="3720" y="330"/>
                    </a:lnTo>
                    <a:lnTo>
                      <a:pt x="3672" y="330"/>
                    </a:lnTo>
                    <a:lnTo>
                      <a:pt x="3636" y="336"/>
                    </a:lnTo>
                    <a:lnTo>
                      <a:pt x="3624" y="342"/>
                    </a:lnTo>
                    <a:lnTo>
                      <a:pt x="3642" y="360"/>
                    </a:lnTo>
                    <a:lnTo>
                      <a:pt x="3654" y="360"/>
                    </a:lnTo>
                    <a:lnTo>
                      <a:pt x="3660" y="378"/>
                    </a:lnTo>
                    <a:lnTo>
                      <a:pt x="3768" y="378"/>
                    </a:lnTo>
                    <a:lnTo>
                      <a:pt x="3768" y="390"/>
                    </a:lnTo>
                    <a:lnTo>
                      <a:pt x="3762" y="396"/>
                    </a:lnTo>
                    <a:lnTo>
                      <a:pt x="3762" y="408"/>
                    </a:lnTo>
                    <a:lnTo>
                      <a:pt x="3708" y="450"/>
                    </a:lnTo>
                    <a:lnTo>
                      <a:pt x="3732" y="456"/>
                    </a:lnTo>
                    <a:lnTo>
                      <a:pt x="3720" y="468"/>
                    </a:lnTo>
                    <a:lnTo>
                      <a:pt x="3714" y="468"/>
                    </a:lnTo>
                    <a:lnTo>
                      <a:pt x="3708" y="474"/>
                    </a:lnTo>
                    <a:lnTo>
                      <a:pt x="3708" y="480"/>
                    </a:lnTo>
                    <a:lnTo>
                      <a:pt x="3726" y="480"/>
                    </a:lnTo>
                    <a:lnTo>
                      <a:pt x="3738" y="474"/>
                    </a:lnTo>
                    <a:lnTo>
                      <a:pt x="3744" y="474"/>
                    </a:lnTo>
                    <a:lnTo>
                      <a:pt x="3756" y="468"/>
                    </a:lnTo>
                    <a:lnTo>
                      <a:pt x="3756" y="480"/>
                    </a:lnTo>
                    <a:lnTo>
                      <a:pt x="3792" y="480"/>
                    </a:lnTo>
                    <a:lnTo>
                      <a:pt x="3810" y="474"/>
                    </a:lnTo>
                    <a:lnTo>
                      <a:pt x="3822" y="468"/>
                    </a:lnTo>
                    <a:lnTo>
                      <a:pt x="3840" y="468"/>
                    </a:lnTo>
                    <a:lnTo>
                      <a:pt x="3846" y="462"/>
                    </a:lnTo>
                    <a:lnTo>
                      <a:pt x="3852" y="462"/>
                    </a:lnTo>
                    <a:lnTo>
                      <a:pt x="3858" y="486"/>
                    </a:lnTo>
                    <a:lnTo>
                      <a:pt x="3924" y="480"/>
                    </a:lnTo>
                    <a:lnTo>
                      <a:pt x="4002" y="498"/>
                    </a:lnTo>
                    <a:lnTo>
                      <a:pt x="4098" y="486"/>
                    </a:lnTo>
                    <a:lnTo>
                      <a:pt x="4128" y="468"/>
                    </a:lnTo>
                    <a:lnTo>
                      <a:pt x="4122" y="474"/>
                    </a:lnTo>
                    <a:lnTo>
                      <a:pt x="4122" y="486"/>
                    </a:lnTo>
                    <a:lnTo>
                      <a:pt x="4260" y="486"/>
                    </a:lnTo>
                    <a:lnTo>
                      <a:pt x="4272" y="468"/>
                    </a:lnTo>
                    <a:lnTo>
                      <a:pt x="4338" y="438"/>
                    </a:lnTo>
                    <a:lnTo>
                      <a:pt x="4320" y="432"/>
                    </a:lnTo>
                    <a:lnTo>
                      <a:pt x="4320" y="420"/>
                    </a:lnTo>
                    <a:lnTo>
                      <a:pt x="4314" y="420"/>
                    </a:lnTo>
                    <a:lnTo>
                      <a:pt x="4308" y="414"/>
                    </a:lnTo>
                    <a:lnTo>
                      <a:pt x="4290" y="414"/>
                    </a:lnTo>
                    <a:lnTo>
                      <a:pt x="4278" y="408"/>
                    </a:lnTo>
                    <a:lnTo>
                      <a:pt x="4260" y="408"/>
                    </a:lnTo>
                    <a:lnTo>
                      <a:pt x="4242" y="402"/>
                    </a:lnTo>
                    <a:lnTo>
                      <a:pt x="4206" y="402"/>
                    </a:lnTo>
                    <a:lnTo>
                      <a:pt x="4164" y="414"/>
                    </a:lnTo>
                    <a:lnTo>
                      <a:pt x="4116" y="420"/>
                    </a:lnTo>
                    <a:lnTo>
                      <a:pt x="4074" y="426"/>
                    </a:lnTo>
                    <a:lnTo>
                      <a:pt x="4038" y="438"/>
                    </a:lnTo>
                    <a:lnTo>
                      <a:pt x="4026" y="438"/>
                    </a:lnTo>
                    <a:lnTo>
                      <a:pt x="4014" y="432"/>
                    </a:lnTo>
                    <a:lnTo>
                      <a:pt x="4008" y="426"/>
                    </a:lnTo>
                    <a:lnTo>
                      <a:pt x="3996" y="420"/>
                    </a:lnTo>
                    <a:lnTo>
                      <a:pt x="3984" y="420"/>
                    </a:lnTo>
                    <a:lnTo>
                      <a:pt x="3972" y="426"/>
                    </a:lnTo>
                    <a:lnTo>
                      <a:pt x="3960" y="426"/>
                    </a:lnTo>
                    <a:lnTo>
                      <a:pt x="3948" y="432"/>
                    </a:lnTo>
                    <a:lnTo>
                      <a:pt x="3942" y="438"/>
                    </a:lnTo>
                    <a:lnTo>
                      <a:pt x="3936" y="438"/>
                    </a:lnTo>
                    <a:lnTo>
                      <a:pt x="3912" y="414"/>
                    </a:lnTo>
                    <a:lnTo>
                      <a:pt x="3894" y="426"/>
                    </a:lnTo>
                    <a:lnTo>
                      <a:pt x="3864" y="420"/>
                    </a:lnTo>
                    <a:lnTo>
                      <a:pt x="3894" y="408"/>
                    </a:lnTo>
                    <a:lnTo>
                      <a:pt x="3876" y="396"/>
                    </a:lnTo>
                    <a:lnTo>
                      <a:pt x="3822" y="408"/>
                    </a:lnTo>
                    <a:lnTo>
                      <a:pt x="3858" y="396"/>
                    </a:lnTo>
                    <a:lnTo>
                      <a:pt x="3858" y="390"/>
                    </a:lnTo>
                    <a:lnTo>
                      <a:pt x="3924" y="384"/>
                    </a:lnTo>
                    <a:lnTo>
                      <a:pt x="3888" y="372"/>
                    </a:lnTo>
                    <a:lnTo>
                      <a:pt x="3870" y="372"/>
                    </a:lnTo>
                    <a:lnTo>
                      <a:pt x="3876" y="366"/>
                    </a:lnTo>
                    <a:lnTo>
                      <a:pt x="3876" y="360"/>
                    </a:lnTo>
                    <a:lnTo>
                      <a:pt x="3870" y="354"/>
                    </a:lnTo>
                    <a:lnTo>
                      <a:pt x="3840" y="354"/>
                    </a:lnTo>
                    <a:lnTo>
                      <a:pt x="3822" y="360"/>
                    </a:lnTo>
                    <a:lnTo>
                      <a:pt x="3804" y="360"/>
                    </a:lnTo>
                    <a:lnTo>
                      <a:pt x="3786" y="366"/>
                    </a:lnTo>
                    <a:lnTo>
                      <a:pt x="3774" y="354"/>
                    </a:lnTo>
                    <a:lnTo>
                      <a:pt x="3762" y="348"/>
                    </a:lnTo>
                    <a:lnTo>
                      <a:pt x="3756" y="342"/>
                    </a:lnTo>
                    <a:lnTo>
                      <a:pt x="3744" y="336"/>
                    </a:lnTo>
                    <a:lnTo>
                      <a:pt x="3738" y="336"/>
                    </a:lnTo>
                    <a:close/>
                    <a:moveTo>
                      <a:pt x="3264" y="420"/>
                    </a:moveTo>
                    <a:lnTo>
                      <a:pt x="3282" y="420"/>
                    </a:lnTo>
                    <a:lnTo>
                      <a:pt x="3300" y="426"/>
                    </a:lnTo>
                    <a:lnTo>
                      <a:pt x="3318" y="426"/>
                    </a:lnTo>
                    <a:lnTo>
                      <a:pt x="3330" y="432"/>
                    </a:lnTo>
                    <a:lnTo>
                      <a:pt x="3342" y="432"/>
                    </a:lnTo>
                    <a:lnTo>
                      <a:pt x="3330" y="444"/>
                    </a:lnTo>
                    <a:lnTo>
                      <a:pt x="3324" y="444"/>
                    </a:lnTo>
                    <a:lnTo>
                      <a:pt x="3324" y="456"/>
                    </a:lnTo>
                    <a:lnTo>
                      <a:pt x="3438" y="456"/>
                    </a:lnTo>
                    <a:lnTo>
                      <a:pt x="3462" y="444"/>
                    </a:lnTo>
                    <a:lnTo>
                      <a:pt x="3462" y="432"/>
                    </a:lnTo>
                    <a:lnTo>
                      <a:pt x="3468" y="426"/>
                    </a:lnTo>
                    <a:lnTo>
                      <a:pt x="3480" y="426"/>
                    </a:lnTo>
                    <a:lnTo>
                      <a:pt x="3492" y="420"/>
                    </a:lnTo>
                    <a:lnTo>
                      <a:pt x="3504" y="420"/>
                    </a:lnTo>
                    <a:lnTo>
                      <a:pt x="3510" y="414"/>
                    </a:lnTo>
                    <a:lnTo>
                      <a:pt x="3510" y="408"/>
                    </a:lnTo>
                    <a:lnTo>
                      <a:pt x="3522" y="396"/>
                    </a:lnTo>
                    <a:lnTo>
                      <a:pt x="3534" y="390"/>
                    </a:lnTo>
                    <a:lnTo>
                      <a:pt x="3540" y="384"/>
                    </a:lnTo>
                    <a:lnTo>
                      <a:pt x="3552" y="378"/>
                    </a:lnTo>
                    <a:lnTo>
                      <a:pt x="3552" y="372"/>
                    </a:lnTo>
                    <a:lnTo>
                      <a:pt x="3546" y="366"/>
                    </a:lnTo>
                    <a:lnTo>
                      <a:pt x="3534" y="360"/>
                    </a:lnTo>
                    <a:lnTo>
                      <a:pt x="3510" y="360"/>
                    </a:lnTo>
                    <a:lnTo>
                      <a:pt x="3504" y="366"/>
                    </a:lnTo>
                    <a:lnTo>
                      <a:pt x="3492" y="366"/>
                    </a:lnTo>
                    <a:lnTo>
                      <a:pt x="3486" y="360"/>
                    </a:lnTo>
                    <a:lnTo>
                      <a:pt x="3474" y="360"/>
                    </a:lnTo>
                    <a:lnTo>
                      <a:pt x="3462" y="354"/>
                    </a:lnTo>
                    <a:lnTo>
                      <a:pt x="3450" y="354"/>
                    </a:lnTo>
                    <a:lnTo>
                      <a:pt x="3432" y="348"/>
                    </a:lnTo>
                    <a:lnTo>
                      <a:pt x="3426" y="354"/>
                    </a:lnTo>
                    <a:lnTo>
                      <a:pt x="3420" y="354"/>
                    </a:lnTo>
                    <a:lnTo>
                      <a:pt x="3414" y="366"/>
                    </a:lnTo>
                    <a:lnTo>
                      <a:pt x="3414" y="396"/>
                    </a:lnTo>
                    <a:lnTo>
                      <a:pt x="3396" y="378"/>
                    </a:lnTo>
                    <a:lnTo>
                      <a:pt x="3384" y="372"/>
                    </a:lnTo>
                    <a:lnTo>
                      <a:pt x="3366" y="372"/>
                    </a:lnTo>
                    <a:lnTo>
                      <a:pt x="3354" y="384"/>
                    </a:lnTo>
                    <a:lnTo>
                      <a:pt x="3348" y="396"/>
                    </a:lnTo>
                    <a:lnTo>
                      <a:pt x="3330" y="414"/>
                    </a:lnTo>
                    <a:lnTo>
                      <a:pt x="3324" y="414"/>
                    </a:lnTo>
                    <a:lnTo>
                      <a:pt x="3300" y="366"/>
                    </a:lnTo>
                    <a:lnTo>
                      <a:pt x="3288" y="360"/>
                    </a:lnTo>
                    <a:lnTo>
                      <a:pt x="3258" y="360"/>
                    </a:lnTo>
                    <a:lnTo>
                      <a:pt x="3246" y="366"/>
                    </a:lnTo>
                    <a:lnTo>
                      <a:pt x="3240" y="372"/>
                    </a:lnTo>
                    <a:lnTo>
                      <a:pt x="3240" y="396"/>
                    </a:lnTo>
                    <a:lnTo>
                      <a:pt x="3246" y="408"/>
                    </a:lnTo>
                    <a:lnTo>
                      <a:pt x="3258" y="414"/>
                    </a:lnTo>
                    <a:lnTo>
                      <a:pt x="3264" y="420"/>
                    </a:lnTo>
                    <a:close/>
                    <a:moveTo>
                      <a:pt x="3720" y="288"/>
                    </a:moveTo>
                    <a:lnTo>
                      <a:pt x="3726" y="288"/>
                    </a:lnTo>
                    <a:lnTo>
                      <a:pt x="3732" y="294"/>
                    </a:lnTo>
                    <a:lnTo>
                      <a:pt x="3738" y="306"/>
                    </a:lnTo>
                    <a:lnTo>
                      <a:pt x="3768" y="306"/>
                    </a:lnTo>
                    <a:lnTo>
                      <a:pt x="3780" y="300"/>
                    </a:lnTo>
                    <a:lnTo>
                      <a:pt x="3834" y="300"/>
                    </a:lnTo>
                    <a:lnTo>
                      <a:pt x="3834" y="294"/>
                    </a:lnTo>
                    <a:lnTo>
                      <a:pt x="3828" y="294"/>
                    </a:lnTo>
                    <a:lnTo>
                      <a:pt x="3822" y="288"/>
                    </a:lnTo>
                    <a:lnTo>
                      <a:pt x="3810" y="288"/>
                    </a:lnTo>
                    <a:lnTo>
                      <a:pt x="3804" y="282"/>
                    </a:lnTo>
                    <a:lnTo>
                      <a:pt x="3792" y="282"/>
                    </a:lnTo>
                    <a:lnTo>
                      <a:pt x="3804" y="270"/>
                    </a:lnTo>
                    <a:lnTo>
                      <a:pt x="3816" y="264"/>
                    </a:lnTo>
                    <a:lnTo>
                      <a:pt x="3822" y="264"/>
                    </a:lnTo>
                    <a:lnTo>
                      <a:pt x="3828" y="258"/>
                    </a:lnTo>
                    <a:lnTo>
                      <a:pt x="3822" y="258"/>
                    </a:lnTo>
                    <a:lnTo>
                      <a:pt x="3810" y="252"/>
                    </a:lnTo>
                    <a:lnTo>
                      <a:pt x="3738" y="228"/>
                    </a:lnTo>
                    <a:lnTo>
                      <a:pt x="3732" y="228"/>
                    </a:lnTo>
                    <a:lnTo>
                      <a:pt x="3726" y="234"/>
                    </a:lnTo>
                    <a:lnTo>
                      <a:pt x="3714" y="240"/>
                    </a:lnTo>
                    <a:lnTo>
                      <a:pt x="3702" y="240"/>
                    </a:lnTo>
                    <a:lnTo>
                      <a:pt x="3690" y="252"/>
                    </a:lnTo>
                    <a:lnTo>
                      <a:pt x="3690" y="258"/>
                    </a:lnTo>
                    <a:lnTo>
                      <a:pt x="3696" y="264"/>
                    </a:lnTo>
                    <a:lnTo>
                      <a:pt x="3702" y="276"/>
                    </a:lnTo>
                    <a:lnTo>
                      <a:pt x="3714" y="282"/>
                    </a:lnTo>
                    <a:lnTo>
                      <a:pt x="3720" y="288"/>
                    </a:lnTo>
                    <a:close/>
                    <a:moveTo>
                      <a:pt x="3288" y="504"/>
                    </a:moveTo>
                    <a:lnTo>
                      <a:pt x="3270" y="504"/>
                    </a:lnTo>
                    <a:lnTo>
                      <a:pt x="3234" y="510"/>
                    </a:lnTo>
                    <a:lnTo>
                      <a:pt x="3186" y="516"/>
                    </a:lnTo>
                    <a:lnTo>
                      <a:pt x="3144" y="528"/>
                    </a:lnTo>
                    <a:lnTo>
                      <a:pt x="3132" y="534"/>
                    </a:lnTo>
                    <a:lnTo>
                      <a:pt x="3126" y="540"/>
                    </a:lnTo>
                    <a:lnTo>
                      <a:pt x="3132" y="540"/>
                    </a:lnTo>
                    <a:lnTo>
                      <a:pt x="3150" y="558"/>
                    </a:lnTo>
                    <a:lnTo>
                      <a:pt x="3156" y="570"/>
                    </a:lnTo>
                    <a:lnTo>
                      <a:pt x="3156" y="576"/>
                    </a:lnTo>
                    <a:lnTo>
                      <a:pt x="3138" y="582"/>
                    </a:lnTo>
                    <a:lnTo>
                      <a:pt x="3120" y="570"/>
                    </a:lnTo>
                    <a:lnTo>
                      <a:pt x="3090" y="564"/>
                    </a:lnTo>
                    <a:lnTo>
                      <a:pt x="3048" y="570"/>
                    </a:lnTo>
                    <a:lnTo>
                      <a:pt x="3066" y="606"/>
                    </a:lnTo>
                    <a:lnTo>
                      <a:pt x="3072" y="612"/>
                    </a:lnTo>
                    <a:lnTo>
                      <a:pt x="3084" y="618"/>
                    </a:lnTo>
                    <a:lnTo>
                      <a:pt x="3102" y="624"/>
                    </a:lnTo>
                    <a:lnTo>
                      <a:pt x="3114" y="630"/>
                    </a:lnTo>
                    <a:lnTo>
                      <a:pt x="3120" y="642"/>
                    </a:lnTo>
                    <a:lnTo>
                      <a:pt x="3120" y="654"/>
                    </a:lnTo>
                    <a:lnTo>
                      <a:pt x="3126" y="666"/>
                    </a:lnTo>
                    <a:lnTo>
                      <a:pt x="3126" y="678"/>
                    </a:lnTo>
                    <a:lnTo>
                      <a:pt x="3144" y="678"/>
                    </a:lnTo>
                    <a:lnTo>
                      <a:pt x="3228" y="666"/>
                    </a:lnTo>
                    <a:lnTo>
                      <a:pt x="3264" y="660"/>
                    </a:lnTo>
                    <a:lnTo>
                      <a:pt x="3276" y="654"/>
                    </a:lnTo>
                    <a:lnTo>
                      <a:pt x="3282" y="642"/>
                    </a:lnTo>
                    <a:lnTo>
                      <a:pt x="3288" y="624"/>
                    </a:lnTo>
                    <a:lnTo>
                      <a:pt x="3300" y="600"/>
                    </a:lnTo>
                    <a:lnTo>
                      <a:pt x="3300" y="588"/>
                    </a:lnTo>
                    <a:lnTo>
                      <a:pt x="3228" y="576"/>
                    </a:lnTo>
                    <a:lnTo>
                      <a:pt x="3240" y="570"/>
                    </a:lnTo>
                    <a:lnTo>
                      <a:pt x="3348" y="534"/>
                    </a:lnTo>
                    <a:lnTo>
                      <a:pt x="3360" y="528"/>
                    </a:lnTo>
                    <a:lnTo>
                      <a:pt x="3354" y="522"/>
                    </a:lnTo>
                    <a:lnTo>
                      <a:pt x="3342" y="516"/>
                    </a:lnTo>
                    <a:lnTo>
                      <a:pt x="3324" y="510"/>
                    </a:lnTo>
                    <a:lnTo>
                      <a:pt x="3312" y="510"/>
                    </a:lnTo>
                    <a:lnTo>
                      <a:pt x="3300" y="504"/>
                    </a:lnTo>
                    <a:lnTo>
                      <a:pt x="3288" y="504"/>
                    </a:lnTo>
                    <a:close/>
                    <a:moveTo>
                      <a:pt x="2898" y="744"/>
                    </a:moveTo>
                    <a:lnTo>
                      <a:pt x="2880" y="738"/>
                    </a:lnTo>
                    <a:lnTo>
                      <a:pt x="2796" y="738"/>
                    </a:lnTo>
                    <a:lnTo>
                      <a:pt x="2874" y="696"/>
                    </a:lnTo>
                    <a:lnTo>
                      <a:pt x="2880" y="684"/>
                    </a:lnTo>
                    <a:lnTo>
                      <a:pt x="2886" y="654"/>
                    </a:lnTo>
                    <a:lnTo>
                      <a:pt x="2898" y="624"/>
                    </a:lnTo>
                    <a:lnTo>
                      <a:pt x="2898" y="588"/>
                    </a:lnTo>
                    <a:lnTo>
                      <a:pt x="2880" y="570"/>
                    </a:lnTo>
                    <a:lnTo>
                      <a:pt x="2850" y="570"/>
                    </a:lnTo>
                    <a:lnTo>
                      <a:pt x="2814" y="576"/>
                    </a:lnTo>
                    <a:lnTo>
                      <a:pt x="2796" y="582"/>
                    </a:lnTo>
                    <a:lnTo>
                      <a:pt x="2784" y="588"/>
                    </a:lnTo>
                    <a:lnTo>
                      <a:pt x="2784" y="594"/>
                    </a:lnTo>
                    <a:lnTo>
                      <a:pt x="2766" y="612"/>
                    </a:lnTo>
                    <a:lnTo>
                      <a:pt x="2760" y="630"/>
                    </a:lnTo>
                    <a:lnTo>
                      <a:pt x="2736" y="654"/>
                    </a:lnTo>
                    <a:lnTo>
                      <a:pt x="2718" y="666"/>
                    </a:lnTo>
                    <a:lnTo>
                      <a:pt x="2706" y="672"/>
                    </a:lnTo>
                    <a:lnTo>
                      <a:pt x="2700" y="672"/>
                    </a:lnTo>
                    <a:lnTo>
                      <a:pt x="2694" y="666"/>
                    </a:lnTo>
                    <a:lnTo>
                      <a:pt x="2694" y="660"/>
                    </a:lnTo>
                    <a:lnTo>
                      <a:pt x="2700" y="654"/>
                    </a:lnTo>
                    <a:lnTo>
                      <a:pt x="2706" y="642"/>
                    </a:lnTo>
                    <a:lnTo>
                      <a:pt x="2712" y="636"/>
                    </a:lnTo>
                    <a:lnTo>
                      <a:pt x="2718" y="624"/>
                    </a:lnTo>
                    <a:lnTo>
                      <a:pt x="2718" y="612"/>
                    </a:lnTo>
                    <a:lnTo>
                      <a:pt x="2724" y="606"/>
                    </a:lnTo>
                    <a:lnTo>
                      <a:pt x="2724" y="600"/>
                    </a:lnTo>
                    <a:lnTo>
                      <a:pt x="2706" y="594"/>
                    </a:lnTo>
                    <a:lnTo>
                      <a:pt x="2676" y="588"/>
                    </a:lnTo>
                    <a:lnTo>
                      <a:pt x="2628" y="588"/>
                    </a:lnTo>
                    <a:lnTo>
                      <a:pt x="2622" y="606"/>
                    </a:lnTo>
                    <a:lnTo>
                      <a:pt x="2610" y="612"/>
                    </a:lnTo>
                    <a:lnTo>
                      <a:pt x="2586" y="618"/>
                    </a:lnTo>
                    <a:lnTo>
                      <a:pt x="2550" y="624"/>
                    </a:lnTo>
                    <a:lnTo>
                      <a:pt x="2508" y="630"/>
                    </a:lnTo>
                    <a:lnTo>
                      <a:pt x="2490" y="630"/>
                    </a:lnTo>
                    <a:lnTo>
                      <a:pt x="2496" y="624"/>
                    </a:lnTo>
                    <a:lnTo>
                      <a:pt x="2508" y="618"/>
                    </a:lnTo>
                    <a:lnTo>
                      <a:pt x="2520" y="618"/>
                    </a:lnTo>
                    <a:lnTo>
                      <a:pt x="2538" y="612"/>
                    </a:lnTo>
                    <a:lnTo>
                      <a:pt x="2550" y="606"/>
                    </a:lnTo>
                    <a:lnTo>
                      <a:pt x="2586" y="594"/>
                    </a:lnTo>
                    <a:lnTo>
                      <a:pt x="2598" y="588"/>
                    </a:lnTo>
                    <a:lnTo>
                      <a:pt x="2604" y="588"/>
                    </a:lnTo>
                    <a:lnTo>
                      <a:pt x="2604" y="582"/>
                    </a:lnTo>
                    <a:lnTo>
                      <a:pt x="2592" y="576"/>
                    </a:lnTo>
                    <a:lnTo>
                      <a:pt x="2556" y="576"/>
                    </a:lnTo>
                    <a:lnTo>
                      <a:pt x="2496" y="594"/>
                    </a:lnTo>
                    <a:lnTo>
                      <a:pt x="2460" y="600"/>
                    </a:lnTo>
                    <a:lnTo>
                      <a:pt x="2466" y="594"/>
                    </a:lnTo>
                    <a:lnTo>
                      <a:pt x="2478" y="588"/>
                    </a:lnTo>
                    <a:lnTo>
                      <a:pt x="2490" y="576"/>
                    </a:lnTo>
                    <a:lnTo>
                      <a:pt x="2502" y="570"/>
                    </a:lnTo>
                    <a:lnTo>
                      <a:pt x="2514" y="558"/>
                    </a:lnTo>
                    <a:lnTo>
                      <a:pt x="2508" y="558"/>
                    </a:lnTo>
                    <a:lnTo>
                      <a:pt x="2508" y="552"/>
                    </a:lnTo>
                    <a:lnTo>
                      <a:pt x="2496" y="552"/>
                    </a:lnTo>
                    <a:lnTo>
                      <a:pt x="2346" y="600"/>
                    </a:lnTo>
                    <a:lnTo>
                      <a:pt x="2328" y="600"/>
                    </a:lnTo>
                    <a:lnTo>
                      <a:pt x="2244" y="624"/>
                    </a:lnTo>
                    <a:lnTo>
                      <a:pt x="2250" y="642"/>
                    </a:lnTo>
                    <a:lnTo>
                      <a:pt x="2190" y="660"/>
                    </a:lnTo>
                    <a:lnTo>
                      <a:pt x="2172" y="678"/>
                    </a:lnTo>
                    <a:lnTo>
                      <a:pt x="2202" y="690"/>
                    </a:lnTo>
                    <a:lnTo>
                      <a:pt x="2208" y="684"/>
                    </a:lnTo>
                    <a:lnTo>
                      <a:pt x="2220" y="678"/>
                    </a:lnTo>
                    <a:lnTo>
                      <a:pt x="2238" y="678"/>
                    </a:lnTo>
                    <a:lnTo>
                      <a:pt x="2244" y="684"/>
                    </a:lnTo>
                    <a:lnTo>
                      <a:pt x="2244" y="690"/>
                    </a:lnTo>
                    <a:lnTo>
                      <a:pt x="2238" y="696"/>
                    </a:lnTo>
                    <a:lnTo>
                      <a:pt x="2226" y="696"/>
                    </a:lnTo>
                    <a:lnTo>
                      <a:pt x="2208" y="702"/>
                    </a:lnTo>
                    <a:lnTo>
                      <a:pt x="2196" y="702"/>
                    </a:lnTo>
                    <a:lnTo>
                      <a:pt x="2160" y="720"/>
                    </a:lnTo>
                    <a:lnTo>
                      <a:pt x="2166" y="732"/>
                    </a:lnTo>
                    <a:lnTo>
                      <a:pt x="2196" y="732"/>
                    </a:lnTo>
                    <a:lnTo>
                      <a:pt x="2238" y="738"/>
                    </a:lnTo>
                    <a:lnTo>
                      <a:pt x="2322" y="738"/>
                    </a:lnTo>
                    <a:lnTo>
                      <a:pt x="2352" y="744"/>
                    </a:lnTo>
                    <a:lnTo>
                      <a:pt x="2352" y="750"/>
                    </a:lnTo>
                    <a:lnTo>
                      <a:pt x="2322" y="762"/>
                    </a:lnTo>
                    <a:lnTo>
                      <a:pt x="2280" y="762"/>
                    </a:lnTo>
                    <a:lnTo>
                      <a:pt x="2172" y="774"/>
                    </a:lnTo>
                    <a:lnTo>
                      <a:pt x="2136" y="774"/>
                    </a:lnTo>
                    <a:lnTo>
                      <a:pt x="2112" y="786"/>
                    </a:lnTo>
                    <a:lnTo>
                      <a:pt x="2106" y="792"/>
                    </a:lnTo>
                    <a:lnTo>
                      <a:pt x="2118" y="804"/>
                    </a:lnTo>
                    <a:lnTo>
                      <a:pt x="2130" y="810"/>
                    </a:lnTo>
                    <a:lnTo>
                      <a:pt x="2148" y="810"/>
                    </a:lnTo>
                    <a:lnTo>
                      <a:pt x="2160" y="816"/>
                    </a:lnTo>
                    <a:lnTo>
                      <a:pt x="2178" y="822"/>
                    </a:lnTo>
                    <a:lnTo>
                      <a:pt x="2190" y="828"/>
                    </a:lnTo>
                    <a:lnTo>
                      <a:pt x="2190" y="834"/>
                    </a:lnTo>
                    <a:lnTo>
                      <a:pt x="2184" y="840"/>
                    </a:lnTo>
                    <a:lnTo>
                      <a:pt x="2172" y="840"/>
                    </a:lnTo>
                    <a:lnTo>
                      <a:pt x="2154" y="858"/>
                    </a:lnTo>
                    <a:lnTo>
                      <a:pt x="2166" y="870"/>
                    </a:lnTo>
                    <a:lnTo>
                      <a:pt x="2322" y="870"/>
                    </a:lnTo>
                    <a:lnTo>
                      <a:pt x="2370" y="864"/>
                    </a:lnTo>
                    <a:lnTo>
                      <a:pt x="2436" y="858"/>
                    </a:lnTo>
                    <a:lnTo>
                      <a:pt x="2508" y="846"/>
                    </a:lnTo>
                    <a:lnTo>
                      <a:pt x="2574" y="840"/>
                    </a:lnTo>
                    <a:lnTo>
                      <a:pt x="2616" y="828"/>
                    </a:lnTo>
                    <a:lnTo>
                      <a:pt x="2652" y="828"/>
                    </a:lnTo>
                    <a:lnTo>
                      <a:pt x="2736" y="864"/>
                    </a:lnTo>
                    <a:lnTo>
                      <a:pt x="2778" y="876"/>
                    </a:lnTo>
                    <a:lnTo>
                      <a:pt x="2796" y="876"/>
                    </a:lnTo>
                    <a:lnTo>
                      <a:pt x="2814" y="870"/>
                    </a:lnTo>
                    <a:lnTo>
                      <a:pt x="2832" y="852"/>
                    </a:lnTo>
                    <a:lnTo>
                      <a:pt x="2838" y="840"/>
                    </a:lnTo>
                    <a:lnTo>
                      <a:pt x="2844" y="834"/>
                    </a:lnTo>
                    <a:lnTo>
                      <a:pt x="2844" y="822"/>
                    </a:lnTo>
                    <a:lnTo>
                      <a:pt x="2766" y="822"/>
                    </a:lnTo>
                    <a:lnTo>
                      <a:pt x="2802" y="798"/>
                    </a:lnTo>
                    <a:lnTo>
                      <a:pt x="2850" y="798"/>
                    </a:lnTo>
                    <a:lnTo>
                      <a:pt x="2898" y="792"/>
                    </a:lnTo>
                    <a:lnTo>
                      <a:pt x="2910" y="786"/>
                    </a:lnTo>
                    <a:lnTo>
                      <a:pt x="2916" y="786"/>
                    </a:lnTo>
                    <a:lnTo>
                      <a:pt x="2922" y="780"/>
                    </a:lnTo>
                    <a:lnTo>
                      <a:pt x="2916" y="768"/>
                    </a:lnTo>
                    <a:lnTo>
                      <a:pt x="2898" y="750"/>
                    </a:lnTo>
                    <a:lnTo>
                      <a:pt x="2898" y="744"/>
                    </a:lnTo>
                    <a:close/>
                    <a:moveTo>
                      <a:pt x="2868" y="882"/>
                    </a:moveTo>
                    <a:lnTo>
                      <a:pt x="2886" y="882"/>
                    </a:lnTo>
                    <a:lnTo>
                      <a:pt x="2904" y="876"/>
                    </a:lnTo>
                    <a:lnTo>
                      <a:pt x="2910" y="870"/>
                    </a:lnTo>
                    <a:lnTo>
                      <a:pt x="2910" y="864"/>
                    </a:lnTo>
                    <a:lnTo>
                      <a:pt x="2904" y="858"/>
                    </a:lnTo>
                    <a:lnTo>
                      <a:pt x="2880" y="858"/>
                    </a:lnTo>
                    <a:lnTo>
                      <a:pt x="2868" y="870"/>
                    </a:lnTo>
                    <a:lnTo>
                      <a:pt x="2868" y="882"/>
                    </a:lnTo>
                    <a:close/>
                    <a:moveTo>
                      <a:pt x="3276" y="330"/>
                    </a:moveTo>
                    <a:lnTo>
                      <a:pt x="3288" y="330"/>
                    </a:lnTo>
                    <a:lnTo>
                      <a:pt x="3294" y="324"/>
                    </a:lnTo>
                    <a:lnTo>
                      <a:pt x="3300" y="312"/>
                    </a:lnTo>
                    <a:lnTo>
                      <a:pt x="3300" y="306"/>
                    </a:lnTo>
                    <a:lnTo>
                      <a:pt x="3294" y="294"/>
                    </a:lnTo>
                    <a:lnTo>
                      <a:pt x="3288" y="288"/>
                    </a:lnTo>
                    <a:lnTo>
                      <a:pt x="3276" y="288"/>
                    </a:lnTo>
                    <a:lnTo>
                      <a:pt x="3270" y="300"/>
                    </a:lnTo>
                    <a:lnTo>
                      <a:pt x="3264" y="306"/>
                    </a:lnTo>
                    <a:lnTo>
                      <a:pt x="3264" y="324"/>
                    </a:lnTo>
                    <a:lnTo>
                      <a:pt x="3270" y="330"/>
                    </a:lnTo>
                    <a:lnTo>
                      <a:pt x="3276" y="330"/>
                    </a:lnTo>
                    <a:close/>
                    <a:moveTo>
                      <a:pt x="3462" y="228"/>
                    </a:moveTo>
                    <a:lnTo>
                      <a:pt x="3450" y="240"/>
                    </a:lnTo>
                    <a:lnTo>
                      <a:pt x="3450" y="252"/>
                    </a:lnTo>
                    <a:lnTo>
                      <a:pt x="3456" y="258"/>
                    </a:lnTo>
                    <a:lnTo>
                      <a:pt x="3528" y="258"/>
                    </a:lnTo>
                    <a:lnTo>
                      <a:pt x="3546" y="276"/>
                    </a:lnTo>
                    <a:lnTo>
                      <a:pt x="3558" y="282"/>
                    </a:lnTo>
                    <a:lnTo>
                      <a:pt x="3588" y="282"/>
                    </a:lnTo>
                    <a:lnTo>
                      <a:pt x="3612" y="270"/>
                    </a:lnTo>
                    <a:lnTo>
                      <a:pt x="3618" y="264"/>
                    </a:lnTo>
                    <a:lnTo>
                      <a:pt x="3606" y="252"/>
                    </a:lnTo>
                    <a:lnTo>
                      <a:pt x="3636" y="246"/>
                    </a:lnTo>
                    <a:lnTo>
                      <a:pt x="3594" y="210"/>
                    </a:lnTo>
                    <a:lnTo>
                      <a:pt x="3552" y="216"/>
                    </a:lnTo>
                    <a:lnTo>
                      <a:pt x="3534" y="198"/>
                    </a:lnTo>
                    <a:lnTo>
                      <a:pt x="3450" y="198"/>
                    </a:lnTo>
                    <a:lnTo>
                      <a:pt x="3438" y="204"/>
                    </a:lnTo>
                    <a:lnTo>
                      <a:pt x="3426" y="204"/>
                    </a:lnTo>
                    <a:lnTo>
                      <a:pt x="3420" y="210"/>
                    </a:lnTo>
                    <a:lnTo>
                      <a:pt x="3438" y="228"/>
                    </a:lnTo>
                    <a:lnTo>
                      <a:pt x="3462" y="228"/>
                    </a:lnTo>
                    <a:close/>
                    <a:moveTo>
                      <a:pt x="3432" y="1302"/>
                    </a:moveTo>
                    <a:lnTo>
                      <a:pt x="3408" y="1326"/>
                    </a:lnTo>
                    <a:lnTo>
                      <a:pt x="3408" y="1344"/>
                    </a:lnTo>
                    <a:lnTo>
                      <a:pt x="3438" y="1344"/>
                    </a:lnTo>
                    <a:lnTo>
                      <a:pt x="3462" y="1332"/>
                    </a:lnTo>
                    <a:lnTo>
                      <a:pt x="3468" y="1332"/>
                    </a:lnTo>
                    <a:lnTo>
                      <a:pt x="3480" y="1326"/>
                    </a:lnTo>
                    <a:lnTo>
                      <a:pt x="3486" y="1326"/>
                    </a:lnTo>
                    <a:lnTo>
                      <a:pt x="3504" y="1308"/>
                    </a:lnTo>
                    <a:lnTo>
                      <a:pt x="3516" y="1290"/>
                    </a:lnTo>
                    <a:lnTo>
                      <a:pt x="3516" y="1266"/>
                    </a:lnTo>
                    <a:lnTo>
                      <a:pt x="3510" y="1260"/>
                    </a:lnTo>
                    <a:lnTo>
                      <a:pt x="3498" y="1260"/>
                    </a:lnTo>
                    <a:lnTo>
                      <a:pt x="3480" y="1266"/>
                    </a:lnTo>
                    <a:lnTo>
                      <a:pt x="3432" y="1302"/>
                    </a:lnTo>
                    <a:close/>
                    <a:moveTo>
                      <a:pt x="4416" y="1392"/>
                    </a:moveTo>
                    <a:lnTo>
                      <a:pt x="4428" y="1380"/>
                    </a:lnTo>
                    <a:lnTo>
                      <a:pt x="4428" y="1374"/>
                    </a:lnTo>
                    <a:lnTo>
                      <a:pt x="4386" y="1374"/>
                    </a:lnTo>
                    <a:lnTo>
                      <a:pt x="4386" y="1380"/>
                    </a:lnTo>
                    <a:lnTo>
                      <a:pt x="4404" y="1398"/>
                    </a:lnTo>
                    <a:lnTo>
                      <a:pt x="4416" y="1392"/>
                    </a:lnTo>
                    <a:close/>
                    <a:moveTo>
                      <a:pt x="3120" y="2034"/>
                    </a:moveTo>
                    <a:lnTo>
                      <a:pt x="3132" y="2034"/>
                    </a:lnTo>
                    <a:lnTo>
                      <a:pt x="3138" y="2028"/>
                    </a:lnTo>
                    <a:lnTo>
                      <a:pt x="3132" y="2022"/>
                    </a:lnTo>
                    <a:lnTo>
                      <a:pt x="3120" y="2016"/>
                    </a:lnTo>
                    <a:lnTo>
                      <a:pt x="3114" y="2010"/>
                    </a:lnTo>
                    <a:lnTo>
                      <a:pt x="3108" y="2010"/>
                    </a:lnTo>
                    <a:lnTo>
                      <a:pt x="3090" y="2016"/>
                    </a:lnTo>
                    <a:lnTo>
                      <a:pt x="3078" y="2022"/>
                    </a:lnTo>
                    <a:lnTo>
                      <a:pt x="3072" y="2022"/>
                    </a:lnTo>
                    <a:lnTo>
                      <a:pt x="3072" y="2028"/>
                    </a:lnTo>
                    <a:lnTo>
                      <a:pt x="3078" y="2034"/>
                    </a:lnTo>
                    <a:lnTo>
                      <a:pt x="3120" y="2034"/>
                    </a:lnTo>
                    <a:close/>
                    <a:moveTo>
                      <a:pt x="4758" y="996"/>
                    </a:moveTo>
                    <a:lnTo>
                      <a:pt x="4746" y="996"/>
                    </a:lnTo>
                    <a:lnTo>
                      <a:pt x="4734" y="984"/>
                    </a:lnTo>
                    <a:lnTo>
                      <a:pt x="4704" y="1008"/>
                    </a:lnTo>
                    <a:lnTo>
                      <a:pt x="4704" y="978"/>
                    </a:lnTo>
                    <a:lnTo>
                      <a:pt x="4662" y="978"/>
                    </a:lnTo>
                    <a:lnTo>
                      <a:pt x="4668" y="978"/>
                    </a:lnTo>
                    <a:lnTo>
                      <a:pt x="4674" y="972"/>
                    </a:lnTo>
                    <a:lnTo>
                      <a:pt x="4686" y="972"/>
                    </a:lnTo>
                    <a:lnTo>
                      <a:pt x="4698" y="966"/>
                    </a:lnTo>
                    <a:lnTo>
                      <a:pt x="4704" y="954"/>
                    </a:lnTo>
                    <a:lnTo>
                      <a:pt x="4704" y="948"/>
                    </a:lnTo>
                    <a:lnTo>
                      <a:pt x="4698" y="942"/>
                    </a:lnTo>
                    <a:lnTo>
                      <a:pt x="4680" y="942"/>
                    </a:lnTo>
                    <a:lnTo>
                      <a:pt x="4668" y="936"/>
                    </a:lnTo>
                    <a:lnTo>
                      <a:pt x="4650" y="936"/>
                    </a:lnTo>
                    <a:lnTo>
                      <a:pt x="4632" y="930"/>
                    </a:lnTo>
                    <a:lnTo>
                      <a:pt x="4620" y="930"/>
                    </a:lnTo>
                    <a:lnTo>
                      <a:pt x="4614" y="918"/>
                    </a:lnTo>
                    <a:lnTo>
                      <a:pt x="4566" y="912"/>
                    </a:lnTo>
                    <a:lnTo>
                      <a:pt x="4500" y="870"/>
                    </a:lnTo>
                    <a:lnTo>
                      <a:pt x="4566" y="864"/>
                    </a:lnTo>
                    <a:lnTo>
                      <a:pt x="4536" y="840"/>
                    </a:lnTo>
                    <a:lnTo>
                      <a:pt x="4542" y="840"/>
                    </a:lnTo>
                    <a:lnTo>
                      <a:pt x="4548" y="834"/>
                    </a:lnTo>
                    <a:lnTo>
                      <a:pt x="4584" y="834"/>
                    </a:lnTo>
                    <a:lnTo>
                      <a:pt x="4596" y="840"/>
                    </a:lnTo>
                    <a:lnTo>
                      <a:pt x="4638" y="840"/>
                    </a:lnTo>
                    <a:lnTo>
                      <a:pt x="4638" y="834"/>
                    </a:lnTo>
                    <a:lnTo>
                      <a:pt x="4632" y="828"/>
                    </a:lnTo>
                    <a:lnTo>
                      <a:pt x="4614" y="822"/>
                    </a:lnTo>
                    <a:lnTo>
                      <a:pt x="4596" y="822"/>
                    </a:lnTo>
                    <a:lnTo>
                      <a:pt x="4578" y="816"/>
                    </a:lnTo>
                    <a:lnTo>
                      <a:pt x="4518" y="816"/>
                    </a:lnTo>
                    <a:lnTo>
                      <a:pt x="4536" y="816"/>
                    </a:lnTo>
                    <a:lnTo>
                      <a:pt x="4620" y="804"/>
                    </a:lnTo>
                    <a:lnTo>
                      <a:pt x="4638" y="798"/>
                    </a:lnTo>
                    <a:lnTo>
                      <a:pt x="4638" y="792"/>
                    </a:lnTo>
                    <a:lnTo>
                      <a:pt x="4632" y="792"/>
                    </a:lnTo>
                    <a:lnTo>
                      <a:pt x="4626" y="786"/>
                    </a:lnTo>
                    <a:lnTo>
                      <a:pt x="4608" y="786"/>
                    </a:lnTo>
                    <a:lnTo>
                      <a:pt x="4500" y="798"/>
                    </a:lnTo>
                    <a:lnTo>
                      <a:pt x="4560" y="762"/>
                    </a:lnTo>
                    <a:lnTo>
                      <a:pt x="4620" y="762"/>
                    </a:lnTo>
                    <a:lnTo>
                      <a:pt x="4626" y="756"/>
                    </a:lnTo>
                    <a:lnTo>
                      <a:pt x="4620" y="750"/>
                    </a:lnTo>
                    <a:lnTo>
                      <a:pt x="4584" y="738"/>
                    </a:lnTo>
                    <a:lnTo>
                      <a:pt x="4572" y="732"/>
                    </a:lnTo>
                    <a:lnTo>
                      <a:pt x="4554" y="732"/>
                    </a:lnTo>
                    <a:lnTo>
                      <a:pt x="4518" y="750"/>
                    </a:lnTo>
                    <a:lnTo>
                      <a:pt x="4500" y="744"/>
                    </a:lnTo>
                    <a:lnTo>
                      <a:pt x="4458" y="774"/>
                    </a:lnTo>
                    <a:lnTo>
                      <a:pt x="4464" y="756"/>
                    </a:lnTo>
                    <a:lnTo>
                      <a:pt x="4440" y="774"/>
                    </a:lnTo>
                    <a:lnTo>
                      <a:pt x="4464" y="744"/>
                    </a:lnTo>
                    <a:lnTo>
                      <a:pt x="4500" y="744"/>
                    </a:lnTo>
                    <a:lnTo>
                      <a:pt x="4506" y="738"/>
                    </a:lnTo>
                    <a:lnTo>
                      <a:pt x="4518" y="714"/>
                    </a:lnTo>
                    <a:lnTo>
                      <a:pt x="4518" y="708"/>
                    </a:lnTo>
                    <a:lnTo>
                      <a:pt x="4512" y="702"/>
                    </a:lnTo>
                    <a:lnTo>
                      <a:pt x="4506" y="708"/>
                    </a:lnTo>
                    <a:lnTo>
                      <a:pt x="4494" y="714"/>
                    </a:lnTo>
                    <a:lnTo>
                      <a:pt x="4488" y="726"/>
                    </a:lnTo>
                    <a:lnTo>
                      <a:pt x="4452" y="726"/>
                    </a:lnTo>
                    <a:lnTo>
                      <a:pt x="4428" y="738"/>
                    </a:lnTo>
                    <a:lnTo>
                      <a:pt x="4452" y="708"/>
                    </a:lnTo>
                    <a:lnTo>
                      <a:pt x="4482" y="708"/>
                    </a:lnTo>
                    <a:lnTo>
                      <a:pt x="4494" y="702"/>
                    </a:lnTo>
                    <a:lnTo>
                      <a:pt x="4500" y="702"/>
                    </a:lnTo>
                    <a:lnTo>
                      <a:pt x="4506" y="696"/>
                    </a:lnTo>
                    <a:lnTo>
                      <a:pt x="4506" y="690"/>
                    </a:lnTo>
                    <a:lnTo>
                      <a:pt x="4500" y="684"/>
                    </a:lnTo>
                    <a:lnTo>
                      <a:pt x="4458" y="684"/>
                    </a:lnTo>
                    <a:lnTo>
                      <a:pt x="4446" y="690"/>
                    </a:lnTo>
                    <a:lnTo>
                      <a:pt x="4428" y="696"/>
                    </a:lnTo>
                    <a:lnTo>
                      <a:pt x="4422" y="702"/>
                    </a:lnTo>
                    <a:lnTo>
                      <a:pt x="4416" y="702"/>
                    </a:lnTo>
                    <a:lnTo>
                      <a:pt x="4404" y="684"/>
                    </a:lnTo>
                    <a:lnTo>
                      <a:pt x="4380" y="702"/>
                    </a:lnTo>
                    <a:lnTo>
                      <a:pt x="4398" y="672"/>
                    </a:lnTo>
                    <a:lnTo>
                      <a:pt x="4344" y="696"/>
                    </a:lnTo>
                    <a:lnTo>
                      <a:pt x="4344" y="672"/>
                    </a:lnTo>
                    <a:lnTo>
                      <a:pt x="4350" y="672"/>
                    </a:lnTo>
                    <a:lnTo>
                      <a:pt x="4356" y="666"/>
                    </a:lnTo>
                    <a:lnTo>
                      <a:pt x="4368" y="666"/>
                    </a:lnTo>
                    <a:lnTo>
                      <a:pt x="4386" y="660"/>
                    </a:lnTo>
                    <a:lnTo>
                      <a:pt x="4392" y="660"/>
                    </a:lnTo>
                    <a:lnTo>
                      <a:pt x="4398" y="654"/>
                    </a:lnTo>
                    <a:lnTo>
                      <a:pt x="4356" y="654"/>
                    </a:lnTo>
                    <a:lnTo>
                      <a:pt x="4338" y="660"/>
                    </a:lnTo>
                    <a:lnTo>
                      <a:pt x="4326" y="660"/>
                    </a:lnTo>
                    <a:lnTo>
                      <a:pt x="4320" y="648"/>
                    </a:lnTo>
                    <a:lnTo>
                      <a:pt x="4332" y="648"/>
                    </a:lnTo>
                    <a:lnTo>
                      <a:pt x="4356" y="636"/>
                    </a:lnTo>
                    <a:lnTo>
                      <a:pt x="4368" y="636"/>
                    </a:lnTo>
                    <a:lnTo>
                      <a:pt x="4380" y="630"/>
                    </a:lnTo>
                    <a:lnTo>
                      <a:pt x="4386" y="624"/>
                    </a:lnTo>
                    <a:lnTo>
                      <a:pt x="4368" y="618"/>
                    </a:lnTo>
                    <a:lnTo>
                      <a:pt x="4326" y="612"/>
                    </a:lnTo>
                    <a:lnTo>
                      <a:pt x="4290" y="612"/>
                    </a:lnTo>
                    <a:lnTo>
                      <a:pt x="4266" y="606"/>
                    </a:lnTo>
                    <a:lnTo>
                      <a:pt x="4236" y="606"/>
                    </a:lnTo>
                    <a:lnTo>
                      <a:pt x="4230" y="612"/>
                    </a:lnTo>
                    <a:lnTo>
                      <a:pt x="4230" y="618"/>
                    </a:lnTo>
                    <a:lnTo>
                      <a:pt x="4236" y="624"/>
                    </a:lnTo>
                    <a:lnTo>
                      <a:pt x="4242" y="636"/>
                    </a:lnTo>
                    <a:lnTo>
                      <a:pt x="4206" y="630"/>
                    </a:lnTo>
                    <a:lnTo>
                      <a:pt x="4212" y="660"/>
                    </a:lnTo>
                    <a:lnTo>
                      <a:pt x="4194" y="636"/>
                    </a:lnTo>
                    <a:lnTo>
                      <a:pt x="4152" y="660"/>
                    </a:lnTo>
                    <a:lnTo>
                      <a:pt x="4158" y="654"/>
                    </a:lnTo>
                    <a:lnTo>
                      <a:pt x="4158" y="636"/>
                    </a:lnTo>
                    <a:lnTo>
                      <a:pt x="4152" y="630"/>
                    </a:lnTo>
                    <a:lnTo>
                      <a:pt x="4140" y="630"/>
                    </a:lnTo>
                    <a:lnTo>
                      <a:pt x="4122" y="636"/>
                    </a:lnTo>
                    <a:lnTo>
                      <a:pt x="4110" y="642"/>
                    </a:lnTo>
                    <a:lnTo>
                      <a:pt x="4098" y="642"/>
                    </a:lnTo>
                    <a:lnTo>
                      <a:pt x="4086" y="648"/>
                    </a:lnTo>
                    <a:lnTo>
                      <a:pt x="4080" y="654"/>
                    </a:lnTo>
                    <a:lnTo>
                      <a:pt x="4074" y="654"/>
                    </a:lnTo>
                    <a:lnTo>
                      <a:pt x="4092" y="618"/>
                    </a:lnTo>
                    <a:lnTo>
                      <a:pt x="4110" y="618"/>
                    </a:lnTo>
                    <a:lnTo>
                      <a:pt x="4122" y="612"/>
                    </a:lnTo>
                    <a:lnTo>
                      <a:pt x="4134" y="612"/>
                    </a:lnTo>
                    <a:lnTo>
                      <a:pt x="4146" y="606"/>
                    </a:lnTo>
                    <a:lnTo>
                      <a:pt x="4152" y="600"/>
                    </a:lnTo>
                    <a:lnTo>
                      <a:pt x="4152" y="594"/>
                    </a:lnTo>
                    <a:lnTo>
                      <a:pt x="4146" y="582"/>
                    </a:lnTo>
                    <a:lnTo>
                      <a:pt x="4134" y="570"/>
                    </a:lnTo>
                    <a:lnTo>
                      <a:pt x="4152" y="552"/>
                    </a:lnTo>
                    <a:lnTo>
                      <a:pt x="4152" y="540"/>
                    </a:lnTo>
                    <a:lnTo>
                      <a:pt x="4050" y="540"/>
                    </a:lnTo>
                    <a:lnTo>
                      <a:pt x="4026" y="558"/>
                    </a:lnTo>
                    <a:lnTo>
                      <a:pt x="3942" y="558"/>
                    </a:lnTo>
                    <a:lnTo>
                      <a:pt x="3948" y="576"/>
                    </a:lnTo>
                    <a:lnTo>
                      <a:pt x="3978" y="588"/>
                    </a:lnTo>
                    <a:lnTo>
                      <a:pt x="3936" y="576"/>
                    </a:lnTo>
                    <a:lnTo>
                      <a:pt x="3948" y="600"/>
                    </a:lnTo>
                    <a:lnTo>
                      <a:pt x="3936" y="594"/>
                    </a:lnTo>
                    <a:lnTo>
                      <a:pt x="3930" y="594"/>
                    </a:lnTo>
                    <a:lnTo>
                      <a:pt x="3918" y="588"/>
                    </a:lnTo>
                    <a:lnTo>
                      <a:pt x="3894" y="588"/>
                    </a:lnTo>
                    <a:lnTo>
                      <a:pt x="3882" y="594"/>
                    </a:lnTo>
                    <a:lnTo>
                      <a:pt x="3876" y="606"/>
                    </a:lnTo>
                    <a:lnTo>
                      <a:pt x="3882" y="612"/>
                    </a:lnTo>
                    <a:lnTo>
                      <a:pt x="3888" y="624"/>
                    </a:lnTo>
                    <a:lnTo>
                      <a:pt x="3894" y="630"/>
                    </a:lnTo>
                    <a:lnTo>
                      <a:pt x="3900" y="660"/>
                    </a:lnTo>
                    <a:lnTo>
                      <a:pt x="3894" y="660"/>
                    </a:lnTo>
                    <a:lnTo>
                      <a:pt x="3888" y="654"/>
                    </a:lnTo>
                    <a:lnTo>
                      <a:pt x="3864" y="642"/>
                    </a:lnTo>
                    <a:lnTo>
                      <a:pt x="3852" y="642"/>
                    </a:lnTo>
                    <a:lnTo>
                      <a:pt x="3828" y="666"/>
                    </a:lnTo>
                    <a:lnTo>
                      <a:pt x="3828" y="678"/>
                    </a:lnTo>
                    <a:lnTo>
                      <a:pt x="3846" y="678"/>
                    </a:lnTo>
                    <a:lnTo>
                      <a:pt x="3858" y="690"/>
                    </a:lnTo>
                    <a:lnTo>
                      <a:pt x="3810" y="714"/>
                    </a:lnTo>
                    <a:lnTo>
                      <a:pt x="3750" y="720"/>
                    </a:lnTo>
                    <a:lnTo>
                      <a:pt x="3762" y="720"/>
                    </a:lnTo>
                    <a:lnTo>
                      <a:pt x="3798" y="702"/>
                    </a:lnTo>
                    <a:lnTo>
                      <a:pt x="3810" y="690"/>
                    </a:lnTo>
                    <a:lnTo>
                      <a:pt x="3810" y="684"/>
                    </a:lnTo>
                    <a:lnTo>
                      <a:pt x="3804" y="684"/>
                    </a:lnTo>
                    <a:lnTo>
                      <a:pt x="3792" y="672"/>
                    </a:lnTo>
                    <a:lnTo>
                      <a:pt x="3786" y="672"/>
                    </a:lnTo>
                    <a:lnTo>
                      <a:pt x="3786" y="660"/>
                    </a:lnTo>
                    <a:lnTo>
                      <a:pt x="3804" y="642"/>
                    </a:lnTo>
                    <a:lnTo>
                      <a:pt x="3816" y="636"/>
                    </a:lnTo>
                    <a:lnTo>
                      <a:pt x="3828" y="636"/>
                    </a:lnTo>
                    <a:lnTo>
                      <a:pt x="3828" y="606"/>
                    </a:lnTo>
                    <a:lnTo>
                      <a:pt x="3840" y="600"/>
                    </a:lnTo>
                    <a:lnTo>
                      <a:pt x="3858" y="582"/>
                    </a:lnTo>
                    <a:lnTo>
                      <a:pt x="3876" y="576"/>
                    </a:lnTo>
                    <a:lnTo>
                      <a:pt x="3882" y="570"/>
                    </a:lnTo>
                    <a:lnTo>
                      <a:pt x="3894" y="564"/>
                    </a:lnTo>
                    <a:lnTo>
                      <a:pt x="3906" y="564"/>
                    </a:lnTo>
                    <a:lnTo>
                      <a:pt x="3918" y="558"/>
                    </a:lnTo>
                    <a:lnTo>
                      <a:pt x="3936" y="552"/>
                    </a:lnTo>
                    <a:lnTo>
                      <a:pt x="3954" y="552"/>
                    </a:lnTo>
                    <a:lnTo>
                      <a:pt x="3966" y="546"/>
                    </a:lnTo>
                    <a:lnTo>
                      <a:pt x="3972" y="540"/>
                    </a:lnTo>
                    <a:lnTo>
                      <a:pt x="3942" y="534"/>
                    </a:lnTo>
                    <a:lnTo>
                      <a:pt x="3852" y="534"/>
                    </a:lnTo>
                    <a:lnTo>
                      <a:pt x="3822" y="540"/>
                    </a:lnTo>
                    <a:lnTo>
                      <a:pt x="3786" y="558"/>
                    </a:lnTo>
                    <a:lnTo>
                      <a:pt x="3744" y="576"/>
                    </a:lnTo>
                    <a:lnTo>
                      <a:pt x="3720" y="594"/>
                    </a:lnTo>
                    <a:lnTo>
                      <a:pt x="3708" y="600"/>
                    </a:lnTo>
                    <a:lnTo>
                      <a:pt x="3702" y="600"/>
                    </a:lnTo>
                    <a:lnTo>
                      <a:pt x="3696" y="606"/>
                    </a:lnTo>
                    <a:lnTo>
                      <a:pt x="3684" y="606"/>
                    </a:lnTo>
                    <a:lnTo>
                      <a:pt x="3660" y="618"/>
                    </a:lnTo>
                    <a:lnTo>
                      <a:pt x="3654" y="618"/>
                    </a:lnTo>
                    <a:lnTo>
                      <a:pt x="3642" y="624"/>
                    </a:lnTo>
                    <a:lnTo>
                      <a:pt x="3630" y="636"/>
                    </a:lnTo>
                    <a:lnTo>
                      <a:pt x="3618" y="642"/>
                    </a:lnTo>
                    <a:lnTo>
                      <a:pt x="3600" y="660"/>
                    </a:lnTo>
                    <a:lnTo>
                      <a:pt x="3588" y="666"/>
                    </a:lnTo>
                    <a:lnTo>
                      <a:pt x="3582" y="678"/>
                    </a:lnTo>
                    <a:lnTo>
                      <a:pt x="3582" y="684"/>
                    </a:lnTo>
                    <a:lnTo>
                      <a:pt x="3588" y="690"/>
                    </a:lnTo>
                    <a:lnTo>
                      <a:pt x="3612" y="690"/>
                    </a:lnTo>
                    <a:lnTo>
                      <a:pt x="3648" y="696"/>
                    </a:lnTo>
                    <a:lnTo>
                      <a:pt x="3672" y="696"/>
                    </a:lnTo>
                    <a:lnTo>
                      <a:pt x="3684" y="708"/>
                    </a:lnTo>
                    <a:lnTo>
                      <a:pt x="3666" y="714"/>
                    </a:lnTo>
                    <a:lnTo>
                      <a:pt x="3594" y="726"/>
                    </a:lnTo>
                    <a:lnTo>
                      <a:pt x="3570" y="732"/>
                    </a:lnTo>
                    <a:lnTo>
                      <a:pt x="3576" y="738"/>
                    </a:lnTo>
                    <a:lnTo>
                      <a:pt x="3594" y="750"/>
                    </a:lnTo>
                    <a:lnTo>
                      <a:pt x="3630" y="762"/>
                    </a:lnTo>
                    <a:lnTo>
                      <a:pt x="3642" y="768"/>
                    </a:lnTo>
                    <a:lnTo>
                      <a:pt x="3648" y="768"/>
                    </a:lnTo>
                    <a:lnTo>
                      <a:pt x="3690" y="750"/>
                    </a:lnTo>
                    <a:lnTo>
                      <a:pt x="3690" y="762"/>
                    </a:lnTo>
                    <a:lnTo>
                      <a:pt x="3702" y="774"/>
                    </a:lnTo>
                    <a:lnTo>
                      <a:pt x="3744" y="774"/>
                    </a:lnTo>
                    <a:lnTo>
                      <a:pt x="3786" y="780"/>
                    </a:lnTo>
                    <a:lnTo>
                      <a:pt x="3834" y="786"/>
                    </a:lnTo>
                    <a:lnTo>
                      <a:pt x="3876" y="792"/>
                    </a:lnTo>
                    <a:lnTo>
                      <a:pt x="3894" y="792"/>
                    </a:lnTo>
                    <a:lnTo>
                      <a:pt x="3900" y="786"/>
                    </a:lnTo>
                    <a:lnTo>
                      <a:pt x="3894" y="780"/>
                    </a:lnTo>
                    <a:lnTo>
                      <a:pt x="3882" y="774"/>
                    </a:lnTo>
                    <a:lnTo>
                      <a:pt x="3876" y="768"/>
                    </a:lnTo>
                    <a:lnTo>
                      <a:pt x="3894" y="768"/>
                    </a:lnTo>
                    <a:lnTo>
                      <a:pt x="3930" y="774"/>
                    </a:lnTo>
                    <a:lnTo>
                      <a:pt x="3966" y="774"/>
                    </a:lnTo>
                    <a:lnTo>
                      <a:pt x="3990" y="780"/>
                    </a:lnTo>
                    <a:lnTo>
                      <a:pt x="4002" y="780"/>
                    </a:lnTo>
                    <a:lnTo>
                      <a:pt x="4020" y="786"/>
                    </a:lnTo>
                    <a:lnTo>
                      <a:pt x="4032" y="792"/>
                    </a:lnTo>
                    <a:lnTo>
                      <a:pt x="4050" y="792"/>
                    </a:lnTo>
                    <a:lnTo>
                      <a:pt x="4062" y="786"/>
                    </a:lnTo>
                    <a:lnTo>
                      <a:pt x="4062" y="774"/>
                    </a:lnTo>
                    <a:lnTo>
                      <a:pt x="4056" y="768"/>
                    </a:lnTo>
                    <a:lnTo>
                      <a:pt x="4050" y="756"/>
                    </a:lnTo>
                    <a:lnTo>
                      <a:pt x="4044" y="750"/>
                    </a:lnTo>
                    <a:lnTo>
                      <a:pt x="4092" y="738"/>
                    </a:lnTo>
                    <a:lnTo>
                      <a:pt x="4092" y="744"/>
                    </a:lnTo>
                    <a:lnTo>
                      <a:pt x="4098" y="750"/>
                    </a:lnTo>
                    <a:lnTo>
                      <a:pt x="4104" y="762"/>
                    </a:lnTo>
                    <a:lnTo>
                      <a:pt x="4104" y="768"/>
                    </a:lnTo>
                    <a:lnTo>
                      <a:pt x="4110" y="774"/>
                    </a:lnTo>
                    <a:lnTo>
                      <a:pt x="4116" y="774"/>
                    </a:lnTo>
                    <a:lnTo>
                      <a:pt x="4122" y="780"/>
                    </a:lnTo>
                    <a:lnTo>
                      <a:pt x="4134" y="786"/>
                    </a:lnTo>
                    <a:lnTo>
                      <a:pt x="4140" y="792"/>
                    </a:lnTo>
                    <a:lnTo>
                      <a:pt x="4170" y="786"/>
                    </a:lnTo>
                    <a:lnTo>
                      <a:pt x="4170" y="792"/>
                    </a:lnTo>
                    <a:lnTo>
                      <a:pt x="4164" y="798"/>
                    </a:lnTo>
                    <a:lnTo>
                      <a:pt x="4164" y="816"/>
                    </a:lnTo>
                    <a:lnTo>
                      <a:pt x="4170" y="816"/>
                    </a:lnTo>
                    <a:lnTo>
                      <a:pt x="4182" y="822"/>
                    </a:lnTo>
                    <a:lnTo>
                      <a:pt x="4200" y="822"/>
                    </a:lnTo>
                    <a:lnTo>
                      <a:pt x="4206" y="828"/>
                    </a:lnTo>
                    <a:lnTo>
                      <a:pt x="4212" y="828"/>
                    </a:lnTo>
                    <a:lnTo>
                      <a:pt x="4194" y="846"/>
                    </a:lnTo>
                    <a:lnTo>
                      <a:pt x="4194" y="858"/>
                    </a:lnTo>
                    <a:lnTo>
                      <a:pt x="4230" y="858"/>
                    </a:lnTo>
                    <a:lnTo>
                      <a:pt x="4224" y="882"/>
                    </a:lnTo>
                    <a:lnTo>
                      <a:pt x="4236" y="882"/>
                    </a:lnTo>
                    <a:lnTo>
                      <a:pt x="4248" y="888"/>
                    </a:lnTo>
                    <a:lnTo>
                      <a:pt x="4254" y="888"/>
                    </a:lnTo>
                    <a:lnTo>
                      <a:pt x="4278" y="900"/>
                    </a:lnTo>
                    <a:lnTo>
                      <a:pt x="4278" y="924"/>
                    </a:lnTo>
                    <a:lnTo>
                      <a:pt x="4266" y="948"/>
                    </a:lnTo>
                    <a:lnTo>
                      <a:pt x="4254" y="966"/>
                    </a:lnTo>
                    <a:lnTo>
                      <a:pt x="4248" y="978"/>
                    </a:lnTo>
                    <a:lnTo>
                      <a:pt x="4236" y="990"/>
                    </a:lnTo>
                    <a:lnTo>
                      <a:pt x="4218" y="996"/>
                    </a:lnTo>
                    <a:lnTo>
                      <a:pt x="4182" y="1014"/>
                    </a:lnTo>
                    <a:lnTo>
                      <a:pt x="4140" y="1026"/>
                    </a:lnTo>
                    <a:lnTo>
                      <a:pt x="4092" y="1050"/>
                    </a:lnTo>
                    <a:lnTo>
                      <a:pt x="4098" y="1056"/>
                    </a:lnTo>
                    <a:lnTo>
                      <a:pt x="4110" y="1062"/>
                    </a:lnTo>
                    <a:lnTo>
                      <a:pt x="4122" y="1074"/>
                    </a:lnTo>
                    <a:lnTo>
                      <a:pt x="4122" y="1080"/>
                    </a:lnTo>
                    <a:lnTo>
                      <a:pt x="4116" y="1086"/>
                    </a:lnTo>
                    <a:lnTo>
                      <a:pt x="4080" y="1098"/>
                    </a:lnTo>
                    <a:lnTo>
                      <a:pt x="4062" y="1098"/>
                    </a:lnTo>
                    <a:lnTo>
                      <a:pt x="3984" y="1110"/>
                    </a:lnTo>
                    <a:lnTo>
                      <a:pt x="3978" y="1128"/>
                    </a:lnTo>
                    <a:lnTo>
                      <a:pt x="3960" y="1110"/>
                    </a:lnTo>
                    <a:lnTo>
                      <a:pt x="3954" y="1110"/>
                    </a:lnTo>
                    <a:lnTo>
                      <a:pt x="3948" y="1104"/>
                    </a:lnTo>
                    <a:lnTo>
                      <a:pt x="3930" y="1104"/>
                    </a:lnTo>
                    <a:lnTo>
                      <a:pt x="3918" y="1098"/>
                    </a:lnTo>
                    <a:lnTo>
                      <a:pt x="3900" y="1098"/>
                    </a:lnTo>
                    <a:lnTo>
                      <a:pt x="3888" y="1104"/>
                    </a:lnTo>
                    <a:lnTo>
                      <a:pt x="3882" y="1110"/>
                    </a:lnTo>
                    <a:lnTo>
                      <a:pt x="3882" y="1122"/>
                    </a:lnTo>
                    <a:lnTo>
                      <a:pt x="3870" y="1122"/>
                    </a:lnTo>
                    <a:lnTo>
                      <a:pt x="3858" y="1128"/>
                    </a:lnTo>
                    <a:lnTo>
                      <a:pt x="3840" y="1134"/>
                    </a:lnTo>
                    <a:lnTo>
                      <a:pt x="3828" y="1140"/>
                    </a:lnTo>
                    <a:lnTo>
                      <a:pt x="3822" y="1146"/>
                    </a:lnTo>
                    <a:lnTo>
                      <a:pt x="3816" y="1158"/>
                    </a:lnTo>
                    <a:lnTo>
                      <a:pt x="3816" y="1170"/>
                    </a:lnTo>
                    <a:lnTo>
                      <a:pt x="3822" y="1182"/>
                    </a:lnTo>
                    <a:lnTo>
                      <a:pt x="3834" y="1188"/>
                    </a:lnTo>
                    <a:lnTo>
                      <a:pt x="3864" y="1188"/>
                    </a:lnTo>
                    <a:lnTo>
                      <a:pt x="3876" y="1182"/>
                    </a:lnTo>
                    <a:lnTo>
                      <a:pt x="3894" y="1182"/>
                    </a:lnTo>
                    <a:lnTo>
                      <a:pt x="3906" y="1176"/>
                    </a:lnTo>
                    <a:lnTo>
                      <a:pt x="3924" y="1170"/>
                    </a:lnTo>
                    <a:lnTo>
                      <a:pt x="3936" y="1164"/>
                    </a:lnTo>
                    <a:lnTo>
                      <a:pt x="3966" y="1164"/>
                    </a:lnTo>
                    <a:lnTo>
                      <a:pt x="3978" y="1176"/>
                    </a:lnTo>
                    <a:lnTo>
                      <a:pt x="3996" y="1176"/>
                    </a:lnTo>
                    <a:lnTo>
                      <a:pt x="4002" y="1170"/>
                    </a:lnTo>
                    <a:lnTo>
                      <a:pt x="4002" y="1152"/>
                    </a:lnTo>
                    <a:lnTo>
                      <a:pt x="4026" y="1128"/>
                    </a:lnTo>
                    <a:lnTo>
                      <a:pt x="4014" y="1140"/>
                    </a:lnTo>
                    <a:lnTo>
                      <a:pt x="4014" y="1146"/>
                    </a:lnTo>
                    <a:lnTo>
                      <a:pt x="4020" y="1152"/>
                    </a:lnTo>
                    <a:lnTo>
                      <a:pt x="4086" y="1152"/>
                    </a:lnTo>
                    <a:lnTo>
                      <a:pt x="4080" y="1158"/>
                    </a:lnTo>
                    <a:lnTo>
                      <a:pt x="4068" y="1164"/>
                    </a:lnTo>
                    <a:lnTo>
                      <a:pt x="4062" y="1170"/>
                    </a:lnTo>
                    <a:lnTo>
                      <a:pt x="4062" y="1176"/>
                    </a:lnTo>
                    <a:lnTo>
                      <a:pt x="4068" y="1182"/>
                    </a:lnTo>
                    <a:lnTo>
                      <a:pt x="4080" y="1182"/>
                    </a:lnTo>
                    <a:lnTo>
                      <a:pt x="4086" y="1188"/>
                    </a:lnTo>
                    <a:lnTo>
                      <a:pt x="4098" y="1188"/>
                    </a:lnTo>
                    <a:lnTo>
                      <a:pt x="4086" y="1200"/>
                    </a:lnTo>
                    <a:lnTo>
                      <a:pt x="4086" y="1206"/>
                    </a:lnTo>
                    <a:lnTo>
                      <a:pt x="4092" y="1212"/>
                    </a:lnTo>
                    <a:lnTo>
                      <a:pt x="4116" y="1224"/>
                    </a:lnTo>
                    <a:lnTo>
                      <a:pt x="4146" y="1224"/>
                    </a:lnTo>
                    <a:lnTo>
                      <a:pt x="4098" y="1242"/>
                    </a:lnTo>
                    <a:lnTo>
                      <a:pt x="4098" y="1248"/>
                    </a:lnTo>
                    <a:lnTo>
                      <a:pt x="4110" y="1260"/>
                    </a:lnTo>
                    <a:lnTo>
                      <a:pt x="4110" y="1266"/>
                    </a:lnTo>
                    <a:lnTo>
                      <a:pt x="4116" y="1272"/>
                    </a:lnTo>
                    <a:lnTo>
                      <a:pt x="4122" y="1266"/>
                    </a:lnTo>
                    <a:lnTo>
                      <a:pt x="4128" y="1266"/>
                    </a:lnTo>
                    <a:lnTo>
                      <a:pt x="4140" y="1260"/>
                    </a:lnTo>
                    <a:lnTo>
                      <a:pt x="4146" y="1272"/>
                    </a:lnTo>
                    <a:lnTo>
                      <a:pt x="4158" y="1284"/>
                    </a:lnTo>
                    <a:lnTo>
                      <a:pt x="4182" y="1284"/>
                    </a:lnTo>
                    <a:lnTo>
                      <a:pt x="4194" y="1290"/>
                    </a:lnTo>
                    <a:lnTo>
                      <a:pt x="4206" y="1290"/>
                    </a:lnTo>
                    <a:lnTo>
                      <a:pt x="4206" y="1308"/>
                    </a:lnTo>
                    <a:lnTo>
                      <a:pt x="4212" y="1314"/>
                    </a:lnTo>
                    <a:lnTo>
                      <a:pt x="4224" y="1320"/>
                    </a:lnTo>
                    <a:lnTo>
                      <a:pt x="4272" y="1320"/>
                    </a:lnTo>
                    <a:lnTo>
                      <a:pt x="4290" y="1326"/>
                    </a:lnTo>
                    <a:lnTo>
                      <a:pt x="4350" y="1356"/>
                    </a:lnTo>
                    <a:lnTo>
                      <a:pt x="4356" y="1362"/>
                    </a:lnTo>
                    <a:lnTo>
                      <a:pt x="4362" y="1362"/>
                    </a:lnTo>
                    <a:lnTo>
                      <a:pt x="4362" y="1356"/>
                    </a:lnTo>
                    <a:lnTo>
                      <a:pt x="4368" y="1350"/>
                    </a:lnTo>
                    <a:lnTo>
                      <a:pt x="4368" y="1320"/>
                    </a:lnTo>
                    <a:lnTo>
                      <a:pt x="4362" y="1308"/>
                    </a:lnTo>
                    <a:lnTo>
                      <a:pt x="4350" y="1296"/>
                    </a:lnTo>
                    <a:lnTo>
                      <a:pt x="4338" y="1290"/>
                    </a:lnTo>
                    <a:lnTo>
                      <a:pt x="4320" y="1272"/>
                    </a:lnTo>
                    <a:lnTo>
                      <a:pt x="4314" y="1272"/>
                    </a:lnTo>
                    <a:lnTo>
                      <a:pt x="4308" y="1260"/>
                    </a:lnTo>
                    <a:lnTo>
                      <a:pt x="4302" y="1254"/>
                    </a:lnTo>
                    <a:lnTo>
                      <a:pt x="4290" y="1230"/>
                    </a:lnTo>
                    <a:lnTo>
                      <a:pt x="4290" y="1224"/>
                    </a:lnTo>
                    <a:lnTo>
                      <a:pt x="4308" y="1224"/>
                    </a:lnTo>
                    <a:lnTo>
                      <a:pt x="4314" y="1230"/>
                    </a:lnTo>
                    <a:lnTo>
                      <a:pt x="4326" y="1236"/>
                    </a:lnTo>
                    <a:lnTo>
                      <a:pt x="4332" y="1242"/>
                    </a:lnTo>
                    <a:lnTo>
                      <a:pt x="4332" y="1212"/>
                    </a:lnTo>
                    <a:lnTo>
                      <a:pt x="4332" y="1218"/>
                    </a:lnTo>
                    <a:lnTo>
                      <a:pt x="4344" y="1230"/>
                    </a:lnTo>
                    <a:lnTo>
                      <a:pt x="4350" y="1242"/>
                    </a:lnTo>
                    <a:lnTo>
                      <a:pt x="4362" y="1254"/>
                    </a:lnTo>
                    <a:lnTo>
                      <a:pt x="4374" y="1254"/>
                    </a:lnTo>
                    <a:lnTo>
                      <a:pt x="4386" y="1248"/>
                    </a:lnTo>
                    <a:lnTo>
                      <a:pt x="4398" y="1248"/>
                    </a:lnTo>
                    <a:lnTo>
                      <a:pt x="4398" y="1272"/>
                    </a:lnTo>
                    <a:lnTo>
                      <a:pt x="4404" y="1278"/>
                    </a:lnTo>
                    <a:lnTo>
                      <a:pt x="4416" y="1278"/>
                    </a:lnTo>
                    <a:lnTo>
                      <a:pt x="4428" y="1290"/>
                    </a:lnTo>
                    <a:lnTo>
                      <a:pt x="4452" y="1272"/>
                    </a:lnTo>
                    <a:lnTo>
                      <a:pt x="4464" y="1284"/>
                    </a:lnTo>
                    <a:lnTo>
                      <a:pt x="4470" y="1284"/>
                    </a:lnTo>
                    <a:lnTo>
                      <a:pt x="4476" y="1278"/>
                    </a:lnTo>
                    <a:lnTo>
                      <a:pt x="4476" y="1260"/>
                    </a:lnTo>
                    <a:lnTo>
                      <a:pt x="4470" y="1254"/>
                    </a:lnTo>
                    <a:lnTo>
                      <a:pt x="4488" y="1212"/>
                    </a:lnTo>
                    <a:lnTo>
                      <a:pt x="4488" y="1236"/>
                    </a:lnTo>
                    <a:lnTo>
                      <a:pt x="4500" y="1248"/>
                    </a:lnTo>
                    <a:lnTo>
                      <a:pt x="4512" y="1236"/>
                    </a:lnTo>
                    <a:lnTo>
                      <a:pt x="4518" y="1218"/>
                    </a:lnTo>
                    <a:lnTo>
                      <a:pt x="4518" y="1206"/>
                    </a:lnTo>
                    <a:lnTo>
                      <a:pt x="4494" y="1182"/>
                    </a:lnTo>
                    <a:lnTo>
                      <a:pt x="4518" y="1176"/>
                    </a:lnTo>
                    <a:lnTo>
                      <a:pt x="4500" y="1164"/>
                    </a:lnTo>
                    <a:lnTo>
                      <a:pt x="4500" y="1146"/>
                    </a:lnTo>
                    <a:lnTo>
                      <a:pt x="4470" y="1146"/>
                    </a:lnTo>
                    <a:lnTo>
                      <a:pt x="4470" y="1134"/>
                    </a:lnTo>
                    <a:lnTo>
                      <a:pt x="4446" y="1134"/>
                    </a:lnTo>
                    <a:lnTo>
                      <a:pt x="4446" y="1080"/>
                    </a:lnTo>
                    <a:lnTo>
                      <a:pt x="4416" y="1086"/>
                    </a:lnTo>
                    <a:lnTo>
                      <a:pt x="4410" y="1080"/>
                    </a:lnTo>
                    <a:lnTo>
                      <a:pt x="4410" y="1056"/>
                    </a:lnTo>
                    <a:lnTo>
                      <a:pt x="4416" y="1050"/>
                    </a:lnTo>
                    <a:lnTo>
                      <a:pt x="4428" y="1050"/>
                    </a:lnTo>
                    <a:lnTo>
                      <a:pt x="4434" y="1056"/>
                    </a:lnTo>
                    <a:lnTo>
                      <a:pt x="4446" y="1062"/>
                    </a:lnTo>
                    <a:lnTo>
                      <a:pt x="4452" y="1068"/>
                    </a:lnTo>
                    <a:lnTo>
                      <a:pt x="4458" y="1068"/>
                    </a:lnTo>
                    <a:lnTo>
                      <a:pt x="4464" y="1062"/>
                    </a:lnTo>
                    <a:lnTo>
                      <a:pt x="4464" y="1026"/>
                    </a:lnTo>
                    <a:lnTo>
                      <a:pt x="4488" y="1032"/>
                    </a:lnTo>
                    <a:lnTo>
                      <a:pt x="4524" y="1014"/>
                    </a:lnTo>
                    <a:lnTo>
                      <a:pt x="4524" y="1026"/>
                    </a:lnTo>
                    <a:lnTo>
                      <a:pt x="4530" y="1038"/>
                    </a:lnTo>
                    <a:lnTo>
                      <a:pt x="4530" y="1044"/>
                    </a:lnTo>
                    <a:lnTo>
                      <a:pt x="4536" y="1050"/>
                    </a:lnTo>
                    <a:lnTo>
                      <a:pt x="4548" y="1044"/>
                    </a:lnTo>
                    <a:lnTo>
                      <a:pt x="4566" y="1044"/>
                    </a:lnTo>
                    <a:lnTo>
                      <a:pt x="4554" y="1062"/>
                    </a:lnTo>
                    <a:lnTo>
                      <a:pt x="4578" y="1062"/>
                    </a:lnTo>
                    <a:lnTo>
                      <a:pt x="4566" y="1092"/>
                    </a:lnTo>
                    <a:lnTo>
                      <a:pt x="4566" y="1098"/>
                    </a:lnTo>
                    <a:lnTo>
                      <a:pt x="4584" y="1116"/>
                    </a:lnTo>
                    <a:lnTo>
                      <a:pt x="4590" y="1128"/>
                    </a:lnTo>
                    <a:lnTo>
                      <a:pt x="4614" y="1140"/>
                    </a:lnTo>
                    <a:lnTo>
                      <a:pt x="4626" y="1134"/>
                    </a:lnTo>
                    <a:lnTo>
                      <a:pt x="4638" y="1122"/>
                    </a:lnTo>
                    <a:lnTo>
                      <a:pt x="4656" y="1086"/>
                    </a:lnTo>
                    <a:lnTo>
                      <a:pt x="4656" y="1080"/>
                    </a:lnTo>
                    <a:lnTo>
                      <a:pt x="4662" y="1068"/>
                    </a:lnTo>
                    <a:lnTo>
                      <a:pt x="4668" y="1074"/>
                    </a:lnTo>
                    <a:lnTo>
                      <a:pt x="4680" y="1080"/>
                    </a:lnTo>
                    <a:lnTo>
                      <a:pt x="4692" y="1080"/>
                    </a:lnTo>
                    <a:lnTo>
                      <a:pt x="4698" y="1086"/>
                    </a:lnTo>
                    <a:lnTo>
                      <a:pt x="4710" y="1080"/>
                    </a:lnTo>
                    <a:lnTo>
                      <a:pt x="4722" y="1068"/>
                    </a:lnTo>
                    <a:lnTo>
                      <a:pt x="4728" y="1056"/>
                    </a:lnTo>
                    <a:lnTo>
                      <a:pt x="4728" y="1038"/>
                    </a:lnTo>
                    <a:lnTo>
                      <a:pt x="4794" y="1038"/>
                    </a:lnTo>
                    <a:lnTo>
                      <a:pt x="4806" y="1026"/>
                    </a:lnTo>
                    <a:lnTo>
                      <a:pt x="4812" y="1014"/>
                    </a:lnTo>
                    <a:lnTo>
                      <a:pt x="4800" y="1002"/>
                    </a:lnTo>
                    <a:lnTo>
                      <a:pt x="4788" y="996"/>
                    </a:lnTo>
                    <a:lnTo>
                      <a:pt x="4758" y="996"/>
                    </a:lnTo>
                    <a:close/>
                    <a:moveTo>
                      <a:pt x="4476" y="1308"/>
                    </a:moveTo>
                    <a:lnTo>
                      <a:pt x="4446" y="1308"/>
                    </a:lnTo>
                    <a:lnTo>
                      <a:pt x="4440" y="1326"/>
                    </a:lnTo>
                    <a:lnTo>
                      <a:pt x="4476" y="1320"/>
                    </a:lnTo>
                    <a:lnTo>
                      <a:pt x="4476" y="1308"/>
                    </a:lnTo>
                    <a:close/>
                    <a:moveTo>
                      <a:pt x="4140" y="1290"/>
                    </a:moveTo>
                    <a:lnTo>
                      <a:pt x="4134" y="1290"/>
                    </a:lnTo>
                    <a:lnTo>
                      <a:pt x="4128" y="1296"/>
                    </a:lnTo>
                    <a:lnTo>
                      <a:pt x="4128" y="1308"/>
                    </a:lnTo>
                    <a:lnTo>
                      <a:pt x="4134" y="1314"/>
                    </a:lnTo>
                    <a:lnTo>
                      <a:pt x="4158" y="1314"/>
                    </a:lnTo>
                    <a:lnTo>
                      <a:pt x="4164" y="1308"/>
                    </a:lnTo>
                    <a:lnTo>
                      <a:pt x="4164" y="1296"/>
                    </a:lnTo>
                    <a:lnTo>
                      <a:pt x="4158" y="1290"/>
                    </a:lnTo>
                    <a:lnTo>
                      <a:pt x="4140" y="1290"/>
                    </a:lnTo>
                    <a:close/>
                    <a:moveTo>
                      <a:pt x="3834" y="1242"/>
                    </a:moveTo>
                    <a:lnTo>
                      <a:pt x="3840" y="1236"/>
                    </a:lnTo>
                    <a:lnTo>
                      <a:pt x="3834" y="1230"/>
                    </a:lnTo>
                    <a:lnTo>
                      <a:pt x="3828" y="1230"/>
                    </a:lnTo>
                    <a:lnTo>
                      <a:pt x="3822" y="1224"/>
                    </a:lnTo>
                    <a:lnTo>
                      <a:pt x="3810" y="1224"/>
                    </a:lnTo>
                    <a:lnTo>
                      <a:pt x="3810" y="1236"/>
                    </a:lnTo>
                    <a:lnTo>
                      <a:pt x="3816" y="1242"/>
                    </a:lnTo>
                    <a:lnTo>
                      <a:pt x="3816" y="1248"/>
                    </a:lnTo>
                    <a:lnTo>
                      <a:pt x="3828" y="1248"/>
                    </a:lnTo>
                    <a:lnTo>
                      <a:pt x="3834" y="1242"/>
                    </a:lnTo>
                    <a:close/>
                    <a:moveTo>
                      <a:pt x="4206" y="1452"/>
                    </a:moveTo>
                    <a:lnTo>
                      <a:pt x="4170" y="1452"/>
                    </a:lnTo>
                    <a:lnTo>
                      <a:pt x="4206" y="1476"/>
                    </a:lnTo>
                    <a:lnTo>
                      <a:pt x="4218" y="1470"/>
                    </a:lnTo>
                    <a:lnTo>
                      <a:pt x="4218" y="1458"/>
                    </a:lnTo>
                    <a:lnTo>
                      <a:pt x="4212" y="1458"/>
                    </a:lnTo>
                    <a:lnTo>
                      <a:pt x="4206" y="1452"/>
                    </a:lnTo>
                    <a:close/>
                    <a:moveTo>
                      <a:pt x="4170" y="870"/>
                    </a:moveTo>
                    <a:lnTo>
                      <a:pt x="4152" y="870"/>
                    </a:lnTo>
                    <a:lnTo>
                      <a:pt x="4152" y="876"/>
                    </a:lnTo>
                    <a:lnTo>
                      <a:pt x="4158" y="882"/>
                    </a:lnTo>
                    <a:lnTo>
                      <a:pt x="4164" y="882"/>
                    </a:lnTo>
                    <a:lnTo>
                      <a:pt x="4170" y="888"/>
                    </a:lnTo>
                    <a:lnTo>
                      <a:pt x="4182" y="882"/>
                    </a:lnTo>
                    <a:lnTo>
                      <a:pt x="4188" y="882"/>
                    </a:lnTo>
                    <a:lnTo>
                      <a:pt x="4194" y="876"/>
                    </a:lnTo>
                    <a:lnTo>
                      <a:pt x="4188" y="870"/>
                    </a:lnTo>
                    <a:lnTo>
                      <a:pt x="4170" y="870"/>
                    </a:lnTo>
                    <a:close/>
                    <a:moveTo>
                      <a:pt x="4170" y="936"/>
                    </a:moveTo>
                    <a:lnTo>
                      <a:pt x="4236" y="936"/>
                    </a:lnTo>
                    <a:lnTo>
                      <a:pt x="4236" y="918"/>
                    </a:lnTo>
                    <a:lnTo>
                      <a:pt x="4188" y="918"/>
                    </a:lnTo>
                    <a:lnTo>
                      <a:pt x="4170" y="936"/>
                    </a:lnTo>
                    <a:close/>
                    <a:moveTo>
                      <a:pt x="5574" y="36"/>
                    </a:moveTo>
                    <a:lnTo>
                      <a:pt x="5490" y="36"/>
                    </a:lnTo>
                    <a:lnTo>
                      <a:pt x="5496" y="24"/>
                    </a:lnTo>
                    <a:lnTo>
                      <a:pt x="5490" y="24"/>
                    </a:lnTo>
                    <a:lnTo>
                      <a:pt x="5484" y="18"/>
                    </a:lnTo>
                    <a:lnTo>
                      <a:pt x="5448" y="18"/>
                    </a:lnTo>
                    <a:lnTo>
                      <a:pt x="5430" y="12"/>
                    </a:lnTo>
                    <a:lnTo>
                      <a:pt x="5400" y="12"/>
                    </a:lnTo>
                    <a:lnTo>
                      <a:pt x="5364" y="18"/>
                    </a:lnTo>
                    <a:lnTo>
                      <a:pt x="5334" y="30"/>
                    </a:lnTo>
                    <a:lnTo>
                      <a:pt x="5304" y="36"/>
                    </a:lnTo>
                    <a:lnTo>
                      <a:pt x="5292" y="36"/>
                    </a:lnTo>
                    <a:lnTo>
                      <a:pt x="5346" y="12"/>
                    </a:lnTo>
                    <a:lnTo>
                      <a:pt x="5274" y="18"/>
                    </a:lnTo>
                    <a:lnTo>
                      <a:pt x="5268" y="18"/>
                    </a:lnTo>
                    <a:lnTo>
                      <a:pt x="5262" y="12"/>
                    </a:lnTo>
                    <a:lnTo>
                      <a:pt x="5250" y="12"/>
                    </a:lnTo>
                    <a:lnTo>
                      <a:pt x="5226" y="0"/>
                    </a:lnTo>
                    <a:lnTo>
                      <a:pt x="5196" y="0"/>
                    </a:lnTo>
                    <a:lnTo>
                      <a:pt x="5190" y="6"/>
                    </a:lnTo>
                    <a:lnTo>
                      <a:pt x="5184" y="18"/>
                    </a:lnTo>
                    <a:lnTo>
                      <a:pt x="5178" y="18"/>
                    </a:lnTo>
                    <a:lnTo>
                      <a:pt x="5172" y="12"/>
                    </a:lnTo>
                    <a:lnTo>
                      <a:pt x="5160" y="6"/>
                    </a:lnTo>
                    <a:lnTo>
                      <a:pt x="5148" y="6"/>
                    </a:lnTo>
                    <a:lnTo>
                      <a:pt x="5136" y="0"/>
                    </a:lnTo>
                    <a:lnTo>
                      <a:pt x="5124" y="0"/>
                    </a:lnTo>
                    <a:lnTo>
                      <a:pt x="5112" y="6"/>
                    </a:lnTo>
                    <a:lnTo>
                      <a:pt x="5106" y="12"/>
                    </a:lnTo>
                    <a:lnTo>
                      <a:pt x="5094" y="18"/>
                    </a:lnTo>
                    <a:lnTo>
                      <a:pt x="5088" y="24"/>
                    </a:lnTo>
                    <a:lnTo>
                      <a:pt x="5046" y="12"/>
                    </a:lnTo>
                    <a:lnTo>
                      <a:pt x="4938" y="6"/>
                    </a:lnTo>
                    <a:lnTo>
                      <a:pt x="4968" y="36"/>
                    </a:lnTo>
                    <a:lnTo>
                      <a:pt x="4902" y="12"/>
                    </a:lnTo>
                    <a:lnTo>
                      <a:pt x="4842" y="24"/>
                    </a:lnTo>
                    <a:lnTo>
                      <a:pt x="4830" y="24"/>
                    </a:lnTo>
                    <a:lnTo>
                      <a:pt x="4812" y="18"/>
                    </a:lnTo>
                    <a:lnTo>
                      <a:pt x="4746" y="18"/>
                    </a:lnTo>
                    <a:lnTo>
                      <a:pt x="4710" y="24"/>
                    </a:lnTo>
                    <a:lnTo>
                      <a:pt x="4686" y="36"/>
                    </a:lnTo>
                    <a:lnTo>
                      <a:pt x="4674" y="36"/>
                    </a:lnTo>
                    <a:lnTo>
                      <a:pt x="4764" y="60"/>
                    </a:lnTo>
                    <a:lnTo>
                      <a:pt x="4674" y="48"/>
                    </a:lnTo>
                    <a:lnTo>
                      <a:pt x="4662" y="48"/>
                    </a:lnTo>
                    <a:lnTo>
                      <a:pt x="4590" y="36"/>
                    </a:lnTo>
                    <a:lnTo>
                      <a:pt x="4542" y="36"/>
                    </a:lnTo>
                    <a:lnTo>
                      <a:pt x="4530" y="48"/>
                    </a:lnTo>
                    <a:lnTo>
                      <a:pt x="4530" y="60"/>
                    </a:lnTo>
                    <a:lnTo>
                      <a:pt x="4512" y="60"/>
                    </a:lnTo>
                    <a:lnTo>
                      <a:pt x="4482" y="54"/>
                    </a:lnTo>
                    <a:lnTo>
                      <a:pt x="4392" y="54"/>
                    </a:lnTo>
                    <a:lnTo>
                      <a:pt x="4350" y="60"/>
                    </a:lnTo>
                    <a:lnTo>
                      <a:pt x="4302" y="66"/>
                    </a:lnTo>
                    <a:lnTo>
                      <a:pt x="4260" y="66"/>
                    </a:lnTo>
                    <a:lnTo>
                      <a:pt x="4242" y="72"/>
                    </a:lnTo>
                    <a:lnTo>
                      <a:pt x="4260" y="72"/>
                    </a:lnTo>
                    <a:lnTo>
                      <a:pt x="4266" y="78"/>
                    </a:lnTo>
                    <a:lnTo>
                      <a:pt x="4278" y="78"/>
                    </a:lnTo>
                    <a:lnTo>
                      <a:pt x="4362" y="84"/>
                    </a:lnTo>
                    <a:lnTo>
                      <a:pt x="4278" y="96"/>
                    </a:lnTo>
                    <a:lnTo>
                      <a:pt x="4284" y="96"/>
                    </a:lnTo>
                    <a:lnTo>
                      <a:pt x="4290" y="102"/>
                    </a:lnTo>
                    <a:lnTo>
                      <a:pt x="4314" y="114"/>
                    </a:lnTo>
                    <a:lnTo>
                      <a:pt x="4338" y="114"/>
                    </a:lnTo>
                    <a:lnTo>
                      <a:pt x="4356" y="108"/>
                    </a:lnTo>
                    <a:lnTo>
                      <a:pt x="4392" y="108"/>
                    </a:lnTo>
                    <a:lnTo>
                      <a:pt x="4398" y="102"/>
                    </a:lnTo>
                    <a:lnTo>
                      <a:pt x="4410" y="102"/>
                    </a:lnTo>
                    <a:lnTo>
                      <a:pt x="4416" y="96"/>
                    </a:lnTo>
                    <a:lnTo>
                      <a:pt x="4440" y="96"/>
                    </a:lnTo>
                    <a:lnTo>
                      <a:pt x="4458" y="90"/>
                    </a:lnTo>
                    <a:lnTo>
                      <a:pt x="4500" y="90"/>
                    </a:lnTo>
                    <a:lnTo>
                      <a:pt x="4518" y="96"/>
                    </a:lnTo>
                    <a:lnTo>
                      <a:pt x="4536" y="96"/>
                    </a:lnTo>
                    <a:lnTo>
                      <a:pt x="4548" y="102"/>
                    </a:lnTo>
                    <a:lnTo>
                      <a:pt x="4560" y="102"/>
                    </a:lnTo>
                    <a:lnTo>
                      <a:pt x="4494" y="102"/>
                    </a:lnTo>
                    <a:lnTo>
                      <a:pt x="4482" y="108"/>
                    </a:lnTo>
                    <a:lnTo>
                      <a:pt x="4458" y="108"/>
                    </a:lnTo>
                    <a:lnTo>
                      <a:pt x="4446" y="114"/>
                    </a:lnTo>
                    <a:lnTo>
                      <a:pt x="4434" y="114"/>
                    </a:lnTo>
                    <a:lnTo>
                      <a:pt x="4422" y="120"/>
                    </a:lnTo>
                    <a:lnTo>
                      <a:pt x="4410" y="120"/>
                    </a:lnTo>
                    <a:lnTo>
                      <a:pt x="4404" y="126"/>
                    </a:lnTo>
                    <a:lnTo>
                      <a:pt x="4398" y="126"/>
                    </a:lnTo>
                    <a:lnTo>
                      <a:pt x="4434" y="126"/>
                    </a:lnTo>
                    <a:lnTo>
                      <a:pt x="4452" y="132"/>
                    </a:lnTo>
                    <a:lnTo>
                      <a:pt x="4488" y="132"/>
                    </a:lnTo>
                    <a:lnTo>
                      <a:pt x="4500" y="126"/>
                    </a:lnTo>
                    <a:lnTo>
                      <a:pt x="4506" y="126"/>
                    </a:lnTo>
                    <a:lnTo>
                      <a:pt x="4512" y="120"/>
                    </a:lnTo>
                    <a:lnTo>
                      <a:pt x="4638" y="120"/>
                    </a:lnTo>
                    <a:lnTo>
                      <a:pt x="4656" y="114"/>
                    </a:lnTo>
                    <a:lnTo>
                      <a:pt x="4680" y="114"/>
                    </a:lnTo>
                    <a:lnTo>
                      <a:pt x="4698" y="108"/>
                    </a:lnTo>
                    <a:lnTo>
                      <a:pt x="4710" y="108"/>
                    </a:lnTo>
                    <a:lnTo>
                      <a:pt x="4722" y="96"/>
                    </a:lnTo>
                    <a:lnTo>
                      <a:pt x="4734" y="96"/>
                    </a:lnTo>
                    <a:lnTo>
                      <a:pt x="4752" y="90"/>
                    </a:lnTo>
                    <a:lnTo>
                      <a:pt x="4770" y="90"/>
                    </a:lnTo>
                    <a:lnTo>
                      <a:pt x="4782" y="84"/>
                    </a:lnTo>
                    <a:lnTo>
                      <a:pt x="4830" y="84"/>
                    </a:lnTo>
                    <a:lnTo>
                      <a:pt x="4746" y="114"/>
                    </a:lnTo>
                    <a:lnTo>
                      <a:pt x="4782" y="114"/>
                    </a:lnTo>
                    <a:lnTo>
                      <a:pt x="4734" y="126"/>
                    </a:lnTo>
                    <a:lnTo>
                      <a:pt x="4716" y="126"/>
                    </a:lnTo>
                    <a:lnTo>
                      <a:pt x="4674" y="132"/>
                    </a:lnTo>
                    <a:lnTo>
                      <a:pt x="4620" y="132"/>
                    </a:lnTo>
                    <a:lnTo>
                      <a:pt x="4566" y="138"/>
                    </a:lnTo>
                    <a:lnTo>
                      <a:pt x="4536" y="138"/>
                    </a:lnTo>
                    <a:lnTo>
                      <a:pt x="4524" y="150"/>
                    </a:lnTo>
                    <a:lnTo>
                      <a:pt x="4524" y="156"/>
                    </a:lnTo>
                    <a:lnTo>
                      <a:pt x="4602" y="174"/>
                    </a:lnTo>
                    <a:lnTo>
                      <a:pt x="4596" y="174"/>
                    </a:lnTo>
                    <a:lnTo>
                      <a:pt x="4590" y="180"/>
                    </a:lnTo>
                    <a:lnTo>
                      <a:pt x="4578" y="180"/>
                    </a:lnTo>
                    <a:lnTo>
                      <a:pt x="4566" y="186"/>
                    </a:lnTo>
                    <a:lnTo>
                      <a:pt x="4542" y="186"/>
                    </a:lnTo>
                    <a:lnTo>
                      <a:pt x="4518" y="174"/>
                    </a:lnTo>
                    <a:lnTo>
                      <a:pt x="4500" y="162"/>
                    </a:lnTo>
                    <a:lnTo>
                      <a:pt x="4476" y="150"/>
                    </a:lnTo>
                    <a:lnTo>
                      <a:pt x="4470" y="144"/>
                    </a:lnTo>
                    <a:lnTo>
                      <a:pt x="4356" y="144"/>
                    </a:lnTo>
                    <a:lnTo>
                      <a:pt x="4350" y="150"/>
                    </a:lnTo>
                    <a:lnTo>
                      <a:pt x="4344" y="162"/>
                    </a:lnTo>
                    <a:lnTo>
                      <a:pt x="4338" y="168"/>
                    </a:lnTo>
                    <a:lnTo>
                      <a:pt x="4368" y="186"/>
                    </a:lnTo>
                    <a:lnTo>
                      <a:pt x="4386" y="204"/>
                    </a:lnTo>
                    <a:lnTo>
                      <a:pt x="4410" y="216"/>
                    </a:lnTo>
                    <a:lnTo>
                      <a:pt x="4458" y="216"/>
                    </a:lnTo>
                    <a:lnTo>
                      <a:pt x="4476" y="210"/>
                    </a:lnTo>
                    <a:lnTo>
                      <a:pt x="4488" y="210"/>
                    </a:lnTo>
                    <a:lnTo>
                      <a:pt x="4476" y="216"/>
                    </a:lnTo>
                    <a:lnTo>
                      <a:pt x="4470" y="228"/>
                    </a:lnTo>
                    <a:lnTo>
                      <a:pt x="4398" y="228"/>
                    </a:lnTo>
                    <a:lnTo>
                      <a:pt x="4380" y="222"/>
                    </a:lnTo>
                    <a:lnTo>
                      <a:pt x="4350" y="222"/>
                    </a:lnTo>
                    <a:lnTo>
                      <a:pt x="4314" y="228"/>
                    </a:lnTo>
                    <a:lnTo>
                      <a:pt x="4272" y="234"/>
                    </a:lnTo>
                    <a:lnTo>
                      <a:pt x="4230" y="234"/>
                    </a:lnTo>
                    <a:lnTo>
                      <a:pt x="4218" y="240"/>
                    </a:lnTo>
                    <a:lnTo>
                      <a:pt x="4200" y="246"/>
                    </a:lnTo>
                    <a:lnTo>
                      <a:pt x="4188" y="258"/>
                    </a:lnTo>
                    <a:lnTo>
                      <a:pt x="4176" y="264"/>
                    </a:lnTo>
                    <a:lnTo>
                      <a:pt x="4170" y="270"/>
                    </a:lnTo>
                    <a:lnTo>
                      <a:pt x="4164" y="270"/>
                    </a:lnTo>
                    <a:lnTo>
                      <a:pt x="4236" y="258"/>
                    </a:lnTo>
                    <a:lnTo>
                      <a:pt x="4236" y="276"/>
                    </a:lnTo>
                    <a:lnTo>
                      <a:pt x="4296" y="258"/>
                    </a:lnTo>
                    <a:lnTo>
                      <a:pt x="4224" y="288"/>
                    </a:lnTo>
                    <a:lnTo>
                      <a:pt x="4230" y="288"/>
                    </a:lnTo>
                    <a:lnTo>
                      <a:pt x="4236" y="294"/>
                    </a:lnTo>
                    <a:lnTo>
                      <a:pt x="4248" y="300"/>
                    </a:lnTo>
                    <a:lnTo>
                      <a:pt x="4278" y="300"/>
                    </a:lnTo>
                    <a:lnTo>
                      <a:pt x="4314" y="288"/>
                    </a:lnTo>
                    <a:lnTo>
                      <a:pt x="4326" y="288"/>
                    </a:lnTo>
                    <a:lnTo>
                      <a:pt x="4344" y="282"/>
                    </a:lnTo>
                    <a:lnTo>
                      <a:pt x="4350" y="276"/>
                    </a:lnTo>
                    <a:lnTo>
                      <a:pt x="4356" y="276"/>
                    </a:lnTo>
                    <a:lnTo>
                      <a:pt x="4254" y="312"/>
                    </a:lnTo>
                    <a:lnTo>
                      <a:pt x="4188" y="312"/>
                    </a:lnTo>
                    <a:lnTo>
                      <a:pt x="4176" y="288"/>
                    </a:lnTo>
                    <a:lnTo>
                      <a:pt x="4164" y="288"/>
                    </a:lnTo>
                    <a:lnTo>
                      <a:pt x="4146" y="282"/>
                    </a:lnTo>
                    <a:lnTo>
                      <a:pt x="4110" y="282"/>
                    </a:lnTo>
                    <a:lnTo>
                      <a:pt x="4104" y="288"/>
                    </a:lnTo>
                    <a:lnTo>
                      <a:pt x="4104" y="300"/>
                    </a:lnTo>
                    <a:lnTo>
                      <a:pt x="4110" y="312"/>
                    </a:lnTo>
                    <a:lnTo>
                      <a:pt x="4110" y="318"/>
                    </a:lnTo>
                    <a:lnTo>
                      <a:pt x="4116" y="324"/>
                    </a:lnTo>
                    <a:lnTo>
                      <a:pt x="4092" y="324"/>
                    </a:lnTo>
                    <a:lnTo>
                      <a:pt x="4074" y="330"/>
                    </a:lnTo>
                    <a:lnTo>
                      <a:pt x="4032" y="330"/>
                    </a:lnTo>
                    <a:lnTo>
                      <a:pt x="4020" y="336"/>
                    </a:lnTo>
                    <a:lnTo>
                      <a:pt x="4002" y="342"/>
                    </a:lnTo>
                    <a:lnTo>
                      <a:pt x="3990" y="348"/>
                    </a:lnTo>
                    <a:lnTo>
                      <a:pt x="3972" y="354"/>
                    </a:lnTo>
                    <a:lnTo>
                      <a:pt x="3936" y="354"/>
                    </a:lnTo>
                    <a:lnTo>
                      <a:pt x="3924" y="360"/>
                    </a:lnTo>
                    <a:lnTo>
                      <a:pt x="3918" y="360"/>
                    </a:lnTo>
                    <a:lnTo>
                      <a:pt x="3924" y="360"/>
                    </a:lnTo>
                    <a:lnTo>
                      <a:pt x="3936" y="366"/>
                    </a:lnTo>
                    <a:lnTo>
                      <a:pt x="3978" y="366"/>
                    </a:lnTo>
                    <a:lnTo>
                      <a:pt x="3990" y="360"/>
                    </a:lnTo>
                    <a:lnTo>
                      <a:pt x="3996" y="354"/>
                    </a:lnTo>
                    <a:lnTo>
                      <a:pt x="3984" y="372"/>
                    </a:lnTo>
                    <a:lnTo>
                      <a:pt x="4020" y="366"/>
                    </a:lnTo>
                    <a:lnTo>
                      <a:pt x="4044" y="354"/>
                    </a:lnTo>
                    <a:lnTo>
                      <a:pt x="4044" y="372"/>
                    </a:lnTo>
                    <a:lnTo>
                      <a:pt x="4074" y="366"/>
                    </a:lnTo>
                    <a:lnTo>
                      <a:pt x="4098" y="366"/>
                    </a:lnTo>
                    <a:lnTo>
                      <a:pt x="4098" y="372"/>
                    </a:lnTo>
                    <a:lnTo>
                      <a:pt x="4104" y="378"/>
                    </a:lnTo>
                    <a:lnTo>
                      <a:pt x="4122" y="378"/>
                    </a:lnTo>
                    <a:lnTo>
                      <a:pt x="4146" y="366"/>
                    </a:lnTo>
                    <a:lnTo>
                      <a:pt x="4152" y="366"/>
                    </a:lnTo>
                    <a:lnTo>
                      <a:pt x="4164" y="360"/>
                    </a:lnTo>
                    <a:lnTo>
                      <a:pt x="4170" y="372"/>
                    </a:lnTo>
                    <a:lnTo>
                      <a:pt x="4200" y="354"/>
                    </a:lnTo>
                    <a:lnTo>
                      <a:pt x="4206" y="360"/>
                    </a:lnTo>
                    <a:lnTo>
                      <a:pt x="4212" y="372"/>
                    </a:lnTo>
                    <a:lnTo>
                      <a:pt x="4224" y="372"/>
                    </a:lnTo>
                    <a:lnTo>
                      <a:pt x="4236" y="366"/>
                    </a:lnTo>
                    <a:lnTo>
                      <a:pt x="4242" y="360"/>
                    </a:lnTo>
                    <a:lnTo>
                      <a:pt x="4248" y="360"/>
                    </a:lnTo>
                    <a:lnTo>
                      <a:pt x="4254" y="366"/>
                    </a:lnTo>
                    <a:lnTo>
                      <a:pt x="4266" y="372"/>
                    </a:lnTo>
                    <a:lnTo>
                      <a:pt x="4284" y="372"/>
                    </a:lnTo>
                    <a:lnTo>
                      <a:pt x="4290" y="366"/>
                    </a:lnTo>
                    <a:lnTo>
                      <a:pt x="4290" y="360"/>
                    </a:lnTo>
                    <a:lnTo>
                      <a:pt x="4284" y="354"/>
                    </a:lnTo>
                    <a:lnTo>
                      <a:pt x="4338" y="372"/>
                    </a:lnTo>
                    <a:lnTo>
                      <a:pt x="4344" y="378"/>
                    </a:lnTo>
                    <a:lnTo>
                      <a:pt x="4350" y="390"/>
                    </a:lnTo>
                    <a:lnTo>
                      <a:pt x="4374" y="390"/>
                    </a:lnTo>
                    <a:lnTo>
                      <a:pt x="4410" y="378"/>
                    </a:lnTo>
                    <a:lnTo>
                      <a:pt x="4440" y="372"/>
                    </a:lnTo>
                    <a:lnTo>
                      <a:pt x="4476" y="372"/>
                    </a:lnTo>
                    <a:lnTo>
                      <a:pt x="4494" y="366"/>
                    </a:lnTo>
                    <a:lnTo>
                      <a:pt x="4506" y="360"/>
                    </a:lnTo>
                    <a:lnTo>
                      <a:pt x="4524" y="342"/>
                    </a:lnTo>
                    <a:lnTo>
                      <a:pt x="4464" y="342"/>
                    </a:lnTo>
                    <a:lnTo>
                      <a:pt x="4470" y="336"/>
                    </a:lnTo>
                    <a:lnTo>
                      <a:pt x="4470" y="330"/>
                    </a:lnTo>
                    <a:lnTo>
                      <a:pt x="4416" y="330"/>
                    </a:lnTo>
                    <a:lnTo>
                      <a:pt x="4362" y="318"/>
                    </a:lnTo>
                    <a:lnTo>
                      <a:pt x="4380" y="300"/>
                    </a:lnTo>
                    <a:lnTo>
                      <a:pt x="4440" y="318"/>
                    </a:lnTo>
                    <a:lnTo>
                      <a:pt x="4452" y="318"/>
                    </a:lnTo>
                    <a:lnTo>
                      <a:pt x="4488" y="312"/>
                    </a:lnTo>
                    <a:lnTo>
                      <a:pt x="4566" y="312"/>
                    </a:lnTo>
                    <a:lnTo>
                      <a:pt x="4578" y="300"/>
                    </a:lnTo>
                    <a:lnTo>
                      <a:pt x="4578" y="288"/>
                    </a:lnTo>
                    <a:lnTo>
                      <a:pt x="4584" y="288"/>
                    </a:lnTo>
                    <a:lnTo>
                      <a:pt x="4590" y="282"/>
                    </a:lnTo>
                    <a:lnTo>
                      <a:pt x="4608" y="282"/>
                    </a:lnTo>
                    <a:lnTo>
                      <a:pt x="4626" y="276"/>
                    </a:lnTo>
                    <a:lnTo>
                      <a:pt x="4662" y="276"/>
                    </a:lnTo>
                    <a:lnTo>
                      <a:pt x="4680" y="270"/>
                    </a:lnTo>
                    <a:lnTo>
                      <a:pt x="4710" y="270"/>
                    </a:lnTo>
                    <a:lnTo>
                      <a:pt x="4722" y="264"/>
                    </a:lnTo>
                    <a:lnTo>
                      <a:pt x="4728" y="264"/>
                    </a:lnTo>
                    <a:lnTo>
                      <a:pt x="4704" y="246"/>
                    </a:lnTo>
                    <a:lnTo>
                      <a:pt x="4746" y="246"/>
                    </a:lnTo>
                    <a:lnTo>
                      <a:pt x="4770" y="240"/>
                    </a:lnTo>
                    <a:lnTo>
                      <a:pt x="4782" y="234"/>
                    </a:lnTo>
                    <a:lnTo>
                      <a:pt x="4776" y="228"/>
                    </a:lnTo>
                    <a:lnTo>
                      <a:pt x="4770" y="228"/>
                    </a:lnTo>
                    <a:lnTo>
                      <a:pt x="4758" y="222"/>
                    </a:lnTo>
                    <a:lnTo>
                      <a:pt x="4746" y="222"/>
                    </a:lnTo>
                    <a:lnTo>
                      <a:pt x="4734" y="216"/>
                    </a:lnTo>
                    <a:lnTo>
                      <a:pt x="4686" y="216"/>
                    </a:lnTo>
                    <a:lnTo>
                      <a:pt x="4674" y="210"/>
                    </a:lnTo>
                    <a:lnTo>
                      <a:pt x="4662" y="210"/>
                    </a:lnTo>
                    <a:lnTo>
                      <a:pt x="4662" y="204"/>
                    </a:lnTo>
                    <a:lnTo>
                      <a:pt x="4674" y="198"/>
                    </a:lnTo>
                    <a:lnTo>
                      <a:pt x="4686" y="198"/>
                    </a:lnTo>
                    <a:lnTo>
                      <a:pt x="4704" y="192"/>
                    </a:lnTo>
                    <a:lnTo>
                      <a:pt x="4716" y="186"/>
                    </a:lnTo>
                    <a:lnTo>
                      <a:pt x="4764" y="186"/>
                    </a:lnTo>
                    <a:lnTo>
                      <a:pt x="4782" y="192"/>
                    </a:lnTo>
                    <a:lnTo>
                      <a:pt x="4860" y="192"/>
                    </a:lnTo>
                    <a:lnTo>
                      <a:pt x="4878" y="186"/>
                    </a:lnTo>
                    <a:lnTo>
                      <a:pt x="4902" y="186"/>
                    </a:lnTo>
                    <a:lnTo>
                      <a:pt x="4896" y="180"/>
                    </a:lnTo>
                    <a:lnTo>
                      <a:pt x="4878" y="180"/>
                    </a:lnTo>
                    <a:lnTo>
                      <a:pt x="4866" y="174"/>
                    </a:lnTo>
                    <a:lnTo>
                      <a:pt x="4872" y="168"/>
                    </a:lnTo>
                    <a:lnTo>
                      <a:pt x="4902" y="162"/>
                    </a:lnTo>
                    <a:lnTo>
                      <a:pt x="4944" y="168"/>
                    </a:lnTo>
                    <a:lnTo>
                      <a:pt x="4974" y="174"/>
                    </a:lnTo>
                    <a:lnTo>
                      <a:pt x="4986" y="174"/>
                    </a:lnTo>
                    <a:lnTo>
                      <a:pt x="4992" y="168"/>
                    </a:lnTo>
                    <a:lnTo>
                      <a:pt x="4992" y="150"/>
                    </a:lnTo>
                    <a:lnTo>
                      <a:pt x="5070" y="156"/>
                    </a:lnTo>
                    <a:lnTo>
                      <a:pt x="5070" y="132"/>
                    </a:lnTo>
                    <a:lnTo>
                      <a:pt x="5082" y="132"/>
                    </a:lnTo>
                    <a:lnTo>
                      <a:pt x="5094" y="138"/>
                    </a:lnTo>
                    <a:lnTo>
                      <a:pt x="5112" y="138"/>
                    </a:lnTo>
                    <a:lnTo>
                      <a:pt x="5136" y="126"/>
                    </a:lnTo>
                    <a:lnTo>
                      <a:pt x="5148" y="126"/>
                    </a:lnTo>
                    <a:lnTo>
                      <a:pt x="5154" y="120"/>
                    </a:lnTo>
                    <a:lnTo>
                      <a:pt x="5172" y="120"/>
                    </a:lnTo>
                    <a:lnTo>
                      <a:pt x="5208" y="114"/>
                    </a:lnTo>
                    <a:lnTo>
                      <a:pt x="5256" y="102"/>
                    </a:lnTo>
                    <a:lnTo>
                      <a:pt x="5298" y="96"/>
                    </a:lnTo>
                    <a:lnTo>
                      <a:pt x="5322" y="90"/>
                    </a:lnTo>
                    <a:lnTo>
                      <a:pt x="5340" y="90"/>
                    </a:lnTo>
                    <a:lnTo>
                      <a:pt x="5346" y="84"/>
                    </a:lnTo>
                    <a:lnTo>
                      <a:pt x="5238" y="84"/>
                    </a:lnTo>
                    <a:lnTo>
                      <a:pt x="5214" y="96"/>
                    </a:lnTo>
                    <a:lnTo>
                      <a:pt x="5142" y="96"/>
                    </a:lnTo>
                    <a:lnTo>
                      <a:pt x="5226" y="90"/>
                    </a:lnTo>
                    <a:lnTo>
                      <a:pt x="5220" y="78"/>
                    </a:lnTo>
                    <a:lnTo>
                      <a:pt x="5268" y="84"/>
                    </a:lnTo>
                    <a:lnTo>
                      <a:pt x="5274" y="78"/>
                    </a:lnTo>
                    <a:lnTo>
                      <a:pt x="5286" y="72"/>
                    </a:lnTo>
                    <a:lnTo>
                      <a:pt x="5358" y="72"/>
                    </a:lnTo>
                    <a:lnTo>
                      <a:pt x="5406" y="66"/>
                    </a:lnTo>
                    <a:lnTo>
                      <a:pt x="5454" y="66"/>
                    </a:lnTo>
                    <a:lnTo>
                      <a:pt x="5484" y="60"/>
                    </a:lnTo>
                    <a:lnTo>
                      <a:pt x="5496" y="60"/>
                    </a:lnTo>
                    <a:lnTo>
                      <a:pt x="5514" y="54"/>
                    </a:lnTo>
                    <a:lnTo>
                      <a:pt x="5532" y="54"/>
                    </a:lnTo>
                    <a:lnTo>
                      <a:pt x="5550" y="48"/>
                    </a:lnTo>
                    <a:lnTo>
                      <a:pt x="5562" y="42"/>
                    </a:lnTo>
                    <a:lnTo>
                      <a:pt x="5574" y="42"/>
                    </a:lnTo>
                    <a:lnTo>
                      <a:pt x="5574" y="36"/>
                    </a:lnTo>
                    <a:close/>
                    <a:moveTo>
                      <a:pt x="4032" y="966"/>
                    </a:moveTo>
                    <a:lnTo>
                      <a:pt x="4086" y="966"/>
                    </a:lnTo>
                    <a:lnTo>
                      <a:pt x="4134" y="942"/>
                    </a:lnTo>
                    <a:lnTo>
                      <a:pt x="4140" y="930"/>
                    </a:lnTo>
                    <a:lnTo>
                      <a:pt x="4134" y="918"/>
                    </a:lnTo>
                    <a:lnTo>
                      <a:pt x="4134" y="912"/>
                    </a:lnTo>
                    <a:lnTo>
                      <a:pt x="4122" y="906"/>
                    </a:lnTo>
                    <a:lnTo>
                      <a:pt x="4074" y="906"/>
                    </a:lnTo>
                    <a:lnTo>
                      <a:pt x="4062" y="912"/>
                    </a:lnTo>
                    <a:lnTo>
                      <a:pt x="4050" y="912"/>
                    </a:lnTo>
                    <a:lnTo>
                      <a:pt x="4026" y="924"/>
                    </a:lnTo>
                    <a:lnTo>
                      <a:pt x="4014" y="936"/>
                    </a:lnTo>
                    <a:lnTo>
                      <a:pt x="4002" y="942"/>
                    </a:lnTo>
                    <a:lnTo>
                      <a:pt x="4002" y="954"/>
                    </a:lnTo>
                    <a:lnTo>
                      <a:pt x="4014" y="960"/>
                    </a:lnTo>
                    <a:lnTo>
                      <a:pt x="4032" y="966"/>
                    </a:lnTo>
                    <a:close/>
                    <a:moveTo>
                      <a:pt x="4014" y="840"/>
                    </a:moveTo>
                    <a:lnTo>
                      <a:pt x="4002" y="840"/>
                    </a:lnTo>
                    <a:lnTo>
                      <a:pt x="3990" y="846"/>
                    </a:lnTo>
                    <a:lnTo>
                      <a:pt x="3984" y="852"/>
                    </a:lnTo>
                    <a:lnTo>
                      <a:pt x="3972" y="852"/>
                    </a:lnTo>
                    <a:lnTo>
                      <a:pt x="3990" y="852"/>
                    </a:lnTo>
                    <a:lnTo>
                      <a:pt x="4008" y="846"/>
                    </a:lnTo>
                    <a:lnTo>
                      <a:pt x="4026" y="846"/>
                    </a:lnTo>
                    <a:lnTo>
                      <a:pt x="4044" y="840"/>
                    </a:lnTo>
                    <a:lnTo>
                      <a:pt x="4050" y="834"/>
                    </a:lnTo>
                    <a:lnTo>
                      <a:pt x="4056" y="834"/>
                    </a:lnTo>
                    <a:lnTo>
                      <a:pt x="4068" y="822"/>
                    </a:lnTo>
                    <a:lnTo>
                      <a:pt x="4050" y="822"/>
                    </a:lnTo>
                    <a:lnTo>
                      <a:pt x="4044" y="828"/>
                    </a:lnTo>
                    <a:lnTo>
                      <a:pt x="4032" y="828"/>
                    </a:lnTo>
                    <a:lnTo>
                      <a:pt x="4020" y="834"/>
                    </a:lnTo>
                    <a:lnTo>
                      <a:pt x="4014" y="840"/>
                    </a:lnTo>
                    <a:close/>
                    <a:moveTo>
                      <a:pt x="4122" y="822"/>
                    </a:moveTo>
                    <a:lnTo>
                      <a:pt x="4104" y="822"/>
                    </a:lnTo>
                    <a:lnTo>
                      <a:pt x="4098" y="828"/>
                    </a:lnTo>
                    <a:lnTo>
                      <a:pt x="4098" y="840"/>
                    </a:lnTo>
                    <a:lnTo>
                      <a:pt x="4104" y="846"/>
                    </a:lnTo>
                    <a:lnTo>
                      <a:pt x="4110" y="840"/>
                    </a:lnTo>
                    <a:lnTo>
                      <a:pt x="4116" y="840"/>
                    </a:lnTo>
                    <a:lnTo>
                      <a:pt x="4128" y="828"/>
                    </a:lnTo>
                    <a:lnTo>
                      <a:pt x="4122" y="822"/>
                    </a:lnTo>
                    <a:close/>
                    <a:moveTo>
                      <a:pt x="3528" y="1062"/>
                    </a:moveTo>
                    <a:lnTo>
                      <a:pt x="3522" y="1062"/>
                    </a:lnTo>
                    <a:lnTo>
                      <a:pt x="3504" y="1080"/>
                    </a:lnTo>
                    <a:lnTo>
                      <a:pt x="3504" y="1086"/>
                    </a:lnTo>
                    <a:lnTo>
                      <a:pt x="3510" y="1092"/>
                    </a:lnTo>
                    <a:lnTo>
                      <a:pt x="3528" y="1092"/>
                    </a:lnTo>
                    <a:lnTo>
                      <a:pt x="3534" y="1086"/>
                    </a:lnTo>
                    <a:lnTo>
                      <a:pt x="3540" y="1074"/>
                    </a:lnTo>
                    <a:lnTo>
                      <a:pt x="3540" y="1068"/>
                    </a:lnTo>
                    <a:lnTo>
                      <a:pt x="3534" y="1062"/>
                    </a:lnTo>
                    <a:lnTo>
                      <a:pt x="3528" y="1062"/>
                    </a:lnTo>
                    <a:close/>
                    <a:moveTo>
                      <a:pt x="3588" y="1062"/>
                    </a:moveTo>
                    <a:lnTo>
                      <a:pt x="3582" y="1062"/>
                    </a:lnTo>
                    <a:lnTo>
                      <a:pt x="3576" y="1068"/>
                    </a:lnTo>
                    <a:lnTo>
                      <a:pt x="3576" y="1080"/>
                    </a:lnTo>
                    <a:lnTo>
                      <a:pt x="3582" y="1086"/>
                    </a:lnTo>
                    <a:lnTo>
                      <a:pt x="3594" y="1086"/>
                    </a:lnTo>
                    <a:lnTo>
                      <a:pt x="3600" y="1080"/>
                    </a:lnTo>
                    <a:lnTo>
                      <a:pt x="3600" y="1068"/>
                    </a:lnTo>
                    <a:lnTo>
                      <a:pt x="3588" y="1062"/>
                    </a:lnTo>
                    <a:close/>
                    <a:moveTo>
                      <a:pt x="3756" y="1242"/>
                    </a:moveTo>
                    <a:lnTo>
                      <a:pt x="3744" y="1248"/>
                    </a:lnTo>
                    <a:lnTo>
                      <a:pt x="3744" y="1260"/>
                    </a:lnTo>
                    <a:lnTo>
                      <a:pt x="3750" y="1266"/>
                    </a:lnTo>
                    <a:lnTo>
                      <a:pt x="3762" y="1272"/>
                    </a:lnTo>
                    <a:lnTo>
                      <a:pt x="3768" y="1272"/>
                    </a:lnTo>
                    <a:lnTo>
                      <a:pt x="3786" y="1254"/>
                    </a:lnTo>
                    <a:lnTo>
                      <a:pt x="3786" y="1242"/>
                    </a:lnTo>
                    <a:lnTo>
                      <a:pt x="3780" y="1236"/>
                    </a:lnTo>
                    <a:lnTo>
                      <a:pt x="3768" y="1236"/>
                    </a:lnTo>
                    <a:lnTo>
                      <a:pt x="3756" y="1242"/>
                    </a:lnTo>
                    <a:close/>
                    <a:moveTo>
                      <a:pt x="3984" y="2532"/>
                    </a:moveTo>
                    <a:lnTo>
                      <a:pt x="3948" y="2520"/>
                    </a:lnTo>
                    <a:lnTo>
                      <a:pt x="3942" y="2514"/>
                    </a:lnTo>
                    <a:lnTo>
                      <a:pt x="3936" y="2514"/>
                    </a:lnTo>
                    <a:lnTo>
                      <a:pt x="3924" y="2526"/>
                    </a:lnTo>
                    <a:lnTo>
                      <a:pt x="3930" y="2532"/>
                    </a:lnTo>
                    <a:lnTo>
                      <a:pt x="3942" y="2538"/>
                    </a:lnTo>
                    <a:lnTo>
                      <a:pt x="3948" y="2544"/>
                    </a:lnTo>
                    <a:lnTo>
                      <a:pt x="3954" y="2544"/>
                    </a:lnTo>
                    <a:lnTo>
                      <a:pt x="3960" y="2550"/>
                    </a:lnTo>
                    <a:lnTo>
                      <a:pt x="3996" y="2550"/>
                    </a:lnTo>
                    <a:lnTo>
                      <a:pt x="4008" y="2556"/>
                    </a:lnTo>
                    <a:lnTo>
                      <a:pt x="4020" y="2556"/>
                    </a:lnTo>
                    <a:lnTo>
                      <a:pt x="4038" y="2538"/>
                    </a:lnTo>
                    <a:lnTo>
                      <a:pt x="4008" y="2538"/>
                    </a:lnTo>
                    <a:lnTo>
                      <a:pt x="3984" y="2532"/>
                    </a:lnTo>
                    <a:close/>
                    <a:moveTo>
                      <a:pt x="4098" y="2280"/>
                    </a:moveTo>
                    <a:lnTo>
                      <a:pt x="4092" y="2280"/>
                    </a:lnTo>
                    <a:lnTo>
                      <a:pt x="4086" y="2274"/>
                    </a:lnTo>
                    <a:lnTo>
                      <a:pt x="4050" y="2274"/>
                    </a:lnTo>
                    <a:lnTo>
                      <a:pt x="4032" y="2268"/>
                    </a:lnTo>
                    <a:lnTo>
                      <a:pt x="3996" y="2268"/>
                    </a:lnTo>
                    <a:lnTo>
                      <a:pt x="4002" y="2274"/>
                    </a:lnTo>
                    <a:lnTo>
                      <a:pt x="4008" y="2274"/>
                    </a:lnTo>
                    <a:lnTo>
                      <a:pt x="4014" y="2280"/>
                    </a:lnTo>
                    <a:lnTo>
                      <a:pt x="4026" y="2286"/>
                    </a:lnTo>
                    <a:lnTo>
                      <a:pt x="4032" y="2286"/>
                    </a:lnTo>
                    <a:lnTo>
                      <a:pt x="4032" y="2304"/>
                    </a:lnTo>
                    <a:lnTo>
                      <a:pt x="4044" y="2304"/>
                    </a:lnTo>
                    <a:lnTo>
                      <a:pt x="4080" y="2310"/>
                    </a:lnTo>
                    <a:lnTo>
                      <a:pt x="4128" y="2316"/>
                    </a:lnTo>
                    <a:lnTo>
                      <a:pt x="4164" y="2316"/>
                    </a:lnTo>
                    <a:lnTo>
                      <a:pt x="4170" y="2310"/>
                    </a:lnTo>
                    <a:lnTo>
                      <a:pt x="4170" y="2304"/>
                    </a:lnTo>
                    <a:lnTo>
                      <a:pt x="4164" y="2304"/>
                    </a:lnTo>
                    <a:lnTo>
                      <a:pt x="4152" y="2292"/>
                    </a:lnTo>
                    <a:lnTo>
                      <a:pt x="4128" y="2286"/>
                    </a:lnTo>
                    <a:lnTo>
                      <a:pt x="4098" y="2280"/>
                    </a:lnTo>
                    <a:close/>
                    <a:moveTo>
                      <a:pt x="4194" y="2550"/>
                    </a:moveTo>
                    <a:lnTo>
                      <a:pt x="4164" y="2550"/>
                    </a:lnTo>
                    <a:lnTo>
                      <a:pt x="4152" y="2556"/>
                    </a:lnTo>
                    <a:lnTo>
                      <a:pt x="4146" y="2562"/>
                    </a:lnTo>
                    <a:lnTo>
                      <a:pt x="4182" y="2526"/>
                    </a:lnTo>
                    <a:lnTo>
                      <a:pt x="4176" y="2520"/>
                    </a:lnTo>
                    <a:lnTo>
                      <a:pt x="4152" y="2520"/>
                    </a:lnTo>
                    <a:lnTo>
                      <a:pt x="4140" y="2526"/>
                    </a:lnTo>
                    <a:lnTo>
                      <a:pt x="4128" y="2538"/>
                    </a:lnTo>
                    <a:lnTo>
                      <a:pt x="4104" y="2574"/>
                    </a:lnTo>
                    <a:lnTo>
                      <a:pt x="4164" y="2568"/>
                    </a:lnTo>
                    <a:lnTo>
                      <a:pt x="4176" y="2568"/>
                    </a:lnTo>
                    <a:lnTo>
                      <a:pt x="4182" y="2562"/>
                    </a:lnTo>
                    <a:lnTo>
                      <a:pt x="4194" y="2562"/>
                    </a:lnTo>
                    <a:lnTo>
                      <a:pt x="4200" y="2556"/>
                    </a:lnTo>
                    <a:lnTo>
                      <a:pt x="4200" y="2550"/>
                    </a:lnTo>
                    <a:lnTo>
                      <a:pt x="4194" y="2550"/>
                    </a:lnTo>
                    <a:close/>
                    <a:moveTo>
                      <a:pt x="4590" y="1962"/>
                    </a:moveTo>
                    <a:lnTo>
                      <a:pt x="4578" y="1974"/>
                    </a:lnTo>
                    <a:lnTo>
                      <a:pt x="4578" y="1980"/>
                    </a:lnTo>
                    <a:lnTo>
                      <a:pt x="4572" y="1986"/>
                    </a:lnTo>
                    <a:lnTo>
                      <a:pt x="4566" y="1986"/>
                    </a:lnTo>
                    <a:lnTo>
                      <a:pt x="4554" y="1974"/>
                    </a:lnTo>
                    <a:lnTo>
                      <a:pt x="4554" y="1962"/>
                    </a:lnTo>
                    <a:lnTo>
                      <a:pt x="4566" y="1962"/>
                    </a:lnTo>
                    <a:lnTo>
                      <a:pt x="4572" y="1956"/>
                    </a:lnTo>
                    <a:lnTo>
                      <a:pt x="4566" y="1932"/>
                    </a:lnTo>
                    <a:lnTo>
                      <a:pt x="4536" y="1926"/>
                    </a:lnTo>
                    <a:lnTo>
                      <a:pt x="4530" y="1926"/>
                    </a:lnTo>
                    <a:lnTo>
                      <a:pt x="4524" y="1932"/>
                    </a:lnTo>
                    <a:lnTo>
                      <a:pt x="4512" y="1938"/>
                    </a:lnTo>
                    <a:lnTo>
                      <a:pt x="4494" y="1944"/>
                    </a:lnTo>
                    <a:lnTo>
                      <a:pt x="4470" y="1956"/>
                    </a:lnTo>
                    <a:lnTo>
                      <a:pt x="4464" y="1962"/>
                    </a:lnTo>
                    <a:lnTo>
                      <a:pt x="4458" y="1962"/>
                    </a:lnTo>
                    <a:lnTo>
                      <a:pt x="4446" y="1968"/>
                    </a:lnTo>
                    <a:lnTo>
                      <a:pt x="4434" y="1968"/>
                    </a:lnTo>
                    <a:lnTo>
                      <a:pt x="4416" y="1974"/>
                    </a:lnTo>
                    <a:lnTo>
                      <a:pt x="4404" y="1974"/>
                    </a:lnTo>
                    <a:lnTo>
                      <a:pt x="4374" y="1998"/>
                    </a:lnTo>
                    <a:lnTo>
                      <a:pt x="4386" y="1974"/>
                    </a:lnTo>
                    <a:lnTo>
                      <a:pt x="4362" y="1956"/>
                    </a:lnTo>
                    <a:lnTo>
                      <a:pt x="4398" y="1968"/>
                    </a:lnTo>
                    <a:lnTo>
                      <a:pt x="4410" y="1956"/>
                    </a:lnTo>
                    <a:lnTo>
                      <a:pt x="4440" y="1950"/>
                    </a:lnTo>
                    <a:lnTo>
                      <a:pt x="4440" y="1932"/>
                    </a:lnTo>
                    <a:lnTo>
                      <a:pt x="4494" y="1932"/>
                    </a:lnTo>
                    <a:lnTo>
                      <a:pt x="4518" y="1920"/>
                    </a:lnTo>
                    <a:lnTo>
                      <a:pt x="4524" y="1914"/>
                    </a:lnTo>
                    <a:lnTo>
                      <a:pt x="4536" y="1908"/>
                    </a:lnTo>
                    <a:lnTo>
                      <a:pt x="4608" y="1908"/>
                    </a:lnTo>
                    <a:lnTo>
                      <a:pt x="4602" y="1902"/>
                    </a:lnTo>
                    <a:lnTo>
                      <a:pt x="4596" y="1902"/>
                    </a:lnTo>
                    <a:lnTo>
                      <a:pt x="4584" y="1896"/>
                    </a:lnTo>
                    <a:lnTo>
                      <a:pt x="4578" y="1890"/>
                    </a:lnTo>
                    <a:lnTo>
                      <a:pt x="4578" y="1866"/>
                    </a:lnTo>
                    <a:lnTo>
                      <a:pt x="4572" y="1866"/>
                    </a:lnTo>
                    <a:lnTo>
                      <a:pt x="4566" y="1872"/>
                    </a:lnTo>
                    <a:lnTo>
                      <a:pt x="4542" y="1872"/>
                    </a:lnTo>
                    <a:lnTo>
                      <a:pt x="4530" y="1878"/>
                    </a:lnTo>
                    <a:lnTo>
                      <a:pt x="4518" y="1878"/>
                    </a:lnTo>
                    <a:lnTo>
                      <a:pt x="4518" y="1866"/>
                    </a:lnTo>
                    <a:lnTo>
                      <a:pt x="4512" y="1860"/>
                    </a:lnTo>
                    <a:lnTo>
                      <a:pt x="4452" y="1878"/>
                    </a:lnTo>
                    <a:lnTo>
                      <a:pt x="4458" y="1848"/>
                    </a:lnTo>
                    <a:lnTo>
                      <a:pt x="4410" y="1860"/>
                    </a:lnTo>
                    <a:lnTo>
                      <a:pt x="4416" y="1854"/>
                    </a:lnTo>
                    <a:lnTo>
                      <a:pt x="4422" y="1842"/>
                    </a:lnTo>
                    <a:lnTo>
                      <a:pt x="4440" y="1824"/>
                    </a:lnTo>
                    <a:lnTo>
                      <a:pt x="4446" y="1812"/>
                    </a:lnTo>
                    <a:lnTo>
                      <a:pt x="4446" y="1800"/>
                    </a:lnTo>
                    <a:lnTo>
                      <a:pt x="4434" y="1800"/>
                    </a:lnTo>
                    <a:lnTo>
                      <a:pt x="4422" y="1794"/>
                    </a:lnTo>
                    <a:lnTo>
                      <a:pt x="4398" y="1794"/>
                    </a:lnTo>
                    <a:lnTo>
                      <a:pt x="4404" y="1770"/>
                    </a:lnTo>
                    <a:lnTo>
                      <a:pt x="4368" y="1770"/>
                    </a:lnTo>
                    <a:lnTo>
                      <a:pt x="4380" y="1752"/>
                    </a:lnTo>
                    <a:lnTo>
                      <a:pt x="4356" y="1728"/>
                    </a:lnTo>
                    <a:lnTo>
                      <a:pt x="4368" y="1728"/>
                    </a:lnTo>
                    <a:lnTo>
                      <a:pt x="4380" y="1734"/>
                    </a:lnTo>
                    <a:lnTo>
                      <a:pt x="4404" y="1734"/>
                    </a:lnTo>
                    <a:lnTo>
                      <a:pt x="4410" y="1728"/>
                    </a:lnTo>
                    <a:lnTo>
                      <a:pt x="4422" y="1722"/>
                    </a:lnTo>
                    <a:lnTo>
                      <a:pt x="4434" y="1710"/>
                    </a:lnTo>
                    <a:lnTo>
                      <a:pt x="4440" y="1710"/>
                    </a:lnTo>
                    <a:lnTo>
                      <a:pt x="4398" y="1686"/>
                    </a:lnTo>
                    <a:lnTo>
                      <a:pt x="4446" y="1656"/>
                    </a:lnTo>
                    <a:lnTo>
                      <a:pt x="4398" y="1632"/>
                    </a:lnTo>
                    <a:lnTo>
                      <a:pt x="4350" y="1638"/>
                    </a:lnTo>
                    <a:lnTo>
                      <a:pt x="4404" y="1614"/>
                    </a:lnTo>
                    <a:lnTo>
                      <a:pt x="4368" y="1608"/>
                    </a:lnTo>
                    <a:lnTo>
                      <a:pt x="4410" y="1584"/>
                    </a:lnTo>
                    <a:lnTo>
                      <a:pt x="4404" y="1560"/>
                    </a:lnTo>
                    <a:lnTo>
                      <a:pt x="4374" y="1560"/>
                    </a:lnTo>
                    <a:lnTo>
                      <a:pt x="4380" y="1554"/>
                    </a:lnTo>
                    <a:lnTo>
                      <a:pt x="4392" y="1530"/>
                    </a:lnTo>
                    <a:lnTo>
                      <a:pt x="4374" y="1494"/>
                    </a:lnTo>
                    <a:lnTo>
                      <a:pt x="4362" y="1494"/>
                    </a:lnTo>
                    <a:lnTo>
                      <a:pt x="4374" y="1470"/>
                    </a:lnTo>
                    <a:lnTo>
                      <a:pt x="4362" y="1476"/>
                    </a:lnTo>
                    <a:lnTo>
                      <a:pt x="4356" y="1482"/>
                    </a:lnTo>
                    <a:lnTo>
                      <a:pt x="4344" y="1488"/>
                    </a:lnTo>
                    <a:lnTo>
                      <a:pt x="4332" y="1500"/>
                    </a:lnTo>
                    <a:lnTo>
                      <a:pt x="4332" y="1518"/>
                    </a:lnTo>
                    <a:lnTo>
                      <a:pt x="4302" y="1506"/>
                    </a:lnTo>
                    <a:lnTo>
                      <a:pt x="4308" y="1542"/>
                    </a:lnTo>
                    <a:lnTo>
                      <a:pt x="4284" y="1542"/>
                    </a:lnTo>
                    <a:lnTo>
                      <a:pt x="4272" y="1560"/>
                    </a:lnTo>
                    <a:lnTo>
                      <a:pt x="4278" y="1572"/>
                    </a:lnTo>
                    <a:lnTo>
                      <a:pt x="4254" y="1572"/>
                    </a:lnTo>
                    <a:lnTo>
                      <a:pt x="4230" y="1614"/>
                    </a:lnTo>
                    <a:lnTo>
                      <a:pt x="4218" y="1614"/>
                    </a:lnTo>
                    <a:lnTo>
                      <a:pt x="4236" y="1578"/>
                    </a:lnTo>
                    <a:lnTo>
                      <a:pt x="4224" y="1566"/>
                    </a:lnTo>
                    <a:lnTo>
                      <a:pt x="4212" y="1566"/>
                    </a:lnTo>
                    <a:lnTo>
                      <a:pt x="4194" y="1584"/>
                    </a:lnTo>
                    <a:lnTo>
                      <a:pt x="4182" y="1590"/>
                    </a:lnTo>
                    <a:lnTo>
                      <a:pt x="4176" y="1596"/>
                    </a:lnTo>
                    <a:lnTo>
                      <a:pt x="4164" y="1602"/>
                    </a:lnTo>
                    <a:lnTo>
                      <a:pt x="4158" y="1608"/>
                    </a:lnTo>
                    <a:lnTo>
                      <a:pt x="4146" y="1614"/>
                    </a:lnTo>
                    <a:lnTo>
                      <a:pt x="4140" y="1620"/>
                    </a:lnTo>
                    <a:lnTo>
                      <a:pt x="4116" y="1632"/>
                    </a:lnTo>
                    <a:lnTo>
                      <a:pt x="4110" y="1638"/>
                    </a:lnTo>
                    <a:lnTo>
                      <a:pt x="4116" y="1614"/>
                    </a:lnTo>
                    <a:lnTo>
                      <a:pt x="4116" y="1596"/>
                    </a:lnTo>
                    <a:lnTo>
                      <a:pt x="4080" y="1632"/>
                    </a:lnTo>
                    <a:lnTo>
                      <a:pt x="4014" y="1644"/>
                    </a:lnTo>
                    <a:lnTo>
                      <a:pt x="4074" y="1626"/>
                    </a:lnTo>
                    <a:lnTo>
                      <a:pt x="4080" y="1620"/>
                    </a:lnTo>
                    <a:lnTo>
                      <a:pt x="4092" y="1596"/>
                    </a:lnTo>
                    <a:lnTo>
                      <a:pt x="4098" y="1590"/>
                    </a:lnTo>
                    <a:lnTo>
                      <a:pt x="4098" y="1578"/>
                    </a:lnTo>
                    <a:lnTo>
                      <a:pt x="4092" y="1572"/>
                    </a:lnTo>
                    <a:lnTo>
                      <a:pt x="4050" y="1572"/>
                    </a:lnTo>
                    <a:lnTo>
                      <a:pt x="4038" y="1578"/>
                    </a:lnTo>
                    <a:lnTo>
                      <a:pt x="4032" y="1578"/>
                    </a:lnTo>
                    <a:lnTo>
                      <a:pt x="4020" y="1584"/>
                    </a:lnTo>
                    <a:lnTo>
                      <a:pt x="4002" y="1584"/>
                    </a:lnTo>
                    <a:lnTo>
                      <a:pt x="4002" y="1578"/>
                    </a:lnTo>
                    <a:lnTo>
                      <a:pt x="4008" y="1572"/>
                    </a:lnTo>
                    <a:lnTo>
                      <a:pt x="4020" y="1566"/>
                    </a:lnTo>
                    <a:lnTo>
                      <a:pt x="4026" y="1560"/>
                    </a:lnTo>
                    <a:lnTo>
                      <a:pt x="4032" y="1560"/>
                    </a:lnTo>
                    <a:lnTo>
                      <a:pt x="4032" y="1572"/>
                    </a:lnTo>
                    <a:lnTo>
                      <a:pt x="4050" y="1560"/>
                    </a:lnTo>
                    <a:lnTo>
                      <a:pt x="4044" y="1536"/>
                    </a:lnTo>
                    <a:lnTo>
                      <a:pt x="4050" y="1530"/>
                    </a:lnTo>
                    <a:lnTo>
                      <a:pt x="4062" y="1524"/>
                    </a:lnTo>
                    <a:lnTo>
                      <a:pt x="4074" y="1512"/>
                    </a:lnTo>
                    <a:lnTo>
                      <a:pt x="4074" y="1506"/>
                    </a:lnTo>
                    <a:lnTo>
                      <a:pt x="4068" y="1500"/>
                    </a:lnTo>
                    <a:lnTo>
                      <a:pt x="4056" y="1494"/>
                    </a:lnTo>
                    <a:lnTo>
                      <a:pt x="4044" y="1494"/>
                    </a:lnTo>
                    <a:lnTo>
                      <a:pt x="4032" y="1488"/>
                    </a:lnTo>
                    <a:lnTo>
                      <a:pt x="4014" y="1488"/>
                    </a:lnTo>
                    <a:lnTo>
                      <a:pt x="4044" y="1488"/>
                    </a:lnTo>
                    <a:lnTo>
                      <a:pt x="4056" y="1482"/>
                    </a:lnTo>
                    <a:lnTo>
                      <a:pt x="4074" y="1482"/>
                    </a:lnTo>
                    <a:lnTo>
                      <a:pt x="4086" y="1470"/>
                    </a:lnTo>
                    <a:lnTo>
                      <a:pt x="4098" y="1446"/>
                    </a:lnTo>
                    <a:lnTo>
                      <a:pt x="4104" y="1440"/>
                    </a:lnTo>
                    <a:lnTo>
                      <a:pt x="4110" y="1440"/>
                    </a:lnTo>
                    <a:lnTo>
                      <a:pt x="4122" y="1434"/>
                    </a:lnTo>
                    <a:lnTo>
                      <a:pt x="4128" y="1434"/>
                    </a:lnTo>
                    <a:lnTo>
                      <a:pt x="4134" y="1428"/>
                    </a:lnTo>
                    <a:lnTo>
                      <a:pt x="4122" y="1416"/>
                    </a:lnTo>
                    <a:lnTo>
                      <a:pt x="4110" y="1422"/>
                    </a:lnTo>
                    <a:lnTo>
                      <a:pt x="4098" y="1434"/>
                    </a:lnTo>
                    <a:lnTo>
                      <a:pt x="4092" y="1404"/>
                    </a:lnTo>
                    <a:lnTo>
                      <a:pt x="4068" y="1404"/>
                    </a:lnTo>
                    <a:lnTo>
                      <a:pt x="4050" y="1410"/>
                    </a:lnTo>
                    <a:lnTo>
                      <a:pt x="4026" y="1410"/>
                    </a:lnTo>
                    <a:lnTo>
                      <a:pt x="4020" y="1404"/>
                    </a:lnTo>
                    <a:lnTo>
                      <a:pt x="4020" y="1386"/>
                    </a:lnTo>
                    <a:lnTo>
                      <a:pt x="4038" y="1368"/>
                    </a:lnTo>
                    <a:lnTo>
                      <a:pt x="4032" y="1362"/>
                    </a:lnTo>
                    <a:lnTo>
                      <a:pt x="4014" y="1362"/>
                    </a:lnTo>
                    <a:lnTo>
                      <a:pt x="4008" y="1368"/>
                    </a:lnTo>
                    <a:lnTo>
                      <a:pt x="4020" y="1344"/>
                    </a:lnTo>
                    <a:lnTo>
                      <a:pt x="3984" y="1350"/>
                    </a:lnTo>
                    <a:lnTo>
                      <a:pt x="3984" y="1326"/>
                    </a:lnTo>
                    <a:lnTo>
                      <a:pt x="3978" y="1314"/>
                    </a:lnTo>
                    <a:lnTo>
                      <a:pt x="3972" y="1308"/>
                    </a:lnTo>
                    <a:lnTo>
                      <a:pt x="3948" y="1308"/>
                    </a:lnTo>
                    <a:lnTo>
                      <a:pt x="3930" y="1314"/>
                    </a:lnTo>
                    <a:lnTo>
                      <a:pt x="3906" y="1326"/>
                    </a:lnTo>
                    <a:lnTo>
                      <a:pt x="3900" y="1332"/>
                    </a:lnTo>
                    <a:lnTo>
                      <a:pt x="3894" y="1332"/>
                    </a:lnTo>
                    <a:lnTo>
                      <a:pt x="3888" y="1326"/>
                    </a:lnTo>
                    <a:lnTo>
                      <a:pt x="3876" y="1320"/>
                    </a:lnTo>
                    <a:lnTo>
                      <a:pt x="3864" y="1320"/>
                    </a:lnTo>
                    <a:lnTo>
                      <a:pt x="3852" y="1326"/>
                    </a:lnTo>
                    <a:lnTo>
                      <a:pt x="3846" y="1326"/>
                    </a:lnTo>
                    <a:lnTo>
                      <a:pt x="3834" y="1332"/>
                    </a:lnTo>
                    <a:lnTo>
                      <a:pt x="3822" y="1326"/>
                    </a:lnTo>
                    <a:lnTo>
                      <a:pt x="3762" y="1302"/>
                    </a:lnTo>
                    <a:lnTo>
                      <a:pt x="3738" y="1302"/>
                    </a:lnTo>
                    <a:lnTo>
                      <a:pt x="3714" y="1314"/>
                    </a:lnTo>
                    <a:lnTo>
                      <a:pt x="3708" y="1326"/>
                    </a:lnTo>
                    <a:lnTo>
                      <a:pt x="3702" y="1326"/>
                    </a:lnTo>
                    <a:lnTo>
                      <a:pt x="3684" y="1344"/>
                    </a:lnTo>
                    <a:lnTo>
                      <a:pt x="3684" y="1350"/>
                    </a:lnTo>
                    <a:lnTo>
                      <a:pt x="3696" y="1356"/>
                    </a:lnTo>
                    <a:lnTo>
                      <a:pt x="3702" y="1362"/>
                    </a:lnTo>
                    <a:lnTo>
                      <a:pt x="3708" y="1374"/>
                    </a:lnTo>
                    <a:lnTo>
                      <a:pt x="3708" y="1380"/>
                    </a:lnTo>
                    <a:lnTo>
                      <a:pt x="3702" y="1386"/>
                    </a:lnTo>
                    <a:lnTo>
                      <a:pt x="3690" y="1392"/>
                    </a:lnTo>
                    <a:lnTo>
                      <a:pt x="3672" y="1410"/>
                    </a:lnTo>
                    <a:lnTo>
                      <a:pt x="3660" y="1416"/>
                    </a:lnTo>
                    <a:lnTo>
                      <a:pt x="3636" y="1422"/>
                    </a:lnTo>
                    <a:lnTo>
                      <a:pt x="3660" y="1440"/>
                    </a:lnTo>
                    <a:lnTo>
                      <a:pt x="3654" y="1446"/>
                    </a:lnTo>
                    <a:lnTo>
                      <a:pt x="3642" y="1446"/>
                    </a:lnTo>
                    <a:lnTo>
                      <a:pt x="3636" y="1452"/>
                    </a:lnTo>
                    <a:lnTo>
                      <a:pt x="3636" y="1470"/>
                    </a:lnTo>
                    <a:lnTo>
                      <a:pt x="3642" y="1482"/>
                    </a:lnTo>
                    <a:lnTo>
                      <a:pt x="3642" y="1488"/>
                    </a:lnTo>
                    <a:lnTo>
                      <a:pt x="3636" y="1500"/>
                    </a:lnTo>
                    <a:lnTo>
                      <a:pt x="3624" y="1506"/>
                    </a:lnTo>
                    <a:lnTo>
                      <a:pt x="3618" y="1512"/>
                    </a:lnTo>
                    <a:lnTo>
                      <a:pt x="3606" y="1512"/>
                    </a:lnTo>
                    <a:lnTo>
                      <a:pt x="3582" y="1524"/>
                    </a:lnTo>
                    <a:lnTo>
                      <a:pt x="3576" y="1536"/>
                    </a:lnTo>
                    <a:lnTo>
                      <a:pt x="3576" y="1548"/>
                    </a:lnTo>
                    <a:lnTo>
                      <a:pt x="3570" y="1548"/>
                    </a:lnTo>
                    <a:lnTo>
                      <a:pt x="3564" y="1554"/>
                    </a:lnTo>
                    <a:lnTo>
                      <a:pt x="3552" y="1554"/>
                    </a:lnTo>
                    <a:lnTo>
                      <a:pt x="3540" y="1560"/>
                    </a:lnTo>
                    <a:lnTo>
                      <a:pt x="3534" y="1566"/>
                    </a:lnTo>
                    <a:lnTo>
                      <a:pt x="3522" y="1572"/>
                    </a:lnTo>
                    <a:lnTo>
                      <a:pt x="3504" y="1590"/>
                    </a:lnTo>
                    <a:lnTo>
                      <a:pt x="3510" y="1596"/>
                    </a:lnTo>
                    <a:lnTo>
                      <a:pt x="3522" y="1602"/>
                    </a:lnTo>
                    <a:lnTo>
                      <a:pt x="3534" y="1614"/>
                    </a:lnTo>
                    <a:lnTo>
                      <a:pt x="3552" y="1620"/>
                    </a:lnTo>
                    <a:lnTo>
                      <a:pt x="3558" y="1632"/>
                    </a:lnTo>
                    <a:lnTo>
                      <a:pt x="3564" y="1638"/>
                    </a:lnTo>
                    <a:lnTo>
                      <a:pt x="3564" y="1662"/>
                    </a:lnTo>
                    <a:lnTo>
                      <a:pt x="3558" y="1698"/>
                    </a:lnTo>
                    <a:lnTo>
                      <a:pt x="3540" y="1746"/>
                    </a:lnTo>
                    <a:lnTo>
                      <a:pt x="3510" y="1776"/>
                    </a:lnTo>
                    <a:lnTo>
                      <a:pt x="3468" y="1800"/>
                    </a:lnTo>
                    <a:lnTo>
                      <a:pt x="3426" y="1830"/>
                    </a:lnTo>
                    <a:lnTo>
                      <a:pt x="3390" y="1854"/>
                    </a:lnTo>
                    <a:lnTo>
                      <a:pt x="3366" y="1860"/>
                    </a:lnTo>
                    <a:lnTo>
                      <a:pt x="3336" y="1860"/>
                    </a:lnTo>
                    <a:lnTo>
                      <a:pt x="3300" y="1866"/>
                    </a:lnTo>
                    <a:lnTo>
                      <a:pt x="3276" y="1872"/>
                    </a:lnTo>
                    <a:lnTo>
                      <a:pt x="3258" y="1878"/>
                    </a:lnTo>
                    <a:lnTo>
                      <a:pt x="3258" y="1902"/>
                    </a:lnTo>
                    <a:lnTo>
                      <a:pt x="3264" y="1914"/>
                    </a:lnTo>
                    <a:lnTo>
                      <a:pt x="3264" y="1926"/>
                    </a:lnTo>
                    <a:lnTo>
                      <a:pt x="3270" y="1938"/>
                    </a:lnTo>
                    <a:lnTo>
                      <a:pt x="3270" y="1950"/>
                    </a:lnTo>
                    <a:lnTo>
                      <a:pt x="3252" y="1968"/>
                    </a:lnTo>
                    <a:lnTo>
                      <a:pt x="3234" y="2004"/>
                    </a:lnTo>
                    <a:lnTo>
                      <a:pt x="3234" y="2076"/>
                    </a:lnTo>
                    <a:lnTo>
                      <a:pt x="3210" y="2088"/>
                    </a:lnTo>
                    <a:lnTo>
                      <a:pt x="3204" y="2094"/>
                    </a:lnTo>
                    <a:lnTo>
                      <a:pt x="3180" y="2106"/>
                    </a:lnTo>
                    <a:lnTo>
                      <a:pt x="3180" y="2142"/>
                    </a:lnTo>
                    <a:lnTo>
                      <a:pt x="3156" y="2166"/>
                    </a:lnTo>
                    <a:lnTo>
                      <a:pt x="3156" y="2154"/>
                    </a:lnTo>
                    <a:lnTo>
                      <a:pt x="3162" y="2148"/>
                    </a:lnTo>
                    <a:lnTo>
                      <a:pt x="3162" y="2142"/>
                    </a:lnTo>
                    <a:lnTo>
                      <a:pt x="3156" y="2130"/>
                    </a:lnTo>
                    <a:lnTo>
                      <a:pt x="3138" y="2130"/>
                    </a:lnTo>
                    <a:lnTo>
                      <a:pt x="3126" y="2136"/>
                    </a:lnTo>
                    <a:lnTo>
                      <a:pt x="3108" y="2154"/>
                    </a:lnTo>
                    <a:lnTo>
                      <a:pt x="3108" y="2166"/>
                    </a:lnTo>
                    <a:lnTo>
                      <a:pt x="3114" y="2178"/>
                    </a:lnTo>
                    <a:lnTo>
                      <a:pt x="3114" y="2190"/>
                    </a:lnTo>
                    <a:lnTo>
                      <a:pt x="3108" y="2196"/>
                    </a:lnTo>
                    <a:lnTo>
                      <a:pt x="3108" y="2178"/>
                    </a:lnTo>
                    <a:lnTo>
                      <a:pt x="3102" y="2166"/>
                    </a:lnTo>
                    <a:lnTo>
                      <a:pt x="3090" y="2154"/>
                    </a:lnTo>
                    <a:lnTo>
                      <a:pt x="3078" y="2154"/>
                    </a:lnTo>
                    <a:lnTo>
                      <a:pt x="3066" y="2160"/>
                    </a:lnTo>
                    <a:lnTo>
                      <a:pt x="3042" y="2160"/>
                    </a:lnTo>
                    <a:lnTo>
                      <a:pt x="3036" y="2166"/>
                    </a:lnTo>
                    <a:lnTo>
                      <a:pt x="3030" y="2166"/>
                    </a:lnTo>
                    <a:lnTo>
                      <a:pt x="3042" y="2160"/>
                    </a:lnTo>
                    <a:lnTo>
                      <a:pt x="3060" y="2142"/>
                    </a:lnTo>
                    <a:lnTo>
                      <a:pt x="3072" y="2136"/>
                    </a:lnTo>
                    <a:lnTo>
                      <a:pt x="3078" y="2124"/>
                    </a:lnTo>
                    <a:lnTo>
                      <a:pt x="3078" y="2118"/>
                    </a:lnTo>
                    <a:lnTo>
                      <a:pt x="3072" y="2106"/>
                    </a:lnTo>
                    <a:lnTo>
                      <a:pt x="3060" y="2100"/>
                    </a:lnTo>
                    <a:lnTo>
                      <a:pt x="3048" y="2088"/>
                    </a:lnTo>
                    <a:lnTo>
                      <a:pt x="3030" y="2088"/>
                    </a:lnTo>
                    <a:lnTo>
                      <a:pt x="3024" y="2082"/>
                    </a:lnTo>
                    <a:lnTo>
                      <a:pt x="3018" y="2082"/>
                    </a:lnTo>
                    <a:lnTo>
                      <a:pt x="3024" y="2082"/>
                    </a:lnTo>
                    <a:lnTo>
                      <a:pt x="3042" y="2064"/>
                    </a:lnTo>
                    <a:lnTo>
                      <a:pt x="3042" y="2058"/>
                    </a:lnTo>
                    <a:lnTo>
                      <a:pt x="3030" y="2034"/>
                    </a:lnTo>
                    <a:lnTo>
                      <a:pt x="3030" y="2028"/>
                    </a:lnTo>
                    <a:lnTo>
                      <a:pt x="3024" y="2016"/>
                    </a:lnTo>
                    <a:lnTo>
                      <a:pt x="3060" y="1992"/>
                    </a:lnTo>
                    <a:lnTo>
                      <a:pt x="3060" y="1968"/>
                    </a:lnTo>
                    <a:lnTo>
                      <a:pt x="3084" y="1956"/>
                    </a:lnTo>
                    <a:lnTo>
                      <a:pt x="3084" y="1914"/>
                    </a:lnTo>
                    <a:lnTo>
                      <a:pt x="3090" y="1914"/>
                    </a:lnTo>
                    <a:lnTo>
                      <a:pt x="3102" y="1902"/>
                    </a:lnTo>
                    <a:lnTo>
                      <a:pt x="3114" y="1896"/>
                    </a:lnTo>
                    <a:lnTo>
                      <a:pt x="3132" y="1878"/>
                    </a:lnTo>
                    <a:lnTo>
                      <a:pt x="3126" y="1866"/>
                    </a:lnTo>
                    <a:lnTo>
                      <a:pt x="3120" y="1860"/>
                    </a:lnTo>
                    <a:lnTo>
                      <a:pt x="3084" y="1848"/>
                    </a:lnTo>
                    <a:lnTo>
                      <a:pt x="2976" y="1848"/>
                    </a:lnTo>
                    <a:lnTo>
                      <a:pt x="2940" y="1860"/>
                    </a:lnTo>
                    <a:lnTo>
                      <a:pt x="2946" y="1848"/>
                    </a:lnTo>
                    <a:lnTo>
                      <a:pt x="2952" y="1842"/>
                    </a:lnTo>
                    <a:lnTo>
                      <a:pt x="2952" y="1830"/>
                    </a:lnTo>
                    <a:lnTo>
                      <a:pt x="2958" y="1824"/>
                    </a:lnTo>
                    <a:lnTo>
                      <a:pt x="2952" y="1818"/>
                    </a:lnTo>
                    <a:lnTo>
                      <a:pt x="2940" y="1812"/>
                    </a:lnTo>
                    <a:lnTo>
                      <a:pt x="2928" y="1812"/>
                    </a:lnTo>
                    <a:lnTo>
                      <a:pt x="2892" y="1800"/>
                    </a:lnTo>
                    <a:lnTo>
                      <a:pt x="2874" y="1800"/>
                    </a:lnTo>
                    <a:lnTo>
                      <a:pt x="2868" y="1794"/>
                    </a:lnTo>
                    <a:lnTo>
                      <a:pt x="2862" y="1794"/>
                    </a:lnTo>
                    <a:lnTo>
                      <a:pt x="2862" y="1770"/>
                    </a:lnTo>
                    <a:lnTo>
                      <a:pt x="2856" y="1752"/>
                    </a:lnTo>
                    <a:lnTo>
                      <a:pt x="2844" y="1740"/>
                    </a:lnTo>
                    <a:lnTo>
                      <a:pt x="2790" y="1722"/>
                    </a:lnTo>
                    <a:lnTo>
                      <a:pt x="2778" y="1722"/>
                    </a:lnTo>
                    <a:lnTo>
                      <a:pt x="2778" y="1716"/>
                    </a:lnTo>
                    <a:lnTo>
                      <a:pt x="2766" y="1704"/>
                    </a:lnTo>
                    <a:lnTo>
                      <a:pt x="2754" y="1704"/>
                    </a:lnTo>
                    <a:lnTo>
                      <a:pt x="2736" y="1698"/>
                    </a:lnTo>
                    <a:lnTo>
                      <a:pt x="2694" y="1698"/>
                    </a:lnTo>
                    <a:lnTo>
                      <a:pt x="2646" y="1704"/>
                    </a:lnTo>
                    <a:lnTo>
                      <a:pt x="2610" y="1716"/>
                    </a:lnTo>
                    <a:lnTo>
                      <a:pt x="2592" y="1716"/>
                    </a:lnTo>
                    <a:lnTo>
                      <a:pt x="2598" y="1716"/>
                    </a:lnTo>
                    <a:lnTo>
                      <a:pt x="2604" y="1710"/>
                    </a:lnTo>
                    <a:lnTo>
                      <a:pt x="2616" y="1710"/>
                    </a:lnTo>
                    <a:lnTo>
                      <a:pt x="2628" y="1704"/>
                    </a:lnTo>
                    <a:lnTo>
                      <a:pt x="2634" y="1692"/>
                    </a:lnTo>
                    <a:lnTo>
                      <a:pt x="2640" y="1686"/>
                    </a:lnTo>
                    <a:lnTo>
                      <a:pt x="2646" y="1662"/>
                    </a:lnTo>
                    <a:lnTo>
                      <a:pt x="2658" y="1632"/>
                    </a:lnTo>
                    <a:lnTo>
                      <a:pt x="2664" y="1602"/>
                    </a:lnTo>
                    <a:lnTo>
                      <a:pt x="2670" y="1590"/>
                    </a:lnTo>
                    <a:lnTo>
                      <a:pt x="2658" y="1590"/>
                    </a:lnTo>
                    <a:lnTo>
                      <a:pt x="2646" y="1584"/>
                    </a:lnTo>
                    <a:lnTo>
                      <a:pt x="2616" y="1584"/>
                    </a:lnTo>
                    <a:lnTo>
                      <a:pt x="2610" y="1590"/>
                    </a:lnTo>
                    <a:lnTo>
                      <a:pt x="2598" y="1596"/>
                    </a:lnTo>
                    <a:lnTo>
                      <a:pt x="2592" y="1602"/>
                    </a:lnTo>
                    <a:lnTo>
                      <a:pt x="2580" y="1608"/>
                    </a:lnTo>
                    <a:lnTo>
                      <a:pt x="2598" y="1578"/>
                    </a:lnTo>
                    <a:lnTo>
                      <a:pt x="2592" y="1560"/>
                    </a:lnTo>
                    <a:lnTo>
                      <a:pt x="2610" y="1542"/>
                    </a:lnTo>
                    <a:lnTo>
                      <a:pt x="2616" y="1530"/>
                    </a:lnTo>
                    <a:lnTo>
                      <a:pt x="2640" y="1506"/>
                    </a:lnTo>
                    <a:lnTo>
                      <a:pt x="2646" y="1494"/>
                    </a:lnTo>
                    <a:lnTo>
                      <a:pt x="2664" y="1476"/>
                    </a:lnTo>
                    <a:lnTo>
                      <a:pt x="2694" y="1452"/>
                    </a:lnTo>
                    <a:lnTo>
                      <a:pt x="2730" y="1428"/>
                    </a:lnTo>
                    <a:lnTo>
                      <a:pt x="2754" y="1410"/>
                    </a:lnTo>
                    <a:lnTo>
                      <a:pt x="2766" y="1404"/>
                    </a:lnTo>
                    <a:lnTo>
                      <a:pt x="2760" y="1392"/>
                    </a:lnTo>
                    <a:lnTo>
                      <a:pt x="2826" y="1368"/>
                    </a:lnTo>
                    <a:lnTo>
                      <a:pt x="2826" y="1350"/>
                    </a:lnTo>
                    <a:lnTo>
                      <a:pt x="2868" y="1344"/>
                    </a:lnTo>
                    <a:lnTo>
                      <a:pt x="2868" y="1326"/>
                    </a:lnTo>
                    <a:lnTo>
                      <a:pt x="2898" y="1320"/>
                    </a:lnTo>
                    <a:lnTo>
                      <a:pt x="2952" y="1284"/>
                    </a:lnTo>
                    <a:lnTo>
                      <a:pt x="3006" y="1284"/>
                    </a:lnTo>
                    <a:lnTo>
                      <a:pt x="3042" y="1278"/>
                    </a:lnTo>
                    <a:lnTo>
                      <a:pt x="3060" y="1266"/>
                    </a:lnTo>
                    <a:lnTo>
                      <a:pt x="3060" y="1254"/>
                    </a:lnTo>
                    <a:lnTo>
                      <a:pt x="3030" y="1224"/>
                    </a:lnTo>
                    <a:lnTo>
                      <a:pt x="2970" y="1230"/>
                    </a:lnTo>
                    <a:lnTo>
                      <a:pt x="2982" y="1218"/>
                    </a:lnTo>
                    <a:lnTo>
                      <a:pt x="2928" y="1194"/>
                    </a:lnTo>
                    <a:lnTo>
                      <a:pt x="2952" y="1188"/>
                    </a:lnTo>
                    <a:lnTo>
                      <a:pt x="3036" y="1212"/>
                    </a:lnTo>
                    <a:lnTo>
                      <a:pt x="3054" y="1230"/>
                    </a:lnTo>
                    <a:lnTo>
                      <a:pt x="3066" y="1236"/>
                    </a:lnTo>
                    <a:lnTo>
                      <a:pt x="3096" y="1236"/>
                    </a:lnTo>
                    <a:lnTo>
                      <a:pt x="3108" y="1230"/>
                    </a:lnTo>
                    <a:lnTo>
                      <a:pt x="3114" y="1218"/>
                    </a:lnTo>
                    <a:lnTo>
                      <a:pt x="3126" y="1206"/>
                    </a:lnTo>
                    <a:lnTo>
                      <a:pt x="3132" y="1194"/>
                    </a:lnTo>
                    <a:lnTo>
                      <a:pt x="3144" y="1188"/>
                    </a:lnTo>
                    <a:lnTo>
                      <a:pt x="3150" y="1182"/>
                    </a:lnTo>
                    <a:lnTo>
                      <a:pt x="3156" y="1182"/>
                    </a:lnTo>
                    <a:lnTo>
                      <a:pt x="3180" y="1194"/>
                    </a:lnTo>
                    <a:lnTo>
                      <a:pt x="3198" y="1200"/>
                    </a:lnTo>
                    <a:lnTo>
                      <a:pt x="3210" y="1200"/>
                    </a:lnTo>
                    <a:lnTo>
                      <a:pt x="3246" y="1182"/>
                    </a:lnTo>
                    <a:lnTo>
                      <a:pt x="3282" y="1170"/>
                    </a:lnTo>
                    <a:lnTo>
                      <a:pt x="3318" y="1152"/>
                    </a:lnTo>
                    <a:lnTo>
                      <a:pt x="3336" y="1146"/>
                    </a:lnTo>
                    <a:lnTo>
                      <a:pt x="3360" y="1134"/>
                    </a:lnTo>
                    <a:lnTo>
                      <a:pt x="3372" y="1122"/>
                    </a:lnTo>
                    <a:lnTo>
                      <a:pt x="3366" y="1116"/>
                    </a:lnTo>
                    <a:lnTo>
                      <a:pt x="3342" y="1110"/>
                    </a:lnTo>
                    <a:lnTo>
                      <a:pt x="3264" y="1110"/>
                    </a:lnTo>
                    <a:lnTo>
                      <a:pt x="3258" y="1086"/>
                    </a:lnTo>
                    <a:lnTo>
                      <a:pt x="3174" y="1056"/>
                    </a:lnTo>
                    <a:lnTo>
                      <a:pt x="3186" y="1056"/>
                    </a:lnTo>
                    <a:lnTo>
                      <a:pt x="3216" y="1050"/>
                    </a:lnTo>
                    <a:lnTo>
                      <a:pt x="3252" y="1050"/>
                    </a:lnTo>
                    <a:lnTo>
                      <a:pt x="3282" y="1056"/>
                    </a:lnTo>
                    <a:lnTo>
                      <a:pt x="3294" y="1062"/>
                    </a:lnTo>
                    <a:lnTo>
                      <a:pt x="3306" y="1074"/>
                    </a:lnTo>
                    <a:lnTo>
                      <a:pt x="3324" y="1086"/>
                    </a:lnTo>
                    <a:lnTo>
                      <a:pt x="3336" y="1098"/>
                    </a:lnTo>
                    <a:lnTo>
                      <a:pt x="3348" y="1104"/>
                    </a:lnTo>
                    <a:lnTo>
                      <a:pt x="3372" y="1098"/>
                    </a:lnTo>
                    <a:lnTo>
                      <a:pt x="3408" y="1080"/>
                    </a:lnTo>
                    <a:lnTo>
                      <a:pt x="3444" y="1068"/>
                    </a:lnTo>
                    <a:lnTo>
                      <a:pt x="3474" y="1050"/>
                    </a:lnTo>
                    <a:lnTo>
                      <a:pt x="3486" y="1044"/>
                    </a:lnTo>
                    <a:lnTo>
                      <a:pt x="3462" y="1032"/>
                    </a:lnTo>
                    <a:lnTo>
                      <a:pt x="3468" y="1026"/>
                    </a:lnTo>
                    <a:lnTo>
                      <a:pt x="3492" y="1014"/>
                    </a:lnTo>
                    <a:lnTo>
                      <a:pt x="3522" y="1014"/>
                    </a:lnTo>
                    <a:lnTo>
                      <a:pt x="3528" y="1020"/>
                    </a:lnTo>
                    <a:lnTo>
                      <a:pt x="3534" y="1032"/>
                    </a:lnTo>
                    <a:lnTo>
                      <a:pt x="3540" y="1038"/>
                    </a:lnTo>
                    <a:lnTo>
                      <a:pt x="3570" y="1050"/>
                    </a:lnTo>
                    <a:lnTo>
                      <a:pt x="3576" y="1026"/>
                    </a:lnTo>
                    <a:lnTo>
                      <a:pt x="3594" y="1044"/>
                    </a:lnTo>
                    <a:lnTo>
                      <a:pt x="3600" y="1038"/>
                    </a:lnTo>
                    <a:lnTo>
                      <a:pt x="3600" y="1026"/>
                    </a:lnTo>
                    <a:lnTo>
                      <a:pt x="3594" y="1014"/>
                    </a:lnTo>
                    <a:lnTo>
                      <a:pt x="3582" y="1002"/>
                    </a:lnTo>
                    <a:lnTo>
                      <a:pt x="3564" y="990"/>
                    </a:lnTo>
                    <a:lnTo>
                      <a:pt x="3606" y="984"/>
                    </a:lnTo>
                    <a:lnTo>
                      <a:pt x="3606" y="990"/>
                    </a:lnTo>
                    <a:lnTo>
                      <a:pt x="3612" y="996"/>
                    </a:lnTo>
                    <a:lnTo>
                      <a:pt x="3612" y="1008"/>
                    </a:lnTo>
                    <a:lnTo>
                      <a:pt x="3624" y="1032"/>
                    </a:lnTo>
                    <a:lnTo>
                      <a:pt x="3630" y="1038"/>
                    </a:lnTo>
                    <a:lnTo>
                      <a:pt x="3636" y="1038"/>
                    </a:lnTo>
                    <a:lnTo>
                      <a:pt x="3654" y="1032"/>
                    </a:lnTo>
                    <a:lnTo>
                      <a:pt x="3690" y="1026"/>
                    </a:lnTo>
                    <a:lnTo>
                      <a:pt x="3732" y="1008"/>
                    </a:lnTo>
                    <a:lnTo>
                      <a:pt x="3768" y="990"/>
                    </a:lnTo>
                    <a:lnTo>
                      <a:pt x="3798" y="972"/>
                    </a:lnTo>
                    <a:lnTo>
                      <a:pt x="3798" y="960"/>
                    </a:lnTo>
                    <a:lnTo>
                      <a:pt x="3786" y="942"/>
                    </a:lnTo>
                    <a:lnTo>
                      <a:pt x="3780" y="930"/>
                    </a:lnTo>
                    <a:lnTo>
                      <a:pt x="3774" y="912"/>
                    </a:lnTo>
                    <a:lnTo>
                      <a:pt x="3774" y="900"/>
                    </a:lnTo>
                    <a:lnTo>
                      <a:pt x="3780" y="894"/>
                    </a:lnTo>
                    <a:lnTo>
                      <a:pt x="3792" y="894"/>
                    </a:lnTo>
                    <a:lnTo>
                      <a:pt x="3804" y="888"/>
                    </a:lnTo>
                    <a:lnTo>
                      <a:pt x="3822" y="888"/>
                    </a:lnTo>
                    <a:lnTo>
                      <a:pt x="3840" y="882"/>
                    </a:lnTo>
                    <a:lnTo>
                      <a:pt x="3858" y="882"/>
                    </a:lnTo>
                    <a:lnTo>
                      <a:pt x="3864" y="876"/>
                    </a:lnTo>
                    <a:lnTo>
                      <a:pt x="3870" y="876"/>
                    </a:lnTo>
                    <a:lnTo>
                      <a:pt x="3870" y="858"/>
                    </a:lnTo>
                    <a:lnTo>
                      <a:pt x="3864" y="846"/>
                    </a:lnTo>
                    <a:lnTo>
                      <a:pt x="3864" y="840"/>
                    </a:lnTo>
                    <a:lnTo>
                      <a:pt x="3858" y="828"/>
                    </a:lnTo>
                    <a:lnTo>
                      <a:pt x="3840" y="804"/>
                    </a:lnTo>
                    <a:lnTo>
                      <a:pt x="3822" y="798"/>
                    </a:lnTo>
                    <a:lnTo>
                      <a:pt x="3786" y="792"/>
                    </a:lnTo>
                    <a:lnTo>
                      <a:pt x="3744" y="792"/>
                    </a:lnTo>
                    <a:lnTo>
                      <a:pt x="3708" y="804"/>
                    </a:lnTo>
                    <a:lnTo>
                      <a:pt x="3690" y="822"/>
                    </a:lnTo>
                    <a:lnTo>
                      <a:pt x="3690" y="840"/>
                    </a:lnTo>
                    <a:lnTo>
                      <a:pt x="3696" y="840"/>
                    </a:lnTo>
                    <a:lnTo>
                      <a:pt x="3702" y="846"/>
                    </a:lnTo>
                    <a:lnTo>
                      <a:pt x="3666" y="870"/>
                    </a:lnTo>
                    <a:lnTo>
                      <a:pt x="3642" y="870"/>
                    </a:lnTo>
                    <a:lnTo>
                      <a:pt x="3576" y="918"/>
                    </a:lnTo>
                    <a:lnTo>
                      <a:pt x="3552" y="930"/>
                    </a:lnTo>
                    <a:lnTo>
                      <a:pt x="3546" y="936"/>
                    </a:lnTo>
                    <a:lnTo>
                      <a:pt x="3540" y="948"/>
                    </a:lnTo>
                    <a:lnTo>
                      <a:pt x="3522" y="966"/>
                    </a:lnTo>
                    <a:lnTo>
                      <a:pt x="3492" y="966"/>
                    </a:lnTo>
                    <a:lnTo>
                      <a:pt x="3456" y="984"/>
                    </a:lnTo>
                    <a:lnTo>
                      <a:pt x="3456" y="972"/>
                    </a:lnTo>
                    <a:lnTo>
                      <a:pt x="3450" y="954"/>
                    </a:lnTo>
                    <a:lnTo>
                      <a:pt x="3450" y="918"/>
                    </a:lnTo>
                    <a:lnTo>
                      <a:pt x="3456" y="912"/>
                    </a:lnTo>
                    <a:lnTo>
                      <a:pt x="3480" y="900"/>
                    </a:lnTo>
                    <a:lnTo>
                      <a:pt x="3498" y="900"/>
                    </a:lnTo>
                    <a:lnTo>
                      <a:pt x="3510" y="894"/>
                    </a:lnTo>
                    <a:lnTo>
                      <a:pt x="3516" y="882"/>
                    </a:lnTo>
                    <a:lnTo>
                      <a:pt x="3516" y="870"/>
                    </a:lnTo>
                    <a:lnTo>
                      <a:pt x="3510" y="852"/>
                    </a:lnTo>
                    <a:lnTo>
                      <a:pt x="3504" y="846"/>
                    </a:lnTo>
                    <a:lnTo>
                      <a:pt x="3498" y="834"/>
                    </a:lnTo>
                    <a:lnTo>
                      <a:pt x="3486" y="834"/>
                    </a:lnTo>
                    <a:lnTo>
                      <a:pt x="3450" y="852"/>
                    </a:lnTo>
                    <a:lnTo>
                      <a:pt x="3432" y="858"/>
                    </a:lnTo>
                    <a:lnTo>
                      <a:pt x="3420" y="864"/>
                    </a:lnTo>
                    <a:lnTo>
                      <a:pt x="3414" y="870"/>
                    </a:lnTo>
                    <a:lnTo>
                      <a:pt x="3408" y="870"/>
                    </a:lnTo>
                    <a:lnTo>
                      <a:pt x="3378" y="900"/>
                    </a:lnTo>
                    <a:lnTo>
                      <a:pt x="3372" y="888"/>
                    </a:lnTo>
                    <a:lnTo>
                      <a:pt x="3396" y="858"/>
                    </a:lnTo>
                    <a:lnTo>
                      <a:pt x="3396" y="840"/>
                    </a:lnTo>
                    <a:lnTo>
                      <a:pt x="3438" y="822"/>
                    </a:lnTo>
                    <a:lnTo>
                      <a:pt x="3402" y="816"/>
                    </a:lnTo>
                    <a:lnTo>
                      <a:pt x="3408" y="804"/>
                    </a:lnTo>
                    <a:lnTo>
                      <a:pt x="3360" y="816"/>
                    </a:lnTo>
                    <a:lnTo>
                      <a:pt x="3336" y="804"/>
                    </a:lnTo>
                    <a:lnTo>
                      <a:pt x="3378" y="792"/>
                    </a:lnTo>
                    <a:lnTo>
                      <a:pt x="3378" y="774"/>
                    </a:lnTo>
                    <a:lnTo>
                      <a:pt x="3390" y="774"/>
                    </a:lnTo>
                    <a:lnTo>
                      <a:pt x="3396" y="780"/>
                    </a:lnTo>
                    <a:lnTo>
                      <a:pt x="3420" y="780"/>
                    </a:lnTo>
                    <a:lnTo>
                      <a:pt x="3426" y="774"/>
                    </a:lnTo>
                    <a:lnTo>
                      <a:pt x="3426" y="762"/>
                    </a:lnTo>
                    <a:lnTo>
                      <a:pt x="3420" y="756"/>
                    </a:lnTo>
                    <a:lnTo>
                      <a:pt x="3408" y="756"/>
                    </a:lnTo>
                    <a:lnTo>
                      <a:pt x="3396" y="744"/>
                    </a:lnTo>
                    <a:lnTo>
                      <a:pt x="3396" y="738"/>
                    </a:lnTo>
                    <a:lnTo>
                      <a:pt x="3420" y="690"/>
                    </a:lnTo>
                    <a:lnTo>
                      <a:pt x="3426" y="684"/>
                    </a:lnTo>
                    <a:lnTo>
                      <a:pt x="3426" y="672"/>
                    </a:lnTo>
                    <a:lnTo>
                      <a:pt x="3420" y="666"/>
                    </a:lnTo>
                    <a:lnTo>
                      <a:pt x="3414" y="666"/>
                    </a:lnTo>
                    <a:lnTo>
                      <a:pt x="3372" y="648"/>
                    </a:lnTo>
                    <a:lnTo>
                      <a:pt x="3348" y="660"/>
                    </a:lnTo>
                    <a:lnTo>
                      <a:pt x="3336" y="660"/>
                    </a:lnTo>
                    <a:lnTo>
                      <a:pt x="3318" y="666"/>
                    </a:lnTo>
                    <a:lnTo>
                      <a:pt x="3312" y="666"/>
                    </a:lnTo>
                    <a:lnTo>
                      <a:pt x="3306" y="672"/>
                    </a:lnTo>
                    <a:lnTo>
                      <a:pt x="3306" y="690"/>
                    </a:lnTo>
                    <a:lnTo>
                      <a:pt x="3240" y="690"/>
                    </a:lnTo>
                    <a:lnTo>
                      <a:pt x="3228" y="696"/>
                    </a:lnTo>
                    <a:lnTo>
                      <a:pt x="3222" y="702"/>
                    </a:lnTo>
                    <a:lnTo>
                      <a:pt x="3210" y="708"/>
                    </a:lnTo>
                    <a:lnTo>
                      <a:pt x="3198" y="720"/>
                    </a:lnTo>
                    <a:lnTo>
                      <a:pt x="3204" y="726"/>
                    </a:lnTo>
                    <a:lnTo>
                      <a:pt x="3216" y="732"/>
                    </a:lnTo>
                    <a:lnTo>
                      <a:pt x="3228" y="732"/>
                    </a:lnTo>
                    <a:lnTo>
                      <a:pt x="3234" y="738"/>
                    </a:lnTo>
                    <a:lnTo>
                      <a:pt x="3228" y="738"/>
                    </a:lnTo>
                    <a:lnTo>
                      <a:pt x="3222" y="744"/>
                    </a:lnTo>
                    <a:lnTo>
                      <a:pt x="3204" y="744"/>
                    </a:lnTo>
                    <a:lnTo>
                      <a:pt x="3180" y="756"/>
                    </a:lnTo>
                    <a:lnTo>
                      <a:pt x="3168" y="768"/>
                    </a:lnTo>
                    <a:lnTo>
                      <a:pt x="3168" y="774"/>
                    </a:lnTo>
                    <a:lnTo>
                      <a:pt x="3174" y="786"/>
                    </a:lnTo>
                    <a:lnTo>
                      <a:pt x="3186" y="798"/>
                    </a:lnTo>
                    <a:lnTo>
                      <a:pt x="3198" y="804"/>
                    </a:lnTo>
                    <a:lnTo>
                      <a:pt x="3204" y="810"/>
                    </a:lnTo>
                    <a:lnTo>
                      <a:pt x="3210" y="810"/>
                    </a:lnTo>
                    <a:lnTo>
                      <a:pt x="3234" y="798"/>
                    </a:lnTo>
                    <a:lnTo>
                      <a:pt x="3234" y="822"/>
                    </a:lnTo>
                    <a:lnTo>
                      <a:pt x="3240" y="828"/>
                    </a:lnTo>
                    <a:lnTo>
                      <a:pt x="3246" y="828"/>
                    </a:lnTo>
                    <a:lnTo>
                      <a:pt x="3258" y="822"/>
                    </a:lnTo>
                    <a:lnTo>
                      <a:pt x="3282" y="822"/>
                    </a:lnTo>
                    <a:lnTo>
                      <a:pt x="3276" y="828"/>
                    </a:lnTo>
                    <a:lnTo>
                      <a:pt x="3252" y="840"/>
                    </a:lnTo>
                    <a:lnTo>
                      <a:pt x="3246" y="840"/>
                    </a:lnTo>
                    <a:lnTo>
                      <a:pt x="3228" y="828"/>
                    </a:lnTo>
                    <a:lnTo>
                      <a:pt x="3222" y="846"/>
                    </a:lnTo>
                    <a:lnTo>
                      <a:pt x="3204" y="846"/>
                    </a:lnTo>
                    <a:lnTo>
                      <a:pt x="3192" y="852"/>
                    </a:lnTo>
                    <a:lnTo>
                      <a:pt x="3186" y="852"/>
                    </a:lnTo>
                    <a:lnTo>
                      <a:pt x="3180" y="858"/>
                    </a:lnTo>
                    <a:lnTo>
                      <a:pt x="3204" y="858"/>
                    </a:lnTo>
                    <a:lnTo>
                      <a:pt x="3228" y="846"/>
                    </a:lnTo>
                    <a:lnTo>
                      <a:pt x="3240" y="846"/>
                    </a:lnTo>
                    <a:lnTo>
                      <a:pt x="3240" y="852"/>
                    </a:lnTo>
                    <a:lnTo>
                      <a:pt x="3228" y="870"/>
                    </a:lnTo>
                    <a:lnTo>
                      <a:pt x="3210" y="882"/>
                    </a:lnTo>
                    <a:lnTo>
                      <a:pt x="3198" y="888"/>
                    </a:lnTo>
                    <a:lnTo>
                      <a:pt x="3180" y="894"/>
                    </a:lnTo>
                    <a:lnTo>
                      <a:pt x="3168" y="900"/>
                    </a:lnTo>
                    <a:lnTo>
                      <a:pt x="3162" y="906"/>
                    </a:lnTo>
                    <a:lnTo>
                      <a:pt x="3138" y="918"/>
                    </a:lnTo>
                    <a:lnTo>
                      <a:pt x="3132" y="924"/>
                    </a:lnTo>
                    <a:lnTo>
                      <a:pt x="3120" y="918"/>
                    </a:lnTo>
                    <a:lnTo>
                      <a:pt x="3114" y="918"/>
                    </a:lnTo>
                    <a:lnTo>
                      <a:pt x="3102" y="912"/>
                    </a:lnTo>
                    <a:lnTo>
                      <a:pt x="3090" y="912"/>
                    </a:lnTo>
                    <a:lnTo>
                      <a:pt x="3072" y="930"/>
                    </a:lnTo>
                    <a:lnTo>
                      <a:pt x="3060" y="936"/>
                    </a:lnTo>
                    <a:lnTo>
                      <a:pt x="3054" y="948"/>
                    </a:lnTo>
                    <a:lnTo>
                      <a:pt x="3054" y="972"/>
                    </a:lnTo>
                    <a:lnTo>
                      <a:pt x="3048" y="978"/>
                    </a:lnTo>
                    <a:lnTo>
                      <a:pt x="3042" y="966"/>
                    </a:lnTo>
                    <a:lnTo>
                      <a:pt x="3030" y="966"/>
                    </a:lnTo>
                    <a:lnTo>
                      <a:pt x="3018" y="960"/>
                    </a:lnTo>
                    <a:lnTo>
                      <a:pt x="3012" y="960"/>
                    </a:lnTo>
                    <a:lnTo>
                      <a:pt x="3006" y="954"/>
                    </a:lnTo>
                    <a:lnTo>
                      <a:pt x="3030" y="930"/>
                    </a:lnTo>
                    <a:lnTo>
                      <a:pt x="3042" y="924"/>
                    </a:lnTo>
                    <a:lnTo>
                      <a:pt x="3060" y="906"/>
                    </a:lnTo>
                    <a:lnTo>
                      <a:pt x="3072" y="900"/>
                    </a:lnTo>
                    <a:lnTo>
                      <a:pt x="3036" y="900"/>
                    </a:lnTo>
                    <a:lnTo>
                      <a:pt x="3030" y="888"/>
                    </a:lnTo>
                    <a:lnTo>
                      <a:pt x="3018" y="882"/>
                    </a:lnTo>
                    <a:lnTo>
                      <a:pt x="2994" y="882"/>
                    </a:lnTo>
                    <a:lnTo>
                      <a:pt x="2988" y="888"/>
                    </a:lnTo>
                    <a:lnTo>
                      <a:pt x="2946" y="888"/>
                    </a:lnTo>
                    <a:lnTo>
                      <a:pt x="2946" y="894"/>
                    </a:lnTo>
                    <a:lnTo>
                      <a:pt x="2940" y="906"/>
                    </a:lnTo>
                    <a:lnTo>
                      <a:pt x="2940" y="918"/>
                    </a:lnTo>
                    <a:lnTo>
                      <a:pt x="2946" y="918"/>
                    </a:lnTo>
                    <a:lnTo>
                      <a:pt x="2952" y="924"/>
                    </a:lnTo>
                    <a:lnTo>
                      <a:pt x="2964" y="924"/>
                    </a:lnTo>
                    <a:lnTo>
                      <a:pt x="2976" y="936"/>
                    </a:lnTo>
                    <a:lnTo>
                      <a:pt x="2982" y="936"/>
                    </a:lnTo>
                    <a:lnTo>
                      <a:pt x="2976" y="942"/>
                    </a:lnTo>
                    <a:lnTo>
                      <a:pt x="2958" y="942"/>
                    </a:lnTo>
                    <a:lnTo>
                      <a:pt x="2952" y="936"/>
                    </a:lnTo>
                    <a:lnTo>
                      <a:pt x="2940" y="930"/>
                    </a:lnTo>
                    <a:lnTo>
                      <a:pt x="2934" y="924"/>
                    </a:lnTo>
                    <a:lnTo>
                      <a:pt x="2916" y="912"/>
                    </a:lnTo>
                    <a:lnTo>
                      <a:pt x="2910" y="942"/>
                    </a:lnTo>
                    <a:lnTo>
                      <a:pt x="2904" y="942"/>
                    </a:lnTo>
                    <a:lnTo>
                      <a:pt x="2898" y="948"/>
                    </a:lnTo>
                    <a:lnTo>
                      <a:pt x="2862" y="948"/>
                    </a:lnTo>
                    <a:lnTo>
                      <a:pt x="2844" y="942"/>
                    </a:lnTo>
                    <a:lnTo>
                      <a:pt x="2826" y="942"/>
                    </a:lnTo>
                    <a:lnTo>
                      <a:pt x="2808" y="936"/>
                    </a:lnTo>
                    <a:lnTo>
                      <a:pt x="2718" y="936"/>
                    </a:lnTo>
                    <a:lnTo>
                      <a:pt x="2706" y="930"/>
                    </a:lnTo>
                    <a:lnTo>
                      <a:pt x="2700" y="918"/>
                    </a:lnTo>
                    <a:lnTo>
                      <a:pt x="2688" y="912"/>
                    </a:lnTo>
                    <a:lnTo>
                      <a:pt x="2628" y="918"/>
                    </a:lnTo>
                    <a:lnTo>
                      <a:pt x="2622" y="912"/>
                    </a:lnTo>
                    <a:lnTo>
                      <a:pt x="2616" y="900"/>
                    </a:lnTo>
                    <a:lnTo>
                      <a:pt x="2604" y="894"/>
                    </a:lnTo>
                    <a:lnTo>
                      <a:pt x="2598" y="894"/>
                    </a:lnTo>
                    <a:lnTo>
                      <a:pt x="2586" y="888"/>
                    </a:lnTo>
                    <a:lnTo>
                      <a:pt x="2568" y="888"/>
                    </a:lnTo>
                    <a:lnTo>
                      <a:pt x="2556" y="894"/>
                    </a:lnTo>
                    <a:lnTo>
                      <a:pt x="2538" y="900"/>
                    </a:lnTo>
                    <a:lnTo>
                      <a:pt x="2532" y="906"/>
                    </a:lnTo>
                    <a:lnTo>
                      <a:pt x="2526" y="906"/>
                    </a:lnTo>
                    <a:lnTo>
                      <a:pt x="2526" y="912"/>
                    </a:lnTo>
                    <a:lnTo>
                      <a:pt x="2484" y="912"/>
                    </a:lnTo>
                    <a:lnTo>
                      <a:pt x="2472" y="906"/>
                    </a:lnTo>
                    <a:lnTo>
                      <a:pt x="2442" y="906"/>
                    </a:lnTo>
                    <a:lnTo>
                      <a:pt x="2430" y="918"/>
                    </a:lnTo>
                    <a:lnTo>
                      <a:pt x="2430" y="930"/>
                    </a:lnTo>
                    <a:lnTo>
                      <a:pt x="2418" y="954"/>
                    </a:lnTo>
                    <a:lnTo>
                      <a:pt x="2412" y="960"/>
                    </a:lnTo>
                    <a:lnTo>
                      <a:pt x="2412" y="966"/>
                    </a:lnTo>
                    <a:lnTo>
                      <a:pt x="2400" y="996"/>
                    </a:lnTo>
                    <a:lnTo>
                      <a:pt x="2364" y="996"/>
                    </a:lnTo>
                    <a:lnTo>
                      <a:pt x="2358" y="1026"/>
                    </a:lnTo>
                    <a:lnTo>
                      <a:pt x="2334" y="978"/>
                    </a:lnTo>
                    <a:lnTo>
                      <a:pt x="2340" y="978"/>
                    </a:lnTo>
                    <a:lnTo>
                      <a:pt x="2352" y="984"/>
                    </a:lnTo>
                    <a:lnTo>
                      <a:pt x="2376" y="984"/>
                    </a:lnTo>
                    <a:lnTo>
                      <a:pt x="2388" y="972"/>
                    </a:lnTo>
                    <a:lnTo>
                      <a:pt x="2358" y="942"/>
                    </a:lnTo>
                    <a:lnTo>
                      <a:pt x="2340" y="942"/>
                    </a:lnTo>
                    <a:lnTo>
                      <a:pt x="2328" y="936"/>
                    </a:lnTo>
                    <a:lnTo>
                      <a:pt x="2316" y="936"/>
                    </a:lnTo>
                    <a:lnTo>
                      <a:pt x="2322" y="918"/>
                    </a:lnTo>
                    <a:lnTo>
                      <a:pt x="2304" y="924"/>
                    </a:lnTo>
                    <a:lnTo>
                      <a:pt x="2262" y="930"/>
                    </a:lnTo>
                    <a:lnTo>
                      <a:pt x="2208" y="936"/>
                    </a:lnTo>
                    <a:lnTo>
                      <a:pt x="2160" y="942"/>
                    </a:lnTo>
                    <a:lnTo>
                      <a:pt x="2112" y="942"/>
                    </a:lnTo>
                    <a:lnTo>
                      <a:pt x="2064" y="936"/>
                    </a:lnTo>
                    <a:lnTo>
                      <a:pt x="2034" y="930"/>
                    </a:lnTo>
                    <a:lnTo>
                      <a:pt x="2028" y="924"/>
                    </a:lnTo>
                    <a:lnTo>
                      <a:pt x="2052" y="918"/>
                    </a:lnTo>
                    <a:lnTo>
                      <a:pt x="2082" y="918"/>
                    </a:lnTo>
                    <a:lnTo>
                      <a:pt x="2118" y="912"/>
                    </a:lnTo>
                    <a:lnTo>
                      <a:pt x="2142" y="900"/>
                    </a:lnTo>
                    <a:lnTo>
                      <a:pt x="2142" y="888"/>
                    </a:lnTo>
                    <a:lnTo>
                      <a:pt x="2112" y="864"/>
                    </a:lnTo>
                    <a:lnTo>
                      <a:pt x="2082" y="852"/>
                    </a:lnTo>
                    <a:lnTo>
                      <a:pt x="2004" y="852"/>
                    </a:lnTo>
                    <a:lnTo>
                      <a:pt x="1968" y="840"/>
                    </a:lnTo>
                    <a:lnTo>
                      <a:pt x="1944" y="834"/>
                    </a:lnTo>
                    <a:lnTo>
                      <a:pt x="1938" y="828"/>
                    </a:lnTo>
                    <a:lnTo>
                      <a:pt x="1908" y="828"/>
                    </a:lnTo>
                    <a:lnTo>
                      <a:pt x="1896" y="822"/>
                    </a:lnTo>
                    <a:lnTo>
                      <a:pt x="1866" y="804"/>
                    </a:lnTo>
                    <a:lnTo>
                      <a:pt x="1836" y="792"/>
                    </a:lnTo>
                    <a:lnTo>
                      <a:pt x="1812" y="786"/>
                    </a:lnTo>
                    <a:lnTo>
                      <a:pt x="1800" y="792"/>
                    </a:lnTo>
                    <a:lnTo>
                      <a:pt x="1782" y="798"/>
                    </a:lnTo>
                    <a:lnTo>
                      <a:pt x="1770" y="804"/>
                    </a:lnTo>
                    <a:lnTo>
                      <a:pt x="1758" y="816"/>
                    </a:lnTo>
                    <a:lnTo>
                      <a:pt x="1734" y="828"/>
                    </a:lnTo>
                    <a:lnTo>
                      <a:pt x="1680" y="828"/>
                    </a:lnTo>
                    <a:lnTo>
                      <a:pt x="1710" y="810"/>
                    </a:lnTo>
                    <a:lnTo>
                      <a:pt x="1710" y="798"/>
                    </a:lnTo>
                    <a:lnTo>
                      <a:pt x="1734" y="768"/>
                    </a:lnTo>
                    <a:lnTo>
                      <a:pt x="1728" y="768"/>
                    </a:lnTo>
                    <a:lnTo>
                      <a:pt x="1722" y="774"/>
                    </a:lnTo>
                    <a:lnTo>
                      <a:pt x="1674" y="798"/>
                    </a:lnTo>
                    <a:lnTo>
                      <a:pt x="1650" y="822"/>
                    </a:lnTo>
                    <a:lnTo>
                      <a:pt x="1638" y="828"/>
                    </a:lnTo>
                    <a:lnTo>
                      <a:pt x="1620" y="834"/>
                    </a:lnTo>
                    <a:lnTo>
                      <a:pt x="1608" y="828"/>
                    </a:lnTo>
                    <a:lnTo>
                      <a:pt x="1602" y="816"/>
                    </a:lnTo>
                    <a:lnTo>
                      <a:pt x="1602" y="798"/>
                    </a:lnTo>
                    <a:lnTo>
                      <a:pt x="1614" y="774"/>
                    </a:lnTo>
                    <a:lnTo>
                      <a:pt x="1614" y="762"/>
                    </a:lnTo>
                    <a:lnTo>
                      <a:pt x="1608" y="750"/>
                    </a:lnTo>
                    <a:lnTo>
                      <a:pt x="1596" y="744"/>
                    </a:lnTo>
                    <a:lnTo>
                      <a:pt x="1590" y="738"/>
                    </a:lnTo>
                    <a:lnTo>
                      <a:pt x="1578" y="738"/>
                    </a:lnTo>
                    <a:lnTo>
                      <a:pt x="1572" y="744"/>
                    </a:lnTo>
                    <a:lnTo>
                      <a:pt x="1572" y="750"/>
                    </a:lnTo>
                    <a:lnTo>
                      <a:pt x="1578" y="762"/>
                    </a:lnTo>
                    <a:lnTo>
                      <a:pt x="1584" y="768"/>
                    </a:lnTo>
                    <a:lnTo>
                      <a:pt x="1542" y="768"/>
                    </a:lnTo>
                    <a:lnTo>
                      <a:pt x="1530" y="774"/>
                    </a:lnTo>
                    <a:lnTo>
                      <a:pt x="1512" y="780"/>
                    </a:lnTo>
                    <a:lnTo>
                      <a:pt x="1494" y="798"/>
                    </a:lnTo>
                    <a:lnTo>
                      <a:pt x="1446" y="798"/>
                    </a:lnTo>
                    <a:lnTo>
                      <a:pt x="1428" y="804"/>
                    </a:lnTo>
                    <a:lnTo>
                      <a:pt x="1416" y="804"/>
                    </a:lnTo>
                    <a:lnTo>
                      <a:pt x="1398" y="810"/>
                    </a:lnTo>
                    <a:lnTo>
                      <a:pt x="1380" y="810"/>
                    </a:lnTo>
                    <a:lnTo>
                      <a:pt x="1374" y="816"/>
                    </a:lnTo>
                    <a:lnTo>
                      <a:pt x="1368" y="816"/>
                    </a:lnTo>
                    <a:lnTo>
                      <a:pt x="1356" y="822"/>
                    </a:lnTo>
                    <a:lnTo>
                      <a:pt x="1350" y="828"/>
                    </a:lnTo>
                    <a:lnTo>
                      <a:pt x="1338" y="834"/>
                    </a:lnTo>
                    <a:lnTo>
                      <a:pt x="1314" y="816"/>
                    </a:lnTo>
                    <a:lnTo>
                      <a:pt x="1302" y="822"/>
                    </a:lnTo>
                    <a:lnTo>
                      <a:pt x="1296" y="828"/>
                    </a:lnTo>
                    <a:lnTo>
                      <a:pt x="1272" y="840"/>
                    </a:lnTo>
                    <a:lnTo>
                      <a:pt x="1260" y="840"/>
                    </a:lnTo>
                    <a:lnTo>
                      <a:pt x="1254" y="846"/>
                    </a:lnTo>
                    <a:lnTo>
                      <a:pt x="1242" y="846"/>
                    </a:lnTo>
                    <a:lnTo>
                      <a:pt x="1230" y="852"/>
                    </a:lnTo>
                    <a:lnTo>
                      <a:pt x="1224" y="858"/>
                    </a:lnTo>
                    <a:lnTo>
                      <a:pt x="1212" y="864"/>
                    </a:lnTo>
                    <a:lnTo>
                      <a:pt x="1176" y="864"/>
                    </a:lnTo>
                    <a:lnTo>
                      <a:pt x="1188" y="858"/>
                    </a:lnTo>
                    <a:lnTo>
                      <a:pt x="1194" y="846"/>
                    </a:lnTo>
                    <a:lnTo>
                      <a:pt x="1212" y="840"/>
                    </a:lnTo>
                    <a:lnTo>
                      <a:pt x="1236" y="828"/>
                    </a:lnTo>
                    <a:lnTo>
                      <a:pt x="1254" y="828"/>
                    </a:lnTo>
                    <a:lnTo>
                      <a:pt x="1266" y="822"/>
                    </a:lnTo>
                    <a:lnTo>
                      <a:pt x="1284" y="816"/>
                    </a:lnTo>
                    <a:lnTo>
                      <a:pt x="1290" y="810"/>
                    </a:lnTo>
                    <a:lnTo>
                      <a:pt x="1362" y="810"/>
                    </a:lnTo>
                    <a:lnTo>
                      <a:pt x="1386" y="798"/>
                    </a:lnTo>
                    <a:lnTo>
                      <a:pt x="1422" y="792"/>
                    </a:lnTo>
                    <a:lnTo>
                      <a:pt x="1458" y="780"/>
                    </a:lnTo>
                    <a:lnTo>
                      <a:pt x="1470" y="780"/>
                    </a:lnTo>
                    <a:lnTo>
                      <a:pt x="1476" y="774"/>
                    </a:lnTo>
                    <a:lnTo>
                      <a:pt x="1482" y="774"/>
                    </a:lnTo>
                    <a:lnTo>
                      <a:pt x="1476" y="768"/>
                    </a:lnTo>
                    <a:lnTo>
                      <a:pt x="1410" y="768"/>
                    </a:lnTo>
                    <a:lnTo>
                      <a:pt x="1398" y="774"/>
                    </a:lnTo>
                    <a:lnTo>
                      <a:pt x="1392" y="774"/>
                    </a:lnTo>
                    <a:lnTo>
                      <a:pt x="1380" y="780"/>
                    </a:lnTo>
                    <a:lnTo>
                      <a:pt x="1374" y="786"/>
                    </a:lnTo>
                    <a:lnTo>
                      <a:pt x="1368" y="786"/>
                    </a:lnTo>
                    <a:lnTo>
                      <a:pt x="1362" y="792"/>
                    </a:lnTo>
                    <a:lnTo>
                      <a:pt x="1278" y="792"/>
                    </a:lnTo>
                    <a:lnTo>
                      <a:pt x="1254" y="804"/>
                    </a:lnTo>
                    <a:lnTo>
                      <a:pt x="1248" y="810"/>
                    </a:lnTo>
                    <a:lnTo>
                      <a:pt x="1236" y="816"/>
                    </a:lnTo>
                    <a:lnTo>
                      <a:pt x="1230" y="822"/>
                    </a:lnTo>
                    <a:lnTo>
                      <a:pt x="1212" y="822"/>
                    </a:lnTo>
                    <a:lnTo>
                      <a:pt x="1158" y="846"/>
                    </a:lnTo>
                    <a:lnTo>
                      <a:pt x="1140" y="846"/>
                    </a:lnTo>
                    <a:lnTo>
                      <a:pt x="1128" y="858"/>
                    </a:lnTo>
                    <a:lnTo>
                      <a:pt x="1122" y="870"/>
                    </a:lnTo>
                    <a:lnTo>
                      <a:pt x="1122" y="876"/>
                    </a:lnTo>
                    <a:lnTo>
                      <a:pt x="1116" y="876"/>
                    </a:lnTo>
                    <a:lnTo>
                      <a:pt x="1110" y="870"/>
                    </a:lnTo>
                    <a:lnTo>
                      <a:pt x="1110" y="846"/>
                    </a:lnTo>
                    <a:lnTo>
                      <a:pt x="1116" y="846"/>
                    </a:lnTo>
                    <a:lnTo>
                      <a:pt x="1152" y="834"/>
                    </a:lnTo>
                    <a:lnTo>
                      <a:pt x="1176" y="822"/>
                    </a:lnTo>
                    <a:lnTo>
                      <a:pt x="1194" y="816"/>
                    </a:lnTo>
                    <a:lnTo>
                      <a:pt x="1188" y="810"/>
                    </a:lnTo>
                    <a:lnTo>
                      <a:pt x="1176" y="810"/>
                    </a:lnTo>
                    <a:lnTo>
                      <a:pt x="1164" y="804"/>
                    </a:lnTo>
                    <a:lnTo>
                      <a:pt x="1140" y="804"/>
                    </a:lnTo>
                    <a:lnTo>
                      <a:pt x="1122" y="822"/>
                    </a:lnTo>
                    <a:lnTo>
                      <a:pt x="1110" y="828"/>
                    </a:lnTo>
                    <a:lnTo>
                      <a:pt x="1092" y="828"/>
                    </a:lnTo>
                    <a:lnTo>
                      <a:pt x="1080" y="834"/>
                    </a:lnTo>
                    <a:lnTo>
                      <a:pt x="1068" y="834"/>
                    </a:lnTo>
                    <a:lnTo>
                      <a:pt x="1068" y="840"/>
                    </a:lnTo>
                    <a:lnTo>
                      <a:pt x="1062" y="846"/>
                    </a:lnTo>
                    <a:lnTo>
                      <a:pt x="1062" y="876"/>
                    </a:lnTo>
                    <a:lnTo>
                      <a:pt x="1038" y="858"/>
                    </a:lnTo>
                    <a:lnTo>
                      <a:pt x="972" y="852"/>
                    </a:lnTo>
                    <a:lnTo>
                      <a:pt x="960" y="846"/>
                    </a:lnTo>
                    <a:lnTo>
                      <a:pt x="948" y="834"/>
                    </a:lnTo>
                    <a:lnTo>
                      <a:pt x="936" y="834"/>
                    </a:lnTo>
                    <a:lnTo>
                      <a:pt x="936" y="828"/>
                    </a:lnTo>
                    <a:lnTo>
                      <a:pt x="942" y="822"/>
                    </a:lnTo>
                    <a:lnTo>
                      <a:pt x="942" y="810"/>
                    </a:lnTo>
                    <a:lnTo>
                      <a:pt x="948" y="804"/>
                    </a:lnTo>
                    <a:lnTo>
                      <a:pt x="834" y="804"/>
                    </a:lnTo>
                    <a:lnTo>
                      <a:pt x="852" y="804"/>
                    </a:lnTo>
                    <a:lnTo>
                      <a:pt x="78" y="1440"/>
                    </a:lnTo>
                    <a:lnTo>
                      <a:pt x="72" y="1446"/>
                    </a:lnTo>
                    <a:lnTo>
                      <a:pt x="60" y="1452"/>
                    </a:lnTo>
                    <a:lnTo>
                      <a:pt x="54" y="1464"/>
                    </a:lnTo>
                    <a:lnTo>
                      <a:pt x="54" y="1476"/>
                    </a:lnTo>
                    <a:lnTo>
                      <a:pt x="108" y="1476"/>
                    </a:lnTo>
                    <a:lnTo>
                      <a:pt x="120" y="1464"/>
                    </a:lnTo>
                    <a:lnTo>
                      <a:pt x="156" y="1464"/>
                    </a:lnTo>
                    <a:lnTo>
                      <a:pt x="132" y="1488"/>
                    </a:lnTo>
                    <a:lnTo>
                      <a:pt x="132" y="1494"/>
                    </a:lnTo>
                    <a:lnTo>
                      <a:pt x="138" y="1506"/>
                    </a:lnTo>
                    <a:lnTo>
                      <a:pt x="138" y="1524"/>
                    </a:lnTo>
                    <a:lnTo>
                      <a:pt x="144" y="1530"/>
                    </a:lnTo>
                    <a:lnTo>
                      <a:pt x="156" y="1536"/>
                    </a:lnTo>
                    <a:lnTo>
                      <a:pt x="162" y="1542"/>
                    </a:lnTo>
                    <a:lnTo>
                      <a:pt x="144" y="1560"/>
                    </a:lnTo>
                    <a:lnTo>
                      <a:pt x="144" y="1572"/>
                    </a:lnTo>
                    <a:lnTo>
                      <a:pt x="150" y="1572"/>
                    </a:lnTo>
                    <a:lnTo>
                      <a:pt x="156" y="1566"/>
                    </a:lnTo>
                    <a:lnTo>
                      <a:pt x="168" y="1560"/>
                    </a:lnTo>
                    <a:lnTo>
                      <a:pt x="174" y="1554"/>
                    </a:lnTo>
                    <a:lnTo>
                      <a:pt x="180" y="1554"/>
                    </a:lnTo>
                    <a:lnTo>
                      <a:pt x="186" y="1548"/>
                    </a:lnTo>
                    <a:lnTo>
                      <a:pt x="198" y="1548"/>
                    </a:lnTo>
                    <a:lnTo>
                      <a:pt x="210" y="1542"/>
                    </a:lnTo>
                    <a:lnTo>
                      <a:pt x="222" y="1542"/>
                    </a:lnTo>
                    <a:lnTo>
                      <a:pt x="234" y="1536"/>
                    </a:lnTo>
                    <a:lnTo>
                      <a:pt x="240" y="1530"/>
                    </a:lnTo>
                    <a:lnTo>
                      <a:pt x="258" y="1530"/>
                    </a:lnTo>
                    <a:lnTo>
                      <a:pt x="258" y="1518"/>
                    </a:lnTo>
                    <a:lnTo>
                      <a:pt x="264" y="1518"/>
                    </a:lnTo>
                    <a:lnTo>
                      <a:pt x="270" y="1512"/>
                    </a:lnTo>
                    <a:lnTo>
                      <a:pt x="282" y="1512"/>
                    </a:lnTo>
                    <a:lnTo>
                      <a:pt x="300" y="1506"/>
                    </a:lnTo>
                    <a:lnTo>
                      <a:pt x="312" y="1506"/>
                    </a:lnTo>
                    <a:lnTo>
                      <a:pt x="330" y="1512"/>
                    </a:lnTo>
                    <a:lnTo>
                      <a:pt x="336" y="1518"/>
                    </a:lnTo>
                    <a:lnTo>
                      <a:pt x="330" y="1524"/>
                    </a:lnTo>
                    <a:lnTo>
                      <a:pt x="324" y="1524"/>
                    </a:lnTo>
                    <a:lnTo>
                      <a:pt x="318" y="1530"/>
                    </a:lnTo>
                    <a:lnTo>
                      <a:pt x="318" y="1560"/>
                    </a:lnTo>
                    <a:lnTo>
                      <a:pt x="306" y="1572"/>
                    </a:lnTo>
                    <a:lnTo>
                      <a:pt x="324" y="1590"/>
                    </a:lnTo>
                    <a:lnTo>
                      <a:pt x="330" y="1602"/>
                    </a:lnTo>
                    <a:lnTo>
                      <a:pt x="330" y="1620"/>
                    </a:lnTo>
                    <a:lnTo>
                      <a:pt x="312" y="1656"/>
                    </a:lnTo>
                    <a:lnTo>
                      <a:pt x="312" y="1698"/>
                    </a:lnTo>
                    <a:lnTo>
                      <a:pt x="306" y="1704"/>
                    </a:lnTo>
                    <a:lnTo>
                      <a:pt x="300" y="1716"/>
                    </a:lnTo>
                    <a:lnTo>
                      <a:pt x="300" y="1728"/>
                    </a:lnTo>
                    <a:lnTo>
                      <a:pt x="294" y="1740"/>
                    </a:lnTo>
                    <a:lnTo>
                      <a:pt x="294" y="1746"/>
                    </a:lnTo>
                    <a:lnTo>
                      <a:pt x="300" y="1752"/>
                    </a:lnTo>
                    <a:lnTo>
                      <a:pt x="312" y="1758"/>
                    </a:lnTo>
                    <a:lnTo>
                      <a:pt x="318" y="1764"/>
                    </a:lnTo>
                    <a:lnTo>
                      <a:pt x="324" y="1764"/>
                    </a:lnTo>
                    <a:lnTo>
                      <a:pt x="330" y="1770"/>
                    </a:lnTo>
                    <a:lnTo>
                      <a:pt x="330" y="1776"/>
                    </a:lnTo>
                    <a:lnTo>
                      <a:pt x="348" y="1776"/>
                    </a:lnTo>
                    <a:lnTo>
                      <a:pt x="354" y="1782"/>
                    </a:lnTo>
                    <a:lnTo>
                      <a:pt x="354" y="1794"/>
                    </a:lnTo>
                    <a:lnTo>
                      <a:pt x="342" y="1800"/>
                    </a:lnTo>
                    <a:lnTo>
                      <a:pt x="330" y="1812"/>
                    </a:lnTo>
                    <a:lnTo>
                      <a:pt x="318" y="1818"/>
                    </a:lnTo>
                    <a:lnTo>
                      <a:pt x="318" y="1830"/>
                    </a:lnTo>
                    <a:lnTo>
                      <a:pt x="312" y="1842"/>
                    </a:lnTo>
                    <a:lnTo>
                      <a:pt x="294" y="1860"/>
                    </a:lnTo>
                    <a:lnTo>
                      <a:pt x="282" y="1866"/>
                    </a:lnTo>
                    <a:lnTo>
                      <a:pt x="270" y="1878"/>
                    </a:lnTo>
                    <a:lnTo>
                      <a:pt x="252" y="1884"/>
                    </a:lnTo>
                    <a:lnTo>
                      <a:pt x="234" y="1896"/>
                    </a:lnTo>
                    <a:lnTo>
                      <a:pt x="228" y="1902"/>
                    </a:lnTo>
                    <a:lnTo>
                      <a:pt x="222" y="1914"/>
                    </a:lnTo>
                    <a:lnTo>
                      <a:pt x="222" y="1926"/>
                    </a:lnTo>
                    <a:lnTo>
                      <a:pt x="216" y="1932"/>
                    </a:lnTo>
                    <a:lnTo>
                      <a:pt x="216" y="1944"/>
                    </a:lnTo>
                    <a:lnTo>
                      <a:pt x="204" y="1956"/>
                    </a:lnTo>
                    <a:lnTo>
                      <a:pt x="210" y="1962"/>
                    </a:lnTo>
                    <a:lnTo>
                      <a:pt x="216" y="1962"/>
                    </a:lnTo>
                    <a:lnTo>
                      <a:pt x="216" y="1974"/>
                    </a:lnTo>
                    <a:lnTo>
                      <a:pt x="228" y="1986"/>
                    </a:lnTo>
                    <a:lnTo>
                      <a:pt x="240" y="1980"/>
                    </a:lnTo>
                    <a:lnTo>
                      <a:pt x="246" y="1968"/>
                    </a:lnTo>
                    <a:lnTo>
                      <a:pt x="258" y="1962"/>
                    </a:lnTo>
                    <a:lnTo>
                      <a:pt x="276" y="1956"/>
                    </a:lnTo>
                    <a:lnTo>
                      <a:pt x="294" y="1938"/>
                    </a:lnTo>
                    <a:lnTo>
                      <a:pt x="306" y="1938"/>
                    </a:lnTo>
                    <a:lnTo>
                      <a:pt x="306" y="1944"/>
                    </a:lnTo>
                    <a:lnTo>
                      <a:pt x="300" y="1950"/>
                    </a:lnTo>
                    <a:lnTo>
                      <a:pt x="288" y="1956"/>
                    </a:lnTo>
                    <a:lnTo>
                      <a:pt x="282" y="1956"/>
                    </a:lnTo>
                    <a:lnTo>
                      <a:pt x="276" y="1962"/>
                    </a:lnTo>
                    <a:lnTo>
                      <a:pt x="276" y="1974"/>
                    </a:lnTo>
                    <a:lnTo>
                      <a:pt x="282" y="1986"/>
                    </a:lnTo>
                    <a:lnTo>
                      <a:pt x="294" y="1998"/>
                    </a:lnTo>
                    <a:lnTo>
                      <a:pt x="252" y="1992"/>
                    </a:lnTo>
                    <a:lnTo>
                      <a:pt x="246" y="1998"/>
                    </a:lnTo>
                    <a:lnTo>
                      <a:pt x="240" y="2010"/>
                    </a:lnTo>
                    <a:lnTo>
                      <a:pt x="234" y="2016"/>
                    </a:lnTo>
                    <a:lnTo>
                      <a:pt x="228" y="2028"/>
                    </a:lnTo>
                    <a:lnTo>
                      <a:pt x="228" y="2034"/>
                    </a:lnTo>
                    <a:lnTo>
                      <a:pt x="234" y="2034"/>
                    </a:lnTo>
                    <a:lnTo>
                      <a:pt x="240" y="2040"/>
                    </a:lnTo>
                    <a:lnTo>
                      <a:pt x="252" y="2040"/>
                    </a:lnTo>
                    <a:lnTo>
                      <a:pt x="258" y="2046"/>
                    </a:lnTo>
                    <a:lnTo>
                      <a:pt x="252" y="2052"/>
                    </a:lnTo>
                    <a:lnTo>
                      <a:pt x="252" y="2058"/>
                    </a:lnTo>
                    <a:lnTo>
                      <a:pt x="246" y="2070"/>
                    </a:lnTo>
                    <a:lnTo>
                      <a:pt x="246" y="2076"/>
                    </a:lnTo>
                    <a:lnTo>
                      <a:pt x="252" y="2070"/>
                    </a:lnTo>
                    <a:lnTo>
                      <a:pt x="288" y="2052"/>
                    </a:lnTo>
                    <a:lnTo>
                      <a:pt x="306" y="2034"/>
                    </a:lnTo>
                    <a:lnTo>
                      <a:pt x="318" y="2028"/>
                    </a:lnTo>
                    <a:lnTo>
                      <a:pt x="318" y="2040"/>
                    </a:lnTo>
                    <a:lnTo>
                      <a:pt x="288" y="2058"/>
                    </a:lnTo>
                    <a:lnTo>
                      <a:pt x="312" y="2064"/>
                    </a:lnTo>
                    <a:lnTo>
                      <a:pt x="312" y="2076"/>
                    </a:lnTo>
                    <a:lnTo>
                      <a:pt x="294" y="2094"/>
                    </a:lnTo>
                    <a:lnTo>
                      <a:pt x="276" y="2076"/>
                    </a:lnTo>
                    <a:lnTo>
                      <a:pt x="270" y="2076"/>
                    </a:lnTo>
                    <a:lnTo>
                      <a:pt x="264" y="2082"/>
                    </a:lnTo>
                    <a:lnTo>
                      <a:pt x="240" y="2094"/>
                    </a:lnTo>
                    <a:lnTo>
                      <a:pt x="228" y="2094"/>
                    </a:lnTo>
                    <a:lnTo>
                      <a:pt x="216" y="2106"/>
                    </a:lnTo>
                    <a:lnTo>
                      <a:pt x="210" y="2118"/>
                    </a:lnTo>
                    <a:lnTo>
                      <a:pt x="204" y="2124"/>
                    </a:lnTo>
                    <a:lnTo>
                      <a:pt x="210" y="2118"/>
                    </a:lnTo>
                    <a:lnTo>
                      <a:pt x="222" y="2118"/>
                    </a:lnTo>
                    <a:lnTo>
                      <a:pt x="228" y="2112"/>
                    </a:lnTo>
                    <a:lnTo>
                      <a:pt x="276" y="2112"/>
                    </a:lnTo>
                    <a:lnTo>
                      <a:pt x="270" y="2112"/>
                    </a:lnTo>
                    <a:lnTo>
                      <a:pt x="264" y="2118"/>
                    </a:lnTo>
                    <a:lnTo>
                      <a:pt x="252" y="2118"/>
                    </a:lnTo>
                    <a:lnTo>
                      <a:pt x="240" y="2124"/>
                    </a:lnTo>
                    <a:lnTo>
                      <a:pt x="228" y="2124"/>
                    </a:lnTo>
                    <a:lnTo>
                      <a:pt x="216" y="2130"/>
                    </a:lnTo>
                    <a:lnTo>
                      <a:pt x="210" y="2130"/>
                    </a:lnTo>
                    <a:lnTo>
                      <a:pt x="210" y="2148"/>
                    </a:lnTo>
                    <a:lnTo>
                      <a:pt x="204" y="2148"/>
                    </a:lnTo>
                    <a:lnTo>
                      <a:pt x="198" y="2142"/>
                    </a:lnTo>
                    <a:lnTo>
                      <a:pt x="174" y="2142"/>
                    </a:lnTo>
                    <a:lnTo>
                      <a:pt x="174" y="2154"/>
                    </a:lnTo>
                    <a:lnTo>
                      <a:pt x="180" y="2166"/>
                    </a:lnTo>
                    <a:lnTo>
                      <a:pt x="192" y="2172"/>
                    </a:lnTo>
                    <a:lnTo>
                      <a:pt x="198" y="2178"/>
                    </a:lnTo>
                    <a:lnTo>
                      <a:pt x="246" y="2160"/>
                    </a:lnTo>
                    <a:lnTo>
                      <a:pt x="264" y="2184"/>
                    </a:lnTo>
                    <a:lnTo>
                      <a:pt x="300" y="2166"/>
                    </a:lnTo>
                    <a:lnTo>
                      <a:pt x="294" y="2172"/>
                    </a:lnTo>
                    <a:lnTo>
                      <a:pt x="288" y="2184"/>
                    </a:lnTo>
                    <a:lnTo>
                      <a:pt x="276" y="2190"/>
                    </a:lnTo>
                    <a:lnTo>
                      <a:pt x="270" y="2196"/>
                    </a:lnTo>
                    <a:lnTo>
                      <a:pt x="264" y="2208"/>
                    </a:lnTo>
                    <a:lnTo>
                      <a:pt x="264" y="2214"/>
                    </a:lnTo>
                    <a:lnTo>
                      <a:pt x="276" y="2214"/>
                    </a:lnTo>
                    <a:lnTo>
                      <a:pt x="282" y="2208"/>
                    </a:lnTo>
                    <a:lnTo>
                      <a:pt x="300" y="2202"/>
                    </a:lnTo>
                    <a:lnTo>
                      <a:pt x="318" y="2184"/>
                    </a:lnTo>
                    <a:lnTo>
                      <a:pt x="330" y="2178"/>
                    </a:lnTo>
                    <a:lnTo>
                      <a:pt x="306" y="2202"/>
                    </a:lnTo>
                    <a:lnTo>
                      <a:pt x="300" y="2214"/>
                    </a:lnTo>
                    <a:lnTo>
                      <a:pt x="294" y="2220"/>
                    </a:lnTo>
                    <a:lnTo>
                      <a:pt x="300" y="2220"/>
                    </a:lnTo>
                    <a:lnTo>
                      <a:pt x="312" y="2214"/>
                    </a:lnTo>
                    <a:lnTo>
                      <a:pt x="324" y="2214"/>
                    </a:lnTo>
                    <a:lnTo>
                      <a:pt x="318" y="2220"/>
                    </a:lnTo>
                    <a:lnTo>
                      <a:pt x="306" y="2226"/>
                    </a:lnTo>
                    <a:lnTo>
                      <a:pt x="300" y="2238"/>
                    </a:lnTo>
                    <a:lnTo>
                      <a:pt x="282" y="2256"/>
                    </a:lnTo>
                    <a:lnTo>
                      <a:pt x="288" y="2262"/>
                    </a:lnTo>
                    <a:lnTo>
                      <a:pt x="294" y="2262"/>
                    </a:lnTo>
                    <a:lnTo>
                      <a:pt x="342" y="2238"/>
                    </a:lnTo>
                    <a:lnTo>
                      <a:pt x="348" y="2232"/>
                    </a:lnTo>
                    <a:lnTo>
                      <a:pt x="324" y="2256"/>
                    </a:lnTo>
                    <a:lnTo>
                      <a:pt x="318" y="2268"/>
                    </a:lnTo>
                    <a:lnTo>
                      <a:pt x="318" y="2274"/>
                    </a:lnTo>
                    <a:lnTo>
                      <a:pt x="330" y="2280"/>
                    </a:lnTo>
                    <a:lnTo>
                      <a:pt x="342" y="2280"/>
                    </a:lnTo>
                    <a:lnTo>
                      <a:pt x="354" y="2292"/>
                    </a:lnTo>
                    <a:lnTo>
                      <a:pt x="354" y="2298"/>
                    </a:lnTo>
                    <a:lnTo>
                      <a:pt x="348" y="2304"/>
                    </a:lnTo>
                    <a:lnTo>
                      <a:pt x="348" y="2340"/>
                    </a:lnTo>
                    <a:lnTo>
                      <a:pt x="2058" y="2340"/>
                    </a:lnTo>
                    <a:lnTo>
                      <a:pt x="2064" y="2328"/>
                    </a:lnTo>
                    <a:lnTo>
                      <a:pt x="2064" y="2322"/>
                    </a:lnTo>
                    <a:lnTo>
                      <a:pt x="2070" y="2310"/>
                    </a:lnTo>
                    <a:lnTo>
                      <a:pt x="2076" y="2304"/>
                    </a:lnTo>
                    <a:lnTo>
                      <a:pt x="2088" y="2298"/>
                    </a:lnTo>
                    <a:lnTo>
                      <a:pt x="2100" y="2310"/>
                    </a:lnTo>
                    <a:lnTo>
                      <a:pt x="2088" y="2322"/>
                    </a:lnTo>
                    <a:lnTo>
                      <a:pt x="2082" y="2334"/>
                    </a:lnTo>
                    <a:lnTo>
                      <a:pt x="2082" y="2346"/>
                    </a:lnTo>
                    <a:lnTo>
                      <a:pt x="2094" y="2352"/>
                    </a:lnTo>
                    <a:lnTo>
                      <a:pt x="2112" y="2358"/>
                    </a:lnTo>
                    <a:lnTo>
                      <a:pt x="2124" y="2358"/>
                    </a:lnTo>
                    <a:lnTo>
                      <a:pt x="2142" y="2376"/>
                    </a:lnTo>
                    <a:lnTo>
                      <a:pt x="2154" y="2376"/>
                    </a:lnTo>
                    <a:lnTo>
                      <a:pt x="2154" y="2370"/>
                    </a:lnTo>
                    <a:lnTo>
                      <a:pt x="2166" y="2358"/>
                    </a:lnTo>
                    <a:lnTo>
                      <a:pt x="2178" y="2358"/>
                    </a:lnTo>
                    <a:lnTo>
                      <a:pt x="2190" y="2364"/>
                    </a:lnTo>
                    <a:lnTo>
                      <a:pt x="2202" y="2376"/>
                    </a:lnTo>
                    <a:lnTo>
                      <a:pt x="2202" y="2382"/>
                    </a:lnTo>
                    <a:lnTo>
                      <a:pt x="2208" y="2388"/>
                    </a:lnTo>
                    <a:lnTo>
                      <a:pt x="2238" y="2388"/>
                    </a:lnTo>
                    <a:lnTo>
                      <a:pt x="2256" y="2406"/>
                    </a:lnTo>
                    <a:lnTo>
                      <a:pt x="2268" y="2406"/>
                    </a:lnTo>
                    <a:lnTo>
                      <a:pt x="2280" y="2394"/>
                    </a:lnTo>
                    <a:lnTo>
                      <a:pt x="2292" y="2388"/>
                    </a:lnTo>
                    <a:lnTo>
                      <a:pt x="2298" y="2382"/>
                    </a:lnTo>
                    <a:lnTo>
                      <a:pt x="2298" y="2400"/>
                    </a:lnTo>
                    <a:lnTo>
                      <a:pt x="2346" y="2394"/>
                    </a:lnTo>
                    <a:lnTo>
                      <a:pt x="2346" y="2400"/>
                    </a:lnTo>
                    <a:lnTo>
                      <a:pt x="2352" y="2400"/>
                    </a:lnTo>
                    <a:lnTo>
                      <a:pt x="2364" y="2406"/>
                    </a:lnTo>
                    <a:lnTo>
                      <a:pt x="2382" y="2406"/>
                    </a:lnTo>
                    <a:lnTo>
                      <a:pt x="2394" y="2394"/>
                    </a:lnTo>
                    <a:lnTo>
                      <a:pt x="2406" y="2388"/>
                    </a:lnTo>
                    <a:lnTo>
                      <a:pt x="2412" y="2376"/>
                    </a:lnTo>
                    <a:lnTo>
                      <a:pt x="2412" y="2370"/>
                    </a:lnTo>
                    <a:lnTo>
                      <a:pt x="2430" y="2370"/>
                    </a:lnTo>
                    <a:lnTo>
                      <a:pt x="2436" y="2376"/>
                    </a:lnTo>
                    <a:lnTo>
                      <a:pt x="2442" y="2376"/>
                    </a:lnTo>
                    <a:lnTo>
                      <a:pt x="2454" y="2364"/>
                    </a:lnTo>
                    <a:lnTo>
                      <a:pt x="2460" y="2352"/>
                    </a:lnTo>
                    <a:lnTo>
                      <a:pt x="2466" y="2346"/>
                    </a:lnTo>
                    <a:lnTo>
                      <a:pt x="2472" y="2346"/>
                    </a:lnTo>
                    <a:lnTo>
                      <a:pt x="2472" y="2352"/>
                    </a:lnTo>
                    <a:lnTo>
                      <a:pt x="2478" y="2358"/>
                    </a:lnTo>
                    <a:lnTo>
                      <a:pt x="2502" y="2352"/>
                    </a:lnTo>
                    <a:lnTo>
                      <a:pt x="2496" y="2346"/>
                    </a:lnTo>
                    <a:lnTo>
                      <a:pt x="2496" y="2334"/>
                    </a:lnTo>
                    <a:lnTo>
                      <a:pt x="2502" y="2328"/>
                    </a:lnTo>
                    <a:lnTo>
                      <a:pt x="2514" y="2322"/>
                    </a:lnTo>
                    <a:lnTo>
                      <a:pt x="2532" y="2340"/>
                    </a:lnTo>
                    <a:lnTo>
                      <a:pt x="2556" y="2340"/>
                    </a:lnTo>
                    <a:lnTo>
                      <a:pt x="2562" y="2346"/>
                    </a:lnTo>
                    <a:lnTo>
                      <a:pt x="2580" y="2346"/>
                    </a:lnTo>
                    <a:lnTo>
                      <a:pt x="2604" y="2358"/>
                    </a:lnTo>
                    <a:lnTo>
                      <a:pt x="2604" y="2370"/>
                    </a:lnTo>
                    <a:lnTo>
                      <a:pt x="2598" y="2382"/>
                    </a:lnTo>
                    <a:lnTo>
                      <a:pt x="2598" y="2388"/>
                    </a:lnTo>
                    <a:lnTo>
                      <a:pt x="2592" y="2400"/>
                    </a:lnTo>
                    <a:lnTo>
                      <a:pt x="2604" y="2412"/>
                    </a:lnTo>
                    <a:lnTo>
                      <a:pt x="2592" y="2436"/>
                    </a:lnTo>
                    <a:lnTo>
                      <a:pt x="2598" y="2436"/>
                    </a:lnTo>
                    <a:lnTo>
                      <a:pt x="2604" y="2430"/>
                    </a:lnTo>
                    <a:lnTo>
                      <a:pt x="2616" y="2424"/>
                    </a:lnTo>
                    <a:lnTo>
                      <a:pt x="2634" y="2418"/>
                    </a:lnTo>
                    <a:lnTo>
                      <a:pt x="2646" y="2412"/>
                    </a:lnTo>
                    <a:lnTo>
                      <a:pt x="2670" y="2412"/>
                    </a:lnTo>
                    <a:lnTo>
                      <a:pt x="2670" y="2424"/>
                    </a:lnTo>
                    <a:lnTo>
                      <a:pt x="2658" y="2430"/>
                    </a:lnTo>
                    <a:lnTo>
                      <a:pt x="2652" y="2436"/>
                    </a:lnTo>
                    <a:lnTo>
                      <a:pt x="2646" y="2436"/>
                    </a:lnTo>
                    <a:lnTo>
                      <a:pt x="2640" y="2442"/>
                    </a:lnTo>
                    <a:lnTo>
                      <a:pt x="2646" y="2448"/>
                    </a:lnTo>
                    <a:lnTo>
                      <a:pt x="2652" y="2448"/>
                    </a:lnTo>
                    <a:lnTo>
                      <a:pt x="2664" y="2460"/>
                    </a:lnTo>
                    <a:lnTo>
                      <a:pt x="2640" y="2484"/>
                    </a:lnTo>
                    <a:lnTo>
                      <a:pt x="2640" y="2490"/>
                    </a:lnTo>
                    <a:lnTo>
                      <a:pt x="2652" y="2490"/>
                    </a:lnTo>
                    <a:lnTo>
                      <a:pt x="2652" y="2502"/>
                    </a:lnTo>
                    <a:lnTo>
                      <a:pt x="2640" y="2514"/>
                    </a:lnTo>
                    <a:lnTo>
                      <a:pt x="2640" y="2526"/>
                    </a:lnTo>
                    <a:lnTo>
                      <a:pt x="2658" y="2526"/>
                    </a:lnTo>
                    <a:lnTo>
                      <a:pt x="2652" y="2544"/>
                    </a:lnTo>
                    <a:lnTo>
                      <a:pt x="2658" y="2544"/>
                    </a:lnTo>
                    <a:lnTo>
                      <a:pt x="2670" y="2550"/>
                    </a:lnTo>
                    <a:lnTo>
                      <a:pt x="2754" y="2550"/>
                    </a:lnTo>
                    <a:lnTo>
                      <a:pt x="2766" y="2556"/>
                    </a:lnTo>
                    <a:lnTo>
                      <a:pt x="2784" y="2568"/>
                    </a:lnTo>
                    <a:lnTo>
                      <a:pt x="2838" y="2568"/>
                    </a:lnTo>
                    <a:lnTo>
                      <a:pt x="2850" y="2574"/>
                    </a:lnTo>
                    <a:lnTo>
                      <a:pt x="2856" y="2580"/>
                    </a:lnTo>
                    <a:lnTo>
                      <a:pt x="2856" y="2610"/>
                    </a:lnTo>
                    <a:lnTo>
                      <a:pt x="2874" y="2610"/>
                    </a:lnTo>
                    <a:lnTo>
                      <a:pt x="2874" y="2628"/>
                    </a:lnTo>
                    <a:lnTo>
                      <a:pt x="2862" y="2640"/>
                    </a:lnTo>
                    <a:lnTo>
                      <a:pt x="2862" y="2652"/>
                    </a:lnTo>
                    <a:lnTo>
                      <a:pt x="2874" y="2664"/>
                    </a:lnTo>
                    <a:lnTo>
                      <a:pt x="2880" y="2664"/>
                    </a:lnTo>
                    <a:lnTo>
                      <a:pt x="2856" y="2658"/>
                    </a:lnTo>
                    <a:lnTo>
                      <a:pt x="2856" y="2670"/>
                    </a:lnTo>
                    <a:lnTo>
                      <a:pt x="2850" y="2676"/>
                    </a:lnTo>
                    <a:lnTo>
                      <a:pt x="2844" y="2688"/>
                    </a:lnTo>
                    <a:lnTo>
                      <a:pt x="2838" y="2694"/>
                    </a:lnTo>
                    <a:lnTo>
                      <a:pt x="2832" y="2688"/>
                    </a:lnTo>
                    <a:lnTo>
                      <a:pt x="2820" y="2682"/>
                    </a:lnTo>
                    <a:lnTo>
                      <a:pt x="2802" y="2670"/>
                    </a:lnTo>
                    <a:lnTo>
                      <a:pt x="2790" y="2664"/>
                    </a:lnTo>
                    <a:lnTo>
                      <a:pt x="2784" y="2652"/>
                    </a:lnTo>
                    <a:lnTo>
                      <a:pt x="2784" y="2628"/>
                    </a:lnTo>
                    <a:lnTo>
                      <a:pt x="2766" y="2622"/>
                    </a:lnTo>
                    <a:lnTo>
                      <a:pt x="2772" y="2640"/>
                    </a:lnTo>
                    <a:lnTo>
                      <a:pt x="2772" y="2646"/>
                    </a:lnTo>
                    <a:lnTo>
                      <a:pt x="2778" y="2652"/>
                    </a:lnTo>
                    <a:lnTo>
                      <a:pt x="2778" y="2664"/>
                    </a:lnTo>
                    <a:lnTo>
                      <a:pt x="2772" y="2676"/>
                    </a:lnTo>
                    <a:lnTo>
                      <a:pt x="2760" y="2688"/>
                    </a:lnTo>
                    <a:lnTo>
                      <a:pt x="2754" y="2700"/>
                    </a:lnTo>
                    <a:lnTo>
                      <a:pt x="2736" y="2706"/>
                    </a:lnTo>
                    <a:lnTo>
                      <a:pt x="2718" y="2724"/>
                    </a:lnTo>
                    <a:lnTo>
                      <a:pt x="2712" y="2742"/>
                    </a:lnTo>
                    <a:lnTo>
                      <a:pt x="2700" y="2760"/>
                    </a:lnTo>
                    <a:lnTo>
                      <a:pt x="2694" y="2778"/>
                    </a:lnTo>
                    <a:lnTo>
                      <a:pt x="2688" y="2784"/>
                    </a:lnTo>
                    <a:lnTo>
                      <a:pt x="2664" y="2796"/>
                    </a:lnTo>
                    <a:lnTo>
                      <a:pt x="2652" y="2796"/>
                    </a:lnTo>
                    <a:lnTo>
                      <a:pt x="2646" y="2790"/>
                    </a:lnTo>
                    <a:lnTo>
                      <a:pt x="2640" y="2802"/>
                    </a:lnTo>
                    <a:lnTo>
                      <a:pt x="2634" y="2808"/>
                    </a:lnTo>
                    <a:lnTo>
                      <a:pt x="2634" y="2832"/>
                    </a:lnTo>
                    <a:lnTo>
                      <a:pt x="2628" y="2838"/>
                    </a:lnTo>
                    <a:lnTo>
                      <a:pt x="2622" y="2838"/>
                    </a:lnTo>
                    <a:lnTo>
                      <a:pt x="2586" y="2856"/>
                    </a:lnTo>
                    <a:lnTo>
                      <a:pt x="2562" y="2880"/>
                    </a:lnTo>
                    <a:lnTo>
                      <a:pt x="2562" y="2886"/>
                    </a:lnTo>
                    <a:lnTo>
                      <a:pt x="2568" y="2886"/>
                    </a:lnTo>
                    <a:lnTo>
                      <a:pt x="2580" y="2880"/>
                    </a:lnTo>
                    <a:lnTo>
                      <a:pt x="2592" y="2880"/>
                    </a:lnTo>
                    <a:lnTo>
                      <a:pt x="2598" y="2886"/>
                    </a:lnTo>
                    <a:lnTo>
                      <a:pt x="2610" y="2880"/>
                    </a:lnTo>
                    <a:lnTo>
                      <a:pt x="2616" y="2868"/>
                    </a:lnTo>
                    <a:lnTo>
                      <a:pt x="2628" y="2862"/>
                    </a:lnTo>
                    <a:lnTo>
                      <a:pt x="2658" y="2862"/>
                    </a:lnTo>
                    <a:lnTo>
                      <a:pt x="2658" y="2856"/>
                    </a:lnTo>
                    <a:lnTo>
                      <a:pt x="2664" y="2844"/>
                    </a:lnTo>
                    <a:lnTo>
                      <a:pt x="2676" y="2838"/>
                    </a:lnTo>
                    <a:lnTo>
                      <a:pt x="2682" y="2832"/>
                    </a:lnTo>
                    <a:lnTo>
                      <a:pt x="2754" y="2832"/>
                    </a:lnTo>
                    <a:lnTo>
                      <a:pt x="2766" y="2838"/>
                    </a:lnTo>
                    <a:lnTo>
                      <a:pt x="2790" y="2820"/>
                    </a:lnTo>
                    <a:lnTo>
                      <a:pt x="2856" y="2820"/>
                    </a:lnTo>
                    <a:lnTo>
                      <a:pt x="2862" y="2814"/>
                    </a:lnTo>
                    <a:lnTo>
                      <a:pt x="2862" y="2790"/>
                    </a:lnTo>
                    <a:lnTo>
                      <a:pt x="2844" y="2796"/>
                    </a:lnTo>
                    <a:lnTo>
                      <a:pt x="2832" y="2796"/>
                    </a:lnTo>
                    <a:lnTo>
                      <a:pt x="2826" y="2790"/>
                    </a:lnTo>
                    <a:lnTo>
                      <a:pt x="2826" y="2784"/>
                    </a:lnTo>
                    <a:lnTo>
                      <a:pt x="2832" y="2772"/>
                    </a:lnTo>
                    <a:lnTo>
                      <a:pt x="2850" y="2754"/>
                    </a:lnTo>
                    <a:lnTo>
                      <a:pt x="2868" y="2742"/>
                    </a:lnTo>
                    <a:lnTo>
                      <a:pt x="2880" y="2736"/>
                    </a:lnTo>
                    <a:lnTo>
                      <a:pt x="2910" y="2736"/>
                    </a:lnTo>
                    <a:lnTo>
                      <a:pt x="2928" y="2730"/>
                    </a:lnTo>
                    <a:lnTo>
                      <a:pt x="2952" y="2730"/>
                    </a:lnTo>
                    <a:lnTo>
                      <a:pt x="2964" y="2724"/>
                    </a:lnTo>
                    <a:lnTo>
                      <a:pt x="2970" y="2724"/>
                    </a:lnTo>
                    <a:lnTo>
                      <a:pt x="2976" y="2718"/>
                    </a:lnTo>
                    <a:lnTo>
                      <a:pt x="2982" y="2718"/>
                    </a:lnTo>
                    <a:lnTo>
                      <a:pt x="2994" y="2724"/>
                    </a:lnTo>
                    <a:lnTo>
                      <a:pt x="3000" y="2724"/>
                    </a:lnTo>
                    <a:lnTo>
                      <a:pt x="3012" y="2730"/>
                    </a:lnTo>
                    <a:lnTo>
                      <a:pt x="3018" y="2736"/>
                    </a:lnTo>
                    <a:lnTo>
                      <a:pt x="3024" y="2736"/>
                    </a:lnTo>
                    <a:lnTo>
                      <a:pt x="3030" y="2730"/>
                    </a:lnTo>
                    <a:lnTo>
                      <a:pt x="3030" y="2712"/>
                    </a:lnTo>
                    <a:lnTo>
                      <a:pt x="3036" y="2706"/>
                    </a:lnTo>
                    <a:lnTo>
                      <a:pt x="3048" y="2700"/>
                    </a:lnTo>
                    <a:lnTo>
                      <a:pt x="3060" y="2700"/>
                    </a:lnTo>
                    <a:lnTo>
                      <a:pt x="3066" y="2706"/>
                    </a:lnTo>
                    <a:lnTo>
                      <a:pt x="3072" y="2706"/>
                    </a:lnTo>
                    <a:lnTo>
                      <a:pt x="3072" y="2700"/>
                    </a:lnTo>
                    <a:lnTo>
                      <a:pt x="3102" y="2700"/>
                    </a:lnTo>
                    <a:lnTo>
                      <a:pt x="3114" y="2688"/>
                    </a:lnTo>
                    <a:lnTo>
                      <a:pt x="3126" y="2682"/>
                    </a:lnTo>
                    <a:lnTo>
                      <a:pt x="3150" y="2658"/>
                    </a:lnTo>
                    <a:lnTo>
                      <a:pt x="3162" y="2652"/>
                    </a:lnTo>
                    <a:lnTo>
                      <a:pt x="3174" y="2640"/>
                    </a:lnTo>
                    <a:lnTo>
                      <a:pt x="3408" y="2640"/>
                    </a:lnTo>
                    <a:lnTo>
                      <a:pt x="3408" y="2634"/>
                    </a:lnTo>
                    <a:lnTo>
                      <a:pt x="3420" y="2622"/>
                    </a:lnTo>
                    <a:lnTo>
                      <a:pt x="3438" y="2622"/>
                    </a:lnTo>
                    <a:lnTo>
                      <a:pt x="3450" y="2616"/>
                    </a:lnTo>
                    <a:lnTo>
                      <a:pt x="3456" y="2616"/>
                    </a:lnTo>
                    <a:lnTo>
                      <a:pt x="3456" y="2610"/>
                    </a:lnTo>
                    <a:lnTo>
                      <a:pt x="3468" y="2598"/>
                    </a:lnTo>
                    <a:lnTo>
                      <a:pt x="3480" y="2592"/>
                    </a:lnTo>
                    <a:lnTo>
                      <a:pt x="3486" y="2586"/>
                    </a:lnTo>
                    <a:lnTo>
                      <a:pt x="3498" y="2586"/>
                    </a:lnTo>
                    <a:lnTo>
                      <a:pt x="3504" y="2592"/>
                    </a:lnTo>
                    <a:lnTo>
                      <a:pt x="3510" y="2592"/>
                    </a:lnTo>
                    <a:lnTo>
                      <a:pt x="3510" y="2568"/>
                    </a:lnTo>
                    <a:lnTo>
                      <a:pt x="3516" y="2556"/>
                    </a:lnTo>
                    <a:lnTo>
                      <a:pt x="3528" y="2544"/>
                    </a:lnTo>
                    <a:lnTo>
                      <a:pt x="3534" y="2544"/>
                    </a:lnTo>
                    <a:lnTo>
                      <a:pt x="3546" y="2532"/>
                    </a:lnTo>
                    <a:lnTo>
                      <a:pt x="3546" y="2508"/>
                    </a:lnTo>
                    <a:lnTo>
                      <a:pt x="3588" y="2484"/>
                    </a:lnTo>
                    <a:lnTo>
                      <a:pt x="3594" y="2472"/>
                    </a:lnTo>
                    <a:lnTo>
                      <a:pt x="3618" y="2448"/>
                    </a:lnTo>
                    <a:lnTo>
                      <a:pt x="3630" y="2448"/>
                    </a:lnTo>
                    <a:lnTo>
                      <a:pt x="3636" y="2454"/>
                    </a:lnTo>
                    <a:lnTo>
                      <a:pt x="3636" y="2460"/>
                    </a:lnTo>
                    <a:lnTo>
                      <a:pt x="3642" y="2466"/>
                    </a:lnTo>
                    <a:lnTo>
                      <a:pt x="3654" y="2466"/>
                    </a:lnTo>
                    <a:lnTo>
                      <a:pt x="3666" y="2460"/>
                    </a:lnTo>
                    <a:lnTo>
                      <a:pt x="3702" y="2460"/>
                    </a:lnTo>
                    <a:lnTo>
                      <a:pt x="3708" y="2466"/>
                    </a:lnTo>
                    <a:lnTo>
                      <a:pt x="3708" y="2472"/>
                    </a:lnTo>
                    <a:lnTo>
                      <a:pt x="3702" y="2496"/>
                    </a:lnTo>
                    <a:lnTo>
                      <a:pt x="3690" y="2520"/>
                    </a:lnTo>
                    <a:lnTo>
                      <a:pt x="3678" y="2550"/>
                    </a:lnTo>
                    <a:lnTo>
                      <a:pt x="3666" y="2574"/>
                    </a:lnTo>
                    <a:lnTo>
                      <a:pt x="3666" y="2586"/>
                    </a:lnTo>
                    <a:lnTo>
                      <a:pt x="3672" y="2592"/>
                    </a:lnTo>
                    <a:lnTo>
                      <a:pt x="3678" y="2592"/>
                    </a:lnTo>
                    <a:lnTo>
                      <a:pt x="3684" y="2598"/>
                    </a:lnTo>
                    <a:lnTo>
                      <a:pt x="3672" y="2610"/>
                    </a:lnTo>
                    <a:lnTo>
                      <a:pt x="3666" y="2622"/>
                    </a:lnTo>
                    <a:lnTo>
                      <a:pt x="3666" y="2628"/>
                    </a:lnTo>
                    <a:lnTo>
                      <a:pt x="3690" y="2628"/>
                    </a:lnTo>
                    <a:lnTo>
                      <a:pt x="3690" y="2634"/>
                    </a:lnTo>
                    <a:lnTo>
                      <a:pt x="3696" y="2640"/>
                    </a:lnTo>
                    <a:lnTo>
                      <a:pt x="3714" y="2640"/>
                    </a:lnTo>
                    <a:lnTo>
                      <a:pt x="3750" y="2622"/>
                    </a:lnTo>
                    <a:lnTo>
                      <a:pt x="3768" y="2604"/>
                    </a:lnTo>
                    <a:lnTo>
                      <a:pt x="3780" y="2622"/>
                    </a:lnTo>
                    <a:lnTo>
                      <a:pt x="3786" y="2622"/>
                    </a:lnTo>
                    <a:lnTo>
                      <a:pt x="3792" y="2616"/>
                    </a:lnTo>
                    <a:lnTo>
                      <a:pt x="3816" y="2604"/>
                    </a:lnTo>
                    <a:lnTo>
                      <a:pt x="3828" y="2604"/>
                    </a:lnTo>
                    <a:lnTo>
                      <a:pt x="3840" y="2592"/>
                    </a:lnTo>
                    <a:lnTo>
                      <a:pt x="3852" y="2592"/>
                    </a:lnTo>
                    <a:lnTo>
                      <a:pt x="3864" y="2580"/>
                    </a:lnTo>
                    <a:lnTo>
                      <a:pt x="3870" y="2580"/>
                    </a:lnTo>
                    <a:lnTo>
                      <a:pt x="3888" y="2586"/>
                    </a:lnTo>
                    <a:lnTo>
                      <a:pt x="3846" y="2616"/>
                    </a:lnTo>
                    <a:lnTo>
                      <a:pt x="3936" y="2610"/>
                    </a:lnTo>
                    <a:lnTo>
                      <a:pt x="3918" y="2610"/>
                    </a:lnTo>
                    <a:lnTo>
                      <a:pt x="3906" y="2616"/>
                    </a:lnTo>
                    <a:lnTo>
                      <a:pt x="3894" y="2616"/>
                    </a:lnTo>
                    <a:lnTo>
                      <a:pt x="3888" y="2622"/>
                    </a:lnTo>
                    <a:lnTo>
                      <a:pt x="3888" y="2634"/>
                    </a:lnTo>
                    <a:lnTo>
                      <a:pt x="3882" y="2640"/>
                    </a:lnTo>
                    <a:lnTo>
                      <a:pt x="3876" y="2640"/>
                    </a:lnTo>
                    <a:lnTo>
                      <a:pt x="3870" y="2634"/>
                    </a:lnTo>
                    <a:lnTo>
                      <a:pt x="3864" y="2634"/>
                    </a:lnTo>
                    <a:lnTo>
                      <a:pt x="3852" y="2628"/>
                    </a:lnTo>
                    <a:lnTo>
                      <a:pt x="3846" y="2628"/>
                    </a:lnTo>
                    <a:lnTo>
                      <a:pt x="3828" y="2634"/>
                    </a:lnTo>
                    <a:lnTo>
                      <a:pt x="3738" y="2688"/>
                    </a:lnTo>
                    <a:lnTo>
                      <a:pt x="3726" y="2700"/>
                    </a:lnTo>
                    <a:lnTo>
                      <a:pt x="3720" y="2712"/>
                    </a:lnTo>
                    <a:lnTo>
                      <a:pt x="3720" y="2748"/>
                    </a:lnTo>
                    <a:lnTo>
                      <a:pt x="3726" y="2748"/>
                    </a:lnTo>
                    <a:lnTo>
                      <a:pt x="3732" y="2742"/>
                    </a:lnTo>
                    <a:lnTo>
                      <a:pt x="3738" y="2742"/>
                    </a:lnTo>
                    <a:lnTo>
                      <a:pt x="3738" y="2754"/>
                    </a:lnTo>
                    <a:lnTo>
                      <a:pt x="3744" y="2760"/>
                    </a:lnTo>
                    <a:lnTo>
                      <a:pt x="3756" y="2760"/>
                    </a:lnTo>
                    <a:lnTo>
                      <a:pt x="3762" y="2754"/>
                    </a:lnTo>
                    <a:lnTo>
                      <a:pt x="3768" y="2742"/>
                    </a:lnTo>
                    <a:lnTo>
                      <a:pt x="3774" y="2736"/>
                    </a:lnTo>
                    <a:lnTo>
                      <a:pt x="3786" y="2736"/>
                    </a:lnTo>
                    <a:lnTo>
                      <a:pt x="3804" y="2730"/>
                    </a:lnTo>
                    <a:lnTo>
                      <a:pt x="3816" y="2724"/>
                    </a:lnTo>
                    <a:lnTo>
                      <a:pt x="3834" y="2718"/>
                    </a:lnTo>
                    <a:lnTo>
                      <a:pt x="3846" y="2706"/>
                    </a:lnTo>
                    <a:lnTo>
                      <a:pt x="3852" y="2694"/>
                    </a:lnTo>
                    <a:lnTo>
                      <a:pt x="3870" y="2676"/>
                    </a:lnTo>
                    <a:lnTo>
                      <a:pt x="3876" y="2664"/>
                    </a:lnTo>
                    <a:lnTo>
                      <a:pt x="3876" y="2670"/>
                    </a:lnTo>
                    <a:lnTo>
                      <a:pt x="3882" y="2682"/>
                    </a:lnTo>
                    <a:lnTo>
                      <a:pt x="3888" y="2688"/>
                    </a:lnTo>
                    <a:lnTo>
                      <a:pt x="3894" y="2688"/>
                    </a:lnTo>
                    <a:lnTo>
                      <a:pt x="3930" y="2676"/>
                    </a:lnTo>
                    <a:lnTo>
                      <a:pt x="3954" y="2664"/>
                    </a:lnTo>
                    <a:lnTo>
                      <a:pt x="3972" y="2658"/>
                    </a:lnTo>
                    <a:lnTo>
                      <a:pt x="3984" y="2652"/>
                    </a:lnTo>
                    <a:lnTo>
                      <a:pt x="4008" y="2646"/>
                    </a:lnTo>
                    <a:lnTo>
                      <a:pt x="4068" y="2634"/>
                    </a:lnTo>
                    <a:lnTo>
                      <a:pt x="4080" y="2628"/>
                    </a:lnTo>
                    <a:lnTo>
                      <a:pt x="4068" y="2616"/>
                    </a:lnTo>
                    <a:lnTo>
                      <a:pt x="4074" y="2598"/>
                    </a:lnTo>
                    <a:lnTo>
                      <a:pt x="4038" y="2604"/>
                    </a:lnTo>
                    <a:lnTo>
                      <a:pt x="4038" y="2580"/>
                    </a:lnTo>
                    <a:lnTo>
                      <a:pt x="4026" y="2586"/>
                    </a:lnTo>
                    <a:lnTo>
                      <a:pt x="4020" y="2586"/>
                    </a:lnTo>
                    <a:lnTo>
                      <a:pt x="4008" y="2592"/>
                    </a:lnTo>
                    <a:lnTo>
                      <a:pt x="4002" y="2598"/>
                    </a:lnTo>
                    <a:lnTo>
                      <a:pt x="3990" y="2598"/>
                    </a:lnTo>
                    <a:lnTo>
                      <a:pt x="3990" y="2580"/>
                    </a:lnTo>
                    <a:lnTo>
                      <a:pt x="3930" y="2580"/>
                    </a:lnTo>
                    <a:lnTo>
                      <a:pt x="3924" y="2574"/>
                    </a:lnTo>
                    <a:lnTo>
                      <a:pt x="3924" y="2568"/>
                    </a:lnTo>
                    <a:lnTo>
                      <a:pt x="3918" y="2562"/>
                    </a:lnTo>
                    <a:lnTo>
                      <a:pt x="3918" y="2556"/>
                    </a:lnTo>
                    <a:lnTo>
                      <a:pt x="3930" y="2556"/>
                    </a:lnTo>
                    <a:lnTo>
                      <a:pt x="3918" y="2544"/>
                    </a:lnTo>
                    <a:lnTo>
                      <a:pt x="3888" y="2544"/>
                    </a:lnTo>
                    <a:lnTo>
                      <a:pt x="3882" y="2532"/>
                    </a:lnTo>
                    <a:lnTo>
                      <a:pt x="3882" y="2526"/>
                    </a:lnTo>
                    <a:lnTo>
                      <a:pt x="3876" y="2514"/>
                    </a:lnTo>
                    <a:lnTo>
                      <a:pt x="3876" y="2502"/>
                    </a:lnTo>
                    <a:lnTo>
                      <a:pt x="3894" y="2484"/>
                    </a:lnTo>
                    <a:lnTo>
                      <a:pt x="3870" y="2484"/>
                    </a:lnTo>
                    <a:lnTo>
                      <a:pt x="3876" y="2478"/>
                    </a:lnTo>
                    <a:lnTo>
                      <a:pt x="3888" y="2472"/>
                    </a:lnTo>
                    <a:lnTo>
                      <a:pt x="3894" y="2460"/>
                    </a:lnTo>
                    <a:lnTo>
                      <a:pt x="3906" y="2454"/>
                    </a:lnTo>
                    <a:lnTo>
                      <a:pt x="3918" y="2442"/>
                    </a:lnTo>
                    <a:lnTo>
                      <a:pt x="3924" y="2430"/>
                    </a:lnTo>
                    <a:lnTo>
                      <a:pt x="3936" y="2424"/>
                    </a:lnTo>
                    <a:lnTo>
                      <a:pt x="3942" y="2412"/>
                    </a:lnTo>
                    <a:lnTo>
                      <a:pt x="3948" y="2406"/>
                    </a:lnTo>
                    <a:lnTo>
                      <a:pt x="3936" y="2400"/>
                    </a:lnTo>
                    <a:lnTo>
                      <a:pt x="3912" y="2430"/>
                    </a:lnTo>
                    <a:lnTo>
                      <a:pt x="3894" y="2418"/>
                    </a:lnTo>
                    <a:lnTo>
                      <a:pt x="3864" y="2436"/>
                    </a:lnTo>
                    <a:lnTo>
                      <a:pt x="3858" y="2418"/>
                    </a:lnTo>
                    <a:lnTo>
                      <a:pt x="3828" y="2406"/>
                    </a:lnTo>
                    <a:lnTo>
                      <a:pt x="3810" y="2412"/>
                    </a:lnTo>
                    <a:lnTo>
                      <a:pt x="3864" y="2394"/>
                    </a:lnTo>
                    <a:lnTo>
                      <a:pt x="3870" y="2400"/>
                    </a:lnTo>
                    <a:lnTo>
                      <a:pt x="3882" y="2406"/>
                    </a:lnTo>
                    <a:lnTo>
                      <a:pt x="3900" y="2406"/>
                    </a:lnTo>
                    <a:lnTo>
                      <a:pt x="3918" y="2388"/>
                    </a:lnTo>
                    <a:lnTo>
                      <a:pt x="3930" y="2382"/>
                    </a:lnTo>
                    <a:lnTo>
                      <a:pt x="3936" y="2376"/>
                    </a:lnTo>
                    <a:lnTo>
                      <a:pt x="3978" y="2376"/>
                    </a:lnTo>
                    <a:lnTo>
                      <a:pt x="3978" y="2364"/>
                    </a:lnTo>
                    <a:lnTo>
                      <a:pt x="3972" y="2358"/>
                    </a:lnTo>
                    <a:lnTo>
                      <a:pt x="3966" y="2346"/>
                    </a:lnTo>
                    <a:lnTo>
                      <a:pt x="3990" y="2346"/>
                    </a:lnTo>
                    <a:lnTo>
                      <a:pt x="3978" y="2334"/>
                    </a:lnTo>
                    <a:lnTo>
                      <a:pt x="3972" y="2322"/>
                    </a:lnTo>
                    <a:lnTo>
                      <a:pt x="3960" y="2316"/>
                    </a:lnTo>
                    <a:lnTo>
                      <a:pt x="3942" y="2310"/>
                    </a:lnTo>
                    <a:lnTo>
                      <a:pt x="3918" y="2310"/>
                    </a:lnTo>
                    <a:lnTo>
                      <a:pt x="3852" y="2316"/>
                    </a:lnTo>
                    <a:lnTo>
                      <a:pt x="3792" y="2334"/>
                    </a:lnTo>
                    <a:lnTo>
                      <a:pt x="3744" y="2352"/>
                    </a:lnTo>
                    <a:lnTo>
                      <a:pt x="3684" y="2376"/>
                    </a:lnTo>
                    <a:lnTo>
                      <a:pt x="3660" y="2388"/>
                    </a:lnTo>
                    <a:lnTo>
                      <a:pt x="3642" y="2400"/>
                    </a:lnTo>
                    <a:lnTo>
                      <a:pt x="3624" y="2418"/>
                    </a:lnTo>
                    <a:lnTo>
                      <a:pt x="3606" y="2430"/>
                    </a:lnTo>
                    <a:lnTo>
                      <a:pt x="3594" y="2442"/>
                    </a:lnTo>
                    <a:lnTo>
                      <a:pt x="3576" y="2454"/>
                    </a:lnTo>
                    <a:lnTo>
                      <a:pt x="3564" y="2466"/>
                    </a:lnTo>
                    <a:lnTo>
                      <a:pt x="3528" y="2484"/>
                    </a:lnTo>
                    <a:lnTo>
                      <a:pt x="3516" y="2484"/>
                    </a:lnTo>
                    <a:lnTo>
                      <a:pt x="3498" y="2490"/>
                    </a:lnTo>
                    <a:lnTo>
                      <a:pt x="3486" y="2490"/>
                    </a:lnTo>
                    <a:lnTo>
                      <a:pt x="3492" y="2490"/>
                    </a:lnTo>
                    <a:lnTo>
                      <a:pt x="3498" y="2484"/>
                    </a:lnTo>
                    <a:lnTo>
                      <a:pt x="3510" y="2478"/>
                    </a:lnTo>
                    <a:lnTo>
                      <a:pt x="3522" y="2466"/>
                    </a:lnTo>
                    <a:lnTo>
                      <a:pt x="3540" y="2460"/>
                    </a:lnTo>
                    <a:lnTo>
                      <a:pt x="3552" y="2448"/>
                    </a:lnTo>
                    <a:lnTo>
                      <a:pt x="3576" y="2436"/>
                    </a:lnTo>
                    <a:lnTo>
                      <a:pt x="3600" y="2412"/>
                    </a:lnTo>
                    <a:lnTo>
                      <a:pt x="3606" y="2400"/>
                    </a:lnTo>
                    <a:lnTo>
                      <a:pt x="3582" y="2388"/>
                    </a:lnTo>
                    <a:lnTo>
                      <a:pt x="3588" y="2388"/>
                    </a:lnTo>
                    <a:lnTo>
                      <a:pt x="3594" y="2394"/>
                    </a:lnTo>
                    <a:lnTo>
                      <a:pt x="3624" y="2394"/>
                    </a:lnTo>
                    <a:lnTo>
                      <a:pt x="3642" y="2382"/>
                    </a:lnTo>
                    <a:lnTo>
                      <a:pt x="3702" y="2334"/>
                    </a:lnTo>
                    <a:lnTo>
                      <a:pt x="3750" y="2310"/>
                    </a:lnTo>
                    <a:lnTo>
                      <a:pt x="3768" y="2304"/>
                    </a:lnTo>
                    <a:lnTo>
                      <a:pt x="3804" y="2304"/>
                    </a:lnTo>
                    <a:lnTo>
                      <a:pt x="3852" y="2256"/>
                    </a:lnTo>
                    <a:lnTo>
                      <a:pt x="3870" y="2244"/>
                    </a:lnTo>
                    <a:lnTo>
                      <a:pt x="3888" y="2238"/>
                    </a:lnTo>
                    <a:lnTo>
                      <a:pt x="3936" y="2232"/>
                    </a:lnTo>
                    <a:lnTo>
                      <a:pt x="3990" y="2232"/>
                    </a:lnTo>
                    <a:lnTo>
                      <a:pt x="4044" y="2226"/>
                    </a:lnTo>
                    <a:lnTo>
                      <a:pt x="4074" y="2226"/>
                    </a:lnTo>
                    <a:lnTo>
                      <a:pt x="4104" y="2232"/>
                    </a:lnTo>
                    <a:lnTo>
                      <a:pt x="4176" y="2244"/>
                    </a:lnTo>
                    <a:lnTo>
                      <a:pt x="4200" y="2250"/>
                    </a:lnTo>
                    <a:lnTo>
                      <a:pt x="4212" y="2244"/>
                    </a:lnTo>
                    <a:lnTo>
                      <a:pt x="4248" y="2232"/>
                    </a:lnTo>
                    <a:lnTo>
                      <a:pt x="4260" y="2226"/>
                    </a:lnTo>
                    <a:lnTo>
                      <a:pt x="4278" y="2226"/>
                    </a:lnTo>
                    <a:lnTo>
                      <a:pt x="4296" y="2220"/>
                    </a:lnTo>
                    <a:lnTo>
                      <a:pt x="4320" y="2214"/>
                    </a:lnTo>
                    <a:lnTo>
                      <a:pt x="4338" y="2208"/>
                    </a:lnTo>
                    <a:lnTo>
                      <a:pt x="4374" y="2172"/>
                    </a:lnTo>
                    <a:lnTo>
                      <a:pt x="4392" y="2166"/>
                    </a:lnTo>
                    <a:lnTo>
                      <a:pt x="4404" y="2154"/>
                    </a:lnTo>
                    <a:lnTo>
                      <a:pt x="4410" y="2154"/>
                    </a:lnTo>
                    <a:lnTo>
                      <a:pt x="4422" y="2148"/>
                    </a:lnTo>
                    <a:lnTo>
                      <a:pt x="4452" y="2148"/>
                    </a:lnTo>
                    <a:lnTo>
                      <a:pt x="4458" y="2142"/>
                    </a:lnTo>
                    <a:lnTo>
                      <a:pt x="4470" y="2136"/>
                    </a:lnTo>
                    <a:lnTo>
                      <a:pt x="4476" y="2130"/>
                    </a:lnTo>
                    <a:lnTo>
                      <a:pt x="4494" y="2130"/>
                    </a:lnTo>
                    <a:lnTo>
                      <a:pt x="4500" y="2136"/>
                    </a:lnTo>
                    <a:lnTo>
                      <a:pt x="4518" y="2136"/>
                    </a:lnTo>
                    <a:lnTo>
                      <a:pt x="4530" y="2130"/>
                    </a:lnTo>
                    <a:lnTo>
                      <a:pt x="4536" y="2130"/>
                    </a:lnTo>
                    <a:lnTo>
                      <a:pt x="4542" y="2124"/>
                    </a:lnTo>
                    <a:lnTo>
                      <a:pt x="4596" y="2106"/>
                    </a:lnTo>
                    <a:lnTo>
                      <a:pt x="4620" y="2094"/>
                    </a:lnTo>
                    <a:lnTo>
                      <a:pt x="4620" y="2088"/>
                    </a:lnTo>
                    <a:lnTo>
                      <a:pt x="4614" y="2076"/>
                    </a:lnTo>
                    <a:lnTo>
                      <a:pt x="4602" y="2070"/>
                    </a:lnTo>
                    <a:lnTo>
                      <a:pt x="4584" y="2052"/>
                    </a:lnTo>
                    <a:lnTo>
                      <a:pt x="4578" y="2052"/>
                    </a:lnTo>
                    <a:lnTo>
                      <a:pt x="4602" y="2052"/>
                    </a:lnTo>
                    <a:lnTo>
                      <a:pt x="4614" y="2046"/>
                    </a:lnTo>
                    <a:lnTo>
                      <a:pt x="4614" y="2028"/>
                    </a:lnTo>
                    <a:lnTo>
                      <a:pt x="4608" y="2022"/>
                    </a:lnTo>
                    <a:lnTo>
                      <a:pt x="4608" y="2010"/>
                    </a:lnTo>
                    <a:lnTo>
                      <a:pt x="4632" y="2010"/>
                    </a:lnTo>
                    <a:lnTo>
                      <a:pt x="4644" y="1998"/>
                    </a:lnTo>
                    <a:lnTo>
                      <a:pt x="4644" y="1992"/>
                    </a:lnTo>
                    <a:lnTo>
                      <a:pt x="4632" y="1980"/>
                    </a:lnTo>
                    <a:lnTo>
                      <a:pt x="4626" y="1968"/>
                    </a:lnTo>
                    <a:lnTo>
                      <a:pt x="4608" y="1962"/>
                    </a:lnTo>
                    <a:lnTo>
                      <a:pt x="4602" y="1956"/>
                    </a:lnTo>
                    <a:lnTo>
                      <a:pt x="4590" y="1962"/>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57" name="Brazil" descr="© INSCALE GmbH, 05.05.2010&#10;http://www.presentationload.com/">
                <a:extLst>
                  <a:ext uri="{FF2B5EF4-FFF2-40B4-BE49-F238E27FC236}">
                    <a16:creationId xmlns:a16="http://schemas.microsoft.com/office/drawing/2014/main" id="{3D650882-3D89-22BF-06DB-9F7C4EEE5D2F}"/>
                  </a:ext>
                </a:extLst>
              </p:cNvPr>
              <p:cNvSpPr>
                <a:spLocks noEditPoints="1"/>
              </p:cNvSpPr>
              <p:nvPr/>
            </p:nvSpPr>
            <p:spPr bwMode="gray">
              <a:xfrm>
                <a:off x="1323" y="2460"/>
                <a:ext cx="706" cy="799"/>
              </a:xfrm>
              <a:custGeom>
                <a:avLst/>
                <a:gdLst>
                  <a:gd name="T0" fmla="*/ 2147483647 w 2784"/>
                  <a:gd name="T1" fmla="*/ 2147483647 h 3150"/>
                  <a:gd name="T2" fmla="*/ 2147483647 w 2784"/>
                  <a:gd name="T3" fmla="*/ 2147483647 h 3150"/>
                  <a:gd name="T4" fmla="*/ 2147483647 w 2784"/>
                  <a:gd name="T5" fmla="*/ 2147483647 h 3150"/>
                  <a:gd name="T6" fmla="*/ 2147483647 w 2784"/>
                  <a:gd name="T7" fmla="*/ 2147483647 h 3150"/>
                  <a:gd name="T8" fmla="*/ 2147483647 w 2784"/>
                  <a:gd name="T9" fmla="*/ 2147483647 h 3150"/>
                  <a:gd name="T10" fmla="*/ 2147483647 w 2784"/>
                  <a:gd name="T11" fmla="*/ 2147483647 h 3150"/>
                  <a:gd name="T12" fmla="*/ 2147483647 w 2784"/>
                  <a:gd name="T13" fmla="*/ 2147483647 h 3150"/>
                  <a:gd name="T14" fmla="*/ 2147483647 w 2784"/>
                  <a:gd name="T15" fmla="*/ 2147483647 h 3150"/>
                  <a:gd name="T16" fmla="*/ 2147483647 w 2784"/>
                  <a:gd name="T17" fmla="*/ 2147483647 h 3150"/>
                  <a:gd name="T18" fmla="*/ 2147483647 w 2784"/>
                  <a:gd name="T19" fmla="*/ 2147483647 h 3150"/>
                  <a:gd name="T20" fmla="*/ 2147483647 w 2784"/>
                  <a:gd name="T21" fmla="*/ 2147483647 h 3150"/>
                  <a:gd name="T22" fmla="*/ 2147483647 w 2784"/>
                  <a:gd name="T23" fmla="*/ 2147483647 h 3150"/>
                  <a:gd name="T24" fmla="*/ 2147483647 w 2784"/>
                  <a:gd name="T25" fmla="*/ 2147483647 h 3150"/>
                  <a:gd name="T26" fmla="*/ 2147483647 w 2784"/>
                  <a:gd name="T27" fmla="*/ 2147483647 h 3150"/>
                  <a:gd name="T28" fmla="*/ 2147483647 w 2784"/>
                  <a:gd name="T29" fmla="*/ 2147483647 h 3150"/>
                  <a:gd name="T30" fmla="*/ 2147483647 w 2784"/>
                  <a:gd name="T31" fmla="*/ 2147483647 h 3150"/>
                  <a:gd name="T32" fmla="*/ 2147483647 w 2784"/>
                  <a:gd name="T33" fmla="*/ 2147483647 h 3150"/>
                  <a:gd name="T34" fmla="*/ 2147483647 w 2784"/>
                  <a:gd name="T35" fmla="*/ 2147483647 h 3150"/>
                  <a:gd name="T36" fmla="*/ 2147483647 w 2784"/>
                  <a:gd name="T37" fmla="*/ 2147483647 h 3150"/>
                  <a:gd name="T38" fmla="*/ 2147483647 w 2784"/>
                  <a:gd name="T39" fmla="*/ 2147483647 h 3150"/>
                  <a:gd name="T40" fmla="*/ 2147483647 w 2784"/>
                  <a:gd name="T41" fmla="*/ 2147483647 h 3150"/>
                  <a:gd name="T42" fmla="*/ 2147483647 w 2784"/>
                  <a:gd name="T43" fmla="*/ 2147483647 h 3150"/>
                  <a:gd name="T44" fmla="*/ 2147483647 w 2784"/>
                  <a:gd name="T45" fmla="*/ 2147483647 h 3150"/>
                  <a:gd name="T46" fmla="*/ 2147483647 w 2784"/>
                  <a:gd name="T47" fmla="*/ 2147483647 h 3150"/>
                  <a:gd name="T48" fmla="*/ 2147483647 w 2784"/>
                  <a:gd name="T49" fmla="*/ 2147483647 h 3150"/>
                  <a:gd name="T50" fmla="*/ 2147483647 w 2784"/>
                  <a:gd name="T51" fmla="*/ 2147483647 h 3150"/>
                  <a:gd name="T52" fmla="*/ 2147483647 w 2784"/>
                  <a:gd name="T53" fmla="*/ 2147483647 h 3150"/>
                  <a:gd name="T54" fmla="*/ 2147483647 w 2784"/>
                  <a:gd name="T55" fmla="*/ 2147483647 h 3150"/>
                  <a:gd name="T56" fmla="*/ 2147483647 w 2784"/>
                  <a:gd name="T57" fmla="*/ 2147483647 h 3150"/>
                  <a:gd name="T58" fmla="*/ 2147483647 w 2784"/>
                  <a:gd name="T59" fmla="*/ 2147483647 h 3150"/>
                  <a:gd name="T60" fmla="*/ 2147483647 w 2784"/>
                  <a:gd name="T61" fmla="*/ 2147483647 h 3150"/>
                  <a:gd name="T62" fmla="*/ 2147483647 w 2784"/>
                  <a:gd name="T63" fmla="*/ 2147483647 h 3150"/>
                  <a:gd name="T64" fmla="*/ 2147483647 w 2784"/>
                  <a:gd name="T65" fmla="*/ 2147483647 h 3150"/>
                  <a:gd name="T66" fmla="*/ 2147483647 w 2784"/>
                  <a:gd name="T67" fmla="*/ 2147483647 h 3150"/>
                  <a:gd name="T68" fmla="*/ 2147483647 w 2784"/>
                  <a:gd name="T69" fmla="*/ 2147483647 h 3150"/>
                  <a:gd name="T70" fmla="*/ 2147483647 w 2784"/>
                  <a:gd name="T71" fmla="*/ 2147483647 h 3150"/>
                  <a:gd name="T72" fmla="*/ 2147483647 w 2784"/>
                  <a:gd name="T73" fmla="*/ 2147483647 h 3150"/>
                  <a:gd name="T74" fmla="*/ 2147483647 w 2784"/>
                  <a:gd name="T75" fmla="*/ 2147483647 h 3150"/>
                  <a:gd name="T76" fmla="*/ 2147483647 w 2784"/>
                  <a:gd name="T77" fmla="*/ 2147483647 h 3150"/>
                  <a:gd name="T78" fmla="*/ 2147483647 w 2784"/>
                  <a:gd name="T79" fmla="*/ 2147483647 h 3150"/>
                  <a:gd name="T80" fmla="*/ 2147483647 w 2784"/>
                  <a:gd name="T81" fmla="*/ 2147483647 h 3150"/>
                  <a:gd name="T82" fmla="*/ 2147483647 w 2784"/>
                  <a:gd name="T83" fmla="*/ 2147483647 h 3150"/>
                  <a:gd name="T84" fmla="*/ 2147483647 w 2784"/>
                  <a:gd name="T85" fmla="*/ 2147483647 h 3150"/>
                  <a:gd name="T86" fmla="*/ 2147483647 w 2784"/>
                  <a:gd name="T87" fmla="*/ 2147483647 h 3150"/>
                  <a:gd name="T88" fmla="*/ 2147483647 w 2784"/>
                  <a:gd name="T89" fmla="*/ 2147483647 h 3150"/>
                  <a:gd name="T90" fmla="*/ 2147483647 w 2784"/>
                  <a:gd name="T91" fmla="*/ 2147483647 h 3150"/>
                  <a:gd name="T92" fmla="*/ 2147483647 w 2784"/>
                  <a:gd name="T93" fmla="*/ 2147483647 h 3150"/>
                  <a:gd name="T94" fmla="*/ 2147483647 w 2784"/>
                  <a:gd name="T95" fmla="*/ 2147483647 h 3150"/>
                  <a:gd name="T96" fmla="*/ 2147483647 w 2784"/>
                  <a:gd name="T97" fmla="*/ 2147483647 h 3150"/>
                  <a:gd name="T98" fmla="*/ 2147483647 w 2784"/>
                  <a:gd name="T99" fmla="*/ 2147483647 h 3150"/>
                  <a:gd name="T100" fmla="*/ 2147483647 w 2784"/>
                  <a:gd name="T101" fmla="*/ 2147483647 h 3150"/>
                  <a:gd name="T102" fmla="*/ 2147483647 w 2784"/>
                  <a:gd name="T103" fmla="*/ 2147483647 h 3150"/>
                  <a:gd name="T104" fmla="*/ 2147483647 w 2784"/>
                  <a:gd name="T105" fmla="*/ 2147483647 h 3150"/>
                  <a:gd name="T106" fmla="*/ 2147483647 w 2784"/>
                  <a:gd name="T107" fmla="*/ 2147483647 h 3150"/>
                  <a:gd name="T108" fmla="*/ 2147483647 w 2784"/>
                  <a:gd name="T109" fmla="*/ 2147483647 h 3150"/>
                  <a:gd name="T110" fmla="*/ 2147483647 w 2784"/>
                  <a:gd name="T111" fmla="*/ 2147483647 h 3150"/>
                  <a:gd name="T112" fmla="*/ 2147483647 w 2784"/>
                  <a:gd name="T113" fmla="*/ 2147483647 h 3150"/>
                  <a:gd name="T114" fmla="*/ 2147483647 w 2784"/>
                  <a:gd name="T115" fmla="*/ 2147483647 h 3150"/>
                  <a:gd name="T116" fmla="*/ 2147483647 w 2784"/>
                  <a:gd name="T117" fmla="*/ 2147483647 h 3150"/>
                  <a:gd name="T118" fmla="*/ 2147483647 w 2784"/>
                  <a:gd name="T119" fmla="*/ 2147483647 h 315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784"/>
                  <a:gd name="T181" fmla="*/ 0 h 3150"/>
                  <a:gd name="T182" fmla="*/ 2784 w 2784"/>
                  <a:gd name="T183" fmla="*/ 3150 h 315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784" h="3150">
                    <a:moveTo>
                      <a:pt x="1716" y="450"/>
                    </a:moveTo>
                    <a:lnTo>
                      <a:pt x="1710" y="450"/>
                    </a:lnTo>
                    <a:lnTo>
                      <a:pt x="1698" y="444"/>
                    </a:lnTo>
                    <a:lnTo>
                      <a:pt x="1680" y="444"/>
                    </a:lnTo>
                    <a:lnTo>
                      <a:pt x="1662" y="438"/>
                    </a:lnTo>
                    <a:lnTo>
                      <a:pt x="1650" y="438"/>
                    </a:lnTo>
                    <a:lnTo>
                      <a:pt x="1644" y="444"/>
                    </a:lnTo>
                    <a:lnTo>
                      <a:pt x="1644" y="450"/>
                    </a:lnTo>
                    <a:lnTo>
                      <a:pt x="1650" y="462"/>
                    </a:lnTo>
                    <a:lnTo>
                      <a:pt x="1650" y="468"/>
                    </a:lnTo>
                    <a:lnTo>
                      <a:pt x="1656" y="480"/>
                    </a:lnTo>
                    <a:lnTo>
                      <a:pt x="1638" y="480"/>
                    </a:lnTo>
                    <a:lnTo>
                      <a:pt x="1638" y="504"/>
                    </a:lnTo>
                    <a:lnTo>
                      <a:pt x="1656" y="516"/>
                    </a:lnTo>
                    <a:lnTo>
                      <a:pt x="1644" y="528"/>
                    </a:lnTo>
                    <a:lnTo>
                      <a:pt x="1644" y="540"/>
                    </a:lnTo>
                    <a:lnTo>
                      <a:pt x="1656" y="564"/>
                    </a:lnTo>
                    <a:lnTo>
                      <a:pt x="1668" y="570"/>
                    </a:lnTo>
                    <a:lnTo>
                      <a:pt x="1674" y="576"/>
                    </a:lnTo>
                    <a:lnTo>
                      <a:pt x="1686" y="576"/>
                    </a:lnTo>
                    <a:lnTo>
                      <a:pt x="1698" y="570"/>
                    </a:lnTo>
                    <a:lnTo>
                      <a:pt x="1710" y="570"/>
                    </a:lnTo>
                    <a:lnTo>
                      <a:pt x="1716" y="564"/>
                    </a:lnTo>
                    <a:lnTo>
                      <a:pt x="1716" y="558"/>
                    </a:lnTo>
                    <a:lnTo>
                      <a:pt x="1728" y="558"/>
                    </a:lnTo>
                    <a:lnTo>
                      <a:pt x="1740" y="552"/>
                    </a:lnTo>
                    <a:lnTo>
                      <a:pt x="1758" y="552"/>
                    </a:lnTo>
                    <a:lnTo>
                      <a:pt x="1770" y="546"/>
                    </a:lnTo>
                    <a:lnTo>
                      <a:pt x="1776" y="534"/>
                    </a:lnTo>
                    <a:lnTo>
                      <a:pt x="1788" y="492"/>
                    </a:lnTo>
                    <a:lnTo>
                      <a:pt x="1794" y="480"/>
                    </a:lnTo>
                    <a:lnTo>
                      <a:pt x="1794" y="474"/>
                    </a:lnTo>
                    <a:lnTo>
                      <a:pt x="1800" y="462"/>
                    </a:lnTo>
                    <a:lnTo>
                      <a:pt x="1800" y="444"/>
                    </a:lnTo>
                    <a:lnTo>
                      <a:pt x="1794" y="438"/>
                    </a:lnTo>
                    <a:lnTo>
                      <a:pt x="1752" y="438"/>
                    </a:lnTo>
                    <a:lnTo>
                      <a:pt x="1740" y="444"/>
                    </a:lnTo>
                    <a:lnTo>
                      <a:pt x="1734" y="444"/>
                    </a:lnTo>
                    <a:lnTo>
                      <a:pt x="1722" y="450"/>
                    </a:lnTo>
                    <a:lnTo>
                      <a:pt x="1716" y="450"/>
                    </a:lnTo>
                    <a:close/>
                    <a:moveTo>
                      <a:pt x="1716" y="438"/>
                    </a:moveTo>
                    <a:lnTo>
                      <a:pt x="1740" y="432"/>
                    </a:lnTo>
                    <a:lnTo>
                      <a:pt x="1722" y="414"/>
                    </a:lnTo>
                    <a:lnTo>
                      <a:pt x="1698" y="438"/>
                    </a:lnTo>
                    <a:lnTo>
                      <a:pt x="1716" y="438"/>
                    </a:lnTo>
                    <a:close/>
                    <a:moveTo>
                      <a:pt x="1686" y="408"/>
                    </a:moveTo>
                    <a:lnTo>
                      <a:pt x="1662" y="408"/>
                    </a:lnTo>
                    <a:lnTo>
                      <a:pt x="1662" y="426"/>
                    </a:lnTo>
                    <a:lnTo>
                      <a:pt x="1698" y="426"/>
                    </a:lnTo>
                    <a:lnTo>
                      <a:pt x="1716" y="402"/>
                    </a:lnTo>
                    <a:lnTo>
                      <a:pt x="1698" y="384"/>
                    </a:lnTo>
                    <a:lnTo>
                      <a:pt x="1686" y="408"/>
                    </a:lnTo>
                    <a:close/>
                    <a:moveTo>
                      <a:pt x="1572" y="492"/>
                    </a:moveTo>
                    <a:lnTo>
                      <a:pt x="1572" y="510"/>
                    </a:lnTo>
                    <a:lnTo>
                      <a:pt x="1554" y="546"/>
                    </a:lnTo>
                    <a:lnTo>
                      <a:pt x="1584" y="528"/>
                    </a:lnTo>
                    <a:lnTo>
                      <a:pt x="1590" y="516"/>
                    </a:lnTo>
                    <a:lnTo>
                      <a:pt x="1596" y="510"/>
                    </a:lnTo>
                    <a:lnTo>
                      <a:pt x="1608" y="486"/>
                    </a:lnTo>
                    <a:lnTo>
                      <a:pt x="1608" y="480"/>
                    </a:lnTo>
                    <a:lnTo>
                      <a:pt x="1602" y="474"/>
                    </a:lnTo>
                    <a:lnTo>
                      <a:pt x="1596" y="474"/>
                    </a:lnTo>
                    <a:lnTo>
                      <a:pt x="1584" y="480"/>
                    </a:lnTo>
                    <a:lnTo>
                      <a:pt x="1572" y="492"/>
                    </a:lnTo>
                    <a:close/>
                    <a:moveTo>
                      <a:pt x="1632" y="426"/>
                    </a:moveTo>
                    <a:lnTo>
                      <a:pt x="1608" y="450"/>
                    </a:lnTo>
                    <a:lnTo>
                      <a:pt x="1626" y="456"/>
                    </a:lnTo>
                    <a:lnTo>
                      <a:pt x="1644" y="432"/>
                    </a:lnTo>
                    <a:lnTo>
                      <a:pt x="1632" y="426"/>
                    </a:lnTo>
                    <a:close/>
                    <a:moveTo>
                      <a:pt x="2778" y="1002"/>
                    </a:moveTo>
                    <a:lnTo>
                      <a:pt x="2778" y="984"/>
                    </a:lnTo>
                    <a:lnTo>
                      <a:pt x="2772" y="972"/>
                    </a:lnTo>
                    <a:lnTo>
                      <a:pt x="2760" y="954"/>
                    </a:lnTo>
                    <a:lnTo>
                      <a:pt x="2754" y="936"/>
                    </a:lnTo>
                    <a:lnTo>
                      <a:pt x="2754" y="870"/>
                    </a:lnTo>
                    <a:lnTo>
                      <a:pt x="2724" y="840"/>
                    </a:lnTo>
                    <a:lnTo>
                      <a:pt x="2694" y="834"/>
                    </a:lnTo>
                    <a:lnTo>
                      <a:pt x="2646" y="840"/>
                    </a:lnTo>
                    <a:lnTo>
                      <a:pt x="2628" y="822"/>
                    </a:lnTo>
                    <a:lnTo>
                      <a:pt x="2610" y="822"/>
                    </a:lnTo>
                    <a:lnTo>
                      <a:pt x="2592" y="798"/>
                    </a:lnTo>
                    <a:lnTo>
                      <a:pt x="2568" y="798"/>
                    </a:lnTo>
                    <a:lnTo>
                      <a:pt x="2538" y="768"/>
                    </a:lnTo>
                    <a:lnTo>
                      <a:pt x="2526" y="750"/>
                    </a:lnTo>
                    <a:lnTo>
                      <a:pt x="2490" y="714"/>
                    </a:lnTo>
                    <a:lnTo>
                      <a:pt x="2418" y="666"/>
                    </a:lnTo>
                    <a:lnTo>
                      <a:pt x="2394" y="660"/>
                    </a:lnTo>
                    <a:lnTo>
                      <a:pt x="2316" y="660"/>
                    </a:lnTo>
                    <a:lnTo>
                      <a:pt x="2316" y="672"/>
                    </a:lnTo>
                    <a:lnTo>
                      <a:pt x="2310" y="672"/>
                    </a:lnTo>
                    <a:lnTo>
                      <a:pt x="2298" y="660"/>
                    </a:lnTo>
                    <a:lnTo>
                      <a:pt x="2286" y="654"/>
                    </a:lnTo>
                    <a:lnTo>
                      <a:pt x="2274" y="654"/>
                    </a:lnTo>
                    <a:lnTo>
                      <a:pt x="2262" y="648"/>
                    </a:lnTo>
                    <a:lnTo>
                      <a:pt x="2232" y="648"/>
                    </a:lnTo>
                    <a:lnTo>
                      <a:pt x="2226" y="642"/>
                    </a:lnTo>
                    <a:lnTo>
                      <a:pt x="2214" y="636"/>
                    </a:lnTo>
                    <a:lnTo>
                      <a:pt x="2196" y="630"/>
                    </a:lnTo>
                    <a:lnTo>
                      <a:pt x="2184" y="624"/>
                    </a:lnTo>
                    <a:lnTo>
                      <a:pt x="2166" y="618"/>
                    </a:lnTo>
                    <a:lnTo>
                      <a:pt x="2154" y="618"/>
                    </a:lnTo>
                    <a:lnTo>
                      <a:pt x="2142" y="624"/>
                    </a:lnTo>
                    <a:lnTo>
                      <a:pt x="2112" y="654"/>
                    </a:lnTo>
                    <a:lnTo>
                      <a:pt x="2106" y="666"/>
                    </a:lnTo>
                    <a:lnTo>
                      <a:pt x="2088" y="642"/>
                    </a:lnTo>
                    <a:lnTo>
                      <a:pt x="2088" y="678"/>
                    </a:lnTo>
                    <a:lnTo>
                      <a:pt x="2058" y="702"/>
                    </a:lnTo>
                    <a:lnTo>
                      <a:pt x="2076" y="636"/>
                    </a:lnTo>
                    <a:lnTo>
                      <a:pt x="2082" y="636"/>
                    </a:lnTo>
                    <a:lnTo>
                      <a:pt x="2094" y="624"/>
                    </a:lnTo>
                    <a:lnTo>
                      <a:pt x="2094" y="606"/>
                    </a:lnTo>
                    <a:lnTo>
                      <a:pt x="2088" y="600"/>
                    </a:lnTo>
                    <a:lnTo>
                      <a:pt x="2082" y="600"/>
                    </a:lnTo>
                    <a:lnTo>
                      <a:pt x="2064" y="618"/>
                    </a:lnTo>
                    <a:lnTo>
                      <a:pt x="2076" y="582"/>
                    </a:lnTo>
                    <a:lnTo>
                      <a:pt x="2070" y="582"/>
                    </a:lnTo>
                    <a:lnTo>
                      <a:pt x="2064" y="576"/>
                    </a:lnTo>
                    <a:lnTo>
                      <a:pt x="2064" y="570"/>
                    </a:lnTo>
                    <a:lnTo>
                      <a:pt x="2040" y="546"/>
                    </a:lnTo>
                    <a:lnTo>
                      <a:pt x="2034" y="546"/>
                    </a:lnTo>
                    <a:lnTo>
                      <a:pt x="2022" y="564"/>
                    </a:lnTo>
                    <a:lnTo>
                      <a:pt x="2016" y="552"/>
                    </a:lnTo>
                    <a:lnTo>
                      <a:pt x="2004" y="546"/>
                    </a:lnTo>
                    <a:lnTo>
                      <a:pt x="1998" y="534"/>
                    </a:lnTo>
                    <a:lnTo>
                      <a:pt x="1986" y="528"/>
                    </a:lnTo>
                    <a:lnTo>
                      <a:pt x="1980" y="522"/>
                    </a:lnTo>
                    <a:lnTo>
                      <a:pt x="1968" y="516"/>
                    </a:lnTo>
                    <a:lnTo>
                      <a:pt x="1944" y="516"/>
                    </a:lnTo>
                    <a:lnTo>
                      <a:pt x="1932" y="510"/>
                    </a:lnTo>
                    <a:lnTo>
                      <a:pt x="1926" y="510"/>
                    </a:lnTo>
                    <a:lnTo>
                      <a:pt x="1914" y="498"/>
                    </a:lnTo>
                    <a:lnTo>
                      <a:pt x="1902" y="492"/>
                    </a:lnTo>
                    <a:lnTo>
                      <a:pt x="1896" y="480"/>
                    </a:lnTo>
                    <a:lnTo>
                      <a:pt x="1884" y="474"/>
                    </a:lnTo>
                    <a:lnTo>
                      <a:pt x="1878" y="486"/>
                    </a:lnTo>
                    <a:lnTo>
                      <a:pt x="1824" y="486"/>
                    </a:lnTo>
                    <a:lnTo>
                      <a:pt x="1812" y="498"/>
                    </a:lnTo>
                    <a:lnTo>
                      <a:pt x="1806" y="510"/>
                    </a:lnTo>
                    <a:lnTo>
                      <a:pt x="1806" y="522"/>
                    </a:lnTo>
                    <a:lnTo>
                      <a:pt x="1800" y="528"/>
                    </a:lnTo>
                    <a:lnTo>
                      <a:pt x="1800" y="534"/>
                    </a:lnTo>
                    <a:lnTo>
                      <a:pt x="1812" y="552"/>
                    </a:lnTo>
                    <a:lnTo>
                      <a:pt x="1776" y="552"/>
                    </a:lnTo>
                    <a:lnTo>
                      <a:pt x="1770" y="564"/>
                    </a:lnTo>
                    <a:lnTo>
                      <a:pt x="1758" y="576"/>
                    </a:lnTo>
                    <a:lnTo>
                      <a:pt x="1752" y="588"/>
                    </a:lnTo>
                    <a:lnTo>
                      <a:pt x="1752" y="594"/>
                    </a:lnTo>
                    <a:lnTo>
                      <a:pt x="1746" y="600"/>
                    </a:lnTo>
                    <a:lnTo>
                      <a:pt x="1746" y="612"/>
                    </a:lnTo>
                    <a:lnTo>
                      <a:pt x="1740" y="624"/>
                    </a:lnTo>
                    <a:lnTo>
                      <a:pt x="1728" y="636"/>
                    </a:lnTo>
                    <a:lnTo>
                      <a:pt x="1722" y="636"/>
                    </a:lnTo>
                    <a:lnTo>
                      <a:pt x="1728" y="630"/>
                    </a:lnTo>
                    <a:lnTo>
                      <a:pt x="1728" y="618"/>
                    </a:lnTo>
                    <a:lnTo>
                      <a:pt x="1734" y="606"/>
                    </a:lnTo>
                    <a:lnTo>
                      <a:pt x="1734" y="600"/>
                    </a:lnTo>
                    <a:lnTo>
                      <a:pt x="1740" y="588"/>
                    </a:lnTo>
                    <a:lnTo>
                      <a:pt x="1740" y="582"/>
                    </a:lnTo>
                    <a:lnTo>
                      <a:pt x="1734" y="576"/>
                    </a:lnTo>
                    <a:lnTo>
                      <a:pt x="1728" y="576"/>
                    </a:lnTo>
                    <a:lnTo>
                      <a:pt x="1722" y="582"/>
                    </a:lnTo>
                    <a:lnTo>
                      <a:pt x="1716" y="582"/>
                    </a:lnTo>
                    <a:lnTo>
                      <a:pt x="1704" y="594"/>
                    </a:lnTo>
                    <a:lnTo>
                      <a:pt x="1692" y="588"/>
                    </a:lnTo>
                    <a:lnTo>
                      <a:pt x="1656" y="588"/>
                    </a:lnTo>
                    <a:lnTo>
                      <a:pt x="1644" y="582"/>
                    </a:lnTo>
                    <a:lnTo>
                      <a:pt x="1632" y="570"/>
                    </a:lnTo>
                    <a:lnTo>
                      <a:pt x="1632" y="522"/>
                    </a:lnTo>
                    <a:lnTo>
                      <a:pt x="1626" y="516"/>
                    </a:lnTo>
                    <a:lnTo>
                      <a:pt x="1626" y="504"/>
                    </a:lnTo>
                    <a:lnTo>
                      <a:pt x="1620" y="504"/>
                    </a:lnTo>
                    <a:lnTo>
                      <a:pt x="1614" y="510"/>
                    </a:lnTo>
                    <a:lnTo>
                      <a:pt x="1602" y="516"/>
                    </a:lnTo>
                    <a:lnTo>
                      <a:pt x="1596" y="522"/>
                    </a:lnTo>
                    <a:lnTo>
                      <a:pt x="1590" y="534"/>
                    </a:lnTo>
                    <a:lnTo>
                      <a:pt x="1584" y="540"/>
                    </a:lnTo>
                    <a:lnTo>
                      <a:pt x="1560" y="552"/>
                    </a:lnTo>
                    <a:lnTo>
                      <a:pt x="1554" y="558"/>
                    </a:lnTo>
                    <a:lnTo>
                      <a:pt x="1512" y="558"/>
                    </a:lnTo>
                    <a:lnTo>
                      <a:pt x="1500" y="552"/>
                    </a:lnTo>
                    <a:lnTo>
                      <a:pt x="1542" y="540"/>
                    </a:lnTo>
                    <a:lnTo>
                      <a:pt x="1548" y="528"/>
                    </a:lnTo>
                    <a:lnTo>
                      <a:pt x="1566" y="510"/>
                    </a:lnTo>
                    <a:lnTo>
                      <a:pt x="1566" y="492"/>
                    </a:lnTo>
                    <a:lnTo>
                      <a:pt x="1572" y="486"/>
                    </a:lnTo>
                    <a:lnTo>
                      <a:pt x="1590" y="450"/>
                    </a:lnTo>
                    <a:lnTo>
                      <a:pt x="1626" y="414"/>
                    </a:lnTo>
                    <a:lnTo>
                      <a:pt x="1638" y="408"/>
                    </a:lnTo>
                    <a:lnTo>
                      <a:pt x="1656" y="390"/>
                    </a:lnTo>
                    <a:lnTo>
                      <a:pt x="1656" y="378"/>
                    </a:lnTo>
                    <a:lnTo>
                      <a:pt x="1662" y="366"/>
                    </a:lnTo>
                    <a:lnTo>
                      <a:pt x="1674" y="354"/>
                    </a:lnTo>
                    <a:lnTo>
                      <a:pt x="1686" y="348"/>
                    </a:lnTo>
                    <a:lnTo>
                      <a:pt x="1692" y="342"/>
                    </a:lnTo>
                    <a:lnTo>
                      <a:pt x="1704" y="336"/>
                    </a:lnTo>
                    <a:lnTo>
                      <a:pt x="1680" y="330"/>
                    </a:lnTo>
                    <a:lnTo>
                      <a:pt x="1698" y="312"/>
                    </a:lnTo>
                    <a:lnTo>
                      <a:pt x="1698" y="294"/>
                    </a:lnTo>
                    <a:lnTo>
                      <a:pt x="1692" y="288"/>
                    </a:lnTo>
                    <a:lnTo>
                      <a:pt x="1680" y="282"/>
                    </a:lnTo>
                    <a:lnTo>
                      <a:pt x="1662" y="282"/>
                    </a:lnTo>
                    <a:lnTo>
                      <a:pt x="1650" y="276"/>
                    </a:lnTo>
                    <a:lnTo>
                      <a:pt x="1644" y="270"/>
                    </a:lnTo>
                    <a:lnTo>
                      <a:pt x="1638" y="252"/>
                    </a:lnTo>
                    <a:lnTo>
                      <a:pt x="1632" y="216"/>
                    </a:lnTo>
                    <a:lnTo>
                      <a:pt x="1626" y="168"/>
                    </a:lnTo>
                    <a:lnTo>
                      <a:pt x="1620" y="138"/>
                    </a:lnTo>
                    <a:lnTo>
                      <a:pt x="1614" y="114"/>
                    </a:lnTo>
                    <a:lnTo>
                      <a:pt x="1608" y="96"/>
                    </a:lnTo>
                    <a:lnTo>
                      <a:pt x="1602" y="84"/>
                    </a:lnTo>
                    <a:lnTo>
                      <a:pt x="1590" y="78"/>
                    </a:lnTo>
                    <a:lnTo>
                      <a:pt x="1584" y="78"/>
                    </a:lnTo>
                    <a:lnTo>
                      <a:pt x="1584" y="90"/>
                    </a:lnTo>
                    <a:lnTo>
                      <a:pt x="1590" y="96"/>
                    </a:lnTo>
                    <a:lnTo>
                      <a:pt x="1590" y="108"/>
                    </a:lnTo>
                    <a:lnTo>
                      <a:pt x="1572" y="108"/>
                    </a:lnTo>
                    <a:lnTo>
                      <a:pt x="1572" y="102"/>
                    </a:lnTo>
                    <a:lnTo>
                      <a:pt x="1566" y="108"/>
                    </a:lnTo>
                    <a:lnTo>
                      <a:pt x="1560" y="120"/>
                    </a:lnTo>
                    <a:lnTo>
                      <a:pt x="1560" y="126"/>
                    </a:lnTo>
                    <a:lnTo>
                      <a:pt x="1554" y="132"/>
                    </a:lnTo>
                    <a:lnTo>
                      <a:pt x="1548" y="144"/>
                    </a:lnTo>
                    <a:lnTo>
                      <a:pt x="1536" y="156"/>
                    </a:lnTo>
                    <a:lnTo>
                      <a:pt x="1518" y="192"/>
                    </a:lnTo>
                    <a:lnTo>
                      <a:pt x="1518" y="210"/>
                    </a:lnTo>
                    <a:lnTo>
                      <a:pt x="1494" y="246"/>
                    </a:lnTo>
                    <a:lnTo>
                      <a:pt x="1488" y="246"/>
                    </a:lnTo>
                    <a:lnTo>
                      <a:pt x="1482" y="252"/>
                    </a:lnTo>
                    <a:lnTo>
                      <a:pt x="1464" y="252"/>
                    </a:lnTo>
                    <a:lnTo>
                      <a:pt x="1452" y="240"/>
                    </a:lnTo>
                    <a:lnTo>
                      <a:pt x="1446" y="246"/>
                    </a:lnTo>
                    <a:lnTo>
                      <a:pt x="1434" y="246"/>
                    </a:lnTo>
                    <a:lnTo>
                      <a:pt x="1428" y="240"/>
                    </a:lnTo>
                    <a:lnTo>
                      <a:pt x="1416" y="240"/>
                    </a:lnTo>
                    <a:lnTo>
                      <a:pt x="1410" y="246"/>
                    </a:lnTo>
                    <a:lnTo>
                      <a:pt x="1410" y="252"/>
                    </a:lnTo>
                    <a:lnTo>
                      <a:pt x="1404" y="258"/>
                    </a:lnTo>
                    <a:lnTo>
                      <a:pt x="1380" y="258"/>
                    </a:lnTo>
                    <a:lnTo>
                      <a:pt x="1368" y="246"/>
                    </a:lnTo>
                    <a:lnTo>
                      <a:pt x="1368" y="240"/>
                    </a:lnTo>
                    <a:lnTo>
                      <a:pt x="1350" y="234"/>
                    </a:lnTo>
                    <a:lnTo>
                      <a:pt x="1344" y="228"/>
                    </a:lnTo>
                    <a:lnTo>
                      <a:pt x="1338" y="216"/>
                    </a:lnTo>
                    <a:lnTo>
                      <a:pt x="1332" y="216"/>
                    </a:lnTo>
                    <a:lnTo>
                      <a:pt x="1320" y="222"/>
                    </a:lnTo>
                    <a:lnTo>
                      <a:pt x="1314" y="228"/>
                    </a:lnTo>
                    <a:lnTo>
                      <a:pt x="1302" y="234"/>
                    </a:lnTo>
                    <a:lnTo>
                      <a:pt x="1278" y="234"/>
                    </a:lnTo>
                    <a:lnTo>
                      <a:pt x="1278" y="222"/>
                    </a:lnTo>
                    <a:lnTo>
                      <a:pt x="1272" y="222"/>
                    </a:lnTo>
                    <a:lnTo>
                      <a:pt x="1260" y="228"/>
                    </a:lnTo>
                    <a:lnTo>
                      <a:pt x="1260" y="252"/>
                    </a:lnTo>
                    <a:lnTo>
                      <a:pt x="1272" y="264"/>
                    </a:lnTo>
                    <a:lnTo>
                      <a:pt x="1272" y="270"/>
                    </a:lnTo>
                    <a:lnTo>
                      <a:pt x="1278" y="276"/>
                    </a:lnTo>
                    <a:lnTo>
                      <a:pt x="1272" y="282"/>
                    </a:lnTo>
                    <a:lnTo>
                      <a:pt x="1254" y="282"/>
                    </a:lnTo>
                    <a:lnTo>
                      <a:pt x="1230" y="270"/>
                    </a:lnTo>
                    <a:lnTo>
                      <a:pt x="1224" y="270"/>
                    </a:lnTo>
                    <a:lnTo>
                      <a:pt x="1212" y="264"/>
                    </a:lnTo>
                    <a:lnTo>
                      <a:pt x="1212" y="270"/>
                    </a:lnTo>
                    <a:lnTo>
                      <a:pt x="1206" y="276"/>
                    </a:lnTo>
                    <a:lnTo>
                      <a:pt x="1200" y="276"/>
                    </a:lnTo>
                    <a:lnTo>
                      <a:pt x="1188" y="264"/>
                    </a:lnTo>
                    <a:lnTo>
                      <a:pt x="1176" y="264"/>
                    </a:lnTo>
                    <a:lnTo>
                      <a:pt x="1158" y="282"/>
                    </a:lnTo>
                    <a:lnTo>
                      <a:pt x="1158" y="288"/>
                    </a:lnTo>
                    <a:lnTo>
                      <a:pt x="1128" y="288"/>
                    </a:lnTo>
                    <a:lnTo>
                      <a:pt x="1122" y="300"/>
                    </a:lnTo>
                    <a:lnTo>
                      <a:pt x="1104" y="300"/>
                    </a:lnTo>
                    <a:lnTo>
                      <a:pt x="1092" y="312"/>
                    </a:lnTo>
                    <a:lnTo>
                      <a:pt x="1092" y="324"/>
                    </a:lnTo>
                    <a:lnTo>
                      <a:pt x="1086" y="330"/>
                    </a:lnTo>
                    <a:lnTo>
                      <a:pt x="1050" y="330"/>
                    </a:lnTo>
                    <a:lnTo>
                      <a:pt x="1044" y="318"/>
                    </a:lnTo>
                    <a:lnTo>
                      <a:pt x="1032" y="318"/>
                    </a:lnTo>
                    <a:lnTo>
                      <a:pt x="1002" y="282"/>
                    </a:lnTo>
                    <a:lnTo>
                      <a:pt x="1002" y="252"/>
                    </a:lnTo>
                    <a:lnTo>
                      <a:pt x="978" y="228"/>
                    </a:lnTo>
                    <a:lnTo>
                      <a:pt x="972" y="216"/>
                    </a:lnTo>
                    <a:lnTo>
                      <a:pt x="972" y="210"/>
                    </a:lnTo>
                    <a:lnTo>
                      <a:pt x="978" y="198"/>
                    </a:lnTo>
                    <a:lnTo>
                      <a:pt x="978" y="192"/>
                    </a:lnTo>
                    <a:lnTo>
                      <a:pt x="984" y="180"/>
                    </a:lnTo>
                    <a:lnTo>
                      <a:pt x="996" y="138"/>
                    </a:lnTo>
                    <a:lnTo>
                      <a:pt x="1008" y="126"/>
                    </a:lnTo>
                    <a:lnTo>
                      <a:pt x="1014" y="114"/>
                    </a:lnTo>
                    <a:lnTo>
                      <a:pt x="1014" y="102"/>
                    </a:lnTo>
                    <a:lnTo>
                      <a:pt x="1008" y="102"/>
                    </a:lnTo>
                    <a:lnTo>
                      <a:pt x="1002" y="96"/>
                    </a:lnTo>
                    <a:lnTo>
                      <a:pt x="1002" y="66"/>
                    </a:lnTo>
                    <a:lnTo>
                      <a:pt x="996" y="66"/>
                    </a:lnTo>
                    <a:lnTo>
                      <a:pt x="984" y="72"/>
                    </a:lnTo>
                    <a:lnTo>
                      <a:pt x="978" y="72"/>
                    </a:lnTo>
                    <a:lnTo>
                      <a:pt x="972" y="66"/>
                    </a:lnTo>
                    <a:lnTo>
                      <a:pt x="972" y="60"/>
                    </a:lnTo>
                    <a:lnTo>
                      <a:pt x="978" y="54"/>
                    </a:lnTo>
                    <a:lnTo>
                      <a:pt x="984" y="42"/>
                    </a:lnTo>
                    <a:lnTo>
                      <a:pt x="984" y="24"/>
                    </a:lnTo>
                    <a:lnTo>
                      <a:pt x="978" y="12"/>
                    </a:lnTo>
                    <a:lnTo>
                      <a:pt x="966" y="0"/>
                    </a:lnTo>
                    <a:lnTo>
                      <a:pt x="960" y="12"/>
                    </a:lnTo>
                    <a:lnTo>
                      <a:pt x="936" y="6"/>
                    </a:lnTo>
                    <a:lnTo>
                      <a:pt x="936" y="42"/>
                    </a:lnTo>
                    <a:lnTo>
                      <a:pt x="930" y="48"/>
                    </a:lnTo>
                    <a:lnTo>
                      <a:pt x="918" y="48"/>
                    </a:lnTo>
                    <a:lnTo>
                      <a:pt x="918" y="60"/>
                    </a:lnTo>
                    <a:lnTo>
                      <a:pt x="894" y="60"/>
                    </a:lnTo>
                    <a:lnTo>
                      <a:pt x="882" y="66"/>
                    </a:lnTo>
                    <a:lnTo>
                      <a:pt x="858" y="90"/>
                    </a:lnTo>
                    <a:lnTo>
                      <a:pt x="846" y="96"/>
                    </a:lnTo>
                    <a:lnTo>
                      <a:pt x="828" y="96"/>
                    </a:lnTo>
                    <a:lnTo>
                      <a:pt x="822" y="90"/>
                    </a:lnTo>
                    <a:lnTo>
                      <a:pt x="804" y="90"/>
                    </a:lnTo>
                    <a:lnTo>
                      <a:pt x="798" y="96"/>
                    </a:lnTo>
                    <a:lnTo>
                      <a:pt x="798" y="108"/>
                    </a:lnTo>
                    <a:lnTo>
                      <a:pt x="792" y="120"/>
                    </a:lnTo>
                    <a:lnTo>
                      <a:pt x="792" y="138"/>
                    </a:lnTo>
                    <a:lnTo>
                      <a:pt x="786" y="144"/>
                    </a:lnTo>
                    <a:lnTo>
                      <a:pt x="774" y="138"/>
                    </a:lnTo>
                    <a:lnTo>
                      <a:pt x="762" y="126"/>
                    </a:lnTo>
                    <a:lnTo>
                      <a:pt x="756" y="114"/>
                    </a:lnTo>
                    <a:lnTo>
                      <a:pt x="750" y="108"/>
                    </a:lnTo>
                    <a:lnTo>
                      <a:pt x="738" y="108"/>
                    </a:lnTo>
                    <a:lnTo>
                      <a:pt x="732" y="114"/>
                    </a:lnTo>
                    <a:lnTo>
                      <a:pt x="720" y="108"/>
                    </a:lnTo>
                    <a:lnTo>
                      <a:pt x="708" y="114"/>
                    </a:lnTo>
                    <a:lnTo>
                      <a:pt x="696" y="114"/>
                    </a:lnTo>
                    <a:lnTo>
                      <a:pt x="696" y="96"/>
                    </a:lnTo>
                    <a:lnTo>
                      <a:pt x="690" y="90"/>
                    </a:lnTo>
                    <a:lnTo>
                      <a:pt x="648" y="90"/>
                    </a:lnTo>
                    <a:lnTo>
                      <a:pt x="648" y="84"/>
                    </a:lnTo>
                    <a:lnTo>
                      <a:pt x="642" y="78"/>
                    </a:lnTo>
                    <a:lnTo>
                      <a:pt x="642" y="108"/>
                    </a:lnTo>
                    <a:lnTo>
                      <a:pt x="660" y="126"/>
                    </a:lnTo>
                    <a:lnTo>
                      <a:pt x="672" y="132"/>
                    </a:lnTo>
                    <a:lnTo>
                      <a:pt x="678" y="138"/>
                    </a:lnTo>
                    <a:lnTo>
                      <a:pt x="678" y="168"/>
                    </a:lnTo>
                    <a:lnTo>
                      <a:pt x="672" y="174"/>
                    </a:lnTo>
                    <a:lnTo>
                      <a:pt x="684" y="186"/>
                    </a:lnTo>
                    <a:lnTo>
                      <a:pt x="690" y="198"/>
                    </a:lnTo>
                    <a:lnTo>
                      <a:pt x="690" y="228"/>
                    </a:lnTo>
                    <a:lnTo>
                      <a:pt x="738" y="234"/>
                    </a:lnTo>
                    <a:lnTo>
                      <a:pt x="744" y="240"/>
                    </a:lnTo>
                    <a:lnTo>
                      <a:pt x="744" y="246"/>
                    </a:lnTo>
                    <a:lnTo>
                      <a:pt x="738" y="258"/>
                    </a:lnTo>
                    <a:lnTo>
                      <a:pt x="732" y="264"/>
                    </a:lnTo>
                    <a:lnTo>
                      <a:pt x="690" y="264"/>
                    </a:lnTo>
                    <a:lnTo>
                      <a:pt x="690" y="294"/>
                    </a:lnTo>
                    <a:lnTo>
                      <a:pt x="684" y="306"/>
                    </a:lnTo>
                    <a:lnTo>
                      <a:pt x="648" y="324"/>
                    </a:lnTo>
                    <a:lnTo>
                      <a:pt x="642" y="330"/>
                    </a:lnTo>
                    <a:lnTo>
                      <a:pt x="624" y="330"/>
                    </a:lnTo>
                    <a:lnTo>
                      <a:pt x="612" y="342"/>
                    </a:lnTo>
                    <a:lnTo>
                      <a:pt x="600" y="366"/>
                    </a:lnTo>
                    <a:lnTo>
                      <a:pt x="588" y="378"/>
                    </a:lnTo>
                    <a:lnTo>
                      <a:pt x="582" y="378"/>
                    </a:lnTo>
                    <a:lnTo>
                      <a:pt x="582" y="354"/>
                    </a:lnTo>
                    <a:lnTo>
                      <a:pt x="576" y="348"/>
                    </a:lnTo>
                    <a:lnTo>
                      <a:pt x="570" y="354"/>
                    </a:lnTo>
                    <a:lnTo>
                      <a:pt x="558" y="360"/>
                    </a:lnTo>
                    <a:lnTo>
                      <a:pt x="552" y="366"/>
                    </a:lnTo>
                    <a:lnTo>
                      <a:pt x="540" y="372"/>
                    </a:lnTo>
                    <a:lnTo>
                      <a:pt x="534" y="372"/>
                    </a:lnTo>
                    <a:lnTo>
                      <a:pt x="522" y="366"/>
                    </a:lnTo>
                    <a:lnTo>
                      <a:pt x="516" y="366"/>
                    </a:lnTo>
                    <a:lnTo>
                      <a:pt x="504" y="354"/>
                    </a:lnTo>
                    <a:lnTo>
                      <a:pt x="504" y="348"/>
                    </a:lnTo>
                    <a:lnTo>
                      <a:pt x="498" y="336"/>
                    </a:lnTo>
                    <a:lnTo>
                      <a:pt x="492" y="330"/>
                    </a:lnTo>
                    <a:lnTo>
                      <a:pt x="468" y="330"/>
                    </a:lnTo>
                    <a:lnTo>
                      <a:pt x="468" y="300"/>
                    </a:lnTo>
                    <a:lnTo>
                      <a:pt x="462" y="288"/>
                    </a:lnTo>
                    <a:lnTo>
                      <a:pt x="462" y="276"/>
                    </a:lnTo>
                    <a:lnTo>
                      <a:pt x="456" y="270"/>
                    </a:lnTo>
                    <a:lnTo>
                      <a:pt x="456" y="258"/>
                    </a:lnTo>
                    <a:lnTo>
                      <a:pt x="450" y="258"/>
                    </a:lnTo>
                    <a:lnTo>
                      <a:pt x="420" y="288"/>
                    </a:lnTo>
                    <a:lnTo>
                      <a:pt x="396" y="264"/>
                    </a:lnTo>
                    <a:lnTo>
                      <a:pt x="390" y="264"/>
                    </a:lnTo>
                    <a:lnTo>
                      <a:pt x="384" y="270"/>
                    </a:lnTo>
                    <a:lnTo>
                      <a:pt x="384" y="288"/>
                    </a:lnTo>
                    <a:lnTo>
                      <a:pt x="318" y="294"/>
                    </a:lnTo>
                    <a:lnTo>
                      <a:pt x="306" y="282"/>
                    </a:lnTo>
                    <a:lnTo>
                      <a:pt x="288" y="282"/>
                    </a:lnTo>
                    <a:lnTo>
                      <a:pt x="282" y="288"/>
                    </a:lnTo>
                    <a:lnTo>
                      <a:pt x="276" y="300"/>
                    </a:lnTo>
                    <a:lnTo>
                      <a:pt x="276" y="312"/>
                    </a:lnTo>
                    <a:lnTo>
                      <a:pt x="282" y="324"/>
                    </a:lnTo>
                    <a:lnTo>
                      <a:pt x="282" y="336"/>
                    </a:lnTo>
                    <a:lnTo>
                      <a:pt x="306" y="348"/>
                    </a:lnTo>
                    <a:lnTo>
                      <a:pt x="318" y="342"/>
                    </a:lnTo>
                    <a:lnTo>
                      <a:pt x="330" y="354"/>
                    </a:lnTo>
                    <a:lnTo>
                      <a:pt x="330" y="360"/>
                    </a:lnTo>
                    <a:lnTo>
                      <a:pt x="336" y="366"/>
                    </a:lnTo>
                    <a:lnTo>
                      <a:pt x="336" y="372"/>
                    </a:lnTo>
                    <a:lnTo>
                      <a:pt x="330" y="378"/>
                    </a:lnTo>
                    <a:lnTo>
                      <a:pt x="300" y="378"/>
                    </a:lnTo>
                    <a:lnTo>
                      <a:pt x="294" y="372"/>
                    </a:lnTo>
                    <a:lnTo>
                      <a:pt x="264" y="378"/>
                    </a:lnTo>
                    <a:lnTo>
                      <a:pt x="258" y="444"/>
                    </a:lnTo>
                    <a:lnTo>
                      <a:pt x="264" y="444"/>
                    </a:lnTo>
                    <a:lnTo>
                      <a:pt x="276" y="456"/>
                    </a:lnTo>
                    <a:lnTo>
                      <a:pt x="288" y="462"/>
                    </a:lnTo>
                    <a:lnTo>
                      <a:pt x="294" y="468"/>
                    </a:lnTo>
                    <a:lnTo>
                      <a:pt x="294" y="492"/>
                    </a:lnTo>
                    <a:lnTo>
                      <a:pt x="300" y="498"/>
                    </a:lnTo>
                    <a:lnTo>
                      <a:pt x="300" y="504"/>
                    </a:lnTo>
                    <a:lnTo>
                      <a:pt x="312" y="516"/>
                    </a:lnTo>
                    <a:lnTo>
                      <a:pt x="318" y="528"/>
                    </a:lnTo>
                    <a:lnTo>
                      <a:pt x="318" y="540"/>
                    </a:lnTo>
                    <a:lnTo>
                      <a:pt x="312" y="552"/>
                    </a:lnTo>
                    <a:lnTo>
                      <a:pt x="300" y="564"/>
                    </a:lnTo>
                    <a:lnTo>
                      <a:pt x="306" y="612"/>
                    </a:lnTo>
                    <a:lnTo>
                      <a:pt x="288" y="660"/>
                    </a:lnTo>
                    <a:lnTo>
                      <a:pt x="282" y="732"/>
                    </a:lnTo>
                    <a:lnTo>
                      <a:pt x="282" y="762"/>
                    </a:lnTo>
                    <a:lnTo>
                      <a:pt x="276" y="774"/>
                    </a:lnTo>
                    <a:lnTo>
                      <a:pt x="270" y="780"/>
                    </a:lnTo>
                    <a:lnTo>
                      <a:pt x="252" y="780"/>
                    </a:lnTo>
                    <a:lnTo>
                      <a:pt x="252" y="774"/>
                    </a:lnTo>
                    <a:lnTo>
                      <a:pt x="240" y="762"/>
                    </a:lnTo>
                    <a:lnTo>
                      <a:pt x="222" y="762"/>
                    </a:lnTo>
                    <a:lnTo>
                      <a:pt x="216" y="768"/>
                    </a:lnTo>
                    <a:lnTo>
                      <a:pt x="210" y="780"/>
                    </a:lnTo>
                    <a:lnTo>
                      <a:pt x="204" y="786"/>
                    </a:lnTo>
                    <a:lnTo>
                      <a:pt x="174" y="780"/>
                    </a:lnTo>
                    <a:lnTo>
                      <a:pt x="168" y="792"/>
                    </a:lnTo>
                    <a:lnTo>
                      <a:pt x="138" y="792"/>
                    </a:lnTo>
                    <a:lnTo>
                      <a:pt x="126" y="798"/>
                    </a:lnTo>
                    <a:lnTo>
                      <a:pt x="120" y="804"/>
                    </a:lnTo>
                    <a:lnTo>
                      <a:pt x="108" y="810"/>
                    </a:lnTo>
                    <a:lnTo>
                      <a:pt x="96" y="822"/>
                    </a:lnTo>
                    <a:lnTo>
                      <a:pt x="96" y="828"/>
                    </a:lnTo>
                    <a:lnTo>
                      <a:pt x="90" y="834"/>
                    </a:lnTo>
                    <a:lnTo>
                      <a:pt x="90" y="840"/>
                    </a:lnTo>
                    <a:lnTo>
                      <a:pt x="66" y="840"/>
                    </a:lnTo>
                    <a:lnTo>
                      <a:pt x="66" y="894"/>
                    </a:lnTo>
                    <a:lnTo>
                      <a:pt x="48" y="912"/>
                    </a:lnTo>
                    <a:lnTo>
                      <a:pt x="48" y="924"/>
                    </a:lnTo>
                    <a:lnTo>
                      <a:pt x="54" y="930"/>
                    </a:lnTo>
                    <a:lnTo>
                      <a:pt x="54" y="948"/>
                    </a:lnTo>
                    <a:lnTo>
                      <a:pt x="60" y="954"/>
                    </a:lnTo>
                    <a:lnTo>
                      <a:pt x="54" y="954"/>
                    </a:lnTo>
                    <a:lnTo>
                      <a:pt x="48" y="948"/>
                    </a:lnTo>
                    <a:lnTo>
                      <a:pt x="18" y="978"/>
                    </a:lnTo>
                    <a:lnTo>
                      <a:pt x="12" y="990"/>
                    </a:lnTo>
                    <a:lnTo>
                      <a:pt x="12" y="1014"/>
                    </a:lnTo>
                    <a:lnTo>
                      <a:pt x="18" y="1020"/>
                    </a:lnTo>
                    <a:lnTo>
                      <a:pt x="6" y="1026"/>
                    </a:lnTo>
                    <a:lnTo>
                      <a:pt x="0" y="1032"/>
                    </a:lnTo>
                    <a:lnTo>
                      <a:pt x="0" y="1044"/>
                    </a:lnTo>
                    <a:lnTo>
                      <a:pt x="6" y="1050"/>
                    </a:lnTo>
                    <a:lnTo>
                      <a:pt x="18" y="1056"/>
                    </a:lnTo>
                    <a:lnTo>
                      <a:pt x="24" y="1080"/>
                    </a:lnTo>
                    <a:lnTo>
                      <a:pt x="24" y="1086"/>
                    </a:lnTo>
                    <a:lnTo>
                      <a:pt x="30" y="1092"/>
                    </a:lnTo>
                    <a:lnTo>
                      <a:pt x="42" y="1116"/>
                    </a:lnTo>
                    <a:lnTo>
                      <a:pt x="54" y="1128"/>
                    </a:lnTo>
                    <a:lnTo>
                      <a:pt x="66" y="1134"/>
                    </a:lnTo>
                    <a:lnTo>
                      <a:pt x="90" y="1158"/>
                    </a:lnTo>
                    <a:lnTo>
                      <a:pt x="84" y="1164"/>
                    </a:lnTo>
                    <a:lnTo>
                      <a:pt x="78" y="1176"/>
                    </a:lnTo>
                    <a:lnTo>
                      <a:pt x="66" y="1182"/>
                    </a:lnTo>
                    <a:lnTo>
                      <a:pt x="60" y="1188"/>
                    </a:lnTo>
                    <a:lnTo>
                      <a:pt x="102" y="1188"/>
                    </a:lnTo>
                    <a:lnTo>
                      <a:pt x="114" y="1194"/>
                    </a:lnTo>
                    <a:lnTo>
                      <a:pt x="120" y="1194"/>
                    </a:lnTo>
                    <a:lnTo>
                      <a:pt x="126" y="1200"/>
                    </a:lnTo>
                    <a:lnTo>
                      <a:pt x="126" y="1212"/>
                    </a:lnTo>
                    <a:lnTo>
                      <a:pt x="132" y="1224"/>
                    </a:lnTo>
                    <a:lnTo>
                      <a:pt x="138" y="1230"/>
                    </a:lnTo>
                    <a:lnTo>
                      <a:pt x="138" y="1236"/>
                    </a:lnTo>
                    <a:lnTo>
                      <a:pt x="198" y="1230"/>
                    </a:lnTo>
                    <a:lnTo>
                      <a:pt x="252" y="1182"/>
                    </a:lnTo>
                    <a:lnTo>
                      <a:pt x="252" y="1194"/>
                    </a:lnTo>
                    <a:lnTo>
                      <a:pt x="258" y="1206"/>
                    </a:lnTo>
                    <a:lnTo>
                      <a:pt x="258" y="1224"/>
                    </a:lnTo>
                    <a:lnTo>
                      <a:pt x="252" y="1230"/>
                    </a:lnTo>
                    <a:lnTo>
                      <a:pt x="252" y="1242"/>
                    </a:lnTo>
                    <a:lnTo>
                      <a:pt x="246" y="1254"/>
                    </a:lnTo>
                    <a:lnTo>
                      <a:pt x="246" y="1266"/>
                    </a:lnTo>
                    <a:lnTo>
                      <a:pt x="252" y="1284"/>
                    </a:lnTo>
                    <a:lnTo>
                      <a:pt x="252" y="1314"/>
                    </a:lnTo>
                    <a:lnTo>
                      <a:pt x="264" y="1308"/>
                    </a:lnTo>
                    <a:lnTo>
                      <a:pt x="264" y="1314"/>
                    </a:lnTo>
                    <a:lnTo>
                      <a:pt x="270" y="1320"/>
                    </a:lnTo>
                    <a:lnTo>
                      <a:pt x="282" y="1320"/>
                    </a:lnTo>
                    <a:lnTo>
                      <a:pt x="282" y="1314"/>
                    </a:lnTo>
                    <a:lnTo>
                      <a:pt x="288" y="1314"/>
                    </a:lnTo>
                    <a:lnTo>
                      <a:pt x="294" y="1308"/>
                    </a:lnTo>
                    <a:lnTo>
                      <a:pt x="324" y="1308"/>
                    </a:lnTo>
                    <a:lnTo>
                      <a:pt x="336" y="1314"/>
                    </a:lnTo>
                    <a:lnTo>
                      <a:pt x="366" y="1314"/>
                    </a:lnTo>
                    <a:lnTo>
                      <a:pt x="372" y="1320"/>
                    </a:lnTo>
                    <a:lnTo>
                      <a:pt x="372" y="1326"/>
                    </a:lnTo>
                    <a:lnTo>
                      <a:pt x="390" y="1326"/>
                    </a:lnTo>
                    <a:lnTo>
                      <a:pt x="414" y="1314"/>
                    </a:lnTo>
                    <a:lnTo>
                      <a:pt x="420" y="1308"/>
                    </a:lnTo>
                    <a:lnTo>
                      <a:pt x="432" y="1290"/>
                    </a:lnTo>
                    <a:lnTo>
                      <a:pt x="468" y="1290"/>
                    </a:lnTo>
                    <a:lnTo>
                      <a:pt x="474" y="1260"/>
                    </a:lnTo>
                    <a:lnTo>
                      <a:pt x="510" y="1260"/>
                    </a:lnTo>
                    <a:lnTo>
                      <a:pt x="510" y="1254"/>
                    </a:lnTo>
                    <a:lnTo>
                      <a:pt x="516" y="1248"/>
                    </a:lnTo>
                    <a:lnTo>
                      <a:pt x="522" y="1236"/>
                    </a:lnTo>
                    <a:lnTo>
                      <a:pt x="528" y="1230"/>
                    </a:lnTo>
                    <a:lnTo>
                      <a:pt x="540" y="1224"/>
                    </a:lnTo>
                    <a:lnTo>
                      <a:pt x="576" y="1224"/>
                    </a:lnTo>
                    <a:lnTo>
                      <a:pt x="588" y="1212"/>
                    </a:lnTo>
                    <a:lnTo>
                      <a:pt x="600" y="1224"/>
                    </a:lnTo>
                    <a:lnTo>
                      <a:pt x="606" y="1224"/>
                    </a:lnTo>
                    <a:lnTo>
                      <a:pt x="606" y="1218"/>
                    </a:lnTo>
                    <a:lnTo>
                      <a:pt x="618" y="1212"/>
                    </a:lnTo>
                    <a:lnTo>
                      <a:pt x="630" y="1212"/>
                    </a:lnTo>
                    <a:lnTo>
                      <a:pt x="630" y="1242"/>
                    </a:lnTo>
                    <a:lnTo>
                      <a:pt x="624" y="1248"/>
                    </a:lnTo>
                    <a:lnTo>
                      <a:pt x="624" y="1254"/>
                    </a:lnTo>
                    <a:lnTo>
                      <a:pt x="618" y="1260"/>
                    </a:lnTo>
                    <a:lnTo>
                      <a:pt x="618" y="1290"/>
                    </a:lnTo>
                    <a:lnTo>
                      <a:pt x="624" y="1296"/>
                    </a:lnTo>
                    <a:lnTo>
                      <a:pt x="630" y="1308"/>
                    </a:lnTo>
                    <a:lnTo>
                      <a:pt x="630" y="1326"/>
                    </a:lnTo>
                    <a:lnTo>
                      <a:pt x="624" y="1332"/>
                    </a:lnTo>
                    <a:lnTo>
                      <a:pt x="624" y="1344"/>
                    </a:lnTo>
                    <a:lnTo>
                      <a:pt x="636" y="1356"/>
                    </a:lnTo>
                    <a:lnTo>
                      <a:pt x="648" y="1362"/>
                    </a:lnTo>
                    <a:lnTo>
                      <a:pt x="654" y="1368"/>
                    </a:lnTo>
                    <a:lnTo>
                      <a:pt x="660" y="1398"/>
                    </a:lnTo>
                    <a:lnTo>
                      <a:pt x="684" y="1398"/>
                    </a:lnTo>
                    <a:lnTo>
                      <a:pt x="690" y="1404"/>
                    </a:lnTo>
                    <a:lnTo>
                      <a:pt x="690" y="1410"/>
                    </a:lnTo>
                    <a:lnTo>
                      <a:pt x="696" y="1422"/>
                    </a:lnTo>
                    <a:lnTo>
                      <a:pt x="696" y="1428"/>
                    </a:lnTo>
                    <a:lnTo>
                      <a:pt x="702" y="1434"/>
                    </a:lnTo>
                    <a:lnTo>
                      <a:pt x="714" y="1440"/>
                    </a:lnTo>
                    <a:lnTo>
                      <a:pt x="744" y="1440"/>
                    </a:lnTo>
                    <a:lnTo>
                      <a:pt x="750" y="1434"/>
                    </a:lnTo>
                    <a:lnTo>
                      <a:pt x="756" y="1446"/>
                    </a:lnTo>
                    <a:lnTo>
                      <a:pt x="768" y="1452"/>
                    </a:lnTo>
                    <a:lnTo>
                      <a:pt x="780" y="1452"/>
                    </a:lnTo>
                    <a:lnTo>
                      <a:pt x="786" y="1446"/>
                    </a:lnTo>
                    <a:lnTo>
                      <a:pt x="798" y="1446"/>
                    </a:lnTo>
                    <a:lnTo>
                      <a:pt x="798" y="1452"/>
                    </a:lnTo>
                    <a:lnTo>
                      <a:pt x="804" y="1464"/>
                    </a:lnTo>
                    <a:lnTo>
                      <a:pt x="816" y="1470"/>
                    </a:lnTo>
                    <a:lnTo>
                      <a:pt x="828" y="1482"/>
                    </a:lnTo>
                    <a:lnTo>
                      <a:pt x="840" y="1488"/>
                    </a:lnTo>
                    <a:lnTo>
                      <a:pt x="864" y="1488"/>
                    </a:lnTo>
                    <a:lnTo>
                      <a:pt x="864" y="1494"/>
                    </a:lnTo>
                    <a:lnTo>
                      <a:pt x="876" y="1506"/>
                    </a:lnTo>
                    <a:lnTo>
                      <a:pt x="888" y="1512"/>
                    </a:lnTo>
                    <a:lnTo>
                      <a:pt x="894" y="1518"/>
                    </a:lnTo>
                    <a:lnTo>
                      <a:pt x="954" y="1518"/>
                    </a:lnTo>
                    <a:lnTo>
                      <a:pt x="978" y="1530"/>
                    </a:lnTo>
                    <a:lnTo>
                      <a:pt x="984" y="1542"/>
                    </a:lnTo>
                    <a:lnTo>
                      <a:pt x="990" y="1548"/>
                    </a:lnTo>
                    <a:lnTo>
                      <a:pt x="990" y="1578"/>
                    </a:lnTo>
                    <a:lnTo>
                      <a:pt x="996" y="1590"/>
                    </a:lnTo>
                    <a:lnTo>
                      <a:pt x="1002" y="1596"/>
                    </a:lnTo>
                    <a:lnTo>
                      <a:pt x="1008" y="1608"/>
                    </a:lnTo>
                    <a:lnTo>
                      <a:pt x="1008" y="1638"/>
                    </a:lnTo>
                    <a:lnTo>
                      <a:pt x="990" y="1638"/>
                    </a:lnTo>
                    <a:lnTo>
                      <a:pt x="990" y="1644"/>
                    </a:lnTo>
                    <a:lnTo>
                      <a:pt x="996" y="1650"/>
                    </a:lnTo>
                    <a:lnTo>
                      <a:pt x="1002" y="1662"/>
                    </a:lnTo>
                    <a:lnTo>
                      <a:pt x="1014" y="1668"/>
                    </a:lnTo>
                    <a:lnTo>
                      <a:pt x="1020" y="1674"/>
                    </a:lnTo>
                    <a:lnTo>
                      <a:pt x="1014" y="1686"/>
                    </a:lnTo>
                    <a:lnTo>
                      <a:pt x="1014" y="1728"/>
                    </a:lnTo>
                    <a:lnTo>
                      <a:pt x="1020" y="1734"/>
                    </a:lnTo>
                    <a:lnTo>
                      <a:pt x="1050" y="1740"/>
                    </a:lnTo>
                    <a:lnTo>
                      <a:pt x="1098" y="1746"/>
                    </a:lnTo>
                    <a:lnTo>
                      <a:pt x="1158" y="1746"/>
                    </a:lnTo>
                    <a:lnTo>
                      <a:pt x="1158" y="1752"/>
                    </a:lnTo>
                    <a:lnTo>
                      <a:pt x="1152" y="1758"/>
                    </a:lnTo>
                    <a:lnTo>
                      <a:pt x="1152" y="1770"/>
                    </a:lnTo>
                    <a:lnTo>
                      <a:pt x="1146" y="1788"/>
                    </a:lnTo>
                    <a:lnTo>
                      <a:pt x="1146" y="1800"/>
                    </a:lnTo>
                    <a:lnTo>
                      <a:pt x="1152" y="1812"/>
                    </a:lnTo>
                    <a:lnTo>
                      <a:pt x="1164" y="1818"/>
                    </a:lnTo>
                    <a:lnTo>
                      <a:pt x="1170" y="1824"/>
                    </a:lnTo>
                    <a:lnTo>
                      <a:pt x="1194" y="1836"/>
                    </a:lnTo>
                    <a:lnTo>
                      <a:pt x="1206" y="1848"/>
                    </a:lnTo>
                    <a:lnTo>
                      <a:pt x="1212" y="1860"/>
                    </a:lnTo>
                    <a:lnTo>
                      <a:pt x="1224" y="1896"/>
                    </a:lnTo>
                    <a:lnTo>
                      <a:pt x="1224" y="1908"/>
                    </a:lnTo>
                    <a:lnTo>
                      <a:pt x="1218" y="1920"/>
                    </a:lnTo>
                    <a:lnTo>
                      <a:pt x="1218" y="1944"/>
                    </a:lnTo>
                    <a:lnTo>
                      <a:pt x="1212" y="1950"/>
                    </a:lnTo>
                    <a:lnTo>
                      <a:pt x="1212" y="1956"/>
                    </a:lnTo>
                    <a:lnTo>
                      <a:pt x="1218" y="1968"/>
                    </a:lnTo>
                    <a:lnTo>
                      <a:pt x="1212" y="1980"/>
                    </a:lnTo>
                    <a:lnTo>
                      <a:pt x="1206" y="1986"/>
                    </a:lnTo>
                    <a:lnTo>
                      <a:pt x="1200" y="1998"/>
                    </a:lnTo>
                    <a:lnTo>
                      <a:pt x="1200" y="2022"/>
                    </a:lnTo>
                    <a:lnTo>
                      <a:pt x="1206" y="2028"/>
                    </a:lnTo>
                    <a:lnTo>
                      <a:pt x="1218" y="2034"/>
                    </a:lnTo>
                    <a:lnTo>
                      <a:pt x="1212" y="2040"/>
                    </a:lnTo>
                    <a:lnTo>
                      <a:pt x="1200" y="2046"/>
                    </a:lnTo>
                    <a:lnTo>
                      <a:pt x="1194" y="2052"/>
                    </a:lnTo>
                    <a:lnTo>
                      <a:pt x="1194" y="2064"/>
                    </a:lnTo>
                    <a:lnTo>
                      <a:pt x="1200" y="2070"/>
                    </a:lnTo>
                    <a:lnTo>
                      <a:pt x="1212" y="2076"/>
                    </a:lnTo>
                    <a:lnTo>
                      <a:pt x="1212" y="2112"/>
                    </a:lnTo>
                    <a:lnTo>
                      <a:pt x="1224" y="2112"/>
                    </a:lnTo>
                    <a:lnTo>
                      <a:pt x="1224" y="2130"/>
                    </a:lnTo>
                    <a:lnTo>
                      <a:pt x="1218" y="2142"/>
                    </a:lnTo>
                    <a:lnTo>
                      <a:pt x="1218" y="2184"/>
                    </a:lnTo>
                    <a:lnTo>
                      <a:pt x="1224" y="2196"/>
                    </a:lnTo>
                    <a:lnTo>
                      <a:pt x="1230" y="2202"/>
                    </a:lnTo>
                    <a:lnTo>
                      <a:pt x="1266" y="2214"/>
                    </a:lnTo>
                    <a:lnTo>
                      <a:pt x="1308" y="2220"/>
                    </a:lnTo>
                    <a:lnTo>
                      <a:pt x="1380" y="2220"/>
                    </a:lnTo>
                    <a:lnTo>
                      <a:pt x="1392" y="2226"/>
                    </a:lnTo>
                    <a:lnTo>
                      <a:pt x="1398" y="2232"/>
                    </a:lnTo>
                    <a:lnTo>
                      <a:pt x="1398" y="2256"/>
                    </a:lnTo>
                    <a:lnTo>
                      <a:pt x="1404" y="2274"/>
                    </a:lnTo>
                    <a:lnTo>
                      <a:pt x="1404" y="2298"/>
                    </a:lnTo>
                    <a:lnTo>
                      <a:pt x="1410" y="2316"/>
                    </a:lnTo>
                    <a:lnTo>
                      <a:pt x="1410" y="2334"/>
                    </a:lnTo>
                    <a:lnTo>
                      <a:pt x="1422" y="2358"/>
                    </a:lnTo>
                    <a:lnTo>
                      <a:pt x="1434" y="2364"/>
                    </a:lnTo>
                    <a:lnTo>
                      <a:pt x="1446" y="2364"/>
                    </a:lnTo>
                    <a:lnTo>
                      <a:pt x="1464" y="2346"/>
                    </a:lnTo>
                    <a:lnTo>
                      <a:pt x="1476" y="2346"/>
                    </a:lnTo>
                    <a:lnTo>
                      <a:pt x="1488" y="2352"/>
                    </a:lnTo>
                    <a:lnTo>
                      <a:pt x="1500" y="2364"/>
                    </a:lnTo>
                    <a:lnTo>
                      <a:pt x="1506" y="2376"/>
                    </a:lnTo>
                    <a:lnTo>
                      <a:pt x="1506" y="2394"/>
                    </a:lnTo>
                    <a:lnTo>
                      <a:pt x="1500" y="2412"/>
                    </a:lnTo>
                    <a:lnTo>
                      <a:pt x="1500" y="2442"/>
                    </a:lnTo>
                    <a:lnTo>
                      <a:pt x="1494" y="2448"/>
                    </a:lnTo>
                    <a:lnTo>
                      <a:pt x="1494" y="2454"/>
                    </a:lnTo>
                    <a:lnTo>
                      <a:pt x="1488" y="2466"/>
                    </a:lnTo>
                    <a:lnTo>
                      <a:pt x="1488" y="2478"/>
                    </a:lnTo>
                    <a:lnTo>
                      <a:pt x="1494" y="2496"/>
                    </a:lnTo>
                    <a:lnTo>
                      <a:pt x="1506" y="2490"/>
                    </a:lnTo>
                    <a:lnTo>
                      <a:pt x="1512" y="2484"/>
                    </a:lnTo>
                    <a:lnTo>
                      <a:pt x="1530" y="2484"/>
                    </a:lnTo>
                    <a:lnTo>
                      <a:pt x="1536" y="2490"/>
                    </a:lnTo>
                    <a:lnTo>
                      <a:pt x="1548" y="2514"/>
                    </a:lnTo>
                    <a:lnTo>
                      <a:pt x="1548" y="2526"/>
                    </a:lnTo>
                    <a:lnTo>
                      <a:pt x="1554" y="2526"/>
                    </a:lnTo>
                    <a:lnTo>
                      <a:pt x="1560" y="2532"/>
                    </a:lnTo>
                    <a:lnTo>
                      <a:pt x="1560" y="2562"/>
                    </a:lnTo>
                    <a:lnTo>
                      <a:pt x="1566" y="2580"/>
                    </a:lnTo>
                    <a:lnTo>
                      <a:pt x="1566" y="2616"/>
                    </a:lnTo>
                    <a:lnTo>
                      <a:pt x="1512" y="2634"/>
                    </a:lnTo>
                    <a:lnTo>
                      <a:pt x="1506" y="2640"/>
                    </a:lnTo>
                    <a:lnTo>
                      <a:pt x="1500" y="2652"/>
                    </a:lnTo>
                    <a:lnTo>
                      <a:pt x="1500" y="2670"/>
                    </a:lnTo>
                    <a:lnTo>
                      <a:pt x="1464" y="2670"/>
                    </a:lnTo>
                    <a:lnTo>
                      <a:pt x="1464" y="2688"/>
                    </a:lnTo>
                    <a:lnTo>
                      <a:pt x="1458" y="2694"/>
                    </a:lnTo>
                    <a:lnTo>
                      <a:pt x="1452" y="2718"/>
                    </a:lnTo>
                    <a:lnTo>
                      <a:pt x="1428" y="2724"/>
                    </a:lnTo>
                    <a:lnTo>
                      <a:pt x="1428" y="2736"/>
                    </a:lnTo>
                    <a:lnTo>
                      <a:pt x="1422" y="2748"/>
                    </a:lnTo>
                    <a:lnTo>
                      <a:pt x="1422" y="2760"/>
                    </a:lnTo>
                    <a:lnTo>
                      <a:pt x="1404" y="2778"/>
                    </a:lnTo>
                    <a:lnTo>
                      <a:pt x="1392" y="2778"/>
                    </a:lnTo>
                    <a:lnTo>
                      <a:pt x="1392" y="2802"/>
                    </a:lnTo>
                    <a:lnTo>
                      <a:pt x="1386" y="2808"/>
                    </a:lnTo>
                    <a:lnTo>
                      <a:pt x="1380" y="2820"/>
                    </a:lnTo>
                    <a:lnTo>
                      <a:pt x="1374" y="2826"/>
                    </a:lnTo>
                    <a:lnTo>
                      <a:pt x="1356" y="2826"/>
                    </a:lnTo>
                    <a:lnTo>
                      <a:pt x="1350" y="2832"/>
                    </a:lnTo>
                    <a:lnTo>
                      <a:pt x="1350" y="2844"/>
                    </a:lnTo>
                    <a:lnTo>
                      <a:pt x="1344" y="2856"/>
                    </a:lnTo>
                    <a:lnTo>
                      <a:pt x="1344" y="2868"/>
                    </a:lnTo>
                    <a:lnTo>
                      <a:pt x="1368" y="2868"/>
                    </a:lnTo>
                    <a:lnTo>
                      <a:pt x="1374" y="2862"/>
                    </a:lnTo>
                    <a:lnTo>
                      <a:pt x="1386" y="2856"/>
                    </a:lnTo>
                    <a:lnTo>
                      <a:pt x="1398" y="2856"/>
                    </a:lnTo>
                    <a:lnTo>
                      <a:pt x="1404" y="2862"/>
                    </a:lnTo>
                    <a:lnTo>
                      <a:pt x="1428" y="2874"/>
                    </a:lnTo>
                    <a:lnTo>
                      <a:pt x="1434" y="2886"/>
                    </a:lnTo>
                    <a:lnTo>
                      <a:pt x="1446" y="2892"/>
                    </a:lnTo>
                    <a:lnTo>
                      <a:pt x="1452" y="2898"/>
                    </a:lnTo>
                    <a:lnTo>
                      <a:pt x="1458" y="2910"/>
                    </a:lnTo>
                    <a:lnTo>
                      <a:pt x="1470" y="2922"/>
                    </a:lnTo>
                    <a:lnTo>
                      <a:pt x="1470" y="2934"/>
                    </a:lnTo>
                    <a:lnTo>
                      <a:pt x="1482" y="2934"/>
                    </a:lnTo>
                    <a:lnTo>
                      <a:pt x="1482" y="2928"/>
                    </a:lnTo>
                    <a:lnTo>
                      <a:pt x="1494" y="2916"/>
                    </a:lnTo>
                    <a:lnTo>
                      <a:pt x="1500" y="2916"/>
                    </a:lnTo>
                    <a:lnTo>
                      <a:pt x="1512" y="2922"/>
                    </a:lnTo>
                    <a:lnTo>
                      <a:pt x="1518" y="2934"/>
                    </a:lnTo>
                    <a:lnTo>
                      <a:pt x="1536" y="2952"/>
                    </a:lnTo>
                    <a:lnTo>
                      <a:pt x="1554" y="2952"/>
                    </a:lnTo>
                    <a:lnTo>
                      <a:pt x="1572" y="2970"/>
                    </a:lnTo>
                    <a:lnTo>
                      <a:pt x="1578" y="2970"/>
                    </a:lnTo>
                    <a:lnTo>
                      <a:pt x="1578" y="2982"/>
                    </a:lnTo>
                    <a:lnTo>
                      <a:pt x="1584" y="2988"/>
                    </a:lnTo>
                    <a:lnTo>
                      <a:pt x="1596" y="2994"/>
                    </a:lnTo>
                    <a:lnTo>
                      <a:pt x="1614" y="3000"/>
                    </a:lnTo>
                    <a:lnTo>
                      <a:pt x="1626" y="3000"/>
                    </a:lnTo>
                    <a:lnTo>
                      <a:pt x="1632" y="3012"/>
                    </a:lnTo>
                    <a:lnTo>
                      <a:pt x="1638" y="3018"/>
                    </a:lnTo>
                    <a:lnTo>
                      <a:pt x="1644" y="3030"/>
                    </a:lnTo>
                    <a:lnTo>
                      <a:pt x="1662" y="3048"/>
                    </a:lnTo>
                    <a:lnTo>
                      <a:pt x="1668" y="3048"/>
                    </a:lnTo>
                    <a:lnTo>
                      <a:pt x="1680" y="3054"/>
                    </a:lnTo>
                    <a:lnTo>
                      <a:pt x="1686" y="3054"/>
                    </a:lnTo>
                    <a:lnTo>
                      <a:pt x="1686" y="3066"/>
                    </a:lnTo>
                    <a:lnTo>
                      <a:pt x="1674" y="3090"/>
                    </a:lnTo>
                    <a:lnTo>
                      <a:pt x="1668" y="3096"/>
                    </a:lnTo>
                    <a:lnTo>
                      <a:pt x="1668" y="3120"/>
                    </a:lnTo>
                    <a:lnTo>
                      <a:pt x="1674" y="3120"/>
                    </a:lnTo>
                    <a:lnTo>
                      <a:pt x="1674" y="3150"/>
                    </a:lnTo>
                    <a:lnTo>
                      <a:pt x="1692" y="3150"/>
                    </a:lnTo>
                    <a:lnTo>
                      <a:pt x="1692" y="3144"/>
                    </a:lnTo>
                    <a:lnTo>
                      <a:pt x="1698" y="3132"/>
                    </a:lnTo>
                    <a:lnTo>
                      <a:pt x="1710" y="3126"/>
                    </a:lnTo>
                    <a:lnTo>
                      <a:pt x="1716" y="3114"/>
                    </a:lnTo>
                    <a:lnTo>
                      <a:pt x="1728" y="3102"/>
                    </a:lnTo>
                    <a:lnTo>
                      <a:pt x="1734" y="3090"/>
                    </a:lnTo>
                    <a:lnTo>
                      <a:pt x="1734" y="3060"/>
                    </a:lnTo>
                    <a:lnTo>
                      <a:pt x="1728" y="3054"/>
                    </a:lnTo>
                    <a:lnTo>
                      <a:pt x="1728" y="3048"/>
                    </a:lnTo>
                    <a:lnTo>
                      <a:pt x="1746" y="3018"/>
                    </a:lnTo>
                    <a:lnTo>
                      <a:pt x="1734" y="3012"/>
                    </a:lnTo>
                    <a:lnTo>
                      <a:pt x="1728" y="3000"/>
                    </a:lnTo>
                    <a:lnTo>
                      <a:pt x="1728" y="2988"/>
                    </a:lnTo>
                    <a:lnTo>
                      <a:pt x="1740" y="2976"/>
                    </a:lnTo>
                    <a:lnTo>
                      <a:pt x="1746" y="2976"/>
                    </a:lnTo>
                    <a:lnTo>
                      <a:pt x="1746" y="2952"/>
                    </a:lnTo>
                    <a:lnTo>
                      <a:pt x="1764" y="2952"/>
                    </a:lnTo>
                    <a:lnTo>
                      <a:pt x="1776" y="2940"/>
                    </a:lnTo>
                    <a:lnTo>
                      <a:pt x="1776" y="2904"/>
                    </a:lnTo>
                    <a:lnTo>
                      <a:pt x="1782" y="2898"/>
                    </a:lnTo>
                    <a:lnTo>
                      <a:pt x="1788" y="2886"/>
                    </a:lnTo>
                    <a:lnTo>
                      <a:pt x="1800" y="2874"/>
                    </a:lnTo>
                    <a:lnTo>
                      <a:pt x="1812" y="2868"/>
                    </a:lnTo>
                    <a:lnTo>
                      <a:pt x="1818" y="2862"/>
                    </a:lnTo>
                    <a:lnTo>
                      <a:pt x="1824" y="2862"/>
                    </a:lnTo>
                    <a:lnTo>
                      <a:pt x="1824" y="2898"/>
                    </a:lnTo>
                    <a:lnTo>
                      <a:pt x="1818" y="2904"/>
                    </a:lnTo>
                    <a:lnTo>
                      <a:pt x="1818" y="2910"/>
                    </a:lnTo>
                    <a:lnTo>
                      <a:pt x="1812" y="2916"/>
                    </a:lnTo>
                    <a:lnTo>
                      <a:pt x="1812" y="2934"/>
                    </a:lnTo>
                    <a:lnTo>
                      <a:pt x="1800" y="2940"/>
                    </a:lnTo>
                    <a:lnTo>
                      <a:pt x="1800" y="2952"/>
                    </a:lnTo>
                    <a:lnTo>
                      <a:pt x="1776" y="2982"/>
                    </a:lnTo>
                    <a:lnTo>
                      <a:pt x="1746" y="3006"/>
                    </a:lnTo>
                    <a:lnTo>
                      <a:pt x="1752" y="3012"/>
                    </a:lnTo>
                    <a:lnTo>
                      <a:pt x="1770" y="3012"/>
                    </a:lnTo>
                    <a:lnTo>
                      <a:pt x="1770" y="2994"/>
                    </a:lnTo>
                    <a:lnTo>
                      <a:pt x="1776" y="2988"/>
                    </a:lnTo>
                    <a:lnTo>
                      <a:pt x="1788" y="2988"/>
                    </a:lnTo>
                    <a:lnTo>
                      <a:pt x="1794" y="2982"/>
                    </a:lnTo>
                    <a:lnTo>
                      <a:pt x="1800" y="2982"/>
                    </a:lnTo>
                    <a:lnTo>
                      <a:pt x="1812" y="2964"/>
                    </a:lnTo>
                    <a:lnTo>
                      <a:pt x="1824" y="2940"/>
                    </a:lnTo>
                    <a:lnTo>
                      <a:pt x="1848" y="2880"/>
                    </a:lnTo>
                    <a:lnTo>
                      <a:pt x="1860" y="2832"/>
                    </a:lnTo>
                    <a:lnTo>
                      <a:pt x="1872" y="2808"/>
                    </a:lnTo>
                    <a:lnTo>
                      <a:pt x="1878" y="2790"/>
                    </a:lnTo>
                    <a:lnTo>
                      <a:pt x="1884" y="2778"/>
                    </a:lnTo>
                    <a:lnTo>
                      <a:pt x="1896" y="2772"/>
                    </a:lnTo>
                    <a:lnTo>
                      <a:pt x="1902" y="2760"/>
                    </a:lnTo>
                    <a:lnTo>
                      <a:pt x="1926" y="2736"/>
                    </a:lnTo>
                    <a:lnTo>
                      <a:pt x="1926" y="2724"/>
                    </a:lnTo>
                    <a:lnTo>
                      <a:pt x="1920" y="2718"/>
                    </a:lnTo>
                    <a:lnTo>
                      <a:pt x="1938" y="2706"/>
                    </a:lnTo>
                    <a:lnTo>
                      <a:pt x="1932" y="2670"/>
                    </a:lnTo>
                    <a:lnTo>
                      <a:pt x="1938" y="2646"/>
                    </a:lnTo>
                    <a:lnTo>
                      <a:pt x="1926" y="2640"/>
                    </a:lnTo>
                    <a:lnTo>
                      <a:pt x="1932" y="2634"/>
                    </a:lnTo>
                    <a:lnTo>
                      <a:pt x="1938" y="2622"/>
                    </a:lnTo>
                    <a:lnTo>
                      <a:pt x="1938" y="2610"/>
                    </a:lnTo>
                    <a:lnTo>
                      <a:pt x="1932" y="2604"/>
                    </a:lnTo>
                    <a:lnTo>
                      <a:pt x="1920" y="2598"/>
                    </a:lnTo>
                    <a:lnTo>
                      <a:pt x="1914" y="2592"/>
                    </a:lnTo>
                    <a:lnTo>
                      <a:pt x="1914" y="2556"/>
                    </a:lnTo>
                    <a:lnTo>
                      <a:pt x="1896" y="2544"/>
                    </a:lnTo>
                    <a:lnTo>
                      <a:pt x="1920" y="2544"/>
                    </a:lnTo>
                    <a:lnTo>
                      <a:pt x="1914" y="2520"/>
                    </a:lnTo>
                    <a:lnTo>
                      <a:pt x="1902" y="2508"/>
                    </a:lnTo>
                    <a:lnTo>
                      <a:pt x="1908" y="2508"/>
                    </a:lnTo>
                    <a:lnTo>
                      <a:pt x="1920" y="2502"/>
                    </a:lnTo>
                    <a:lnTo>
                      <a:pt x="1920" y="2490"/>
                    </a:lnTo>
                    <a:lnTo>
                      <a:pt x="1914" y="2490"/>
                    </a:lnTo>
                    <a:lnTo>
                      <a:pt x="1902" y="2484"/>
                    </a:lnTo>
                    <a:lnTo>
                      <a:pt x="1896" y="2478"/>
                    </a:lnTo>
                    <a:lnTo>
                      <a:pt x="1920" y="2460"/>
                    </a:lnTo>
                    <a:lnTo>
                      <a:pt x="1932" y="2472"/>
                    </a:lnTo>
                    <a:lnTo>
                      <a:pt x="1944" y="2478"/>
                    </a:lnTo>
                    <a:lnTo>
                      <a:pt x="1950" y="2478"/>
                    </a:lnTo>
                    <a:lnTo>
                      <a:pt x="1950" y="2448"/>
                    </a:lnTo>
                    <a:lnTo>
                      <a:pt x="1962" y="2424"/>
                    </a:lnTo>
                    <a:lnTo>
                      <a:pt x="1974" y="2418"/>
                    </a:lnTo>
                    <a:lnTo>
                      <a:pt x="1980" y="2418"/>
                    </a:lnTo>
                    <a:lnTo>
                      <a:pt x="2004" y="2406"/>
                    </a:lnTo>
                    <a:lnTo>
                      <a:pt x="2010" y="2394"/>
                    </a:lnTo>
                    <a:lnTo>
                      <a:pt x="2010" y="2382"/>
                    </a:lnTo>
                    <a:lnTo>
                      <a:pt x="2016" y="2376"/>
                    </a:lnTo>
                    <a:lnTo>
                      <a:pt x="2028" y="2376"/>
                    </a:lnTo>
                    <a:lnTo>
                      <a:pt x="2034" y="2370"/>
                    </a:lnTo>
                    <a:lnTo>
                      <a:pt x="2046" y="2370"/>
                    </a:lnTo>
                    <a:lnTo>
                      <a:pt x="2046" y="2358"/>
                    </a:lnTo>
                    <a:lnTo>
                      <a:pt x="2070" y="2358"/>
                    </a:lnTo>
                    <a:lnTo>
                      <a:pt x="2070" y="2340"/>
                    </a:lnTo>
                    <a:lnTo>
                      <a:pt x="2118" y="2340"/>
                    </a:lnTo>
                    <a:lnTo>
                      <a:pt x="2124" y="2358"/>
                    </a:lnTo>
                    <a:lnTo>
                      <a:pt x="2136" y="2352"/>
                    </a:lnTo>
                    <a:lnTo>
                      <a:pt x="2118" y="2334"/>
                    </a:lnTo>
                    <a:lnTo>
                      <a:pt x="2136" y="2316"/>
                    </a:lnTo>
                    <a:lnTo>
                      <a:pt x="2142" y="2316"/>
                    </a:lnTo>
                    <a:lnTo>
                      <a:pt x="2154" y="2310"/>
                    </a:lnTo>
                    <a:lnTo>
                      <a:pt x="2178" y="2310"/>
                    </a:lnTo>
                    <a:lnTo>
                      <a:pt x="2160" y="2292"/>
                    </a:lnTo>
                    <a:lnTo>
                      <a:pt x="2172" y="2286"/>
                    </a:lnTo>
                    <a:lnTo>
                      <a:pt x="2178" y="2280"/>
                    </a:lnTo>
                    <a:lnTo>
                      <a:pt x="2190" y="2280"/>
                    </a:lnTo>
                    <a:lnTo>
                      <a:pt x="2190" y="2304"/>
                    </a:lnTo>
                    <a:lnTo>
                      <a:pt x="2196" y="2304"/>
                    </a:lnTo>
                    <a:lnTo>
                      <a:pt x="2196" y="2298"/>
                    </a:lnTo>
                    <a:lnTo>
                      <a:pt x="2202" y="2286"/>
                    </a:lnTo>
                    <a:lnTo>
                      <a:pt x="2208" y="2280"/>
                    </a:lnTo>
                    <a:lnTo>
                      <a:pt x="2244" y="2286"/>
                    </a:lnTo>
                    <a:lnTo>
                      <a:pt x="2244" y="2280"/>
                    </a:lnTo>
                    <a:lnTo>
                      <a:pt x="2250" y="2274"/>
                    </a:lnTo>
                    <a:lnTo>
                      <a:pt x="2250" y="2268"/>
                    </a:lnTo>
                    <a:lnTo>
                      <a:pt x="2256" y="2262"/>
                    </a:lnTo>
                    <a:lnTo>
                      <a:pt x="2268" y="2256"/>
                    </a:lnTo>
                    <a:lnTo>
                      <a:pt x="2274" y="2256"/>
                    </a:lnTo>
                    <a:lnTo>
                      <a:pt x="2280" y="2262"/>
                    </a:lnTo>
                    <a:lnTo>
                      <a:pt x="2280" y="2286"/>
                    </a:lnTo>
                    <a:lnTo>
                      <a:pt x="2346" y="2280"/>
                    </a:lnTo>
                    <a:lnTo>
                      <a:pt x="2352" y="2262"/>
                    </a:lnTo>
                    <a:lnTo>
                      <a:pt x="2346" y="2250"/>
                    </a:lnTo>
                    <a:lnTo>
                      <a:pt x="2352" y="2244"/>
                    </a:lnTo>
                    <a:lnTo>
                      <a:pt x="2358" y="2232"/>
                    </a:lnTo>
                    <a:lnTo>
                      <a:pt x="2370" y="2220"/>
                    </a:lnTo>
                    <a:lnTo>
                      <a:pt x="2406" y="2202"/>
                    </a:lnTo>
                    <a:lnTo>
                      <a:pt x="2418" y="2202"/>
                    </a:lnTo>
                    <a:lnTo>
                      <a:pt x="2412" y="2190"/>
                    </a:lnTo>
                    <a:lnTo>
                      <a:pt x="2412" y="2112"/>
                    </a:lnTo>
                    <a:lnTo>
                      <a:pt x="2442" y="2082"/>
                    </a:lnTo>
                    <a:lnTo>
                      <a:pt x="2442" y="2058"/>
                    </a:lnTo>
                    <a:lnTo>
                      <a:pt x="2460" y="2052"/>
                    </a:lnTo>
                    <a:lnTo>
                      <a:pt x="2460" y="2022"/>
                    </a:lnTo>
                    <a:lnTo>
                      <a:pt x="2466" y="2022"/>
                    </a:lnTo>
                    <a:lnTo>
                      <a:pt x="2472" y="2016"/>
                    </a:lnTo>
                    <a:lnTo>
                      <a:pt x="2478" y="2016"/>
                    </a:lnTo>
                    <a:lnTo>
                      <a:pt x="2478" y="2010"/>
                    </a:lnTo>
                    <a:lnTo>
                      <a:pt x="2484" y="2004"/>
                    </a:lnTo>
                    <a:lnTo>
                      <a:pt x="2484" y="1956"/>
                    </a:lnTo>
                    <a:lnTo>
                      <a:pt x="2478" y="1944"/>
                    </a:lnTo>
                    <a:lnTo>
                      <a:pt x="2478" y="1926"/>
                    </a:lnTo>
                    <a:lnTo>
                      <a:pt x="2472" y="1908"/>
                    </a:lnTo>
                    <a:lnTo>
                      <a:pt x="2484" y="1884"/>
                    </a:lnTo>
                    <a:lnTo>
                      <a:pt x="2514" y="1854"/>
                    </a:lnTo>
                    <a:lnTo>
                      <a:pt x="2514" y="1848"/>
                    </a:lnTo>
                    <a:lnTo>
                      <a:pt x="2508" y="1836"/>
                    </a:lnTo>
                    <a:lnTo>
                      <a:pt x="2508" y="1830"/>
                    </a:lnTo>
                    <a:lnTo>
                      <a:pt x="2502" y="1818"/>
                    </a:lnTo>
                    <a:lnTo>
                      <a:pt x="2508" y="1764"/>
                    </a:lnTo>
                    <a:lnTo>
                      <a:pt x="2508" y="1758"/>
                    </a:lnTo>
                    <a:lnTo>
                      <a:pt x="2514" y="1752"/>
                    </a:lnTo>
                    <a:lnTo>
                      <a:pt x="2514" y="1722"/>
                    </a:lnTo>
                    <a:lnTo>
                      <a:pt x="2520" y="1710"/>
                    </a:lnTo>
                    <a:lnTo>
                      <a:pt x="2520" y="1680"/>
                    </a:lnTo>
                    <a:lnTo>
                      <a:pt x="2508" y="1644"/>
                    </a:lnTo>
                    <a:lnTo>
                      <a:pt x="2502" y="1608"/>
                    </a:lnTo>
                    <a:lnTo>
                      <a:pt x="2502" y="1596"/>
                    </a:lnTo>
                    <a:lnTo>
                      <a:pt x="2508" y="1560"/>
                    </a:lnTo>
                    <a:lnTo>
                      <a:pt x="2508" y="1548"/>
                    </a:lnTo>
                    <a:lnTo>
                      <a:pt x="2502" y="1536"/>
                    </a:lnTo>
                    <a:lnTo>
                      <a:pt x="2502" y="1500"/>
                    </a:lnTo>
                    <a:lnTo>
                      <a:pt x="2508" y="1488"/>
                    </a:lnTo>
                    <a:lnTo>
                      <a:pt x="2520" y="1476"/>
                    </a:lnTo>
                    <a:lnTo>
                      <a:pt x="2508" y="1458"/>
                    </a:lnTo>
                    <a:lnTo>
                      <a:pt x="2520" y="1446"/>
                    </a:lnTo>
                    <a:lnTo>
                      <a:pt x="2532" y="1446"/>
                    </a:lnTo>
                    <a:lnTo>
                      <a:pt x="2532" y="1452"/>
                    </a:lnTo>
                    <a:lnTo>
                      <a:pt x="2538" y="1464"/>
                    </a:lnTo>
                    <a:lnTo>
                      <a:pt x="2544" y="1470"/>
                    </a:lnTo>
                    <a:lnTo>
                      <a:pt x="2556" y="1464"/>
                    </a:lnTo>
                    <a:lnTo>
                      <a:pt x="2562" y="1452"/>
                    </a:lnTo>
                    <a:lnTo>
                      <a:pt x="2574" y="1446"/>
                    </a:lnTo>
                    <a:lnTo>
                      <a:pt x="2580" y="1434"/>
                    </a:lnTo>
                    <a:lnTo>
                      <a:pt x="2586" y="1428"/>
                    </a:lnTo>
                    <a:lnTo>
                      <a:pt x="2592" y="1416"/>
                    </a:lnTo>
                    <a:lnTo>
                      <a:pt x="2592" y="1404"/>
                    </a:lnTo>
                    <a:lnTo>
                      <a:pt x="2598" y="1386"/>
                    </a:lnTo>
                    <a:lnTo>
                      <a:pt x="2598" y="1374"/>
                    </a:lnTo>
                    <a:lnTo>
                      <a:pt x="2604" y="1356"/>
                    </a:lnTo>
                    <a:lnTo>
                      <a:pt x="2604" y="1344"/>
                    </a:lnTo>
                    <a:lnTo>
                      <a:pt x="2610" y="1338"/>
                    </a:lnTo>
                    <a:lnTo>
                      <a:pt x="2616" y="1338"/>
                    </a:lnTo>
                    <a:lnTo>
                      <a:pt x="2628" y="1326"/>
                    </a:lnTo>
                    <a:lnTo>
                      <a:pt x="2634" y="1314"/>
                    </a:lnTo>
                    <a:lnTo>
                      <a:pt x="2640" y="1308"/>
                    </a:lnTo>
                    <a:lnTo>
                      <a:pt x="2640" y="1296"/>
                    </a:lnTo>
                    <a:lnTo>
                      <a:pt x="2652" y="1290"/>
                    </a:lnTo>
                    <a:lnTo>
                      <a:pt x="2658" y="1284"/>
                    </a:lnTo>
                    <a:lnTo>
                      <a:pt x="2670" y="1284"/>
                    </a:lnTo>
                    <a:lnTo>
                      <a:pt x="2682" y="1272"/>
                    </a:lnTo>
                    <a:lnTo>
                      <a:pt x="2682" y="1254"/>
                    </a:lnTo>
                    <a:lnTo>
                      <a:pt x="2688" y="1254"/>
                    </a:lnTo>
                    <a:lnTo>
                      <a:pt x="2724" y="1218"/>
                    </a:lnTo>
                    <a:lnTo>
                      <a:pt x="2736" y="1188"/>
                    </a:lnTo>
                    <a:lnTo>
                      <a:pt x="2754" y="1158"/>
                    </a:lnTo>
                    <a:lnTo>
                      <a:pt x="2760" y="1134"/>
                    </a:lnTo>
                    <a:lnTo>
                      <a:pt x="2766" y="1122"/>
                    </a:lnTo>
                    <a:lnTo>
                      <a:pt x="2772" y="1116"/>
                    </a:lnTo>
                    <a:lnTo>
                      <a:pt x="2778" y="1104"/>
                    </a:lnTo>
                    <a:lnTo>
                      <a:pt x="2784" y="1098"/>
                    </a:lnTo>
                    <a:lnTo>
                      <a:pt x="2784" y="1080"/>
                    </a:lnTo>
                    <a:lnTo>
                      <a:pt x="2778" y="1068"/>
                    </a:lnTo>
                    <a:lnTo>
                      <a:pt x="2778" y="1002"/>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58" name="Bolivia" descr="© INSCALE GmbH, 05.05.2010&#10;http://www.presentationload.com/">
                <a:extLst>
                  <a:ext uri="{FF2B5EF4-FFF2-40B4-BE49-F238E27FC236}">
                    <a16:creationId xmlns:a16="http://schemas.microsoft.com/office/drawing/2014/main" id="{CB2064D2-4454-9C2D-55E8-F3CFB3397636}"/>
                  </a:ext>
                </a:extLst>
              </p:cNvPr>
              <p:cNvSpPr>
                <a:spLocks/>
              </p:cNvSpPr>
              <p:nvPr/>
            </p:nvSpPr>
            <p:spPr bwMode="gray">
              <a:xfrm>
                <a:off x="1407" y="2767"/>
                <a:ext cx="226" cy="269"/>
              </a:xfrm>
              <a:custGeom>
                <a:avLst/>
                <a:gdLst>
                  <a:gd name="T0" fmla="*/ 2147483647 w 894"/>
                  <a:gd name="T1" fmla="*/ 2147483647 h 1056"/>
                  <a:gd name="T2" fmla="*/ 2147483647 w 894"/>
                  <a:gd name="T3" fmla="*/ 2147483647 h 1056"/>
                  <a:gd name="T4" fmla="*/ 2147483647 w 894"/>
                  <a:gd name="T5" fmla="*/ 2147483647 h 1056"/>
                  <a:gd name="T6" fmla="*/ 2147483647 w 894"/>
                  <a:gd name="T7" fmla="*/ 2147483647 h 1056"/>
                  <a:gd name="T8" fmla="*/ 2147483647 w 894"/>
                  <a:gd name="T9" fmla="*/ 2147483647 h 1056"/>
                  <a:gd name="T10" fmla="*/ 2147483647 w 894"/>
                  <a:gd name="T11" fmla="*/ 2147483647 h 1056"/>
                  <a:gd name="T12" fmla="*/ 2147483647 w 894"/>
                  <a:gd name="T13" fmla="*/ 2147483647 h 1056"/>
                  <a:gd name="T14" fmla="*/ 2147483647 w 894"/>
                  <a:gd name="T15" fmla="*/ 2147483647 h 1056"/>
                  <a:gd name="T16" fmla="*/ 2147483647 w 894"/>
                  <a:gd name="T17" fmla="*/ 2147483647 h 1056"/>
                  <a:gd name="T18" fmla="*/ 2147483647 w 894"/>
                  <a:gd name="T19" fmla="*/ 2147483647 h 1056"/>
                  <a:gd name="T20" fmla="*/ 2147483647 w 894"/>
                  <a:gd name="T21" fmla="*/ 2147483647 h 1056"/>
                  <a:gd name="T22" fmla="*/ 2147483647 w 894"/>
                  <a:gd name="T23" fmla="*/ 2147483647 h 1056"/>
                  <a:gd name="T24" fmla="*/ 2147483647 w 894"/>
                  <a:gd name="T25" fmla="*/ 2147483647 h 1056"/>
                  <a:gd name="T26" fmla="*/ 2147483647 w 894"/>
                  <a:gd name="T27" fmla="*/ 2147483647 h 1056"/>
                  <a:gd name="T28" fmla="*/ 2147483647 w 894"/>
                  <a:gd name="T29" fmla="*/ 2147483647 h 1056"/>
                  <a:gd name="T30" fmla="*/ 2147483647 w 894"/>
                  <a:gd name="T31" fmla="*/ 2147483647 h 1056"/>
                  <a:gd name="T32" fmla="*/ 2147483647 w 894"/>
                  <a:gd name="T33" fmla="*/ 2147483647 h 1056"/>
                  <a:gd name="T34" fmla="*/ 2147483647 w 894"/>
                  <a:gd name="T35" fmla="*/ 2147483647 h 1056"/>
                  <a:gd name="T36" fmla="*/ 2147483647 w 894"/>
                  <a:gd name="T37" fmla="*/ 2147483647 h 1056"/>
                  <a:gd name="T38" fmla="*/ 2147483647 w 894"/>
                  <a:gd name="T39" fmla="*/ 2147483647 h 1056"/>
                  <a:gd name="T40" fmla="*/ 2147483647 w 894"/>
                  <a:gd name="T41" fmla="*/ 2147483647 h 1056"/>
                  <a:gd name="T42" fmla="*/ 2147483647 w 894"/>
                  <a:gd name="T43" fmla="*/ 2147483647 h 1056"/>
                  <a:gd name="T44" fmla="*/ 2147483647 w 894"/>
                  <a:gd name="T45" fmla="*/ 2147483647 h 1056"/>
                  <a:gd name="T46" fmla="*/ 2147483647 w 894"/>
                  <a:gd name="T47" fmla="*/ 2147483647 h 1056"/>
                  <a:gd name="T48" fmla="*/ 0 w 894"/>
                  <a:gd name="T49" fmla="*/ 2147483647 h 1056"/>
                  <a:gd name="T50" fmla="*/ 2147483647 w 894"/>
                  <a:gd name="T51" fmla="*/ 2147483647 h 1056"/>
                  <a:gd name="T52" fmla="*/ 2147483647 w 894"/>
                  <a:gd name="T53" fmla="*/ 2147483647 h 1056"/>
                  <a:gd name="T54" fmla="*/ 2147483647 w 894"/>
                  <a:gd name="T55" fmla="*/ 2147483647 h 1056"/>
                  <a:gd name="T56" fmla="*/ 2147483647 w 894"/>
                  <a:gd name="T57" fmla="*/ 2147483647 h 1056"/>
                  <a:gd name="T58" fmla="*/ 2147483647 w 894"/>
                  <a:gd name="T59" fmla="*/ 2147483647 h 1056"/>
                  <a:gd name="T60" fmla="*/ 2147483647 w 894"/>
                  <a:gd name="T61" fmla="*/ 2147483647 h 1056"/>
                  <a:gd name="T62" fmla="*/ 2147483647 w 894"/>
                  <a:gd name="T63" fmla="*/ 2147483647 h 1056"/>
                  <a:gd name="T64" fmla="*/ 2147483647 w 894"/>
                  <a:gd name="T65" fmla="*/ 2147483647 h 1056"/>
                  <a:gd name="T66" fmla="*/ 2147483647 w 894"/>
                  <a:gd name="T67" fmla="*/ 2147483647 h 1056"/>
                  <a:gd name="T68" fmla="*/ 2147483647 w 894"/>
                  <a:gd name="T69" fmla="*/ 2147483647 h 1056"/>
                  <a:gd name="T70" fmla="*/ 2147483647 w 894"/>
                  <a:gd name="T71" fmla="*/ 2147483647 h 1056"/>
                  <a:gd name="T72" fmla="*/ 2147483647 w 894"/>
                  <a:gd name="T73" fmla="*/ 2147483647 h 1056"/>
                  <a:gd name="T74" fmla="*/ 2147483647 w 894"/>
                  <a:gd name="T75" fmla="*/ 2147483647 h 1056"/>
                  <a:gd name="T76" fmla="*/ 2147483647 w 894"/>
                  <a:gd name="T77" fmla="*/ 2147483647 h 1056"/>
                  <a:gd name="T78" fmla="*/ 2147483647 w 894"/>
                  <a:gd name="T79" fmla="*/ 2147483647 h 1056"/>
                  <a:gd name="T80" fmla="*/ 2147483647 w 894"/>
                  <a:gd name="T81" fmla="*/ 2147483647 h 1056"/>
                  <a:gd name="T82" fmla="*/ 2147483647 w 894"/>
                  <a:gd name="T83" fmla="*/ 2147483647 h 1056"/>
                  <a:gd name="T84" fmla="*/ 2147483647 w 894"/>
                  <a:gd name="T85" fmla="*/ 2147483647 h 1056"/>
                  <a:gd name="T86" fmla="*/ 2147483647 w 894"/>
                  <a:gd name="T87" fmla="*/ 2147483647 h 1056"/>
                  <a:gd name="T88" fmla="*/ 2147483647 w 894"/>
                  <a:gd name="T89" fmla="*/ 2147483647 h 1056"/>
                  <a:gd name="T90" fmla="*/ 2147483647 w 894"/>
                  <a:gd name="T91" fmla="*/ 2147483647 h 1056"/>
                  <a:gd name="T92" fmla="*/ 2147483647 w 894"/>
                  <a:gd name="T93" fmla="*/ 2147483647 h 1056"/>
                  <a:gd name="T94" fmla="*/ 2147483647 w 894"/>
                  <a:gd name="T95" fmla="*/ 2147483647 h 1056"/>
                  <a:gd name="T96" fmla="*/ 2147483647 w 894"/>
                  <a:gd name="T97" fmla="*/ 2147483647 h 1056"/>
                  <a:gd name="T98" fmla="*/ 2147483647 w 894"/>
                  <a:gd name="T99" fmla="*/ 2147483647 h 1056"/>
                  <a:gd name="T100" fmla="*/ 2147483647 w 894"/>
                  <a:gd name="T101" fmla="*/ 2147483647 h 10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94"/>
                  <a:gd name="T154" fmla="*/ 0 h 1056"/>
                  <a:gd name="T155" fmla="*/ 894 w 894"/>
                  <a:gd name="T156" fmla="*/ 1056 h 10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94" h="1056">
                    <a:moveTo>
                      <a:pt x="882" y="744"/>
                    </a:moveTo>
                    <a:lnTo>
                      <a:pt x="882" y="738"/>
                    </a:lnTo>
                    <a:lnTo>
                      <a:pt x="888" y="732"/>
                    </a:lnTo>
                    <a:lnTo>
                      <a:pt x="888" y="708"/>
                    </a:lnTo>
                    <a:lnTo>
                      <a:pt x="894" y="696"/>
                    </a:lnTo>
                    <a:lnTo>
                      <a:pt x="894" y="684"/>
                    </a:lnTo>
                    <a:lnTo>
                      <a:pt x="882" y="648"/>
                    </a:lnTo>
                    <a:lnTo>
                      <a:pt x="876" y="636"/>
                    </a:lnTo>
                    <a:lnTo>
                      <a:pt x="864" y="624"/>
                    </a:lnTo>
                    <a:lnTo>
                      <a:pt x="840" y="612"/>
                    </a:lnTo>
                    <a:lnTo>
                      <a:pt x="834" y="606"/>
                    </a:lnTo>
                    <a:lnTo>
                      <a:pt x="822" y="600"/>
                    </a:lnTo>
                    <a:lnTo>
                      <a:pt x="816" y="588"/>
                    </a:lnTo>
                    <a:lnTo>
                      <a:pt x="816" y="576"/>
                    </a:lnTo>
                    <a:lnTo>
                      <a:pt x="822" y="558"/>
                    </a:lnTo>
                    <a:lnTo>
                      <a:pt x="822" y="546"/>
                    </a:lnTo>
                    <a:lnTo>
                      <a:pt x="828" y="540"/>
                    </a:lnTo>
                    <a:lnTo>
                      <a:pt x="828" y="534"/>
                    </a:lnTo>
                    <a:lnTo>
                      <a:pt x="768" y="534"/>
                    </a:lnTo>
                    <a:lnTo>
                      <a:pt x="720" y="528"/>
                    </a:lnTo>
                    <a:lnTo>
                      <a:pt x="690" y="522"/>
                    </a:lnTo>
                    <a:lnTo>
                      <a:pt x="684" y="516"/>
                    </a:lnTo>
                    <a:lnTo>
                      <a:pt x="684" y="474"/>
                    </a:lnTo>
                    <a:lnTo>
                      <a:pt x="690" y="462"/>
                    </a:lnTo>
                    <a:lnTo>
                      <a:pt x="684" y="456"/>
                    </a:lnTo>
                    <a:lnTo>
                      <a:pt x="672" y="450"/>
                    </a:lnTo>
                    <a:lnTo>
                      <a:pt x="666" y="438"/>
                    </a:lnTo>
                    <a:lnTo>
                      <a:pt x="660" y="432"/>
                    </a:lnTo>
                    <a:lnTo>
                      <a:pt x="660" y="426"/>
                    </a:lnTo>
                    <a:lnTo>
                      <a:pt x="678" y="426"/>
                    </a:lnTo>
                    <a:lnTo>
                      <a:pt x="678" y="396"/>
                    </a:lnTo>
                    <a:lnTo>
                      <a:pt x="672" y="384"/>
                    </a:lnTo>
                    <a:lnTo>
                      <a:pt x="666" y="378"/>
                    </a:lnTo>
                    <a:lnTo>
                      <a:pt x="660" y="366"/>
                    </a:lnTo>
                    <a:lnTo>
                      <a:pt x="660" y="336"/>
                    </a:lnTo>
                    <a:lnTo>
                      <a:pt x="654" y="330"/>
                    </a:lnTo>
                    <a:lnTo>
                      <a:pt x="648" y="318"/>
                    </a:lnTo>
                    <a:lnTo>
                      <a:pt x="624" y="306"/>
                    </a:lnTo>
                    <a:lnTo>
                      <a:pt x="564" y="306"/>
                    </a:lnTo>
                    <a:lnTo>
                      <a:pt x="558" y="300"/>
                    </a:lnTo>
                    <a:lnTo>
                      <a:pt x="546" y="294"/>
                    </a:lnTo>
                    <a:lnTo>
                      <a:pt x="534" y="282"/>
                    </a:lnTo>
                    <a:lnTo>
                      <a:pt x="534" y="276"/>
                    </a:lnTo>
                    <a:lnTo>
                      <a:pt x="510" y="276"/>
                    </a:lnTo>
                    <a:lnTo>
                      <a:pt x="498" y="270"/>
                    </a:lnTo>
                    <a:lnTo>
                      <a:pt x="486" y="258"/>
                    </a:lnTo>
                    <a:lnTo>
                      <a:pt x="474" y="252"/>
                    </a:lnTo>
                    <a:lnTo>
                      <a:pt x="468" y="240"/>
                    </a:lnTo>
                    <a:lnTo>
                      <a:pt x="468" y="234"/>
                    </a:lnTo>
                    <a:lnTo>
                      <a:pt x="456" y="234"/>
                    </a:lnTo>
                    <a:lnTo>
                      <a:pt x="450" y="240"/>
                    </a:lnTo>
                    <a:lnTo>
                      <a:pt x="438" y="240"/>
                    </a:lnTo>
                    <a:lnTo>
                      <a:pt x="426" y="234"/>
                    </a:lnTo>
                    <a:lnTo>
                      <a:pt x="420" y="222"/>
                    </a:lnTo>
                    <a:lnTo>
                      <a:pt x="414" y="228"/>
                    </a:lnTo>
                    <a:lnTo>
                      <a:pt x="384" y="228"/>
                    </a:lnTo>
                    <a:lnTo>
                      <a:pt x="372" y="222"/>
                    </a:lnTo>
                    <a:lnTo>
                      <a:pt x="366" y="216"/>
                    </a:lnTo>
                    <a:lnTo>
                      <a:pt x="366" y="210"/>
                    </a:lnTo>
                    <a:lnTo>
                      <a:pt x="360" y="198"/>
                    </a:lnTo>
                    <a:lnTo>
                      <a:pt x="360" y="192"/>
                    </a:lnTo>
                    <a:lnTo>
                      <a:pt x="354" y="186"/>
                    </a:lnTo>
                    <a:lnTo>
                      <a:pt x="330" y="186"/>
                    </a:lnTo>
                    <a:lnTo>
                      <a:pt x="324" y="156"/>
                    </a:lnTo>
                    <a:lnTo>
                      <a:pt x="318" y="150"/>
                    </a:lnTo>
                    <a:lnTo>
                      <a:pt x="306" y="144"/>
                    </a:lnTo>
                    <a:lnTo>
                      <a:pt x="294" y="132"/>
                    </a:lnTo>
                    <a:lnTo>
                      <a:pt x="294" y="120"/>
                    </a:lnTo>
                    <a:lnTo>
                      <a:pt x="300" y="114"/>
                    </a:lnTo>
                    <a:lnTo>
                      <a:pt x="300" y="96"/>
                    </a:lnTo>
                    <a:lnTo>
                      <a:pt x="294" y="84"/>
                    </a:lnTo>
                    <a:lnTo>
                      <a:pt x="288" y="78"/>
                    </a:lnTo>
                    <a:lnTo>
                      <a:pt x="288" y="48"/>
                    </a:lnTo>
                    <a:lnTo>
                      <a:pt x="294" y="42"/>
                    </a:lnTo>
                    <a:lnTo>
                      <a:pt x="294" y="36"/>
                    </a:lnTo>
                    <a:lnTo>
                      <a:pt x="300" y="30"/>
                    </a:lnTo>
                    <a:lnTo>
                      <a:pt x="300" y="0"/>
                    </a:lnTo>
                    <a:lnTo>
                      <a:pt x="288" y="0"/>
                    </a:lnTo>
                    <a:lnTo>
                      <a:pt x="276" y="6"/>
                    </a:lnTo>
                    <a:lnTo>
                      <a:pt x="276" y="12"/>
                    </a:lnTo>
                    <a:lnTo>
                      <a:pt x="270" y="12"/>
                    </a:lnTo>
                    <a:lnTo>
                      <a:pt x="258" y="0"/>
                    </a:lnTo>
                    <a:lnTo>
                      <a:pt x="246" y="12"/>
                    </a:lnTo>
                    <a:lnTo>
                      <a:pt x="210" y="12"/>
                    </a:lnTo>
                    <a:lnTo>
                      <a:pt x="198" y="18"/>
                    </a:lnTo>
                    <a:lnTo>
                      <a:pt x="192" y="24"/>
                    </a:lnTo>
                    <a:lnTo>
                      <a:pt x="186" y="36"/>
                    </a:lnTo>
                    <a:lnTo>
                      <a:pt x="180" y="42"/>
                    </a:lnTo>
                    <a:lnTo>
                      <a:pt x="180" y="48"/>
                    </a:lnTo>
                    <a:lnTo>
                      <a:pt x="144" y="48"/>
                    </a:lnTo>
                    <a:lnTo>
                      <a:pt x="138" y="78"/>
                    </a:lnTo>
                    <a:lnTo>
                      <a:pt x="102" y="78"/>
                    </a:lnTo>
                    <a:lnTo>
                      <a:pt x="90" y="96"/>
                    </a:lnTo>
                    <a:lnTo>
                      <a:pt x="84" y="102"/>
                    </a:lnTo>
                    <a:lnTo>
                      <a:pt x="60" y="114"/>
                    </a:lnTo>
                    <a:lnTo>
                      <a:pt x="42" y="114"/>
                    </a:lnTo>
                    <a:lnTo>
                      <a:pt x="42" y="108"/>
                    </a:lnTo>
                    <a:lnTo>
                      <a:pt x="36" y="102"/>
                    </a:lnTo>
                    <a:lnTo>
                      <a:pt x="12" y="102"/>
                    </a:lnTo>
                    <a:lnTo>
                      <a:pt x="0" y="96"/>
                    </a:lnTo>
                    <a:lnTo>
                      <a:pt x="0" y="114"/>
                    </a:lnTo>
                    <a:lnTo>
                      <a:pt x="6" y="132"/>
                    </a:lnTo>
                    <a:lnTo>
                      <a:pt x="18" y="144"/>
                    </a:lnTo>
                    <a:lnTo>
                      <a:pt x="30" y="162"/>
                    </a:lnTo>
                    <a:lnTo>
                      <a:pt x="42" y="174"/>
                    </a:lnTo>
                    <a:lnTo>
                      <a:pt x="54" y="192"/>
                    </a:lnTo>
                    <a:lnTo>
                      <a:pt x="66" y="216"/>
                    </a:lnTo>
                    <a:lnTo>
                      <a:pt x="66" y="228"/>
                    </a:lnTo>
                    <a:lnTo>
                      <a:pt x="60" y="234"/>
                    </a:lnTo>
                    <a:lnTo>
                      <a:pt x="54" y="246"/>
                    </a:lnTo>
                    <a:lnTo>
                      <a:pt x="48" y="252"/>
                    </a:lnTo>
                    <a:lnTo>
                      <a:pt x="60" y="300"/>
                    </a:lnTo>
                    <a:lnTo>
                      <a:pt x="42" y="330"/>
                    </a:lnTo>
                    <a:lnTo>
                      <a:pt x="48" y="330"/>
                    </a:lnTo>
                    <a:lnTo>
                      <a:pt x="60" y="342"/>
                    </a:lnTo>
                    <a:lnTo>
                      <a:pt x="66" y="354"/>
                    </a:lnTo>
                    <a:lnTo>
                      <a:pt x="66" y="360"/>
                    </a:lnTo>
                    <a:lnTo>
                      <a:pt x="60" y="372"/>
                    </a:lnTo>
                    <a:lnTo>
                      <a:pt x="48" y="384"/>
                    </a:lnTo>
                    <a:lnTo>
                      <a:pt x="36" y="408"/>
                    </a:lnTo>
                    <a:lnTo>
                      <a:pt x="42" y="426"/>
                    </a:lnTo>
                    <a:lnTo>
                      <a:pt x="48" y="438"/>
                    </a:lnTo>
                    <a:lnTo>
                      <a:pt x="54" y="444"/>
                    </a:lnTo>
                    <a:lnTo>
                      <a:pt x="54" y="450"/>
                    </a:lnTo>
                    <a:lnTo>
                      <a:pt x="42" y="468"/>
                    </a:lnTo>
                    <a:lnTo>
                      <a:pt x="54" y="480"/>
                    </a:lnTo>
                    <a:lnTo>
                      <a:pt x="78" y="498"/>
                    </a:lnTo>
                    <a:lnTo>
                      <a:pt x="78" y="516"/>
                    </a:lnTo>
                    <a:lnTo>
                      <a:pt x="102" y="528"/>
                    </a:lnTo>
                    <a:lnTo>
                      <a:pt x="90" y="558"/>
                    </a:lnTo>
                    <a:lnTo>
                      <a:pt x="78" y="546"/>
                    </a:lnTo>
                    <a:lnTo>
                      <a:pt x="78" y="558"/>
                    </a:lnTo>
                    <a:lnTo>
                      <a:pt x="66" y="582"/>
                    </a:lnTo>
                    <a:lnTo>
                      <a:pt x="54" y="588"/>
                    </a:lnTo>
                    <a:lnTo>
                      <a:pt x="36" y="606"/>
                    </a:lnTo>
                    <a:lnTo>
                      <a:pt x="48" y="630"/>
                    </a:lnTo>
                    <a:lnTo>
                      <a:pt x="42" y="636"/>
                    </a:lnTo>
                    <a:lnTo>
                      <a:pt x="60" y="666"/>
                    </a:lnTo>
                    <a:lnTo>
                      <a:pt x="84" y="666"/>
                    </a:lnTo>
                    <a:lnTo>
                      <a:pt x="96" y="744"/>
                    </a:lnTo>
                    <a:lnTo>
                      <a:pt x="108" y="750"/>
                    </a:lnTo>
                    <a:lnTo>
                      <a:pt x="114" y="750"/>
                    </a:lnTo>
                    <a:lnTo>
                      <a:pt x="138" y="762"/>
                    </a:lnTo>
                    <a:lnTo>
                      <a:pt x="144" y="774"/>
                    </a:lnTo>
                    <a:lnTo>
                      <a:pt x="144" y="780"/>
                    </a:lnTo>
                    <a:lnTo>
                      <a:pt x="138" y="792"/>
                    </a:lnTo>
                    <a:lnTo>
                      <a:pt x="126" y="804"/>
                    </a:lnTo>
                    <a:lnTo>
                      <a:pt x="144" y="822"/>
                    </a:lnTo>
                    <a:lnTo>
                      <a:pt x="138" y="828"/>
                    </a:lnTo>
                    <a:lnTo>
                      <a:pt x="132" y="840"/>
                    </a:lnTo>
                    <a:lnTo>
                      <a:pt x="126" y="846"/>
                    </a:lnTo>
                    <a:lnTo>
                      <a:pt x="126" y="858"/>
                    </a:lnTo>
                    <a:lnTo>
                      <a:pt x="132" y="870"/>
                    </a:lnTo>
                    <a:lnTo>
                      <a:pt x="138" y="876"/>
                    </a:lnTo>
                    <a:lnTo>
                      <a:pt x="138" y="900"/>
                    </a:lnTo>
                    <a:lnTo>
                      <a:pt x="144" y="900"/>
                    </a:lnTo>
                    <a:lnTo>
                      <a:pt x="150" y="906"/>
                    </a:lnTo>
                    <a:lnTo>
                      <a:pt x="162" y="912"/>
                    </a:lnTo>
                    <a:lnTo>
                      <a:pt x="168" y="918"/>
                    </a:lnTo>
                    <a:lnTo>
                      <a:pt x="180" y="924"/>
                    </a:lnTo>
                    <a:lnTo>
                      <a:pt x="186" y="930"/>
                    </a:lnTo>
                    <a:lnTo>
                      <a:pt x="186" y="996"/>
                    </a:lnTo>
                    <a:lnTo>
                      <a:pt x="210" y="1020"/>
                    </a:lnTo>
                    <a:lnTo>
                      <a:pt x="210" y="1044"/>
                    </a:lnTo>
                    <a:lnTo>
                      <a:pt x="216" y="1056"/>
                    </a:lnTo>
                    <a:lnTo>
                      <a:pt x="270" y="1056"/>
                    </a:lnTo>
                    <a:lnTo>
                      <a:pt x="270" y="1026"/>
                    </a:lnTo>
                    <a:lnTo>
                      <a:pt x="282" y="1026"/>
                    </a:lnTo>
                    <a:lnTo>
                      <a:pt x="282" y="1008"/>
                    </a:lnTo>
                    <a:lnTo>
                      <a:pt x="306" y="1002"/>
                    </a:lnTo>
                    <a:lnTo>
                      <a:pt x="318" y="978"/>
                    </a:lnTo>
                    <a:lnTo>
                      <a:pt x="324" y="984"/>
                    </a:lnTo>
                    <a:lnTo>
                      <a:pt x="348" y="996"/>
                    </a:lnTo>
                    <a:lnTo>
                      <a:pt x="360" y="996"/>
                    </a:lnTo>
                    <a:lnTo>
                      <a:pt x="378" y="1002"/>
                    </a:lnTo>
                    <a:lnTo>
                      <a:pt x="432" y="1002"/>
                    </a:lnTo>
                    <a:lnTo>
                      <a:pt x="462" y="1050"/>
                    </a:lnTo>
                    <a:lnTo>
                      <a:pt x="474" y="996"/>
                    </a:lnTo>
                    <a:lnTo>
                      <a:pt x="546" y="990"/>
                    </a:lnTo>
                    <a:lnTo>
                      <a:pt x="582" y="1014"/>
                    </a:lnTo>
                    <a:lnTo>
                      <a:pt x="582" y="996"/>
                    </a:lnTo>
                    <a:lnTo>
                      <a:pt x="594" y="924"/>
                    </a:lnTo>
                    <a:lnTo>
                      <a:pt x="594" y="900"/>
                    </a:lnTo>
                    <a:lnTo>
                      <a:pt x="588" y="894"/>
                    </a:lnTo>
                    <a:lnTo>
                      <a:pt x="588" y="888"/>
                    </a:lnTo>
                    <a:lnTo>
                      <a:pt x="576" y="864"/>
                    </a:lnTo>
                    <a:lnTo>
                      <a:pt x="576" y="852"/>
                    </a:lnTo>
                    <a:lnTo>
                      <a:pt x="582" y="846"/>
                    </a:lnTo>
                    <a:lnTo>
                      <a:pt x="594" y="840"/>
                    </a:lnTo>
                    <a:lnTo>
                      <a:pt x="606" y="828"/>
                    </a:lnTo>
                    <a:lnTo>
                      <a:pt x="612" y="798"/>
                    </a:lnTo>
                    <a:lnTo>
                      <a:pt x="714" y="780"/>
                    </a:lnTo>
                    <a:lnTo>
                      <a:pt x="792" y="768"/>
                    </a:lnTo>
                    <a:lnTo>
                      <a:pt x="846" y="810"/>
                    </a:lnTo>
                    <a:lnTo>
                      <a:pt x="864" y="846"/>
                    </a:lnTo>
                    <a:lnTo>
                      <a:pt x="864" y="840"/>
                    </a:lnTo>
                    <a:lnTo>
                      <a:pt x="870" y="834"/>
                    </a:lnTo>
                    <a:lnTo>
                      <a:pt x="882" y="828"/>
                    </a:lnTo>
                    <a:lnTo>
                      <a:pt x="888" y="822"/>
                    </a:lnTo>
                    <a:lnTo>
                      <a:pt x="876" y="816"/>
                    </a:lnTo>
                    <a:lnTo>
                      <a:pt x="870" y="810"/>
                    </a:lnTo>
                    <a:lnTo>
                      <a:pt x="870" y="786"/>
                    </a:lnTo>
                    <a:lnTo>
                      <a:pt x="876" y="774"/>
                    </a:lnTo>
                    <a:lnTo>
                      <a:pt x="882" y="768"/>
                    </a:lnTo>
                    <a:lnTo>
                      <a:pt x="888" y="756"/>
                    </a:lnTo>
                    <a:lnTo>
                      <a:pt x="882" y="744"/>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59" name="Argentina" descr="© INSCALE GmbH, 05.05.2010&#10;http://www.presentationload.com/">
                <a:extLst>
                  <a:ext uri="{FF2B5EF4-FFF2-40B4-BE49-F238E27FC236}">
                    <a16:creationId xmlns:a16="http://schemas.microsoft.com/office/drawing/2014/main" id="{1FC27F16-97AE-B7A7-B650-7CA259B1945B}"/>
                  </a:ext>
                </a:extLst>
              </p:cNvPr>
              <p:cNvSpPr>
                <a:spLocks noEditPoints="1"/>
              </p:cNvSpPr>
              <p:nvPr/>
            </p:nvSpPr>
            <p:spPr bwMode="gray">
              <a:xfrm>
                <a:off x="1444" y="3016"/>
                <a:ext cx="277" cy="619"/>
              </a:xfrm>
              <a:custGeom>
                <a:avLst/>
                <a:gdLst>
                  <a:gd name="T0" fmla="*/ 2147483647 w 1092"/>
                  <a:gd name="T1" fmla="*/ 2147483647 h 2442"/>
                  <a:gd name="T2" fmla="*/ 2147483647 w 1092"/>
                  <a:gd name="T3" fmla="*/ 2147483647 h 2442"/>
                  <a:gd name="T4" fmla="*/ 2147483647 w 1092"/>
                  <a:gd name="T5" fmla="*/ 2147483647 h 2442"/>
                  <a:gd name="T6" fmla="*/ 2147483647 w 1092"/>
                  <a:gd name="T7" fmla="*/ 2147483647 h 2442"/>
                  <a:gd name="T8" fmla="*/ 2147483647 w 1092"/>
                  <a:gd name="T9" fmla="*/ 2147483647 h 2442"/>
                  <a:gd name="T10" fmla="*/ 2147483647 w 1092"/>
                  <a:gd name="T11" fmla="*/ 2147483647 h 2442"/>
                  <a:gd name="T12" fmla="*/ 2147483647 w 1092"/>
                  <a:gd name="T13" fmla="*/ 2147483647 h 2442"/>
                  <a:gd name="T14" fmla="*/ 2147483647 w 1092"/>
                  <a:gd name="T15" fmla="*/ 2147483647 h 2442"/>
                  <a:gd name="T16" fmla="*/ 2147483647 w 1092"/>
                  <a:gd name="T17" fmla="*/ 2147483647 h 2442"/>
                  <a:gd name="T18" fmla="*/ 2147483647 w 1092"/>
                  <a:gd name="T19" fmla="*/ 2147483647 h 2442"/>
                  <a:gd name="T20" fmla="*/ 2147483647 w 1092"/>
                  <a:gd name="T21" fmla="*/ 0 h 2442"/>
                  <a:gd name="T22" fmla="*/ 2147483647 w 1092"/>
                  <a:gd name="T23" fmla="*/ 2147483647 h 2442"/>
                  <a:gd name="T24" fmla="*/ 2147483647 w 1092"/>
                  <a:gd name="T25" fmla="*/ 2147483647 h 2442"/>
                  <a:gd name="T26" fmla="*/ 2147483647 w 1092"/>
                  <a:gd name="T27" fmla="*/ 2147483647 h 2442"/>
                  <a:gd name="T28" fmla="*/ 2147483647 w 1092"/>
                  <a:gd name="T29" fmla="*/ 2147483647 h 2442"/>
                  <a:gd name="T30" fmla="*/ 2147483647 w 1092"/>
                  <a:gd name="T31" fmla="*/ 2147483647 h 2442"/>
                  <a:gd name="T32" fmla="*/ 2147483647 w 1092"/>
                  <a:gd name="T33" fmla="*/ 2147483647 h 2442"/>
                  <a:gd name="T34" fmla="*/ 2147483647 w 1092"/>
                  <a:gd name="T35" fmla="*/ 2147483647 h 2442"/>
                  <a:gd name="T36" fmla="*/ 2147483647 w 1092"/>
                  <a:gd name="T37" fmla="*/ 2147483647 h 2442"/>
                  <a:gd name="T38" fmla="*/ 2147483647 w 1092"/>
                  <a:gd name="T39" fmla="*/ 2147483647 h 2442"/>
                  <a:gd name="T40" fmla="*/ 2147483647 w 1092"/>
                  <a:gd name="T41" fmla="*/ 2147483647 h 2442"/>
                  <a:gd name="T42" fmla="*/ 2147483647 w 1092"/>
                  <a:gd name="T43" fmla="*/ 2147483647 h 2442"/>
                  <a:gd name="T44" fmla="*/ 2147483647 w 1092"/>
                  <a:gd name="T45" fmla="*/ 2147483647 h 2442"/>
                  <a:gd name="T46" fmla="*/ 2147483647 w 1092"/>
                  <a:gd name="T47" fmla="*/ 2147483647 h 2442"/>
                  <a:gd name="T48" fmla="*/ 2147483647 w 1092"/>
                  <a:gd name="T49" fmla="*/ 2147483647 h 2442"/>
                  <a:gd name="T50" fmla="*/ 2147483647 w 1092"/>
                  <a:gd name="T51" fmla="*/ 2147483647 h 2442"/>
                  <a:gd name="T52" fmla="*/ 2147483647 w 1092"/>
                  <a:gd name="T53" fmla="*/ 2147483647 h 2442"/>
                  <a:gd name="T54" fmla="*/ 2147483647 w 1092"/>
                  <a:gd name="T55" fmla="*/ 2147483647 h 2442"/>
                  <a:gd name="T56" fmla="*/ 2147483647 w 1092"/>
                  <a:gd name="T57" fmla="*/ 2147483647 h 2442"/>
                  <a:gd name="T58" fmla="*/ 2147483647 w 1092"/>
                  <a:gd name="T59" fmla="*/ 2147483647 h 2442"/>
                  <a:gd name="T60" fmla="*/ 2147483647 w 1092"/>
                  <a:gd name="T61" fmla="*/ 2147483647 h 2442"/>
                  <a:gd name="T62" fmla="*/ 2147483647 w 1092"/>
                  <a:gd name="T63" fmla="*/ 2147483647 h 2442"/>
                  <a:gd name="T64" fmla="*/ 2147483647 w 1092"/>
                  <a:gd name="T65" fmla="*/ 2147483647 h 2442"/>
                  <a:gd name="T66" fmla="*/ 2147483647 w 1092"/>
                  <a:gd name="T67" fmla="*/ 2147483647 h 2442"/>
                  <a:gd name="T68" fmla="*/ 2147483647 w 1092"/>
                  <a:gd name="T69" fmla="*/ 2147483647 h 2442"/>
                  <a:gd name="T70" fmla="*/ 2147483647 w 1092"/>
                  <a:gd name="T71" fmla="*/ 2147483647 h 2442"/>
                  <a:gd name="T72" fmla="*/ 2147483647 w 1092"/>
                  <a:gd name="T73" fmla="*/ 2147483647 h 2442"/>
                  <a:gd name="T74" fmla="*/ 2147483647 w 1092"/>
                  <a:gd name="T75" fmla="*/ 2147483647 h 2442"/>
                  <a:gd name="T76" fmla="*/ 2147483647 w 1092"/>
                  <a:gd name="T77" fmla="*/ 2147483647 h 2442"/>
                  <a:gd name="T78" fmla="*/ 2147483647 w 1092"/>
                  <a:gd name="T79" fmla="*/ 2147483647 h 2442"/>
                  <a:gd name="T80" fmla="*/ 2147483647 w 1092"/>
                  <a:gd name="T81" fmla="*/ 2147483647 h 2442"/>
                  <a:gd name="T82" fmla="*/ 2147483647 w 1092"/>
                  <a:gd name="T83" fmla="*/ 2147483647 h 2442"/>
                  <a:gd name="T84" fmla="*/ 2147483647 w 1092"/>
                  <a:gd name="T85" fmla="*/ 2147483647 h 2442"/>
                  <a:gd name="T86" fmla="*/ 2147483647 w 1092"/>
                  <a:gd name="T87" fmla="*/ 2147483647 h 2442"/>
                  <a:gd name="T88" fmla="*/ 2147483647 w 1092"/>
                  <a:gd name="T89" fmla="*/ 2147483647 h 2442"/>
                  <a:gd name="T90" fmla="*/ 2147483647 w 1092"/>
                  <a:gd name="T91" fmla="*/ 2147483647 h 2442"/>
                  <a:gd name="T92" fmla="*/ 2147483647 w 1092"/>
                  <a:gd name="T93" fmla="*/ 2147483647 h 2442"/>
                  <a:gd name="T94" fmla="*/ 2147483647 w 1092"/>
                  <a:gd name="T95" fmla="*/ 2147483647 h 2442"/>
                  <a:gd name="T96" fmla="*/ 2147483647 w 1092"/>
                  <a:gd name="T97" fmla="*/ 2147483647 h 2442"/>
                  <a:gd name="T98" fmla="*/ 2147483647 w 1092"/>
                  <a:gd name="T99" fmla="*/ 2147483647 h 2442"/>
                  <a:gd name="T100" fmla="*/ 2147483647 w 1092"/>
                  <a:gd name="T101" fmla="*/ 2147483647 h 2442"/>
                  <a:gd name="T102" fmla="*/ 2147483647 w 1092"/>
                  <a:gd name="T103" fmla="*/ 2147483647 h 2442"/>
                  <a:gd name="T104" fmla="*/ 2147483647 w 1092"/>
                  <a:gd name="T105" fmla="*/ 2147483647 h 2442"/>
                  <a:gd name="T106" fmla="*/ 2147483647 w 1092"/>
                  <a:gd name="T107" fmla="*/ 2147483647 h 2442"/>
                  <a:gd name="T108" fmla="*/ 2147483647 w 1092"/>
                  <a:gd name="T109" fmla="*/ 2147483647 h 2442"/>
                  <a:gd name="T110" fmla="*/ 2147483647 w 1092"/>
                  <a:gd name="T111" fmla="*/ 2147483647 h 2442"/>
                  <a:gd name="T112" fmla="*/ 2147483647 w 1092"/>
                  <a:gd name="T113" fmla="*/ 2147483647 h 244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092"/>
                  <a:gd name="T172" fmla="*/ 0 h 2442"/>
                  <a:gd name="T173" fmla="*/ 1092 w 1092"/>
                  <a:gd name="T174" fmla="*/ 2442 h 244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092" h="2442">
                    <a:moveTo>
                      <a:pt x="954" y="534"/>
                    </a:moveTo>
                    <a:lnTo>
                      <a:pt x="978" y="528"/>
                    </a:lnTo>
                    <a:lnTo>
                      <a:pt x="984" y="504"/>
                    </a:lnTo>
                    <a:lnTo>
                      <a:pt x="990" y="498"/>
                    </a:lnTo>
                    <a:lnTo>
                      <a:pt x="990" y="480"/>
                    </a:lnTo>
                    <a:lnTo>
                      <a:pt x="1026" y="480"/>
                    </a:lnTo>
                    <a:lnTo>
                      <a:pt x="1026" y="462"/>
                    </a:lnTo>
                    <a:lnTo>
                      <a:pt x="1032" y="450"/>
                    </a:lnTo>
                    <a:lnTo>
                      <a:pt x="1038" y="444"/>
                    </a:lnTo>
                    <a:lnTo>
                      <a:pt x="1092" y="426"/>
                    </a:lnTo>
                    <a:lnTo>
                      <a:pt x="1092" y="390"/>
                    </a:lnTo>
                    <a:lnTo>
                      <a:pt x="1086" y="372"/>
                    </a:lnTo>
                    <a:lnTo>
                      <a:pt x="1086" y="342"/>
                    </a:lnTo>
                    <a:lnTo>
                      <a:pt x="1080" y="336"/>
                    </a:lnTo>
                    <a:lnTo>
                      <a:pt x="1074" y="336"/>
                    </a:lnTo>
                    <a:lnTo>
                      <a:pt x="1074" y="324"/>
                    </a:lnTo>
                    <a:lnTo>
                      <a:pt x="1062" y="300"/>
                    </a:lnTo>
                    <a:lnTo>
                      <a:pt x="1056" y="294"/>
                    </a:lnTo>
                    <a:lnTo>
                      <a:pt x="1038" y="294"/>
                    </a:lnTo>
                    <a:lnTo>
                      <a:pt x="1032" y="300"/>
                    </a:lnTo>
                    <a:lnTo>
                      <a:pt x="1020" y="306"/>
                    </a:lnTo>
                    <a:lnTo>
                      <a:pt x="1020" y="384"/>
                    </a:lnTo>
                    <a:lnTo>
                      <a:pt x="1008" y="390"/>
                    </a:lnTo>
                    <a:lnTo>
                      <a:pt x="1002" y="402"/>
                    </a:lnTo>
                    <a:lnTo>
                      <a:pt x="990" y="408"/>
                    </a:lnTo>
                    <a:lnTo>
                      <a:pt x="984" y="414"/>
                    </a:lnTo>
                    <a:lnTo>
                      <a:pt x="978" y="414"/>
                    </a:lnTo>
                    <a:lnTo>
                      <a:pt x="966" y="426"/>
                    </a:lnTo>
                    <a:lnTo>
                      <a:pt x="954" y="450"/>
                    </a:lnTo>
                    <a:lnTo>
                      <a:pt x="948" y="456"/>
                    </a:lnTo>
                    <a:lnTo>
                      <a:pt x="948" y="450"/>
                    </a:lnTo>
                    <a:lnTo>
                      <a:pt x="942" y="444"/>
                    </a:lnTo>
                    <a:lnTo>
                      <a:pt x="930" y="444"/>
                    </a:lnTo>
                    <a:lnTo>
                      <a:pt x="924" y="450"/>
                    </a:lnTo>
                    <a:lnTo>
                      <a:pt x="924" y="468"/>
                    </a:lnTo>
                    <a:lnTo>
                      <a:pt x="912" y="450"/>
                    </a:lnTo>
                    <a:lnTo>
                      <a:pt x="852" y="450"/>
                    </a:lnTo>
                    <a:lnTo>
                      <a:pt x="834" y="444"/>
                    </a:lnTo>
                    <a:lnTo>
                      <a:pt x="822" y="438"/>
                    </a:lnTo>
                    <a:lnTo>
                      <a:pt x="816" y="432"/>
                    </a:lnTo>
                    <a:lnTo>
                      <a:pt x="804" y="426"/>
                    </a:lnTo>
                    <a:lnTo>
                      <a:pt x="798" y="426"/>
                    </a:lnTo>
                    <a:lnTo>
                      <a:pt x="786" y="432"/>
                    </a:lnTo>
                    <a:lnTo>
                      <a:pt x="762" y="432"/>
                    </a:lnTo>
                    <a:lnTo>
                      <a:pt x="756" y="426"/>
                    </a:lnTo>
                    <a:lnTo>
                      <a:pt x="756" y="414"/>
                    </a:lnTo>
                    <a:lnTo>
                      <a:pt x="762" y="402"/>
                    </a:lnTo>
                    <a:lnTo>
                      <a:pt x="768" y="396"/>
                    </a:lnTo>
                    <a:lnTo>
                      <a:pt x="774" y="384"/>
                    </a:lnTo>
                    <a:lnTo>
                      <a:pt x="780" y="378"/>
                    </a:lnTo>
                    <a:lnTo>
                      <a:pt x="780" y="342"/>
                    </a:lnTo>
                    <a:lnTo>
                      <a:pt x="798" y="342"/>
                    </a:lnTo>
                    <a:lnTo>
                      <a:pt x="804" y="336"/>
                    </a:lnTo>
                    <a:lnTo>
                      <a:pt x="804" y="330"/>
                    </a:lnTo>
                    <a:lnTo>
                      <a:pt x="798" y="318"/>
                    </a:lnTo>
                    <a:lnTo>
                      <a:pt x="792" y="312"/>
                    </a:lnTo>
                    <a:lnTo>
                      <a:pt x="798" y="300"/>
                    </a:lnTo>
                    <a:lnTo>
                      <a:pt x="804" y="294"/>
                    </a:lnTo>
                    <a:lnTo>
                      <a:pt x="804" y="282"/>
                    </a:lnTo>
                    <a:lnTo>
                      <a:pt x="810" y="276"/>
                    </a:lnTo>
                    <a:lnTo>
                      <a:pt x="804" y="270"/>
                    </a:lnTo>
                    <a:lnTo>
                      <a:pt x="792" y="264"/>
                    </a:lnTo>
                    <a:lnTo>
                      <a:pt x="774" y="258"/>
                    </a:lnTo>
                    <a:lnTo>
                      <a:pt x="762" y="252"/>
                    </a:lnTo>
                    <a:lnTo>
                      <a:pt x="750" y="252"/>
                    </a:lnTo>
                    <a:lnTo>
                      <a:pt x="744" y="246"/>
                    </a:lnTo>
                    <a:lnTo>
                      <a:pt x="708" y="228"/>
                    </a:lnTo>
                    <a:lnTo>
                      <a:pt x="690" y="216"/>
                    </a:lnTo>
                    <a:lnTo>
                      <a:pt x="678" y="210"/>
                    </a:lnTo>
                    <a:lnTo>
                      <a:pt x="672" y="204"/>
                    </a:lnTo>
                    <a:lnTo>
                      <a:pt x="666" y="204"/>
                    </a:lnTo>
                    <a:lnTo>
                      <a:pt x="660" y="198"/>
                    </a:lnTo>
                    <a:lnTo>
                      <a:pt x="648" y="192"/>
                    </a:lnTo>
                    <a:lnTo>
                      <a:pt x="642" y="186"/>
                    </a:lnTo>
                    <a:lnTo>
                      <a:pt x="630" y="180"/>
                    </a:lnTo>
                    <a:lnTo>
                      <a:pt x="600" y="180"/>
                    </a:lnTo>
                    <a:lnTo>
                      <a:pt x="564" y="162"/>
                    </a:lnTo>
                    <a:lnTo>
                      <a:pt x="558" y="156"/>
                    </a:lnTo>
                    <a:lnTo>
                      <a:pt x="552" y="156"/>
                    </a:lnTo>
                    <a:lnTo>
                      <a:pt x="546" y="138"/>
                    </a:lnTo>
                    <a:lnTo>
                      <a:pt x="534" y="132"/>
                    </a:lnTo>
                    <a:lnTo>
                      <a:pt x="516" y="114"/>
                    </a:lnTo>
                    <a:lnTo>
                      <a:pt x="492" y="102"/>
                    </a:lnTo>
                    <a:lnTo>
                      <a:pt x="486" y="96"/>
                    </a:lnTo>
                    <a:lnTo>
                      <a:pt x="480" y="84"/>
                    </a:lnTo>
                    <a:lnTo>
                      <a:pt x="468" y="78"/>
                    </a:lnTo>
                    <a:lnTo>
                      <a:pt x="462" y="66"/>
                    </a:lnTo>
                    <a:lnTo>
                      <a:pt x="456" y="60"/>
                    </a:lnTo>
                    <a:lnTo>
                      <a:pt x="456" y="54"/>
                    </a:lnTo>
                    <a:lnTo>
                      <a:pt x="438" y="36"/>
                    </a:lnTo>
                    <a:lnTo>
                      <a:pt x="402" y="12"/>
                    </a:lnTo>
                    <a:lnTo>
                      <a:pt x="330" y="18"/>
                    </a:lnTo>
                    <a:lnTo>
                      <a:pt x="318" y="72"/>
                    </a:lnTo>
                    <a:lnTo>
                      <a:pt x="288" y="24"/>
                    </a:lnTo>
                    <a:lnTo>
                      <a:pt x="234" y="24"/>
                    </a:lnTo>
                    <a:lnTo>
                      <a:pt x="216" y="18"/>
                    </a:lnTo>
                    <a:lnTo>
                      <a:pt x="204" y="18"/>
                    </a:lnTo>
                    <a:lnTo>
                      <a:pt x="180" y="6"/>
                    </a:lnTo>
                    <a:lnTo>
                      <a:pt x="174" y="0"/>
                    </a:lnTo>
                    <a:lnTo>
                      <a:pt x="162" y="24"/>
                    </a:lnTo>
                    <a:lnTo>
                      <a:pt x="138" y="30"/>
                    </a:lnTo>
                    <a:lnTo>
                      <a:pt x="138" y="48"/>
                    </a:lnTo>
                    <a:lnTo>
                      <a:pt x="126" y="48"/>
                    </a:lnTo>
                    <a:lnTo>
                      <a:pt x="126" y="78"/>
                    </a:lnTo>
                    <a:lnTo>
                      <a:pt x="114" y="78"/>
                    </a:lnTo>
                    <a:lnTo>
                      <a:pt x="126" y="96"/>
                    </a:lnTo>
                    <a:lnTo>
                      <a:pt x="114" y="180"/>
                    </a:lnTo>
                    <a:lnTo>
                      <a:pt x="108" y="180"/>
                    </a:lnTo>
                    <a:lnTo>
                      <a:pt x="102" y="186"/>
                    </a:lnTo>
                    <a:lnTo>
                      <a:pt x="90" y="192"/>
                    </a:lnTo>
                    <a:lnTo>
                      <a:pt x="72" y="198"/>
                    </a:lnTo>
                    <a:lnTo>
                      <a:pt x="60" y="210"/>
                    </a:lnTo>
                    <a:lnTo>
                      <a:pt x="48" y="216"/>
                    </a:lnTo>
                    <a:lnTo>
                      <a:pt x="42" y="228"/>
                    </a:lnTo>
                    <a:lnTo>
                      <a:pt x="36" y="234"/>
                    </a:lnTo>
                    <a:lnTo>
                      <a:pt x="36" y="240"/>
                    </a:lnTo>
                    <a:lnTo>
                      <a:pt x="42" y="246"/>
                    </a:lnTo>
                    <a:lnTo>
                      <a:pt x="54" y="252"/>
                    </a:lnTo>
                    <a:lnTo>
                      <a:pt x="66" y="252"/>
                    </a:lnTo>
                    <a:lnTo>
                      <a:pt x="66" y="258"/>
                    </a:lnTo>
                    <a:lnTo>
                      <a:pt x="42" y="282"/>
                    </a:lnTo>
                    <a:lnTo>
                      <a:pt x="42" y="300"/>
                    </a:lnTo>
                    <a:lnTo>
                      <a:pt x="48" y="306"/>
                    </a:lnTo>
                    <a:lnTo>
                      <a:pt x="60" y="312"/>
                    </a:lnTo>
                    <a:lnTo>
                      <a:pt x="72" y="324"/>
                    </a:lnTo>
                    <a:lnTo>
                      <a:pt x="78" y="336"/>
                    </a:lnTo>
                    <a:lnTo>
                      <a:pt x="72" y="342"/>
                    </a:lnTo>
                    <a:lnTo>
                      <a:pt x="66" y="354"/>
                    </a:lnTo>
                    <a:lnTo>
                      <a:pt x="54" y="366"/>
                    </a:lnTo>
                    <a:lnTo>
                      <a:pt x="48" y="366"/>
                    </a:lnTo>
                    <a:lnTo>
                      <a:pt x="54" y="366"/>
                    </a:lnTo>
                    <a:lnTo>
                      <a:pt x="60" y="372"/>
                    </a:lnTo>
                    <a:lnTo>
                      <a:pt x="84" y="384"/>
                    </a:lnTo>
                    <a:lnTo>
                      <a:pt x="90" y="396"/>
                    </a:lnTo>
                    <a:lnTo>
                      <a:pt x="90" y="408"/>
                    </a:lnTo>
                    <a:lnTo>
                      <a:pt x="78" y="414"/>
                    </a:lnTo>
                    <a:lnTo>
                      <a:pt x="72" y="420"/>
                    </a:lnTo>
                    <a:lnTo>
                      <a:pt x="54" y="420"/>
                    </a:lnTo>
                    <a:lnTo>
                      <a:pt x="54" y="432"/>
                    </a:lnTo>
                    <a:lnTo>
                      <a:pt x="48" y="450"/>
                    </a:lnTo>
                    <a:lnTo>
                      <a:pt x="48" y="462"/>
                    </a:lnTo>
                    <a:lnTo>
                      <a:pt x="42" y="474"/>
                    </a:lnTo>
                    <a:lnTo>
                      <a:pt x="42" y="486"/>
                    </a:lnTo>
                    <a:lnTo>
                      <a:pt x="30" y="498"/>
                    </a:lnTo>
                    <a:lnTo>
                      <a:pt x="24" y="510"/>
                    </a:lnTo>
                    <a:lnTo>
                      <a:pt x="18" y="516"/>
                    </a:lnTo>
                    <a:lnTo>
                      <a:pt x="18" y="582"/>
                    </a:lnTo>
                    <a:lnTo>
                      <a:pt x="6" y="594"/>
                    </a:lnTo>
                    <a:lnTo>
                      <a:pt x="6" y="606"/>
                    </a:lnTo>
                    <a:lnTo>
                      <a:pt x="18" y="630"/>
                    </a:lnTo>
                    <a:lnTo>
                      <a:pt x="30" y="666"/>
                    </a:lnTo>
                    <a:lnTo>
                      <a:pt x="36" y="678"/>
                    </a:lnTo>
                    <a:lnTo>
                      <a:pt x="36" y="684"/>
                    </a:lnTo>
                    <a:lnTo>
                      <a:pt x="12" y="684"/>
                    </a:lnTo>
                    <a:lnTo>
                      <a:pt x="18" y="738"/>
                    </a:lnTo>
                    <a:lnTo>
                      <a:pt x="6" y="744"/>
                    </a:lnTo>
                    <a:lnTo>
                      <a:pt x="0" y="744"/>
                    </a:lnTo>
                    <a:lnTo>
                      <a:pt x="0" y="768"/>
                    </a:lnTo>
                    <a:lnTo>
                      <a:pt x="6" y="774"/>
                    </a:lnTo>
                    <a:lnTo>
                      <a:pt x="6" y="780"/>
                    </a:lnTo>
                    <a:lnTo>
                      <a:pt x="18" y="786"/>
                    </a:lnTo>
                    <a:lnTo>
                      <a:pt x="36" y="804"/>
                    </a:lnTo>
                    <a:lnTo>
                      <a:pt x="36" y="816"/>
                    </a:lnTo>
                    <a:lnTo>
                      <a:pt x="30" y="822"/>
                    </a:lnTo>
                    <a:lnTo>
                      <a:pt x="30" y="828"/>
                    </a:lnTo>
                    <a:lnTo>
                      <a:pt x="48" y="846"/>
                    </a:lnTo>
                    <a:lnTo>
                      <a:pt x="60" y="876"/>
                    </a:lnTo>
                    <a:lnTo>
                      <a:pt x="66" y="888"/>
                    </a:lnTo>
                    <a:lnTo>
                      <a:pt x="60" y="894"/>
                    </a:lnTo>
                    <a:lnTo>
                      <a:pt x="60" y="906"/>
                    </a:lnTo>
                    <a:lnTo>
                      <a:pt x="72" y="918"/>
                    </a:lnTo>
                    <a:lnTo>
                      <a:pt x="96" y="918"/>
                    </a:lnTo>
                    <a:lnTo>
                      <a:pt x="102" y="960"/>
                    </a:lnTo>
                    <a:lnTo>
                      <a:pt x="108" y="972"/>
                    </a:lnTo>
                    <a:lnTo>
                      <a:pt x="114" y="978"/>
                    </a:lnTo>
                    <a:lnTo>
                      <a:pt x="120" y="990"/>
                    </a:lnTo>
                    <a:lnTo>
                      <a:pt x="120" y="996"/>
                    </a:lnTo>
                    <a:lnTo>
                      <a:pt x="102" y="1014"/>
                    </a:lnTo>
                    <a:lnTo>
                      <a:pt x="102" y="1038"/>
                    </a:lnTo>
                    <a:lnTo>
                      <a:pt x="96" y="1056"/>
                    </a:lnTo>
                    <a:lnTo>
                      <a:pt x="96" y="1086"/>
                    </a:lnTo>
                    <a:lnTo>
                      <a:pt x="84" y="1086"/>
                    </a:lnTo>
                    <a:lnTo>
                      <a:pt x="90" y="1092"/>
                    </a:lnTo>
                    <a:lnTo>
                      <a:pt x="96" y="1104"/>
                    </a:lnTo>
                    <a:lnTo>
                      <a:pt x="102" y="1110"/>
                    </a:lnTo>
                    <a:lnTo>
                      <a:pt x="108" y="1122"/>
                    </a:lnTo>
                    <a:lnTo>
                      <a:pt x="114" y="1128"/>
                    </a:lnTo>
                    <a:lnTo>
                      <a:pt x="114" y="1140"/>
                    </a:lnTo>
                    <a:lnTo>
                      <a:pt x="108" y="1152"/>
                    </a:lnTo>
                    <a:lnTo>
                      <a:pt x="108" y="1158"/>
                    </a:lnTo>
                    <a:lnTo>
                      <a:pt x="102" y="1176"/>
                    </a:lnTo>
                    <a:lnTo>
                      <a:pt x="78" y="1182"/>
                    </a:lnTo>
                    <a:lnTo>
                      <a:pt x="78" y="1188"/>
                    </a:lnTo>
                    <a:lnTo>
                      <a:pt x="84" y="1194"/>
                    </a:lnTo>
                    <a:lnTo>
                      <a:pt x="84" y="1206"/>
                    </a:lnTo>
                    <a:lnTo>
                      <a:pt x="90" y="1224"/>
                    </a:lnTo>
                    <a:lnTo>
                      <a:pt x="96" y="1236"/>
                    </a:lnTo>
                    <a:lnTo>
                      <a:pt x="96" y="1284"/>
                    </a:lnTo>
                    <a:lnTo>
                      <a:pt x="126" y="1308"/>
                    </a:lnTo>
                    <a:lnTo>
                      <a:pt x="126" y="1326"/>
                    </a:lnTo>
                    <a:lnTo>
                      <a:pt x="132" y="1326"/>
                    </a:lnTo>
                    <a:lnTo>
                      <a:pt x="150" y="1344"/>
                    </a:lnTo>
                    <a:lnTo>
                      <a:pt x="150" y="1350"/>
                    </a:lnTo>
                    <a:lnTo>
                      <a:pt x="144" y="1362"/>
                    </a:lnTo>
                    <a:lnTo>
                      <a:pt x="132" y="1368"/>
                    </a:lnTo>
                    <a:lnTo>
                      <a:pt x="126" y="1374"/>
                    </a:lnTo>
                    <a:lnTo>
                      <a:pt x="120" y="1374"/>
                    </a:lnTo>
                    <a:lnTo>
                      <a:pt x="132" y="1416"/>
                    </a:lnTo>
                    <a:lnTo>
                      <a:pt x="114" y="1428"/>
                    </a:lnTo>
                    <a:lnTo>
                      <a:pt x="132" y="1446"/>
                    </a:lnTo>
                    <a:lnTo>
                      <a:pt x="132" y="1452"/>
                    </a:lnTo>
                    <a:lnTo>
                      <a:pt x="126" y="1464"/>
                    </a:lnTo>
                    <a:lnTo>
                      <a:pt x="126" y="1470"/>
                    </a:lnTo>
                    <a:lnTo>
                      <a:pt x="144" y="1482"/>
                    </a:lnTo>
                    <a:lnTo>
                      <a:pt x="144" y="1494"/>
                    </a:lnTo>
                    <a:lnTo>
                      <a:pt x="138" y="1500"/>
                    </a:lnTo>
                    <a:lnTo>
                      <a:pt x="138" y="1530"/>
                    </a:lnTo>
                    <a:lnTo>
                      <a:pt x="144" y="1536"/>
                    </a:lnTo>
                    <a:lnTo>
                      <a:pt x="150" y="1548"/>
                    </a:lnTo>
                    <a:lnTo>
                      <a:pt x="150" y="1572"/>
                    </a:lnTo>
                    <a:lnTo>
                      <a:pt x="156" y="1584"/>
                    </a:lnTo>
                    <a:lnTo>
                      <a:pt x="174" y="1602"/>
                    </a:lnTo>
                    <a:lnTo>
                      <a:pt x="186" y="1608"/>
                    </a:lnTo>
                    <a:lnTo>
                      <a:pt x="198" y="1620"/>
                    </a:lnTo>
                    <a:lnTo>
                      <a:pt x="192" y="1620"/>
                    </a:lnTo>
                    <a:lnTo>
                      <a:pt x="180" y="1626"/>
                    </a:lnTo>
                    <a:lnTo>
                      <a:pt x="174" y="1632"/>
                    </a:lnTo>
                    <a:lnTo>
                      <a:pt x="174" y="1644"/>
                    </a:lnTo>
                    <a:lnTo>
                      <a:pt x="180" y="1656"/>
                    </a:lnTo>
                    <a:lnTo>
                      <a:pt x="180" y="1674"/>
                    </a:lnTo>
                    <a:lnTo>
                      <a:pt x="186" y="1686"/>
                    </a:lnTo>
                    <a:lnTo>
                      <a:pt x="186" y="1698"/>
                    </a:lnTo>
                    <a:lnTo>
                      <a:pt x="192" y="1704"/>
                    </a:lnTo>
                    <a:lnTo>
                      <a:pt x="216" y="1716"/>
                    </a:lnTo>
                    <a:lnTo>
                      <a:pt x="210" y="1746"/>
                    </a:lnTo>
                    <a:lnTo>
                      <a:pt x="216" y="1746"/>
                    </a:lnTo>
                    <a:lnTo>
                      <a:pt x="228" y="1752"/>
                    </a:lnTo>
                    <a:lnTo>
                      <a:pt x="234" y="1758"/>
                    </a:lnTo>
                    <a:lnTo>
                      <a:pt x="234" y="1764"/>
                    </a:lnTo>
                    <a:lnTo>
                      <a:pt x="240" y="1776"/>
                    </a:lnTo>
                    <a:lnTo>
                      <a:pt x="240" y="1806"/>
                    </a:lnTo>
                    <a:lnTo>
                      <a:pt x="252" y="1818"/>
                    </a:lnTo>
                    <a:lnTo>
                      <a:pt x="282" y="1818"/>
                    </a:lnTo>
                    <a:lnTo>
                      <a:pt x="294" y="1824"/>
                    </a:lnTo>
                    <a:lnTo>
                      <a:pt x="294" y="1830"/>
                    </a:lnTo>
                    <a:lnTo>
                      <a:pt x="288" y="1836"/>
                    </a:lnTo>
                    <a:lnTo>
                      <a:pt x="276" y="1836"/>
                    </a:lnTo>
                    <a:lnTo>
                      <a:pt x="264" y="1842"/>
                    </a:lnTo>
                    <a:lnTo>
                      <a:pt x="246" y="1842"/>
                    </a:lnTo>
                    <a:lnTo>
                      <a:pt x="252" y="1848"/>
                    </a:lnTo>
                    <a:lnTo>
                      <a:pt x="258" y="1848"/>
                    </a:lnTo>
                    <a:lnTo>
                      <a:pt x="270" y="1854"/>
                    </a:lnTo>
                    <a:lnTo>
                      <a:pt x="276" y="1860"/>
                    </a:lnTo>
                    <a:lnTo>
                      <a:pt x="288" y="1860"/>
                    </a:lnTo>
                    <a:lnTo>
                      <a:pt x="312" y="1884"/>
                    </a:lnTo>
                    <a:lnTo>
                      <a:pt x="306" y="1890"/>
                    </a:lnTo>
                    <a:lnTo>
                      <a:pt x="300" y="1902"/>
                    </a:lnTo>
                    <a:lnTo>
                      <a:pt x="288" y="1914"/>
                    </a:lnTo>
                    <a:lnTo>
                      <a:pt x="312" y="1932"/>
                    </a:lnTo>
                    <a:lnTo>
                      <a:pt x="306" y="1956"/>
                    </a:lnTo>
                    <a:lnTo>
                      <a:pt x="330" y="1980"/>
                    </a:lnTo>
                    <a:lnTo>
                      <a:pt x="324" y="2016"/>
                    </a:lnTo>
                    <a:lnTo>
                      <a:pt x="336" y="2040"/>
                    </a:lnTo>
                    <a:lnTo>
                      <a:pt x="324" y="2046"/>
                    </a:lnTo>
                    <a:lnTo>
                      <a:pt x="318" y="2088"/>
                    </a:lnTo>
                    <a:lnTo>
                      <a:pt x="324" y="2088"/>
                    </a:lnTo>
                    <a:lnTo>
                      <a:pt x="348" y="2112"/>
                    </a:lnTo>
                    <a:lnTo>
                      <a:pt x="348" y="2118"/>
                    </a:lnTo>
                    <a:lnTo>
                      <a:pt x="342" y="2118"/>
                    </a:lnTo>
                    <a:lnTo>
                      <a:pt x="330" y="2124"/>
                    </a:lnTo>
                    <a:lnTo>
                      <a:pt x="324" y="2130"/>
                    </a:lnTo>
                    <a:lnTo>
                      <a:pt x="348" y="2154"/>
                    </a:lnTo>
                    <a:lnTo>
                      <a:pt x="348" y="2160"/>
                    </a:lnTo>
                    <a:lnTo>
                      <a:pt x="342" y="2166"/>
                    </a:lnTo>
                    <a:lnTo>
                      <a:pt x="336" y="2166"/>
                    </a:lnTo>
                    <a:lnTo>
                      <a:pt x="330" y="2172"/>
                    </a:lnTo>
                    <a:lnTo>
                      <a:pt x="324" y="2172"/>
                    </a:lnTo>
                    <a:lnTo>
                      <a:pt x="324" y="2196"/>
                    </a:lnTo>
                    <a:lnTo>
                      <a:pt x="312" y="2202"/>
                    </a:lnTo>
                    <a:lnTo>
                      <a:pt x="312" y="2214"/>
                    </a:lnTo>
                    <a:lnTo>
                      <a:pt x="318" y="2226"/>
                    </a:lnTo>
                    <a:lnTo>
                      <a:pt x="324" y="2232"/>
                    </a:lnTo>
                    <a:lnTo>
                      <a:pt x="324" y="2268"/>
                    </a:lnTo>
                    <a:lnTo>
                      <a:pt x="354" y="2274"/>
                    </a:lnTo>
                    <a:lnTo>
                      <a:pt x="354" y="2280"/>
                    </a:lnTo>
                    <a:lnTo>
                      <a:pt x="360" y="2286"/>
                    </a:lnTo>
                    <a:lnTo>
                      <a:pt x="360" y="2298"/>
                    </a:lnTo>
                    <a:lnTo>
                      <a:pt x="366" y="2304"/>
                    </a:lnTo>
                    <a:lnTo>
                      <a:pt x="378" y="2310"/>
                    </a:lnTo>
                    <a:lnTo>
                      <a:pt x="384" y="2310"/>
                    </a:lnTo>
                    <a:lnTo>
                      <a:pt x="396" y="2298"/>
                    </a:lnTo>
                    <a:lnTo>
                      <a:pt x="414" y="2298"/>
                    </a:lnTo>
                    <a:lnTo>
                      <a:pt x="426" y="2304"/>
                    </a:lnTo>
                    <a:lnTo>
                      <a:pt x="438" y="2316"/>
                    </a:lnTo>
                    <a:lnTo>
                      <a:pt x="438" y="2340"/>
                    </a:lnTo>
                    <a:lnTo>
                      <a:pt x="456" y="2364"/>
                    </a:lnTo>
                    <a:lnTo>
                      <a:pt x="468" y="2382"/>
                    </a:lnTo>
                    <a:lnTo>
                      <a:pt x="504" y="2400"/>
                    </a:lnTo>
                    <a:lnTo>
                      <a:pt x="522" y="2418"/>
                    </a:lnTo>
                    <a:lnTo>
                      <a:pt x="534" y="2418"/>
                    </a:lnTo>
                    <a:lnTo>
                      <a:pt x="546" y="2412"/>
                    </a:lnTo>
                    <a:lnTo>
                      <a:pt x="642" y="2412"/>
                    </a:lnTo>
                    <a:lnTo>
                      <a:pt x="666" y="2430"/>
                    </a:lnTo>
                    <a:lnTo>
                      <a:pt x="660" y="2442"/>
                    </a:lnTo>
                    <a:lnTo>
                      <a:pt x="666" y="2424"/>
                    </a:lnTo>
                    <a:lnTo>
                      <a:pt x="672" y="2418"/>
                    </a:lnTo>
                    <a:lnTo>
                      <a:pt x="684" y="2418"/>
                    </a:lnTo>
                    <a:lnTo>
                      <a:pt x="690" y="2424"/>
                    </a:lnTo>
                    <a:lnTo>
                      <a:pt x="702" y="2424"/>
                    </a:lnTo>
                    <a:lnTo>
                      <a:pt x="714" y="2430"/>
                    </a:lnTo>
                    <a:lnTo>
                      <a:pt x="720" y="2436"/>
                    </a:lnTo>
                    <a:lnTo>
                      <a:pt x="678" y="2382"/>
                    </a:lnTo>
                    <a:lnTo>
                      <a:pt x="660" y="2382"/>
                    </a:lnTo>
                    <a:lnTo>
                      <a:pt x="666" y="2370"/>
                    </a:lnTo>
                    <a:lnTo>
                      <a:pt x="630" y="2340"/>
                    </a:lnTo>
                    <a:lnTo>
                      <a:pt x="630" y="2310"/>
                    </a:lnTo>
                    <a:lnTo>
                      <a:pt x="618" y="2298"/>
                    </a:lnTo>
                    <a:lnTo>
                      <a:pt x="624" y="2286"/>
                    </a:lnTo>
                    <a:lnTo>
                      <a:pt x="630" y="2286"/>
                    </a:lnTo>
                    <a:lnTo>
                      <a:pt x="642" y="2274"/>
                    </a:lnTo>
                    <a:lnTo>
                      <a:pt x="642" y="2268"/>
                    </a:lnTo>
                    <a:lnTo>
                      <a:pt x="636" y="2268"/>
                    </a:lnTo>
                    <a:lnTo>
                      <a:pt x="624" y="2262"/>
                    </a:lnTo>
                    <a:lnTo>
                      <a:pt x="606" y="2262"/>
                    </a:lnTo>
                    <a:lnTo>
                      <a:pt x="618" y="2250"/>
                    </a:lnTo>
                    <a:lnTo>
                      <a:pt x="618" y="2232"/>
                    </a:lnTo>
                    <a:lnTo>
                      <a:pt x="636" y="2256"/>
                    </a:lnTo>
                    <a:lnTo>
                      <a:pt x="648" y="2262"/>
                    </a:lnTo>
                    <a:lnTo>
                      <a:pt x="666" y="2262"/>
                    </a:lnTo>
                    <a:lnTo>
                      <a:pt x="672" y="2256"/>
                    </a:lnTo>
                    <a:lnTo>
                      <a:pt x="678" y="2244"/>
                    </a:lnTo>
                    <a:lnTo>
                      <a:pt x="678" y="2226"/>
                    </a:lnTo>
                    <a:lnTo>
                      <a:pt x="672" y="2208"/>
                    </a:lnTo>
                    <a:lnTo>
                      <a:pt x="666" y="2196"/>
                    </a:lnTo>
                    <a:lnTo>
                      <a:pt x="666" y="2178"/>
                    </a:lnTo>
                    <a:lnTo>
                      <a:pt x="678" y="2154"/>
                    </a:lnTo>
                    <a:lnTo>
                      <a:pt x="690" y="2142"/>
                    </a:lnTo>
                    <a:lnTo>
                      <a:pt x="708" y="2130"/>
                    </a:lnTo>
                    <a:lnTo>
                      <a:pt x="738" y="2100"/>
                    </a:lnTo>
                    <a:lnTo>
                      <a:pt x="726" y="2088"/>
                    </a:lnTo>
                    <a:lnTo>
                      <a:pt x="702" y="2088"/>
                    </a:lnTo>
                    <a:lnTo>
                      <a:pt x="726" y="2082"/>
                    </a:lnTo>
                    <a:lnTo>
                      <a:pt x="726" y="2064"/>
                    </a:lnTo>
                    <a:lnTo>
                      <a:pt x="714" y="2040"/>
                    </a:lnTo>
                    <a:lnTo>
                      <a:pt x="708" y="2034"/>
                    </a:lnTo>
                    <a:lnTo>
                      <a:pt x="696" y="2028"/>
                    </a:lnTo>
                    <a:lnTo>
                      <a:pt x="690" y="2028"/>
                    </a:lnTo>
                    <a:lnTo>
                      <a:pt x="684" y="2034"/>
                    </a:lnTo>
                    <a:lnTo>
                      <a:pt x="672" y="2016"/>
                    </a:lnTo>
                    <a:lnTo>
                      <a:pt x="642" y="2016"/>
                    </a:lnTo>
                    <a:lnTo>
                      <a:pt x="636" y="2010"/>
                    </a:lnTo>
                    <a:lnTo>
                      <a:pt x="624" y="2004"/>
                    </a:lnTo>
                    <a:lnTo>
                      <a:pt x="606" y="1992"/>
                    </a:lnTo>
                    <a:lnTo>
                      <a:pt x="582" y="1968"/>
                    </a:lnTo>
                    <a:lnTo>
                      <a:pt x="570" y="1950"/>
                    </a:lnTo>
                    <a:lnTo>
                      <a:pt x="564" y="1938"/>
                    </a:lnTo>
                    <a:lnTo>
                      <a:pt x="564" y="1926"/>
                    </a:lnTo>
                    <a:lnTo>
                      <a:pt x="570" y="1914"/>
                    </a:lnTo>
                    <a:lnTo>
                      <a:pt x="570" y="1908"/>
                    </a:lnTo>
                    <a:lnTo>
                      <a:pt x="576" y="1908"/>
                    </a:lnTo>
                    <a:lnTo>
                      <a:pt x="582" y="1902"/>
                    </a:lnTo>
                    <a:lnTo>
                      <a:pt x="594" y="1878"/>
                    </a:lnTo>
                    <a:lnTo>
                      <a:pt x="606" y="1878"/>
                    </a:lnTo>
                    <a:lnTo>
                      <a:pt x="612" y="1860"/>
                    </a:lnTo>
                    <a:lnTo>
                      <a:pt x="666" y="1860"/>
                    </a:lnTo>
                    <a:lnTo>
                      <a:pt x="654" y="1848"/>
                    </a:lnTo>
                    <a:lnTo>
                      <a:pt x="654" y="1824"/>
                    </a:lnTo>
                    <a:lnTo>
                      <a:pt x="666" y="1824"/>
                    </a:lnTo>
                    <a:lnTo>
                      <a:pt x="666" y="1794"/>
                    </a:lnTo>
                    <a:lnTo>
                      <a:pt x="660" y="1788"/>
                    </a:lnTo>
                    <a:lnTo>
                      <a:pt x="654" y="1776"/>
                    </a:lnTo>
                    <a:lnTo>
                      <a:pt x="642" y="1764"/>
                    </a:lnTo>
                    <a:lnTo>
                      <a:pt x="642" y="1746"/>
                    </a:lnTo>
                    <a:lnTo>
                      <a:pt x="648" y="1728"/>
                    </a:lnTo>
                    <a:lnTo>
                      <a:pt x="654" y="1716"/>
                    </a:lnTo>
                    <a:lnTo>
                      <a:pt x="666" y="1710"/>
                    </a:lnTo>
                    <a:lnTo>
                      <a:pt x="672" y="1704"/>
                    </a:lnTo>
                    <a:lnTo>
                      <a:pt x="684" y="1704"/>
                    </a:lnTo>
                    <a:lnTo>
                      <a:pt x="684" y="1692"/>
                    </a:lnTo>
                    <a:lnTo>
                      <a:pt x="660" y="1692"/>
                    </a:lnTo>
                    <a:lnTo>
                      <a:pt x="648" y="1686"/>
                    </a:lnTo>
                    <a:lnTo>
                      <a:pt x="642" y="1680"/>
                    </a:lnTo>
                    <a:lnTo>
                      <a:pt x="642" y="1674"/>
                    </a:lnTo>
                    <a:lnTo>
                      <a:pt x="654" y="1668"/>
                    </a:lnTo>
                    <a:lnTo>
                      <a:pt x="666" y="1668"/>
                    </a:lnTo>
                    <a:lnTo>
                      <a:pt x="702" y="1686"/>
                    </a:lnTo>
                    <a:lnTo>
                      <a:pt x="708" y="1692"/>
                    </a:lnTo>
                    <a:lnTo>
                      <a:pt x="714" y="1692"/>
                    </a:lnTo>
                    <a:lnTo>
                      <a:pt x="720" y="1686"/>
                    </a:lnTo>
                    <a:lnTo>
                      <a:pt x="732" y="1680"/>
                    </a:lnTo>
                    <a:lnTo>
                      <a:pt x="732" y="1656"/>
                    </a:lnTo>
                    <a:lnTo>
                      <a:pt x="726" y="1644"/>
                    </a:lnTo>
                    <a:lnTo>
                      <a:pt x="708" y="1626"/>
                    </a:lnTo>
                    <a:lnTo>
                      <a:pt x="696" y="1626"/>
                    </a:lnTo>
                    <a:lnTo>
                      <a:pt x="690" y="1632"/>
                    </a:lnTo>
                    <a:lnTo>
                      <a:pt x="690" y="1650"/>
                    </a:lnTo>
                    <a:lnTo>
                      <a:pt x="684" y="1656"/>
                    </a:lnTo>
                    <a:lnTo>
                      <a:pt x="666" y="1656"/>
                    </a:lnTo>
                    <a:lnTo>
                      <a:pt x="654" y="1650"/>
                    </a:lnTo>
                    <a:lnTo>
                      <a:pt x="648" y="1644"/>
                    </a:lnTo>
                    <a:lnTo>
                      <a:pt x="648" y="1638"/>
                    </a:lnTo>
                    <a:lnTo>
                      <a:pt x="612" y="1638"/>
                    </a:lnTo>
                    <a:lnTo>
                      <a:pt x="606" y="1632"/>
                    </a:lnTo>
                    <a:lnTo>
                      <a:pt x="606" y="1572"/>
                    </a:lnTo>
                    <a:lnTo>
                      <a:pt x="600" y="1566"/>
                    </a:lnTo>
                    <a:lnTo>
                      <a:pt x="594" y="1554"/>
                    </a:lnTo>
                    <a:lnTo>
                      <a:pt x="588" y="1536"/>
                    </a:lnTo>
                    <a:lnTo>
                      <a:pt x="588" y="1524"/>
                    </a:lnTo>
                    <a:lnTo>
                      <a:pt x="594" y="1518"/>
                    </a:lnTo>
                    <a:lnTo>
                      <a:pt x="600" y="1518"/>
                    </a:lnTo>
                    <a:lnTo>
                      <a:pt x="606" y="1524"/>
                    </a:lnTo>
                    <a:lnTo>
                      <a:pt x="618" y="1524"/>
                    </a:lnTo>
                    <a:lnTo>
                      <a:pt x="624" y="1530"/>
                    </a:lnTo>
                    <a:lnTo>
                      <a:pt x="636" y="1536"/>
                    </a:lnTo>
                    <a:lnTo>
                      <a:pt x="672" y="1548"/>
                    </a:lnTo>
                    <a:lnTo>
                      <a:pt x="690" y="1560"/>
                    </a:lnTo>
                    <a:lnTo>
                      <a:pt x="708" y="1560"/>
                    </a:lnTo>
                    <a:lnTo>
                      <a:pt x="726" y="1554"/>
                    </a:lnTo>
                    <a:lnTo>
                      <a:pt x="738" y="1542"/>
                    </a:lnTo>
                    <a:lnTo>
                      <a:pt x="750" y="1536"/>
                    </a:lnTo>
                    <a:lnTo>
                      <a:pt x="768" y="1530"/>
                    </a:lnTo>
                    <a:lnTo>
                      <a:pt x="774" y="1524"/>
                    </a:lnTo>
                    <a:lnTo>
                      <a:pt x="774" y="1512"/>
                    </a:lnTo>
                    <a:lnTo>
                      <a:pt x="762" y="1506"/>
                    </a:lnTo>
                    <a:lnTo>
                      <a:pt x="750" y="1494"/>
                    </a:lnTo>
                    <a:lnTo>
                      <a:pt x="738" y="1488"/>
                    </a:lnTo>
                    <a:lnTo>
                      <a:pt x="738" y="1464"/>
                    </a:lnTo>
                    <a:lnTo>
                      <a:pt x="744" y="1452"/>
                    </a:lnTo>
                    <a:lnTo>
                      <a:pt x="750" y="1446"/>
                    </a:lnTo>
                    <a:lnTo>
                      <a:pt x="750" y="1434"/>
                    </a:lnTo>
                    <a:lnTo>
                      <a:pt x="756" y="1422"/>
                    </a:lnTo>
                    <a:lnTo>
                      <a:pt x="744" y="1410"/>
                    </a:lnTo>
                    <a:lnTo>
                      <a:pt x="726" y="1410"/>
                    </a:lnTo>
                    <a:lnTo>
                      <a:pt x="720" y="1386"/>
                    </a:lnTo>
                    <a:lnTo>
                      <a:pt x="714" y="1380"/>
                    </a:lnTo>
                    <a:lnTo>
                      <a:pt x="714" y="1368"/>
                    </a:lnTo>
                    <a:lnTo>
                      <a:pt x="720" y="1362"/>
                    </a:lnTo>
                    <a:lnTo>
                      <a:pt x="726" y="1362"/>
                    </a:lnTo>
                    <a:lnTo>
                      <a:pt x="732" y="1374"/>
                    </a:lnTo>
                    <a:lnTo>
                      <a:pt x="738" y="1380"/>
                    </a:lnTo>
                    <a:lnTo>
                      <a:pt x="738" y="1386"/>
                    </a:lnTo>
                    <a:lnTo>
                      <a:pt x="744" y="1398"/>
                    </a:lnTo>
                    <a:lnTo>
                      <a:pt x="756" y="1398"/>
                    </a:lnTo>
                    <a:lnTo>
                      <a:pt x="750" y="1380"/>
                    </a:lnTo>
                    <a:lnTo>
                      <a:pt x="828" y="1386"/>
                    </a:lnTo>
                    <a:lnTo>
                      <a:pt x="834" y="1380"/>
                    </a:lnTo>
                    <a:lnTo>
                      <a:pt x="840" y="1380"/>
                    </a:lnTo>
                    <a:lnTo>
                      <a:pt x="846" y="1374"/>
                    </a:lnTo>
                    <a:lnTo>
                      <a:pt x="864" y="1368"/>
                    </a:lnTo>
                    <a:lnTo>
                      <a:pt x="894" y="1362"/>
                    </a:lnTo>
                    <a:lnTo>
                      <a:pt x="930" y="1350"/>
                    </a:lnTo>
                    <a:lnTo>
                      <a:pt x="972" y="1338"/>
                    </a:lnTo>
                    <a:lnTo>
                      <a:pt x="1002" y="1326"/>
                    </a:lnTo>
                    <a:lnTo>
                      <a:pt x="1014" y="1320"/>
                    </a:lnTo>
                    <a:lnTo>
                      <a:pt x="1014" y="1284"/>
                    </a:lnTo>
                    <a:lnTo>
                      <a:pt x="1032" y="1272"/>
                    </a:lnTo>
                    <a:lnTo>
                      <a:pt x="1044" y="1218"/>
                    </a:lnTo>
                    <a:lnTo>
                      <a:pt x="1038" y="1194"/>
                    </a:lnTo>
                    <a:lnTo>
                      <a:pt x="1038" y="1170"/>
                    </a:lnTo>
                    <a:lnTo>
                      <a:pt x="1032" y="1170"/>
                    </a:lnTo>
                    <a:lnTo>
                      <a:pt x="1026" y="1164"/>
                    </a:lnTo>
                    <a:lnTo>
                      <a:pt x="1002" y="1152"/>
                    </a:lnTo>
                    <a:lnTo>
                      <a:pt x="990" y="1152"/>
                    </a:lnTo>
                    <a:lnTo>
                      <a:pt x="984" y="1146"/>
                    </a:lnTo>
                    <a:lnTo>
                      <a:pt x="978" y="1146"/>
                    </a:lnTo>
                    <a:lnTo>
                      <a:pt x="972" y="1140"/>
                    </a:lnTo>
                    <a:lnTo>
                      <a:pt x="990" y="1122"/>
                    </a:lnTo>
                    <a:lnTo>
                      <a:pt x="990" y="1092"/>
                    </a:lnTo>
                    <a:lnTo>
                      <a:pt x="984" y="1080"/>
                    </a:lnTo>
                    <a:lnTo>
                      <a:pt x="978" y="1074"/>
                    </a:lnTo>
                    <a:lnTo>
                      <a:pt x="954" y="1062"/>
                    </a:lnTo>
                    <a:lnTo>
                      <a:pt x="918" y="1050"/>
                    </a:lnTo>
                    <a:lnTo>
                      <a:pt x="906" y="1044"/>
                    </a:lnTo>
                    <a:lnTo>
                      <a:pt x="888" y="1032"/>
                    </a:lnTo>
                    <a:lnTo>
                      <a:pt x="876" y="1020"/>
                    </a:lnTo>
                    <a:lnTo>
                      <a:pt x="876" y="1002"/>
                    </a:lnTo>
                    <a:lnTo>
                      <a:pt x="882" y="990"/>
                    </a:lnTo>
                    <a:lnTo>
                      <a:pt x="888" y="990"/>
                    </a:lnTo>
                    <a:lnTo>
                      <a:pt x="888" y="984"/>
                    </a:lnTo>
                    <a:lnTo>
                      <a:pt x="858" y="948"/>
                    </a:lnTo>
                    <a:lnTo>
                      <a:pt x="858" y="900"/>
                    </a:lnTo>
                    <a:lnTo>
                      <a:pt x="882" y="900"/>
                    </a:lnTo>
                    <a:lnTo>
                      <a:pt x="888" y="894"/>
                    </a:lnTo>
                    <a:lnTo>
                      <a:pt x="894" y="894"/>
                    </a:lnTo>
                    <a:lnTo>
                      <a:pt x="894" y="888"/>
                    </a:lnTo>
                    <a:lnTo>
                      <a:pt x="888" y="876"/>
                    </a:lnTo>
                    <a:lnTo>
                      <a:pt x="876" y="870"/>
                    </a:lnTo>
                    <a:lnTo>
                      <a:pt x="870" y="858"/>
                    </a:lnTo>
                    <a:lnTo>
                      <a:pt x="864" y="852"/>
                    </a:lnTo>
                    <a:lnTo>
                      <a:pt x="876" y="834"/>
                    </a:lnTo>
                    <a:lnTo>
                      <a:pt x="864" y="822"/>
                    </a:lnTo>
                    <a:lnTo>
                      <a:pt x="858" y="810"/>
                    </a:lnTo>
                    <a:lnTo>
                      <a:pt x="852" y="804"/>
                    </a:lnTo>
                    <a:lnTo>
                      <a:pt x="864" y="792"/>
                    </a:lnTo>
                    <a:lnTo>
                      <a:pt x="882" y="792"/>
                    </a:lnTo>
                    <a:lnTo>
                      <a:pt x="858" y="774"/>
                    </a:lnTo>
                    <a:lnTo>
                      <a:pt x="858" y="738"/>
                    </a:lnTo>
                    <a:lnTo>
                      <a:pt x="882" y="726"/>
                    </a:lnTo>
                    <a:lnTo>
                      <a:pt x="876" y="726"/>
                    </a:lnTo>
                    <a:lnTo>
                      <a:pt x="852" y="702"/>
                    </a:lnTo>
                    <a:lnTo>
                      <a:pt x="852" y="696"/>
                    </a:lnTo>
                    <a:lnTo>
                      <a:pt x="870" y="678"/>
                    </a:lnTo>
                    <a:lnTo>
                      <a:pt x="870" y="666"/>
                    </a:lnTo>
                    <a:lnTo>
                      <a:pt x="876" y="654"/>
                    </a:lnTo>
                    <a:lnTo>
                      <a:pt x="876" y="642"/>
                    </a:lnTo>
                    <a:lnTo>
                      <a:pt x="882" y="636"/>
                    </a:lnTo>
                    <a:lnTo>
                      <a:pt x="900" y="636"/>
                    </a:lnTo>
                    <a:lnTo>
                      <a:pt x="906" y="630"/>
                    </a:lnTo>
                    <a:lnTo>
                      <a:pt x="912" y="618"/>
                    </a:lnTo>
                    <a:lnTo>
                      <a:pt x="918" y="612"/>
                    </a:lnTo>
                    <a:lnTo>
                      <a:pt x="918" y="588"/>
                    </a:lnTo>
                    <a:lnTo>
                      <a:pt x="930" y="588"/>
                    </a:lnTo>
                    <a:lnTo>
                      <a:pt x="948" y="570"/>
                    </a:lnTo>
                    <a:lnTo>
                      <a:pt x="948" y="558"/>
                    </a:lnTo>
                    <a:lnTo>
                      <a:pt x="954" y="546"/>
                    </a:lnTo>
                    <a:lnTo>
                      <a:pt x="954" y="534"/>
                    </a:lnTo>
                    <a:close/>
                    <a:moveTo>
                      <a:pt x="930" y="1020"/>
                    </a:moveTo>
                    <a:lnTo>
                      <a:pt x="942" y="1020"/>
                    </a:lnTo>
                    <a:lnTo>
                      <a:pt x="930" y="1014"/>
                    </a:lnTo>
                    <a:lnTo>
                      <a:pt x="930" y="1020"/>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60" name="West Bank" descr="© INSCALE GmbH, 05.05.2010&#10;http://www.presentationload.com/">
                <a:extLst>
                  <a:ext uri="{FF2B5EF4-FFF2-40B4-BE49-F238E27FC236}">
                    <a16:creationId xmlns:a16="http://schemas.microsoft.com/office/drawing/2014/main" id="{9D7E7B3A-D7B9-A832-586C-7621B3177188}"/>
                  </a:ext>
                </a:extLst>
              </p:cNvPr>
              <p:cNvSpPr>
                <a:spLocks/>
              </p:cNvSpPr>
              <p:nvPr/>
            </p:nvSpPr>
            <p:spPr bwMode="gray">
              <a:xfrm>
                <a:off x="3266" y="1905"/>
                <a:ext cx="11" cy="24"/>
              </a:xfrm>
              <a:custGeom>
                <a:avLst/>
                <a:gdLst>
                  <a:gd name="T0" fmla="*/ 2147483647 w 42"/>
                  <a:gd name="T1" fmla="*/ 2147483647 h 96"/>
                  <a:gd name="T2" fmla="*/ 2147483647 w 42"/>
                  <a:gd name="T3" fmla="*/ 2147483647 h 96"/>
                  <a:gd name="T4" fmla="*/ 2147483647 w 42"/>
                  <a:gd name="T5" fmla="*/ 2147483647 h 96"/>
                  <a:gd name="T6" fmla="*/ 2147483647 w 42"/>
                  <a:gd name="T7" fmla="*/ 0 h 96"/>
                  <a:gd name="T8" fmla="*/ 2147483647 w 42"/>
                  <a:gd name="T9" fmla="*/ 0 h 96"/>
                  <a:gd name="T10" fmla="*/ 0 w 42"/>
                  <a:gd name="T11" fmla="*/ 2147483647 h 96"/>
                  <a:gd name="T12" fmla="*/ 0 w 42"/>
                  <a:gd name="T13" fmla="*/ 2147483647 h 96"/>
                  <a:gd name="T14" fmla="*/ 2147483647 w 42"/>
                  <a:gd name="T15" fmla="*/ 2147483647 h 96"/>
                  <a:gd name="T16" fmla="*/ 2147483647 w 42"/>
                  <a:gd name="T17" fmla="*/ 2147483647 h 96"/>
                  <a:gd name="T18" fmla="*/ 2147483647 w 42"/>
                  <a:gd name="T19" fmla="*/ 2147483647 h 96"/>
                  <a:gd name="T20" fmla="*/ 2147483647 w 42"/>
                  <a:gd name="T21" fmla="*/ 2147483647 h 96"/>
                  <a:gd name="T22" fmla="*/ 2147483647 w 42"/>
                  <a:gd name="T23" fmla="*/ 2147483647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2"/>
                  <a:gd name="T37" fmla="*/ 0 h 96"/>
                  <a:gd name="T38" fmla="*/ 42 w 42"/>
                  <a:gd name="T39" fmla="*/ 96 h 9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2" h="96">
                    <a:moveTo>
                      <a:pt x="24" y="78"/>
                    </a:moveTo>
                    <a:lnTo>
                      <a:pt x="30" y="84"/>
                    </a:lnTo>
                    <a:lnTo>
                      <a:pt x="42" y="72"/>
                    </a:lnTo>
                    <a:lnTo>
                      <a:pt x="36" y="0"/>
                    </a:lnTo>
                    <a:lnTo>
                      <a:pt x="18" y="0"/>
                    </a:lnTo>
                    <a:lnTo>
                      <a:pt x="0" y="18"/>
                    </a:lnTo>
                    <a:lnTo>
                      <a:pt x="0" y="90"/>
                    </a:lnTo>
                    <a:lnTo>
                      <a:pt x="6" y="96"/>
                    </a:lnTo>
                    <a:lnTo>
                      <a:pt x="12" y="90"/>
                    </a:lnTo>
                    <a:lnTo>
                      <a:pt x="18" y="90"/>
                    </a:lnTo>
                    <a:lnTo>
                      <a:pt x="18" y="84"/>
                    </a:lnTo>
                    <a:lnTo>
                      <a:pt x="24" y="78"/>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61" name="Uzbekistan" descr="© INSCALE GmbH, 05.05.2010&#10;http://www.presentationload.com/">
                <a:extLst>
                  <a:ext uri="{FF2B5EF4-FFF2-40B4-BE49-F238E27FC236}">
                    <a16:creationId xmlns:a16="http://schemas.microsoft.com/office/drawing/2014/main" id="{AC3D1C5D-BC49-F37E-F84A-60F6393229A6}"/>
                  </a:ext>
                </a:extLst>
              </p:cNvPr>
              <p:cNvSpPr>
                <a:spLocks/>
              </p:cNvSpPr>
              <p:nvPr/>
            </p:nvSpPr>
            <p:spPr bwMode="gray">
              <a:xfrm>
                <a:off x="3580" y="1640"/>
                <a:ext cx="300" cy="169"/>
              </a:xfrm>
              <a:custGeom>
                <a:avLst/>
                <a:gdLst>
                  <a:gd name="T0" fmla="*/ 2147483647 w 1182"/>
                  <a:gd name="T1" fmla="*/ 2147483647 h 666"/>
                  <a:gd name="T2" fmla="*/ 2147483647 w 1182"/>
                  <a:gd name="T3" fmla="*/ 2147483647 h 666"/>
                  <a:gd name="T4" fmla="*/ 2147483647 w 1182"/>
                  <a:gd name="T5" fmla="*/ 2147483647 h 666"/>
                  <a:gd name="T6" fmla="*/ 2147483647 w 1182"/>
                  <a:gd name="T7" fmla="*/ 2147483647 h 666"/>
                  <a:gd name="T8" fmla="*/ 2147483647 w 1182"/>
                  <a:gd name="T9" fmla="*/ 2147483647 h 666"/>
                  <a:gd name="T10" fmla="*/ 2147483647 w 1182"/>
                  <a:gd name="T11" fmla="*/ 2147483647 h 666"/>
                  <a:gd name="T12" fmla="*/ 2147483647 w 1182"/>
                  <a:gd name="T13" fmla="*/ 2147483647 h 666"/>
                  <a:gd name="T14" fmla="*/ 2147483647 w 1182"/>
                  <a:gd name="T15" fmla="*/ 2147483647 h 666"/>
                  <a:gd name="T16" fmla="*/ 2147483647 w 1182"/>
                  <a:gd name="T17" fmla="*/ 2147483647 h 666"/>
                  <a:gd name="T18" fmla="*/ 2147483647 w 1182"/>
                  <a:gd name="T19" fmla="*/ 2147483647 h 666"/>
                  <a:gd name="T20" fmla="*/ 2147483647 w 1182"/>
                  <a:gd name="T21" fmla="*/ 2147483647 h 666"/>
                  <a:gd name="T22" fmla="*/ 2147483647 w 1182"/>
                  <a:gd name="T23" fmla="*/ 2147483647 h 666"/>
                  <a:gd name="T24" fmla="*/ 2147483647 w 1182"/>
                  <a:gd name="T25" fmla="*/ 2147483647 h 666"/>
                  <a:gd name="T26" fmla="*/ 2147483647 w 1182"/>
                  <a:gd name="T27" fmla="*/ 2147483647 h 666"/>
                  <a:gd name="T28" fmla="*/ 2147483647 w 1182"/>
                  <a:gd name="T29" fmla="*/ 2147483647 h 666"/>
                  <a:gd name="T30" fmla="*/ 2147483647 w 1182"/>
                  <a:gd name="T31" fmla="*/ 2147483647 h 666"/>
                  <a:gd name="T32" fmla="*/ 2147483647 w 1182"/>
                  <a:gd name="T33" fmla="*/ 2147483647 h 666"/>
                  <a:gd name="T34" fmla="*/ 2147483647 w 1182"/>
                  <a:gd name="T35" fmla="*/ 2147483647 h 666"/>
                  <a:gd name="T36" fmla="*/ 2147483647 w 1182"/>
                  <a:gd name="T37" fmla="*/ 2147483647 h 666"/>
                  <a:gd name="T38" fmla="*/ 2147483647 w 1182"/>
                  <a:gd name="T39" fmla="*/ 2147483647 h 666"/>
                  <a:gd name="T40" fmla="*/ 2147483647 w 1182"/>
                  <a:gd name="T41" fmla="*/ 2147483647 h 666"/>
                  <a:gd name="T42" fmla="*/ 2147483647 w 1182"/>
                  <a:gd name="T43" fmla="*/ 2147483647 h 666"/>
                  <a:gd name="T44" fmla="*/ 2147483647 w 1182"/>
                  <a:gd name="T45" fmla="*/ 2147483647 h 666"/>
                  <a:gd name="T46" fmla="*/ 2147483647 w 1182"/>
                  <a:gd name="T47" fmla="*/ 2147483647 h 666"/>
                  <a:gd name="T48" fmla="*/ 2147483647 w 1182"/>
                  <a:gd name="T49" fmla="*/ 2147483647 h 666"/>
                  <a:gd name="T50" fmla="*/ 2147483647 w 1182"/>
                  <a:gd name="T51" fmla="*/ 2147483647 h 666"/>
                  <a:gd name="T52" fmla="*/ 2147483647 w 1182"/>
                  <a:gd name="T53" fmla="*/ 2147483647 h 666"/>
                  <a:gd name="T54" fmla="*/ 2147483647 w 1182"/>
                  <a:gd name="T55" fmla="*/ 2147483647 h 666"/>
                  <a:gd name="T56" fmla="*/ 2147483647 w 1182"/>
                  <a:gd name="T57" fmla="*/ 2147483647 h 666"/>
                  <a:gd name="T58" fmla="*/ 2147483647 w 1182"/>
                  <a:gd name="T59" fmla="*/ 2147483647 h 666"/>
                  <a:gd name="T60" fmla="*/ 2147483647 w 1182"/>
                  <a:gd name="T61" fmla="*/ 2147483647 h 666"/>
                  <a:gd name="T62" fmla="*/ 2147483647 w 1182"/>
                  <a:gd name="T63" fmla="*/ 2147483647 h 666"/>
                  <a:gd name="T64" fmla="*/ 2147483647 w 1182"/>
                  <a:gd name="T65" fmla="*/ 2147483647 h 666"/>
                  <a:gd name="T66" fmla="*/ 2147483647 w 1182"/>
                  <a:gd name="T67" fmla="*/ 2147483647 h 666"/>
                  <a:gd name="T68" fmla="*/ 2147483647 w 1182"/>
                  <a:gd name="T69" fmla="*/ 2147483647 h 666"/>
                  <a:gd name="T70" fmla="*/ 2147483647 w 1182"/>
                  <a:gd name="T71" fmla="*/ 2147483647 h 666"/>
                  <a:gd name="T72" fmla="*/ 2147483647 w 1182"/>
                  <a:gd name="T73" fmla="*/ 2147483647 h 666"/>
                  <a:gd name="T74" fmla="*/ 2147483647 w 1182"/>
                  <a:gd name="T75" fmla="*/ 2147483647 h 666"/>
                  <a:gd name="T76" fmla="*/ 2147483647 w 1182"/>
                  <a:gd name="T77" fmla="*/ 2147483647 h 666"/>
                  <a:gd name="T78" fmla="*/ 2147483647 w 1182"/>
                  <a:gd name="T79" fmla="*/ 2147483647 h 666"/>
                  <a:gd name="T80" fmla="*/ 2147483647 w 1182"/>
                  <a:gd name="T81" fmla="*/ 2147483647 h 666"/>
                  <a:gd name="T82" fmla="*/ 2147483647 w 1182"/>
                  <a:gd name="T83" fmla="*/ 2147483647 h 666"/>
                  <a:gd name="T84" fmla="*/ 2147483647 w 1182"/>
                  <a:gd name="T85" fmla="*/ 2147483647 h 666"/>
                  <a:gd name="T86" fmla="*/ 2147483647 w 1182"/>
                  <a:gd name="T87" fmla="*/ 2147483647 h 666"/>
                  <a:gd name="T88" fmla="*/ 2147483647 w 1182"/>
                  <a:gd name="T89" fmla="*/ 2147483647 h 666"/>
                  <a:gd name="T90" fmla="*/ 2147483647 w 1182"/>
                  <a:gd name="T91" fmla="*/ 2147483647 h 666"/>
                  <a:gd name="T92" fmla="*/ 2147483647 w 1182"/>
                  <a:gd name="T93" fmla="*/ 2147483647 h 666"/>
                  <a:gd name="T94" fmla="*/ 2147483647 w 1182"/>
                  <a:gd name="T95" fmla="*/ 2147483647 h 666"/>
                  <a:gd name="T96" fmla="*/ 2147483647 w 1182"/>
                  <a:gd name="T97" fmla="*/ 2147483647 h 666"/>
                  <a:gd name="T98" fmla="*/ 2147483647 w 1182"/>
                  <a:gd name="T99" fmla="*/ 2147483647 h 666"/>
                  <a:gd name="T100" fmla="*/ 2147483647 w 1182"/>
                  <a:gd name="T101" fmla="*/ 2147483647 h 666"/>
                  <a:gd name="T102" fmla="*/ 2147483647 w 1182"/>
                  <a:gd name="T103" fmla="*/ 2147483647 h 666"/>
                  <a:gd name="T104" fmla="*/ 2147483647 w 1182"/>
                  <a:gd name="T105" fmla="*/ 2147483647 h 666"/>
                  <a:gd name="T106" fmla="*/ 2147483647 w 1182"/>
                  <a:gd name="T107" fmla="*/ 2147483647 h 666"/>
                  <a:gd name="T108" fmla="*/ 2147483647 w 1182"/>
                  <a:gd name="T109" fmla="*/ 2147483647 h 666"/>
                  <a:gd name="T110" fmla="*/ 2147483647 w 1182"/>
                  <a:gd name="T111" fmla="*/ 2147483647 h 666"/>
                  <a:gd name="T112" fmla="*/ 2147483647 w 1182"/>
                  <a:gd name="T113" fmla="*/ 2147483647 h 666"/>
                  <a:gd name="T114" fmla="*/ 2147483647 w 1182"/>
                  <a:gd name="T115" fmla="*/ 2147483647 h 66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82"/>
                  <a:gd name="T175" fmla="*/ 0 h 666"/>
                  <a:gd name="T176" fmla="*/ 1182 w 1182"/>
                  <a:gd name="T177" fmla="*/ 666 h 66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82" h="666">
                    <a:moveTo>
                      <a:pt x="1152" y="372"/>
                    </a:moveTo>
                    <a:lnTo>
                      <a:pt x="1146" y="360"/>
                    </a:lnTo>
                    <a:lnTo>
                      <a:pt x="1122" y="360"/>
                    </a:lnTo>
                    <a:lnTo>
                      <a:pt x="1116" y="342"/>
                    </a:lnTo>
                    <a:lnTo>
                      <a:pt x="1098" y="342"/>
                    </a:lnTo>
                    <a:lnTo>
                      <a:pt x="1080" y="318"/>
                    </a:lnTo>
                    <a:lnTo>
                      <a:pt x="1080" y="330"/>
                    </a:lnTo>
                    <a:lnTo>
                      <a:pt x="1068" y="330"/>
                    </a:lnTo>
                    <a:lnTo>
                      <a:pt x="1068" y="342"/>
                    </a:lnTo>
                    <a:lnTo>
                      <a:pt x="1032" y="342"/>
                    </a:lnTo>
                    <a:lnTo>
                      <a:pt x="1020" y="330"/>
                    </a:lnTo>
                    <a:lnTo>
                      <a:pt x="990" y="318"/>
                    </a:lnTo>
                    <a:lnTo>
                      <a:pt x="1038" y="270"/>
                    </a:lnTo>
                    <a:lnTo>
                      <a:pt x="1038" y="264"/>
                    </a:lnTo>
                    <a:lnTo>
                      <a:pt x="1032" y="264"/>
                    </a:lnTo>
                    <a:lnTo>
                      <a:pt x="1032" y="258"/>
                    </a:lnTo>
                    <a:lnTo>
                      <a:pt x="1002" y="276"/>
                    </a:lnTo>
                    <a:lnTo>
                      <a:pt x="978" y="276"/>
                    </a:lnTo>
                    <a:lnTo>
                      <a:pt x="966" y="300"/>
                    </a:lnTo>
                    <a:lnTo>
                      <a:pt x="960" y="300"/>
                    </a:lnTo>
                    <a:lnTo>
                      <a:pt x="954" y="306"/>
                    </a:lnTo>
                    <a:lnTo>
                      <a:pt x="942" y="306"/>
                    </a:lnTo>
                    <a:lnTo>
                      <a:pt x="930" y="312"/>
                    </a:lnTo>
                    <a:lnTo>
                      <a:pt x="918" y="324"/>
                    </a:lnTo>
                    <a:lnTo>
                      <a:pt x="918" y="342"/>
                    </a:lnTo>
                    <a:lnTo>
                      <a:pt x="912" y="342"/>
                    </a:lnTo>
                    <a:lnTo>
                      <a:pt x="906" y="348"/>
                    </a:lnTo>
                    <a:lnTo>
                      <a:pt x="894" y="354"/>
                    </a:lnTo>
                    <a:lnTo>
                      <a:pt x="882" y="366"/>
                    </a:lnTo>
                    <a:lnTo>
                      <a:pt x="882" y="378"/>
                    </a:lnTo>
                    <a:lnTo>
                      <a:pt x="888" y="384"/>
                    </a:lnTo>
                    <a:lnTo>
                      <a:pt x="888" y="396"/>
                    </a:lnTo>
                    <a:lnTo>
                      <a:pt x="882" y="390"/>
                    </a:lnTo>
                    <a:lnTo>
                      <a:pt x="870" y="390"/>
                    </a:lnTo>
                    <a:lnTo>
                      <a:pt x="858" y="384"/>
                    </a:lnTo>
                    <a:lnTo>
                      <a:pt x="852" y="384"/>
                    </a:lnTo>
                    <a:lnTo>
                      <a:pt x="852" y="372"/>
                    </a:lnTo>
                    <a:lnTo>
                      <a:pt x="858" y="366"/>
                    </a:lnTo>
                    <a:lnTo>
                      <a:pt x="858" y="348"/>
                    </a:lnTo>
                    <a:lnTo>
                      <a:pt x="840" y="342"/>
                    </a:lnTo>
                    <a:lnTo>
                      <a:pt x="762" y="342"/>
                    </a:lnTo>
                    <a:lnTo>
                      <a:pt x="732" y="282"/>
                    </a:lnTo>
                    <a:lnTo>
                      <a:pt x="726" y="276"/>
                    </a:lnTo>
                    <a:lnTo>
                      <a:pt x="714" y="276"/>
                    </a:lnTo>
                    <a:lnTo>
                      <a:pt x="708" y="282"/>
                    </a:lnTo>
                    <a:lnTo>
                      <a:pt x="702" y="282"/>
                    </a:lnTo>
                    <a:lnTo>
                      <a:pt x="696" y="276"/>
                    </a:lnTo>
                    <a:lnTo>
                      <a:pt x="696" y="234"/>
                    </a:lnTo>
                    <a:lnTo>
                      <a:pt x="690" y="216"/>
                    </a:lnTo>
                    <a:lnTo>
                      <a:pt x="690" y="204"/>
                    </a:lnTo>
                    <a:lnTo>
                      <a:pt x="660" y="204"/>
                    </a:lnTo>
                    <a:lnTo>
                      <a:pt x="654" y="192"/>
                    </a:lnTo>
                    <a:lnTo>
                      <a:pt x="642" y="186"/>
                    </a:lnTo>
                    <a:lnTo>
                      <a:pt x="636" y="168"/>
                    </a:lnTo>
                    <a:lnTo>
                      <a:pt x="618" y="150"/>
                    </a:lnTo>
                    <a:lnTo>
                      <a:pt x="612" y="138"/>
                    </a:lnTo>
                    <a:lnTo>
                      <a:pt x="600" y="138"/>
                    </a:lnTo>
                    <a:lnTo>
                      <a:pt x="576" y="150"/>
                    </a:lnTo>
                    <a:lnTo>
                      <a:pt x="570" y="156"/>
                    </a:lnTo>
                    <a:lnTo>
                      <a:pt x="552" y="156"/>
                    </a:lnTo>
                    <a:lnTo>
                      <a:pt x="534" y="150"/>
                    </a:lnTo>
                    <a:lnTo>
                      <a:pt x="474" y="150"/>
                    </a:lnTo>
                    <a:lnTo>
                      <a:pt x="456" y="156"/>
                    </a:lnTo>
                    <a:lnTo>
                      <a:pt x="420" y="156"/>
                    </a:lnTo>
                    <a:lnTo>
                      <a:pt x="414" y="162"/>
                    </a:lnTo>
                    <a:lnTo>
                      <a:pt x="408" y="162"/>
                    </a:lnTo>
                    <a:lnTo>
                      <a:pt x="330" y="90"/>
                    </a:lnTo>
                    <a:lnTo>
                      <a:pt x="264" y="54"/>
                    </a:lnTo>
                    <a:lnTo>
                      <a:pt x="270" y="66"/>
                    </a:lnTo>
                    <a:lnTo>
                      <a:pt x="270" y="90"/>
                    </a:lnTo>
                    <a:lnTo>
                      <a:pt x="264" y="102"/>
                    </a:lnTo>
                    <a:lnTo>
                      <a:pt x="258" y="108"/>
                    </a:lnTo>
                    <a:lnTo>
                      <a:pt x="240" y="108"/>
                    </a:lnTo>
                    <a:lnTo>
                      <a:pt x="228" y="102"/>
                    </a:lnTo>
                    <a:lnTo>
                      <a:pt x="222" y="96"/>
                    </a:lnTo>
                    <a:lnTo>
                      <a:pt x="222" y="78"/>
                    </a:lnTo>
                    <a:lnTo>
                      <a:pt x="210" y="54"/>
                    </a:lnTo>
                    <a:lnTo>
                      <a:pt x="216" y="36"/>
                    </a:lnTo>
                    <a:lnTo>
                      <a:pt x="162" y="12"/>
                    </a:lnTo>
                    <a:lnTo>
                      <a:pt x="156" y="30"/>
                    </a:lnTo>
                    <a:lnTo>
                      <a:pt x="168" y="36"/>
                    </a:lnTo>
                    <a:lnTo>
                      <a:pt x="174" y="48"/>
                    </a:lnTo>
                    <a:lnTo>
                      <a:pt x="174" y="72"/>
                    </a:lnTo>
                    <a:lnTo>
                      <a:pt x="168" y="78"/>
                    </a:lnTo>
                    <a:lnTo>
                      <a:pt x="156" y="84"/>
                    </a:lnTo>
                    <a:lnTo>
                      <a:pt x="150" y="84"/>
                    </a:lnTo>
                    <a:lnTo>
                      <a:pt x="144" y="78"/>
                    </a:lnTo>
                    <a:lnTo>
                      <a:pt x="144" y="60"/>
                    </a:lnTo>
                    <a:lnTo>
                      <a:pt x="132" y="48"/>
                    </a:lnTo>
                    <a:lnTo>
                      <a:pt x="132" y="42"/>
                    </a:lnTo>
                    <a:lnTo>
                      <a:pt x="144" y="30"/>
                    </a:lnTo>
                    <a:lnTo>
                      <a:pt x="150" y="6"/>
                    </a:lnTo>
                    <a:lnTo>
                      <a:pt x="144" y="0"/>
                    </a:lnTo>
                    <a:lnTo>
                      <a:pt x="0" y="42"/>
                    </a:lnTo>
                    <a:lnTo>
                      <a:pt x="48" y="324"/>
                    </a:lnTo>
                    <a:lnTo>
                      <a:pt x="60" y="324"/>
                    </a:lnTo>
                    <a:lnTo>
                      <a:pt x="72" y="336"/>
                    </a:lnTo>
                    <a:lnTo>
                      <a:pt x="138" y="336"/>
                    </a:lnTo>
                    <a:lnTo>
                      <a:pt x="132" y="324"/>
                    </a:lnTo>
                    <a:lnTo>
                      <a:pt x="120" y="318"/>
                    </a:lnTo>
                    <a:lnTo>
                      <a:pt x="114" y="300"/>
                    </a:lnTo>
                    <a:lnTo>
                      <a:pt x="114" y="288"/>
                    </a:lnTo>
                    <a:lnTo>
                      <a:pt x="132" y="270"/>
                    </a:lnTo>
                    <a:lnTo>
                      <a:pt x="144" y="264"/>
                    </a:lnTo>
                    <a:lnTo>
                      <a:pt x="156" y="264"/>
                    </a:lnTo>
                    <a:lnTo>
                      <a:pt x="162" y="258"/>
                    </a:lnTo>
                    <a:lnTo>
                      <a:pt x="168" y="258"/>
                    </a:lnTo>
                    <a:lnTo>
                      <a:pt x="168" y="246"/>
                    </a:lnTo>
                    <a:lnTo>
                      <a:pt x="174" y="240"/>
                    </a:lnTo>
                    <a:lnTo>
                      <a:pt x="180" y="240"/>
                    </a:lnTo>
                    <a:lnTo>
                      <a:pt x="186" y="246"/>
                    </a:lnTo>
                    <a:lnTo>
                      <a:pt x="198" y="246"/>
                    </a:lnTo>
                    <a:lnTo>
                      <a:pt x="204" y="252"/>
                    </a:lnTo>
                    <a:lnTo>
                      <a:pt x="174" y="222"/>
                    </a:lnTo>
                    <a:lnTo>
                      <a:pt x="204" y="228"/>
                    </a:lnTo>
                    <a:lnTo>
                      <a:pt x="210" y="216"/>
                    </a:lnTo>
                    <a:lnTo>
                      <a:pt x="228" y="240"/>
                    </a:lnTo>
                    <a:lnTo>
                      <a:pt x="252" y="240"/>
                    </a:lnTo>
                    <a:lnTo>
                      <a:pt x="252" y="252"/>
                    </a:lnTo>
                    <a:lnTo>
                      <a:pt x="264" y="258"/>
                    </a:lnTo>
                    <a:lnTo>
                      <a:pt x="300" y="258"/>
                    </a:lnTo>
                    <a:lnTo>
                      <a:pt x="306" y="264"/>
                    </a:lnTo>
                    <a:lnTo>
                      <a:pt x="312" y="276"/>
                    </a:lnTo>
                    <a:lnTo>
                      <a:pt x="312" y="288"/>
                    </a:lnTo>
                    <a:lnTo>
                      <a:pt x="324" y="294"/>
                    </a:lnTo>
                    <a:lnTo>
                      <a:pt x="312" y="306"/>
                    </a:lnTo>
                    <a:lnTo>
                      <a:pt x="312" y="318"/>
                    </a:lnTo>
                    <a:lnTo>
                      <a:pt x="330" y="336"/>
                    </a:lnTo>
                    <a:lnTo>
                      <a:pt x="360" y="336"/>
                    </a:lnTo>
                    <a:lnTo>
                      <a:pt x="414" y="342"/>
                    </a:lnTo>
                    <a:lnTo>
                      <a:pt x="414" y="336"/>
                    </a:lnTo>
                    <a:lnTo>
                      <a:pt x="450" y="354"/>
                    </a:lnTo>
                    <a:lnTo>
                      <a:pt x="468" y="384"/>
                    </a:lnTo>
                    <a:lnTo>
                      <a:pt x="486" y="402"/>
                    </a:lnTo>
                    <a:lnTo>
                      <a:pt x="486" y="408"/>
                    </a:lnTo>
                    <a:lnTo>
                      <a:pt x="492" y="414"/>
                    </a:lnTo>
                    <a:lnTo>
                      <a:pt x="510" y="450"/>
                    </a:lnTo>
                    <a:lnTo>
                      <a:pt x="522" y="462"/>
                    </a:lnTo>
                    <a:lnTo>
                      <a:pt x="534" y="468"/>
                    </a:lnTo>
                    <a:lnTo>
                      <a:pt x="552" y="468"/>
                    </a:lnTo>
                    <a:lnTo>
                      <a:pt x="564" y="474"/>
                    </a:lnTo>
                    <a:lnTo>
                      <a:pt x="570" y="474"/>
                    </a:lnTo>
                    <a:lnTo>
                      <a:pt x="582" y="486"/>
                    </a:lnTo>
                    <a:lnTo>
                      <a:pt x="588" y="498"/>
                    </a:lnTo>
                    <a:lnTo>
                      <a:pt x="594" y="504"/>
                    </a:lnTo>
                    <a:lnTo>
                      <a:pt x="624" y="522"/>
                    </a:lnTo>
                    <a:lnTo>
                      <a:pt x="648" y="522"/>
                    </a:lnTo>
                    <a:lnTo>
                      <a:pt x="666" y="534"/>
                    </a:lnTo>
                    <a:lnTo>
                      <a:pt x="690" y="546"/>
                    </a:lnTo>
                    <a:lnTo>
                      <a:pt x="696" y="552"/>
                    </a:lnTo>
                    <a:lnTo>
                      <a:pt x="708" y="558"/>
                    </a:lnTo>
                    <a:lnTo>
                      <a:pt x="720" y="570"/>
                    </a:lnTo>
                    <a:lnTo>
                      <a:pt x="732" y="570"/>
                    </a:lnTo>
                    <a:lnTo>
                      <a:pt x="744" y="582"/>
                    </a:lnTo>
                    <a:lnTo>
                      <a:pt x="750" y="582"/>
                    </a:lnTo>
                    <a:lnTo>
                      <a:pt x="774" y="576"/>
                    </a:lnTo>
                    <a:lnTo>
                      <a:pt x="822" y="606"/>
                    </a:lnTo>
                    <a:lnTo>
                      <a:pt x="816" y="612"/>
                    </a:lnTo>
                    <a:lnTo>
                      <a:pt x="816" y="630"/>
                    </a:lnTo>
                    <a:lnTo>
                      <a:pt x="828" y="642"/>
                    </a:lnTo>
                    <a:lnTo>
                      <a:pt x="828" y="654"/>
                    </a:lnTo>
                    <a:lnTo>
                      <a:pt x="840" y="654"/>
                    </a:lnTo>
                    <a:lnTo>
                      <a:pt x="852" y="642"/>
                    </a:lnTo>
                    <a:lnTo>
                      <a:pt x="870" y="666"/>
                    </a:lnTo>
                    <a:lnTo>
                      <a:pt x="882" y="660"/>
                    </a:lnTo>
                    <a:lnTo>
                      <a:pt x="894" y="660"/>
                    </a:lnTo>
                    <a:lnTo>
                      <a:pt x="900" y="666"/>
                    </a:lnTo>
                    <a:lnTo>
                      <a:pt x="906" y="666"/>
                    </a:lnTo>
                    <a:lnTo>
                      <a:pt x="900" y="666"/>
                    </a:lnTo>
                    <a:lnTo>
                      <a:pt x="900" y="642"/>
                    </a:lnTo>
                    <a:lnTo>
                      <a:pt x="906" y="636"/>
                    </a:lnTo>
                    <a:lnTo>
                      <a:pt x="912" y="624"/>
                    </a:lnTo>
                    <a:lnTo>
                      <a:pt x="924" y="618"/>
                    </a:lnTo>
                    <a:lnTo>
                      <a:pt x="930" y="606"/>
                    </a:lnTo>
                    <a:lnTo>
                      <a:pt x="930" y="588"/>
                    </a:lnTo>
                    <a:lnTo>
                      <a:pt x="918" y="576"/>
                    </a:lnTo>
                    <a:lnTo>
                      <a:pt x="906" y="570"/>
                    </a:lnTo>
                    <a:lnTo>
                      <a:pt x="900" y="564"/>
                    </a:lnTo>
                    <a:lnTo>
                      <a:pt x="900" y="546"/>
                    </a:lnTo>
                    <a:lnTo>
                      <a:pt x="906" y="540"/>
                    </a:lnTo>
                    <a:lnTo>
                      <a:pt x="906" y="534"/>
                    </a:lnTo>
                    <a:lnTo>
                      <a:pt x="894" y="522"/>
                    </a:lnTo>
                    <a:lnTo>
                      <a:pt x="882" y="522"/>
                    </a:lnTo>
                    <a:lnTo>
                      <a:pt x="876" y="516"/>
                    </a:lnTo>
                    <a:lnTo>
                      <a:pt x="870" y="516"/>
                    </a:lnTo>
                    <a:lnTo>
                      <a:pt x="858" y="504"/>
                    </a:lnTo>
                    <a:lnTo>
                      <a:pt x="840" y="504"/>
                    </a:lnTo>
                    <a:lnTo>
                      <a:pt x="840" y="486"/>
                    </a:lnTo>
                    <a:lnTo>
                      <a:pt x="846" y="480"/>
                    </a:lnTo>
                    <a:lnTo>
                      <a:pt x="894" y="480"/>
                    </a:lnTo>
                    <a:lnTo>
                      <a:pt x="918" y="468"/>
                    </a:lnTo>
                    <a:lnTo>
                      <a:pt x="918" y="456"/>
                    </a:lnTo>
                    <a:lnTo>
                      <a:pt x="912" y="456"/>
                    </a:lnTo>
                    <a:lnTo>
                      <a:pt x="930" y="444"/>
                    </a:lnTo>
                    <a:lnTo>
                      <a:pt x="906" y="420"/>
                    </a:lnTo>
                    <a:lnTo>
                      <a:pt x="948" y="420"/>
                    </a:lnTo>
                    <a:lnTo>
                      <a:pt x="948" y="414"/>
                    </a:lnTo>
                    <a:lnTo>
                      <a:pt x="936" y="402"/>
                    </a:lnTo>
                    <a:lnTo>
                      <a:pt x="936" y="390"/>
                    </a:lnTo>
                    <a:lnTo>
                      <a:pt x="942" y="384"/>
                    </a:lnTo>
                    <a:lnTo>
                      <a:pt x="942" y="372"/>
                    </a:lnTo>
                    <a:lnTo>
                      <a:pt x="954" y="372"/>
                    </a:lnTo>
                    <a:lnTo>
                      <a:pt x="972" y="390"/>
                    </a:lnTo>
                    <a:lnTo>
                      <a:pt x="978" y="390"/>
                    </a:lnTo>
                    <a:lnTo>
                      <a:pt x="984" y="378"/>
                    </a:lnTo>
                    <a:lnTo>
                      <a:pt x="996" y="372"/>
                    </a:lnTo>
                    <a:lnTo>
                      <a:pt x="1002" y="360"/>
                    </a:lnTo>
                    <a:lnTo>
                      <a:pt x="1020" y="360"/>
                    </a:lnTo>
                    <a:lnTo>
                      <a:pt x="1032" y="366"/>
                    </a:lnTo>
                    <a:lnTo>
                      <a:pt x="1038" y="372"/>
                    </a:lnTo>
                    <a:lnTo>
                      <a:pt x="1014" y="408"/>
                    </a:lnTo>
                    <a:lnTo>
                      <a:pt x="1026" y="408"/>
                    </a:lnTo>
                    <a:lnTo>
                      <a:pt x="1032" y="414"/>
                    </a:lnTo>
                    <a:lnTo>
                      <a:pt x="1044" y="414"/>
                    </a:lnTo>
                    <a:lnTo>
                      <a:pt x="1050" y="420"/>
                    </a:lnTo>
                    <a:lnTo>
                      <a:pt x="1056" y="420"/>
                    </a:lnTo>
                    <a:lnTo>
                      <a:pt x="1068" y="414"/>
                    </a:lnTo>
                    <a:lnTo>
                      <a:pt x="1086" y="414"/>
                    </a:lnTo>
                    <a:lnTo>
                      <a:pt x="1092" y="420"/>
                    </a:lnTo>
                    <a:lnTo>
                      <a:pt x="1098" y="420"/>
                    </a:lnTo>
                    <a:lnTo>
                      <a:pt x="1104" y="426"/>
                    </a:lnTo>
                    <a:lnTo>
                      <a:pt x="1110" y="426"/>
                    </a:lnTo>
                    <a:lnTo>
                      <a:pt x="1128" y="408"/>
                    </a:lnTo>
                    <a:lnTo>
                      <a:pt x="1146" y="402"/>
                    </a:lnTo>
                    <a:lnTo>
                      <a:pt x="1146" y="396"/>
                    </a:lnTo>
                    <a:lnTo>
                      <a:pt x="1158" y="396"/>
                    </a:lnTo>
                    <a:lnTo>
                      <a:pt x="1170" y="390"/>
                    </a:lnTo>
                    <a:lnTo>
                      <a:pt x="1182" y="378"/>
                    </a:lnTo>
                    <a:lnTo>
                      <a:pt x="1182" y="366"/>
                    </a:lnTo>
                    <a:lnTo>
                      <a:pt x="1170" y="366"/>
                    </a:lnTo>
                    <a:lnTo>
                      <a:pt x="1158" y="372"/>
                    </a:lnTo>
                    <a:lnTo>
                      <a:pt x="1152" y="372"/>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62" name="United Kingdom" descr="© INSCALE GmbH, 05.05.2010&#10;http://www.presentationload.com/">
                <a:extLst>
                  <a:ext uri="{FF2B5EF4-FFF2-40B4-BE49-F238E27FC236}">
                    <a16:creationId xmlns:a16="http://schemas.microsoft.com/office/drawing/2014/main" id="{57ECFDA5-14A0-55F5-1050-C63DE86E7D16}"/>
                  </a:ext>
                </a:extLst>
              </p:cNvPr>
              <p:cNvSpPr>
                <a:spLocks noEditPoints="1"/>
              </p:cNvSpPr>
              <p:nvPr/>
            </p:nvSpPr>
            <p:spPr bwMode="gray">
              <a:xfrm>
                <a:off x="2561" y="1343"/>
                <a:ext cx="147" cy="209"/>
              </a:xfrm>
              <a:custGeom>
                <a:avLst/>
                <a:gdLst>
                  <a:gd name="T0" fmla="*/ 2147483647 w 576"/>
                  <a:gd name="T1" fmla="*/ 2147483647 h 822"/>
                  <a:gd name="T2" fmla="*/ 2147483647 w 576"/>
                  <a:gd name="T3" fmla="*/ 2147483647 h 822"/>
                  <a:gd name="T4" fmla="*/ 2147483647 w 576"/>
                  <a:gd name="T5" fmla="*/ 2147483647 h 822"/>
                  <a:gd name="T6" fmla="*/ 2147483647 w 576"/>
                  <a:gd name="T7" fmla="*/ 2147483647 h 822"/>
                  <a:gd name="T8" fmla="*/ 2147483647 w 576"/>
                  <a:gd name="T9" fmla="*/ 2147483647 h 822"/>
                  <a:gd name="T10" fmla="*/ 2147483647 w 576"/>
                  <a:gd name="T11" fmla="*/ 2147483647 h 822"/>
                  <a:gd name="T12" fmla="*/ 2147483647 w 576"/>
                  <a:gd name="T13" fmla="*/ 2147483647 h 822"/>
                  <a:gd name="T14" fmla="*/ 2147483647 w 576"/>
                  <a:gd name="T15" fmla="*/ 0 h 822"/>
                  <a:gd name="T16" fmla="*/ 2147483647 w 576"/>
                  <a:gd name="T17" fmla="*/ 0 h 822"/>
                  <a:gd name="T18" fmla="*/ 2147483647 w 576"/>
                  <a:gd name="T19" fmla="*/ 2147483647 h 822"/>
                  <a:gd name="T20" fmla="*/ 2147483647 w 576"/>
                  <a:gd name="T21" fmla="*/ 2147483647 h 822"/>
                  <a:gd name="T22" fmla="*/ 2147483647 w 576"/>
                  <a:gd name="T23" fmla="*/ 2147483647 h 822"/>
                  <a:gd name="T24" fmla="*/ 2147483647 w 576"/>
                  <a:gd name="T25" fmla="*/ 2147483647 h 822"/>
                  <a:gd name="T26" fmla="*/ 2147483647 w 576"/>
                  <a:gd name="T27" fmla="*/ 2147483647 h 822"/>
                  <a:gd name="T28" fmla="*/ 2147483647 w 576"/>
                  <a:gd name="T29" fmla="*/ 2147483647 h 822"/>
                  <a:gd name="T30" fmla="*/ 2147483647 w 576"/>
                  <a:gd name="T31" fmla="*/ 2147483647 h 822"/>
                  <a:gd name="T32" fmla="*/ 2147483647 w 576"/>
                  <a:gd name="T33" fmla="*/ 2147483647 h 822"/>
                  <a:gd name="T34" fmla="*/ 2147483647 w 576"/>
                  <a:gd name="T35" fmla="*/ 2147483647 h 822"/>
                  <a:gd name="T36" fmla="*/ 2147483647 w 576"/>
                  <a:gd name="T37" fmla="*/ 2147483647 h 822"/>
                  <a:gd name="T38" fmla="*/ 2147483647 w 576"/>
                  <a:gd name="T39" fmla="*/ 2147483647 h 822"/>
                  <a:gd name="T40" fmla="*/ 2147483647 w 576"/>
                  <a:gd name="T41" fmla="*/ 2147483647 h 822"/>
                  <a:gd name="T42" fmla="*/ 2147483647 w 576"/>
                  <a:gd name="T43" fmla="*/ 2147483647 h 822"/>
                  <a:gd name="T44" fmla="*/ 2147483647 w 576"/>
                  <a:gd name="T45" fmla="*/ 2147483647 h 822"/>
                  <a:gd name="T46" fmla="*/ 2147483647 w 576"/>
                  <a:gd name="T47" fmla="*/ 2147483647 h 822"/>
                  <a:gd name="T48" fmla="*/ 2147483647 w 576"/>
                  <a:gd name="T49" fmla="*/ 2147483647 h 822"/>
                  <a:gd name="T50" fmla="*/ 2147483647 w 576"/>
                  <a:gd name="T51" fmla="*/ 2147483647 h 822"/>
                  <a:gd name="T52" fmla="*/ 2147483647 w 576"/>
                  <a:gd name="T53" fmla="*/ 2147483647 h 822"/>
                  <a:gd name="T54" fmla="*/ 2147483647 w 576"/>
                  <a:gd name="T55" fmla="*/ 2147483647 h 822"/>
                  <a:gd name="T56" fmla="*/ 2147483647 w 576"/>
                  <a:gd name="T57" fmla="*/ 2147483647 h 822"/>
                  <a:gd name="T58" fmla="*/ 2147483647 w 576"/>
                  <a:gd name="T59" fmla="*/ 2147483647 h 822"/>
                  <a:gd name="T60" fmla="*/ 2147483647 w 576"/>
                  <a:gd name="T61" fmla="*/ 2147483647 h 822"/>
                  <a:gd name="T62" fmla="*/ 2147483647 w 576"/>
                  <a:gd name="T63" fmla="*/ 2147483647 h 822"/>
                  <a:gd name="T64" fmla="*/ 2147483647 w 576"/>
                  <a:gd name="T65" fmla="*/ 2147483647 h 822"/>
                  <a:gd name="T66" fmla="*/ 2147483647 w 576"/>
                  <a:gd name="T67" fmla="*/ 2147483647 h 822"/>
                  <a:gd name="T68" fmla="*/ 2147483647 w 576"/>
                  <a:gd name="T69" fmla="*/ 2147483647 h 822"/>
                  <a:gd name="T70" fmla="*/ 2147483647 w 576"/>
                  <a:gd name="T71" fmla="*/ 2147483647 h 822"/>
                  <a:gd name="T72" fmla="*/ 2147483647 w 576"/>
                  <a:gd name="T73" fmla="*/ 2147483647 h 822"/>
                  <a:gd name="T74" fmla="*/ 2147483647 w 576"/>
                  <a:gd name="T75" fmla="*/ 2147483647 h 822"/>
                  <a:gd name="T76" fmla="*/ 2147483647 w 576"/>
                  <a:gd name="T77" fmla="*/ 2147483647 h 822"/>
                  <a:gd name="T78" fmla="*/ 2147483647 w 576"/>
                  <a:gd name="T79" fmla="*/ 2147483647 h 822"/>
                  <a:gd name="T80" fmla="*/ 2147483647 w 576"/>
                  <a:gd name="T81" fmla="*/ 2147483647 h 822"/>
                  <a:gd name="T82" fmla="*/ 2147483647 w 576"/>
                  <a:gd name="T83" fmla="*/ 2147483647 h 822"/>
                  <a:gd name="T84" fmla="*/ 2147483647 w 576"/>
                  <a:gd name="T85" fmla="*/ 2147483647 h 822"/>
                  <a:gd name="T86" fmla="*/ 2147483647 w 576"/>
                  <a:gd name="T87" fmla="*/ 2147483647 h 822"/>
                  <a:gd name="T88" fmla="*/ 2147483647 w 576"/>
                  <a:gd name="T89" fmla="*/ 2147483647 h 822"/>
                  <a:gd name="T90" fmla="*/ 2147483647 w 576"/>
                  <a:gd name="T91" fmla="*/ 2147483647 h 822"/>
                  <a:gd name="T92" fmla="*/ 2147483647 w 576"/>
                  <a:gd name="T93" fmla="*/ 2147483647 h 822"/>
                  <a:gd name="T94" fmla="*/ 2147483647 w 576"/>
                  <a:gd name="T95" fmla="*/ 2147483647 h 822"/>
                  <a:gd name="T96" fmla="*/ 2147483647 w 576"/>
                  <a:gd name="T97" fmla="*/ 2147483647 h 822"/>
                  <a:gd name="T98" fmla="*/ 2147483647 w 576"/>
                  <a:gd name="T99" fmla="*/ 2147483647 h 822"/>
                  <a:gd name="T100" fmla="*/ 2147483647 w 576"/>
                  <a:gd name="T101" fmla="*/ 2147483647 h 822"/>
                  <a:gd name="T102" fmla="*/ 2147483647 w 576"/>
                  <a:gd name="T103" fmla="*/ 2147483647 h 822"/>
                  <a:gd name="T104" fmla="*/ 2147483647 w 576"/>
                  <a:gd name="T105" fmla="*/ 2147483647 h 822"/>
                  <a:gd name="T106" fmla="*/ 2147483647 w 576"/>
                  <a:gd name="T107" fmla="*/ 2147483647 h 822"/>
                  <a:gd name="T108" fmla="*/ 2147483647 w 576"/>
                  <a:gd name="T109" fmla="*/ 2147483647 h 822"/>
                  <a:gd name="T110" fmla="*/ 2147483647 w 576"/>
                  <a:gd name="T111" fmla="*/ 2147483647 h 822"/>
                  <a:gd name="T112" fmla="*/ 2147483647 w 576"/>
                  <a:gd name="T113" fmla="*/ 2147483647 h 822"/>
                  <a:gd name="T114" fmla="*/ 2147483647 w 576"/>
                  <a:gd name="T115" fmla="*/ 2147483647 h 822"/>
                  <a:gd name="T116" fmla="*/ 2147483647 w 576"/>
                  <a:gd name="T117" fmla="*/ 2147483647 h 822"/>
                  <a:gd name="T118" fmla="*/ 2147483647 w 576"/>
                  <a:gd name="T119" fmla="*/ 2147483647 h 822"/>
                  <a:gd name="T120" fmla="*/ 2147483647 w 576"/>
                  <a:gd name="T121" fmla="*/ 2147483647 h 822"/>
                  <a:gd name="T122" fmla="*/ 2147483647 w 576"/>
                  <a:gd name="T123" fmla="*/ 2147483647 h 82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576"/>
                  <a:gd name="T187" fmla="*/ 0 h 822"/>
                  <a:gd name="T188" fmla="*/ 576 w 576"/>
                  <a:gd name="T189" fmla="*/ 822 h 82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576" h="822">
                    <a:moveTo>
                      <a:pt x="162" y="378"/>
                    </a:moveTo>
                    <a:lnTo>
                      <a:pt x="156" y="378"/>
                    </a:lnTo>
                    <a:lnTo>
                      <a:pt x="150" y="384"/>
                    </a:lnTo>
                    <a:lnTo>
                      <a:pt x="150" y="396"/>
                    </a:lnTo>
                    <a:lnTo>
                      <a:pt x="144" y="414"/>
                    </a:lnTo>
                    <a:lnTo>
                      <a:pt x="156" y="402"/>
                    </a:lnTo>
                    <a:lnTo>
                      <a:pt x="162" y="390"/>
                    </a:lnTo>
                    <a:lnTo>
                      <a:pt x="162" y="378"/>
                    </a:lnTo>
                    <a:close/>
                    <a:moveTo>
                      <a:pt x="132" y="312"/>
                    </a:moveTo>
                    <a:lnTo>
                      <a:pt x="126" y="312"/>
                    </a:lnTo>
                    <a:lnTo>
                      <a:pt x="126" y="336"/>
                    </a:lnTo>
                    <a:lnTo>
                      <a:pt x="132" y="336"/>
                    </a:lnTo>
                    <a:lnTo>
                      <a:pt x="138" y="330"/>
                    </a:lnTo>
                    <a:lnTo>
                      <a:pt x="150" y="330"/>
                    </a:lnTo>
                    <a:lnTo>
                      <a:pt x="144" y="318"/>
                    </a:lnTo>
                    <a:lnTo>
                      <a:pt x="138" y="312"/>
                    </a:lnTo>
                    <a:lnTo>
                      <a:pt x="132" y="312"/>
                    </a:lnTo>
                    <a:close/>
                    <a:moveTo>
                      <a:pt x="114" y="390"/>
                    </a:moveTo>
                    <a:lnTo>
                      <a:pt x="126" y="390"/>
                    </a:lnTo>
                    <a:lnTo>
                      <a:pt x="138" y="384"/>
                    </a:lnTo>
                    <a:lnTo>
                      <a:pt x="138" y="372"/>
                    </a:lnTo>
                    <a:lnTo>
                      <a:pt x="132" y="366"/>
                    </a:lnTo>
                    <a:lnTo>
                      <a:pt x="120" y="366"/>
                    </a:lnTo>
                    <a:lnTo>
                      <a:pt x="114" y="372"/>
                    </a:lnTo>
                    <a:lnTo>
                      <a:pt x="108" y="384"/>
                    </a:lnTo>
                    <a:lnTo>
                      <a:pt x="108" y="390"/>
                    </a:lnTo>
                    <a:lnTo>
                      <a:pt x="114" y="390"/>
                    </a:lnTo>
                    <a:close/>
                    <a:moveTo>
                      <a:pt x="330" y="120"/>
                    </a:moveTo>
                    <a:lnTo>
                      <a:pt x="324" y="120"/>
                    </a:lnTo>
                    <a:lnTo>
                      <a:pt x="318" y="126"/>
                    </a:lnTo>
                    <a:lnTo>
                      <a:pt x="318" y="138"/>
                    </a:lnTo>
                    <a:lnTo>
                      <a:pt x="330" y="138"/>
                    </a:lnTo>
                    <a:lnTo>
                      <a:pt x="336" y="126"/>
                    </a:lnTo>
                    <a:lnTo>
                      <a:pt x="330" y="120"/>
                    </a:lnTo>
                    <a:close/>
                    <a:moveTo>
                      <a:pt x="138" y="258"/>
                    </a:moveTo>
                    <a:lnTo>
                      <a:pt x="138" y="234"/>
                    </a:lnTo>
                    <a:lnTo>
                      <a:pt x="126" y="234"/>
                    </a:lnTo>
                    <a:lnTo>
                      <a:pt x="120" y="240"/>
                    </a:lnTo>
                    <a:lnTo>
                      <a:pt x="120" y="246"/>
                    </a:lnTo>
                    <a:lnTo>
                      <a:pt x="126" y="252"/>
                    </a:lnTo>
                    <a:lnTo>
                      <a:pt x="108" y="252"/>
                    </a:lnTo>
                    <a:lnTo>
                      <a:pt x="108" y="258"/>
                    </a:lnTo>
                    <a:lnTo>
                      <a:pt x="114" y="264"/>
                    </a:lnTo>
                    <a:lnTo>
                      <a:pt x="120" y="264"/>
                    </a:lnTo>
                    <a:lnTo>
                      <a:pt x="126" y="270"/>
                    </a:lnTo>
                    <a:lnTo>
                      <a:pt x="150" y="270"/>
                    </a:lnTo>
                    <a:lnTo>
                      <a:pt x="138" y="258"/>
                    </a:lnTo>
                    <a:close/>
                    <a:moveTo>
                      <a:pt x="474" y="0"/>
                    </a:moveTo>
                    <a:lnTo>
                      <a:pt x="468" y="0"/>
                    </a:lnTo>
                    <a:lnTo>
                      <a:pt x="456" y="12"/>
                    </a:lnTo>
                    <a:lnTo>
                      <a:pt x="474" y="12"/>
                    </a:lnTo>
                    <a:lnTo>
                      <a:pt x="474" y="6"/>
                    </a:lnTo>
                    <a:lnTo>
                      <a:pt x="480" y="0"/>
                    </a:lnTo>
                    <a:lnTo>
                      <a:pt x="474" y="0"/>
                    </a:lnTo>
                    <a:close/>
                    <a:moveTo>
                      <a:pt x="432" y="48"/>
                    </a:moveTo>
                    <a:lnTo>
                      <a:pt x="432" y="66"/>
                    </a:lnTo>
                    <a:lnTo>
                      <a:pt x="438" y="66"/>
                    </a:lnTo>
                    <a:lnTo>
                      <a:pt x="444" y="60"/>
                    </a:lnTo>
                    <a:lnTo>
                      <a:pt x="450" y="48"/>
                    </a:lnTo>
                    <a:lnTo>
                      <a:pt x="450" y="24"/>
                    </a:lnTo>
                    <a:lnTo>
                      <a:pt x="438" y="12"/>
                    </a:lnTo>
                    <a:lnTo>
                      <a:pt x="432" y="24"/>
                    </a:lnTo>
                    <a:lnTo>
                      <a:pt x="426" y="30"/>
                    </a:lnTo>
                    <a:lnTo>
                      <a:pt x="420" y="30"/>
                    </a:lnTo>
                    <a:lnTo>
                      <a:pt x="420" y="42"/>
                    </a:lnTo>
                    <a:lnTo>
                      <a:pt x="426" y="42"/>
                    </a:lnTo>
                    <a:lnTo>
                      <a:pt x="432" y="48"/>
                    </a:lnTo>
                    <a:close/>
                    <a:moveTo>
                      <a:pt x="342" y="138"/>
                    </a:moveTo>
                    <a:lnTo>
                      <a:pt x="342" y="150"/>
                    </a:lnTo>
                    <a:lnTo>
                      <a:pt x="354" y="138"/>
                    </a:lnTo>
                    <a:lnTo>
                      <a:pt x="342" y="138"/>
                    </a:lnTo>
                    <a:close/>
                    <a:moveTo>
                      <a:pt x="192" y="402"/>
                    </a:moveTo>
                    <a:lnTo>
                      <a:pt x="192" y="390"/>
                    </a:lnTo>
                    <a:lnTo>
                      <a:pt x="186" y="384"/>
                    </a:lnTo>
                    <a:lnTo>
                      <a:pt x="186" y="378"/>
                    </a:lnTo>
                    <a:lnTo>
                      <a:pt x="174" y="390"/>
                    </a:lnTo>
                    <a:lnTo>
                      <a:pt x="174" y="396"/>
                    </a:lnTo>
                    <a:lnTo>
                      <a:pt x="180" y="402"/>
                    </a:lnTo>
                    <a:lnTo>
                      <a:pt x="192" y="402"/>
                    </a:lnTo>
                    <a:close/>
                    <a:moveTo>
                      <a:pt x="504" y="588"/>
                    </a:moveTo>
                    <a:lnTo>
                      <a:pt x="498" y="594"/>
                    </a:lnTo>
                    <a:lnTo>
                      <a:pt x="498" y="600"/>
                    </a:lnTo>
                    <a:lnTo>
                      <a:pt x="480" y="600"/>
                    </a:lnTo>
                    <a:lnTo>
                      <a:pt x="480" y="588"/>
                    </a:lnTo>
                    <a:lnTo>
                      <a:pt x="486" y="576"/>
                    </a:lnTo>
                    <a:lnTo>
                      <a:pt x="498" y="564"/>
                    </a:lnTo>
                    <a:lnTo>
                      <a:pt x="492" y="558"/>
                    </a:lnTo>
                    <a:lnTo>
                      <a:pt x="456" y="540"/>
                    </a:lnTo>
                    <a:lnTo>
                      <a:pt x="450" y="540"/>
                    </a:lnTo>
                    <a:lnTo>
                      <a:pt x="444" y="534"/>
                    </a:lnTo>
                    <a:lnTo>
                      <a:pt x="450" y="534"/>
                    </a:lnTo>
                    <a:lnTo>
                      <a:pt x="456" y="528"/>
                    </a:lnTo>
                    <a:lnTo>
                      <a:pt x="480" y="528"/>
                    </a:lnTo>
                    <a:lnTo>
                      <a:pt x="468" y="516"/>
                    </a:lnTo>
                    <a:lnTo>
                      <a:pt x="468" y="510"/>
                    </a:lnTo>
                    <a:lnTo>
                      <a:pt x="456" y="498"/>
                    </a:lnTo>
                    <a:lnTo>
                      <a:pt x="450" y="486"/>
                    </a:lnTo>
                    <a:lnTo>
                      <a:pt x="432" y="468"/>
                    </a:lnTo>
                    <a:lnTo>
                      <a:pt x="420" y="468"/>
                    </a:lnTo>
                    <a:lnTo>
                      <a:pt x="414" y="456"/>
                    </a:lnTo>
                    <a:lnTo>
                      <a:pt x="402" y="450"/>
                    </a:lnTo>
                    <a:lnTo>
                      <a:pt x="390" y="438"/>
                    </a:lnTo>
                    <a:lnTo>
                      <a:pt x="390" y="414"/>
                    </a:lnTo>
                    <a:lnTo>
                      <a:pt x="396" y="402"/>
                    </a:lnTo>
                    <a:lnTo>
                      <a:pt x="396" y="390"/>
                    </a:lnTo>
                    <a:lnTo>
                      <a:pt x="384" y="390"/>
                    </a:lnTo>
                    <a:lnTo>
                      <a:pt x="378" y="384"/>
                    </a:lnTo>
                    <a:lnTo>
                      <a:pt x="372" y="372"/>
                    </a:lnTo>
                    <a:lnTo>
                      <a:pt x="360" y="360"/>
                    </a:lnTo>
                    <a:lnTo>
                      <a:pt x="342" y="354"/>
                    </a:lnTo>
                    <a:lnTo>
                      <a:pt x="324" y="354"/>
                    </a:lnTo>
                    <a:lnTo>
                      <a:pt x="306" y="360"/>
                    </a:lnTo>
                    <a:lnTo>
                      <a:pt x="294" y="366"/>
                    </a:lnTo>
                    <a:lnTo>
                      <a:pt x="288" y="366"/>
                    </a:lnTo>
                    <a:lnTo>
                      <a:pt x="270" y="348"/>
                    </a:lnTo>
                    <a:lnTo>
                      <a:pt x="282" y="348"/>
                    </a:lnTo>
                    <a:lnTo>
                      <a:pt x="294" y="354"/>
                    </a:lnTo>
                    <a:lnTo>
                      <a:pt x="306" y="354"/>
                    </a:lnTo>
                    <a:lnTo>
                      <a:pt x="330" y="342"/>
                    </a:lnTo>
                    <a:lnTo>
                      <a:pt x="336" y="336"/>
                    </a:lnTo>
                    <a:lnTo>
                      <a:pt x="330" y="336"/>
                    </a:lnTo>
                    <a:lnTo>
                      <a:pt x="324" y="330"/>
                    </a:lnTo>
                    <a:lnTo>
                      <a:pt x="306" y="330"/>
                    </a:lnTo>
                    <a:lnTo>
                      <a:pt x="330" y="324"/>
                    </a:lnTo>
                    <a:lnTo>
                      <a:pt x="336" y="318"/>
                    </a:lnTo>
                    <a:lnTo>
                      <a:pt x="348" y="312"/>
                    </a:lnTo>
                    <a:lnTo>
                      <a:pt x="360" y="300"/>
                    </a:lnTo>
                    <a:lnTo>
                      <a:pt x="360" y="288"/>
                    </a:lnTo>
                    <a:lnTo>
                      <a:pt x="366" y="276"/>
                    </a:lnTo>
                    <a:lnTo>
                      <a:pt x="372" y="270"/>
                    </a:lnTo>
                    <a:lnTo>
                      <a:pt x="378" y="258"/>
                    </a:lnTo>
                    <a:lnTo>
                      <a:pt x="384" y="252"/>
                    </a:lnTo>
                    <a:lnTo>
                      <a:pt x="396" y="246"/>
                    </a:lnTo>
                    <a:lnTo>
                      <a:pt x="402" y="246"/>
                    </a:lnTo>
                    <a:lnTo>
                      <a:pt x="402" y="240"/>
                    </a:lnTo>
                    <a:lnTo>
                      <a:pt x="396" y="234"/>
                    </a:lnTo>
                    <a:lnTo>
                      <a:pt x="318" y="234"/>
                    </a:lnTo>
                    <a:lnTo>
                      <a:pt x="318" y="228"/>
                    </a:lnTo>
                    <a:lnTo>
                      <a:pt x="288" y="228"/>
                    </a:lnTo>
                    <a:lnTo>
                      <a:pt x="276" y="234"/>
                    </a:lnTo>
                    <a:lnTo>
                      <a:pt x="264" y="234"/>
                    </a:lnTo>
                    <a:lnTo>
                      <a:pt x="258" y="240"/>
                    </a:lnTo>
                    <a:lnTo>
                      <a:pt x="252" y="240"/>
                    </a:lnTo>
                    <a:lnTo>
                      <a:pt x="264" y="228"/>
                    </a:lnTo>
                    <a:lnTo>
                      <a:pt x="252" y="216"/>
                    </a:lnTo>
                    <a:lnTo>
                      <a:pt x="270" y="210"/>
                    </a:lnTo>
                    <a:lnTo>
                      <a:pt x="300" y="192"/>
                    </a:lnTo>
                    <a:lnTo>
                      <a:pt x="312" y="186"/>
                    </a:lnTo>
                    <a:lnTo>
                      <a:pt x="324" y="162"/>
                    </a:lnTo>
                    <a:lnTo>
                      <a:pt x="318" y="156"/>
                    </a:lnTo>
                    <a:lnTo>
                      <a:pt x="288" y="156"/>
                    </a:lnTo>
                    <a:lnTo>
                      <a:pt x="276" y="162"/>
                    </a:lnTo>
                    <a:lnTo>
                      <a:pt x="258" y="168"/>
                    </a:lnTo>
                    <a:lnTo>
                      <a:pt x="240" y="168"/>
                    </a:lnTo>
                    <a:lnTo>
                      <a:pt x="228" y="162"/>
                    </a:lnTo>
                    <a:lnTo>
                      <a:pt x="216" y="162"/>
                    </a:lnTo>
                    <a:lnTo>
                      <a:pt x="210" y="168"/>
                    </a:lnTo>
                    <a:lnTo>
                      <a:pt x="210" y="174"/>
                    </a:lnTo>
                    <a:lnTo>
                      <a:pt x="216" y="180"/>
                    </a:lnTo>
                    <a:lnTo>
                      <a:pt x="204" y="180"/>
                    </a:lnTo>
                    <a:lnTo>
                      <a:pt x="192" y="192"/>
                    </a:lnTo>
                    <a:lnTo>
                      <a:pt x="192" y="210"/>
                    </a:lnTo>
                    <a:lnTo>
                      <a:pt x="198" y="216"/>
                    </a:lnTo>
                    <a:lnTo>
                      <a:pt x="156" y="222"/>
                    </a:lnTo>
                    <a:lnTo>
                      <a:pt x="156" y="234"/>
                    </a:lnTo>
                    <a:lnTo>
                      <a:pt x="168" y="240"/>
                    </a:lnTo>
                    <a:lnTo>
                      <a:pt x="180" y="264"/>
                    </a:lnTo>
                    <a:lnTo>
                      <a:pt x="162" y="282"/>
                    </a:lnTo>
                    <a:lnTo>
                      <a:pt x="162" y="294"/>
                    </a:lnTo>
                    <a:lnTo>
                      <a:pt x="144" y="300"/>
                    </a:lnTo>
                    <a:lnTo>
                      <a:pt x="156" y="312"/>
                    </a:lnTo>
                    <a:lnTo>
                      <a:pt x="168" y="312"/>
                    </a:lnTo>
                    <a:lnTo>
                      <a:pt x="180" y="306"/>
                    </a:lnTo>
                    <a:lnTo>
                      <a:pt x="186" y="300"/>
                    </a:lnTo>
                    <a:lnTo>
                      <a:pt x="186" y="318"/>
                    </a:lnTo>
                    <a:lnTo>
                      <a:pt x="180" y="318"/>
                    </a:lnTo>
                    <a:lnTo>
                      <a:pt x="168" y="330"/>
                    </a:lnTo>
                    <a:lnTo>
                      <a:pt x="156" y="336"/>
                    </a:lnTo>
                    <a:lnTo>
                      <a:pt x="156" y="360"/>
                    </a:lnTo>
                    <a:lnTo>
                      <a:pt x="162" y="372"/>
                    </a:lnTo>
                    <a:lnTo>
                      <a:pt x="168" y="366"/>
                    </a:lnTo>
                    <a:lnTo>
                      <a:pt x="198" y="366"/>
                    </a:lnTo>
                    <a:lnTo>
                      <a:pt x="210" y="360"/>
                    </a:lnTo>
                    <a:lnTo>
                      <a:pt x="216" y="354"/>
                    </a:lnTo>
                    <a:lnTo>
                      <a:pt x="198" y="372"/>
                    </a:lnTo>
                    <a:lnTo>
                      <a:pt x="210" y="402"/>
                    </a:lnTo>
                    <a:lnTo>
                      <a:pt x="204" y="408"/>
                    </a:lnTo>
                    <a:lnTo>
                      <a:pt x="198" y="420"/>
                    </a:lnTo>
                    <a:lnTo>
                      <a:pt x="186" y="426"/>
                    </a:lnTo>
                    <a:lnTo>
                      <a:pt x="180" y="438"/>
                    </a:lnTo>
                    <a:lnTo>
                      <a:pt x="180" y="450"/>
                    </a:lnTo>
                    <a:lnTo>
                      <a:pt x="186" y="456"/>
                    </a:lnTo>
                    <a:lnTo>
                      <a:pt x="204" y="456"/>
                    </a:lnTo>
                    <a:lnTo>
                      <a:pt x="216" y="450"/>
                    </a:lnTo>
                    <a:lnTo>
                      <a:pt x="240" y="450"/>
                    </a:lnTo>
                    <a:lnTo>
                      <a:pt x="252" y="444"/>
                    </a:lnTo>
                    <a:lnTo>
                      <a:pt x="258" y="438"/>
                    </a:lnTo>
                    <a:lnTo>
                      <a:pt x="270" y="432"/>
                    </a:lnTo>
                    <a:lnTo>
                      <a:pt x="300" y="438"/>
                    </a:lnTo>
                    <a:lnTo>
                      <a:pt x="288" y="444"/>
                    </a:lnTo>
                    <a:lnTo>
                      <a:pt x="264" y="468"/>
                    </a:lnTo>
                    <a:lnTo>
                      <a:pt x="264" y="474"/>
                    </a:lnTo>
                    <a:lnTo>
                      <a:pt x="282" y="492"/>
                    </a:lnTo>
                    <a:lnTo>
                      <a:pt x="294" y="492"/>
                    </a:lnTo>
                    <a:lnTo>
                      <a:pt x="300" y="498"/>
                    </a:lnTo>
                    <a:lnTo>
                      <a:pt x="306" y="498"/>
                    </a:lnTo>
                    <a:lnTo>
                      <a:pt x="312" y="516"/>
                    </a:lnTo>
                    <a:lnTo>
                      <a:pt x="294" y="534"/>
                    </a:lnTo>
                    <a:lnTo>
                      <a:pt x="294" y="564"/>
                    </a:lnTo>
                    <a:lnTo>
                      <a:pt x="222" y="564"/>
                    </a:lnTo>
                    <a:lnTo>
                      <a:pt x="216" y="558"/>
                    </a:lnTo>
                    <a:lnTo>
                      <a:pt x="198" y="558"/>
                    </a:lnTo>
                    <a:lnTo>
                      <a:pt x="192" y="564"/>
                    </a:lnTo>
                    <a:lnTo>
                      <a:pt x="210" y="582"/>
                    </a:lnTo>
                    <a:lnTo>
                      <a:pt x="186" y="600"/>
                    </a:lnTo>
                    <a:lnTo>
                      <a:pt x="228" y="594"/>
                    </a:lnTo>
                    <a:lnTo>
                      <a:pt x="228" y="618"/>
                    </a:lnTo>
                    <a:lnTo>
                      <a:pt x="216" y="642"/>
                    </a:lnTo>
                    <a:lnTo>
                      <a:pt x="210" y="648"/>
                    </a:lnTo>
                    <a:lnTo>
                      <a:pt x="198" y="654"/>
                    </a:lnTo>
                    <a:lnTo>
                      <a:pt x="180" y="660"/>
                    </a:lnTo>
                    <a:lnTo>
                      <a:pt x="168" y="666"/>
                    </a:lnTo>
                    <a:lnTo>
                      <a:pt x="162" y="666"/>
                    </a:lnTo>
                    <a:lnTo>
                      <a:pt x="162" y="690"/>
                    </a:lnTo>
                    <a:lnTo>
                      <a:pt x="168" y="696"/>
                    </a:lnTo>
                    <a:lnTo>
                      <a:pt x="174" y="696"/>
                    </a:lnTo>
                    <a:lnTo>
                      <a:pt x="180" y="690"/>
                    </a:lnTo>
                    <a:lnTo>
                      <a:pt x="192" y="684"/>
                    </a:lnTo>
                    <a:lnTo>
                      <a:pt x="198" y="678"/>
                    </a:lnTo>
                    <a:lnTo>
                      <a:pt x="204" y="684"/>
                    </a:lnTo>
                    <a:lnTo>
                      <a:pt x="204" y="690"/>
                    </a:lnTo>
                    <a:lnTo>
                      <a:pt x="210" y="696"/>
                    </a:lnTo>
                    <a:lnTo>
                      <a:pt x="234" y="696"/>
                    </a:lnTo>
                    <a:lnTo>
                      <a:pt x="240" y="702"/>
                    </a:lnTo>
                    <a:lnTo>
                      <a:pt x="252" y="708"/>
                    </a:lnTo>
                    <a:lnTo>
                      <a:pt x="258" y="708"/>
                    </a:lnTo>
                    <a:lnTo>
                      <a:pt x="276" y="702"/>
                    </a:lnTo>
                    <a:lnTo>
                      <a:pt x="288" y="696"/>
                    </a:lnTo>
                    <a:lnTo>
                      <a:pt x="294" y="690"/>
                    </a:lnTo>
                    <a:lnTo>
                      <a:pt x="318" y="690"/>
                    </a:lnTo>
                    <a:lnTo>
                      <a:pt x="312" y="696"/>
                    </a:lnTo>
                    <a:lnTo>
                      <a:pt x="300" y="702"/>
                    </a:lnTo>
                    <a:lnTo>
                      <a:pt x="294" y="714"/>
                    </a:lnTo>
                    <a:lnTo>
                      <a:pt x="282" y="720"/>
                    </a:lnTo>
                    <a:lnTo>
                      <a:pt x="276" y="726"/>
                    </a:lnTo>
                    <a:lnTo>
                      <a:pt x="210" y="726"/>
                    </a:lnTo>
                    <a:lnTo>
                      <a:pt x="210" y="738"/>
                    </a:lnTo>
                    <a:lnTo>
                      <a:pt x="198" y="738"/>
                    </a:lnTo>
                    <a:lnTo>
                      <a:pt x="186" y="744"/>
                    </a:lnTo>
                    <a:lnTo>
                      <a:pt x="180" y="750"/>
                    </a:lnTo>
                    <a:lnTo>
                      <a:pt x="180" y="768"/>
                    </a:lnTo>
                    <a:lnTo>
                      <a:pt x="174" y="774"/>
                    </a:lnTo>
                    <a:lnTo>
                      <a:pt x="144" y="774"/>
                    </a:lnTo>
                    <a:lnTo>
                      <a:pt x="144" y="780"/>
                    </a:lnTo>
                    <a:lnTo>
                      <a:pt x="138" y="786"/>
                    </a:lnTo>
                    <a:lnTo>
                      <a:pt x="138" y="792"/>
                    </a:lnTo>
                    <a:lnTo>
                      <a:pt x="126" y="804"/>
                    </a:lnTo>
                    <a:lnTo>
                      <a:pt x="114" y="810"/>
                    </a:lnTo>
                    <a:lnTo>
                      <a:pt x="108" y="810"/>
                    </a:lnTo>
                    <a:lnTo>
                      <a:pt x="108" y="816"/>
                    </a:lnTo>
                    <a:lnTo>
                      <a:pt x="114" y="816"/>
                    </a:lnTo>
                    <a:lnTo>
                      <a:pt x="120" y="822"/>
                    </a:lnTo>
                    <a:lnTo>
                      <a:pt x="150" y="822"/>
                    </a:lnTo>
                    <a:lnTo>
                      <a:pt x="156" y="810"/>
                    </a:lnTo>
                    <a:lnTo>
                      <a:pt x="174" y="792"/>
                    </a:lnTo>
                    <a:lnTo>
                      <a:pt x="210" y="792"/>
                    </a:lnTo>
                    <a:lnTo>
                      <a:pt x="216" y="798"/>
                    </a:lnTo>
                    <a:lnTo>
                      <a:pt x="228" y="804"/>
                    </a:lnTo>
                    <a:lnTo>
                      <a:pt x="240" y="804"/>
                    </a:lnTo>
                    <a:lnTo>
                      <a:pt x="246" y="792"/>
                    </a:lnTo>
                    <a:lnTo>
                      <a:pt x="252" y="786"/>
                    </a:lnTo>
                    <a:lnTo>
                      <a:pt x="258" y="774"/>
                    </a:lnTo>
                    <a:lnTo>
                      <a:pt x="270" y="762"/>
                    </a:lnTo>
                    <a:lnTo>
                      <a:pt x="288" y="762"/>
                    </a:lnTo>
                    <a:lnTo>
                      <a:pt x="300" y="774"/>
                    </a:lnTo>
                    <a:lnTo>
                      <a:pt x="330" y="774"/>
                    </a:lnTo>
                    <a:lnTo>
                      <a:pt x="354" y="762"/>
                    </a:lnTo>
                    <a:lnTo>
                      <a:pt x="360" y="762"/>
                    </a:lnTo>
                    <a:lnTo>
                      <a:pt x="366" y="768"/>
                    </a:lnTo>
                    <a:lnTo>
                      <a:pt x="378" y="768"/>
                    </a:lnTo>
                    <a:lnTo>
                      <a:pt x="390" y="774"/>
                    </a:lnTo>
                    <a:lnTo>
                      <a:pt x="396" y="774"/>
                    </a:lnTo>
                    <a:lnTo>
                      <a:pt x="396" y="768"/>
                    </a:lnTo>
                    <a:lnTo>
                      <a:pt x="390" y="762"/>
                    </a:lnTo>
                    <a:lnTo>
                      <a:pt x="390" y="750"/>
                    </a:lnTo>
                    <a:lnTo>
                      <a:pt x="396" y="750"/>
                    </a:lnTo>
                    <a:lnTo>
                      <a:pt x="408" y="756"/>
                    </a:lnTo>
                    <a:lnTo>
                      <a:pt x="414" y="762"/>
                    </a:lnTo>
                    <a:lnTo>
                      <a:pt x="426" y="756"/>
                    </a:lnTo>
                    <a:lnTo>
                      <a:pt x="498" y="756"/>
                    </a:lnTo>
                    <a:lnTo>
                      <a:pt x="522" y="750"/>
                    </a:lnTo>
                    <a:lnTo>
                      <a:pt x="534" y="744"/>
                    </a:lnTo>
                    <a:lnTo>
                      <a:pt x="540" y="732"/>
                    </a:lnTo>
                    <a:lnTo>
                      <a:pt x="546" y="726"/>
                    </a:lnTo>
                    <a:lnTo>
                      <a:pt x="552" y="714"/>
                    </a:lnTo>
                    <a:lnTo>
                      <a:pt x="498" y="708"/>
                    </a:lnTo>
                    <a:lnTo>
                      <a:pt x="522" y="702"/>
                    </a:lnTo>
                    <a:lnTo>
                      <a:pt x="516" y="684"/>
                    </a:lnTo>
                    <a:lnTo>
                      <a:pt x="528" y="672"/>
                    </a:lnTo>
                    <a:lnTo>
                      <a:pt x="540" y="666"/>
                    </a:lnTo>
                    <a:lnTo>
                      <a:pt x="546" y="666"/>
                    </a:lnTo>
                    <a:lnTo>
                      <a:pt x="558" y="660"/>
                    </a:lnTo>
                    <a:lnTo>
                      <a:pt x="564" y="654"/>
                    </a:lnTo>
                    <a:lnTo>
                      <a:pt x="576" y="618"/>
                    </a:lnTo>
                    <a:lnTo>
                      <a:pt x="570" y="606"/>
                    </a:lnTo>
                    <a:lnTo>
                      <a:pt x="564" y="600"/>
                    </a:lnTo>
                    <a:lnTo>
                      <a:pt x="552" y="594"/>
                    </a:lnTo>
                    <a:lnTo>
                      <a:pt x="540" y="594"/>
                    </a:lnTo>
                    <a:lnTo>
                      <a:pt x="528" y="588"/>
                    </a:lnTo>
                    <a:lnTo>
                      <a:pt x="504" y="588"/>
                    </a:lnTo>
                    <a:close/>
                    <a:moveTo>
                      <a:pt x="222" y="486"/>
                    </a:moveTo>
                    <a:lnTo>
                      <a:pt x="216" y="480"/>
                    </a:lnTo>
                    <a:lnTo>
                      <a:pt x="204" y="480"/>
                    </a:lnTo>
                    <a:lnTo>
                      <a:pt x="204" y="486"/>
                    </a:lnTo>
                    <a:lnTo>
                      <a:pt x="198" y="498"/>
                    </a:lnTo>
                    <a:lnTo>
                      <a:pt x="192" y="504"/>
                    </a:lnTo>
                    <a:lnTo>
                      <a:pt x="210" y="504"/>
                    </a:lnTo>
                    <a:lnTo>
                      <a:pt x="222" y="492"/>
                    </a:lnTo>
                    <a:lnTo>
                      <a:pt x="222" y="486"/>
                    </a:lnTo>
                    <a:close/>
                    <a:moveTo>
                      <a:pt x="126" y="504"/>
                    </a:moveTo>
                    <a:lnTo>
                      <a:pt x="132" y="498"/>
                    </a:lnTo>
                    <a:lnTo>
                      <a:pt x="132" y="492"/>
                    </a:lnTo>
                    <a:lnTo>
                      <a:pt x="144" y="492"/>
                    </a:lnTo>
                    <a:lnTo>
                      <a:pt x="150" y="480"/>
                    </a:lnTo>
                    <a:lnTo>
                      <a:pt x="156" y="474"/>
                    </a:lnTo>
                    <a:lnTo>
                      <a:pt x="156" y="462"/>
                    </a:lnTo>
                    <a:lnTo>
                      <a:pt x="138" y="444"/>
                    </a:lnTo>
                    <a:lnTo>
                      <a:pt x="138" y="432"/>
                    </a:lnTo>
                    <a:lnTo>
                      <a:pt x="132" y="438"/>
                    </a:lnTo>
                    <a:lnTo>
                      <a:pt x="126" y="426"/>
                    </a:lnTo>
                    <a:lnTo>
                      <a:pt x="120" y="420"/>
                    </a:lnTo>
                    <a:lnTo>
                      <a:pt x="78" y="420"/>
                    </a:lnTo>
                    <a:lnTo>
                      <a:pt x="72" y="426"/>
                    </a:lnTo>
                    <a:lnTo>
                      <a:pt x="30" y="450"/>
                    </a:lnTo>
                    <a:lnTo>
                      <a:pt x="30" y="462"/>
                    </a:lnTo>
                    <a:lnTo>
                      <a:pt x="24" y="462"/>
                    </a:lnTo>
                    <a:lnTo>
                      <a:pt x="18" y="468"/>
                    </a:lnTo>
                    <a:lnTo>
                      <a:pt x="12" y="468"/>
                    </a:lnTo>
                    <a:lnTo>
                      <a:pt x="0" y="480"/>
                    </a:lnTo>
                    <a:lnTo>
                      <a:pt x="6" y="486"/>
                    </a:lnTo>
                    <a:lnTo>
                      <a:pt x="30" y="498"/>
                    </a:lnTo>
                    <a:lnTo>
                      <a:pt x="42" y="498"/>
                    </a:lnTo>
                    <a:lnTo>
                      <a:pt x="66" y="474"/>
                    </a:lnTo>
                    <a:lnTo>
                      <a:pt x="84" y="498"/>
                    </a:lnTo>
                    <a:lnTo>
                      <a:pt x="120" y="504"/>
                    </a:lnTo>
                    <a:lnTo>
                      <a:pt x="126" y="504"/>
                    </a:lnTo>
                    <a:close/>
                    <a:moveTo>
                      <a:pt x="78" y="228"/>
                    </a:moveTo>
                    <a:lnTo>
                      <a:pt x="72" y="228"/>
                    </a:lnTo>
                    <a:lnTo>
                      <a:pt x="66" y="234"/>
                    </a:lnTo>
                    <a:lnTo>
                      <a:pt x="66" y="240"/>
                    </a:lnTo>
                    <a:lnTo>
                      <a:pt x="84" y="240"/>
                    </a:lnTo>
                    <a:lnTo>
                      <a:pt x="84" y="228"/>
                    </a:lnTo>
                    <a:lnTo>
                      <a:pt x="78" y="228"/>
                    </a:lnTo>
                    <a:close/>
                    <a:moveTo>
                      <a:pt x="108" y="210"/>
                    </a:moveTo>
                    <a:lnTo>
                      <a:pt x="126" y="210"/>
                    </a:lnTo>
                    <a:lnTo>
                      <a:pt x="132" y="204"/>
                    </a:lnTo>
                    <a:lnTo>
                      <a:pt x="132" y="198"/>
                    </a:lnTo>
                    <a:lnTo>
                      <a:pt x="138" y="186"/>
                    </a:lnTo>
                    <a:lnTo>
                      <a:pt x="150" y="174"/>
                    </a:lnTo>
                    <a:lnTo>
                      <a:pt x="150" y="168"/>
                    </a:lnTo>
                    <a:lnTo>
                      <a:pt x="138" y="174"/>
                    </a:lnTo>
                    <a:lnTo>
                      <a:pt x="132" y="174"/>
                    </a:lnTo>
                    <a:lnTo>
                      <a:pt x="114" y="192"/>
                    </a:lnTo>
                    <a:lnTo>
                      <a:pt x="108" y="186"/>
                    </a:lnTo>
                    <a:lnTo>
                      <a:pt x="96" y="186"/>
                    </a:lnTo>
                    <a:lnTo>
                      <a:pt x="90" y="192"/>
                    </a:lnTo>
                    <a:lnTo>
                      <a:pt x="90" y="210"/>
                    </a:lnTo>
                    <a:lnTo>
                      <a:pt x="96" y="216"/>
                    </a:lnTo>
                    <a:lnTo>
                      <a:pt x="96" y="228"/>
                    </a:lnTo>
                    <a:lnTo>
                      <a:pt x="108" y="210"/>
                    </a:lnTo>
                    <a:close/>
                    <a:moveTo>
                      <a:pt x="72" y="252"/>
                    </a:moveTo>
                    <a:lnTo>
                      <a:pt x="60" y="282"/>
                    </a:lnTo>
                    <a:lnTo>
                      <a:pt x="78" y="258"/>
                    </a:lnTo>
                    <a:lnTo>
                      <a:pt x="72" y="252"/>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63" name="Ukraine" descr="© INSCALE GmbH, 05.05.2010&#10;http://www.presentationload.com/">
                <a:extLst>
                  <a:ext uri="{FF2B5EF4-FFF2-40B4-BE49-F238E27FC236}">
                    <a16:creationId xmlns:a16="http://schemas.microsoft.com/office/drawing/2014/main" id="{79F02A26-EE2F-2F53-CAC6-E3CAF6145F17}"/>
                  </a:ext>
                </a:extLst>
              </p:cNvPr>
              <p:cNvSpPr>
                <a:spLocks/>
              </p:cNvSpPr>
              <p:nvPr/>
            </p:nvSpPr>
            <p:spPr bwMode="gray">
              <a:xfrm>
                <a:off x="3028" y="1505"/>
                <a:ext cx="284" cy="158"/>
              </a:xfrm>
              <a:custGeom>
                <a:avLst/>
                <a:gdLst>
                  <a:gd name="T0" fmla="*/ 2147483647 w 1116"/>
                  <a:gd name="T1" fmla="*/ 2147483647 h 624"/>
                  <a:gd name="T2" fmla="*/ 2147483647 w 1116"/>
                  <a:gd name="T3" fmla="*/ 2147483647 h 624"/>
                  <a:gd name="T4" fmla="*/ 2147483647 w 1116"/>
                  <a:gd name="T5" fmla="*/ 2147483647 h 624"/>
                  <a:gd name="T6" fmla="*/ 2147483647 w 1116"/>
                  <a:gd name="T7" fmla="*/ 2147483647 h 624"/>
                  <a:gd name="T8" fmla="*/ 2147483647 w 1116"/>
                  <a:gd name="T9" fmla="*/ 2147483647 h 624"/>
                  <a:gd name="T10" fmla="*/ 2147483647 w 1116"/>
                  <a:gd name="T11" fmla="*/ 2147483647 h 624"/>
                  <a:gd name="T12" fmla="*/ 2147483647 w 1116"/>
                  <a:gd name="T13" fmla="*/ 2147483647 h 624"/>
                  <a:gd name="T14" fmla="*/ 2147483647 w 1116"/>
                  <a:gd name="T15" fmla="*/ 2147483647 h 624"/>
                  <a:gd name="T16" fmla="*/ 2147483647 w 1116"/>
                  <a:gd name="T17" fmla="*/ 2147483647 h 624"/>
                  <a:gd name="T18" fmla="*/ 2147483647 w 1116"/>
                  <a:gd name="T19" fmla="*/ 2147483647 h 624"/>
                  <a:gd name="T20" fmla="*/ 2147483647 w 1116"/>
                  <a:gd name="T21" fmla="*/ 2147483647 h 624"/>
                  <a:gd name="T22" fmla="*/ 2147483647 w 1116"/>
                  <a:gd name="T23" fmla="*/ 2147483647 h 624"/>
                  <a:gd name="T24" fmla="*/ 2147483647 w 1116"/>
                  <a:gd name="T25" fmla="*/ 2147483647 h 624"/>
                  <a:gd name="T26" fmla="*/ 2147483647 w 1116"/>
                  <a:gd name="T27" fmla="*/ 2147483647 h 624"/>
                  <a:gd name="T28" fmla="*/ 2147483647 w 1116"/>
                  <a:gd name="T29" fmla="*/ 2147483647 h 624"/>
                  <a:gd name="T30" fmla="*/ 2147483647 w 1116"/>
                  <a:gd name="T31" fmla="*/ 2147483647 h 624"/>
                  <a:gd name="T32" fmla="*/ 2147483647 w 1116"/>
                  <a:gd name="T33" fmla="*/ 2147483647 h 624"/>
                  <a:gd name="T34" fmla="*/ 2147483647 w 1116"/>
                  <a:gd name="T35" fmla="*/ 2147483647 h 624"/>
                  <a:gd name="T36" fmla="*/ 2147483647 w 1116"/>
                  <a:gd name="T37" fmla="*/ 2147483647 h 624"/>
                  <a:gd name="T38" fmla="*/ 2147483647 w 1116"/>
                  <a:gd name="T39" fmla="*/ 2147483647 h 624"/>
                  <a:gd name="T40" fmla="*/ 2147483647 w 1116"/>
                  <a:gd name="T41" fmla="*/ 2147483647 h 624"/>
                  <a:gd name="T42" fmla="*/ 2147483647 w 1116"/>
                  <a:gd name="T43" fmla="*/ 2147483647 h 624"/>
                  <a:gd name="T44" fmla="*/ 2147483647 w 1116"/>
                  <a:gd name="T45" fmla="*/ 2147483647 h 624"/>
                  <a:gd name="T46" fmla="*/ 2147483647 w 1116"/>
                  <a:gd name="T47" fmla="*/ 2147483647 h 624"/>
                  <a:gd name="T48" fmla="*/ 2147483647 w 1116"/>
                  <a:gd name="T49" fmla="*/ 2147483647 h 624"/>
                  <a:gd name="T50" fmla="*/ 2147483647 w 1116"/>
                  <a:gd name="T51" fmla="*/ 2147483647 h 624"/>
                  <a:gd name="T52" fmla="*/ 2147483647 w 1116"/>
                  <a:gd name="T53" fmla="*/ 2147483647 h 624"/>
                  <a:gd name="T54" fmla="*/ 2147483647 w 1116"/>
                  <a:gd name="T55" fmla="*/ 2147483647 h 624"/>
                  <a:gd name="T56" fmla="*/ 2147483647 w 1116"/>
                  <a:gd name="T57" fmla="*/ 2147483647 h 624"/>
                  <a:gd name="T58" fmla="*/ 2147483647 w 1116"/>
                  <a:gd name="T59" fmla="*/ 2147483647 h 624"/>
                  <a:gd name="T60" fmla="*/ 2147483647 w 1116"/>
                  <a:gd name="T61" fmla="*/ 2147483647 h 624"/>
                  <a:gd name="T62" fmla="*/ 2147483647 w 1116"/>
                  <a:gd name="T63" fmla="*/ 2147483647 h 624"/>
                  <a:gd name="T64" fmla="*/ 2147483647 w 1116"/>
                  <a:gd name="T65" fmla="*/ 2147483647 h 624"/>
                  <a:gd name="T66" fmla="*/ 2147483647 w 1116"/>
                  <a:gd name="T67" fmla="*/ 2147483647 h 624"/>
                  <a:gd name="T68" fmla="*/ 2147483647 w 1116"/>
                  <a:gd name="T69" fmla="*/ 2147483647 h 624"/>
                  <a:gd name="T70" fmla="*/ 2147483647 w 1116"/>
                  <a:gd name="T71" fmla="*/ 2147483647 h 624"/>
                  <a:gd name="T72" fmla="*/ 2147483647 w 1116"/>
                  <a:gd name="T73" fmla="*/ 2147483647 h 624"/>
                  <a:gd name="T74" fmla="*/ 2147483647 w 1116"/>
                  <a:gd name="T75" fmla="*/ 2147483647 h 624"/>
                  <a:gd name="T76" fmla="*/ 2147483647 w 1116"/>
                  <a:gd name="T77" fmla="*/ 2147483647 h 624"/>
                  <a:gd name="T78" fmla="*/ 2147483647 w 1116"/>
                  <a:gd name="T79" fmla="*/ 2147483647 h 624"/>
                  <a:gd name="T80" fmla="*/ 2147483647 w 1116"/>
                  <a:gd name="T81" fmla="*/ 2147483647 h 624"/>
                  <a:gd name="T82" fmla="*/ 2147483647 w 1116"/>
                  <a:gd name="T83" fmla="*/ 2147483647 h 624"/>
                  <a:gd name="T84" fmla="*/ 2147483647 w 1116"/>
                  <a:gd name="T85" fmla="*/ 2147483647 h 624"/>
                  <a:gd name="T86" fmla="*/ 2147483647 w 1116"/>
                  <a:gd name="T87" fmla="*/ 2147483647 h 624"/>
                  <a:gd name="T88" fmla="*/ 2147483647 w 1116"/>
                  <a:gd name="T89" fmla="*/ 0 h 624"/>
                  <a:gd name="T90" fmla="*/ 2147483647 w 1116"/>
                  <a:gd name="T91" fmla="*/ 2147483647 h 624"/>
                  <a:gd name="T92" fmla="*/ 2147483647 w 1116"/>
                  <a:gd name="T93" fmla="*/ 2147483647 h 624"/>
                  <a:gd name="T94" fmla="*/ 2147483647 w 1116"/>
                  <a:gd name="T95" fmla="*/ 2147483647 h 624"/>
                  <a:gd name="T96" fmla="*/ 2147483647 w 1116"/>
                  <a:gd name="T97" fmla="*/ 2147483647 h 624"/>
                  <a:gd name="T98" fmla="*/ 2147483647 w 1116"/>
                  <a:gd name="T99" fmla="*/ 2147483647 h 624"/>
                  <a:gd name="T100" fmla="*/ 2147483647 w 1116"/>
                  <a:gd name="T101" fmla="*/ 2147483647 h 624"/>
                  <a:gd name="T102" fmla="*/ 2147483647 w 1116"/>
                  <a:gd name="T103" fmla="*/ 2147483647 h 624"/>
                  <a:gd name="T104" fmla="*/ 2147483647 w 1116"/>
                  <a:gd name="T105" fmla="*/ 2147483647 h 624"/>
                  <a:gd name="T106" fmla="*/ 2147483647 w 1116"/>
                  <a:gd name="T107" fmla="*/ 2147483647 h 624"/>
                  <a:gd name="T108" fmla="*/ 2147483647 w 1116"/>
                  <a:gd name="T109" fmla="*/ 2147483647 h 624"/>
                  <a:gd name="T110" fmla="*/ 2147483647 w 1116"/>
                  <a:gd name="T111" fmla="*/ 2147483647 h 624"/>
                  <a:gd name="T112" fmla="*/ 2147483647 w 1116"/>
                  <a:gd name="T113" fmla="*/ 2147483647 h 624"/>
                  <a:gd name="T114" fmla="*/ 2147483647 w 1116"/>
                  <a:gd name="T115" fmla="*/ 2147483647 h 624"/>
                  <a:gd name="T116" fmla="*/ 2147483647 w 1116"/>
                  <a:gd name="T117" fmla="*/ 2147483647 h 62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116"/>
                  <a:gd name="T178" fmla="*/ 0 h 624"/>
                  <a:gd name="T179" fmla="*/ 1116 w 1116"/>
                  <a:gd name="T180" fmla="*/ 624 h 62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116" h="624">
                    <a:moveTo>
                      <a:pt x="24" y="324"/>
                    </a:moveTo>
                    <a:lnTo>
                      <a:pt x="30" y="324"/>
                    </a:lnTo>
                    <a:lnTo>
                      <a:pt x="36" y="330"/>
                    </a:lnTo>
                    <a:lnTo>
                      <a:pt x="48" y="330"/>
                    </a:lnTo>
                    <a:lnTo>
                      <a:pt x="54" y="336"/>
                    </a:lnTo>
                    <a:lnTo>
                      <a:pt x="78" y="336"/>
                    </a:lnTo>
                    <a:lnTo>
                      <a:pt x="84" y="342"/>
                    </a:lnTo>
                    <a:lnTo>
                      <a:pt x="108" y="342"/>
                    </a:lnTo>
                    <a:lnTo>
                      <a:pt x="114" y="348"/>
                    </a:lnTo>
                    <a:lnTo>
                      <a:pt x="126" y="342"/>
                    </a:lnTo>
                    <a:lnTo>
                      <a:pt x="132" y="342"/>
                    </a:lnTo>
                    <a:lnTo>
                      <a:pt x="144" y="336"/>
                    </a:lnTo>
                    <a:lnTo>
                      <a:pt x="150" y="336"/>
                    </a:lnTo>
                    <a:lnTo>
                      <a:pt x="174" y="360"/>
                    </a:lnTo>
                    <a:lnTo>
                      <a:pt x="186" y="360"/>
                    </a:lnTo>
                    <a:lnTo>
                      <a:pt x="198" y="348"/>
                    </a:lnTo>
                    <a:lnTo>
                      <a:pt x="198" y="342"/>
                    </a:lnTo>
                    <a:lnTo>
                      <a:pt x="222" y="348"/>
                    </a:lnTo>
                    <a:lnTo>
                      <a:pt x="228" y="336"/>
                    </a:lnTo>
                    <a:lnTo>
                      <a:pt x="234" y="342"/>
                    </a:lnTo>
                    <a:lnTo>
                      <a:pt x="252" y="342"/>
                    </a:lnTo>
                    <a:lnTo>
                      <a:pt x="258" y="336"/>
                    </a:lnTo>
                    <a:lnTo>
                      <a:pt x="258" y="330"/>
                    </a:lnTo>
                    <a:lnTo>
                      <a:pt x="270" y="318"/>
                    </a:lnTo>
                    <a:lnTo>
                      <a:pt x="282" y="318"/>
                    </a:lnTo>
                    <a:lnTo>
                      <a:pt x="288" y="306"/>
                    </a:lnTo>
                    <a:lnTo>
                      <a:pt x="294" y="306"/>
                    </a:lnTo>
                    <a:lnTo>
                      <a:pt x="306" y="312"/>
                    </a:lnTo>
                    <a:lnTo>
                      <a:pt x="318" y="312"/>
                    </a:lnTo>
                    <a:lnTo>
                      <a:pt x="318" y="306"/>
                    </a:lnTo>
                    <a:lnTo>
                      <a:pt x="324" y="306"/>
                    </a:lnTo>
                    <a:lnTo>
                      <a:pt x="336" y="300"/>
                    </a:lnTo>
                    <a:lnTo>
                      <a:pt x="342" y="300"/>
                    </a:lnTo>
                    <a:lnTo>
                      <a:pt x="354" y="312"/>
                    </a:lnTo>
                    <a:lnTo>
                      <a:pt x="360" y="312"/>
                    </a:lnTo>
                    <a:lnTo>
                      <a:pt x="360" y="318"/>
                    </a:lnTo>
                    <a:lnTo>
                      <a:pt x="402" y="318"/>
                    </a:lnTo>
                    <a:lnTo>
                      <a:pt x="408" y="324"/>
                    </a:lnTo>
                    <a:lnTo>
                      <a:pt x="408" y="336"/>
                    </a:lnTo>
                    <a:lnTo>
                      <a:pt x="426" y="336"/>
                    </a:lnTo>
                    <a:lnTo>
                      <a:pt x="438" y="342"/>
                    </a:lnTo>
                    <a:lnTo>
                      <a:pt x="444" y="348"/>
                    </a:lnTo>
                    <a:lnTo>
                      <a:pt x="450" y="360"/>
                    </a:lnTo>
                    <a:lnTo>
                      <a:pt x="444" y="366"/>
                    </a:lnTo>
                    <a:lnTo>
                      <a:pt x="444" y="390"/>
                    </a:lnTo>
                    <a:lnTo>
                      <a:pt x="456" y="384"/>
                    </a:lnTo>
                    <a:lnTo>
                      <a:pt x="462" y="384"/>
                    </a:lnTo>
                    <a:lnTo>
                      <a:pt x="468" y="390"/>
                    </a:lnTo>
                    <a:lnTo>
                      <a:pt x="462" y="396"/>
                    </a:lnTo>
                    <a:lnTo>
                      <a:pt x="462" y="414"/>
                    </a:lnTo>
                    <a:lnTo>
                      <a:pt x="474" y="414"/>
                    </a:lnTo>
                    <a:lnTo>
                      <a:pt x="480" y="420"/>
                    </a:lnTo>
                    <a:lnTo>
                      <a:pt x="492" y="420"/>
                    </a:lnTo>
                    <a:lnTo>
                      <a:pt x="498" y="426"/>
                    </a:lnTo>
                    <a:lnTo>
                      <a:pt x="498" y="456"/>
                    </a:lnTo>
                    <a:lnTo>
                      <a:pt x="492" y="456"/>
                    </a:lnTo>
                    <a:lnTo>
                      <a:pt x="480" y="462"/>
                    </a:lnTo>
                    <a:lnTo>
                      <a:pt x="462" y="462"/>
                    </a:lnTo>
                    <a:lnTo>
                      <a:pt x="456" y="456"/>
                    </a:lnTo>
                    <a:lnTo>
                      <a:pt x="438" y="456"/>
                    </a:lnTo>
                    <a:lnTo>
                      <a:pt x="432" y="462"/>
                    </a:lnTo>
                    <a:lnTo>
                      <a:pt x="432" y="468"/>
                    </a:lnTo>
                    <a:lnTo>
                      <a:pt x="438" y="468"/>
                    </a:lnTo>
                    <a:lnTo>
                      <a:pt x="450" y="474"/>
                    </a:lnTo>
                    <a:lnTo>
                      <a:pt x="456" y="480"/>
                    </a:lnTo>
                    <a:lnTo>
                      <a:pt x="438" y="492"/>
                    </a:lnTo>
                    <a:lnTo>
                      <a:pt x="432" y="498"/>
                    </a:lnTo>
                    <a:lnTo>
                      <a:pt x="420" y="504"/>
                    </a:lnTo>
                    <a:lnTo>
                      <a:pt x="414" y="504"/>
                    </a:lnTo>
                    <a:lnTo>
                      <a:pt x="414" y="516"/>
                    </a:lnTo>
                    <a:lnTo>
                      <a:pt x="420" y="522"/>
                    </a:lnTo>
                    <a:lnTo>
                      <a:pt x="420" y="534"/>
                    </a:lnTo>
                    <a:lnTo>
                      <a:pt x="396" y="540"/>
                    </a:lnTo>
                    <a:lnTo>
                      <a:pt x="390" y="528"/>
                    </a:lnTo>
                    <a:lnTo>
                      <a:pt x="390" y="516"/>
                    </a:lnTo>
                    <a:lnTo>
                      <a:pt x="390" y="528"/>
                    </a:lnTo>
                    <a:lnTo>
                      <a:pt x="396" y="540"/>
                    </a:lnTo>
                    <a:lnTo>
                      <a:pt x="396" y="546"/>
                    </a:lnTo>
                    <a:lnTo>
                      <a:pt x="408" y="552"/>
                    </a:lnTo>
                    <a:lnTo>
                      <a:pt x="438" y="552"/>
                    </a:lnTo>
                    <a:lnTo>
                      <a:pt x="444" y="546"/>
                    </a:lnTo>
                    <a:lnTo>
                      <a:pt x="450" y="546"/>
                    </a:lnTo>
                    <a:lnTo>
                      <a:pt x="456" y="540"/>
                    </a:lnTo>
                    <a:lnTo>
                      <a:pt x="474" y="540"/>
                    </a:lnTo>
                    <a:lnTo>
                      <a:pt x="480" y="534"/>
                    </a:lnTo>
                    <a:lnTo>
                      <a:pt x="486" y="534"/>
                    </a:lnTo>
                    <a:lnTo>
                      <a:pt x="480" y="528"/>
                    </a:lnTo>
                    <a:lnTo>
                      <a:pt x="486" y="528"/>
                    </a:lnTo>
                    <a:lnTo>
                      <a:pt x="492" y="522"/>
                    </a:lnTo>
                    <a:lnTo>
                      <a:pt x="510" y="516"/>
                    </a:lnTo>
                    <a:lnTo>
                      <a:pt x="522" y="510"/>
                    </a:lnTo>
                    <a:lnTo>
                      <a:pt x="528" y="504"/>
                    </a:lnTo>
                    <a:lnTo>
                      <a:pt x="534" y="492"/>
                    </a:lnTo>
                    <a:lnTo>
                      <a:pt x="540" y="486"/>
                    </a:lnTo>
                    <a:lnTo>
                      <a:pt x="546" y="474"/>
                    </a:lnTo>
                    <a:lnTo>
                      <a:pt x="552" y="468"/>
                    </a:lnTo>
                    <a:lnTo>
                      <a:pt x="552" y="462"/>
                    </a:lnTo>
                    <a:lnTo>
                      <a:pt x="582" y="450"/>
                    </a:lnTo>
                    <a:lnTo>
                      <a:pt x="600" y="438"/>
                    </a:lnTo>
                    <a:lnTo>
                      <a:pt x="612" y="444"/>
                    </a:lnTo>
                    <a:lnTo>
                      <a:pt x="624" y="444"/>
                    </a:lnTo>
                    <a:lnTo>
                      <a:pt x="636" y="450"/>
                    </a:lnTo>
                    <a:lnTo>
                      <a:pt x="654" y="450"/>
                    </a:lnTo>
                    <a:lnTo>
                      <a:pt x="666" y="438"/>
                    </a:lnTo>
                    <a:lnTo>
                      <a:pt x="648" y="462"/>
                    </a:lnTo>
                    <a:lnTo>
                      <a:pt x="624" y="462"/>
                    </a:lnTo>
                    <a:lnTo>
                      <a:pt x="630" y="468"/>
                    </a:lnTo>
                    <a:lnTo>
                      <a:pt x="642" y="474"/>
                    </a:lnTo>
                    <a:lnTo>
                      <a:pt x="654" y="486"/>
                    </a:lnTo>
                    <a:lnTo>
                      <a:pt x="726" y="486"/>
                    </a:lnTo>
                    <a:lnTo>
                      <a:pt x="738" y="504"/>
                    </a:lnTo>
                    <a:lnTo>
                      <a:pt x="726" y="510"/>
                    </a:lnTo>
                    <a:lnTo>
                      <a:pt x="720" y="516"/>
                    </a:lnTo>
                    <a:lnTo>
                      <a:pt x="684" y="534"/>
                    </a:lnTo>
                    <a:lnTo>
                      <a:pt x="678" y="540"/>
                    </a:lnTo>
                    <a:lnTo>
                      <a:pt x="678" y="546"/>
                    </a:lnTo>
                    <a:lnTo>
                      <a:pt x="684" y="546"/>
                    </a:lnTo>
                    <a:lnTo>
                      <a:pt x="690" y="552"/>
                    </a:lnTo>
                    <a:lnTo>
                      <a:pt x="720" y="552"/>
                    </a:lnTo>
                    <a:lnTo>
                      <a:pt x="732" y="558"/>
                    </a:lnTo>
                    <a:lnTo>
                      <a:pt x="744" y="570"/>
                    </a:lnTo>
                    <a:lnTo>
                      <a:pt x="744" y="594"/>
                    </a:lnTo>
                    <a:lnTo>
                      <a:pt x="738" y="606"/>
                    </a:lnTo>
                    <a:lnTo>
                      <a:pt x="738" y="618"/>
                    </a:lnTo>
                    <a:lnTo>
                      <a:pt x="756" y="618"/>
                    </a:lnTo>
                    <a:lnTo>
                      <a:pt x="768" y="624"/>
                    </a:lnTo>
                    <a:lnTo>
                      <a:pt x="780" y="624"/>
                    </a:lnTo>
                    <a:lnTo>
                      <a:pt x="780" y="618"/>
                    </a:lnTo>
                    <a:lnTo>
                      <a:pt x="792" y="606"/>
                    </a:lnTo>
                    <a:lnTo>
                      <a:pt x="804" y="600"/>
                    </a:lnTo>
                    <a:lnTo>
                      <a:pt x="810" y="594"/>
                    </a:lnTo>
                    <a:lnTo>
                      <a:pt x="840" y="594"/>
                    </a:lnTo>
                    <a:lnTo>
                      <a:pt x="858" y="576"/>
                    </a:lnTo>
                    <a:lnTo>
                      <a:pt x="858" y="570"/>
                    </a:lnTo>
                    <a:lnTo>
                      <a:pt x="864" y="564"/>
                    </a:lnTo>
                    <a:lnTo>
                      <a:pt x="870" y="564"/>
                    </a:lnTo>
                    <a:lnTo>
                      <a:pt x="882" y="576"/>
                    </a:lnTo>
                    <a:lnTo>
                      <a:pt x="918" y="570"/>
                    </a:lnTo>
                    <a:lnTo>
                      <a:pt x="918" y="552"/>
                    </a:lnTo>
                    <a:lnTo>
                      <a:pt x="930" y="540"/>
                    </a:lnTo>
                    <a:lnTo>
                      <a:pt x="900" y="540"/>
                    </a:lnTo>
                    <a:lnTo>
                      <a:pt x="894" y="546"/>
                    </a:lnTo>
                    <a:lnTo>
                      <a:pt x="882" y="552"/>
                    </a:lnTo>
                    <a:lnTo>
                      <a:pt x="852" y="552"/>
                    </a:lnTo>
                    <a:lnTo>
                      <a:pt x="846" y="546"/>
                    </a:lnTo>
                    <a:lnTo>
                      <a:pt x="834" y="540"/>
                    </a:lnTo>
                    <a:lnTo>
                      <a:pt x="828" y="534"/>
                    </a:lnTo>
                    <a:lnTo>
                      <a:pt x="828" y="522"/>
                    </a:lnTo>
                    <a:lnTo>
                      <a:pt x="822" y="516"/>
                    </a:lnTo>
                    <a:lnTo>
                      <a:pt x="810" y="516"/>
                    </a:lnTo>
                    <a:lnTo>
                      <a:pt x="786" y="498"/>
                    </a:lnTo>
                    <a:lnTo>
                      <a:pt x="750" y="492"/>
                    </a:lnTo>
                    <a:lnTo>
                      <a:pt x="744" y="480"/>
                    </a:lnTo>
                    <a:lnTo>
                      <a:pt x="810" y="480"/>
                    </a:lnTo>
                    <a:lnTo>
                      <a:pt x="822" y="474"/>
                    </a:lnTo>
                    <a:lnTo>
                      <a:pt x="834" y="462"/>
                    </a:lnTo>
                    <a:lnTo>
                      <a:pt x="846" y="468"/>
                    </a:lnTo>
                    <a:lnTo>
                      <a:pt x="852" y="462"/>
                    </a:lnTo>
                    <a:lnTo>
                      <a:pt x="864" y="456"/>
                    </a:lnTo>
                    <a:lnTo>
                      <a:pt x="870" y="450"/>
                    </a:lnTo>
                    <a:lnTo>
                      <a:pt x="882" y="444"/>
                    </a:lnTo>
                    <a:lnTo>
                      <a:pt x="906" y="444"/>
                    </a:lnTo>
                    <a:lnTo>
                      <a:pt x="918" y="438"/>
                    </a:lnTo>
                    <a:lnTo>
                      <a:pt x="930" y="438"/>
                    </a:lnTo>
                    <a:lnTo>
                      <a:pt x="978" y="408"/>
                    </a:lnTo>
                    <a:lnTo>
                      <a:pt x="1014" y="408"/>
                    </a:lnTo>
                    <a:lnTo>
                      <a:pt x="1014" y="372"/>
                    </a:lnTo>
                    <a:lnTo>
                      <a:pt x="1032" y="372"/>
                    </a:lnTo>
                    <a:lnTo>
                      <a:pt x="1038" y="366"/>
                    </a:lnTo>
                    <a:lnTo>
                      <a:pt x="1038" y="360"/>
                    </a:lnTo>
                    <a:lnTo>
                      <a:pt x="1050" y="348"/>
                    </a:lnTo>
                    <a:lnTo>
                      <a:pt x="1080" y="348"/>
                    </a:lnTo>
                    <a:lnTo>
                      <a:pt x="1092" y="342"/>
                    </a:lnTo>
                    <a:lnTo>
                      <a:pt x="1104" y="342"/>
                    </a:lnTo>
                    <a:lnTo>
                      <a:pt x="1116" y="330"/>
                    </a:lnTo>
                    <a:lnTo>
                      <a:pt x="1116" y="324"/>
                    </a:lnTo>
                    <a:lnTo>
                      <a:pt x="1110" y="312"/>
                    </a:lnTo>
                    <a:lnTo>
                      <a:pt x="1110" y="300"/>
                    </a:lnTo>
                    <a:lnTo>
                      <a:pt x="1098" y="294"/>
                    </a:lnTo>
                    <a:lnTo>
                      <a:pt x="1086" y="282"/>
                    </a:lnTo>
                    <a:lnTo>
                      <a:pt x="1092" y="276"/>
                    </a:lnTo>
                    <a:lnTo>
                      <a:pt x="1110" y="276"/>
                    </a:lnTo>
                    <a:lnTo>
                      <a:pt x="1116" y="270"/>
                    </a:lnTo>
                    <a:lnTo>
                      <a:pt x="1110" y="264"/>
                    </a:lnTo>
                    <a:lnTo>
                      <a:pt x="1104" y="264"/>
                    </a:lnTo>
                    <a:lnTo>
                      <a:pt x="1098" y="258"/>
                    </a:lnTo>
                    <a:lnTo>
                      <a:pt x="1092" y="258"/>
                    </a:lnTo>
                    <a:lnTo>
                      <a:pt x="1110" y="246"/>
                    </a:lnTo>
                    <a:lnTo>
                      <a:pt x="1110" y="222"/>
                    </a:lnTo>
                    <a:lnTo>
                      <a:pt x="1104" y="216"/>
                    </a:lnTo>
                    <a:lnTo>
                      <a:pt x="1080" y="216"/>
                    </a:lnTo>
                    <a:lnTo>
                      <a:pt x="1062" y="204"/>
                    </a:lnTo>
                    <a:lnTo>
                      <a:pt x="1056" y="198"/>
                    </a:lnTo>
                    <a:lnTo>
                      <a:pt x="1056" y="192"/>
                    </a:lnTo>
                    <a:lnTo>
                      <a:pt x="1014" y="192"/>
                    </a:lnTo>
                    <a:lnTo>
                      <a:pt x="1002" y="186"/>
                    </a:lnTo>
                    <a:lnTo>
                      <a:pt x="996" y="180"/>
                    </a:lnTo>
                    <a:lnTo>
                      <a:pt x="978" y="180"/>
                    </a:lnTo>
                    <a:lnTo>
                      <a:pt x="966" y="186"/>
                    </a:lnTo>
                    <a:lnTo>
                      <a:pt x="942" y="162"/>
                    </a:lnTo>
                    <a:lnTo>
                      <a:pt x="936" y="150"/>
                    </a:lnTo>
                    <a:lnTo>
                      <a:pt x="924" y="150"/>
                    </a:lnTo>
                    <a:lnTo>
                      <a:pt x="918" y="156"/>
                    </a:lnTo>
                    <a:lnTo>
                      <a:pt x="918" y="162"/>
                    </a:lnTo>
                    <a:lnTo>
                      <a:pt x="912" y="156"/>
                    </a:lnTo>
                    <a:lnTo>
                      <a:pt x="864" y="156"/>
                    </a:lnTo>
                    <a:lnTo>
                      <a:pt x="858" y="150"/>
                    </a:lnTo>
                    <a:lnTo>
                      <a:pt x="846" y="150"/>
                    </a:lnTo>
                    <a:lnTo>
                      <a:pt x="840" y="144"/>
                    </a:lnTo>
                    <a:lnTo>
                      <a:pt x="816" y="150"/>
                    </a:lnTo>
                    <a:lnTo>
                      <a:pt x="810" y="150"/>
                    </a:lnTo>
                    <a:lnTo>
                      <a:pt x="798" y="102"/>
                    </a:lnTo>
                    <a:lnTo>
                      <a:pt x="756" y="84"/>
                    </a:lnTo>
                    <a:lnTo>
                      <a:pt x="720" y="84"/>
                    </a:lnTo>
                    <a:lnTo>
                      <a:pt x="720" y="66"/>
                    </a:lnTo>
                    <a:lnTo>
                      <a:pt x="714" y="48"/>
                    </a:lnTo>
                    <a:lnTo>
                      <a:pt x="720" y="48"/>
                    </a:lnTo>
                    <a:lnTo>
                      <a:pt x="726" y="42"/>
                    </a:lnTo>
                    <a:lnTo>
                      <a:pt x="726" y="30"/>
                    </a:lnTo>
                    <a:lnTo>
                      <a:pt x="720" y="30"/>
                    </a:lnTo>
                    <a:lnTo>
                      <a:pt x="708" y="24"/>
                    </a:lnTo>
                    <a:lnTo>
                      <a:pt x="702" y="18"/>
                    </a:lnTo>
                    <a:lnTo>
                      <a:pt x="696" y="18"/>
                    </a:lnTo>
                    <a:lnTo>
                      <a:pt x="690" y="0"/>
                    </a:lnTo>
                    <a:lnTo>
                      <a:pt x="642" y="0"/>
                    </a:lnTo>
                    <a:lnTo>
                      <a:pt x="630" y="6"/>
                    </a:lnTo>
                    <a:lnTo>
                      <a:pt x="600" y="6"/>
                    </a:lnTo>
                    <a:lnTo>
                      <a:pt x="600" y="18"/>
                    </a:lnTo>
                    <a:lnTo>
                      <a:pt x="594" y="24"/>
                    </a:lnTo>
                    <a:lnTo>
                      <a:pt x="558" y="24"/>
                    </a:lnTo>
                    <a:lnTo>
                      <a:pt x="546" y="18"/>
                    </a:lnTo>
                    <a:lnTo>
                      <a:pt x="516" y="18"/>
                    </a:lnTo>
                    <a:lnTo>
                      <a:pt x="510" y="30"/>
                    </a:lnTo>
                    <a:lnTo>
                      <a:pt x="498" y="36"/>
                    </a:lnTo>
                    <a:lnTo>
                      <a:pt x="492" y="42"/>
                    </a:lnTo>
                    <a:lnTo>
                      <a:pt x="486" y="54"/>
                    </a:lnTo>
                    <a:lnTo>
                      <a:pt x="492" y="60"/>
                    </a:lnTo>
                    <a:lnTo>
                      <a:pt x="492" y="72"/>
                    </a:lnTo>
                    <a:lnTo>
                      <a:pt x="486" y="78"/>
                    </a:lnTo>
                    <a:lnTo>
                      <a:pt x="468" y="78"/>
                    </a:lnTo>
                    <a:lnTo>
                      <a:pt x="462" y="72"/>
                    </a:lnTo>
                    <a:lnTo>
                      <a:pt x="438" y="72"/>
                    </a:lnTo>
                    <a:lnTo>
                      <a:pt x="426" y="78"/>
                    </a:lnTo>
                    <a:lnTo>
                      <a:pt x="420" y="78"/>
                    </a:lnTo>
                    <a:lnTo>
                      <a:pt x="420" y="66"/>
                    </a:lnTo>
                    <a:lnTo>
                      <a:pt x="414" y="60"/>
                    </a:lnTo>
                    <a:lnTo>
                      <a:pt x="396" y="60"/>
                    </a:lnTo>
                    <a:lnTo>
                      <a:pt x="390" y="66"/>
                    </a:lnTo>
                    <a:lnTo>
                      <a:pt x="390" y="72"/>
                    </a:lnTo>
                    <a:lnTo>
                      <a:pt x="378" y="60"/>
                    </a:lnTo>
                    <a:lnTo>
                      <a:pt x="366" y="66"/>
                    </a:lnTo>
                    <a:lnTo>
                      <a:pt x="360" y="60"/>
                    </a:lnTo>
                    <a:lnTo>
                      <a:pt x="342" y="66"/>
                    </a:lnTo>
                    <a:lnTo>
                      <a:pt x="336" y="54"/>
                    </a:lnTo>
                    <a:lnTo>
                      <a:pt x="324" y="66"/>
                    </a:lnTo>
                    <a:lnTo>
                      <a:pt x="306" y="54"/>
                    </a:lnTo>
                    <a:lnTo>
                      <a:pt x="300" y="60"/>
                    </a:lnTo>
                    <a:lnTo>
                      <a:pt x="282" y="48"/>
                    </a:lnTo>
                    <a:lnTo>
                      <a:pt x="258" y="42"/>
                    </a:lnTo>
                    <a:lnTo>
                      <a:pt x="222" y="42"/>
                    </a:lnTo>
                    <a:lnTo>
                      <a:pt x="216" y="36"/>
                    </a:lnTo>
                    <a:lnTo>
                      <a:pt x="216" y="30"/>
                    </a:lnTo>
                    <a:lnTo>
                      <a:pt x="168" y="30"/>
                    </a:lnTo>
                    <a:lnTo>
                      <a:pt x="162" y="36"/>
                    </a:lnTo>
                    <a:lnTo>
                      <a:pt x="150" y="42"/>
                    </a:lnTo>
                    <a:lnTo>
                      <a:pt x="114" y="42"/>
                    </a:lnTo>
                    <a:lnTo>
                      <a:pt x="114" y="48"/>
                    </a:lnTo>
                    <a:lnTo>
                      <a:pt x="96" y="66"/>
                    </a:lnTo>
                    <a:lnTo>
                      <a:pt x="78" y="66"/>
                    </a:lnTo>
                    <a:lnTo>
                      <a:pt x="66" y="60"/>
                    </a:lnTo>
                    <a:lnTo>
                      <a:pt x="72" y="78"/>
                    </a:lnTo>
                    <a:lnTo>
                      <a:pt x="90" y="96"/>
                    </a:lnTo>
                    <a:lnTo>
                      <a:pt x="90" y="102"/>
                    </a:lnTo>
                    <a:lnTo>
                      <a:pt x="102" y="108"/>
                    </a:lnTo>
                    <a:lnTo>
                      <a:pt x="108" y="114"/>
                    </a:lnTo>
                    <a:lnTo>
                      <a:pt x="102" y="126"/>
                    </a:lnTo>
                    <a:lnTo>
                      <a:pt x="108" y="132"/>
                    </a:lnTo>
                    <a:lnTo>
                      <a:pt x="108" y="138"/>
                    </a:lnTo>
                    <a:lnTo>
                      <a:pt x="114" y="144"/>
                    </a:lnTo>
                    <a:lnTo>
                      <a:pt x="108" y="150"/>
                    </a:lnTo>
                    <a:lnTo>
                      <a:pt x="102" y="150"/>
                    </a:lnTo>
                    <a:lnTo>
                      <a:pt x="96" y="156"/>
                    </a:lnTo>
                    <a:lnTo>
                      <a:pt x="84" y="156"/>
                    </a:lnTo>
                    <a:lnTo>
                      <a:pt x="30" y="204"/>
                    </a:lnTo>
                    <a:lnTo>
                      <a:pt x="30" y="246"/>
                    </a:lnTo>
                    <a:lnTo>
                      <a:pt x="42" y="258"/>
                    </a:lnTo>
                    <a:lnTo>
                      <a:pt x="18" y="258"/>
                    </a:lnTo>
                    <a:lnTo>
                      <a:pt x="18" y="270"/>
                    </a:lnTo>
                    <a:lnTo>
                      <a:pt x="12" y="276"/>
                    </a:lnTo>
                    <a:lnTo>
                      <a:pt x="12" y="282"/>
                    </a:lnTo>
                    <a:lnTo>
                      <a:pt x="6" y="288"/>
                    </a:lnTo>
                    <a:lnTo>
                      <a:pt x="0" y="288"/>
                    </a:lnTo>
                    <a:lnTo>
                      <a:pt x="0" y="306"/>
                    </a:lnTo>
                    <a:lnTo>
                      <a:pt x="6" y="306"/>
                    </a:lnTo>
                    <a:lnTo>
                      <a:pt x="24" y="324"/>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28" name="Turkmenistan" descr="© INSCALE GmbH, 05.05.2010&#10;http://www.presentationload.com/">
                <a:extLst>
                  <a:ext uri="{FF2B5EF4-FFF2-40B4-BE49-F238E27FC236}">
                    <a16:creationId xmlns:a16="http://schemas.microsoft.com/office/drawing/2014/main" id="{AAE58152-3C39-EF64-A661-9DBCA8994A2D}"/>
                  </a:ext>
                </a:extLst>
              </p:cNvPr>
              <p:cNvSpPr>
                <a:spLocks/>
              </p:cNvSpPr>
              <p:nvPr/>
            </p:nvSpPr>
            <p:spPr bwMode="gray">
              <a:xfrm>
                <a:off x="3535" y="1695"/>
                <a:ext cx="255" cy="154"/>
              </a:xfrm>
              <a:custGeom>
                <a:avLst/>
                <a:gdLst>
                  <a:gd name="T0" fmla="*/ 2147483647 w 1008"/>
                  <a:gd name="T1" fmla="*/ 2147483647 h 606"/>
                  <a:gd name="T2" fmla="*/ 2147483647 w 1008"/>
                  <a:gd name="T3" fmla="*/ 2147483647 h 606"/>
                  <a:gd name="T4" fmla="*/ 2147483647 w 1008"/>
                  <a:gd name="T5" fmla="*/ 2147483647 h 606"/>
                  <a:gd name="T6" fmla="*/ 2147483647 w 1008"/>
                  <a:gd name="T7" fmla="*/ 2147483647 h 606"/>
                  <a:gd name="T8" fmla="*/ 2147483647 w 1008"/>
                  <a:gd name="T9" fmla="*/ 2147483647 h 606"/>
                  <a:gd name="T10" fmla="*/ 2147483647 w 1008"/>
                  <a:gd name="T11" fmla="*/ 2147483647 h 606"/>
                  <a:gd name="T12" fmla="*/ 2147483647 w 1008"/>
                  <a:gd name="T13" fmla="*/ 2147483647 h 606"/>
                  <a:gd name="T14" fmla="*/ 2147483647 w 1008"/>
                  <a:gd name="T15" fmla="*/ 2147483647 h 606"/>
                  <a:gd name="T16" fmla="*/ 2147483647 w 1008"/>
                  <a:gd name="T17" fmla="*/ 2147483647 h 606"/>
                  <a:gd name="T18" fmla="*/ 2147483647 w 1008"/>
                  <a:gd name="T19" fmla="*/ 2147483647 h 606"/>
                  <a:gd name="T20" fmla="*/ 2147483647 w 1008"/>
                  <a:gd name="T21" fmla="*/ 2147483647 h 606"/>
                  <a:gd name="T22" fmla="*/ 2147483647 w 1008"/>
                  <a:gd name="T23" fmla="*/ 2147483647 h 606"/>
                  <a:gd name="T24" fmla="*/ 2147483647 w 1008"/>
                  <a:gd name="T25" fmla="*/ 2147483647 h 606"/>
                  <a:gd name="T26" fmla="*/ 2147483647 w 1008"/>
                  <a:gd name="T27" fmla="*/ 2147483647 h 606"/>
                  <a:gd name="T28" fmla="*/ 2147483647 w 1008"/>
                  <a:gd name="T29" fmla="*/ 2147483647 h 606"/>
                  <a:gd name="T30" fmla="*/ 2147483647 w 1008"/>
                  <a:gd name="T31" fmla="*/ 2147483647 h 606"/>
                  <a:gd name="T32" fmla="*/ 2147483647 w 1008"/>
                  <a:gd name="T33" fmla="*/ 2147483647 h 606"/>
                  <a:gd name="T34" fmla="*/ 2147483647 w 1008"/>
                  <a:gd name="T35" fmla="*/ 2147483647 h 606"/>
                  <a:gd name="T36" fmla="*/ 2147483647 w 1008"/>
                  <a:gd name="T37" fmla="*/ 2147483647 h 606"/>
                  <a:gd name="T38" fmla="*/ 2147483647 w 1008"/>
                  <a:gd name="T39" fmla="*/ 2147483647 h 606"/>
                  <a:gd name="T40" fmla="*/ 2147483647 w 1008"/>
                  <a:gd name="T41" fmla="*/ 2147483647 h 606"/>
                  <a:gd name="T42" fmla="*/ 2147483647 w 1008"/>
                  <a:gd name="T43" fmla="*/ 2147483647 h 606"/>
                  <a:gd name="T44" fmla="*/ 2147483647 w 1008"/>
                  <a:gd name="T45" fmla="*/ 2147483647 h 606"/>
                  <a:gd name="T46" fmla="*/ 2147483647 w 1008"/>
                  <a:gd name="T47" fmla="*/ 2147483647 h 606"/>
                  <a:gd name="T48" fmla="*/ 2147483647 w 1008"/>
                  <a:gd name="T49" fmla="*/ 2147483647 h 606"/>
                  <a:gd name="T50" fmla="*/ 2147483647 w 1008"/>
                  <a:gd name="T51" fmla="*/ 2147483647 h 606"/>
                  <a:gd name="T52" fmla="*/ 2147483647 w 1008"/>
                  <a:gd name="T53" fmla="*/ 2147483647 h 606"/>
                  <a:gd name="T54" fmla="*/ 2147483647 w 1008"/>
                  <a:gd name="T55" fmla="*/ 2147483647 h 606"/>
                  <a:gd name="T56" fmla="*/ 2147483647 w 1008"/>
                  <a:gd name="T57" fmla="*/ 2147483647 h 606"/>
                  <a:gd name="T58" fmla="*/ 2147483647 w 1008"/>
                  <a:gd name="T59" fmla="*/ 2147483647 h 606"/>
                  <a:gd name="T60" fmla="*/ 2147483647 w 1008"/>
                  <a:gd name="T61" fmla="*/ 2147483647 h 606"/>
                  <a:gd name="T62" fmla="*/ 2147483647 w 1008"/>
                  <a:gd name="T63" fmla="*/ 2147483647 h 606"/>
                  <a:gd name="T64" fmla="*/ 2147483647 w 1008"/>
                  <a:gd name="T65" fmla="*/ 2147483647 h 606"/>
                  <a:gd name="T66" fmla="*/ 2147483647 w 1008"/>
                  <a:gd name="T67" fmla="*/ 2147483647 h 606"/>
                  <a:gd name="T68" fmla="*/ 2147483647 w 1008"/>
                  <a:gd name="T69" fmla="*/ 2147483647 h 606"/>
                  <a:gd name="T70" fmla="*/ 2147483647 w 1008"/>
                  <a:gd name="T71" fmla="*/ 2147483647 h 606"/>
                  <a:gd name="T72" fmla="*/ 2147483647 w 1008"/>
                  <a:gd name="T73" fmla="*/ 2147483647 h 606"/>
                  <a:gd name="T74" fmla="*/ 2147483647 w 1008"/>
                  <a:gd name="T75" fmla="*/ 2147483647 h 606"/>
                  <a:gd name="T76" fmla="*/ 2147483647 w 1008"/>
                  <a:gd name="T77" fmla="*/ 2147483647 h 606"/>
                  <a:gd name="T78" fmla="*/ 2147483647 w 1008"/>
                  <a:gd name="T79" fmla="*/ 2147483647 h 606"/>
                  <a:gd name="T80" fmla="*/ 2147483647 w 1008"/>
                  <a:gd name="T81" fmla="*/ 2147483647 h 606"/>
                  <a:gd name="T82" fmla="*/ 2147483647 w 1008"/>
                  <a:gd name="T83" fmla="*/ 2147483647 h 606"/>
                  <a:gd name="T84" fmla="*/ 2147483647 w 1008"/>
                  <a:gd name="T85" fmla="*/ 2147483647 h 606"/>
                  <a:gd name="T86" fmla="*/ 2147483647 w 1008"/>
                  <a:gd name="T87" fmla="*/ 2147483647 h 606"/>
                  <a:gd name="T88" fmla="*/ 2147483647 w 1008"/>
                  <a:gd name="T89" fmla="*/ 2147483647 h 606"/>
                  <a:gd name="T90" fmla="*/ 2147483647 w 1008"/>
                  <a:gd name="T91" fmla="*/ 2147483647 h 606"/>
                  <a:gd name="T92" fmla="*/ 2147483647 w 1008"/>
                  <a:gd name="T93" fmla="*/ 2147483647 h 606"/>
                  <a:gd name="T94" fmla="*/ 2147483647 w 1008"/>
                  <a:gd name="T95" fmla="*/ 2147483647 h 606"/>
                  <a:gd name="T96" fmla="*/ 2147483647 w 1008"/>
                  <a:gd name="T97" fmla="*/ 2147483647 h 606"/>
                  <a:gd name="T98" fmla="*/ 2147483647 w 1008"/>
                  <a:gd name="T99" fmla="*/ 2147483647 h 606"/>
                  <a:gd name="T100" fmla="*/ 2147483647 w 1008"/>
                  <a:gd name="T101" fmla="*/ 2147483647 h 606"/>
                  <a:gd name="T102" fmla="*/ 2147483647 w 1008"/>
                  <a:gd name="T103" fmla="*/ 2147483647 h 606"/>
                  <a:gd name="T104" fmla="*/ 0 w 1008"/>
                  <a:gd name="T105" fmla="*/ 2147483647 h 606"/>
                  <a:gd name="T106" fmla="*/ 2147483647 w 1008"/>
                  <a:gd name="T107" fmla="*/ 2147483647 h 606"/>
                  <a:gd name="T108" fmla="*/ 2147483647 w 1008"/>
                  <a:gd name="T109" fmla="*/ 2147483647 h 60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008"/>
                  <a:gd name="T166" fmla="*/ 0 h 606"/>
                  <a:gd name="T167" fmla="*/ 1008 w 1008"/>
                  <a:gd name="T168" fmla="*/ 606 h 60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008" h="606">
                    <a:moveTo>
                      <a:pt x="48" y="150"/>
                    </a:moveTo>
                    <a:lnTo>
                      <a:pt x="48" y="156"/>
                    </a:lnTo>
                    <a:lnTo>
                      <a:pt x="42" y="162"/>
                    </a:lnTo>
                    <a:lnTo>
                      <a:pt x="36" y="174"/>
                    </a:lnTo>
                    <a:lnTo>
                      <a:pt x="36" y="186"/>
                    </a:lnTo>
                    <a:lnTo>
                      <a:pt x="42" y="198"/>
                    </a:lnTo>
                    <a:lnTo>
                      <a:pt x="48" y="204"/>
                    </a:lnTo>
                    <a:lnTo>
                      <a:pt x="54" y="216"/>
                    </a:lnTo>
                    <a:lnTo>
                      <a:pt x="60" y="222"/>
                    </a:lnTo>
                    <a:lnTo>
                      <a:pt x="60" y="228"/>
                    </a:lnTo>
                    <a:lnTo>
                      <a:pt x="90" y="222"/>
                    </a:lnTo>
                    <a:lnTo>
                      <a:pt x="90" y="246"/>
                    </a:lnTo>
                    <a:lnTo>
                      <a:pt x="114" y="258"/>
                    </a:lnTo>
                    <a:lnTo>
                      <a:pt x="90" y="258"/>
                    </a:lnTo>
                    <a:lnTo>
                      <a:pt x="78" y="264"/>
                    </a:lnTo>
                    <a:lnTo>
                      <a:pt x="72" y="264"/>
                    </a:lnTo>
                    <a:lnTo>
                      <a:pt x="72" y="270"/>
                    </a:lnTo>
                    <a:lnTo>
                      <a:pt x="78" y="276"/>
                    </a:lnTo>
                    <a:lnTo>
                      <a:pt x="90" y="276"/>
                    </a:lnTo>
                    <a:lnTo>
                      <a:pt x="96" y="282"/>
                    </a:lnTo>
                    <a:lnTo>
                      <a:pt x="114" y="282"/>
                    </a:lnTo>
                    <a:lnTo>
                      <a:pt x="120" y="288"/>
                    </a:lnTo>
                    <a:lnTo>
                      <a:pt x="126" y="300"/>
                    </a:lnTo>
                    <a:lnTo>
                      <a:pt x="132" y="306"/>
                    </a:lnTo>
                    <a:lnTo>
                      <a:pt x="138" y="354"/>
                    </a:lnTo>
                    <a:lnTo>
                      <a:pt x="150" y="360"/>
                    </a:lnTo>
                    <a:lnTo>
                      <a:pt x="150" y="372"/>
                    </a:lnTo>
                    <a:lnTo>
                      <a:pt x="144" y="378"/>
                    </a:lnTo>
                    <a:lnTo>
                      <a:pt x="144" y="402"/>
                    </a:lnTo>
                    <a:lnTo>
                      <a:pt x="150" y="414"/>
                    </a:lnTo>
                    <a:lnTo>
                      <a:pt x="150" y="426"/>
                    </a:lnTo>
                    <a:lnTo>
                      <a:pt x="156" y="432"/>
                    </a:lnTo>
                    <a:lnTo>
                      <a:pt x="156" y="438"/>
                    </a:lnTo>
                    <a:lnTo>
                      <a:pt x="186" y="438"/>
                    </a:lnTo>
                    <a:lnTo>
                      <a:pt x="198" y="426"/>
                    </a:lnTo>
                    <a:lnTo>
                      <a:pt x="210" y="420"/>
                    </a:lnTo>
                    <a:lnTo>
                      <a:pt x="210" y="408"/>
                    </a:lnTo>
                    <a:lnTo>
                      <a:pt x="216" y="402"/>
                    </a:lnTo>
                    <a:lnTo>
                      <a:pt x="228" y="396"/>
                    </a:lnTo>
                    <a:lnTo>
                      <a:pt x="246" y="378"/>
                    </a:lnTo>
                    <a:lnTo>
                      <a:pt x="258" y="372"/>
                    </a:lnTo>
                    <a:lnTo>
                      <a:pt x="294" y="372"/>
                    </a:lnTo>
                    <a:lnTo>
                      <a:pt x="306" y="378"/>
                    </a:lnTo>
                    <a:lnTo>
                      <a:pt x="312" y="372"/>
                    </a:lnTo>
                    <a:lnTo>
                      <a:pt x="312" y="366"/>
                    </a:lnTo>
                    <a:lnTo>
                      <a:pt x="372" y="366"/>
                    </a:lnTo>
                    <a:lnTo>
                      <a:pt x="384" y="378"/>
                    </a:lnTo>
                    <a:lnTo>
                      <a:pt x="384" y="390"/>
                    </a:lnTo>
                    <a:lnTo>
                      <a:pt x="414" y="390"/>
                    </a:lnTo>
                    <a:lnTo>
                      <a:pt x="420" y="396"/>
                    </a:lnTo>
                    <a:lnTo>
                      <a:pt x="432" y="402"/>
                    </a:lnTo>
                    <a:lnTo>
                      <a:pt x="438" y="408"/>
                    </a:lnTo>
                    <a:lnTo>
                      <a:pt x="450" y="414"/>
                    </a:lnTo>
                    <a:lnTo>
                      <a:pt x="450" y="408"/>
                    </a:lnTo>
                    <a:lnTo>
                      <a:pt x="468" y="408"/>
                    </a:lnTo>
                    <a:lnTo>
                      <a:pt x="480" y="414"/>
                    </a:lnTo>
                    <a:lnTo>
                      <a:pt x="498" y="414"/>
                    </a:lnTo>
                    <a:lnTo>
                      <a:pt x="510" y="420"/>
                    </a:lnTo>
                    <a:lnTo>
                      <a:pt x="516" y="420"/>
                    </a:lnTo>
                    <a:lnTo>
                      <a:pt x="522" y="426"/>
                    </a:lnTo>
                    <a:lnTo>
                      <a:pt x="522" y="432"/>
                    </a:lnTo>
                    <a:lnTo>
                      <a:pt x="528" y="444"/>
                    </a:lnTo>
                    <a:lnTo>
                      <a:pt x="534" y="450"/>
                    </a:lnTo>
                    <a:lnTo>
                      <a:pt x="540" y="450"/>
                    </a:lnTo>
                    <a:lnTo>
                      <a:pt x="546" y="456"/>
                    </a:lnTo>
                    <a:lnTo>
                      <a:pt x="558" y="456"/>
                    </a:lnTo>
                    <a:lnTo>
                      <a:pt x="570" y="468"/>
                    </a:lnTo>
                    <a:lnTo>
                      <a:pt x="582" y="474"/>
                    </a:lnTo>
                    <a:lnTo>
                      <a:pt x="588" y="486"/>
                    </a:lnTo>
                    <a:lnTo>
                      <a:pt x="594" y="492"/>
                    </a:lnTo>
                    <a:lnTo>
                      <a:pt x="660" y="486"/>
                    </a:lnTo>
                    <a:lnTo>
                      <a:pt x="660" y="522"/>
                    </a:lnTo>
                    <a:lnTo>
                      <a:pt x="672" y="522"/>
                    </a:lnTo>
                    <a:lnTo>
                      <a:pt x="666" y="546"/>
                    </a:lnTo>
                    <a:lnTo>
                      <a:pt x="678" y="576"/>
                    </a:lnTo>
                    <a:lnTo>
                      <a:pt x="684" y="582"/>
                    </a:lnTo>
                    <a:lnTo>
                      <a:pt x="696" y="582"/>
                    </a:lnTo>
                    <a:lnTo>
                      <a:pt x="702" y="588"/>
                    </a:lnTo>
                    <a:lnTo>
                      <a:pt x="714" y="588"/>
                    </a:lnTo>
                    <a:lnTo>
                      <a:pt x="720" y="582"/>
                    </a:lnTo>
                    <a:lnTo>
                      <a:pt x="726" y="582"/>
                    </a:lnTo>
                    <a:lnTo>
                      <a:pt x="750" y="606"/>
                    </a:lnTo>
                    <a:lnTo>
                      <a:pt x="774" y="606"/>
                    </a:lnTo>
                    <a:lnTo>
                      <a:pt x="786" y="600"/>
                    </a:lnTo>
                    <a:lnTo>
                      <a:pt x="792" y="594"/>
                    </a:lnTo>
                    <a:lnTo>
                      <a:pt x="804" y="570"/>
                    </a:lnTo>
                    <a:lnTo>
                      <a:pt x="804" y="558"/>
                    </a:lnTo>
                    <a:lnTo>
                      <a:pt x="816" y="558"/>
                    </a:lnTo>
                    <a:lnTo>
                      <a:pt x="852" y="540"/>
                    </a:lnTo>
                    <a:lnTo>
                      <a:pt x="858" y="528"/>
                    </a:lnTo>
                    <a:lnTo>
                      <a:pt x="870" y="522"/>
                    </a:lnTo>
                    <a:lnTo>
                      <a:pt x="882" y="522"/>
                    </a:lnTo>
                    <a:lnTo>
                      <a:pt x="882" y="462"/>
                    </a:lnTo>
                    <a:lnTo>
                      <a:pt x="888" y="450"/>
                    </a:lnTo>
                    <a:lnTo>
                      <a:pt x="900" y="444"/>
                    </a:lnTo>
                    <a:lnTo>
                      <a:pt x="936" y="444"/>
                    </a:lnTo>
                    <a:lnTo>
                      <a:pt x="936" y="420"/>
                    </a:lnTo>
                    <a:lnTo>
                      <a:pt x="948" y="420"/>
                    </a:lnTo>
                    <a:lnTo>
                      <a:pt x="960" y="426"/>
                    </a:lnTo>
                    <a:lnTo>
                      <a:pt x="966" y="432"/>
                    </a:lnTo>
                    <a:lnTo>
                      <a:pt x="978" y="438"/>
                    </a:lnTo>
                    <a:lnTo>
                      <a:pt x="1008" y="438"/>
                    </a:lnTo>
                    <a:lnTo>
                      <a:pt x="1008" y="426"/>
                    </a:lnTo>
                    <a:lnTo>
                      <a:pt x="996" y="414"/>
                    </a:lnTo>
                    <a:lnTo>
                      <a:pt x="996" y="396"/>
                    </a:lnTo>
                    <a:lnTo>
                      <a:pt x="1002" y="390"/>
                    </a:lnTo>
                    <a:lnTo>
                      <a:pt x="954" y="360"/>
                    </a:lnTo>
                    <a:lnTo>
                      <a:pt x="930" y="366"/>
                    </a:lnTo>
                    <a:lnTo>
                      <a:pt x="924" y="366"/>
                    </a:lnTo>
                    <a:lnTo>
                      <a:pt x="912" y="354"/>
                    </a:lnTo>
                    <a:lnTo>
                      <a:pt x="900" y="354"/>
                    </a:lnTo>
                    <a:lnTo>
                      <a:pt x="888" y="342"/>
                    </a:lnTo>
                    <a:lnTo>
                      <a:pt x="876" y="336"/>
                    </a:lnTo>
                    <a:lnTo>
                      <a:pt x="870" y="330"/>
                    </a:lnTo>
                    <a:lnTo>
                      <a:pt x="846" y="318"/>
                    </a:lnTo>
                    <a:lnTo>
                      <a:pt x="828" y="306"/>
                    </a:lnTo>
                    <a:lnTo>
                      <a:pt x="804" y="306"/>
                    </a:lnTo>
                    <a:lnTo>
                      <a:pt x="774" y="288"/>
                    </a:lnTo>
                    <a:lnTo>
                      <a:pt x="768" y="282"/>
                    </a:lnTo>
                    <a:lnTo>
                      <a:pt x="762" y="270"/>
                    </a:lnTo>
                    <a:lnTo>
                      <a:pt x="750" y="258"/>
                    </a:lnTo>
                    <a:lnTo>
                      <a:pt x="744" y="258"/>
                    </a:lnTo>
                    <a:lnTo>
                      <a:pt x="732" y="252"/>
                    </a:lnTo>
                    <a:lnTo>
                      <a:pt x="714" y="252"/>
                    </a:lnTo>
                    <a:lnTo>
                      <a:pt x="702" y="246"/>
                    </a:lnTo>
                    <a:lnTo>
                      <a:pt x="690" y="234"/>
                    </a:lnTo>
                    <a:lnTo>
                      <a:pt x="672" y="198"/>
                    </a:lnTo>
                    <a:lnTo>
                      <a:pt x="666" y="192"/>
                    </a:lnTo>
                    <a:lnTo>
                      <a:pt x="666" y="186"/>
                    </a:lnTo>
                    <a:lnTo>
                      <a:pt x="648" y="168"/>
                    </a:lnTo>
                    <a:lnTo>
                      <a:pt x="630" y="138"/>
                    </a:lnTo>
                    <a:lnTo>
                      <a:pt x="594" y="120"/>
                    </a:lnTo>
                    <a:lnTo>
                      <a:pt x="594" y="126"/>
                    </a:lnTo>
                    <a:lnTo>
                      <a:pt x="540" y="120"/>
                    </a:lnTo>
                    <a:lnTo>
                      <a:pt x="510" y="120"/>
                    </a:lnTo>
                    <a:lnTo>
                      <a:pt x="492" y="102"/>
                    </a:lnTo>
                    <a:lnTo>
                      <a:pt x="492" y="90"/>
                    </a:lnTo>
                    <a:lnTo>
                      <a:pt x="504" y="78"/>
                    </a:lnTo>
                    <a:lnTo>
                      <a:pt x="492" y="72"/>
                    </a:lnTo>
                    <a:lnTo>
                      <a:pt x="492" y="60"/>
                    </a:lnTo>
                    <a:lnTo>
                      <a:pt x="486" y="48"/>
                    </a:lnTo>
                    <a:lnTo>
                      <a:pt x="480" y="42"/>
                    </a:lnTo>
                    <a:lnTo>
                      <a:pt x="444" y="42"/>
                    </a:lnTo>
                    <a:lnTo>
                      <a:pt x="432" y="36"/>
                    </a:lnTo>
                    <a:lnTo>
                      <a:pt x="432" y="24"/>
                    </a:lnTo>
                    <a:lnTo>
                      <a:pt x="408" y="24"/>
                    </a:lnTo>
                    <a:lnTo>
                      <a:pt x="390" y="0"/>
                    </a:lnTo>
                    <a:lnTo>
                      <a:pt x="384" y="12"/>
                    </a:lnTo>
                    <a:lnTo>
                      <a:pt x="354" y="6"/>
                    </a:lnTo>
                    <a:lnTo>
                      <a:pt x="384" y="36"/>
                    </a:lnTo>
                    <a:lnTo>
                      <a:pt x="378" y="30"/>
                    </a:lnTo>
                    <a:lnTo>
                      <a:pt x="366" y="30"/>
                    </a:lnTo>
                    <a:lnTo>
                      <a:pt x="360" y="24"/>
                    </a:lnTo>
                    <a:lnTo>
                      <a:pt x="354" y="24"/>
                    </a:lnTo>
                    <a:lnTo>
                      <a:pt x="348" y="30"/>
                    </a:lnTo>
                    <a:lnTo>
                      <a:pt x="348" y="42"/>
                    </a:lnTo>
                    <a:lnTo>
                      <a:pt x="342" y="42"/>
                    </a:lnTo>
                    <a:lnTo>
                      <a:pt x="336" y="48"/>
                    </a:lnTo>
                    <a:lnTo>
                      <a:pt x="324" y="48"/>
                    </a:lnTo>
                    <a:lnTo>
                      <a:pt x="312" y="54"/>
                    </a:lnTo>
                    <a:lnTo>
                      <a:pt x="294" y="72"/>
                    </a:lnTo>
                    <a:lnTo>
                      <a:pt x="294" y="84"/>
                    </a:lnTo>
                    <a:lnTo>
                      <a:pt x="300" y="102"/>
                    </a:lnTo>
                    <a:lnTo>
                      <a:pt x="312" y="108"/>
                    </a:lnTo>
                    <a:lnTo>
                      <a:pt x="318" y="120"/>
                    </a:lnTo>
                    <a:lnTo>
                      <a:pt x="252" y="120"/>
                    </a:lnTo>
                    <a:lnTo>
                      <a:pt x="240" y="108"/>
                    </a:lnTo>
                    <a:lnTo>
                      <a:pt x="228" y="108"/>
                    </a:lnTo>
                    <a:lnTo>
                      <a:pt x="228" y="114"/>
                    </a:lnTo>
                    <a:lnTo>
                      <a:pt x="216" y="126"/>
                    </a:lnTo>
                    <a:lnTo>
                      <a:pt x="210" y="120"/>
                    </a:lnTo>
                    <a:lnTo>
                      <a:pt x="198" y="114"/>
                    </a:lnTo>
                    <a:lnTo>
                      <a:pt x="174" y="90"/>
                    </a:lnTo>
                    <a:lnTo>
                      <a:pt x="168" y="78"/>
                    </a:lnTo>
                    <a:lnTo>
                      <a:pt x="162" y="72"/>
                    </a:lnTo>
                    <a:lnTo>
                      <a:pt x="156" y="60"/>
                    </a:lnTo>
                    <a:lnTo>
                      <a:pt x="144" y="54"/>
                    </a:lnTo>
                    <a:lnTo>
                      <a:pt x="132" y="42"/>
                    </a:lnTo>
                    <a:lnTo>
                      <a:pt x="120" y="42"/>
                    </a:lnTo>
                    <a:lnTo>
                      <a:pt x="96" y="30"/>
                    </a:lnTo>
                    <a:lnTo>
                      <a:pt x="78" y="30"/>
                    </a:lnTo>
                    <a:lnTo>
                      <a:pt x="72" y="36"/>
                    </a:lnTo>
                    <a:lnTo>
                      <a:pt x="72" y="48"/>
                    </a:lnTo>
                    <a:lnTo>
                      <a:pt x="84" y="54"/>
                    </a:lnTo>
                    <a:lnTo>
                      <a:pt x="90" y="54"/>
                    </a:lnTo>
                    <a:lnTo>
                      <a:pt x="90" y="66"/>
                    </a:lnTo>
                    <a:lnTo>
                      <a:pt x="96" y="66"/>
                    </a:lnTo>
                    <a:lnTo>
                      <a:pt x="96" y="72"/>
                    </a:lnTo>
                    <a:lnTo>
                      <a:pt x="102" y="84"/>
                    </a:lnTo>
                    <a:lnTo>
                      <a:pt x="114" y="90"/>
                    </a:lnTo>
                    <a:lnTo>
                      <a:pt x="126" y="102"/>
                    </a:lnTo>
                    <a:lnTo>
                      <a:pt x="138" y="108"/>
                    </a:lnTo>
                    <a:lnTo>
                      <a:pt x="150" y="120"/>
                    </a:lnTo>
                    <a:lnTo>
                      <a:pt x="162" y="126"/>
                    </a:lnTo>
                    <a:lnTo>
                      <a:pt x="162" y="150"/>
                    </a:lnTo>
                    <a:lnTo>
                      <a:pt x="156" y="156"/>
                    </a:lnTo>
                    <a:lnTo>
                      <a:pt x="144" y="156"/>
                    </a:lnTo>
                    <a:lnTo>
                      <a:pt x="132" y="150"/>
                    </a:lnTo>
                    <a:lnTo>
                      <a:pt x="120" y="138"/>
                    </a:lnTo>
                    <a:lnTo>
                      <a:pt x="120" y="162"/>
                    </a:lnTo>
                    <a:lnTo>
                      <a:pt x="78" y="162"/>
                    </a:lnTo>
                    <a:lnTo>
                      <a:pt x="66" y="144"/>
                    </a:lnTo>
                    <a:lnTo>
                      <a:pt x="60" y="150"/>
                    </a:lnTo>
                    <a:lnTo>
                      <a:pt x="48" y="138"/>
                    </a:lnTo>
                    <a:lnTo>
                      <a:pt x="42" y="126"/>
                    </a:lnTo>
                    <a:lnTo>
                      <a:pt x="36" y="120"/>
                    </a:lnTo>
                    <a:lnTo>
                      <a:pt x="36" y="102"/>
                    </a:lnTo>
                    <a:lnTo>
                      <a:pt x="30" y="96"/>
                    </a:lnTo>
                    <a:lnTo>
                      <a:pt x="30" y="84"/>
                    </a:lnTo>
                    <a:lnTo>
                      <a:pt x="24" y="78"/>
                    </a:lnTo>
                    <a:lnTo>
                      <a:pt x="0" y="78"/>
                    </a:lnTo>
                    <a:lnTo>
                      <a:pt x="0" y="84"/>
                    </a:lnTo>
                    <a:lnTo>
                      <a:pt x="6" y="90"/>
                    </a:lnTo>
                    <a:lnTo>
                      <a:pt x="12" y="102"/>
                    </a:lnTo>
                    <a:lnTo>
                      <a:pt x="18" y="108"/>
                    </a:lnTo>
                    <a:lnTo>
                      <a:pt x="24" y="120"/>
                    </a:lnTo>
                    <a:lnTo>
                      <a:pt x="36" y="126"/>
                    </a:lnTo>
                    <a:lnTo>
                      <a:pt x="42" y="138"/>
                    </a:lnTo>
                    <a:lnTo>
                      <a:pt x="48" y="144"/>
                    </a:lnTo>
                    <a:lnTo>
                      <a:pt x="48" y="150"/>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29" name="Turkey" descr="© INSCALE GmbH, 05.05.2010&#10;http://www.presentationload.com/">
                <a:extLst>
                  <a:ext uri="{FF2B5EF4-FFF2-40B4-BE49-F238E27FC236}">
                    <a16:creationId xmlns:a16="http://schemas.microsoft.com/office/drawing/2014/main" id="{9B8F02A6-89D6-D05A-62BA-DEE7DE51C9C5}"/>
                  </a:ext>
                </a:extLst>
              </p:cNvPr>
              <p:cNvSpPr>
                <a:spLocks noEditPoints="1"/>
              </p:cNvSpPr>
              <p:nvPr/>
            </p:nvSpPr>
            <p:spPr bwMode="gray">
              <a:xfrm>
                <a:off x="3087" y="1707"/>
                <a:ext cx="337" cy="129"/>
              </a:xfrm>
              <a:custGeom>
                <a:avLst/>
                <a:gdLst>
                  <a:gd name="T0" fmla="*/ 2147483647 w 1332"/>
                  <a:gd name="T1" fmla="*/ 2147483647 h 510"/>
                  <a:gd name="T2" fmla="*/ 2147483647 w 1332"/>
                  <a:gd name="T3" fmla="*/ 2147483647 h 510"/>
                  <a:gd name="T4" fmla="*/ 2147483647 w 1332"/>
                  <a:gd name="T5" fmla="*/ 2147483647 h 510"/>
                  <a:gd name="T6" fmla="*/ 2147483647 w 1332"/>
                  <a:gd name="T7" fmla="*/ 2147483647 h 510"/>
                  <a:gd name="T8" fmla="*/ 2147483647 w 1332"/>
                  <a:gd name="T9" fmla="*/ 2147483647 h 510"/>
                  <a:gd name="T10" fmla="*/ 2147483647 w 1332"/>
                  <a:gd name="T11" fmla="*/ 2147483647 h 510"/>
                  <a:gd name="T12" fmla="*/ 2147483647 w 1332"/>
                  <a:gd name="T13" fmla="*/ 2147483647 h 510"/>
                  <a:gd name="T14" fmla="*/ 2147483647 w 1332"/>
                  <a:gd name="T15" fmla="*/ 2147483647 h 510"/>
                  <a:gd name="T16" fmla="*/ 2147483647 w 1332"/>
                  <a:gd name="T17" fmla="*/ 2147483647 h 510"/>
                  <a:gd name="T18" fmla="*/ 2147483647 w 1332"/>
                  <a:gd name="T19" fmla="*/ 2147483647 h 510"/>
                  <a:gd name="T20" fmla="*/ 2147483647 w 1332"/>
                  <a:gd name="T21" fmla="*/ 2147483647 h 510"/>
                  <a:gd name="T22" fmla="*/ 2147483647 w 1332"/>
                  <a:gd name="T23" fmla="*/ 2147483647 h 510"/>
                  <a:gd name="T24" fmla="*/ 2147483647 w 1332"/>
                  <a:gd name="T25" fmla="*/ 2147483647 h 510"/>
                  <a:gd name="T26" fmla="*/ 2147483647 w 1332"/>
                  <a:gd name="T27" fmla="*/ 2147483647 h 510"/>
                  <a:gd name="T28" fmla="*/ 2147483647 w 1332"/>
                  <a:gd name="T29" fmla="*/ 2147483647 h 510"/>
                  <a:gd name="T30" fmla="*/ 2147483647 w 1332"/>
                  <a:gd name="T31" fmla="*/ 2147483647 h 510"/>
                  <a:gd name="T32" fmla="*/ 2147483647 w 1332"/>
                  <a:gd name="T33" fmla="*/ 2147483647 h 510"/>
                  <a:gd name="T34" fmla="*/ 2147483647 w 1332"/>
                  <a:gd name="T35" fmla="*/ 2147483647 h 510"/>
                  <a:gd name="T36" fmla="*/ 2147483647 w 1332"/>
                  <a:gd name="T37" fmla="*/ 2147483647 h 510"/>
                  <a:gd name="T38" fmla="*/ 2147483647 w 1332"/>
                  <a:gd name="T39" fmla="*/ 2147483647 h 510"/>
                  <a:gd name="T40" fmla="*/ 2147483647 w 1332"/>
                  <a:gd name="T41" fmla="*/ 2147483647 h 510"/>
                  <a:gd name="T42" fmla="*/ 2147483647 w 1332"/>
                  <a:gd name="T43" fmla="*/ 2147483647 h 510"/>
                  <a:gd name="T44" fmla="*/ 2147483647 w 1332"/>
                  <a:gd name="T45" fmla="*/ 2147483647 h 510"/>
                  <a:gd name="T46" fmla="*/ 2147483647 w 1332"/>
                  <a:gd name="T47" fmla="*/ 2147483647 h 510"/>
                  <a:gd name="T48" fmla="*/ 2147483647 w 1332"/>
                  <a:gd name="T49" fmla="*/ 2147483647 h 510"/>
                  <a:gd name="T50" fmla="*/ 2147483647 w 1332"/>
                  <a:gd name="T51" fmla="*/ 2147483647 h 510"/>
                  <a:gd name="T52" fmla="*/ 2147483647 w 1332"/>
                  <a:gd name="T53" fmla="*/ 2147483647 h 510"/>
                  <a:gd name="T54" fmla="*/ 2147483647 w 1332"/>
                  <a:gd name="T55" fmla="*/ 2147483647 h 510"/>
                  <a:gd name="T56" fmla="*/ 2147483647 w 1332"/>
                  <a:gd name="T57" fmla="*/ 2147483647 h 510"/>
                  <a:gd name="T58" fmla="*/ 2147483647 w 1332"/>
                  <a:gd name="T59" fmla="*/ 2147483647 h 510"/>
                  <a:gd name="T60" fmla="*/ 2147483647 w 1332"/>
                  <a:gd name="T61" fmla="*/ 2147483647 h 510"/>
                  <a:gd name="T62" fmla="*/ 2147483647 w 1332"/>
                  <a:gd name="T63" fmla="*/ 2147483647 h 510"/>
                  <a:gd name="T64" fmla="*/ 2147483647 w 1332"/>
                  <a:gd name="T65" fmla="*/ 2147483647 h 510"/>
                  <a:gd name="T66" fmla="*/ 2147483647 w 1332"/>
                  <a:gd name="T67" fmla="*/ 2147483647 h 510"/>
                  <a:gd name="T68" fmla="*/ 2147483647 w 1332"/>
                  <a:gd name="T69" fmla="*/ 2147483647 h 510"/>
                  <a:gd name="T70" fmla="*/ 2147483647 w 1332"/>
                  <a:gd name="T71" fmla="*/ 2147483647 h 510"/>
                  <a:gd name="T72" fmla="*/ 2147483647 w 1332"/>
                  <a:gd name="T73" fmla="*/ 2147483647 h 510"/>
                  <a:gd name="T74" fmla="*/ 2147483647 w 1332"/>
                  <a:gd name="T75" fmla="*/ 2147483647 h 510"/>
                  <a:gd name="T76" fmla="*/ 2147483647 w 1332"/>
                  <a:gd name="T77" fmla="*/ 2147483647 h 510"/>
                  <a:gd name="T78" fmla="*/ 2147483647 w 1332"/>
                  <a:gd name="T79" fmla="*/ 2147483647 h 510"/>
                  <a:gd name="T80" fmla="*/ 2147483647 w 1332"/>
                  <a:gd name="T81" fmla="*/ 2147483647 h 510"/>
                  <a:gd name="T82" fmla="*/ 2147483647 w 1332"/>
                  <a:gd name="T83" fmla="*/ 2147483647 h 510"/>
                  <a:gd name="T84" fmla="*/ 2147483647 w 1332"/>
                  <a:gd name="T85" fmla="*/ 2147483647 h 510"/>
                  <a:gd name="T86" fmla="*/ 2147483647 w 1332"/>
                  <a:gd name="T87" fmla="*/ 2147483647 h 510"/>
                  <a:gd name="T88" fmla="*/ 2147483647 w 1332"/>
                  <a:gd name="T89" fmla="*/ 2147483647 h 510"/>
                  <a:gd name="T90" fmla="*/ 2147483647 w 1332"/>
                  <a:gd name="T91" fmla="*/ 2147483647 h 510"/>
                  <a:gd name="T92" fmla="*/ 2147483647 w 1332"/>
                  <a:gd name="T93" fmla="*/ 2147483647 h 510"/>
                  <a:gd name="T94" fmla="*/ 2147483647 w 1332"/>
                  <a:gd name="T95" fmla="*/ 2147483647 h 510"/>
                  <a:gd name="T96" fmla="*/ 2147483647 w 1332"/>
                  <a:gd name="T97" fmla="*/ 2147483647 h 510"/>
                  <a:gd name="T98" fmla="*/ 2147483647 w 1332"/>
                  <a:gd name="T99" fmla="*/ 2147483647 h 510"/>
                  <a:gd name="T100" fmla="*/ 2147483647 w 1332"/>
                  <a:gd name="T101" fmla="*/ 2147483647 h 510"/>
                  <a:gd name="T102" fmla="*/ 2147483647 w 1332"/>
                  <a:gd name="T103" fmla="*/ 2147483647 h 510"/>
                  <a:gd name="T104" fmla="*/ 2147483647 w 1332"/>
                  <a:gd name="T105" fmla="*/ 2147483647 h 510"/>
                  <a:gd name="T106" fmla="*/ 2147483647 w 1332"/>
                  <a:gd name="T107" fmla="*/ 2147483647 h 510"/>
                  <a:gd name="T108" fmla="*/ 2147483647 w 1332"/>
                  <a:gd name="T109" fmla="*/ 2147483647 h 510"/>
                  <a:gd name="T110" fmla="*/ 2147483647 w 1332"/>
                  <a:gd name="T111" fmla="*/ 2147483647 h 510"/>
                  <a:gd name="T112" fmla="*/ 2147483647 w 1332"/>
                  <a:gd name="T113" fmla="*/ 2147483647 h 510"/>
                  <a:gd name="T114" fmla="*/ 2147483647 w 1332"/>
                  <a:gd name="T115" fmla="*/ 2147483647 h 51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332"/>
                  <a:gd name="T175" fmla="*/ 0 h 510"/>
                  <a:gd name="T176" fmla="*/ 1332 w 1332"/>
                  <a:gd name="T177" fmla="*/ 510 h 51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332" h="510">
                    <a:moveTo>
                      <a:pt x="6" y="192"/>
                    </a:moveTo>
                    <a:lnTo>
                      <a:pt x="24" y="186"/>
                    </a:lnTo>
                    <a:lnTo>
                      <a:pt x="30" y="174"/>
                    </a:lnTo>
                    <a:lnTo>
                      <a:pt x="0" y="174"/>
                    </a:lnTo>
                    <a:lnTo>
                      <a:pt x="6" y="192"/>
                    </a:lnTo>
                    <a:close/>
                    <a:moveTo>
                      <a:pt x="42" y="162"/>
                    </a:moveTo>
                    <a:lnTo>
                      <a:pt x="42" y="168"/>
                    </a:lnTo>
                    <a:lnTo>
                      <a:pt x="48" y="174"/>
                    </a:lnTo>
                    <a:lnTo>
                      <a:pt x="60" y="174"/>
                    </a:lnTo>
                    <a:lnTo>
                      <a:pt x="60" y="162"/>
                    </a:lnTo>
                    <a:lnTo>
                      <a:pt x="54" y="156"/>
                    </a:lnTo>
                    <a:lnTo>
                      <a:pt x="54" y="150"/>
                    </a:lnTo>
                    <a:lnTo>
                      <a:pt x="48" y="150"/>
                    </a:lnTo>
                    <a:lnTo>
                      <a:pt x="48" y="156"/>
                    </a:lnTo>
                    <a:lnTo>
                      <a:pt x="42" y="162"/>
                    </a:lnTo>
                    <a:close/>
                    <a:moveTo>
                      <a:pt x="96" y="138"/>
                    </a:moveTo>
                    <a:lnTo>
                      <a:pt x="66" y="138"/>
                    </a:lnTo>
                    <a:lnTo>
                      <a:pt x="66" y="174"/>
                    </a:lnTo>
                    <a:lnTo>
                      <a:pt x="78" y="150"/>
                    </a:lnTo>
                    <a:lnTo>
                      <a:pt x="96" y="138"/>
                    </a:lnTo>
                    <a:close/>
                    <a:moveTo>
                      <a:pt x="1332" y="402"/>
                    </a:moveTo>
                    <a:lnTo>
                      <a:pt x="1332" y="390"/>
                    </a:lnTo>
                    <a:lnTo>
                      <a:pt x="1308" y="384"/>
                    </a:lnTo>
                    <a:lnTo>
                      <a:pt x="1308" y="354"/>
                    </a:lnTo>
                    <a:lnTo>
                      <a:pt x="1272" y="336"/>
                    </a:lnTo>
                    <a:lnTo>
                      <a:pt x="1278" y="330"/>
                    </a:lnTo>
                    <a:lnTo>
                      <a:pt x="1284" y="318"/>
                    </a:lnTo>
                    <a:lnTo>
                      <a:pt x="1284" y="312"/>
                    </a:lnTo>
                    <a:lnTo>
                      <a:pt x="1290" y="306"/>
                    </a:lnTo>
                    <a:lnTo>
                      <a:pt x="1284" y="306"/>
                    </a:lnTo>
                    <a:lnTo>
                      <a:pt x="1278" y="300"/>
                    </a:lnTo>
                    <a:lnTo>
                      <a:pt x="1278" y="288"/>
                    </a:lnTo>
                    <a:lnTo>
                      <a:pt x="1266" y="276"/>
                    </a:lnTo>
                    <a:lnTo>
                      <a:pt x="1266" y="246"/>
                    </a:lnTo>
                    <a:lnTo>
                      <a:pt x="1248" y="222"/>
                    </a:lnTo>
                    <a:lnTo>
                      <a:pt x="1272" y="222"/>
                    </a:lnTo>
                    <a:lnTo>
                      <a:pt x="1272" y="216"/>
                    </a:lnTo>
                    <a:lnTo>
                      <a:pt x="1278" y="210"/>
                    </a:lnTo>
                    <a:lnTo>
                      <a:pt x="1272" y="198"/>
                    </a:lnTo>
                    <a:lnTo>
                      <a:pt x="1272" y="186"/>
                    </a:lnTo>
                    <a:lnTo>
                      <a:pt x="1266" y="180"/>
                    </a:lnTo>
                    <a:lnTo>
                      <a:pt x="1266" y="174"/>
                    </a:lnTo>
                    <a:lnTo>
                      <a:pt x="1260" y="174"/>
                    </a:lnTo>
                    <a:lnTo>
                      <a:pt x="1248" y="180"/>
                    </a:lnTo>
                    <a:lnTo>
                      <a:pt x="1236" y="180"/>
                    </a:lnTo>
                    <a:lnTo>
                      <a:pt x="1224" y="174"/>
                    </a:lnTo>
                    <a:lnTo>
                      <a:pt x="1218" y="168"/>
                    </a:lnTo>
                    <a:lnTo>
                      <a:pt x="1212" y="156"/>
                    </a:lnTo>
                    <a:lnTo>
                      <a:pt x="1212" y="144"/>
                    </a:lnTo>
                    <a:lnTo>
                      <a:pt x="1200" y="108"/>
                    </a:lnTo>
                    <a:lnTo>
                      <a:pt x="1194" y="96"/>
                    </a:lnTo>
                    <a:lnTo>
                      <a:pt x="1194" y="84"/>
                    </a:lnTo>
                    <a:lnTo>
                      <a:pt x="1188" y="78"/>
                    </a:lnTo>
                    <a:lnTo>
                      <a:pt x="1164" y="78"/>
                    </a:lnTo>
                    <a:lnTo>
                      <a:pt x="1164" y="72"/>
                    </a:lnTo>
                    <a:lnTo>
                      <a:pt x="1158" y="60"/>
                    </a:lnTo>
                    <a:lnTo>
                      <a:pt x="1152" y="54"/>
                    </a:lnTo>
                    <a:lnTo>
                      <a:pt x="1140" y="48"/>
                    </a:lnTo>
                    <a:lnTo>
                      <a:pt x="1128" y="48"/>
                    </a:lnTo>
                    <a:lnTo>
                      <a:pt x="1116" y="54"/>
                    </a:lnTo>
                    <a:lnTo>
                      <a:pt x="1110" y="60"/>
                    </a:lnTo>
                    <a:lnTo>
                      <a:pt x="1074" y="54"/>
                    </a:lnTo>
                    <a:lnTo>
                      <a:pt x="1062" y="66"/>
                    </a:lnTo>
                    <a:lnTo>
                      <a:pt x="1026" y="90"/>
                    </a:lnTo>
                    <a:lnTo>
                      <a:pt x="1014" y="96"/>
                    </a:lnTo>
                    <a:lnTo>
                      <a:pt x="930" y="96"/>
                    </a:lnTo>
                    <a:lnTo>
                      <a:pt x="876" y="108"/>
                    </a:lnTo>
                    <a:lnTo>
                      <a:pt x="810" y="84"/>
                    </a:lnTo>
                    <a:lnTo>
                      <a:pt x="786" y="96"/>
                    </a:lnTo>
                    <a:lnTo>
                      <a:pt x="786" y="90"/>
                    </a:lnTo>
                    <a:lnTo>
                      <a:pt x="780" y="84"/>
                    </a:lnTo>
                    <a:lnTo>
                      <a:pt x="774" y="72"/>
                    </a:lnTo>
                    <a:lnTo>
                      <a:pt x="768" y="66"/>
                    </a:lnTo>
                    <a:lnTo>
                      <a:pt x="756" y="66"/>
                    </a:lnTo>
                    <a:lnTo>
                      <a:pt x="744" y="72"/>
                    </a:lnTo>
                    <a:lnTo>
                      <a:pt x="738" y="78"/>
                    </a:lnTo>
                    <a:lnTo>
                      <a:pt x="708" y="60"/>
                    </a:lnTo>
                    <a:lnTo>
                      <a:pt x="708" y="36"/>
                    </a:lnTo>
                    <a:lnTo>
                      <a:pt x="660" y="48"/>
                    </a:lnTo>
                    <a:lnTo>
                      <a:pt x="636" y="30"/>
                    </a:lnTo>
                    <a:lnTo>
                      <a:pt x="630" y="12"/>
                    </a:lnTo>
                    <a:lnTo>
                      <a:pt x="624" y="12"/>
                    </a:lnTo>
                    <a:lnTo>
                      <a:pt x="618" y="18"/>
                    </a:lnTo>
                    <a:lnTo>
                      <a:pt x="600" y="18"/>
                    </a:lnTo>
                    <a:lnTo>
                      <a:pt x="588" y="24"/>
                    </a:lnTo>
                    <a:lnTo>
                      <a:pt x="558" y="24"/>
                    </a:lnTo>
                    <a:lnTo>
                      <a:pt x="534" y="18"/>
                    </a:lnTo>
                    <a:lnTo>
                      <a:pt x="504" y="18"/>
                    </a:lnTo>
                    <a:lnTo>
                      <a:pt x="492" y="24"/>
                    </a:lnTo>
                    <a:lnTo>
                      <a:pt x="456" y="36"/>
                    </a:lnTo>
                    <a:lnTo>
                      <a:pt x="444" y="42"/>
                    </a:lnTo>
                    <a:lnTo>
                      <a:pt x="438" y="48"/>
                    </a:lnTo>
                    <a:lnTo>
                      <a:pt x="426" y="54"/>
                    </a:lnTo>
                    <a:lnTo>
                      <a:pt x="414" y="66"/>
                    </a:lnTo>
                    <a:lnTo>
                      <a:pt x="408" y="66"/>
                    </a:lnTo>
                    <a:lnTo>
                      <a:pt x="396" y="90"/>
                    </a:lnTo>
                    <a:lnTo>
                      <a:pt x="378" y="90"/>
                    </a:lnTo>
                    <a:lnTo>
                      <a:pt x="354" y="84"/>
                    </a:lnTo>
                    <a:lnTo>
                      <a:pt x="294" y="84"/>
                    </a:lnTo>
                    <a:lnTo>
                      <a:pt x="282" y="78"/>
                    </a:lnTo>
                    <a:lnTo>
                      <a:pt x="264" y="78"/>
                    </a:lnTo>
                    <a:lnTo>
                      <a:pt x="252" y="72"/>
                    </a:lnTo>
                    <a:lnTo>
                      <a:pt x="240" y="72"/>
                    </a:lnTo>
                    <a:lnTo>
                      <a:pt x="234" y="66"/>
                    </a:lnTo>
                    <a:lnTo>
                      <a:pt x="198" y="66"/>
                    </a:lnTo>
                    <a:lnTo>
                      <a:pt x="186" y="54"/>
                    </a:lnTo>
                    <a:lnTo>
                      <a:pt x="180" y="36"/>
                    </a:lnTo>
                    <a:lnTo>
                      <a:pt x="180" y="24"/>
                    </a:lnTo>
                    <a:lnTo>
                      <a:pt x="168" y="24"/>
                    </a:lnTo>
                    <a:lnTo>
                      <a:pt x="156" y="18"/>
                    </a:lnTo>
                    <a:lnTo>
                      <a:pt x="144" y="18"/>
                    </a:lnTo>
                    <a:lnTo>
                      <a:pt x="132" y="0"/>
                    </a:lnTo>
                    <a:lnTo>
                      <a:pt x="120" y="18"/>
                    </a:lnTo>
                    <a:lnTo>
                      <a:pt x="90" y="12"/>
                    </a:lnTo>
                    <a:lnTo>
                      <a:pt x="72" y="36"/>
                    </a:lnTo>
                    <a:lnTo>
                      <a:pt x="78" y="42"/>
                    </a:lnTo>
                    <a:lnTo>
                      <a:pt x="90" y="42"/>
                    </a:lnTo>
                    <a:lnTo>
                      <a:pt x="90" y="48"/>
                    </a:lnTo>
                    <a:lnTo>
                      <a:pt x="96" y="54"/>
                    </a:lnTo>
                    <a:lnTo>
                      <a:pt x="96" y="66"/>
                    </a:lnTo>
                    <a:lnTo>
                      <a:pt x="78" y="66"/>
                    </a:lnTo>
                    <a:lnTo>
                      <a:pt x="72" y="72"/>
                    </a:lnTo>
                    <a:lnTo>
                      <a:pt x="72" y="78"/>
                    </a:lnTo>
                    <a:lnTo>
                      <a:pt x="78" y="84"/>
                    </a:lnTo>
                    <a:lnTo>
                      <a:pt x="78" y="96"/>
                    </a:lnTo>
                    <a:lnTo>
                      <a:pt x="72" y="108"/>
                    </a:lnTo>
                    <a:lnTo>
                      <a:pt x="72" y="114"/>
                    </a:lnTo>
                    <a:lnTo>
                      <a:pt x="66" y="120"/>
                    </a:lnTo>
                    <a:lnTo>
                      <a:pt x="66" y="132"/>
                    </a:lnTo>
                    <a:lnTo>
                      <a:pt x="72" y="132"/>
                    </a:lnTo>
                    <a:lnTo>
                      <a:pt x="90" y="126"/>
                    </a:lnTo>
                    <a:lnTo>
                      <a:pt x="102" y="126"/>
                    </a:lnTo>
                    <a:lnTo>
                      <a:pt x="108" y="120"/>
                    </a:lnTo>
                    <a:lnTo>
                      <a:pt x="114" y="120"/>
                    </a:lnTo>
                    <a:lnTo>
                      <a:pt x="114" y="132"/>
                    </a:lnTo>
                    <a:lnTo>
                      <a:pt x="120" y="132"/>
                    </a:lnTo>
                    <a:lnTo>
                      <a:pt x="126" y="126"/>
                    </a:lnTo>
                    <a:lnTo>
                      <a:pt x="138" y="120"/>
                    </a:lnTo>
                    <a:lnTo>
                      <a:pt x="162" y="96"/>
                    </a:lnTo>
                    <a:lnTo>
                      <a:pt x="168" y="96"/>
                    </a:lnTo>
                    <a:lnTo>
                      <a:pt x="174" y="90"/>
                    </a:lnTo>
                    <a:lnTo>
                      <a:pt x="186" y="90"/>
                    </a:lnTo>
                    <a:lnTo>
                      <a:pt x="204" y="84"/>
                    </a:lnTo>
                    <a:lnTo>
                      <a:pt x="216" y="84"/>
                    </a:lnTo>
                    <a:lnTo>
                      <a:pt x="252" y="102"/>
                    </a:lnTo>
                    <a:lnTo>
                      <a:pt x="270" y="108"/>
                    </a:lnTo>
                    <a:lnTo>
                      <a:pt x="282" y="108"/>
                    </a:lnTo>
                    <a:lnTo>
                      <a:pt x="288" y="114"/>
                    </a:lnTo>
                    <a:lnTo>
                      <a:pt x="294" y="114"/>
                    </a:lnTo>
                    <a:lnTo>
                      <a:pt x="270" y="114"/>
                    </a:lnTo>
                    <a:lnTo>
                      <a:pt x="258" y="120"/>
                    </a:lnTo>
                    <a:lnTo>
                      <a:pt x="246" y="120"/>
                    </a:lnTo>
                    <a:lnTo>
                      <a:pt x="246" y="132"/>
                    </a:lnTo>
                    <a:lnTo>
                      <a:pt x="240" y="138"/>
                    </a:lnTo>
                    <a:lnTo>
                      <a:pt x="186" y="144"/>
                    </a:lnTo>
                    <a:lnTo>
                      <a:pt x="138" y="138"/>
                    </a:lnTo>
                    <a:lnTo>
                      <a:pt x="120" y="138"/>
                    </a:lnTo>
                    <a:lnTo>
                      <a:pt x="96" y="150"/>
                    </a:lnTo>
                    <a:lnTo>
                      <a:pt x="84" y="162"/>
                    </a:lnTo>
                    <a:lnTo>
                      <a:pt x="84" y="174"/>
                    </a:lnTo>
                    <a:lnTo>
                      <a:pt x="78" y="192"/>
                    </a:lnTo>
                    <a:lnTo>
                      <a:pt x="78" y="204"/>
                    </a:lnTo>
                    <a:lnTo>
                      <a:pt x="72" y="210"/>
                    </a:lnTo>
                    <a:lnTo>
                      <a:pt x="72" y="216"/>
                    </a:lnTo>
                    <a:lnTo>
                      <a:pt x="114" y="216"/>
                    </a:lnTo>
                    <a:lnTo>
                      <a:pt x="114" y="240"/>
                    </a:lnTo>
                    <a:lnTo>
                      <a:pt x="120" y="246"/>
                    </a:lnTo>
                    <a:lnTo>
                      <a:pt x="126" y="258"/>
                    </a:lnTo>
                    <a:lnTo>
                      <a:pt x="132" y="264"/>
                    </a:lnTo>
                    <a:lnTo>
                      <a:pt x="126" y="282"/>
                    </a:lnTo>
                    <a:lnTo>
                      <a:pt x="138" y="300"/>
                    </a:lnTo>
                    <a:lnTo>
                      <a:pt x="126" y="318"/>
                    </a:lnTo>
                    <a:lnTo>
                      <a:pt x="162" y="354"/>
                    </a:lnTo>
                    <a:lnTo>
                      <a:pt x="156" y="390"/>
                    </a:lnTo>
                    <a:lnTo>
                      <a:pt x="210" y="414"/>
                    </a:lnTo>
                    <a:lnTo>
                      <a:pt x="216" y="444"/>
                    </a:lnTo>
                    <a:lnTo>
                      <a:pt x="216" y="438"/>
                    </a:lnTo>
                    <a:lnTo>
                      <a:pt x="222" y="438"/>
                    </a:lnTo>
                    <a:lnTo>
                      <a:pt x="222" y="432"/>
                    </a:lnTo>
                    <a:lnTo>
                      <a:pt x="228" y="432"/>
                    </a:lnTo>
                    <a:lnTo>
                      <a:pt x="252" y="444"/>
                    </a:lnTo>
                    <a:lnTo>
                      <a:pt x="258" y="444"/>
                    </a:lnTo>
                    <a:lnTo>
                      <a:pt x="264" y="450"/>
                    </a:lnTo>
                    <a:lnTo>
                      <a:pt x="270" y="462"/>
                    </a:lnTo>
                    <a:lnTo>
                      <a:pt x="282" y="468"/>
                    </a:lnTo>
                    <a:lnTo>
                      <a:pt x="294" y="468"/>
                    </a:lnTo>
                    <a:lnTo>
                      <a:pt x="312" y="474"/>
                    </a:lnTo>
                    <a:lnTo>
                      <a:pt x="372" y="474"/>
                    </a:lnTo>
                    <a:lnTo>
                      <a:pt x="372" y="450"/>
                    </a:lnTo>
                    <a:lnTo>
                      <a:pt x="378" y="438"/>
                    </a:lnTo>
                    <a:lnTo>
                      <a:pt x="390" y="426"/>
                    </a:lnTo>
                    <a:lnTo>
                      <a:pt x="408" y="426"/>
                    </a:lnTo>
                    <a:lnTo>
                      <a:pt x="432" y="432"/>
                    </a:lnTo>
                    <a:lnTo>
                      <a:pt x="468" y="444"/>
                    </a:lnTo>
                    <a:lnTo>
                      <a:pt x="474" y="450"/>
                    </a:lnTo>
                    <a:lnTo>
                      <a:pt x="480" y="450"/>
                    </a:lnTo>
                    <a:lnTo>
                      <a:pt x="480" y="456"/>
                    </a:lnTo>
                    <a:lnTo>
                      <a:pt x="486" y="468"/>
                    </a:lnTo>
                    <a:lnTo>
                      <a:pt x="486" y="474"/>
                    </a:lnTo>
                    <a:lnTo>
                      <a:pt x="492" y="480"/>
                    </a:lnTo>
                    <a:lnTo>
                      <a:pt x="504" y="486"/>
                    </a:lnTo>
                    <a:lnTo>
                      <a:pt x="564" y="486"/>
                    </a:lnTo>
                    <a:lnTo>
                      <a:pt x="576" y="480"/>
                    </a:lnTo>
                    <a:lnTo>
                      <a:pt x="594" y="474"/>
                    </a:lnTo>
                    <a:lnTo>
                      <a:pt x="606" y="462"/>
                    </a:lnTo>
                    <a:lnTo>
                      <a:pt x="618" y="456"/>
                    </a:lnTo>
                    <a:lnTo>
                      <a:pt x="630" y="444"/>
                    </a:lnTo>
                    <a:lnTo>
                      <a:pt x="648" y="438"/>
                    </a:lnTo>
                    <a:lnTo>
                      <a:pt x="660" y="432"/>
                    </a:lnTo>
                    <a:lnTo>
                      <a:pt x="672" y="432"/>
                    </a:lnTo>
                    <a:lnTo>
                      <a:pt x="684" y="438"/>
                    </a:lnTo>
                    <a:lnTo>
                      <a:pt x="690" y="444"/>
                    </a:lnTo>
                    <a:lnTo>
                      <a:pt x="696" y="444"/>
                    </a:lnTo>
                    <a:lnTo>
                      <a:pt x="702" y="450"/>
                    </a:lnTo>
                    <a:lnTo>
                      <a:pt x="714" y="450"/>
                    </a:lnTo>
                    <a:lnTo>
                      <a:pt x="726" y="444"/>
                    </a:lnTo>
                    <a:lnTo>
                      <a:pt x="732" y="432"/>
                    </a:lnTo>
                    <a:lnTo>
                      <a:pt x="744" y="420"/>
                    </a:lnTo>
                    <a:lnTo>
                      <a:pt x="756" y="432"/>
                    </a:lnTo>
                    <a:lnTo>
                      <a:pt x="756" y="444"/>
                    </a:lnTo>
                    <a:lnTo>
                      <a:pt x="750" y="450"/>
                    </a:lnTo>
                    <a:lnTo>
                      <a:pt x="744" y="462"/>
                    </a:lnTo>
                    <a:lnTo>
                      <a:pt x="744" y="468"/>
                    </a:lnTo>
                    <a:lnTo>
                      <a:pt x="738" y="474"/>
                    </a:lnTo>
                    <a:lnTo>
                      <a:pt x="738" y="486"/>
                    </a:lnTo>
                    <a:lnTo>
                      <a:pt x="744" y="492"/>
                    </a:lnTo>
                    <a:lnTo>
                      <a:pt x="744" y="498"/>
                    </a:lnTo>
                    <a:lnTo>
                      <a:pt x="756" y="510"/>
                    </a:lnTo>
                    <a:lnTo>
                      <a:pt x="768" y="510"/>
                    </a:lnTo>
                    <a:lnTo>
                      <a:pt x="768" y="504"/>
                    </a:lnTo>
                    <a:lnTo>
                      <a:pt x="774" y="498"/>
                    </a:lnTo>
                    <a:lnTo>
                      <a:pt x="774" y="480"/>
                    </a:lnTo>
                    <a:lnTo>
                      <a:pt x="780" y="486"/>
                    </a:lnTo>
                    <a:lnTo>
                      <a:pt x="792" y="486"/>
                    </a:lnTo>
                    <a:lnTo>
                      <a:pt x="792" y="462"/>
                    </a:lnTo>
                    <a:lnTo>
                      <a:pt x="786" y="462"/>
                    </a:lnTo>
                    <a:lnTo>
                      <a:pt x="786" y="432"/>
                    </a:lnTo>
                    <a:lnTo>
                      <a:pt x="810" y="432"/>
                    </a:lnTo>
                    <a:lnTo>
                      <a:pt x="804" y="438"/>
                    </a:lnTo>
                    <a:lnTo>
                      <a:pt x="804" y="444"/>
                    </a:lnTo>
                    <a:lnTo>
                      <a:pt x="840" y="444"/>
                    </a:lnTo>
                    <a:lnTo>
                      <a:pt x="858" y="438"/>
                    </a:lnTo>
                    <a:lnTo>
                      <a:pt x="864" y="432"/>
                    </a:lnTo>
                    <a:lnTo>
                      <a:pt x="870" y="432"/>
                    </a:lnTo>
                    <a:lnTo>
                      <a:pt x="888" y="414"/>
                    </a:lnTo>
                    <a:lnTo>
                      <a:pt x="894" y="414"/>
                    </a:lnTo>
                    <a:lnTo>
                      <a:pt x="900" y="420"/>
                    </a:lnTo>
                    <a:lnTo>
                      <a:pt x="912" y="426"/>
                    </a:lnTo>
                    <a:lnTo>
                      <a:pt x="924" y="438"/>
                    </a:lnTo>
                    <a:lnTo>
                      <a:pt x="942" y="438"/>
                    </a:lnTo>
                    <a:lnTo>
                      <a:pt x="954" y="444"/>
                    </a:lnTo>
                    <a:lnTo>
                      <a:pt x="966" y="444"/>
                    </a:lnTo>
                    <a:lnTo>
                      <a:pt x="978" y="438"/>
                    </a:lnTo>
                    <a:lnTo>
                      <a:pt x="996" y="438"/>
                    </a:lnTo>
                    <a:lnTo>
                      <a:pt x="1002" y="432"/>
                    </a:lnTo>
                    <a:lnTo>
                      <a:pt x="1014" y="426"/>
                    </a:lnTo>
                    <a:lnTo>
                      <a:pt x="1026" y="414"/>
                    </a:lnTo>
                    <a:lnTo>
                      <a:pt x="1038" y="408"/>
                    </a:lnTo>
                    <a:lnTo>
                      <a:pt x="1086" y="408"/>
                    </a:lnTo>
                    <a:lnTo>
                      <a:pt x="1092" y="414"/>
                    </a:lnTo>
                    <a:lnTo>
                      <a:pt x="1110" y="414"/>
                    </a:lnTo>
                    <a:lnTo>
                      <a:pt x="1122" y="402"/>
                    </a:lnTo>
                    <a:lnTo>
                      <a:pt x="1146" y="402"/>
                    </a:lnTo>
                    <a:lnTo>
                      <a:pt x="1152" y="390"/>
                    </a:lnTo>
                    <a:lnTo>
                      <a:pt x="1152" y="384"/>
                    </a:lnTo>
                    <a:lnTo>
                      <a:pt x="1158" y="384"/>
                    </a:lnTo>
                    <a:lnTo>
                      <a:pt x="1158" y="408"/>
                    </a:lnTo>
                    <a:lnTo>
                      <a:pt x="1164" y="414"/>
                    </a:lnTo>
                    <a:lnTo>
                      <a:pt x="1170" y="414"/>
                    </a:lnTo>
                    <a:lnTo>
                      <a:pt x="1182" y="408"/>
                    </a:lnTo>
                    <a:lnTo>
                      <a:pt x="1188" y="402"/>
                    </a:lnTo>
                    <a:lnTo>
                      <a:pt x="1188" y="390"/>
                    </a:lnTo>
                    <a:lnTo>
                      <a:pt x="1230" y="390"/>
                    </a:lnTo>
                    <a:lnTo>
                      <a:pt x="1242" y="402"/>
                    </a:lnTo>
                    <a:lnTo>
                      <a:pt x="1254" y="402"/>
                    </a:lnTo>
                    <a:lnTo>
                      <a:pt x="1260" y="396"/>
                    </a:lnTo>
                    <a:lnTo>
                      <a:pt x="1260" y="390"/>
                    </a:lnTo>
                    <a:lnTo>
                      <a:pt x="1284" y="390"/>
                    </a:lnTo>
                    <a:lnTo>
                      <a:pt x="1290" y="396"/>
                    </a:lnTo>
                    <a:lnTo>
                      <a:pt x="1290" y="414"/>
                    </a:lnTo>
                    <a:lnTo>
                      <a:pt x="1332" y="402"/>
                    </a:lnTo>
                    <a:close/>
                    <a:moveTo>
                      <a:pt x="102" y="282"/>
                    </a:moveTo>
                    <a:lnTo>
                      <a:pt x="96" y="282"/>
                    </a:lnTo>
                    <a:lnTo>
                      <a:pt x="96" y="312"/>
                    </a:lnTo>
                    <a:lnTo>
                      <a:pt x="102" y="324"/>
                    </a:lnTo>
                    <a:lnTo>
                      <a:pt x="108" y="330"/>
                    </a:lnTo>
                    <a:lnTo>
                      <a:pt x="114" y="324"/>
                    </a:lnTo>
                    <a:lnTo>
                      <a:pt x="114" y="318"/>
                    </a:lnTo>
                    <a:lnTo>
                      <a:pt x="120" y="312"/>
                    </a:lnTo>
                    <a:lnTo>
                      <a:pt x="120" y="300"/>
                    </a:lnTo>
                    <a:lnTo>
                      <a:pt x="102" y="282"/>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30" name="Tajikistan" descr="© INSCALE GmbH, 05.05.2010&#10;http://www.presentationload.com/">
                <a:extLst>
                  <a:ext uri="{FF2B5EF4-FFF2-40B4-BE49-F238E27FC236}">
                    <a16:creationId xmlns:a16="http://schemas.microsoft.com/office/drawing/2014/main" id="{1377D9D5-B97F-77AA-9A0D-681FA81B0C7A}"/>
                  </a:ext>
                </a:extLst>
              </p:cNvPr>
              <p:cNvSpPr>
                <a:spLocks/>
              </p:cNvSpPr>
              <p:nvPr/>
            </p:nvSpPr>
            <p:spPr bwMode="gray">
              <a:xfrm>
                <a:off x="3793" y="1732"/>
                <a:ext cx="140" cy="88"/>
              </a:xfrm>
              <a:custGeom>
                <a:avLst/>
                <a:gdLst>
                  <a:gd name="T0" fmla="*/ 2147483647 w 552"/>
                  <a:gd name="T1" fmla="*/ 2147483647 h 348"/>
                  <a:gd name="T2" fmla="*/ 2147483647 w 552"/>
                  <a:gd name="T3" fmla="*/ 2147483647 h 348"/>
                  <a:gd name="T4" fmla="*/ 2147483647 w 552"/>
                  <a:gd name="T5" fmla="*/ 2147483647 h 348"/>
                  <a:gd name="T6" fmla="*/ 2147483647 w 552"/>
                  <a:gd name="T7" fmla="*/ 2147483647 h 348"/>
                  <a:gd name="T8" fmla="*/ 2147483647 w 552"/>
                  <a:gd name="T9" fmla="*/ 2147483647 h 348"/>
                  <a:gd name="T10" fmla="*/ 2147483647 w 552"/>
                  <a:gd name="T11" fmla="*/ 2147483647 h 348"/>
                  <a:gd name="T12" fmla="*/ 2147483647 w 552"/>
                  <a:gd name="T13" fmla="*/ 2147483647 h 348"/>
                  <a:gd name="T14" fmla="*/ 2147483647 w 552"/>
                  <a:gd name="T15" fmla="*/ 2147483647 h 348"/>
                  <a:gd name="T16" fmla="*/ 2147483647 w 552"/>
                  <a:gd name="T17" fmla="*/ 2147483647 h 348"/>
                  <a:gd name="T18" fmla="*/ 2147483647 w 552"/>
                  <a:gd name="T19" fmla="*/ 2147483647 h 348"/>
                  <a:gd name="T20" fmla="*/ 2147483647 w 552"/>
                  <a:gd name="T21" fmla="*/ 2147483647 h 348"/>
                  <a:gd name="T22" fmla="*/ 2147483647 w 552"/>
                  <a:gd name="T23" fmla="*/ 2147483647 h 348"/>
                  <a:gd name="T24" fmla="*/ 2147483647 w 552"/>
                  <a:gd name="T25" fmla="*/ 2147483647 h 348"/>
                  <a:gd name="T26" fmla="*/ 2147483647 w 552"/>
                  <a:gd name="T27" fmla="*/ 2147483647 h 348"/>
                  <a:gd name="T28" fmla="*/ 2147483647 w 552"/>
                  <a:gd name="T29" fmla="*/ 2147483647 h 348"/>
                  <a:gd name="T30" fmla="*/ 2147483647 w 552"/>
                  <a:gd name="T31" fmla="*/ 2147483647 h 348"/>
                  <a:gd name="T32" fmla="*/ 2147483647 w 552"/>
                  <a:gd name="T33" fmla="*/ 2147483647 h 348"/>
                  <a:gd name="T34" fmla="*/ 2147483647 w 552"/>
                  <a:gd name="T35" fmla="*/ 2147483647 h 348"/>
                  <a:gd name="T36" fmla="*/ 2147483647 w 552"/>
                  <a:gd name="T37" fmla="*/ 2147483647 h 348"/>
                  <a:gd name="T38" fmla="*/ 2147483647 w 552"/>
                  <a:gd name="T39" fmla="*/ 0 h 348"/>
                  <a:gd name="T40" fmla="*/ 2147483647 w 552"/>
                  <a:gd name="T41" fmla="*/ 2147483647 h 348"/>
                  <a:gd name="T42" fmla="*/ 2147483647 w 552"/>
                  <a:gd name="T43" fmla="*/ 2147483647 h 348"/>
                  <a:gd name="T44" fmla="*/ 2147483647 w 552"/>
                  <a:gd name="T45" fmla="*/ 2147483647 h 348"/>
                  <a:gd name="T46" fmla="*/ 2147483647 w 552"/>
                  <a:gd name="T47" fmla="*/ 2147483647 h 348"/>
                  <a:gd name="T48" fmla="*/ 2147483647 w 552"/>
                  <a:gd name="T49" fmla="*/ 2147483647 h 348"/>
                  <a:gd name="T50" fmla="*/ 2147483647 w 552"/>
                  <a:gd name="T51" fmla="*/ 2147483647 h 348"/>
                  <a:gd name="T52" fmla="*/ 2147483647 w 552"/>
                  <a:gd name="T53" fmla="*/ 2147483647 h 348"/>
                  <a:gd name="T54" fmla="*/ 2147483647 w 552"/>
                  <a:gd name="T55" fmla="*/ 2147483647 h 348"/>
                  <a:gd name="T56" fmla="*/ 2147483647 w 552"/>
                  <a:gd name="T57" fmla="*/ 2147483647 h 348"/>
                  <a:gd name="T58" fmla="*/ 2147483647 w 552"/>
                  <a:gd name="T59" fmla="*/ 2147483647 h 348"/>
                  <a:gd name="T60" fmla="*/ 2147483647 w 552"/>
                  <a:gd name="T61" fmla="*/ 2147483647 h 348"/>
                  <a:gd name="T62" fmla="*/ 2147483647 w 552"/>
                  <a:gd name="T63" fmla="*/ 2147483647 h 348"/>
                  <a:gd name="T64" fmla="*/ 2147483647 w 552"/>
                  <a:gd name="T65" fmla="*/ 2147483647 h 348"/>
                  <a:gd name="T66" fmla="*/ 2147483647 w 552"/>
                  <a:gd name="T67" fmla="*/ 2147483647 h 348"/>
                  <a:gd name="T68" fmla="*/ 2147483647 w 552"/>
                  <a:gd name="T69" fmla="*/ 2147483647 h 348"/>
                  <a:gd name="T70" fmla="*/ 2147483647 w 552"/>
                  <a:gd name="T71" fmla="*/ 2147483647 h 348"/>
                  <a:gd name="T72" fmla="*/ 2147483647 w 552"/>
                  <a:gd name="T73" fmla="*/ 2147483647 h 348"/>
                  <a:gd name="T74" fmla="*/ 2147483647 w 552"/>
                  <a:gd name="T75" fmla="*/ 2147483647 h 348"/>
                  <a:gd name="T76" fmla="*/ 2147483647 w 552"/>
                  <a:gd name="T77" fmla="*/ 2147483647 h 348"/>
                  <a:gd name="T78" fmla="*/ 2147483647 w 552"/>
                  <a:gd name="T79" fmla="*/ 2147483647 h 348"/>
                  <a:gd name="T80" fmla="*/ 2147483647 w 552"/>
                  <a:gd name="T81" fmla="*/ 2147483647 h 348"/>
                  <a:gd name="T82" fmla="*/ 2147483647 w 552"/>
                  <a:gd name="T83" fmla="*/ 2147483647 h 348"/>
                  <a:gd name="T84" fmla="*/ 2147483647 w 552"/>
                  <a:gd name="T85" fmla="*/ 2147483647 h 348"/>
                  <a:gd name="T86" fmla="*/ 2147483647 w 552"/>
                  <a:gd name="T87" fmla="*/ 2147483647 h 348"/>
                  <a:gd name="T88" fmla="*/ 2147483647 w 552"/>
                  <a:gd name="T89" fmla="*/ 2147483647 h 348"/>
                  <a:gd name="T90" fmla="*/ 2147483647 w 552"/>
                  <a:gd name="T91" fmla="*/ 2147483647 h 348"/>
                  <a:gd name="T92" fmla="*/ 2147483647 w 552"/>
                  <a:gd name="T93" fmla="*/ 2147483647 h 348"/>
                  <a:gd name="T94" fmla="*/ 2147483647 w 552"/>
                  <a:gd name="T95" fmla="*/ 2147483647 h 348"/>
                  <a:gd name="T96" fmla="*/ 2147483647 w 552"/>
                  <a:gd name="T97" fmla="*/ 2147483647 h 348"/>
                  <a:gd name="T98" fmla="*/ 2147483647 w 552"/>
                  <a:gd name="T99" fmla="*/ 2147483647 h 34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552"/>
                  <a:gd name="T151" fmla="*/ 0 h 348"/>
                  <a:gd name="T152" fmla="*/ 552 w 552"/>
                  <a:gd name="T153" fmla="*/ 348 h 348"/>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552" h="348">
                    <a:moveTo>
                      <a:pt x="528" y="270"/>
                    </a:moveTo>
                    <a:lnTo>
                      <a:pt x="516" y="246"/>
                    </a:lnTo>
                    <a:lnTo>
                      <a:pt x="516" y="204"/>
                    </a:lnTo>
                    <a:lnTo>
                      <a:pt x="510" y="198"/>
                    </a:lnTo>
                    <a:lnTo>
                      <a:pt x="498" y="192"/>
                    </a:lnTo>
                    <a:lnTo>
                      <a:pt x="492" y="192"/>
                    </a:lnTo>
                    <a:lnTo>
                      <a:pt x="480" y="186"/>
                    </a:lnTo>
                    <a:lnTo>
                      <a:pt x="456" y="186"/>
                    </a:lnTo>
                    <a:lnTo>
                      <a:pt x="450" y="192"/>
                    </a:lnTo>
                    <a:lnTo>
                      <a:pt x="438" y="192"/>
                    </a:lnTo>
                    <a:lnTo>
                      <a:pt x="426" y="180"/>
                    </a:lnTo>
                    <a:lnTo>
                      <a:pt x="426" y="168"/>
                    </a:lnTo>
                    <a:lnTo>
                      <a:pt x="432" y="156"/>
                    </a:lnTo>
                    <a:lnTo>
                      <a:pt x="432" y="144"/>
                    </a:lnTo>
                    <a:lnTo>
                      <a:pt x="414" y="144"/>
                    </a:lnTo>
                    <a:lnTo>
                      <a:pt x="414" y="120"/>
                    </a:lnTo>
                    <a:lnTo>
                      <a:pt x="396" y="114"/>
                    </a:lnTo>
                    <a:lnTo>
                      <a:pt x="384" y="126"/>
                    </a:lnTo>
                    <a:lnTo>
                      <a:pt x="342" y="126"/>
                    </a:lnTo>
                    <a:lnTo>
                      <a:pt x="336" y="132"/>
                    </a:lnTo>
                    <a:lnTo>
                      <a:pt x="324" y="138"/>
                    </a:lnTo>
                    <a:lnTo>
                      <a:pt x="312" y="138"/>
                    </a:lnTo>
                    <a:lnTo>
                      <a:pt x="312" y="132"/>
                    </a:lnTo>
                    <a:lnTo>
                      <a:pt x="306" y="132"/>
                    </a:lnTo>
                    <a:lnTo>
                      <a:pt x="294" y="138"/>
                    </a:lnTo>
                    <a:lnTo>
                      <a:pt x="264" y="108"/>
                    </a:lnTo>
                    <a:lnTo>
                      <a:pt x="258" y="114"/>
                    </a:lnTo>
                    <a:lnTo>
                      <a:pt x="246" y="120"/>
                    </a:lnTo>
                    <a:lnTo>
                      <a:pt x="240" y="126"/>
                    </a:lnTo>
                    <a:lnTo>
                      <a:pt x="222" y="126"/>
                    </a:lnTo>
                    <a:lnTo>
                      <a:pt x="210" y="114"/>
                    </a:lnTo>
                    <a:lnTo>
                      <a:pt x="186" y="114"/>
                    </a:lnTo>
                    <a:lnTo>
                      <a:pt x="174" y="108"/>
                    </a:lnTo>
                    <a:lnTo>
                      <a:pt x="156" y="108"/>
                    </a:lnTo>
                    <a:lnTo>
                      <a:pt x="150" y="114"/>
                    </a:lnTo>
                    <a:lnTo>
                      <a:pt x="138" y="114"/>
                    </a:lnTo>
                    <a:lnTo>
                      <a:pt x="126" y="120"/>
                    </a:lnTo>
                    <a:lnTo>
                      <a:pt x="120" y="114"/>
                    </a:lnTo>
                    <a:lnTo>
                      <a:pt x="120" y="108"/>
                    </a:lnTo>
                    <a:lnTo>
                      <a:pt x="114" y="102"/>
                    </a:lnTo>
                    <a:lnTo>
                      <a:pt x="114" y="90"/>
                    </a:lnTo>
                    <a:lnTo>
                      <a:pt x="126" y="84"/>
                    </a:lnTo>
                    <a:lnTo>
                      <a:pt x="132" y="78"/>
                    </a:lnTo>
                    <a:lnTo>
                      <a:pt x="132" y="66"/>
                    </a:lnTo>
                    <a:lnTo>
                      <a:pt x="138" y="60"/>
                    </a:lnTo>
                    <a:lnTo>
                      <a:pt x="150" y="60"/>
                    </a:lnTo>
                    <a:lnTo>
                      <a:pt x="186" y="72"/>
                    </a:lnTo>
                    <a:lnTo>
                      <a:pt x="198" y="78"/>
                    </a:lnTo>
                    <a:lnTo>
                      <a:pt x="204" y="78"/>
                    </a:lnTo>
                    <a:lnTo>
                      <a:pt x="210" y="72"/>
                    </a:lnTo>
                    <a:lnTo>
                      <a:pt x="210" y="66"/>
                    </a:lnTo>
                    <a:lnTo>
                      <a:pt x="204" y="60"/>
                    </a:lnTo>
                    <a:lnTo>
                      <a:pt x="198" y="60"/>
                    </a:lnTo>
                    <a:lnTo>
                      <a:pt x="186" y="54"/>
                    </a:lnTo>
                    <a:lnTo>
                      <a:pt x="180" y="48"/>
                    </a:lnTo>
                    <a:lnTo>
                      <a:pt x="174" y="48"/>
                    </a:lnTo>
                    <a:lnTo>
                      <a:pt x="198" y="12"/>
                    </a:lnTo>
                    <a:lnTo>
                      <a:pt x="192" y="6"/>
                    </a:lnTo>
                    <a:lnTo>
                      <a:pt x="180" y="0"/>
                    </a:lnTo>
                    <a:lnTo>
                      <a:pt x="162" y="0"/>
                    </a:lnTo>
                    <a:lnTo>
                      <a:pt x="156" y="12"/>
                    </a:lnTo>
                    <a:lnTo>
                      <a:pt x="144" y="18"/>
                    </a:lnTo>
                    <a:lnTo>
                      <a:pt x="138" y="30"/>
                    </a:lnTo>
                    <a:lnTo>
                      <a:pt x="132" y="30"/>
                    </a:lnTo>
                    <a:lnTo>
                      <a:pt x="114" y="12"/>
                    </a:lnTo>
                    <a:lnTo>
                      <a:pt x="102" y="12"/>
                    </a:lnTo>
                    <a:lnTo>
                      <a:pt x="102" y="24"/>
                    </a:lnTo>
                    <a:lnTo>
                      <a:pt x="96" y="30"/>
                    </a:lnTo>
                    <a:lnTo>
                      <a:pt x="96" y="42"/>
                    </a:lnTo>
                    <a:lnTo>
                      <a:pt x="108" y="54"/>
                    </a:lnTo>
                    <a:lnTo>
                      <a:pt x="108" y="60"/>
                    </a:lnTo>
                    <a:lnTo>
                      <a:pt x="66" y="60"/>
                    </a:lnTo>
                    <a:lnTo>
                      <a:pt x="90" y="84"/>
                    </a:lnTo>
                    <a:lnTo>
                      <a:pt x="72" y="96"/>
                    </a:lnTo>
                    <a:lnTo>
                      <a:pt x="78" y="96"/>
                    </a:lnTo>
                    <a:lnTo>
                      <a:pt x="78" y="108"/>
                    </a:lnTo>
                    <a:lnTo>
                      <a:pt x="54" y="120"/>
                    </a:lnTo>
                    <a:lnTo>
                      <a:pt x="6" y="120"/>
                    </a:lnTo>
                    <a:lnTo>
                      <a:pt x="0" y="126"/>
                    </a:lnTo>
                    <a:lnTo>
                      <a:pt x="0" y="144"/>
                    </a:lnTo>
                    <a:lnTo>
                      <a:pt x="18" y="144"/>
                    </a:lnTo>
                    <a:lnTo>
                      <a:pt x="30" y="156"/>
                    </a:lnTo>
                    <a:lnTo>
                      <a:pt x="36" y="156"/>
                    </a:lnTo>
                    <a:lnTo>
                      <a:pt x="42" y="162"/>
                    </a:lnTo>
                    <a:lnTo>
                      <a:pt x="54" y="162"/>
                    </a:lnTo>
                    <a:lnTo>
                      <a:pt x="66" y="174"/>
                    </a:lnTo>
                    <a:lnTo>
                      <a:pt x="66" y="180"/>
                    </a:lnTo>
                    <a:lnTo>
                      <a:pt x="60" y="186"/>
                    </a:lnTo>
                    <a:lnTo>
                      <a:pt x="60" y="204"/>
                    </a:lnTo>
                    <a:lnTo>
                      <a:pt x="66" y="210"/>
                    </a:lnTo>
                    <a:lnTo>
                      <a:pt x="78" y="216"/>
                    </a:lnTo>
                    <a:lnTo>
                      <a:pt x="90" y="228"/>
                    </a:lnTo>
                    <a:lnTo>
                      <a:pt x="90" y="246"/>
                    </a:lnTo>
                    <a:lnTo>
                      <a:pt x="84" y="258"/>
                    </a:lnTo>
                    <a:lnTo>
                      <a:pt x="72" y="264"/>
                    </a:lnTo>
                    <a:lnTo>
                      <a:pt x="66" y="276"/>
                    </a:lnTo>
                    <a:lnTo>
                      <a:pt x="60" y="282"/>
                    </a:lnTo>
                    <a:lnTo>
                      <a:pt x="60" y="306"/>
                    </a:lnTo>
                    <a:lnTo>
                      <a:pt x="66" y="312"/>
                    </a:lnTo>
                    <a:lnTo>
                      <a:pt x="78" y="318"/>
                    </a:lnTo>
                    <a:lnTo>
                      <a:pt x="84" y="324"/>
                    </a:lnTo>
                    <a:lnTo>
                      <a:pt x="90" y="324"/>
                    </a:lnTo>
                    <a:lnTo>
                      <a:pt x="108" y="306"/>
                    </a:lnTo>
                    <a:lnTo>
                      <a:pt x="120" y="300"/>
                    </a:lnTo>
                    <a:lnTo>
                      <a:pt x="126" y="294"/>
                    </a:lnTo>
                    <a:lnTo>
                      <a:pt x="138" y="294"/>
                    </a:lnTo>
                    <a:lnTo>
                      <a:pt x="144" y="300"/>
                    </a:lnTo>
                    <a:lnTo>
                      <a:pt x="150" y="312"/>
                    </a:lnTo>
                    <a:lnTo>
                      <a:pt x="156" y="318"/>
                    </a:lnTo>
                    <a:lnTo>
                      <a:pt x="162" y="318"/>
                    </a:lnTo>
                    <a:lnTo>
                      <a:pt x="162" y="288"/>
                    </a:lnTo>
                    <a:lnTo>
                      <a:pt x="174" y="276"/>
                    </a:lnTo>
                    <a:lnTo>
                      <a:pt x="186" y="270"/>
                    </a:lnTo>
                    <a:lnTo>
                      <a:pt x="204" y="270"/>
                    </a:lnTo>
                    <a:lnTo>
                      <a:pt x="216" y="282"/>
                    </a:lnTo>
                    <a:lnTo>
                      <a:pt x="222" y="258"/>
                    </a:lnTo>
                    <a:lnTo>
                      <a:pt x="216" y="258"/>
                    </a:lnTo>
                    <a:lnTo>
                      <a:pt x="210" y="252"/>
                    </a:lnTo>
                    <a:lnTo>
                      <a:pt x="210" y="246"/>
                    </a:lnTo>
                    <a:lnTo>
                      <a:pt x="222" y="234"/>
                    </a:lnTo>
                    <a:lnTo>
                      <a:pt x="228" y="234"/>
                    </a:lnTo>
                    <a:lnTo>
                      <a:pt x="234" y="228"/>
                    </a:lnTo>
                    <a:lnTo>
                      <a:pt x="234" y="204"/>
                    </a:lnTo>
                    <a:lnTo>
                      <a:pt x="240" y="198"/>
                    </a:lnTo>
                    <a:lnTo>
                      <a:pt x="258" y="198"/>
                    </a:lnTo>
                    <a:lnTo>
                      <a:pt x="276" y="216"/>
                    </a:lnTo>
                    <a:lnTo>
                      <a:pt x="276" y="246"/>
                    </a:lnTo>
                    <a:lnTo>
                      <a:pt x="294" y="246"/>
                    </a:lnTo>
                    <a:lnTo>
                      <a:pt x="306" y="312"/>
                    </a:lnTo>
                    <a:lnTo>
                      <a:pt x="306" y="318"/>
                    </a:lnTo>
                    <a:lnTo>
                      <a:pt x="336" y="348"/>
                    </a:lnTo>
                    <a:lnTo>
                      <a:pt x="342" y="348"/>
                    </a:lnTo>
                    <a:lnTo>
                      <a:pt x="348" y="342"/>
                    </a:lnTo>
                    <a:lnTo>
                      <a:pt x="360" y="336"/>
                    </a:lnTo>
                    <a:lnTo>
                      <a:pt x="366" y="324"/>
                    </a:lnTo>
                    <a:lnTo>
                      <a:pt x="372" y="318"/>
                    </a:lnTo>
                    <a:lnTo>
                      <a:pt x="390" y="318"/>
                    </a:lnTo>
                    <a:lnTo>
                      <a:pt x="396" y="312"/>
                    </a:lnTo>
                    <a:lnTo>
                      <a:pt x="402" y="300"/>
                    </a:lnTo>
                    <a:lnTo>
                      <a:pt x="408" y="294"/>
                    </a:lnTo>
                    <a:lnTo>
                      <a:pt x="432" y="282"/>
                    </a:lnTo>
                    <a:lnTo>
                      <a:pt x="456" y="282"/>
                    </a:lnTo>
                    <a:lnTo>
                      <a:pt x="456" y="300"/>
                    </a:lnTo>
                    <a:lnTo>
                      <a:pt x="492" y="288"/>
                    </a:lnTo>
                    <a:lnTo>
                      <a:pt x="516" y="288"/>
                    </a:lnTo>
                    <a:lnTo>
                      <a:pt x="522" y="294"/>
                    </a:lnTo>
                    <a:lnTo>
                      <a:pt x="546" y="294"/>
                    </a:lnTo>
                    <a:lnTo>
                      <a:pt x="552" y="288"/>
                    </a:lnTo>
                    <a:lnTo>
                      <a:pt x="540" y="276"/>
                    </a:lnTo>
                    <a:lnTo>
                      <a:pt x="534" y="276"/>
                    </a:lnTo>
                    <a:lnTo>
                      <a:pt x="528" y="270"/>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31" name="Syria" descr="© INSCALE GmbH, 05.05.2010&#10;http://www.presentationload.com/">
                <a:extLst>
                  <a:ext uri="{FF2B5EF4-FFF2-40B4-BE49-F238E27FC236}">
                    <a16:creationId xmlns:a16="http://schemas.microsoft.com/office/drawing/2014/main" id="{CD6E6663-0340-A349-0412-5A6204A4E87A}"/>
                  </a:ext>
                </a:extLst>
              </p:cNvPr>
              <p:cNvSpPr>
                <a:spLocks/>
              </p:cNvSpPr>
              <p:nvPr/>
            </p:nvSpPr>
            <p:spPr bwMode="gray">
              <a:xfrm>
                <a:off x="3269" y="1804"/>
                <a:ext cx="114" cy="105"/>
              </a:xfrm>
              <a:custGeom>
                <a:avLst/>
                <a:gdLst>
                  <a:gd name="T0" fmla="*/ 2147483647 w 450"/>
                  <a:gd name="T1" fmla="*/ 2147483647 h 414"/>
                  <a:gd name="T2" fmla="*/ 2147483647 w 450"/>
                  <a:gd name="T3" fmla="*/ 2147483647 h 414"/>
                  <a:gd name="T4" fmla="*/ 2147483647 w 450"/>
                  <a:gd name="T5" fmla="*/ 2147483647 h 414"/>
                  <a:gd name="T6" fmla="*/ 2147483647 w 450"/>
                  <a:gd name="T7" fmla="*/ 0 h 414"/>
                  <a:gd name="T8" fmla="*/ 2147483647 w 450"/>
                  <a:gd name="T9" fmla="*/ 2147483647 h 414"/>
                  <a:gd name="T10" fmla="*/ 2147483647 w 450"/>
                  <a:gd name="T11" fmla="*/ 2147483647 h 414"/>
                  <a:gd name="T12" fmla="*/ 2147483647 w 450"/>
                  <a:gd name="T13" fmla="*/ 2147483647 h 414"/>
                  <a:gd name="T14" fmla="*/ 2147483647 w 450"/>
                  <a:gd name="T15" fmla="*/ 2147483647 h 414"/>
                  <a:gd name="T16" fmla="*/ 2147483647 w 450"/>
                  <a:gd name="T17" fmla="*/ 2147483647 h 414"/>
                  <a:gd name="T18" fmla="*/ 2147483647 w 450"/>
                  <a:gd name="T19" fmla="*/ 2147483647 h 414"/>
                  <a:gd name="T20" fmla="*/ 2147483647 w 450"/>
                  <a:gd name="T21" fmla="*/ 2147483647 h 414"/>
                  <a:gd name="T22" fmla="*/ 2147483647 w 450"/>
                  <a:gd name="T23" fmla="*/ 2147483647 h 414"/>
                  <a:gd name="T24" fmla="*/ 2147483647 w 450"/>
                  <a:gd name="T25" fmla="*/ 2147483647 h 414"/>
                  <a:gd name="T26" fmla="*/ 2147483647 w 450"/>
                  <a:gd name="T27" fmla="*/ 2147483647 h 414"/>
                  <a:gd name="T28" fmla="*/ 2147483647 w 450"/>
                  <a:gd name="T29" fmla="*/ 2147483647 h 414"/>
                  <a:gd name="T30" fmla="*/ 2147483647 w 450"/>
                  <a:gd name="T31" fmla="*/ 2147483647 h 414"/>
                  <a:gd name="T32" fmla="*/ 2147483647 w 450"/>
                  <a:gd name="T33" fmla="*/ 2147483647 h 414"/>
                  <a:gd name="T34" fmla="*/ 2147483647 w 450"/>
                  <a:gd name="T35" fmla="*/ 2147483647 h 414"/>
                  <a:gd name="T36" fmla="*/ 2147483647 w 450"/>
                  <a:gd name="T37" fmla="*/ 2147483647 h 414"/>
                  <a:gd name="T38" fmla="*/ 2147483647 w 450"/>
                  <a:gd name="T39" fmla="*/ 2147483647 h 414"/>
                  <a:gd name="T40" fmla="*/ 2147483647 w 450"/>
                  <a:gd name="T41" fmla="*/ 2147483647 h 414"/>
                  <a:gd name="T42" fmla="*/ 2147483647 w 450"/>
                  <a:gd name="T43" fmla="*/ 2147483647 h 414"/>
                  <a:gd name="T44" fmla="*/ 2147483647 w 450"/>
                  <a:gd name="T45" fmla="*/ 2147483647 h 414"/>
                  <a:gd name="T46" fmla="*/ 2147483647 w 450"/>
                  <a:gd name="T47" fmla="*/ 2147483647 h 414"/>
                  <a:gd name="T48" fmla="*/ 2147483647 w 450"/>
                  <a:gd name="T49" fmla="*/ 2147483647 h 414"/>
                  <a:gd name="T50" fmla="*/ 2147483647 w 450"/>
                  <a:gd name="T51" fmla="*/ 2147483647 h 414"/>
                  <a:gd name="T52" fmla="*/ 2147483647 w 450"/>
                  <a:gd name="T53" fmla="*/ 2147483647 h 414"/>
                  <a:gd name="T54" fmla="*/ 2147483647 w 450"/>
                  <a:gd name="T55" fmla="*/ 2147483647 h 414"/>
                  <a:gd name="T56" fmla="*/ 2147483647 w 450"/>
                  <a:gd name="T57" fmla="*/ 2147483647 h 414"/>
                  <a:gd name="T58" fmla="*/ 2147483647 w 450"/>
                  <a:gd name="T59" fmla="*/ 2147483647 h 414"/>
                  <a:gd name="T60" fmla="*/ 2147483647 w 450"/>
                  <a:gd name="T61" fmla="*/ 2147483647 h 414"/>
                  <a:gd name="T62" fmla="*/ 2147483647 w 450"/>
                  <a:gd name="T63" fmla="*/ 2147483647 h 414"/>
                  <a:gd name="T64" fmla="*/ 2147483647 w 450"/>
                  <a:gd name="T65" fmla="*/ 2147483647 h 414"/>
                  <a:gd name="T66" fmla="*/ 2147483647 w 450"/>
                  <a:gd name="T67" fmla="*/ 2147483647 h 414"/>
                  <a:gd name="T68" fmla="*/ 2147483647 w 450"/>
                  <a:gd name="T69" fmla="*/ 2147483647 h 414"/>
                  <a:gd name="T70" fmla="*/ 2147483647 w 450"/>
                  <a:gd name="T71" fmla="*/ 2147483647 h 414"/>
                  <a:gd name="T72" fmla="*/ 2147483647 w 450"/>
                  <a:gd name="T73" fmla="*/ 2147483647 h 414"/>
                  <a:gd name="T74" fmla="*/ 2147483647 w 450"/>
                  <a:gd name="T75" fmla="*/ 2147483647 h 414"/>
                  <a:gd name="T76" fmla="*/ 2147483647 w 450"/>
                  <a:gd name="T77" fmla="*/ 2147483647 h 414"/>
                  <a:gd name="T78" fmla="*/ 2147483647 w 450"/>
                  <a:gd name="T79" fmla="*/ 2147483647 h 414"/>
                  <a:gd name="T80" fmla="*/ 2147483647 w 450"/>
                  <a:gd name="T81" fmla="*/ 2147483647 h 414"/>
                  <a:gd name="T82" fmla="*/ 2147483647 w 450"/>
                  <a:gd name="T83" fmla="*/ 2147483647 h 414"/>
                  <a:gd name="T84" fmla="*/ 2147483647 w 450"/>
                  <a:gd name="T85" fmla="*/ 2147483647 h 414"/>
                  <a:gd name="T86" fmla="*/ 2147483647 w 450"/>
                  <a:gd name="T87" fmla="*/ 2147483647 h 414"/>
                  <a:gd name="T88" fmla="*/ 2147483647 w 450"/>
                  <a:gd name="T89" fmla="*/ 2147483647 h 414"/>
                  <a:gd name="T90" fmla="*/ 2147483647 w 450"/>
                  <a:gd name="T91" fmla="*/ 2147483647 h 414"/>
                  <a:gd name="T92" fmla="*/ 2147483647 w 450"/>
                  <a:gd name="T93" fmla="*/ 2147483647 h 414"/>
                  <a:gd name="T94" fmla="*/ 2147483647 w 450"/>
                  <a:gd name="T95" fmla="*/ 2147483647 h 414"/>
                  <a:gd name="T96" fmla="*/ 2147483647 w 450"/>
                  <a:gd name="T97" fmla="*/ 2147483647 h 41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450"/>
                  <a:gd name="T148" fmla="*/ 0 h 414"/>
                  <a:gd name="T149" fmla="*/ 450 w 450"/>
                  <a:gd name="T150" fmla="*/ 414 h 41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450" h="414">
                    <a:moveTo>
                      <a:pt x="426" y="60"/>
                    </a:moveTo>
                    <a:lnTo>
                      <a:pt x="432" y="54"/>
                    </a:lnTo>
                    <a:lnTo>
                      <a:pt x="438" y="42"/>
                    </a:lnTo>
                    <a:lnTo>
                      <a:pt x="450" y="30"/>
                    </a:lnTo>
                    <a:lnTo>
                      <a:pt x="444" y="30"/>
                    </a:lnTo>
                    <a:lnTo>
                      <a:pt x="438" y="24"/>
                    </a:lnTo>
                    <a:lnTo>
                      <a:pt x="438" y="0"/>
                    </a:lnTo>
                    <a:lnTo>
                      <a:pt x="432" y="0"/>
                    </a:lnTo>
                    <a:lnTo>
                      <a:pt x="432" y="6"/>
                    </a:lnTo>
                    <a:lnTo>
                      <a:pt x="426" y="18"/>
                    </a:lnTo>
                    <a:lnTo>
                      <a:pt x="402" y="18"/>
                    </a:lnTo>
                    <a:lnTo>
                      <a:pt x="390" y="30"/>
                    </a:lnTo>
                    <a:lnTo>
                      <a:pt x="372" y="30"/>
                    </a:lnTo>
                    <a:lnTo>
                      <a:pt x="366" y="24"/>
                    </a:lnTo>
                    <a:lnTo>
                      <a:pt x="318" y="24"/>
                    </a:lnTo>
                    <a:lnTo>
                      <a:pt x="306" y="30"/>
                    </a:lnTo>
                    <a:lnTo>
                      <a:pt x="294" y="42"/>
                    </a:lnTo>
                    <a:lnTo>
                      <a:pt x="282" y="48"/>
                    </a:lnTo>
                    <a:lnTo>
                      <a:pt x="276" y="54"/>
                    </a:lnTo>
                    <a:lnTo>
                      <a:pt x="258" y="54"/>
                    </a:lnTo>
                    <a:lnTo>
                      <a:pt x="246" y="60"/>
                    </a:lnTo>
                    <a:lnTo>
                      <a:pt x="234" y="60"/>
                    </a:lnTo>
                    <a:lnTo>
                      <a:pt x="222" y="54"/>
                    </a:lnTo>
                    <a:lnTo>
                      <a:pt x="204" y="54"/>
                    </a:lnTo>
                    <a:lnTo>
                      <a:pt x="192" y="42"/>
                    </a:lnTo>
                    <a:lnTo>
                      <a:pt x="180" y="36"/>
                    </a:lnTo>
                    <a:lnTo>
                      <a:pt x="174" y="30"/>
                    </a:lnTo>
                    <a:lnTo>
                      <a:pt x="168" y="30"/>
                    </a:lnTo>
                    <a:lnTo>
                      <a:pt x="150" y="48"/>
                    </a:lnTo>
                    <a:lnTo>
                      <a:pt x="144" y="48"/>
                    </a:lnTo>
                    <a:lnTo>
                      <a:pt x="138" y="54"/>
                    </a:lnTo>
                    <a:lnTo>
                      <a:pt x="120" y="60"/>
                    </a:lnTo>
                    <a:lnTo>
                      <a:pt x="84" y="60"/>
                    </a:lnTo>
                    <a:lnTo>
                      <a:pt x="84" y="54"/>
                    </a:lnTo>
                    <a:lnTo>
                      <a:pt x="90" y="48"/>
                    </a:lnTo>
                    <a:lnTo>
                      <a:pt x="66" y="48"/>
                    </a:lnTo>
                    <a:lnTo>
                      <a:pt x="66" y="78"/>
                    </a:lnTo>
                    <a:lnTo>
                      <a:pt x="72" y="78"/>
                    </a:lnTo>
                    <a:lnTo>
                      <a:pt x="72" y="102"/>
                    </a:lnTo>
                    <a:lnTo>
                      <a:pt x="60" y="102"/>
                    </a:lnTo>
                    <a:lnTo>
                      <a:pt x="54" y="96"/>
                    </a:lnTo>
                    <a:lnTo>
                      <a:pt x="54" y="114"/>
                    </a:lnTo>
                    <a:lnTo>
                      <a:pt x="48" y="120"/>
                    </a:lnTo>
                    <a:lnTo>
                      <a:pt x="48" y="126"/>
                    </a:lnTo>
                    <a:lnTo>
                      <a:pt x="36" y="126"/>
                    </a:lnTo>
                    <a:lnTo>
                      <a:pt x="24" y="114"/>
                    </a:lnTo>
                    <a:lnTo>
                      <a:pt x="18" y="120"/>
                    </a:lnTo>
                    <a:lnTo>
                      <a:pt x="12" y="132"/>
                    </a:lnTo>
                    <a:lnTo>
                      <a:pt x="12" y="150"/>
                    </a:lnTo>
                    <a:lnTo>
                      <a:pt x="6" y="150"/>
                    </a:lnTo>
                    <a:lnTo>
                      <a:pt x="0" y="198"/>
                    </a:lnTo>
                    <a:lnTo>
                      <a:pt x="6" y="204"/>
                    </a:lnTo>
                    <a:lnTo>
                      <a:pt x="18" y="210"/>
                    </a:lnTo>
                    <a:lnTo>
                      <a:pt x="24" y="216"/>
                    </a:lnTo>
                    <a:lnTo>
                      <a:pt x="24" y="222"/>
                    </a:lnTo>
                    <a:lnTo>
                      <a:pt x="72" y="222"/>
                    </a:lnTo>
                    <a:lnTo>
                      <a:pt x="66" y="234"/>
                    </a:lnTo>
                    <a:lnTo>
                      <a:pt x="72" y="240"/>
                    </a:lnTo>
                    <a:lnTo>
                      <a:pt x="78" y="252"/>
                    </a:lnTo>
                    <a:lnTo>
                      <a:pt x="78" y="270"/>
                    </a:lnTo>
                    <a:lnTo>
                      <a:pt x="72" y="282"/>
                    </a:lnTo>
                    <a:lnTo>
                      <a:pt x="66" y="282"/>
                    </a:lnTo>
                    <a:lnTo>
                      <a:pt x="54" y="288"/>
                    </a:lnTo>
                    <a:lnTo>
                      <a:pt x="48" y="288"/>
                    </a:lnTo>
                    <a:lnTo>
                      <a:pt x="42" y="294"/>
                    </a:lnTo>
                    <a:lnTo>
                      <a:pt x="42" y="318"/>
                    </a:lnTo>
                    <a:lnTo>
                      <a:pt x="24" y="336"/>
                    </a:lnTo>
                    <a:lnTo>
                      <a:pt x="30" y="378"/>
                    </a:lnTo>
                    <a:lnTo>
                      <a:pt x="36" y="378"/>
                    </a:lnTo>
                    <a:lnTo>
                      <a:pt x="72" y="396"/>
                    </a:lnTo>
                    <a:lnTo>
                      <a:pt x="84" y="408"/>
                    </a:lnTo>
                    <a:lnTo>
                      <a:pt x="96" y="414"/>
                    </a:lnTo>
                    <a:lnTo>
                      <a:pt x="114" y="414"/>
                    </a:lnTo>
                    <a:lnTo>
                      <a:pt x="174" y="384"/>
                    </a:lnTo>
                    <a:lnTo>
                      <a:pt x="204" y="354"/>
                    </a:lnTo>
                    <a:lnTo>
                      <a:pt x="228" y="336"/>
                    </a:lnTo>
                    <a:lnTo>
                      <a:pt x="240" y="324"/>
                    </a:lnTo>
                    <a:lnTo>
                      <a:pt x="300" y="276"/>
                    </a:lnTo>
                    <a:lnTo>
                      <a:pt x="312" y="270"/>
                    </a:lnTo>
                    <a:lnTo>
                      <a:pt x="372" y="246"/>
                    </a:lnTo>
                    <a:lnTo>
                      <a:pt x="396" y="234"/>
                    </a:lnTo>
                    <a:lnTo>
                      <a:pt x="402" y="228"/>
                    </a:lnTo>
                    <a:lnTo>
                      <a:pt x="402" y="222"/>
                    </a:lnTo>
                    <a:lnTo>
                      <a:pt x="384" y="204"/>
                    </a:lnTo>
                    <a:lnTo>
                      <a:pt x="384" y="198"/>
                    </a:lnTo>
                    <a:lnTo>
                      <a:pt x="390" y="180"/>
                    </a:lnTo>
                    <a:lnTo>
                      <a:pt x="396" y="168"/>
                    </a:lnTo>
                    <a:lnTo>
                      <a:pt x="396" y="138"/>
                    </a:lnTo>
                    <a:lnTo>
                      <a:pt x="390" y="126"/>
                    </a:lnTo>
                    <a:lnTo>
                      <a:pt x="390" y="114"/>
                    </a:lnTo>
                    <a:lnTo>
                      <a:pt x="384" y="108"/>
                    </a:lnTo>
                    <a:lnTo>
                      <a:pt x="378" y="96"/>
                    </a:lnTo>
                    <a:lnTo>
                      <a:pt x="378" y="84"/>
                    </a:lnTo>
                    <a:lnTo>
                      <a:pt x="384" y="72"/>
                    </a:lnTo>
                    <a:lnTo>
                      <a:pt x="390" y="66"/>
                    </a:lnTo>
                    <a:lnTo>
                      <a:pt x="402" y="66"/>
                    </a:lnTo>
                    <a:lnTo>
                      <a:pt x="414" y="60"/>
                    </a:lnTo>
                    <a:lnTo>
                      <a:pt x="426" y="60"/>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32" name="Switzerland" descr="© INSCALE GmbH, 05.05.2010&#10;http://www.presentationload.com/">
                <a:extLst>
                  <a:ext uri="{FF2B5EF4-FFF2-40B4-BE49-F238E27FC236}">
                    <a16:creationId xmlns:a16="http://schemas.microsoft.com/office/drawing/2014/main" id="{2ADE2C4F-74FF-5C00-F8C5-D1E5DF140609}"/>
                  </a:ext>
                </a:extLst>
              </p:cNvPr>
              <p:cNvSpPr>
                <a:spLocks/>
              </p:cNvSpPr>
              <p:nvPr/>
            </p:nvSpPr>
            <p:spPr bwMode="gray">
              <a:xfrm>
                <a:off x="2771" y="1593"/>
                <a:ext cx="74" cy="41"/>
              </a:xfrm>
              <a:custGeom>
                <a:avLst/>
                <a:gdLst>
                  <a:gd name="T0" fmla="*/ 2147483647 w 288"/>
                  <a:gd name="T1" fmla="*/ 2147483647 h 162"/>
                  <a:gd name="T2" fmla="*/ 2147483647 w 288"/>
                  <a:gd name="T3" fmla="*/ 2147483647 h 162"/>
                  <a:gd name="T4" fmla="*/ 2147483647 w 288"/>
                  <a:gd name="T5" fmla="*/ 2147483647 h 162"/>
                  <a:gd name="T6" fmla="*/ 2147483647 w 288"/>
                  <a:gd name="T7" fmla="*/ 2147483647 h 162"/>
                  <a:gd name="T8" fmla="*/ 2147483647 w 288"/>
                  <a:gd name="T9" fmla="*/ 2147483647 h 162"/>
                  <a:gd name="T10" fmla="*/ 2147483647 w 288"/>
                  <a:gd name="T11" fmla="*/ 2147483647 h 162"/>
                  <a:gd name="T12" fmla="*/ 2147483647 w 288"/>
                  <a:gd name="T13" fmla="*/ 2147483647 h 162"/>
                  <a:gd name="T14" fmla="*/ 0 w 288"/>
                  <a:gd name="T15" fmla="*/ 2147483647 h 162"/>
                  <a:gd name="T16" fmla="*/ 2147483647 w 288"/>
                  <a:gd name="T17" fmla="*/ 2147483647 h 162"/>
                  <a:gd name="T18" fmla="*/ 2147483647 w 288"/>
                  <a:gd name="T19" fmla="*/ 2147483647 h 162"/>
                  <a:gd name="T20" fmla="*/ 2147483647 w 288"/>
                  <a:gd name="T21" fmla="*/ 2147483647 h 162"/>
                  <a:gd name="T22" fmla="*/ 2147483647 w 288"/>
                  <a:gd name="T23" fmla="*/ 2147483647 h 162"/>
                  <a:gd name="T24" fmla="*/ 2147483647 w 288"/>
                  <a:gd name="T25" fmla="*/ 2147483647 h 162"/>
                  <a:gd name="T26" fmla="*/ 2147483647 w 288"/>
                  <a:gd name="T27" fmla="*/ 2147483647 h 162"/>
                  <a:gd name="T28" fmla="*/ 2147483647 w 288"/>
                  <a:gd name="T29" fmla="*/ 2147483647 h 162"/>
                  <a:gd name="T30" fmla="*/ 2147483647 w 288"/>
                  <a:gd name="T31" fmla="*/ 2147483647 h 162"/>
                  <a:gd name="T32" fmla="*/ 2147483647 w 288"/>
                  <a:gd name="T33" fmla="*/ 2147483647 h 162"/>
                  <a:gd name="T34" fmla="*/ 2147483647 w 288"/>
                  <a:gd name="T35" fmla="*/ 2147483647 h 162"/>
                  <a:gd name="T36" fmla="*/ 2147483647 w 288"/>
                  <a:gd name="T37" fmla="*/ 2147483647 h 162"/>
                  <a:gd name="T38" fmla="*/ 2147483647 w 288"/>
                  <a:gd name="T39" fmla="*/ 2147483647 h 162"/>
                  <a:gd name="T40" fmla="*/ 2147483647 w 288"/>
                  <a:gd name="T41" fmla="*/ 2147483647 h 162"/>
                  <a:gd name="T42" fmla="*/ 2147483647 w 288"/>
                  <a:gd name="T43" fmla="*/ 2147483647 h 162"/>
                  <a:gd name="T44" fmla="*/ 2147483647 w 288"/>
                  <a:gd name="T45" fmla="*/ 2147483647 h 162"/>
                  <a:gd name="T46" fmla="*/ 2147483647 w 288"/>
                  <a:gd name="T47" fmla="*/ 2147483647 h 162"/>
                  <a:gd name="T48" fmla="*/ 2147483647 w 288"/>
                  <a:gd name="T49" fmla="*/ 2147483647 h 162"/>
                  <a:gd name="T50" fmla="*/ 2147483647 w 288"/>
                  <a:gd name="T51" fmla="*/ 2147483647 h 162"/>
                  <a:gd name="T52" fmla="*/ 2147483647 w 288"/>
                  <a:gd name="T53" fmla="*/ 2147483647 h 162"/>
                  <a:gd name="T54" fmla="*/ 2147483647 w 288"/>
                  <a:gd name="T55" fmla="*/ 2147483647 h 162"/>
                  <a:gd name="T56" fmla="*/ 2147483647 w 288"/>
                  <a:gd name="T57" fmla="*/ 2147483647 h 162"/>
                  <a:gd name="T58" fmla="*/ 2147483647 w 288"/>
                  <a:gd name="T59" fmla="*/ 2147483647 h 162"/>
                  <a:gd name="T60" fmla="*/ 2147483647 w 288"/>
                  <a:gd name="T61" fmla="*/ 2147483647 h 162"/>
                  <a:gd name="T62" fmla="*/ 2147483647 w 288"/>
                  <a:gd name="T63" fmla="*/ 2147483647 h 162"/>
                  <a:gd name="T64" fmla="*/ 2147483647 w 288"/>
                  <a:gd name="T65" fmla="*/ 2147483647 h 162"/>
                  <a:gd name="T66" fmla="*/ 2147483647 w 288"/>
                  <a:gd name="T67" fmla="*/ 0 h 162"/>
                  <a:gd name="T68" fmla="*/ 2147483647 w 288"/>
                  <a:gd name="T69" fmla="*/ 2147483647 h 162"/>
                  <a:gd name="T70" fmla="*/ 2147483647 w 288"/>
                  <a:gd name="T71" fmla="*/ 2147483647 h 162"/>
                  <a:gd name="T72" fmla="*/ 2147483647 w 288"/>
                  <a:gd name="T73" fmla="*/ 2147483647 h 16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88"/>
                  <a:gd name="T112" fmla="*/ 0 h 162"/>
                  <a:gd name="T113" fmla="*/ 288 w 288"/>
                  <a:gd name="T114" fmla="*/ 162 h 16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88" h="162">
                    <a:moveTo>
                      <a:pt x="132" y="24"/>
                    </a:moveTo>
                    <a:lnTo>
                      <a:pt x="96" y="24"/>
                    </a:lnTo>
                    <a:lnTo>
                      <a:pt x="90" y="42"/>
                    </a:lnTo>
                    <a:lnTo>
                      <a:pt x="72" y="30"/>
                    </a:lnTo>
                    <a:lnTo>
                      <a:pt x="66" y="42"/>
                    </a:lnTo>
                    <a:lnTo>
                      <a:pt x="60" y="48"/>
                    </a:lnTo>
                    <a:lnTo>
                      <a:pt x="54" y="60"/>
                    </a:lnTo>
                    <a:lnTo>
                      <a:pt x="48" y="66"/>
                    </a:lnTo>
                    <a:lnTo>
                      <a:pt x="30" y="66"/>
                    </a:lnTo>
                    <a:lnTo>
                      <a:pt x="30" y="78"/>
                    </a:lnTo>
                    <a:lnTo>
                      <a:pt x="18" y="90"/>
                    </a:lnTo>
                    <a:lnTo>
                      <a:pt x="12" y="102"/>
                    </a:lnTo>
                    <a:lnTo>
                      <a:pt x="0" y="108"/>
                    </a:lnTo>
                    <a:lnTo>
                      <a:pt x="6" y="120"/>
                    </a:lnTo>
                    <a:lnTo>
                      <a:pt x="0" y="126"/>
                    </a:lnTo>
                    <a:lnTo>
                      <a:pt x="0" y="132"/>
                    </a:lnTo>
                    <a:lnTo>
                      <a:pt x="6" y="132"/>
                    </a:lnTo>
                    <a:lnTo>
                      <a:pt x="30" y="108"/>
                    </a:lnTo>
                    <a:lnTo>
                      <a:pt x="48" y="108"/>
                    </a:lnTo>
                    <a:lnTo>
                      <a:pt x="54" y="114"/>
                    </a:lnTo>
                    <a:lnTo>
                      <a:pt x="48" y="138"/>
                    </a:lnTo>
                    <a:lnTo>
                      <a:pt x="60" y="150"/>
                    </a:lnTo>
                    <a:lnTo>
                      <a:pt x="60" y="156"/>
                    </a:lnTo>
                    <a:lnTo>
                      <a:pt x="72" y="156"/>
                    </a:lnTo>
                    <a:lnTo>
                      <a:pt x="84" y="144"/>
                    </a:lnTo>
                    <a:lnTo>
                      <a:pt x="96" y="144"/>
                    </a:lnTo>
                    <a:lnTo>
                      <a:pt x="108" y="156"/>
                    </a:lnTo>
                    <a:lnTo>
                      <a:pt x="114" y="156"/>
                    </a:lnTo>
                    <a:lnTo>
                      <a:pt x="132" y="138"/>
                    </a:lnTo>
                    <a:lnTo>
                      <a:pt x="132" y="120"/>
                    </a:lnTo>
                    <a:lnTo>
                      <a:pt x="138" y="114"/>
                    </a:lnTo>
                    <a:lnTo>
                      <a:pt x="150" y="114"/>
                    </a:lnTo>
                    <a:lnTo>
                      <a:pt x="156" y="120"/>
                    </a:lnTo>
                    <a:lnTo>
                      <a:pt x="156" y="126"/>
                    </a:lnTo>
                    <a:lnTo>
                      <a:pt x="162" y="132"/>
                    </a:lnTo>
                    <a:lnTo>
                      <a:pt x="162" y="138"/>
                    </a:lnTo>
                    <a:lnTo>
                      <a:pt x="168" y="138"/>
                    </a:lnTo>
                    <a:lnTo>
                      <a:pt x="192" y="162"/>
                    </a:lnTo>
                    <a:lnTo>
                      <a:pt x="192" y="144"/>
                    </a:lnTo>
                    <a:lnTo>
                      <a:pt x="204" y="132"/>
                    </a:lnTo>
                    <a:lnTo>
                      <a:pt x="210" y="108"/>
                    </a:lnTo>
                    <a:lnTo>
                      <a:pt x="222" y="126"/>
                    </a:lnTo>
                    <a:lnTo>
                      <a:pt x="240" y="120"/>
                    </a:lnTo>
                    <a:lnTo>
                      <a:pt x="258" y="132"/>
                    </a:lnTo>
                    <a:lnTo>
                      <a:pt x="264" y="120"/>
                    </a:lnTo>
                    <a:lnTo>
                      <a:pt x="252" y="108"/>
                    </a:lnTo>
                    <a:lnTo>
                      <a:pt x="252" y="102"/>
                    </a:lnTo>
                    <a:lnTo>
                      <a:pt x="276" y="102"/>
                    </a:lnTo>
                    <a:lnTo>
                      <a:pt x="282" y="84"/>
                    </a:lnTo>
                    <a:lnTo>
                      <a:pt x="288" y="84"/>
                    </a:lnTo>
                    <a:lnTo>
                      <a:pt x="288" y="78"/>
                    </a:lnTo>
                    <a:lnTo>
                      <a:pt x="276" y="66"/>
                    </a:lnTo>
                    <a:lnTo>
                      <a:pt x="270" y="66"/>
                    </a:lnTo>
                    <a:lnTo>
                      <a:pt x="252" y="84"/>
                    </a:lnTo>
                    <a:lnTo>
                      <a:pt x="246" y="84"/>
                    </a:lnTo>
                    <a:lnTo>
                      <a:pt x="246" y="66"/>
                    </a:lnTo>
                    <a:lnTo>
                      <a:pt x="210" y="66"/>
                    </a:lnTo>
                    <a:lnTo>
                      <a:pt x="210" y="60"/>
                    </a:lnTo>
                    <a:lnTo>
                      <a:pt x="216" y="48"/>
                    </a:lnTo>
                    <a:lnTo>
                      <a:pt x="222" y="42"/>
                    </a:lnTo>
                    <a:lnTo>
                      <a:pt x="228" y="42"/>
                    </a:lnTo>
                    <a:lnTo>
                      <a:pt x="228" y="30"/>
                    </a:lnTo>
                    <a:lnTo>
                      <a:pt x="216" y="30"/>
                    </a:lnTo>
                    <a:lnTo>
                      <a:pt x="210" y="18"/>
                    </a:lnTo>
                    <a:lnTo>
                      <a:pt x="192" y="12"/>
                    </a:lnTo>
                    <a:lnTo>
                      <a:pt x="180" y="12"/>
                    </a:lnTo>
                    <a:lnTo>
                      <a:pt x="174" y="6"/>
                    </a:lnTo>
                    <a:lnTo>
                      <a:pt x="162" y="0"/>
                    </a:lnTo>
                    <a:lnTo>
                      <a:pt x="156" y="0"/>
                    </a:lnTo>
                    <a:lnTo>
                      <a:pt x="150" y="6"/>
                    </a:lnTo>
                    <a:lnTo>
                      <a:pt x="150" y="18"/>
                    </a:lnTo>
                    <a:lnTo>
                      <a:pt x="156" y="24"/>
                    </a:lnTo>
                    <a:lnTo>
                      <a:pt x="150" y="18"/>
                    </a:lnTo>
                    <a:lnTo>
                      <a:pt x="132" y="24"/>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33" name="Sweden" descr="© INSCALE GmbH, 05.05.2010&#10;http://www.presentationload.com/">
                <a:extLst>
                  <a:ext uri="{FF2B5EF4-FFF2-40B4-BE49-F238E27FC236}">
                    <a16:creationId xmlns:a16="http://schemas.microsoft.com/office/drawing/2014/main" id="{54719558-9E58-2DF0-5721-F1D5C45FB1D6}"/>
                  </a:ext>
                </a:extLst>
              </p:cNvPr>
              <p:cNvSpPr>
                <a:spLocks noEditPoints="1"/>
              </p:cNvSpPr>
              <p:nvPr/>
            </p:nvSpPr>
            <p:spPr bwMode="gray">
              <a:xfrm>
                <a:off x="2855" y="1194"/>
                <a:ext cx="175" cy="251"/>
              </a:xfrm>
              <a:custGeom>
                <a:avLst/>
                <a:gdLst>
                  <a:gd name="T0" fmla="*/ 2147483647 w 690"/>
                  <a:gd name="T1" fmla="*/ 2147483647 h 990"/>
                  <a:gd name="T2" fmla="*/ 2147483647 w 690"/>
                  <a:gd name="T3" fmla="*/ 2147483647 h 990"/>
                  <a:gd name="T4" fmla="*/ 2147483647 w 690"/>
                  <a:gd name="T5" fmla="*/ 2147483647 h 990"/>
                  <a:gd name="T6" fmla="*/ 2147483647 w 690"/>
                  <a:gd name="T7" fmla="*/ 2147483647 h 990"/>
                  <a:gd name="T8" fmla="*/ 2147483647 w 690"/>
                  <a:gd name="T9" fmla="*/ 2147483647 h 990"/>
                  <a:gd name="T10" fmla="*/ 2147483647 w 690"/>
                  <a:gd name="T11" fmla="*/ 2147483647 h 990"/>
                  <a:gd name="T12" fmla="*/ 2147483647 w 690"/>
                  <a:gd name="T13" fmla="*/ 2147483647 h 990"/>
                  <a:gd name="T14" fmla="*/ 2147483647 w 690"/>
                  <a:gd name="T15" fmla="*/ 2147483647 h 990"/>
                  <a:gd name="T16" fmla="*/ 2147483647 w 690"/>
                  <a:gd name="T17" fmla="*/ 2147483647 h 990"/>
                  <a:gd name="T18" fmla="*/ 2147483647 w 690"/>
                  <a:gd name="T19" fmla="*/ 2147483647 h 990"/>
                  <a:gd name="T20" fmla="*/ 2147483647 w 690"/>
                  <a:gd name="T21" fmla="*/ 2147483647 h 990"/>
                  <a:gd name="T22" fmla="*/ 2147483647 w 690"/>
                  <a:gd name="T23" fmla="*/ 2147483647 h 990"/>
                  <a:gd name="T24" fmla="*/ 2147483647 w 690"/>
                  <a:gd name="T25" fmla="*/ 2147483647 h 990"/>
                  <a:gd name="T26" fmla="*/ 2147483647 w 690"/>
                  <a:gd name="T27" fmla="*/ 2147483647 h 990"/>
                  <a:gd name="T28" fmla="*/ 2147483647 w 690"/>
                  <a:gd name="T29" fmla="*/ 2147483647 h 990"/>
                  <a:gd name="T30" fmla="*/ 2147483647 w 690"/>
                  <a:gd name="T31" fmla="*/ 2147483647 h 990"/>
                  <a:gd name="T32" fmla="*/ 2147483647 w 690"/>
                  <a:gd name="T33" fmla="*/ 2147483647 h 990"/>
                  <a:gd name="T34" fmla="*/ 2147483647 w 690"/>
                  <a:gd name="T35" fmla="*/ 2147483647 h 990"/>
                  <a:gd name="T36" fmla="*/ 2147483647 w 690"/>
                  <a:gd name="T37" fmla="*/ 2147483647 h 990"/>
                  <a:gd name="T38" fmla="*/ 2147483647 w 690"/>
                  <a:gd name="T39" fmla="*/ 2147483647 h 990"/>
                  <a:gd name="T40" fmla="*/ 2147483647 w 690"/>
                  <a:gd name="T41" fmla="*/ 2147483647 h 990"/>
                  <a:gd name="T42" fmla="*/ 2147483647 w 690"/>
                  <a:gd name="T43" fmla="*/ 2147483647 h 990"/>
                  <a:gd name="T44" fmla="*/ 2147483647 w 690"/>
                  <a:gd name="T45" fmla="*/ 2147483647 h 990"/>
                  <a:gd name="T46" fmla="*/ 0 w 690"/>
                  <a:gd name="T47" fmla="*/ 2147483647 h 990"/>
                  <a:gd name="T48" fmla="*/ 2147483647 w 690"/>
                  <a:gd name="T49" fmla="*/ 2147483647 h 990"/>
                  <a:gd name="T50" fmla="*/ 2147483647 w 690"/>
                  <a:gd name="T51" fmla="*/ 2147483647 h 990"/>
                  <a:gd name="T52" fmla="*/ 2147483647 w 690"/>
                  <a:gd name="T53" fmla="*/ 2147483647 h 990"/>
                  <a:gd name="T54" fmla="*/ 2147483647 w 690"/>
                  <a:gd name="T55" fmla="*/ 2147483647 h 990"/>
                  <a:gd name="T56" fmla="*/ 2147483647 w 690"/>
                  <a:gd name="T57" fmla="*/ 2147483647 h 990"/>
                  <a:gd name="T58" fmla="*/ 2147483647 w 690"/>
                  <a:gd name="T59" fmla="*/ 2147483647 h 990"/>
                  <a:gd name="T60" fmla="*/ 2147483647 w 690"/>
                  <a:gd name="T61" fmla="*/ 2147483647 h 990"/>
                  <a:gd name="T62" fmla="*/ 2147483647 w 690"/>
                  <a:gd name="T63" fmla="*/ 2147483647 h 990"/>
                  <a:gd name="T64" fmla="*/ 2147483647 w 690"/>
                  <a:gd name="T65" fmla="*/ 2147483647 h 990"/>
                  <a:gd name="T66" fmla="*/ 2147483647 w 690"/>
                  <a:gd name="T67" fmla="*/ 2147483647 h 990"/>
                  <a:gd name="T68" fmla="*/ 2147483647 w 690"/>
                  <a:gd name="T69" fmla="*/ 2147483647 h 990"/>
                  <a:gd name="T70" fmla="*/ 2147483647 w 690"/>
                  <a:gd name="T71" fmla="*/ 2147483647 h 990"/>
                  <a:gd name="T72" fmla="*/ 2147483647 w 690"/>
                  <a:gd name="T73" fmla="*/ 2147483647 h 990"/>
                  <a:gd name="T74" fmla="*/ 2147483647 w 690"/>
                  <a:gd name="T75" fmla="*/ 2147483647 h 990"/>
                  <a:gd name="T76" fmla="*/ 2147483647 w 690"/>
                  <a:gd name="T77" fmla="*/ 2147483647 h 990"/>
                  <a:gd name="T78" fmla="*/ 2147483647 w 690"/>
                  <a:gd name="T79" fmla="*/ 2147483647 h 990"/>
                  <a:gd name="T80" fmla="*/ 2147483647 w 690"/>
                  <a:gd name="T81" fmla="*/ 2147483647 h 990"/>
                  <a:gd name="T82" fmla="*/ 2147483647 w 690"/>
                  <a:gd name="T83" fmla="*/ 2147483647 h 990"/>
                  <a:gd name="T84" fmla="*/ 2147483647 w 690"/>
                  <a:gd name="T85" fmla="*/ 2147483647 h 990"/>
                  <a:gd name="T86" fmla="*/ 2147483647 w 690"/>
                  <a:gd name="T87" fmla="*/ 2147483647 h 990"/>
                  <a:gd name="T88" fmla="*/ 2147483647 w 690"/>
                  <a:gd name="T89" fmla="*/ 2147483647 h 990"/>
                  <a:gd name="T90" fmla="*/ 2147483647 w 690"/>
                  <a:gd name="T91" fmla="*/ 2147483647 h 990"/>
                  <a:gd name="T92" fmla="*/ 2147483647 w 690"/>
                  <a:gd name="T93" fmla="*/ 2147483647 h 990"/>
                  <a:gd name="T94" fmla="*/ 2147483647 w 690"/>
                  <a:gd name="T95" fmla="*/ 2147483647 h 990"/>
                  <a:gd name="T96" fmla="*/ 2147483647 w 690"/>
                  <a:gd name="T97" fmla="*/ 2147483647 h 990"/>
                  <a:gd name="T98" fmla="*/ 2147483647 w 690"/>
                  <a:gd name="T99" fmla="*/ 2147483647 h 990"/>
                  <a:gd name="T100" fmla="*/ 2147483647 w 690"/>
                  <a:gd name="T101" fmla="*/ 2147483647 h 99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690"/>
                  <a:gd name="T154" fmla="*/ 0 h 990"/>
                  <a:gd name="T155" fmla="*/ 690 w 690"/>
                  <a:gd name="T156" fmla="*/ 990 h 990"/>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690" h="990">
                    <a:moveTo>
                      <a:pt x="678" y="204"/>
                    </a:moveTo>
                    <a:lnTo>
                      <a:pt x="672" y="198"/>
                    </a:lnTo>
                    <a:lnTo>
                      <a:pt x="660" y="192"/>
                    </a:lnTo>
                    <a:lnTo>
                      <a:pt x="648" y="180"/>
                    </a:lnTo>
                    <a:lnTo>
                      <a:pt x="648" y="174"/>
                    </a:lnTo>
                    <a:lnTo>
                      <a:pt x="654" y="162"/>
                    </a:lnTo>
                    <a:lnTo>
                      <a:pt x="660" y="156"/>
                    </a:lnTo>
                    <a:lnTo>
                      <a:pt x="666" y="144"/>
                    </a:lnTo>
                    <a:lnTo>
                      <a:pt x="642" y="132"/>
                    </a:lnTo>
                    <a:lnTo>
                      <a:pt x="648" y="108"/>
                    </a:lnTo>
                    <a:lnTo>
                      <a:pt x="636" y="102"/>
                    </a:lnTo>
                    <a:lnTo>
                      <a:pt x="636" y="96"/>
                    </a:lnTo>
                    <a:lnTo>
                      <a:pt x="642" y="90"/>
                    </a:lnTo>
                    <a:lnTo>
                      <a:pt x="642" y="66"/>
                    </a:lnTo>
                    <a:lnTo>
                      <a:pt x="636" y="66"/>
                    </a:lnTo>
                    <a:lnTo>
                      <a:pt x="630" y="60"/>
                    </a:lnTo>
                    <a:lnTo>
                      <a:pt x="618" y="60"/>
                    </a:lnTo>
                    <a:lnTo>
                      <a:pt x="588" y="42"/>
                    </a:lnTo>
                    <a:lnTo>
                      <a:pt x="552" y="42"/>
                    </a:lnTo>
                    <a:lnTo>
                      <a:pt x="540" y="30"/>
                    </a:lnTo>
                    <a:lnTo>
                      <a:pt x="534" y="30"/>
                    </a:lnTo>
                    <a:lnTo>
                      <a:pt x="528" y="24"/>
                    </a:lnTo>
                    <a:lnTo>
                      <a:pt x="516" y="24"/>
                    </a:lnTo>
                    <a:lnTo>
                      <a:pt x="504" y="18"/>
                    </a:lnTo>
                    <a:lnTo>
                      <a:pt x="498" y="12"/>
                    </a:lnTo>
                    <a:lnTo>
                      <a:pt x="486" y="6"/>
                    </a:lnTo>
                    <a:lnTo>
                      <a:pt x="456" y="0"/>
                    </a:lnTo>
                    <a:lnTo>
                      <a:pt x="456" y="24"/>
                    </a:lnTo>
                    <a:lnTo>
                      <a:pt x="444" y="24"/>
                    </a:lnTo>
                    <a:lnTo>
                      <a:pt x="444" y="30"/>
                    </a:lnTo>
                    <a:lnTo>
                      <a:pt x="456" y="42"/>
                    </a:lnTo>
                    <a:lnTo>
                      <a:pt x="462" y="42"/>
                    </a:lnTo>
                    <a:lnTo>
                      <a:pt x="456" y="48"/>
                    </a:lnTo>
                    <a:lnTo>
                      <a:pt x="444" y="48"/>
                    </a:lnTo>
                    <a:lnTo>
                      <a:pt x="438" y="42"/>
                    </a:lnTo>
                    <a:lnTo>
                      <a:pt x="414" y="42"/>
                    </a:lnTo>
                    <a:lnTo>
                      <a:pt x="390" y="36"/>
                    </a:lnTo>
                    <a:lnTo>
                      <a:pt x="366" y="42"/>
                    </a:lnTo>
                    <a:lnTo>
                      <a:pt x="366" y="30"/>
                    </a:lnTo>
                    <a:lnTo>
                      <a:pt x="360" y="24"/>
                    </a:lnTo>
                    <a:lnTo>
                      <a:pt x="348" y="36"/>
                    </a:lnTo>
                    <a:lnTo>
                      <a:pt x="348" y="66"/>
                    </a:lnTo>
                    <a:lnTo>
                      <a:pt x="342" y="72"/>
                    </a:lnTo>
                    <a:lnTo>
                      <a:pt x="324" y="72"/>
                    </a:lnTo>
                    <a:lnTo>
                      <a:pt x="282" y="78"/>
                    </a:lnTo>
                    <a:lnTo>
                      <a:pt x="264" y="96"/>
                    </a:lnTo>
                    <a:lnTo>
                      <a:pt x="252" y="102"/>
                    </a:lnTo>
                    <a:lnTo>
                      <a:pt x="246" y="102"/>
                    </a:lnTo>
                    <a:lnTo>
                      <a:pt x="246" y="114"/>
                    </a:lnTo>
                    <a:lnTo>
                      <a:pt x="258" y="120"/>
                    </a:lnTo>
                    <a:lnTo>
                      <a:pt x="264" y="126"/>
                    </a:lnTo>
                    <a:lnTo>
                      <a:pt x="258" y="144"/>
                    </a:lnTo>
                    <a:lnTo>
                      <a:pt x="252" y="144"/>
                    </a:lnTo>
                    <a:lnTo>
                      <a:pt x="240" y="150"/>
                    </a:lnTo>
                    <a:lnTo>
                      <a:pt x="234" y="156"/>
                    </a:lnTo>
                    <a:lnTo>
                      <a:pt x="234" y="162"/>
                    </a:lnTo>
                    <a:lnTo>
                      <a:pt x="228" y="168"/>
                    </a:lnTo>
                    <a:lnTo>
                      <a:pt x="210" y="168"/>
                    </a:lnTo>
                    <a:lnTo>
                      <a:pt x="216" y="174"/>
                    </a:lnTo>
                    <a:lnTo>
                      <a:pt x="216" y="180"/>
                    </a:lnTo>
                    <a:lnTo>
                      <a:pt x="222" y="186"/>
                    </a:lnTo>
                    <a:lnTo>
                      <a:pt x="222" y="192"/>
                    </a:lnTo>
                    <a:lnTo>
                      <a:pt x="216" y="192"/>
                    </a:lnTo>
                    <a:lnTo>
                      <a:pt x="210" y="198"/>
                    </a:lnTo>
                    <a:lnTo>
                      <a:pt x="204" y="198"/>
                    </a:lnTo>
                    <a:lnTo>
                      <a:pt x="192" y="204"/>
                    </a:lnTo>
                    <a:lnTo>
                      <a:pt x="174" y="192"/>
                    </a:lnTo>
                    <a:lnTo>
                      <a:pt x="174" y="228"/>
                    </a:lnTo>
                    <a:lnTo>
                      <a:pt x="168" y="270"/>
                    </a:lnTo>
                    <a:lnTo>
                      <a:pt x="138" y="300"/>
                    </a:lnTo>
                    <a:lnTo>
                      <a:pt x="132" y="300"/>
                    </a:lnTo>
                    <a:lnTo>
                      <a:pt x="120" y="306"/>
                    </a:lnTo>
                    <a:lnTo>
                      <a:pt x="132" y="312"/>
                    </a:lnTo>
                    <a:lnTo>
                      <a:pt x="150" y="330"/>
                    </a:lnTo>
                    <a:lnTo>
                      <a:pt x="150" y="336"/>
                    </a:lnTo>
                    <a:lnTo>
                      <a:pt x="144" y="342"/>
                    </a:lnTo>
                    <a:lnTo>
                      <a:pt x="102" y="342"/>
                    </a:lnTo>
                    <a:lnTo>
                      <a:pt x="90" y="348"/>
                    </a:lnTo>
                    <a:lnTo>
                      <a:pt x="84" y="354"/>
                    </a:lnTo>
                    <a:lnTo>
                      <a:pt x="72" y="360"/>
                    </a:lnTo>
                    <a:lnTo>
                      <a:pt x="30" y="402"/>
                    </a:lnTo>
                    <a:lnTo>
                      <a:pt x="36" y="408"/>
                    </a:lnTo>
                    <a:lnTo>
                      <a:pt x="42" y="408"/>
                    </a:lnTo>
                    <a:lnTo>
                      <a:pt x="48" y="414"/>
                    </a:lnTo>
                    <a:lnTo>
                      <a:pt x="48" y="420"/>
                    </a:lnTo>
                    <a:lnTo>
                      <a:pt x="42" y="426"/>
                    </a:lnTo>
                    <a:lnTo>
                      <a:pt x="36" y="426"/>
                    </a:lnTo>
                    <a:lnTo>
                      <a:pt x="30" y="432"/>
                    </a:lnTo>
                    <a:lnTo>
                      <a:pt x="30" y="444"/>
                    </a:lnTo>
                    <a:lnTo>
                      <a:pt x="54" y="468"/>
                    </a:lnTo>
                    <a:lnTo>
                      <a:pt x="54" y="480"/>
                    </a:lnTo>
                    <a:lnTo>
                      <a:pt x="48" y="492"/>
                    </a:lnTo>
                    <a:lnTo>
                      <a:pt x="48" y="510"/>
                    </a:lnTo>
                    <a:lnTo>
                      <a:pt x="60" y="522"/>
                    </a:lnTo>
                    <a:lnTo>
                      <a:pt x="66" y="522"/>
                    </a:lnTo>
                    <a:lnTo>
                      <a:pt x="84" y="540"/>
                    </a:lnTo>
                    <a:lnTo>
                      <a:pt x="84" y="552"/>
                    </a:lnTo>
                    <a:lnTo>
                      <a:pt x="72" y="564"/>
                    </a:lnTo>
                    <a:lnTo>
                      <a:pt x="48" y="570"/>
                    </a:lnTo>
                    <a:lnTo>
                      <a:pt x="54" y="576"/>
                    </a:lnTo>
                    <a:lnTo>
                      <a:pt x="60" y="588"/>
                    </a:lnTo>
                    <a:lnTo>
                      <a:pt x="60" y="594"/>
                    </a:lnTo>
                    <a:lnTo>
                      <a:pt x="66" y="600"/>
                    </a:lnTo>
                    <a:lnTo>
                      <a:pt x="66" y="606"/>
                    </a:lnTo>
                    <a:lnTo>
                      <a:pt x="72" y="618"/>
                    </a:lnTo>
                    <a:lnTo>
                      <a:pt x="66" y="618"/>
                    </a:lnTo>
                    <a:lnTo>
                      <a:pt x="66" y="642"/>
                    </a:lnTo>
                    <a:lnTo>
                      <a:pt x="60" y="648"/>
                    </a:lnTo>
                    <a:lnTo>
                      <a:pt x="24" y="648"/>
                    </a:lnTo>
                    <a:lnTo>
                      <a:pt x="30" y="660"/>
                    </a:lnTo>
                    <a:lnTo>
                      <a:pt x="30" y="666"/>
                    </a:lnTo>
                    <a:lnTo>
                      <a:pt x="24" y="666"/>
                    </a:lnTo>
                    <a:lnTo>
                      <a:pt x="18" y="672"/>
                    </a:lnTo>
                    <a:lnTo>
                      <a:pt x="18" y="678"/>
                    </a:lnTo>
                    <a:lnTo>
                      <a:pt x="30" y="690"/>
                    </a:lnTo>
                    <a:lnTo>
                      <a:pt x="30" y="708"/>
                    </a:lnTo>
                    <a:lnTo>
                      <a:pt x="24" y="714"/>
                    </a:lnTo>
                    <a:lnTo>
                      <a:pt x="18" y="726"/>
                    </a:lnTo>
                    <a:lnTo>
                      <a:pt x="0" y="708"/>
                    </a:lnTo>
                    <a:lnTo>
                      <a:pt x="0" y="768"/>
                    </a:lnTo>
                    <a:lnTo>
                      <a:pt x="6" y="762"/>
                    </a:lnTo>
                    <a:lnTo>
                      <a:pt x="24" y="762"/>
                    </a:lnTo>
                    <a:lnTo>
                      <a:pt x="36" y="774"/>
                    </a:lnTo>
                    <a:lnTo>
                      <a:pt x="36" y="780"/>
                    </a:lnTo>
                    <a:lnTo>
                      <a:pt x="30" y="780"/>
                    </a:lnTo>
                    <a:lnTo>
                      <a:pt x="30" y="774"/>
                    </a:lnTo>
                    <a:lnTo>
                      <a:pt x="24" y="774"/>
                    </a:lnTo>
                    <a:lnTo>
                      <a:pt x="24" y="834"/>
                    </a:lnTo>
                    <a:lnTo>
                      <a:pt x="30" y="840"/>
                    </a:lnTo>
                    <a:lnTo>
                      <a:pt x="36" y="840"/>
                    </a:lnTo>
                    <a:lnTo>
                      <a:pt x="48" y="846"/>
                    </a:lnTo>
                    <a:lnTo>
                      <a:pt x="54" y="858"/>
                    </a:lnTo>
                    <a:lnTo>
                      <a:pt x="60" y="864"/>
                    </a:lnTo>
                    <a:lnTo>
                      <a:pt x="66" y="876"/>
                    </a:lnTo>
                    <a:lnTo>
                      <a:pt x="90" y="900"/>
                    </a:lnTo>
                    <a:lnTo>
                      <a:pt x="96" y="900"/>
                    </a:lnTo>
                    <a:lnTo>
                      <a:pt x="96" y="912"/>
                    </a:lnTo>
                    <a:lnTo>
                      <a:pt x="78" y="912"/>
                    </a:lnTo>
                    <a:lnTo>
                      <a:pt x="78" y="942"/>
                    </a:lnTo>
                    <a:lnTo>
                      <a:pt x="90" y="954"/>
                    </a:lnTo>
                    <a:lnTo>
                      <a:pt x="102" y="960"/>
                    </a:lnTo>
                    <a:lnTo>
                      <a:pt x="96" y="966"/>
                    </a:lnTo>
                    <a:lnTo>
                      <a:pt x="96" y="984"/>
                    </a:lnTo>
                    <a:lnTo>
                      <a:pt x="102" y="984"/>
                    </a:lnTo>
                    <a:lnTo>
                      <a:pt x="108" y="990"/>
                    </a:lnTo>
                    <a:lnTo>
                      <a:pt x="174" y="990"/>
                    </a:lnTo>
                    <a:lnTo>
                      <a:pt x="180" y="984"/>
                    </a:lnTo>
                    <a:lnTo>
                      <a:pt x="180" y="948"/>
                    </a:lnTo>
                    <a:lnTo>
                      <a:pt x="198" y="942"/>
                    </a:lnTo>
                    <a:lnTo>
                      <a:pt x="198" y="924"/>
                    </a:lnTo>
                    <a:lnTo>
                      <a:pt x="264" y="930"/>
                    </a:lnTo>
                    <a:lnTo>
                      <a:pt x="276" y="936"/>
                    </a:lnTo>
                    <a:lnTo>
                      <a:pt x="300" y="876"/>
                    </a:lnTo>
                    <a:lnTo>
                      <a:pt x="300" y="864"/>
                    </a:lnTo>
                    <a:lnTo>
                      <a:pt x="306" y="852"/>
                    </a:lnTo>
                    <a:lnTo>
                      <a:pt x="306" y="816"/>
                    </a:lnTo>
                    <a:lnTo>
                      <a:pt x="300" y="810"/>
                    </a:lnTo>
                    <a:lnTo>
                      <a:pt x="294" y="798"/>
                    </a:lnTo>
                    <a:lnTo>
                      <a:pt x="312" y="798"/>
                    </a:lnTo>
                    <a:lnTo>
                      <a:pt x="324" y="786"/>
                    </a:lnTo>
                    <a:lnTo>
                      <a:pt x="324" y="780"/>
                    </a:lnTo>
                    <a:lnTo>
                      <a:pt x="306" y="762"/>
                    </a:lnTo>
                    <a:lnTo>
                      <a:pt x="294" y="762"/>
                    </a:lnTo>
                    <a:lnTo>
                      <a:pt x="312" y="756"/>
                    </a:lnTo>
                    <a:lnTo>
                      <a:pt x="300" y="750"/>
                    </a:lnTo>
                    <a:lnTo>
                      <a:pt x="324" y="750"/>
                    </a:lnTo>
                    <a:lnTo>
                      <a:pt x="336" y="744"/>
                    </a:lnTo>
                    <a:lnTo>
                      <a:pt x="348" y="744"/>
                    </a:lnTo>
                    <a:lnTo>
                      <a:pt x="354" y="738"/>
                    </a:lnTo>
                    <a:lnTo>
                      <a:pt x="360" y="726"/>
                    </a:lnTo>
                    <a:lnTo>
                      <a:pt x="360" y="714"/>
                    </a:lnTo>
                    <a:lnTo>
                      <a:pt x="366" y="708"/>
                    </a:lnTo>
                    <a:lnTo>
                      <a:pt x="384" y="726"/>
                    </a:lnTo>
                    <a:lnTo>
                      <a:pt x="390" y="726"/>
                    </a:lnTo>
                    <a:lnTo>
                      <a:pt x="396" y="720"/>
                    </a:lnTo>
                    <a:lnTo>
                      <a:pt x="408" y="696"/>
                    </a:lnTo>
                    <a:lnTo>
                      <a:pt x="402" y="690"/>
                    </a:lnTo>
                    <a:lnTo>
                      <a:pt x="402" y="684"/>
                    </a:lnTo>
                    <a:lnTo>
                      <a:pt x="414" y="684"/>
                    </a:lnTo>
                    <a:lnTo>
                      <a:pt x="420" y="678"/>
                    </a:lnTo>
                    <a:lnTo>
                      <a:pt x="432" y="672"/>
                    </a:lnTo>
                    <a:lnTo>
                      <a:pt x="432" y="660"/>
                    </a:lnTo>
                    <a:lnTo>
                      <a:pt x="420" y="636"/>
                    </a:lnTo>
                    <a:lnTo>
                      <a:pt x="408" y="630"/>
                    </a:lnTo>
                    <a:lnTo>
                      <a:pt x="408" y="618"/>
                    </a:lnTo>
                    <a:lnTo>
                      <a:pt x="372" y="600"/>
                    </a:lnTo>
                    <a:lnTo>
                      <a:pt x="360" y="606"/>
                    </a:lnTo>
                    <a:lnTo>
                      <a:pt x="354" y="606"/>
                    </a:lnTo>
                    <a:lnTo>
                      <a:pt x="342" y="600"/>
                    </a:lnTo>
                    <a:lnTo>
                      <a:pt x="330" y="576"/>
                    </a:lnTo>
                    <a:lnTo>
                      <a:pt x="330" y="558"/>
                    </a:lnTo>
                    <a:lnTo>
                      <a:pt x="324" y="546"/>
                    </a:lnTo>
                    <a:lnTo>
                      <a:pt x="324" y="528"/>
                    </a:lnTo>
                    <a:lnTo>
                      <a:pt x="336" y="516"/>
                    </a:lnTo>
                    <a:lnTo>
                      <a:pt x="342" y="504"/>
                    </a:lnTo>
                    <a:lnTo>
                      <a:pt x="342" y="486"/>
                    </a:lnTo>
                    <a:lnTo>
                      <a:pt x="336" y="474"/>
                    </a:lnTo>
                    <a:lnTo>
                      <a:pt x="330" y="468"/>
                    </a:lnTo>
                    <a:lnTo>
                      <a:pt x="330" y="462"/>
                    </a:lnTo>
                    <a:lnTo>
                      <a:pt x="348" y="462"/>
                    </a:lnTo>
                    <a:lnTo>
                      <a:pt x="354" y="456"/>
                    </a:lnTo>
                    <a:lnTo>
                      <a:pt x="354" y="438"/>
                    </a:lnTo>
                    <a:lnTo>
                      <a:pt x="348" y="426"/>
                    </a:lnTo>
                    <a:lnTo>
                      <a:pt x="354" y="432"/>
                    </a:lnTo>
                    <a:lnTo>
                      <a:pt x="378" y="432"/>
                    </a:lnTo>
                    <a:lnTo>
                      <a:pt x="384" y="426"/>
                    </a:lnTo>
                    <a:lnTo>
                      <a:pt x="396" y="420"/>
                    </a:lnTo>
                    <a:lnTo>
                      <a:pt x="408" y="408"/>
                    </a:lnTo>
                    <a:lnTo>
                      <a:pt x="438" y="414"/>
                    </a:lnTo>
                    <a:lnTo>
                      <a:pt x="450" y="390"/>
                    </a:lnTo>
                    <a:lnTo>
                      <a:pt x="480" y="390"/>
                    </a:lnTo>
                    <a:lnTo>
                      <a:pt x="498" y="384"/>
                    </a:lnTo>
                    <a:lnTo>
                      <a:pt x="510" y="378"/>
                    </a:lnTo>
                    <a:lnTo>
                      <a:pt x="522" y="354"/>
                    </a:lnTo>
                    <a:lnTo>
                      <a:pt x="540" y="336"/>
                    </a:lnTo>
                    <a:lnTo>
                      <a:pt x="546" y="324"/>
                    </a:lnTo>
                    <a:lnTo>
                      <a:pt x="528" y="300"/>
                    </a:lnTo>
                    <a:lnTo>
                      <a:pt x="558" y="264"/>
                    </a:lnTo>
                    <a:lnTo>
                      <a:pt x="540" y="246"/>
                    </a:lnTo>
                    <a:lnTo>
                      <a:pt x="576" y="234"/>
                    </a:lnTo>
                    <a:lnTo>
                      <a:pt x="594" y="216"/>
                    </a:lnTo>
                    <a:lnTo>
                      <a:pt x="672" y="222"/>
                    </a:lnTo>
                    <a:lnTo>
                      <a:pt x="684" y="240"/>
                    </a:lnTo>
                    <a:lnTo>
                      <a:pt x="690" y="240"/>
                    </a:lnTo>
                    <a:lnTo>
                      <a:pt x="678" y="204"/>
                    </a:lnTo>
                    <a:close/>
                    <a:moveTo>
                      <a:pt x="390" y="828"/>
                    </a:moveTo>
                    <a:lnTo>
                      <a:pt x="390" y="840"/>
                    </a:lnTo>
                    <a:lnTo>
                      <a:pt x="396" y="852"/>
                    </a:lnTo>
                    <a:lnTo>
                      <a:pt x="396" y="864"/>
                    </a:lnTo>
                    <a:lnTo>
                      <a:pt x="402" y="870"/>
                    </a:lnTo>
                    <a:lnTo>
                      <a:pt x="402" y="876"/>
                    </a:lnTo>
                    <a:lnTo>
                      <a:pt x="414" y="852"/>
                    </a:lnTo>
                    <a:lnTo>
                      <a:pt x="426" y="852"/>
                    </a:lnTo>
                    <a:lnTo>
                      <a:pt x="432" y="846"/>
                    </a:lnTo>
                    <a:lnTo>
                      <a:pt x="438" y="834"/>
                    </a:lnTo>
                    <a:lnTo>
                      <a:pt x="438" y="822"/>
                    </a:lnTo>
                    <a:lnTo>
                      <a:pt x="432" y="816"/>
                    </a:lnTo>
                    <a:lnTo>
                      <a:pt x="450" y="798"/>
                    </a:lnTo>
                    <a:lnTo>
                      <a:pt x="444" y="798"/>
                    </a:lnTo>
                    <a:lnTo>
                      <a:pt x="438" y="804"/>
                    </a:lnTo>
                    <a:lnTo>
                      <a:pt x="420" y="804"/>
                    </a:lnTo>
                    <a:lnTo>
                      <a:pt x="408" y="810"/>
                    </a:lnTo>
                    <a:lnTo>
                      <a:pt x="390" y="828"/>
                    </a:lnTo>
                    <a:close/>
                    <a:moveTo>
                      <a:pt x="300" y="900"/>
                    </a:moveTo>
                    <a:lnTo>
                      <a:pt x="300" y="912"/>
                    </a:lnTo>
                    <a:lnTo>
                      <a:pt x="294" y="924"/>
                    </a:lnTo>
                    <a:lnTo>
                      <a:pt x="300" y="918"/>
                    </a:lnTo>
                    <a:lnTo>
                      <a:pt x="312" y="912"/>
                    </a:lnTo>
                    <a:lnTo>
                      <a:pt x="318" y="900"/>
                    </a:lnTo>
                    <a:lnTo>
                      <a:pt x="318" y="894"/>
                    </a:lnTo>
                    <a:lnTo>
                      <a:pt x="324" y="888"/>
                    </a:lnTo>
                    <a:lnTo>
                      <a:pt x="324" y="882"/>
                    </a:lnTo>
                    <a:lnTo>
                      <a:pt x="342" y="858"/>
                    </a:lnTo>
                    <a:lnTo>
                      <a:pt x="336" y="840"/>
                    </a:lnTo>
                    <a:lnTo>
                      <a:pt x="330" y="852"/>
                    </a:lnTo>
                    <a:lnTo>
                      <a:pt x="312" y="870"/>
                    </a:lnTo>
                    <a:lnTo>
                      <a:pt x="300" y="894"/>
                    </a:lnTo>
                    <a:lnTo>
                      <a:pt x="300" y="900"/>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34" name="Spain" descr="© INSCALE GmbH, 05.05.2010&#10;http://www.presentationload.com/">
                <a:extLst>
                  <a:ext uri="{FF2B5EF4-FFF2-40B4-BE49-F238E27FC236}">
                    <a16:creationId xmlns:a16="http://schemas.microsoft.com/office/drawing/2014/main" id="{A1CC21EC-EF22-04BE-D59F-58864E996410}"/>
                  </a:ext>
                </a:extLst>
              </p:cNvPr>
              <p:cNvSpPr>
                <a:spLocks noEditPoints="1"/>
              </p:cNvSpPr>
              <p:nvPr/>
            </p:nvSpPr>
            <p:spPr bwMode="gray">
              <a:xfrm>
                <a:off x="2519" y="1675"/>
                <a:ext cx="222" cy="157"/>
              </a:xfrm>
              <a:custGeom>
                <a:avLst/>
                <a:gdLst>
                  <a:gd name="T0" fmla="*/ 2147483647 w 876"/>
                  <a:gd name="T1" fmla="*/ 2147483647 h 618"/>
                  <a:gd name="T2" fmla="*/ 2147483647 w 876"/>
                  <a:gd name="T3" fmla="*/ 2147483647 h 618"/>
                  <a:gd name="T4" fmla="*/ 2147483647 w 876"/>
                  <a:gd name="T5" fmla="*/ 2147483647 h 618"/>
                  <a:gd name="T6" fmla="*/ 2147483647 w 876"/>
                  <a:gd name="T7" fmla="*/ 2147483647 h 618"/>
                  <a:gd name="T8" fmla="*/ 2147483647 w 876"/>
                  <a:gd name="T9" fmla="*/ 2147483647 h 618"/>
                  <a:gd name="T10" fmla="*/ 2147483647 w 876"/>
                  <a:gd name="T11" fmla="*/ 2147483647 h 618"/>
                  <a:gd name="T12" fmla="*/ 2147483647 w 876"/>
                  <a:gd name="T13" fmla="*/ 2147483647 h 618"/>
                  <a:gd name="T14" fmla="*/ 2147483647 w 876"/>
                  <a:gd name="T15" fmla="*/ 2147483647 h 618"/>
                  <a:gd name="T16" fmla="*/ 2147483647 w 876"/>
                  <a:gd name="T17" fmla="*/ 2147483647 h 618"/>
                  <a:gd name="T18" fmla="*/ 2147483647 w 876"/>
                  <a:gd name="T19" fmla="*/ 2147483647 h 618"/>
                  <a:gd name="T20" fmla="*/ 2147483647 w 876"/>
                  <a:gd name="T21" fmla="*/ 2147483647 h 618"/>
                  <a:gd name="T22" fmla="*/ 2147483647 w 876"/>
                  <a:gd name="T23" fmla="*/ 2147483647 h 618"/>
                  <a:gd name="T24" fmla="*/ 2147483647 w 876"/>
                  <a:gd name="T25" fmla="*/ 2147483647 h 618"/>
                  <a:gd name="T26" fmla="*/ 2147483647 w 876"/>
                  <a:gd name="T27" fmla="*/ 2147483647 h 618"/>
                  <a:gd name="T28" fmla="*/ 2147483647 w 876"/>
                  <a:gd name="T29" fmla="*/ 2147483647 h 618"/>
                  <a:gd name="T30" fmla="*/ 2147483647 w 876"/>
                  <a:gd name="T31" fmla="*/ 2147483647 h 618"/>
                  <a:gd name="T32" fmla="*/ 2147483647 w 876"/>
                  <a:gd name="T33" fmla="*/ 2147483647 h 618"/>
                  <a:gd name="T34" fmla="*/ 2147483647 w 876"/>
                  <a:gd name="T35" fmla="*/ 2147483647 h 618"/>
                  <a:gd name="T36" fmla="*/ 2147483647 w 876"/>
                  <a:gd name="T37" fmla="*/ 2147483647 h 618"/>
                  <a:gd name="T38" fmla="*/ 2147483647 w 876"/>
                  <a:gd name="T39" fmla="*/ 2147483647 h 618"/>
                  <a:gd name="T40" fmla="*/ 2147483647 w 876"/>
                  <a:gd name="T41" fmla="*/ 0 h 618"/>
                  <a:gd name="T42" fmla="*/ 2147483647 w 876"/>
                  <a:gd name="T43" fmla="*/ 2147483647 h 618"/>
                  <a:gd name="T44" fmla="*/ 0 w 876"/>
                  <a:gd name="T45" fmla="*/ 2147483647 h 618"/>
                  <a:gd name="T46" fmla="*/ 2147483647 w 876"/>
                  <a:gd name="T47" fmla="*/ 2147483647 h 618"/>
                  <a:gd name="T48" fmla="*/ 2147483647 w 876"/>
                  <a:gd name="T49" fmla="*/ 2147483647 h 618"/>
                  <a:gd name="T50" fmla="*/ 2147483647 w 876"/>
                  <a:gd name="T51" fmla="*/ 2147483647 h 618"/>
                  <a:gd name="T52" fmla="*/ 2147483647 w 876"/>
                  <a:gd name="T53" fmla="*/ 2147483647 h 618"/>
                  <a:gd name="T54" fmla="*/ 2147483647 w 876"/>
                  <a:gd name="T55" fmla="*/ 2147483647 h 618"/>
                  <a:gd name="T56" fmla="*/ 2147483647 w 876"/>
                  <a:gd name="T57" fmla="*/ 2147483647 h 618"/>
                  <a:gd name="T58" fmla="*/ 2147483647 w 876"/>
                  <a:gd name="T59" fmla="*/ 2147483647 h 618"/>
                  <a:gd name="T60" fmla="*/ 2147483647 w 876"/>
                  <a:gd name="T61" fmla="*/ 2147483647 h 618"/>
                  <a:gd name="T62" fmla="*/ 2147483647 w 876"/>
                  <a:gd name="T63" fmla="*/ 2147483647 h 618"/>
                  <a:gd name="T64" fmla="*/ 2147483647 w 876"/>
                  <a:gd name="T65" fmla="*/ 2147483647 h 618"/>
                  <a:gd name="T66" fmla="*/ 2147483647 w 876"/>
                  <a:gd name="T67" fmla="*/ 2147483647 h 618"/>
                  <a:gd name="T68" fmla="*/ 2147483647 w 876"/>
                  <a:gd name="T69" fmla="*/ 2147483647 h 618"/>
                  <a:gd name="T70" fmla="*/ 2147483647 w 876"/>
                  <a:gd name="T71" fmla="*/ 2147483647 h 618"/>
                  <a:gd name="T72" fmla="*/ 2147483647 w 876"/>
                  <a:gd name="T73" fmla="*/ 2147483647 h 618"/>
                  <a:gd name="T74" fmla="*/ 2147483647 w 876"/>
                  <a:gd name="T75" fmla="*/ 2147483647 h 618"/>
                  <a:gd name="T76" fmla="*/ 2147483647 w 876"/>
                  <a:gd name="T77" fmla="*/ 2147483647 h 618"/>
                  <a:gd name="T78" fmla="*/ 2147483647 w 876"/>
                  <a:gd name="T79" fmla="*/ 2147483647 h 618"/>
                  <a:gd name="T80" fmla="*/ 2147483647 w 876"/>
                  <a:gd name="T81" fmla="*/ 2147483647 h 618"/>
                  <a:gd name="T82" fmla="*/ 2147483647 w 876"/>
                  <a:gd name="T83" fmla="*/ 2147483647 h 618"/>
                  <a:gd name="T84" fmla="*/ 2147483647 w 876"/>
                  <a:gd name="T85" fmla="*/ 2147483647 h 618"/>
                  <a:gd name="T86" fmla="*/ 2147483647 w 876"/>
                  <a:gd name="T87" fmla="*/ 2147483647 h 618"/>
                  <a:gd name="T88" fmla="*/ 2147483647 w 876"/>
                  <a:gd name="T89" fmla="*/ 2147483647 h 618"/>
                  <a:gd name="T90" fmla="*/ 2147483647 w 876"/>
                  <a:gd name="T91" fmla="*/ 2147483647 h 618"/>
                  <a:gd name="T92" fmla="*/ 2147483647 w 876"/>
                  <a:gd name="T93" fmla="*/ 2147483647 h 618"/>
                  <a:gd name="T94" fmla="*/ 2147483647 w 876"/>
                  <a:gd name="T95" fmla="*/ 2147483647 h 618"/>
                  <a:gd name="T96" fmla="*/ 2147483647 w 876"/>
                  <a:gd name="T97" fmla="*/ 2147483647 h 618"/>
                  <a:gd name="T98" fmla="*/ 2147483647 w 876"/>
                  <a:gd name="T99" fmla="*/ 2147483647 h 618"/>
                  <a:gd name="T100" fmla="*/ 2147483647 w 876"/>
                  <a:gd name="T101" fmla="*/ 2147483647 h 618"/>
                  <a:gd name="T102" fmla="*/ 2147483647 w 876"/>
                  <a:gd name="T103" fmla="*/ 2147483647 h 618"/>
                  <a:gd name="T104" fmla="*/ 2147483647 w 876"/>
                  <a:gd name="T105" fmla="*/ 2147483647 h 618"/>
                  <a:gd name="T106" fmla="*/ 2147483647 w 876"/>
                  <a:gd name="T107" fmla="*/ 2147483647 h 618"/>
                  <a:gd name="T108" fmla="*/ 2147483647 w 876"/>
                  <a:gd name="T109" fmla="*/ 2147483647 h 61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876"/>
                  <a:gd name="T166" fmla="*/ 0 h 618"/>
                  <a:gd name="T167" fmla="*/ 876 w 876"/>
                  <a:gd name="T168" fmla="*/ 618 h 61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876" h="618">
                    <a:moveTo>
                      <a:pt x="804" y="318"/>
                    </a:moveTo>
                    <a:lnTo>
                      <a:pt x="798" y="312"/>
                    </a:lnTo>
                    <a:lnTo>
                      <a:pt x="798" y="306"/>
                    </a:lnTo>
                    <a:lnTo>
                      <a:pt x="786" y="306"/>
                    </a:lnTo>
                    <a:lnTo>
                      <a:pt x="762" y="318"/>
                    </a:lnTo>
                    <a:lnTo>
                      <a:pt x="750" y="330"/>
                    </a:lnTo>
                    <a:lnTo>
                      <a:pt x="750" y="336"/>
                    </a:lnTo>
                    <a:lnTo>
                      <a:pt x="756" y="342"/>
                    </a:lnTo>
                    <a:lnTo>
                      <a:pt x="768" y="342"/>
                    </a:lnTo>
                    <a:lnTo>
                      <a:pt x="774" y="348"/>
                    </a:lnTo>
                    <a:lnTo>
                      <a:pt x="774" y="354"/>
                    </a:lnTo>
                    <a:lnTo>
                      <a:pt x="804" y="354"/>
                    </a:lnTo>
                    <a:lnTo>
                      <a:pt x="816" y="342"/>
                    </a:lnTo>
                    <a:lnTo>
                      <a:pt x="816" y="324"/>
                    </a:lnTo>
                    <a:lnTo>
                      <a:pt x="810" y="318"/>
                    </a:lnTo>
                    <a:lnTo>
                      <a:pt x="804" y="318"/>
                    </a:lnTo>
                    <a:close/>
                    <a:moveTo>
                      <a:pt x="672" y="390"/>
                    </a:moveTo>
                    <a:lnTo>
                      <a:pt x="678" y="396"/>
                    </a:lnTo>
                    <a:lnTo>
                      <a:pt x="684" y="396"/>
                    </a:lnTo>
                    <a:lnTo>
                      <a:pt x="690" y="390"/>
                    </a:lnTo>
                    <a:lnTo>
                      <a:pt x="690" y="372"/>
                    </a:lnTo>
                    <a:lnTo>
                      <a:pt x="684" y="372"/>
                    </a:lnTo>
                    <a:lnTo>
                      <a:pt x="672" y="384"/>
                    </a:lnTo>
                    <a:lnTo>
                      <a:pt x="672" y="390"/>
                    </a:lnTo>
                    <a:close/>
                    <a:moveTo>
                      <a:pt x="840" y="300"/>
                    </a:moveTo>
                    <a:lnTo>
                      <a:pt x="840" y="306"/>
                    </a:lnTo>
                    <a:lnTo>
                      <a:pt x="852" y="318"/>
                    </a:lnTo>
                    <a:lnTo>
                      <a:pt x="870" y="318"/>
                    </a:lnTo>
                    <a:lnTo>
                      <a:pt x="876" y="312"/>
                    </a:lnTo>
                    <a:lnTo>
                      <a:pt x="864" y="300"/>
                    </a:lnTo>
                    <a:lnTo>
                      <a:pt x="852" y="300"/>
                    </a:lnTo>
                    <a:lnTo>
                      <a:pt x="846" y="294"/>
                    </a:lnTo>
                    <a:lnTo>
                      <a:pt x="840" y="300"/>
                    </a:lnTo>
                    <a:close/>
                    <a:moveTo>
                      <a:pt x="804" y="150"/>
                    </a:moveTo>
                    <a:lnTo>
                      <a:pt x="798" y="138"/>
                    </a:lnTo>
                    <a:lnTo>
                      <a:pt x="798" y="132"/>
                    </a:lnTo>
                    <a:lnTo>
                      <a:pt x="810" y="120"/>
                    </a:lnTo>
                    <a:lnTo>
                      <a:pt x="798" y="114"/>
                    </a:lnTo>
                    <a:lnTo>
                      <a:pt x="792" y="108"/>
                    </a:lnTo>
                    <a:lnTo>
                      <a:pt x="792" y="102"/>
                    </a:lnTo>
                    <a:lnTo>
                      <a:pt x="780" y="102"/>
                    </a:lnTo>
                    <a:lnTo>
                      <a:pt x="780" y="108"/>
                    </a:lnTo>
                    <a:lnTo>
                      <a:pt x="774" y="114"/>
                    </a:lnTo>
                    <a:lnTo>
                      <a:pt x="756" y="114"/>
                    </a:lnTo>
                    <a:lnTo>
                      <a:pt x="750" y="108"/>
                    </a:lnTo>
                    <a:lnTo>
                      <a:pt x="726" y="108"/>
                    </a:lnTo>
                    <a:lnTo>
                      <a:pt x="726" y="102"/>
                    </a:lnTo>
                    <a:lnTo>
                      <a:pt x="708" y="102"/>
                    </a:lnTo>
                    <a:lnTo>
                      <a:pt x="696" y="108"/>
                    </a:lnTo>
                    <a:lnTo>
                      <a:pt x="690" y="84"/>
                    </a:lnTo>
                    <a:lnTo>
                      <a:pt x="672" y="84"/>
                    </a:lnTo>
                    <a:lnTo>
                      <a:pt x="672" y="78"/>
                    </a:lnTo>
                    <a:lnTo>
                      <a:pt x="666" y="72"/>
                    </a:lnTo>
                    <a:lnTo>
                      <a:pt x="648" y="72"/>
                    </a:lnTo>
                    <a:lnTo>
                      <a:pt x="642" y="78"/>
                    </a:lnTo>
                    <a:lnTo>
                      <a:pt x="642" y="90"/>
                    </a:lnTo>
                    <a:lnTo>
                      <a:pt x="624" y="96"/>
                    </a:lnTo>
                    <a:lnTo>
                      <a:pt x="624" y="84"/>
                    </a:lnTo>
                    <a:lnTo>
                      <a:pt x="594" y="84"/>
                    </a:lnTo>
                    <a:lnTo>
                      <a:pt x="582" y="72"/>
                    </a:lnTo>
                    <a:lnTo>
                      <a:pt x="570" y="72"/>
                    </a:lnTo>
                    <a:lnTo>
                      <a:pt x="564" y="78"/>
                    </a:lnTo>
                    <a:lnTo>
                      <a:pt x="546" y="60"/>
                    </a:lnTo>
                    <a:lnTo>
                      <a:pt x="510" y="60"/>
                    </a:lnTo>
                    <a:lnTo>
                      <a:pt x="516" y="54"/>
                    </a:lnTo>
                    <a:lnTo>
                      <a:pt x="516" y="48"/>
                    </a:lnTo>
                    <a:lnTo>
                      <a:pt x="504" y="36"/>
                    </a:lnTo>
                    <a:lnTo>
                      <a:pt x="498" y="36"/>
                    </a:lnTo>
                    <a:lnTo>
                      <a:pt x="492" y="42"/>
                    </a:lnTo>
                    <a:lnTo>
                      <a:pt x="486" y="36"/>
                    </a:lnTo>
                    <a:lnTo>
                      <a:pt x="450" y="36"/>
                    </a:lnTo>
                    <a:lnTo>
                      <a:pt x="390" y="24"/>
                    </a:lnTo>
                    <a:lnTo>
                      <a:pt x="378" y="24"/>
                    </a:lnTo>
                    <a:lnTo>
                      <a:pt x="348" y="36"/>
                    </a:lnTo>
                    <a:lnTo>
                      <a:pt x="294" y="30"/>
                    </a:lnTo>
                    <a:lnTo>
                      <a:pt x="258" y="12"/>
                    </a:lnTo>
                    <a:lnTo>
                      <a:pt x="234" y="12"/>
                    </a:lnTo>
                    <a:lnTo>
                      <a:pt x="216" y="18"/>
                    </a:lnTo>
                    <a:lnTo>
                      <a:pt x="162" y="18"/>
                    </a:lnTo>
                    <a:lnTo>
                      <a:pt x="150" y="12"/>
                    </a:lnTo>
                    <a:lnTo>
                      <a:pt x="138" y="12"/>
                    </a:lnTo>
                    <a:lnTo>
                      <a:pt x="126" y="6"/>
                    </a:lnTo>
                    <a:lnTo>
                      <a:pt x="120" y="0"/>
                    </a:lnTo>
                    <a:lnTo>
                      <a:pt x="108" y="0"/>
                    </a:lnTo>
                    <a:lnTo>
                      <a:pt x="96" y="6"/>
                    </a:lnTo>
                    <a:lnTo>
                      <a:pt x="72" y="30"/>
                    </a:lnTo>
                    <a:lnTo>
                      <a:pt x="60" y="30"/>
                    </a:lnTo>
                    <a:lnTo>
                      <a:pt x="48" y="36"/>
                    </a:lnTo>
                    <a:lnTo>
                      <a:pt x="30" y="36"/>
                    </a:lnTo>
                    <a:lnTo>
                      <a:pt x="6" y="48"/>
                    </a:lnTo>
                    <a:lnTo>
                      <a:pt x="0" y="60"/>
                    </a:lnTo>
                    <a:lnTo>
                      <a:pt x="0" y="72"/>
                    </a:lnTo>
                    <a:lnTo>
                      <a:pt x="6" y="78"/>
                    </a:lnTo>
                    <a:lnTo>
                      <a:pt x="12" y="90"/>
                    </a:lnTo>
                    <a:lnTo>
                      <a:pt x="24" y="96"/>
                    </a:lnTo>
                    <a:lnTo>
                      <a:pt x="30" y="102"/>
                    </a:lnTo>
                    <a:lnTo>
                      <a:pt x="18" y="138"/>
                    </a:lnTo>
                    <a:lnTo>
                      <a:pt x="24" y="144"/>
                    </a:lnTo>
                    <a:lnTo>
                      <a:pt x="24" y="150"/>
                    </a:lnTo>
                    <a:lnTo>
                      <a:pt x="30" y="144"/>
                    </a:lnTo>
                    <a:lnTo>
                      <a:pt x="54" y="132"/>
                    </a:lnTo>
                    <a:lnTo>
                      <a:pt x="78" y="132"/>
                    </a:lnTo>
                    <a:lnTo>
                      <a:pt x="78" y="138"/>
                    </a:lnTo>
                    <a:lnTo>
                      <a:pt x="66" y="150"/>
                    </a:lnTo>
                    <a:lnTo>
                      <a:pt x="60" y="150"/>
                    </a:lnTo>
                    <a:lnTo>
                      <a:pt x="60" y="156"/>
                    </a:lnTo>
                    <a:lnTo>
                      <a:pt x="72" y="156"/>
                    </a:lnTo>
                    <a:lnTo>
                      <a:pt x="78" y="150"/>
                    </a:lnTo>
                    <a:lnTo>
                      <a:pt x="96" y="150"/>
                    </a:lnTo>
                    <a:lnTo>
                      <a:pt x="102" y="156"/>
                    </a:lnTo>
                    <a:lnTo>
                      <a:pt x="114" y="156"/>
                    </a:lnTo>
                    <a:lnTo>
                      <a:pt x="120" y="150"/>
                    </a:lnTo>
                    <a:lnTo>
                      <a:pt x="120" y="144"/>
                    </a:lnTo>
                    <a:lnTo>
                      <a:pt x="174" y="144"/>
                    </a:lnTo>
                    <a:lnTo>
                      <a:pt x="174" y="162"/>
                    </a:lnTo>
                    <a:lnTo>
                      <a:pt x="180" y="162"/>
                    </a:lnTo>
                    <a:lnTo>
                      <a:pt x="192" y="168"/>
                    </a:lnTo>
                    <a:lnTo>
                      <a:pt x="192" y="174"/>
                    </a:lnTo>
                    <a:lnTo>
                      <a:pt x="168" y="198"/>
                    </a:lnTo>
                    <a:lnTo>
                      <a:pt x="144" y="210"/>
                    </a:lnTo>
                    <a:lnTo>
                      <a:pt x="138" y="216"/>
                    </a:lnTo>
                    <a:lnTo>
                      <a:pt x="138" y="222"/>
                    </a:lnTo>
                    <a:lnTo>
                      <a:pt x="144" y="222"/>
                    </a:lnTo>
                    <a:lnTo>
                      <a:pt x="150" y="228"/>
                    </a:lnTo>
                    <a:lnTo>
                      <a:pt x="150" y="240"/>
                    </a:lnTo>
                    <a:lnTo>
                      <a:pt x="144" y="258"/>
                    </a:lnTo>
                    <a:lnTo>
                      <a:pt x="144" y="276"/>
                    </a:lnTo>
                    <a:lnTo>
                      <a:pt x="138" y="276"/>
                    </a:lnTo>
                    <a:lnTo>
                      <a:pt x="132" y="282"/>
                    </a:lnTo>
                    <a:lnTo>
                      <a:pt x="132" y="294"/>
                    </a:lnTo>
                    <a:lnTo>
                      <a:pt x="138" y="300"/>
                    </a:lnTo>
                    <a:lnTo>
                      <a:pt x="138" y="312"/>
                    </a:lnTo>
                    <a:lnTo>
                      <a:pt x="126" y="324"/>
                    </a:lnTo>
                    <a:lnTo>
                      <a:pt x="90" y="324"/>
                    </a:lnTo>
                    <a:lnTo>
                      <a:pt x="114" y="348"/>
                    </a:lnTo>
                    <a:lnTo>
                      <a:pt x="114" y="360"/>
                    </a:lnTo>
                    <a:lnTo>
                      <a:pt x="120" y="366"/>
                    </a:lnTo>
                    <a:lnTo>
                      <a:pt x="132" y="372"/>
                    </a:lnTo>
                    <a:lnTo>
                      <a:pt x="132" y="378"/>
                    </a:lnTo>
                    <a:lnTo>
                      <a:pt x="120" y="390"/>
                    </a:lnTo>
                    <a:lnTo>
                      <a:pt x="108" y="396"/>
                    </a:lnTo>
                    <a:lnTo>
                      <a:pt x="96" y="408"/>
                    </a:lnTo>
                    <a:lnTo>
                      <a:pt x="96" y="414"/>
                    </a:lnTo>
                    <a:lnTo>
                      <a:pt x="102" y="420"/>
                    </a:lnTo>
                    <a:lnTo>
                      <a:pt x="102" y="426"/>
                    </a:lnTo>
                    <a:lnTo>
                      <a:pt x="108" y="438"/>
                    </a:lnTo>
                    <a:lnTo>
                      <a:pt x="114" y="444"/>
                    </a:lnTo>
                    <a:lnTo>
                      <a:pt x="126" y="444"/>
                    </a:lnTo>
                    <a:lnTo>
                      <a:pt x="126" y="450"/>
                    </a:lnTo>
                    <a:lnTo>
                      <a:pt x="114" y="462"/>
                    </a:lnTo>
                    <a:lnTo>
                      <a:pt x="102" y="462"/>
                    </a:lnTo>
                    <a:lnTo>
                      <a:pt x="96" y="474"/>
                    </a:lnTo>
                    <a:lnTo>
                      <a:pt x="90" y="480"/>
                    </a:lnTo>
                    <a:lnTo>
                      <a:pt x="90" y="528"/>
                    </a:lnTo>
                    <a:lnTo>
                      <a:pt x="120" y="528"/>
                    </a:lnTo>
                    <a:lnTo>
                      <a:pt x="144" y="546"/>
                    </a:lnTo>
                    <a:lnTo>
                      <a:pt x="162" y="546"/>
                    </a:lnTo>
                    <a:lnTo>
                      <a:pt x="156" y="576"/>
                    </a:lnTo>
                    <a:lnTo>
                      <a:pt x="162" y="576"/>
                    </a:lnTo>
                    <a:lnTo>
                      <a:pt x="162" y="594"/>
                    </a:lnTo>
                    <a:lnTo>
                      <a:pt x="168" y="606"/>
                    </a:lnTo>
                    <a:lnTo>
                      <a:pt x="174" y="612"/>
                    </a:lnTo>
                    <a:lnTo>
                      <a:pt x="192" y="612"/>
                    </a:lnTo>
                    <a:lnTo>
                      <a:pt x="198" y="618"/>
                    </a:lnTo>
                    <a:lnTo>
                      <a:pt x="204" y="618"/>
                    </a:lnTo>
                    <a:lnTo>
                      <a:pt x="210" y="612"/>
                    </a:lnTo>
                    <a:lnTo>
                      <a:pt x="222" y="606"/>
                    </a:lnTo>
                    <a:lnTo>
                      <a:pt x="240" y="588"/>
                    </a:lnTo>
                    <a:lnTo>
                      <a:pt x="252" y="582"/>
                    </a:lnTo>
                    <a:lnTo>
                      <a:pt x="264" y="582"/>
                    </a:lnTo>
                    <a:lnTo>
                      <a:pt x="294" y="564"/>
                    </a:lnTo>
                    <a:lnTo>
                      <a:pt x="360" y="564"/>
                    </a:lnTo>
                    <a:lnTo>
                      <a:pt x="366" y="558"/>
                    </a:lnTo>
                    <a:lnTo>
                      <a:pt x="378" y="558"/>
                    </a:lnTo>
                    <a:lnTo>
                      <a:pt x="390" y="570"/>
                    </a:lnTo>
                    <a:lnTo>
                      <a:pt x="396" y="570"/>
                    </a:lnTo>
                    <a:lnTo>
                      <a:pt x="408" y="564"/>
                    </a:lnTo>
                    <a:lnTo>
                      <a:pt x="420" y="564"/>
                    </a:lnTo>
                    <a:lnTo>
                      <a:pt x="426" y="558"/>
                    </a:lnTo>
                    <a:lnTo>
                      <a:pt x="432" y="558"/>
                    </a:lnTo>
                    <a:lnTo>
                      <a:pt x="432" y="570"/>
                    </a:lnTo>
                    <a:lnTo>
                      <a:pt x="438" y="570"/>
                    </a:lnTo>
                    <a:lnTo>
                      <a:pt x="450" y="558"/>
                    </a:lnTo>
                    <a:lnTo>
                      <a:pt x="462" y="534"/>
                    </a:lnTo>
                    <a:lnTo>
                      <a:pt x="462" y="522"/>
                    </a:lnTo>
                    <a:lnTo>
                      <a:pt x="498" y="492"/>
                    </a:lnTo>
                    <a:lnTo>
                      <a:pt x="528" y="492"/>
                    </a:lnTo>
                    <a:lnTo>
                      <a:pt x="534" y="474"/>
                    </a:lnTo>
                    <a:lnTo>
                      <a:pt x="534" y="468"/>
                    </a:lnTo>
                    <a:lnTo>
                      <a:pt x="540" y="462"/>
                    </a:lnTo>
                    <a:lnTo>
                      <a:pt x="540" y="450"/>
                    </a:lnTo>
                    <a:lnTo>
                      <a:pt x="546" y="444"/>
                    </a:lnTo>
                    <a:lnTo>
                      <a:pt x="552" y="432"/>
                    </a:lnTo>
                    <a:lnTo>
                      <a:pt x="552" y="426"/>
                    </a:lnTo>
                    <a:lnTo>
                      <a:pt x="570" y="426"/>
                    </a:lnTo>
                    <a:lnTo>
                      <a:pt x="594" y="414"/>
                    </a:lnTo>
                    <a:lnTo>
                      <a:pt x="600" y="408"/>
                    </a:lnTo>
                    <a:lnTo>
                      <a:pt x="594" y="396"/>
                    </a:lnTo>
                    <a:lnTo>
                      <a:pt x="588" y="390"/>
                    </a:lnTo>
                    <a:lnTo>
                      <a:pt x="582" y="378"/>
                    </a:lnTo>
                    <a:lnTo>
                      <a:pt x="576" y="372"/>
                    </a:lnTo>
                    <a:lnTo>
                      <a:pt x="570" y="372"/>
                    </a:lnTo>
                    <a:lnTo>
                      <a:pt x="570" y="336"/>
                    </a:lnTo>
                    <a:lnTo>
                      <a:pt x="582" y="312"/>
                    </a:lnTo>
                    <a:lnTo>
                      <a:pt x="594" y="306"/>
                    </a:lnTo>
                    <a:lnTo>
                      <a:pt x="600" y="294"/>
                    </a:lnTo>
                    <a:lnTo>
                      <a:pt x="612" y="282"/>
                    </a:lnTo>
                    <a:lnTo>
                      <a:pt x="618" y="270"/>
                    </a:lnTo>
                    <a:lnTo>
                      <a:pt x="630" y="258"/>
                    </a:lnTo>
                    <a:lnTo>
                      <a:pt x="642" y="258"/>
                    </a:lnTo>
                    <a:lnTo>
                      <a:pt x="654" y="246"/>
                    </a:lnTo>
                    <a:lnTo>
                      <a:pt x="654" y="240"/>
                    </a:lnTo>
                    <a:lnTo>
                      <a:pt x="648" y="240"/>
                    </a:lnTo>
                    <a:lnTo>
                      <a:pt x="648" y="228"/>
                    </a:lnTo>
                    <a:lnTo>
                      <a:pt x="654" y="222"/>
                    </a:lnTo>
                    <a:lnTo>
                      <a:pt x="726" y="198"/>
                    </a:lnTo>
                    <a:lnTo>
                      <a:pt x="750" y="186"/>
                    </a:lnTo>
                    <a:lnTo>
                      <a:pt x="756" y="174"/>
                    </a:lnTo>
                    <a:lnTo>
                      <a:pt x="768" y="168"/>
                    </a:lnTo>
                    <a:lnTo>
                      <a:pt x="774" y="168"/>
                    </a:lnTo>
                    <a:lnTo>
                      <a:pt x="786" y="156"/>
                    </a:lnTo>
                    <a:lnTo>
                      <a:pt x="798" y="156"/>
                    </a:lnTo>
                    <a:lnTo>
                      <a:pt x="804" y="150"/>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35" name="Slovenia" descr="© INSCALE GmbH, 05.05.2010&#10;http://www.presentationload.com/">
                <a:extLst>
                  <a:ext uri="{FF2B5EF4-FFF2-40B4-BE49-F238E27FC236}">
                    <a16:creationId xmlns:a16="http://schemas.microsoft.com/office/drawing/2014/main" id="{D4796048-4663-9180-8366-C27AA5D03125}"/>
                  </a:ext>
                </a:extLst>
              </p:cNvPr>
              <p:cNvSpPr>
                <a:spLocks/>
              </p:cNvSpPr>
              <p:nvPr/>
            </p:nvSpPr>
            <p:spPr bwMode="gray">
              <a:xfrm>
                <a:off x="2888" y="1611"/>
                <a:ext cx="54" cy="30"/>
              </a:xfrm>
              <a:custGeom>
                <a:avLst/>
                <a:gdLst>
                  <a:gd name="T0" fmla="*/ 2147483647 w 210"/>
                  <a:gd name="T1" fmla="*/ 2147483647 h 120"/>
                  <a:gd name="T2" fmla="*/ 2147483647 w 210"/>
                  <a:gd name="T3" fmla="*/ 2147483647 h 120"/>
                  <a:gd name="T4" fmla="*/ 2147483647 w 210"/>
                  <a:gd name="T5" fmla="*/ 2147483647 h 120"/>
                  <a:gd name="T6" fmla="*/ 2147483647 w 210"/>
                  <a:gd name="T7" fmla="*/ 2147483647 h 120"/>
                  <a:gd name="T8" fmla="*/ 2147483647 w 210"/>
                  <a:gd name="T9" fmla="*/ 2147483647 h 120"/>
                  <a:gd name="T10" fmla="*/ 2147483647 w 210"/>
                  <a:gd name="T11" fmla="*/ 2147483647 h 120"/>
                  <a:gd name="T12" fmla="*/ 2147483647 w 210"/>
                  <a:gd name="T13" fmla="*/ 2147483647 h 120"/>
                  <a:gd name="T14" fmla="*/ 2147483647 w 210"/>
                  <a:gd name="T15" fmla="*/ 2147483647 h 120"/>
                  <a:gd name="T16" fmla="*/ 2147483647 w 210"/>
                  <a:gd name="T17" fmla="*/ 2147483647 h 120"/>
                  <a:gd name="T18" fmla="*/ 2147483647 w 210"/>
                  <a:gd name="T19" fmla="*/ 2147483647 h 120"/>
                  <a:gd name="T20" fmla="*/ 2147483647 w 210"/>
                  <a:gd name="T21" fmla="*/ 2147483647 h 120"/>
                  <a:gd name="T22" fmla="*/ 2147483647 w 210"/>
                  <a:gd name="T23" fmla="*/ 2147483647 h 120"/>
                  <a:gd name="T24" fmla="*/ 2147483647 w 210"/>
                  <a:gd name="T25" fmla="*/ 2147483647 h 120"/>
                  <a:gd name="T26" fmla="*/ 2147483647 w 210"/>
                  <a:gd name="T27" fmla="*/ 2147483647 h 120"/>
                  <a:gd name="T28" fmla="*/ 2147483647 w 210"/>
                  <a:gd name="T29" fmla="*/ 2147483647 h 120"/>
                  <a:gd name="T30" fmla="*/ 2147483647 w 210"/>
                  <a:gd name="T31" fmla="*/ 2147483647 h 120"/>
                  <a:gd name="T32" fmla="*/ 2147483647 w 210"/>
                  <a:gd name="T33" fmla="*/ 2147483647 h 120"/>
                  <a:gd name="T34" fmla="*/ 2147483647 w 210"/>
                  <a:gd name="T35" fmla="*/ 2147483647 h 120"/>
                  <a:gd name="T36" fmla="*/ 2147483647 w 210"/>
                  <a:gd name="T37" fmla="*/ 2147483647 h 120"/>
                  <a:gd name="T38" fmla="*/ 2147483647 w 210"/>
                  <a:gd name="T39" fmla="*/ 2147483647 h 120"/>
                  <a:gd name="T40" fmla="*/ 2147483647 w 210"/>
                  <a:gd name="T41" fmla="*/ 2147483647 h 120"/>
                  <a:gd name="T42" fmla="*/ 2147483647 w 210"/>
                  <a:gd name="T43" fmla="*/ 0 h 120"/>
                  <a:gd name="T44" fmla="*/ 2147483647 w 210"/>
                  <a:gd name="T45" fmla="*/ 2147483647 h 120"/>
                  <a:gd name="T46" fmla="*/ 2147483647 w 210"/>
                  <a:gd name="T47" fmla="*/ 2147483647 h 120"/>
                  <a:gd name="T48" fmla="*/ 2147483647 w 210"/>
                  <a:gd name="T49" fmla="*/ 2147483647 h 120"/>
                  <a:gd name="T50" fmla="*/ 2147483647 w 210"/>
                  <a:gd name="T51" fmla="*/ 2147483647 h 120"/>
                  <a:gd name="T52" fmla="*/ 2147483647 w 210"/>
                  <a:gd name="T53" fmla="*/ 2147483647 h 120"/>
                  <a:gd name="T54" fmla="*/ 2147483647 w 210"/>
                  <a:gd name="T55" fmla="*/ 2147483647 h 120"/>
                  <a:gd name="T56" fmla="*/ 2147483647 w 210"/>
                  <a:gd name="T57" fmla="*/ 2147483647 h 120"/>
                  <a:gd name="T58" fmla="*/ 2147483647 w 210"/>
                  <a:gd name="T59" fmla="*/ 2147483647 h 120"/>
                  <a:gd name="T60" fmla="*/ 2147483647 w 210"/>
                  <a:gd name="T61" fmla="*/ 2147483647 h 120"/>
                  <a:gd name="T62" fmla="*/ 2147483647 w 210"/>
                  <a:gd name="T63" fmla="*/ 2147483647 h 120"/>
                  <a:gd name="T64" fmla="*/ 2147483647 w 210"/>
                  <a:gd name="T65" fmla="*/ 2147483647 h 120"/>
                  <a:gd name="T66" fmla="*/ 2147483647 w 210"/>
                  <a:gd name="T67" fmla="*/ 2147483647 h 120"/>
                  <a:gd name="T68" fmla="*/ 0 w 210"/>
                  <a:gd name="T69" fmla="*/ 2147483647 h 120"/>
                  <a:gd name="T70" fmla="*/ 2147483647 w 210"/>
                  <a:gd name="T71" fmla="*/ 2147483647 h 120"/>
                  <a:gd name="T72" fmla="*/ 2147483647 w 210"/>
                  <a:gd name="T73" fmla="*/ 2147483647 h 120"/>
                  <a:gd name="T74" fmla="*/ 2147483647 w 210"/>
                  <a:gd name="T75" fmla="*/ 2147483647 h 120"/>
                  <a:gd name="T76" fmla="*/ 2147483647 w 210"/>
                  <a:gd name="T77" fmla="*/ 2147483647 h 120"/>
                  <a:gd name="T78" fmla="*/ 2147483647 w 210"/>
                  <a:gd name="T79" fmla="*/ 2147483647 h 120"/>
                  <a:gd name="T80" fmla="*/ 2147483647 w 210"/>
                  <a:gd name="T81" fmla="*/ 2147483647 h 120"/>
                  <a:gd name="T82" fmla="*/ 2147483647 w 210"/>
                  <a:gd name="T83" fmla="*/ 2147483647 h 120"/>
                  <a:gd name="T84" fmla="*/ 2147483647 w 210"/>
                  <a:gd name="T85" fmla="*/ 2147483647 h 120"/>
                  <a:gd name="T86" fmla="*/ 2147483647 w 210"/>
                  <a:gd name="T87" fmla="*/ 2147483647 h 12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10"/>
                  <a:gd name="T133" fmla="*/ 0 h 120"/>
                  <a:gd name="T134" fmla="*/ 210 w 210"/>
                  <a:gd name="T135" fmla="*/ 120 h 12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10" h="120">
                    <a:moveTo>
                      <a:pt x="24" y="120"/>
                    </a:moveTo>
                    <a:lnTo>
                      <a:pt x="42" y="120"/>
                    </a:lnTo>
                    <a:lnTo>
                      <a:pt x="42" y="108"/>
                    </a:lnTo>
                    <a:lnTo>
                      <a:pt x="54" y="114"/>
                    </a:lnTo>
                    <a:lnTo>
                      <a:pt x="72" y="114"/>
                    </a:lnTo>
                    <a:lnTo>
                      <a:pt x="78" y="102"/>
                    </a:lnTo>
                    <a:lnTo>
                      <a:pt x="78" y="108"/>
                    </a:lnTo>
                    <a:lnTo>
                      <a:pt x="84" y="114"/>
                    </a:lnTo>
                    <a:lnTo>
                      <a:pt x="126" y="114"/>
                    </a:lnTo>
                    <a:lnTo>
                      <a:pt x="126" y="96"/>
                    </a:lnTo>
                    <a:lnTo>
                      <a:pt x="138" y="90"/>
                    </a:lnTo>
                    <a:lnTo>
                      <a:pt x="150" y="78"/>
                    </a:lnTo>
                    <a:lnTo>
                      <a:pt x="150" y="72"/>
                    </a:lnTo>
                    <a:lnTo>
                      <a:pt x="144" y="66"/>
                    </a:lnTo>
                    <a:lnTo>
                      <a:pt x="144" y="54"/>
                    </a:lnTo>
                    <a:lnTo>
                      <a:pt x="174" y="54"/>
                    </a:lnTo>
                    <a:lnTo>
                      <a:pt x="186" y="48"/>
                    </a:lnTo>
                    <a:lnTo>
                      <a:pt x="186" y="36"/>
                    </a:lnTo>
                    <a:lnTo>
                      <a:pt x="210" y="36"/>
                    </a:lnTo>
                    <a:lnTo>
                      <a:pt x="192" y="24"/>
                    </a:lnTo>
                    <a:lnTo>
                      <a:pt x="186" y="6"/>
                    </a:lnTo>
                    <a:lnTo>
                      <a:pt x="180" y="0"/>
                    </a:lnTo>
                    <a:lnTo>
                      <a:pt x="174" y="12"/>
                    </a:lnTo>
                    <a:lnTo>
                      <a:pt x="168" y="30"/>
                    </a:lnTo>
                    <a:lnTo>
                      <a:pt x="144" y="24"/>
                    </a:lnTo>
                    <a:lnTo>
                      <a:pt x="132" y="30"/>
                    </a:lnTo>
                    <a:lnTo>
                      <a:pt x="84" y="30"/>
                    </a:lnTo>
                    <a:lnTo>
                      <a:pt x="84" y="42"/>
                    </a:lnTo>
                    <a:lnTo>
                      <a:pt x="54" y="42"/>
                    </a:lnTo>
                    <a:lnTo>
                      <a:pt x="48" y="36"/>
                    </a:lnTo>
                    <a:lnTo>
                      <a:pt x="30" y="36"/>
                    </a:lnTo>
                    <a:lnTo>
                      <a:pt x="24" y="42"/>
                    </a:lnTo>
                    <a:lnTo>
                      <a:pt x="6" y="42"/>
                    </a:lnTo>
                    <a:lnTo>
                      <a:pt x="6" y="48"/>
                    </a:lnTo>
                    <a:lnTo>
                      <a:pt x="0" y="54"/>
                    </a:lnTo>
                    <a:lnTo>
                      <a:pt x="12" y="60"/>
                    </a:lnTo>
                    <a:lnTo>
                      <a:pt x="6" y="96"/>
                    </a:lnTo>
                    <a:lnTo>
                      <a:pt x="18" y="96"/>
                    </a:lnTo>
                    <a:lnTo>
                      <a:pt x="30" y="102"/>
                    </a:lnTo>
                    <a:lnTo>
                      <a:pt x="36" y="102"/>
                    </a:lnTo>
                    <a:lnTo>
                      <a:pt x="36" y="108"/>
                    </a:lnTo>
                    <a:lnTo>
                      <a:pt x="30" y="108"/>
                    </a:lnTo>
                    <a:lnTo>
                      <a:pt x="30" y="114"/>
                    </a:lnTo>
                    <a:lnTo>
                      <a:pt x="24" y="120"/>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36" name="Slovakia" descr="© INSCALE GmbH, 05.05.2010&#10;http://www.presentationload.com/">
                <a:extLst>
                  <a:ext uri="{FF2B5EF4-FFF2-40B4-BE49-F238E27FC236}">
                    <a16:creationId xmlns:a16="http://schemas.microsoft.com/office/drawing/2014/main" id="{94CC5862-B59B-B2CD-1E87-E5E627F9B3DB}"/>
                  </a:ext>
                </a:extLst>
              </p:cNvPr>
              <p:cNvSpPr>
                <a:spLocks/>
              </p:cNvSpPr>
              <p:nvPr/>
            </p:nvSpPr>
            <p:spPr bwMode="gray">
              <a:xfrm>
                <a:off x="2943" y="1559"/>
                <a:ext cx="90" cy="37"/>
              </a:xfrm>
              <a:custGeom>
                <a:avLst/>
                <a:gdLst>
                  <a:gd name="T0" fmla="*/ 2147483647 w 354"/>
                  <a:gd name="T1" fmla="*/ 2147483647 h 144"/>
                  <a:gd name="T2" fmla="*/ 2147483647 w 354"/>
                  <a:gd name="T3" fmla="*/ 2147483647 h 144"/>
                  <a:gd name="T4" fmla="*/ 2147483647 w 354"/>
                  <a:gd name="T5" fmla="*/ 2147483647 h 144"/>
                  <a:gd name="T6" fmla="*/ 2147483647 w 354"/>
                  <a:gd name="T7" fmla="*/ 2147483647 h 144"/>
                  <a:gd name="T8" fmla="*/ 2147483647 w 354"/>
                  <a:gd name="T9" fmla="*/ 2147483647 h 144"/>
                  <a:gd name="T10" fmla="*/ 2147483647 w 354"/>
                  <a:gd name="T11" fmla="*/ 2147483647 h 144"/>
                  <a:gd name="T12" fmla="*/ 2147483647 w 354"/>
                  <a:gd name="T13" fmla="*/ 2147483647 h 144"/>
                  <a:gd name="T14" fmla="*/ 2147483647 w 354"/>
                  <a:gd name="T15" fmla="*/ 0 h 144"/>
                  <a:gd name="T16" fmla="*/ 2147483647 w 354"/>
                  <a:gd name="T17" fmla="*/ 2147483647 h 144"/>
                  <a:gd name="T18" fmla="*/ 2147483647 w 354"/>
                  <a:gd name="T19" fmla="*/ 0 h 144"/>
                  <a:gd name="T20" fmla="*/ 2147483647 w 354"/>
                  <a:gd name="T21" fmla="*/ 2147483647 h 144"/>
                  <a:gd name="T22" fmla="*/ 2147483647 w 354"/>
                  <a:gd name="T23" fmla="*/ 2147483647 h 144"/>
                  <a:gd name="T24" fmla="*/ 2147483647 w 354"/>
                  <a:gd name="T25" fmla="*/ 2147483647 h 144"/>
                  <a:gd name="T26" fmla="*/ 2147483647 w 354"/>
                  <a:gd name="T27" fmla="*/ 2147483647 h 144"/>
                  <a:gd name="T28" fmla="*/ 2147483647 w 354"/>
                  <a:gd name="T29" fmla="*/ 2147483647 h 144"/>
                  <a:gd name="T30" fmla="*/ 0 w 354"/>
                  <a:gd name="T31" fmla="*/ 2147483647 h 144"/>
                  <a:gd name="T32" fmla="*/ 2147483647 w 354"/>
                  <a:gd name="T33" fmla="*/ 2147483647 h 144"/>
                  <a:gd name="T34" fmla="*/ 2147483647 w 354"/>
                  <a:gd name="T35" fmla="*/ 2147483647 h 144"/>
                  <a:gd name="T36" fmla="*/ 2147483647 w 354"/>
                  <a:gd name="T37" fmla="*/ 2147483647 h 144"/>
                  <a:gd name="T38" fmla="*/ 2147483647 w 354"/>
                  <a:gd name="T39" fmla="*/ 2147483647 h 144"/>
                  <a:gd name="T40" fmla="*/ 2147483647 w 354"/>
                  <a:gd name="T41" fmla="*/ 2147483647 h 144"/>
                  <a:gd name="T42" fmla="*/ 2147483647 w 354"/>
                  <a:gd name="T43" fmla="*/ 2147483647 h 144"/>
                  <a:gd name="T44" fmla="*/ 2147483647 w 354"/>
                  <a:gd name="T45" fmla="*/ 2147483647 h 144"/>
                  <a:gd name="T46" fmla="*/ 2147483647 w 354"/>
                  <a:gd name="T47" fmla="*/ 2147483647 h 144"/>
                  <a:gd name="T48" fmla="*/ 2147483647 w 354"/>
                  <a:gd name="T49" fmla="*/ 2147483647 h 144"/>
                  <a:gd name="T50" fmla="*/ 2147483647 w 354"/>
                  <a:gd name="T51" fmla="*/ 2147483647 h 144"/>
                  <a:gd name="T52" fmla="*/ 2147483647 w 354"/>
                  <a:gd name="T53" fmla="*/ 2147483647 h 144"/>
                  <a:gd name="T54" fmla="*/ 2147483647 w 354"/>
                  <a:gd name="T55" fmla="*/ 2147483647 h 144"/>
                  <a:gd name="T56" fmla="*/ 2147483647 w 354"/>
                  <a:gd name="T57" fmla="*/ 2147483647 h 144"/>
                  <a:gd name="T58" fmla="*/ 2147483647 w 354"/>
                  <a:gd name="T59" fmla="*/ 2147483647 h 144"/>
                  <a:gd name="T60" fmla="*/ 2147483647 w 354"/>
                  <a:gd name="T61" fmla="*/ 2147483647 h 144"/>
                  <a:gd name="T62" fmla="*/ 2147483647 w 354"/>
                  <a:gd name="T63" fmla="*/ 2147483647 h 144"/>
                  <a:gd name="T64" fmla="*/ 2147483647 w 354"/>
                  <a:gd name="T65" fmla="*/ 2147483647 h 144"/>
                  <a:gd name="T66" fmla="*/ 2147483647 w 354"/>
                  <a:gd name="T67" fmla="*/ 2147483647 h 144"/>
                  <a:gd name="T68" fmla="*/ 2147483647 w 354"/>
                  <a:gd name="T69" fmla="*/ 2147483647 h 14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54"/>
                  <a:gd name="T106" fmla="*/ 0 h 144"/>
                  <a:gd name="T107" fmla="*/ 354 w 354"/>
                  <a:gd name="T108" fmla="*/ 144 h 144"/>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54" h="144">
                    <a:moveTo>
                      <a:pt x="348" y="30"/>
                    </a:moveTo>
                    <a:lnTo>
                      <a:pt x="324" y="30"/>
                    </a:lnTo>
                    <a:lnTo>
                      <a:pt x="300" y="6"/>
                    </a:lnTo>
                    <a:lnTo>
                      <a:pt x="276" y="6"/>
                    </a:lnTo>
                    <a:lnTo>
                      <a:pt x="270" y="12"/>
                    </a:lnTo>
                    <a:lnTo>
                      <a:pt x="258" y="18"/>
                    </a:lnTo>
                    <a:lnTo>
                      <a:pt x="246" y="18"/>
                    </a:lnTo>
                    <a:lnTo>
                      <a:pt x="240" y="12"/>
                    </a:lnTo>
                    <a:lnTo>
                      <a:pt x="210" y="12"/>
                    </a:lnTo>
                    <a:lnTo>
                      <a:pt x="210" y="18"/>
                    </a:lnTo>
                    <a:lnTo>
                      <a:pt x="204" y="24"/>
                    </a:lnTo>
                    <a:lnTo>
                      <a:pt x="192" y="24"/>
                    </a:lnTo>
                    <a:lnTo>
                      <a:pt x="186" y="18"/>
                    </a:lnTo>
                    <a:lnTo>
                      <a:pt x="186" y="12"/>
                    </a:lnTo>
                    <a:lnTo>
                      <a:pt x="180" y="12"/>
                    </a:lnTo>
                    <a:lnTo>
                      <a:pt x="168" y="0"/>
                    </a:lnTo>
                    <a:lnTo>
                      <a:pt x="156" y="0"/>
                    </a:lnTo>
                    <a:lnTo>
                      <a:pt x="144" y="12"/>
                    </a:lnTo>
                    <a:lnTo>
                      <a:pt x="138" y="12"/>
                    </a:lnTo>
                    <a:lnTo>
                      <a:pt x="126" y="0"/>
                    </a:lnTo>
                    <a:lnTo>
                      <a:pt x="108" y="12"/>
                    </a:lnTo>
                    <a:lnTo>
                      <a:pt x="84" y="18"/>
                    </a:lnTo>
                    <a:lnTo>
                      <a:pt x="84" y="42"/>
                    </a:lnTo>
                    <a:lnTo>
                      <a:pt x="72" y="48"/>
                    </a:lnTo>
                    <a:lnTo>
                      <a:pt x="66" y="54"/>
                    </a:lnTo>
                    <a:lnTo>
                      <a:pt x="54" y="60"/>
                    </a:lnTo>
                    <a:lnTo>
                      <a:pt x="36" y="60"/>
                    </a:lnTo>
                    <a:lnTo>
                      <a:pt x="36" y="54"/>
                    </a:lnTo>
                    <a:lnTo>
                      <a:pt x="30" y="60"/>
                    </a:lnTo>
                    <a:lnTo>
                      <a:pt x="12" y="60"/>
                    </a:lnTo>
                    <a:lnTo>
                      <a:pt x="6" y="66"/>
                    </a:lnTo>
                    <a:lnTo>
                      <a:pt x="0" y="90"/>
                    </a:lnTo>
                    <a:lnTo>
                      <a:pt x="0" y="102"/>
                    </a:lnTo>
                    <a:lnTo>
                      <a:pt x="6" y="102"/>
                    </a:lnTo>
                    <a:lnTo>
                      <a:pt x="6" y="114"/>
                    </a:lnTo>
                    <a:lnTo>
                      <a:pt x="12" y="114"/>
                    </a:lnTo>
                    <a:lnTo>
                      <a:pt x="12" y="126"/>
                    </a:lnTo>
                    <a:lnTo>
                      <a:pt x="6" y="132"/>
                    </a:lnTo>
                    <a:lnTo>
                      <a:pt x="18" y="138"/>
                    </a:lnTo>
                    <a:lnTo>
                      <a:pt x="30" y="120"/>
                    </a:lnTo>
                    <a:lnTo>
                      <a:pt x="36" y="126"/>
                    </a:lnTo>
                    <a:lnTo>
                      <a:pt x="42" y="138"/>
                    </a:lnTo>
                    <a:lnTo>
                      <a:pt x="48" y="144"/>
                    </a:lnTo>
                    <a:lnTo>
                      <a:pt x="90" y="144"/>
                    </a:lnTo>
                    <a:lnTo>
                      <a:pt x="108" y="138"/>
                    </a:lnTo>
                    <a:lnTo>
                      <a:pt x="120" y="138"/>
                    </a:lnTo>
                    <a:lnTo>
                      <a:pt x="132" y="114"/>
                    </a:lnTo>
                    <a:lnTo>
                      <a:pt x="168" y="120"/>
                    </a:lnTo>
                    <a:lnTo>
                      <a:pt x="174" y="108"/>
                    </a:lnTo>
                    <a:lnTo>
                      <a:pt x="198" y="108"/>
                    </a:lnTo>
                    <a:lnTo>
                      <a:pt x="210" y="102"/>
                    </a:lnTo>
                    <a:lnTo>
                      <a:pt x="216" y="102"/>
                    </a:lnTo>
                    <a:lnTo>
                      <a:pt x="228" y="90"/>
                    </a:lnTo>
                    <a:lnTo>
                      <a:pt x="234" y="78"/>
                    </a:lnTo>
                    <a:lnTo>
                      <a:pt x="258" y="78"/>
                    </a:lnTo>
                    <a:lnTo>
                      <a:pt x="258" y="90"/>
                    </a:lnTo>
                    <a:lnTo>
                      <a:pt x="276" y="96"/>
                    </a:lnTo>
                    <a:lnTo>
                      <a:pt x="276" y="78"/>
                    </a:lnTo>
                    <a:lnTo>
                      <a:pt x="288" y="78"/>
                    </a:lnTo>
                    <a:lnTo>
                      <a:pt x="288" y="90"/>
                    </a:lnTo>
                    <a:lnTo>
                      <a:pt x="300" y="90"/>
                    </a:lnTo>
                    <a:lnTo>
                      <a:pt x="312" y="84"/>
                    </a:lnTo>
                    <a:lnTo>
                      <a:pt x="336" y="84"/>
                    </a:lnTo>
                    <a:lnTo>
                      <a:pt x="336" y="90"/>
                    </a:lnTo>
                    <a:lnTo>
                      <a:pt x="336" y="72"/>
                    </a:lnTo>
                    <a:lnTo>
                      <a:pt x="342" y="72"/>
                    </a:lnTo>
                    <a:lnTo>
                      <a:pt x="348" y="66"/>
                    </a:lnTo>
                    <a:lnTo>
                      <a:pt x="348" y="60"/>
                    </a:lnTo>
                    <a:lnTo>
                      <a:pt x="354" y="54"/>
                    </a:lnTo>
                    <a:lnTo>
                      <a:pt x="354" y="30"/>
                    </a:lnTo>
                    <a:lnTo>
                      <a:pt x="348" y="30"/>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37" name="Russia (Urup,Simushir)" descr="© INSCALE GmbH, 05.05.2010&#10;http://www.presentationload.com/">
                <a:extLst>
                  <a:ext uri="{FF2B5EF4-FFF2-40B4-BE49-F238E27FC236}">
                    <a16:creationId xmlns:a16="http://schemas.microsoft.com/office/drawing/2014/main" id="{A391CC9B-A9F5-B599-B377-3BD6A62DD104}"/>
                  </a:ext>
                </a:extLst>
              </p:cNvPr>
              <p:cNvSpPr>
                <a:spLocks noEditPoints="1"/>
              </p:cNvSpPr>
              <p:nvPr/>
            </p:nvSpPr>
            <p:spPr bwMode="gray">
              <a:xfrm>
                <a:off x="5042" y="1372"/>
                <a:ext cx="76" cy="303"/>
              </a:xfrm>
              <a:custGeom>
                <a:avLst/>
                <a:gdLst>
                  <a:gd name="T0" fmla="*/ 0 w 300"/>
                  <a:gd name="T1" fmla="*/ 2147483647 h 1194"/>
                  <a:gd name="T2" fmla="*/ 2147483647 w 300"/>
                  <a:gd name="T3" fmla="*/ 2147483647 h 1194"/>
                  <a:gd name="T4" fmla="*/ 2147483647 w 300"/>
                  <a:gd name="T5" fmla="*/ 2147483647 h 1194"/>
                  <a:gd name="T6" fmla="*/ 2147483647 w 300"/>
                  <a:gd name="T7" fmla="*/ 2147483647 h 1194"/>
                  <a:gd name="T8" fmla="*/ 0 w 300"/>
                  <a:gd name="T9" fmla="*/ 2147483647 h 1194"/>
                  <a:gd name="T10" fmla="*/ 2147483647 w 300"/>
                  <a:gd name="T11" fmla="*/ 2147483647 h 1194"/>
                  <a:gd name="T12" fmla="*/ 2147483647 w 300"/>
                  <a:gd name="T13" fmla="*/ 2147483647 h 1194"/>
                  <a:gd name="T14" fmla="*/ 2147483647 w 300"/>
                  <a:gd name="T15" fmla="*/ 2147483647 h 1194"/>
                  <a:gd name="T16" fmla="*/ 2147483647 w 300"/>
                  <a:gd name="T17" fmla="*/ 2147483647 h 1194"/>
                  <a:gd name="T18" fmla="*/ 2147483647 w 300"/>
                  <a:gd name="T19" fmla="*/ 2147483647 h 1194"/>
                  <a:gd name="T20" fmla="*/ 2147483647 w 300"/>
                  <a:gd name="T21" fmla="*/ 2147483647 h 1194"/>
                  <a:gd name="T22" fmla="*/ 2147483647 w 300"/>
                  <a:gd name="T23" fmla="*/ 2147483647 h 1194"/>
                  <a:gd name="T24" fmla="*/ 2147483647 w 300"/>
                  <a:gd name="T25" fmla="*/ 2147483647 h 1194"/>
                  <a:gd name="T26" fmla="*/ 2147483647 w 300"/>
                  <a:gd name="T27" fmla="*/ 2147483647 h 1194"/>
                  <a:gd name="T28" fmla="*/ 2147483647 w 300"/>
                  <a:gd name="T29" fmla="*/ 2147483647 h 1194"/>
                  <a:gd name="T30" fmla="*/ 2147483647 w 300"/>
                  <a:gd name="T31" fmla="*/ 2147483647 h 1194"/>
                  <a:gd name="T32" fmla="*/ 2147483647 w 300"/>
                  <a:gd name="T33" fmla="*/ 2147483647 h 1194"/>
                  <a:gd name="T34" fmla="*/ 2147483647 w 300"/>
                  <a:gd name="T35" fmla="*/ 2147483647 h 1194"/>
                  <a:gd name="T36" fmla="*/ 2147483647 w 300"/>
                  <a:gd name="T37" fmla="*/ 2147483647 h 1194"/>
                  <a:gd name="T38" fmla="*/ 2147483647 w 300"/>
                  <a:gd name="T39" fmla="*/ 2147483647 h 1194"/>
                  <a:gd name="T40" fmla="*/ 2147483647 w 300"/>
                  <a:gd name="T41" fmla="*/ 2147483647 h 1194"/>
                  <a:gd name="T42" fmla="*/ 2147483647 w 300"/>
                  <a:gd name="T43" fmla="*/ 2147483647 h 1194"/>
                  <a:gd name="T44" fmla="*/ 2147483647 w 300"/>
                  <a:gd name="T45" fmla="*/ 2147483647 h 1194"/>
                  <a:gd name="T46" fmla="*/ 2147483647 w 300"/>
                  <a:gd name="T47" fmla="*/ 2147483647 h 1194"/>
                  <a:gd name="T48" fmla="*/ 2147483647 w 300"/>
                  <a:gd name="T49" fmla="*/ 2147483647 h 1194"/>
                  <a:gd name="T50" fmla="*/ 2147483647 w 300"/>
                  <a:gd name="T51" fmla="*/ 2147483647 h 1194"/>
                  <a:gd name="T52" fmla="*/ 2147483647 w 300"/>
                  <a:gd name="T53" fmla="*/ 2147483647 h 1194"/>
                  <a:gd name="T54" fmla="*/ 2147483647 w 300"/>
                  <a:gd name="T55" fmla="*/ 2147483647 h 1194"/>
                  <a:gd name="T56" fmla="*/ 2147483647 w 300"/>
                  <a:gd name="T57" fmla="*/ 2147483647 h 1194"/>
                  <a:gd name="T58" fmla="*/ 2147483647 w 300"/>
                  <a:gd name="T59" fmla="*/ 2147483647 h 1194"/>
                  <a:gd name="T60" fmla="*/ 2147483647 w 300"/>
                  <a:gd name="T61" fmla="*/ 2147483647 h 1194"/>
                  <a:gd name="T62" fmla="*/ 2147483647 w 300"/>
                  <a:gd name="T63" fmla="*/ 2147483647 h 1194"/>
                  <a:gd name="T64" fmla="*/ 2147483647 w 300"/>
                  <a:gd name="T65" fmla="*/ 2147483647 h 1194"/>
                  <a:gd name="T66" fmla="*/ 2147483647 w 300"/>
                  <a:gd name="T67" fmla="*/ 2147483647 h 1194"/>
                  <a:gd name="T68" fmla="*/ 2147483647 w 300"/>
                  <a:gd name="T69" fmla="*/ 2147483647 h 1194"/>
                  <a:gd name="T70" fmla="*/ 2147483647 w 300"/>
                  <a:gd name="T71" fmla="*/ 2147483647 h 1194"/>
                  <a:gd name="T72" fmla="*/ 2147483647 w 300"/>
                  <a:gd name="T73" fmla="*/ 2147483647 h 1194"/>
                  <a:gd name="T74" fmla="*/ 2147483647 w 300"/>
                  <a:gd name="T75" fmla="*/ 2147483647 h 1194"/>
                  <a:gd name="T76" fmla="*/ 2147483647 w 300"/>
                  <a:gd name="T77" fmla="*/ 2147483647 h 1194"/>
                  <a:gd name="T78" fmla="*/ 2147483647 w 300"/>
                  <a:gd name="T79" fmla="*/ 2147483647 h 1194"/>
                  <a:gd name="T80" fmla="*/ 2147483647 w 300"/>
                  <a:gd name="T81" fmla="*/ 2147483647 h 1194"/>
                  <a:gd name="T82" fmla="*/ 2147483647 w 300"/>
                  <a:gd name="T83" fmla="*/ 2147483647 h 1194"/>
                  <a:gd name="T84" fmla="*/ 2147483647 w 300"/>
                  <a:gd name="T85" fmla="*/ 2147483647 h 1194"/>
                  <a:gd name="T86" fmla="*/ 2147483647 w 300"/>
                  <a:gd name="T87" fmla="*/ 2147483647 h 1194"/>
                  <a:gd name="T88" fmla="*/ 2147483647 w 300"/>
                  <a:gd name="T89" fmla="*/ 2147483647 h 1194"/>
                  <a:gd name="T90" fmla="*/ 2147483647 w 300"/>
                  <a:gd name="T91" fmla="*/ 2147483647 h 1194"/>
                  <a:gd name="T92" fmla="*/ 2147483647 w 300"/>
                  <a:gd name="T93" fmla="*/ 2147483647 h 1194"/>
                  <a:gd name="T94" fmla="*/ 2147483647 w 300"/>
                  <a:gd name="T95" fmla="*/ 2147483647 h 1194"/>
                  <a:gd name="T96" fmla="*/ 2147483647 w 300"/>
                  <a:gd name="T97" fmla="*/ 2147483647 h 1194"/>
                  <a:gd name="T98" fmla="*/ 2147483647 w 300"/>
                  <a:gd name="T99" fmla="*/ 0 h 1194"/>
                  <a:gd name="T100" fmla="*/ 2147483647 w 300"/>
                  <a:gd name="T101" fmla="*/ 2147483647 h 119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300"/>
                  <a:gd name="T154" fmla="*/ 0 h 1194"/>
                  <a:gd name="T155" fmla="*/ 300 w 300"/>
                  <a:gd name="T156" fmla="*/ 1194 h 1194"/>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300" h="1194">
                    <a:moveTo>
                      <a:pt x="0" y="1194"/>
                    </a:moveTo>
                    <a:lnTo>
                      <a:pt x="12" y="1188"/>
                    </a:lnTo>
                    <a:lnTo>
                      <a:pt x="36" y="1146"/>
                    </a:lnTo>
                    <a:lnTo>
                      <a:pt x="18" y="1134"/>
                    </a:lnTo>
                    <a:lnTo>
                      <a:pt x="0" y="1194"/>
                    </a:lnTo>
                    <a:close/>
                    <a:moveTo>
                      <a:pt x="114" y="1068"/>
                    </a:moveTo>
                    <a:lnTo>
                      <a:pt x="72" y="1062"/>
                    </a:lnTo>
                    <a:lnTo>
                      <a:pt x="54" y="1134"/>
                    </a:lnTo>
                    <a:lnTo>
                      <a:pt x="66" y="1134"/>
                    </a:lnTo>
                    <a:lnTo>
                      <a:pt x="84" y="1104"/>
                    </a:lnTo>
                    <a:lnTo>
                      <a:pt x="132" y="1074"/>
                    </a:lnTo>
                    <a:lnTo>
                      <a:pt x="120" y="1050"/>
                    </a:lnTo>
                    <a:lnTo>
                      <a:pt x="114" y="1068"/>
                    </a:lnTo>
                    <a:close/>
                    <a:moveTo>
                      <a:pt x="192" y="1008"/>
                    </a:moveTo>
                    <a:lnTo>
                      <a:pt x="186" y="1008"/>
                    </a:lnTo>
                    <a:lnTo>
                      <a:pt x="180" y="1020"/>
                    </a:lnTo>
                    <a:lnTo>
                      <a:pt x="174" y="1026"/>
                    </a:lnTo>
                    <a:lnTo>
                      <a:pt x="168" y="1038"/>
                    </a:lnTo>
                    <a:lnTo>
                      <a:pt x="168" y="1044"/>
                    </a:lnTo>
                    <a:lnTo>
                      <a:pt x="174" y="1050"/>
                    </a:lnTo>
                    <a:lnTo>
                      <a:pt x="180" y="1050"/>
                    </a:lnTo>
                    <a:lnTo>
                      <a:pt x="198" y="1032"/>
                    </a:lnTo>
                    <a:lnTo>
                      <a:pt x="198" y="1014"/>
                    </a:lnTo>
                    <a:lnTo>
                      <a:pt x="192" y="1008"/>
                    </a:lnTo>
                    <a:close/>
                    <a:moveTo>
                      <a:pt x="282" y="636"/>
                    </a:moveTo>
                    <a:lnTo>
                      <a:pt x="264" y="654"/>
                    </a:lnTo>
                    <a:lnTo>
                      <a:pt x="276" y="678"/>
                    </a:lnTo>
                    <a:lnTo>
                      <a:pt x="258" y="678"/>
                    </a:lnTo>
                    <a:lnTo>
                      <a:pt x="258" y="702"/>
                    </a:lnTo>
                    <a:lnTo>
                      <a:pt x="282" y="702"/>
                    </a:lnTo>
                    <a:lnTo>
                      <a:pt x="294" y="684"/>
                    </a:lnTo>
                    <a:lnTo>
                      <a:pt x="282" y="654"/>
                    </a:lnTo>
                    <a:lnTo>
                      <a:pt x="300" y="654"/>
                    </a:lnTo>
                    <a:lnTo>
                      <a:pt x="282" y="636"/>
                    </a:lnTo>
                    <a:close/>
                    <a:moveTo>
                      <a:pt x="276" y="768"/>
                    </a:moveTo>
                    <a:lnTo>
                      <a:pt x="294" y="750"/>
                    </a:lnTo>
                    <a:lnTo>
                      <a:pt x="270" y="732"/>
                    </a:lnTo>
                    <a:lnTo>
                      <a:pt x="276" y="768"/>
                    </a:lnTo>
                    <a:close/>
                    <a:moveTo>
                      <a:pt x="258" y="954"/>
                    </a:moveTo>
                    <a:lnTo>
                      <a:pt x="258" y="924"/>
                    </a:lnTo>
                    <a:lnTo>
                      <a:pt x="240" y="948"/>
                    </a:lnTo>
                    <a:lnTo>
                      <a:pt x="258" y="954"/>
                    </a:lnTo>
                    <a:close/>
                    <a:moveTo>
                      <a:pt x="252" y="858"/>
                    </a:moveTo>
                    <a:lnTo>
                      <a:pt x="270" y="858"/>
                    </a:lnTo>
                    <a:lnTo>
                      <a:pt x="252" y="840"/>
                    </a:lnTo>
                    <a:lnTo>
                      <a:pt x="252" y="858"/>
                    </a:lnTo>
                    <a:close/>
                    <a:moveTo>
                      <a:pt x="126" y="24"/>
                    </a:moveTo>
                    <a:lnTo>
                      <a:pt x="144" y="60"/>
                    </a:lnTo>
                    <a:lnTo>
                      <a:pt x="174" y="24"/>
                    </a:lnTo>
                    <a:lnTo>
                      <a:pt x="162" y="0"/>
                    </a:lnTo>
                    <a:lnTo>
                      <a:pt x="126" y="24"/>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38" name="Russia" descr="© INSCALE GmbH, 05.05.2010&#10;http://www.presentationload.com/">
                <a:extLst>
                  <a:ext uri="{FF2B5EF4-FFF2-40B4-BE49-F238E27FC236}">
                    <a16:creationId xmlns:a16="http://schemas.microsoft.com/office/drawing/2014/main" id="{091B7617-2F50-E5A7-FCAD-6B340879D0C2}"/>
                  </a:ext>
                </a:extLst>
              </p:cNvPr>
              <p:cNvSpPr>
                <a:spLocks noEditPoints="1"/>
              </p:cNvSpPr>
              <p:nvPr/>
            </p:nvSpPr>
            <p:spPr bwMode="gray">
              <a:xfrm>
                <a:off x="2984" y="996"/>
                <a:ext cx="2294" cy="731"/>
              </a:xfrm>
              <a:custGeom>
                <a:avLst/>
                <a:gdLst>
                  <a:gd name="T0" fmla="*/ 2147483647 w 9048"/>
                  <a:gd name="T1" fmla="*/ 2147483647 h 2880"/>
                  <a:gd name="T2" fmla="*/ 2147483647 w 9048"/>
                  <a:gd name="T3" fmla="*/ 2147483647 h 2880"/>
                  <a:gd name="T4" fmla="*/ 2147483647 w 9048"/>
                  <a:gd name="T5" fmla="*/ 2147483647 h 2880"/>
                  <a:gd name="T6" fmla="*/ 2147483647 w 9048"/>
                  <a:gd name="T7" fmla="*/ 2147483647 h 2880"/>
                  <a:gd name="T8" fmla="*/ 2147483647 w 9048"/>
                  <a:gd name="T9" fmla="*/ 2147483647 h 2880"/>
                  <a:gd name="T10" fmla="*/ 2147483647 w 9048"/>
                  <a:gd name="T11" fmla="*/ 2147483647 h 2880"/>
                  <a:gd name="T12" fmla="*/ 2147483647 w 9048"/>
                  <a:gd name="T13" fmla="*/ 2147483647 h 2880"/>
                  <a:gd name="T14" fmla="*/ 2147483647 w 9048"/>
                  <a:gd name="T15" fmla="*/ 2147483647 h 2880"/>
                  <a:gd name="T16" fmla="*/ 2147483647 w 9048"/>
                  <a:gd name="T17" fmla="*/ 2147483647 h 2880"/>
                  <a:gd name="T18" fmla="*/ 2147483647 w 9048"/>
                  <a:gd name="T19" fmla="*/ 2147483647 h 2880"/>
                  <a:gd name="T20" fmla="*/ 2147483647 w 9048"/>
                  <a:gd name="T21" fmla="*/ 2147483647 h 2880"/>
                  <a:gd name="T22" fmla="*/ 2147483647 w 9048"/>
                  <a:gd name="T23" fmla="*/ 2147483647 h 2880"/>
                  <a:gd name="T24" fmla="*/ 2147483647 w 9048"/>
                  <a:gd name="T25" fmla="*/ 2147483647 h 2880"/>
                  <a:gd name="T26" fmla="*/ 2147483647 w 9048"/>
                  <a:gd name="T27" fmla="*/ 2147483647 h 2880"/>
                  <a:gd name="T28" fmla="*/ 2147483647 w 9048"/>
                  <a:gd name="T29" fmla="*/ 2147483647 h 2880"/>
                  <a:gd name="T30" fmla="*/ 2147483647 w 9048"/>
                  <a:gd name="T31" fmla="*/ 2147483647 h 2880"/>
                  <a:gd name="T32" fmla="*/ 2147483647 w 9048"/>
                  <a:gd name="T33" fmla="*/ 2147483647 h 2880"/>
                  <a:gd name="T34" fmla="*/ 2147483647 w 9048"/>
                  <a:gd name="T35" fmla="*/ 2147483647 h 2880"/>
                  <a:gd name="T36" fmla="*/ 2147483647 w 9048"/>
                  <a:gd name="T37" fmla="*/ 2147483647 h 2880"/>
                  <a:gd name="T38" fmla="*/ 2147483647 w 9048"/>
                  <a:gd name="T39" fmla="*/ 2147483647 h 2880"/>
                  <a:gd name="T40" fmla="*/ 2147483647 w 9048"/>
                  <a:gd name="T41" fmla="*/ 2147483647 h 2880"/>
                  <a:gd name="T42" fmla="*/ 2147483647 w 9048"/>
                  <a:gd name="T43" fmla="*/ 2147483647 h 2880"/>
                  <a:gd name="T44" fmla="*/ 2147483647 w 9048"/>
                  <a:gd name="T45" fmla="*/ 2147483647 h 2880"/>
                  <a:gd name="T46" fmla="*/ 2147483647 w 9048"/>
                  <a:gd name="T47" fmla="*/ 2147483647 h 2880"/>
                  <a:gd name="T48" fmla="*/ 2147483647 w 9048"/>
                  <a:gd name="T49" fmla="*/ 2147483647 h 2880"/>
                  <a:gd name="T50" fmla="*/ 2147483647 w 9048"/>
                  <a:gd name="T51" fmla="*/ 2147483647 h 2880"/>
                  <a:gd name="T52" fmla="*/ 2147483647 w 9048"/>
                  <a:gd name="T53" fmla="*/ 2147483647 h 2880"/>
                  <a:gd name="T54" fmla="*/ 2147483647 w 9048"/>
                  <a:gd name="T55" fmla="*/ 2147483647 h 2880"/>
                  <a:gd name="T56" fmla="*/ 2147483647 w 9048"/>
                  <a:gd name="T57" fmla="*/ 2147483647 h 2880"/>
                  <a:gd name="T58" fmla="*/ 2147483647 w 9048"/>
                  <a:gd name="T59" fmla="*/ 2147483647 h 2880"/>
                  <a:gd name="T60" fmla="*/ 2147483647 w 9048"/>
                  <a:gd name="T61" fmla="*/ 2147483647 h 2880"/>
                  <a:gd name="T62" fmla="*/ 2147483647 w 9048"/>
                  <a:gd name="T63" fmla="*/ 2147483647 h 2880"/>
                  <a:gd name="T64" fmla="*/ 2147483647 w 9048"/>
                  <a:gd name="T65" fmla="*/ 2147483647 h 2880"/>
                  <a:gd name="T66" fmla="*/ 2147483647 w 9048"/>
                  <a:gd name="T67" fmla="*/ 2147483647 h 2880"/>
                  <a:gd name="T68" fmla="*/ 2147483647 w 9048"/>
                  <a:gd name="T69" fmla="*/ 2147483647 h 2880"/>
                  <a:gd name="T70" fmla="*/ 2147483647 w 9048"/>
                  <a:gd name="T71" fmla="*/ 2147483647 h 2880"/>
                  <a:gd name="T72" fmla="*/ 2147483647 w 9048"/>
                  <a:gd name="T73" fmla="*/ 2147483647 h 2880"/>
                  <a:gd name="T74" fmla="*/ 2147483647 w 9048"/>
                  <a:gd name="T75" fmla="*/ 2147483647 h 2880"/>
                  <a:gd name="T76" fmla="*/ 2147483647 w 9048"/>
                  <a:gd name="T77" fmla="*/ 2147483647 h 2880"/>
                  <a:gd name="T78" fmla="*/ 2147483647 w 9048"/>
                  <a:gd name="T79" fmla="*/ 2147483647 h 2880"/>
                  <a:gd name="T80" fmla="*/ 2147483647 w 9048"/>
                  <a:gd name="T81" fmla="*/ 2147483647 h 2880"/>
                  <a:gd name="T82" fmla="*/ 2147483647 w 9048"/>
                  <a:gd name="T83" fmla="*/ 2147483647 h 2880"/>
                  <a:gd name="T84" fmla="*/ 2147483647 w 9048"/>
                  <a:gd name="T85" fmla="*/ 2147483647 h 2880"/>
                  <a:gd name="T86" fmla="*/ 2147483647 w 9048"/>
                  <a:gd name="T87" fmla="*/ 2147483647 h 2880"/>
                  <a:gd name="T88" fmla="*/ 2147483647 w 9048"/>
                  <a:gd name="T89" fmla="*/ 2147483647 h 2880"/>
                  <a:gd name="T90" fmla="*/ 2147483647 w 9048"/>
                  <a:gd name="T91" fmla="*/ 2147483647 h 2880"/>
                  <a:gd name="T92" fmla="*/ 2147483647 w 9048"/>
                  <a:gd name="T93" fmla="*/ 2147483647 h 2880"/>
                  <a:gd name="T94" fmla="*/ 2147483647 w 9048"/>
                  <a:gd name="T95" fmla="*/ 2147483647 h 2880"/>
                  <a:gd name="T96" fmla="*/ 2147483647 w 9048"/>
                  <a:gd name="T97" fmla="*/ 2147483647 h 2880"/>
                  <a:gd name="T98" fmla="*/ 2147483647 w 9048"/>
                  <a:gd name="T99" fmla="*/ 2147483647 h 2880"/>
                  <a:gd name="T100" fmla="*/ 2147483647 w 9048"/>
                  <a:gd name="T101" fmla="*/ 2147483647 h 2880"/>
                  <a:gd name="T102" fmla="*/ 2147483647 w 9048"/>
                  <a:gd name="T103" fmla="*/ 2147483647 h 2880"/>
                  <a:gd name="T104" fmla="*/ 2147483647 w 9048"/>
                  <a:gd name="T105" fmla="*/ 2147483647 h 2880"/>
                  <a:gd name="T106" fmla="*/ 2147483647 w 9048"/>
                  <a:gd name="T107" fmla="*/ 2147483647 h 2880"/>
                  <a:gd name="T108" fmla="*/ 2147483647 w 9048"/>
                  <a:gd name="T109" fmla="*/ 2147483647 h 2880"/>
                  <a:gd name="T110" fmla="*/ 2147483647 w 9048"/>
                  <a:gd name="T111" fmla="*/ 2147483647 h 2880"/>
                  <a:gd name="T112" fmla="*/ 2147483647 w 9048"/>
                  <a:gd name="T113" fmla="*/ 2147483647 h 2880"/>
                  <a:gd name="T114" fmla="*/ 2147483647 w 9048"/>
                  <a:gd name="T115" fmla="*/ 2147483647 h 2880"/>
                  <a:gd name="T116" fmla="*/ 2147483647 w 9048"/>
                  <a:gd name="T117" fmla="*/ 2147483647 h 2880"/>
                  <a:gd name="T118" fmla="*/ 2147483647 w 9048"/>
                  <a:gd name="T119" fmla="*/ 2147483647 h 2880"/>
                  <a:gd name="T120" fmla="*/ 2147483647 w 9048"/>
                  <a:gd name="T121" fmla="*/ 2147483647 h 2880"/>
                  <a:gd name="T122" fmla="*/ 2147483647 w 9048"/>
                  <a:gd name="T123" fmla="*/ 2147483647 h 2880"/>
                  <a:gd name="T124" fmla="*/ 2147483647 w 9048"/>
                  <a:gd name="T125" fmla="*/ 2147483647 h 288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9048"/>
                  <a:gd name="T190" fmla="*/ 0 h 2880"/>
                  <a:gd name="T191" fmla="*/ 9048 w 9048"/>
                  <a:gd name="T192" fmla="*/ 2880 h 2880"/>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9048" h="2880">
                    <a:moveTo>
                      <a:pt x="2790" y="546"/>
                    </a:moveTo>
                    <a:lnTo>
                      <a:pt x="2760" y="540"/>
                    </a:lnTo>
                    <a:lnTo>
                      <a:pt x="2736" y="558"/>
                    </a:lnTo>
                    <a:lnTo>
                      <a:pt x="2778" y="570"/>
                    </a:lnTo>
                    <a:lnTo>
                      <a:pt x="2790" y="546"/>
                    </a:lnTo>
                    <a:close/>
                    <a:moveTo>
                      <a:pt x="2832" y="522"/>
                    </a:moveTo>
                    <a:lnTo>
                      <a:pt x="2820" y="516"/>
                    </a:lnTo>
                    <a:lnTo>
                      <a:pt x="2814" y="510"/>
                    </a:lnTo>
                    <a:lnTo>
                      <a:pt x="2808" y="510"/>
                    </a:lnTo>
                    <a:lnTo>
                      <a:pt x="2808" y="528"/>
                    </a:lnTo>
                    <a:lnTo>
                      <a:pt x="2820" y="534"/>
                    </a:lnTo>
                    <a:lnTo>
                      <a:pt x="2832" y="534"/>
                    </a:lnTo>
                    <a:lnTo>
                      <a:pt x="2844" y="540"/>
                    </a:lnTo>
                    <a:lnTo>
                      <a:pt x="2850" y="540"/>
                    </a:lnTo>
                    <a:lnTo>
                      <a:pt x="2850" y="534"/>
                    </a:lnTo>
                    <a:lnTo>
                      <a:pt x="2844" y="528"/>
                    </a:lnTo>
                    <a:lnTo>
                      <a:pt x="2832" y="522"/>
                    </a:lnTo>
                    <a:close/>
                    <a:moveTo>
                      <a:pt x="1704" y="18"/>
                    </a:moveTo>
                    <a:lnTo>
                      <a:pt x="1710" y="18"/>
                    </a:lnTo>
                    <a:lnTo>
                      <a:pt x="1716" y="12"/>
                    </a:lnTo>
                    <a:lnTo>
                      <a:pt x="1728" y="6"/>
                    </a:lnTo>
                    <a:lnTo>
                      <a:pt x="1734" y="0"/>
                    </a:lnTo>
                    <a:lnTo>
                      <a:pt x="1644" y="0"/>
                    </a:lnTo>
                    <a:lnTo>
                      <a:pt x="1638" y="12"/>
                    </a:lnTo>
                    <a:lnTo>
                      <a:pt x="1680" y="12"/>
                    </a:lnTo>
                    <a:lnTo>
                      <a:pt x="1686" y="18"/>
                    </a:lnTo>
                    <a:lnTo>
                      <a:pt x="1704" y="18"/>
                    </a:lnTo>
                    <a:close/>
                    <a:moveTo>
                      <a:pt x="1740" y="60"/>
                    </a:moveTo>
                    <a:lnTo>
                      <a:pt x="1746" y="60"/>
                    </a:lnTo>
                    <a:lnTo>
                      <a:pt x="1758" y="48"/>
                    </a:lnTo>
                    <a:lnTo>
                      <a:pt x="1764" y="48"/>
                    </a:lnTo>
                    <a:lnTo>
                      <a:pt x="1770" y="54"/>
                    </a:lnTo>
                    <a:lnTo>
                      <a:pt x="1782" y="54"/>
                    </a:lnTo>
                    <a:lnTo>
                      <a:pt x="1788" y="60"/>
                    </a:lnTo>
                    <a:lnTo>
                      <a:pt x="1800" y="60"/>
                    </a:lnTo>
                    <a:lnTo>
                      <a:pt x="1812" y="48"/>
                    </a:lnTo>
                    <a:lnTo>
                      <a:pt x="1812" y="36"/>
                    </a:lnTo>
                    <a:lnTo>
                      <a:pt x="1806" y="30"/>
                    </a:lnTo>
                    <a:lnTo>
                      <a:pt x="1794" y="24"/>
                    </a:lnTo>
                    <a:lnTo>
                      <a:pt x="1758" y="24"/>
                    </a:lnTo>
                    <a:lnTo>
                      <a:pt x="1710" y="48"/>
                    </a:lnTo>
                    <a:lnTo>
                      <a:pt x="1716" y="54"/>
                    </a:lnTo>
                    <a:lnTo>
                      <a:pt x="1728" y="60"/>
                    </a:lnTo>
                    <a:lnTo>
                      <a:pt x="1740" y="60"/>
                    </a:lnTo>
                    <a:close/>
                    <a:moveTo>
                      <a:pt x="2382" y="510"/>
                    </a:moveTo>
                    <a:lnTo>
                      <a:pt x="2400" y="504"/>
                    </a:lnTo>
                    <a:lnTo>
                      <a:pt x="2412" y="498"/>
                    </a:lnTo>
                    <a:lnTo>
                      <a:pt x="2412" y="486"/>
                    </a:lnTo>
                    <a:lnTo>
                      <a:pt x="2406" y="486"/>
                    </a:lnTo>
                    <a:lnTo>
                      <a:pt x="2400" y="480"/>
                    </a:lnTo>
                    <a:lnTo>
                      <a:pt x="2346" y="480"/>
                    </a:lnTo>
                    <a:lnTo>
                      <a:pt x="2346" y="492"/>
                    </a:lnTo>
                    <a:lnTo>
                      <a:pt x="2358" y="504"/>
                    </a:lnTo>
                    <a:lnTo>
                      <a:pt x="2370" y="510"/>
                    </a:lnTo>
                    <a:lnTo>
                      <a:pt x="2382" y="510"/>
                    </a:lnTo>
                    <a:close/>
                    <a:moveTo>
                      <a:pt x="1590" y="30"/>
                    </a:moveTo>
                    <a:lnTo>
                      <a:pt x="1548" y="24"/>
                    </a:lnTo>
                    <a:lnTo>
                      <a:pt x="1554" y="36"/>
                    </a:lnTo>
                    <a:lnTo>
                      <a:pt x="1590" y="30"/>
                    </a:lnTo>
                    <a:close/>
                    <a:moveTo>
                      <a:pt x="1890" y="696"/>
                    </a:moveTo>
                    <a:lnTo>
                      <a:pt x="1896" y="708"/>
                    </a:lnTo>
                    <a:lnTo>
                      <a:pt x="1920" y="720"/>
                    </a:lnTo>
                    <a:lnTo>
                      <a:pt x="1950" y="738"/>
                    </a:lnTo>
                    <a:lnTo>
                      <a:pt x="1974" y="744"/>
                    </a:lnTo>
                    <a:lnTo>
                      <a:pt x="1992" y="738"/>
                    </a:lnTo>
                    <a:lnTo>
                      <a:pt x="1980" y="720"/>
                    </a:lnTo>
                    <a:lnTo>
                      <a:pt x="1950" y="702"/>
                    </a:lnTo>
                    <a:lnTo>
                      <a:pt x="1914" y="696"/>
                    </a:lnTo>
                    <a:lnTo>
                      <a:pt x="1890" y="696"/>
                    </a:lnTo>
                    <a:close/>
                    <a:moveTo>
                      <a:pt x="3108" y="126"/>
                    </a:moveTo>
                    <a:lnTo>
                      <a:pt x="3120" y="108"/>
                    </a:lnTo>
                    <a:lnTo>
                      <a:pt x="3030" y="108"/>
                    </a:lnTo>
                    <a:lnTo>
                      <a:pt x="3108" y="126"/>
                    </a:lnTo>
                    <a:close/>
                    <a:moveTo>
                      <a:pt x="1560" y="102"/>
                    </a:moveTo>
                    <a:lnTo>
                      <a:pt x="1632" y="102"/>
                    </a:lnTo>
                    <a:lnTo>
                      <a:pt x="1608" y="84"/>
                    </a:lnTo>
                    <a:lnTo>
                      <a:pt x="1560" y="102"/>
                    </a:lnTo>
                    <a:close/>
                    <a:moveTo>
                      <a:pt x="1572" y="60"/>
                    </a:moveTo>
                    <a:lnTo>
                      <a:pt x="1584" y="66"/>
                    </a:lnTo>
                    <a:lnTo>
                      <a:pt x="1596" y="78"/>
                    </a:lnTo>
                    <a:lnTo>
                      <a:pt x="1620" y="66"/>
                    </a:lnTo>
                    <a:lnTo>
                      <a:pt x="1620" y="72"/>
                    </a:lnTo>
                    <a:lnTo>
                      <a:pt x="1644" y="72"/>
                    </a:lnTo>
                    <a:lnTo>
                      <a:pt x="1668" y="60"/>
                    </a:lnTo>
                    <a:lnTo>
                      <a:pt x="1674" y="54"/>
                    </a:lnTo>
                    <a:lnTo>
                      <a:pt x="1680" y="54"/>
                    </a:lnTo>
                    <a:lnTo>
                      <a:pt x="1626" y="48"/>
                    </a:lnTo>
                    <a:lnTo>
                      <a:pt x="1614" y="54"/>
                    </a:lnTo>
                    <a:lnTo>
                      <a:pt x="1608" y="54"/>
                    </a:lnTo>
                    <a:lnTo>
                      <a:pt x="1602" y="48"/>
                    </a:lnTo>
                    <a:lnTo>
                      <a:pt x="1584" y="48"/>
                    </a:lnTo>
                    <a:lnTo>
                      <a:pt x="1572" y="60"/>
                    </a:lnTo>
                    <a:close/>
                    <a:moveTo>
                      <a:pt x="1662" y="36"/>
                    </a:moveTo>
                    <a:lnTo>
                      <a:pt x="1602" y="36"/>
                    </a:lnTo>
                    <a:lnTo>
                      <a:pt x="1650" y="48"/>
                    </a:lnTo>
                    <a:lnTo>
                      <a:pt x="1662" y="36"/>
                    </a:lnTo>
                    <a:close/>
                    <a:moveTo>
                      <a:pt x="1542" y="522"/>
                    </a:moveTo>
                    <a:lnTo>
                      <a:pt x="1500" y="528"/>
                    </a:lnTo>
                    <a:lnTo>
                      <a:pt x="1512" y="552"/>
                    </a:lnTo>
                    <a:lnTo>
                      <a:pt x="1542" y="534"/>
                    </a:lnTo>
                    <a:lnTo>
                      <a:pt x="1524" y="558"/>
                    </a:lnTo>
                    <a:lnTo>
                      <a:pt x="1518" y="558"/>
                    </a:lnTo>
                    <a:lnTo>
                      <a:pt x="1512" y="564"/>
                    </a:lnTo>
                    <a:lnTo>
                      <a:pt x="1506" y="564"/>
                    </a:lnTo>
                    <a:lnTo>
                      <a:pt x="1494" y="570"/>
                    </a:lnTo>
                    <a:lnTo>
                      <a:pt x="1488" y="576"/>
                    </a:lnTo>
                    <a:lnTo>
                      <a:pt x="1488" y="582"/>
                    </a:lnTo>
                    <a:lnTo>
                      <a:pt x="1500" y="594"/>
                    </a:lnTo>
                    <a:lnTo>
                      <a:pt x="1524" y="606"/>
                    </a:lnTo>
                    <a:lnTo>
                      <a:pt x="1566" y="606"/>
                    </a:lnTo>
                    <a:lnTo>
                      <a:pt x="1590" y="612"/>
                    </a:lnTo>
                    <a:lnTo>
                      <a:pt x="1608" y="618"/>
                    </a:lnTo>
                    <a:lnTo>
                      <a:pt x="1614" y="624"/>
                    </a:lnTo>
                    <a:lnTo>
                      <a:pt x="1620" y="636"/>
                    </a:lnTo>
                    <a:lnTo>
                      <a:pt x="1620" y="648"/>
                    </a:lnTo>
                    <a:lnTo>
                      <a:pt x="1626" y="654"/>
                    </a:lnTo>
                    <a:lnTo>
                      <a:pt x="1626" y="660"/>
                    </a:lnTo>
                    <a:lnTo>
                      <a:pt x="1644" y="660"/>
                    </a:lnTo>
                    <a:lnTo>
                      <a:pt x="1662" y="666"/>
                    </a:lnTo>
                    <a:lnTo>
                      <a:pt x="1674" y="666"/>
                    </a:lnTo>
                    <a:lnTo>
                      <a:pt x="1692" y="672"/>
                    </a:lnTo>
                    <a:lnTo>
                      <a:pt x="1704" y="672"/>
                    </a:lnTo>
                    <a:lnTo>
                      <a:pt x="1818" y="666"/>
                    </a:lnTo>
                    <a:lnTo>
                      <a:pt x="1806" y="666"/>
                    </a:lnTo>
                    <a:lnTo>
                      <a:pt x="1734" y="642"/>
                    </a:lnTo>
                    <a:lnTo>
                      <a:pt x="1704" y="618"/>
                    </a:lnTo>
                    <a:lnTo>
                      <a:pt x="1692" y="600"/>
                    </a:lnTo>
                    <a:lnTo>
                      <a:pt x="1686" y="588"/>
                    </a:lnTo>
                    <a:lnTo>
                      <a:pt x="1674" y="582"/>
                    </a:lnTo>
                    <a:lnTo>
                      <a:pt x="1674" y="570"/>
                    </a:lnTo>
                    <a:lnTo>
                      <a:pt x="1668" y="564"/>
                    </a:lnTo>
                    <a:lnTo>
                      <a:pt x="1692" y="516"/>
                    </a:lnTo>
                    <a:lnTo>
                      <a:pt x="1686" y="510"/>
                    </a:lnTo>
                    <a:lnTo>
                      <a:pt x="1686" y="504"/>
                    </a:lnTo>
                    <a:lnTo>
                      <a:pt x="1674" y="504"/>
                    </a:lnTo>
                    <a:lnTo>
                      <a:pt x="1710" y="498"/>
                    </a:lnTo>
                    <a:lnTo>
                      <a:pt x="1698" y="480"/>
                    </a:lnTo>
                    <a:lnTo>
                      <a:pt x="1734" y="480"/>
                    </a:lnTo>
                    <a:lnTo>
                      <a:pt x="1710" y="468"/>
                    </a:lnTo>
                    <a:lnTo>
                      <a:pt x="1734" y="474"/>
                    </a:lnTo>
                    <a:lnTo>
                      <a:pt x="1740" y="462"/>
                    </a:lnTo>
                    <a:lnTo>
                      <a:pt x="1722" y="450"/>
                    </a:lnTo>
                    <a:lnTo>
                      <a:pt x="1764" y="450"/>
                    </a:lnTo>
                    <a:lnTo>
                      <a:pt x="1770" y="444"/>
                    </a:lnTo>
                    <a:lnTo>
                      <a:pt x="1752" y="426"/>
                    </a:lnTo>
                    <a:lnTo>
                      <a:pt x="1782" y="432"/>
                    </a:lnTo>
                    <a:lnTo>
                      <a:pt x="1782" y="402"/>
                    </a:lnTo>
                    <a:lnTo>
                      <a:pt x="1788" y="408"/>
                    </a:lnTo>
                    <a:lnTo>
                      <a:pt x="1800" y="414"/>
                    </a:lnTo>
                    <a:lnTo>
                      <a:pt x="1812" y="414"/>
                    </a:lnTo>
                    <a:lnTo>
                      <a:pt x="1830" y="408"/>
                    </a:lnTo>
                    <a:lnTo>
                      <a:pt x="1842" y="402"/>
                    </a:lnTo>
                    <a:lnTo>
                      <a:pt x="1860" y="390"/>
                    </a:lnTo>
                    <a:lnTo>
                      <a:pt x="1878" y="372"/>
                    </a:lnTo>
                    <a:lnTo>
                      <a:pt x="1896" y="372"/>
                    </a:lnTo>
                    <a:lnTo>
                      <a:pt x="1938" y="366"/>
                    </a:lnTo>
                    <a:lnTo>
                      <a:pt x="1992" y="354"/>
                    </a:lnTo>
                    <a:lnTo>
                      <a:pt x="2046" y="348"/>
                    </a:lnTo>
                    <a:lnTo>
                      <a:pt x="2094" y="336"/>
                    </a:lnTo>
                    <a:lnTo>
                      <a:pt x="2124" y="330"/>
                    </a:lnTo>
                    <a:lnTo>
                      <a:pt x="2136" y="324"/>
                    </a:lnTo>
                    <a:lnTo>
                      <a:pt x="2154" y="318"/>
                    </a:lnTo>
                    <a:lnTo>
                      <a:pt x="2160" y="312"/>
                    </a:lnTo>
                    <a:lnTo>
                      <a:pt x="2166" y="300"/>
                    </a:lnTo>
                    <a:lnTo>
                      <a:pt x="2166" y="294"/>
                    </a:lnTo>
                    <a:lnTo>
                      <a:pt x="2154" y="282"/>
                    </a:lnTo>
                    <a:lnTo>
                      <a:pt x="2136" y="276"/>
                    </a:lnTo>
                    <a:lnTo>
                      <a:pt x="2088" y="270"/>
                    </a:lnTo>
                    <a:lnTo>
                      <a:pt x="2046" y="276"/>
                    </a:lnTo>
                    <a:lnTo>
                      <a:pt x="2016" y="288"/>
                    </a:lnTo>
                    <a:lnTo>
                      <a:pt x="1980" y="300"/>
                    </a:lnTo>
                    <a:lnTo>
                      <a:pt x="1938" y="318"/>
                    </a:lnTo>
                    <a:lnTo>
                      <a:pt x="1860" y="318"/>
                    </a:lnTo>
                    <a:lnTo>
                      <a:pt x="1842" y="312"/>
                    </a:lnTo>
                    <a:lnTo>
                      <a:pt x="1824" y="312"/>
                    </a:lnTo>
                    <a:lnTo>
                      <a:pt x="1806" y="336"/>
                    </a:lnTo>
                    <a:lnTo>
                      <a:pt x="1782" y="318"/>
                    </a:lnTo>
                    <a:lnTo>
                      <a:pt x="1728" y="342"/>
                    </a:lnTo>
                    <a:lnTo>
                      <a:pt x="1698" y="342"/>
                    </a:lnTo>
                    <a:lnTo>
                      <a:pt x="1668" y="366"/>
                    </a:lnTo>
                    <a:lnTo>
                      <a:pt x="1692" y="372"/>
                    </a:lnTo>
                    <a:lnTo>
                      <a:pt x="1644" y="372"/>
                    </a:lnTo>
                    <a:lnTo>
                      <a:pt x="1614" y="378"/>
                    </a:lnTo>
                    <a:lnTo>
                      <a:pt x="1614" y="396"/>
                    </a:lnTo>
                    <a:lnTo>
                      <a:pt x="1638" y="378"/>
                    </a:lnTo>
                    <a:lnTo>
                      <a:pt x="1644" y="396"/>
                    </a:lnTo>
                    <a:lnTo>
                      <a:pt x="1668" y="396"/>
                    </a:lnTo>
                    <a:lnTo>
                      <a:pt x="1662" y="408"/>
                    </a:lnTo>
                    <a:lnTo>
                      <a:pt x="1620" y="408"/>
                    </a:lnTo>
                    <a:lnTo>
                      <a:pt x="1614" y="420"/>
                    </a:lnTo>
                    <a:lnTo>
                      <a:pt x="1644" y="426"/>
                    </a:lnTo>
                    <a:lnTo>
                      <a:pt x="1596" y="432"/>
                    </a:lnTo>
                    <a:lnTo>
                      <a:pt x="1632" y="438"/>
                    </a:lnTo>
                    <a:lnTo>
                      <a:pt x="1584" y="444"/>
                    </a:lnTo>
                    <a:lnTo>
                      <a:pt x="1584" y="462"/>
                    </a:lnTo>
                    <a:lnTo>
                      <a:pt x="1554" y="474"/>
                    </a:lnTo>
                    <a:lnTo>
                      <a:pt x="1560" y="486"/>
                    </a:lnTo>
                    <a:lnTo>
                      <a:pt x="1602" y="468"/>
                    </a:lnTo>
                    <a:lnTo>
                      <a:pt x="1590" y="498"/>
                    </a:lnTo>
                    <a:lnTo>
                      <a:pt x="1554" y="498"/>
                    </a:lnTo>
                    <a:lnTo>
                      <a:pt x="1542" y="504"/>
                    </a:lnTo>
                    <a:lnTo>
                      <a:pt x="1542" y="522"/>
                    </a:lnTo>
                    <a:close/>
                    <a:moveTo>
                      <a:pt x="5778" y="498"/>
                    </a:moveTo>
                    <a:lnTo>
                      <a:pt x="5850" y="486"/>
                    </a:lnTo>
                    <a:lnTo>
                      <a:pt x="5958" y="504"/>
                    </a:lnTo>
                    <a:lnTo>
                      <a:pt x="5952" y="492"/>
                    </a:lnTo>
                    <a:lnTo>
                      <a:pt x="5940" y="486"/>
                    </a:lnTo>
                    <a:lnTo>
                      <a:pt x="5928" y="474"/>
                    </a:lnTo>
                    <a:lnTo>
                      <a:pt x="5904" y="462"/>
                    </a:lnTo>
                    <a:lnTo>
                      <a:pt x="5844" y="462"/>
                    </a:lnTo>
                    <a:lnTo>
                      <a:pt x="5808" y="468"/>
                    </a:lnTo>
                    <a:lnTo>
                      <a:pt x="5796" y="468"/>
                    </a:lnTo>
                    <a:lnTo>
                      <a:pt x="5778" y="498"/>
                    </a:lnTo>
                    <a:close/>
                    <a:moveTo>
                      <a:pt x="5784" y="378"/>
                    </a:moveTo>
                    <a:lnTo>
                      <a:pt x="5838" y="384"/>
                    </a:lnTo>
                    <a:lnTo>
                      <a:pt x="5844" y="378"/>
                    </a:lnTo>
                    <a:lnTo>
                      <a:pt x="5850" y="366"/>
                    </a:lnTo>
                    <a:lnTo>
                      <a:pt x="5838" y="354"/>
                    </a:lnTo>
                    <a:lnTo>
                      <a:pt x="5802" y="354"/>
                    </a:lnTo>
                    <a:lnTo>
                      <a:pt x="5742" y="342"/>
                    </a:lnTo>
                    <a:lnTo>
                      <a:pt x="5724" y="342"/>
                    </a:lnTo>
                    <a:lnTo>
                      <a:pt x="5718" y="348"/>
                    </a:lnTo>
                    <a:lnTo>
                      <a:pt x="5730" y="354"/>
                    </a:lnTo>
                    <a:lnTo>
                      <a:pt x="5742" y="366"/>
                    </a:lnTo>
                    <a:lnTo>
                      <a:pt x="5754" y="372"/>
                    </a:lnTo>
                    <a:lnTo>
                      <a:pt x="5772" y="372"/>
                    </a:lnTo>
                    <a:lnTo>
                      <a:pt x="5778" y="378"/>
                    </a:lnTo>
                    <a:lnTo>
                      <a:pt x="5784" y="378"/>
                    </a:lnTo>
                    <a:close/>
                    <a:moveTo>
                      <a:pt x="5724" y="432"/>
                    </a:moveTo>
                    <a:lnTo>
                      <a:pt x="5712" y="444"/>
                    </a:lnTo>
                    <a:lnTo>
                      <a:pt x="5712" y="456"/>
                    </a:lnTo>
                    <a:lnTo>
                      <a:pt x="5724" y="462"/>
                    </a:lnTo>
                    <a:lnTo>
                      <a:pt x="5772" y="462"/>
                    </a:lnTo>
                    <a:lnTo>
                      <a:pt x="5778" y="456"/>
                    </a:lnTo>
                    <a:lnTo>
                      <a:pt x="5778" y="450"/>
                    </a:lnTo>
                    <a:lnTo>
                      <a:pt x="5766" y="438"/>
                    </a:lnTo>
                    <a:lnTo>
                      <a:pt x="5742" y="426"/>
                    </a:lnTo>
                    <a:lnTo>
                      <a:pt x="5730" y="426"/>
                    </a:lnTo>
                    <a:lnTo>
                      <a:pt x="5724" y="432"/>
                    </a:lnTo>
                    <a:close/>
                    <a:moveTo>
                      <a:pt x="3072" y="96"/>
                    </a:moveTo>
                    <a:lnTo>
                      <a:pt x="3192" y="96"/>
                    </a:lnTo>
                    <a:lnTo>
                      <a:pt x="3204" y="90"/>
                    </a:lnTo>
                    <a:lnTo>
                      <a:pt x="3228" y="90"/>
                    </a:lnTo>
                    <a:lnTo>
                      <a:pt x="3240" y="84"/>
                    </a:lnTo>
                    <a:lnTo>
                      <a:pt x="3240" y="72"/>
                    </a:lnTo>
                    <a:lnTo>
                      <a:pt x="3222" y="60"/>
                    </a:lnTo>
                    <a:lnTo>
                      <a:pt x="3192" y="42"/>
                    </a:lnTo>
                    <a:lnTo>
                      <a:pt x="3156" y="30"/>
                    </a:lnTo>
                    <a:lnTo>
                      <a:pt x="3132" y="24"/>
                    </a:lnTo>
                    <a:lnTo>
                      <a:pt x="3120" y="18"/>
                    </a:lnTo>
                    <a:lnTo>
                      <a:pt x="3108" y="18"/>
                    </a:lnTo>
                    <a:lnTo>
                      <a:pt x="3096" y="12"/>
                    </a:lnTo>
                    <a:lnTo>
                      <a:pt x="3060" y="12"/>
                    </a:lnTo>
                    <a:lnTo>
                      <a:pt x="3048" y="18"/>
                    </a:lnTo>
                    <a:lnTo>
                      <a:pt x="3036" y="18"/>
                    </a:lnTo>
                    <a:lnTo>
                      <a:pt x="3030" y="30"/>
                    </a:lnTo>
                    <a:lnTo>
                      <a:pt x="3030" y="42"/>
                    </a:lnTo>
                    <a:lnTo>
                      <a:pt x="3036" y="54"/>
                    </a:lnTo>
                    <a:lnTo>
                      <a:pt x="3048" y="66"/>
                    </a:lnTo>
                    <a:lnTo>
                      <a:pt x="3054" y="78"/>
                    </a:lnTo>
                    <a:lnTo>
                      <a:pt x="3072" y="96"/>
                    </a:lnTo>
                    <a:close/>
                    <a:moveTo>
                      <a:pt x="6138" y="408"/>
                    </a:moveTo>
                    <a:lnTo>
                      <a:pt x="6144" y="402"/>
                    </a:lnTo>
                    <a:lnTo>
                      <a:pt x="6132" y="396"/>
                    </a:lnTo>
                    <a:lnTo>
                      <a:pt x="6102" y="390"/>
                    </a:lnTo>
                    <a:lnTo>
                      <a:pt x="6036" y="390"/>
                    </a:lnTo>
                    <a:lnTo>
                      <a:pt x="6012" y="366"/>
                    </a:lnTo>
                    <a:lnTo>
                      <a:pt x="6000" y="360"/>
                    </a:lnTo>
                    <a:lnTo>
                      <a:pt x="5970" y="360"/>
                    </a:lnTo>
                    <a:lnTo>
                      <a:pt x="5958" y="366"/>
                    </a:lnTo>
                    <a:lnTo>
                      <a:pt x="5910" y="366"/>
                    </a:lnTo>
                    <a:lnTo>
                      <a:pt x="5946" y="390"/>
                    </a:lnTo>
                    <a:lnTo>
                      <a:pt x="5964" y="396"/>
                    </a:lnTo>
                    <a:lnTo>
                      <a:pt x="6000" y="402"/>
                    </a:lnTo>
                    <a:lnTo>
                      <a:pt x="6054" y="414"/>
                    </a:lnTo>
                    <a:lnTo>
                      <a:pt x="6102" y="414"/>
                    </a:lnTo>
                    <a:lnTo>
                      <a:pt x="6138" y="408"/>
                    </a:lnTo>
                    <a:close/>
                    <a:moveTo>
                      <a:pt x="7602" y="744"/>
                    </a:moveTo>
                    <a:lnTo>
                      <a:pt x="7596" y="732"/>
                    </a:lnTo>
                    <a:lnTo>
                      <a:pt x="7572" y="726"/>
                    </a:lnTo>
                    <a:lnTo>
                      <a:pt x="7512" y="714"/>
                    </a:lnTo>
                    <a:lnTo>
                      <a:pt x="7500" y="714"/>
                    </a:lnTo>
                    <a:lnTo>
                      <a:pt x="7512" y="726"/>
                    </a:lnTo>
                    <a:lnTo>
                      <a:pt x="7548" y="738"/>
                    </a:lnTo>
                    <a:lnTo>
                      <a:pt x="7584" y="744"/>
                    </a:lnTo>
                    <a:lnTo>
                      <a:pt x="7602" y="744"/>
                    </a:lnTo>
                    <a:close/>
                    <a:moveTo>
                      <a:pt x="3162" y="120"/>
                    </a:moveTo>
                    <a:lnTo>
                      <a:pt x="3216" y="138"/>
                    </a:lnTo>
                    <a:lnTo>
                      <a:pt x="3246" y="144"/>
                    </a:lnTo>
                    <a:lnTo>
                      <a:pt x="3264" y="144"/>
                    </a:lnTo>
                    <a:lnTo>
                      <a:pt x="3312" y="138"/>
                    </a:lnTo>
                    <a:lnTo>
                      <a:pt x="3372" y="156"/>
                    </a:lnTo>
                    <a:lnTo>
                      <a:pt x="3432" y="156"/>
                    </a:lnTo>
                    <a:lnTo>
                      <a:pt x="3426" y="138"/>
                    </a:lnTo>
                    <a:lnTo>
                      <a:pt x="3402" y="102"/>
                    </a:lnTo>
                    <a:lnTo>
                      <a:pt x="3384" y="96"/>
                    </a:lnTo>
                    <a:lnTo>
                      <a:pt x="3372" y="90"/>
                    </a:lnTo>
                    <a:lnTo>
                      <a:pt x="3354" y="96"/>
                    </a:lnTo>
                    <a:lnTo>
                      <a:pt x="3318" y="114"/>
                    </a:lnTo>
                    <a:lnTo>
                      <a:pt x="3294" y="90"/>
                    </a:lnTo>
                    <a:lnTo>
                      <a:pt x="3282" y="90"/>
                    </a:lnTo>
                    <a:lnTo>
                      <a:pt x="3210" y="102"/>
                    </a:lnTo>
                    <a:lnTo>
                      <a:pt x="3174" y="114"/>
                    </a:lnTo>
                    <a:lnTo>
                      <a:pt x="3162" y="120"/>
                    </a:lnTo>
                    <a:close/>
                    <a:moveTo>
                      <a:pt x="3582" y="198"/>
                    </a:moveTo>
                    <a:lnTo>
                      <a:pt x="3744" y="192"/>
                    </a:lnTo>
                    <a:lnTo>
                      <a:pt x="3702" y="168"/>
                    </a:lnTo>
                    <a:lnTo>
                      <a:pt x="3696" y="168"/>
                    </a:lnTo>
                    <a:lnTo>
                      <a:pt x="3690" y="162"/>
                    </a:lnTo>
                    <a:lnTo>
                      <a:pt x="3666" y="150"/>
                    </a:lnTo>
                    <a:lnTo>
                      <a:pt x="3648" y="144"/>
                    </a:lnTo>
                    <a:lnTo>
                      <a:pt x="3636" y="138"/>
                    </a:lnTo>
                    <a:lnTo>
                      <a:pt x="3618" y="138"/>
                    </a:lnTo>
                    <a:lnTo>
                      <a:pt x="3606" y="144"/>
                    </a:lnTo>
                    <a:lnTo>
                      <a:pt x="3600" y="150"/>
                    </a:lnTo>
                    <a:lnTo>
                      <a:pt x="3588" y="156"/>
                    </a:lnTo>
                    <a:lnTo>
                      <a:pt x="3588" y="150"/>
                    </a:lnTo>
                    <a:lnTo>
                      <a:pt x="3582" y="144"/>
                    </a:lnTo>
                    <a:lnTo>
                      <a:pt x="3576" y="132"/>
                    </a:lnTo>
                    <a:lnTo>
                      <a:pt x="3570" y="126"/>
                    </a:lnTo>
                    <a:lnTo>
                      <a:pt x="3546" y="114"/>
                    </a:lnTo>
                    <a:lnTo>
                      <a:pt x="3522" y="126"/>
                    </a:lnTo>
                    <a:lnTo>
                      <a:pt x="3504" y="162"/>
                    </a:lnTo>
                    <a:lnTo>
                      <a:pt x="3498" y="192"/>
                    </a:lnTo>
                    <a:lnTo>
                      <a:pt x="3492" y="210"/>
                    </a:lnTo>
                    <a:lnTo>
                      <a:pt x="3516" y="222"/>
                    </a:lnTo>
                    <a:lnTo>
                      <a:pt x="3534" y="216"/>
                    </a:lnTo>
                    <a:lnTo>
                      <a:pt x="3546" y="216"/>
                    </a:lnTo>
                    <a:lnTo>
                      <a:pt x="3582" y="198"/>
                    </a:lnTo>
                    <a:close/>
                    <a:moveTo>
                      <a:pt x="5622" y="420"/>
                    </a:moveTo>
                    <a:lnTo>
                      <a:pt x="5640" y="390"/>
                    </a:lnTo>
                    <a:lnTo>
                      <a:pt x="5754" y="390"/>
                    </a:lnTo>
                    <a:lnTo>
                      <a:pt x="5688" y="360"/>
                    </a:lnTo>
                    <a:lnTo>
                      <a:pt x="5700" y="336"/>
                    </a:lnTo>
                    <a:lnTo>
                      <a:pt x="5610" y="318"/>
                    </a:lnTo>
                    <a:lnTo>
                      <a:pt x="5628" y="348"/>
                    </a:lnTo>
                    <a:lnTo>
                      <a:pt x="5616" y="342"/>
                    </a:lnTo>
                    <a:lnTo>
                      <a:pt x="5592" y="336"/>
                    </a:lnTo>
                    <a:lnTo>
                      <a:pt x="5556" y="330"/>
                    </a:lnTo>
                    <a:lnTo>
                      <a:pt x="5514" y="318"/>
                    </a:lnTo>
                    <a:lnTo>
                      <a:pt x="5454" y="318"/>
                    </a:lnTo>
                    <a:lnTo>
                      <a:pt x="5448" y="330"/>
                    </a:lnTo>
                    <a:lnTo>
                      <a:pt x="5460" y="354"/>
                    </a:lnTo>
                    <a:lnTo>
                      <a:pt x="5496" y="372"/>
                    </a:lnTo>
                    <a:lnTo>
                      <a:pt x="5538" y="390"/>
                    </a:lnTo>
                    <a:lnTo>
                      <a:pt x="5574" y="408"/>
                    </a:lnTo>
                    <a:lnTo>
                      <a:pt x="5610" y="414"/>
                    </a:lnTo>
                    <a:lnTo>
                      <a:pt x="5622" y="420"/>
                    </a:lnTo>
                    <a:close/>
                    <a:moveTo>
                      <a:pt x="4320" y="432"/>
                    </a:moveTo>
                    <a:lnTo>
                      <a:pt x="4368" y="444"/>
                    </a:lnTo>
                    <a:lnTo>
                      <a:pt x="4380" y="444"/>
                    </a:lnTo>
                    <a:lnTo>
                      <a:pt x="4392" y="438"/>
                    </a:lnTo>
                    <a:lnTo>
                      <a:pt x="4398" y="438"/>
                    </a:lnTo>
                    <a:lnTo>
                      <a:pt x="4404" y="432"/>
                    </a:lnTo>
                    <a:lnTo>
                      <a:pt x="4404" y="426"/>
                    </a:lnTo>
                    <a:lnTo>
                      <a:pt x="4398" y="426"/>
                    </a:lnTo>
                    <a:lnTo>
                      <a:pt x="4362" y="414"/>
                    </a:lnTo>
                    <a:lnTo>
                      <a:pt x="4344" y="420"/>
                    </a:lnTo>
                    <a:lnTo>
                      <a:pt x="4332" y="420"/>
                    </a:lnTo>
                    <a:lnTo>
                      <a:pt x="4320" y="432"/>
                    </a:lnTo>
                    <a:close/>
                    <a:moveTo>
                      <a:pt x="5424" y="354"/>
                    </a:moveTo>
                    <a:lnTo>
                      <a:pt x="5370" y="336"/>
                    </a:lnTo>
                    <a:lnTo>
                      <a:pt x="5394" y="366"/>
                    </a:lnTo>
                    <a:lnTo>
                      <a:pt x="5424" y="354"/>
                    </a:lnTo>
                    <a:close/>
                    <a:moveTo>
                      <a:pt x="7986" y="666"/>
                    </a:moveTo>
                    <a:lnTo>
                      <a:pt x="8034" y="654"/>
                    </a:lnTo>
                    <a:lnTo>
                      <a:pt x="8088" y="654"/>
                    </a:lnTo>
                    <a:lnTo>
                      <a:pt x="8100" y="648"/>
                    </a:lnTo>
                    <a:lnTo>
                      <a:pt x="8106" y="642"/>
                    </a:lnTo>
                    <a:lnTo>
                      <a:pt x="8106" y="636"/>
                    </a:lnTo>
                    <a:lnTo>
                      <a:pt x="8100" y="630"/>
                    </a:lnTo>
                    <a:lnTo>
                      <a:pt x="8088" y="630"/>
                    </a:lnTo>
                    <a:lnTo>
                      <a:pt x="8052" y="618"/>
                    </a:lnTo>
                    <a:lnTo>
                      <a:pt x="8028" y="612"/>
                    </a:lnTo>
                    <a:lnTo>
                      <a:pt x="8010" y="606"/>
                    </a:lnTo>
                    <a:lnTo>
                      <a:pt x="7968" y="606"/>
                    </a:lnTo>
                    <a:lnTo>
                      <a:pt x="7944" y="618"/>
                    </a:lnTo>
                    <a:lnTo>
                      <a:pt x="7938" y="630"/>
                    </a:lnTo>
                    <a:lnTo>
                      <a:pt x="7938" y="654"/>
                    </a:lnTo>
                    <a:lnTo>
                      <a:pt x="7944" y="666"/>
                    </a:lnTo>
                    <a:lnTo>
                      <a:pt x="7950" y="666"/>
                    </a:lnTo>
                    <a:lnTo>
                      <a:pt x="7962" y="672"/>
                    </a:lnTo>
                    <a:lnTo>
                      <a:pt x="7968" y="672"/>
                    </a:lnTo>
                    <a:lnTo>
                      <a:pt x="7980" y="666"/>
                    </a:lnTo>
                    <a:lnTo>
                      <a:pt x="7986" y="666"/>
                    </a:lnTo>
                    <a:close/>
                    <a:moveTo>
                      <a:pt x="162" y="1788"/>
                    </a:moveTo>
                    <a:lnTo>
                      <a:pt x="150" y="1788"/>
                    </a:lnTo>
                    <a:lnTo>
                      <a:pt x="138" y="1794"/>
                    </a:lnTo>
                    <a:lnTo>
                      <a:pt x="114" y="1794"/>
                    </a:lnTo>
                    <a:lnTo>
                      <a:pt x="108" y="1788"/>
                    </a:lnTo>
                    <a:lnTo>
                      <a:pt x="96" y="1788"/>
                    </a:lnTo>
                    <a:lnTo>
                      <a:pt x="96" y="1782"/>
                    </a:lnTo>
                    <a:lnTo>
                      <a:pt x="84" y="1782"/>
                    </a:lnTo>
                    <a:lnTo>
                      <a:pt x="84" y="1788"/>
                    </a:lnTo>
                    <a:lnTo>
                      <a:pt x="72" y="1800"/>
                    </a:lnTo>
                    <a:lnTo>
                      <a:pt x="12" y="1800"/>
                    </a:lnTo>
                    <a:lnTo>
                      <a:pt x="0" y="1812"/>
                    </a:lnTo>
                    <a:lnTo>
                      <a:pt x="0" y="1818"/>
                    </a:lnTo>
                    <a:lnTo>
                      <a:pt x="12" y="1830"/>
                    </a:lnTo>
                    <a:lnTo>
                      <a:pt x="6" y="1842"/>
                    </a:lnTo>
                    <a:lnTo>
                      <a:pt x="12" y="1848"/>
                    </a:lnTo>
                    <a:lnTo>
                      <a:pt x="18" y="1848"/>
                    </a:lnTo>
                    <a:lnTo>
                      <a:pt x="24" y="1842"/>
                    </a:lnTo>
                    <a:lnTo>
                      <a:pt x="48" y="1842"/>
                    </a:lnTo>
                    <a:lnTo>
                      <a:pt x="54" y="1848"/>
                    </a:lnTo>
                    <a:lnTo>
                      <a:pt x="66" y="1848"/>
                    </a:lnTo>
                    <a:lnTo>
                      <a:pt x="72" y="1854"/>
                    </a:lnTo>
                    <a:lnTo>
                      <a:pt x="162" y="1854"/>
                    </a:lnTo>
                    <a:lnTo>
                      <a:pt x="162" y="1848"/>
                    </a:lnTo>
                    <a:lnTo>
                      <a:pt x="168" y="1848"/>
                    </a:lnTo>
                    <a:lnTo>
                      <a:pt x="162" y="1830"/>
                    </a:lnTo>
                    <a:lnTo>
                      <a:pt x="174" y="1818"/>
                    </a:lnTo>
                    <a:lnTo>
                      <a:pt x="174" y="1800"/>
                    </a:lnTo>
                    <a:lnTo>
                      <a:pt x="168" y="1788"/>
                    </a:lnTo>
                    <a:lnTo>
                      <a:pt x="162" y="1788"/>
                    </a:lnTo>
                    <a:close/>
                    <a:moveTo>
                      <a:pt x="1038" y="90"/>
                    </a:moveTo>
                    <a:lnTo>
                      <a:pt x="1062" y="72"/>
                    </a:lnTo>
                    <a:lnTo>
                      <a:pt x="1032" y="72"/>
                    </a:lnTo>
                    <a:lnTo>
                      <a:pt x="1032" y="84"/>
                    </a:lnTo>
                    <a:lnTo>
                      <a:pt x="1038" y="90"/>
                    </a:lnTo>
                    <a:close/>
                    <a:moveTo>
                      <a:pt x="990" y="72"/>
                    </a:moveTo>
                    <a:lnTo>
                      <a:pt x="1074" y="54"/>
                    </a:lnTo>
                    <a:lnTo>
                      <a:pt x="1044" y="42"/>
                    </a:lnTo>
                    <a:lnTo>
                      <a:pt x="996" y="54"/>
                    </a:lnTo>
                    <a:lnTo>
                      <a:pt x="948" y="54"/>
                    </a:lnTo>
                    <a:lnTo>
                      <a:pt x="966" y="66"/>
                    </a:lnTo>
                    <a:lnTo>
                      <a:pt x="990" y="72"/>
                    </a:lnTo>
                    <a:close/>
                    <a:moveTo>
                      <a:pt x="1122" y="90"/>
                    </a:moveTo>
                    <a:lnTo>
                      <a:pt x="1128" y="78"/>
                    </a:lnTo>
                    <a:lnTo>
                      <a:pt x="1152" y="78"/>
                    </a:lnTo>
                    <a:lnTo>
                      <a:pt x="1164" y="66"/>
                    </a:lnTo>
                    <a:lnTo>
                      <a:pt x="1218" y="66"/>
                    </a:lnTo>
                    <a:lnTo>
                      <a:pt x="1218" y="60"/>
                    </a:lnTo>
                    <a:lnTo>
                      <a:pt x="1206" y="54"/>
                    </a:lnTo>
                    <a:lnTo>
                      <a:pt x="1182" y="54"/>
                    </a:lnTo>
                    <a:lnTo>
                      <a:pt x="1182" y="48"/>
                    </a:lnTo>
                    <a:lnTo>
                      <a:pt x="1176" y="48"/>
                    </a:lnTo>
                    <a:lnTo>
                      <a:pt x="1164" y="42"/>
                    </a:lnTo>
                    <a:lnTo>
                      <a:pt x="1140" y="42"/>
                    </a:lnTo>
                    <a:lnTo>
                      <a:pt x="1134" y="48"/>
                    </a:lnTo>
                    <a:lnTo>
                      <a:pt x="1128" y="60"/>
                    </a:lnTo>
                    <a:lnTo>
                      <a:pt x="1128" y="66"/>
                    </a:lnTo>
                    <a:lnTo>
                      <a:pt x="1122" y="66"/>
                    </a:lnTo>
                    <a:lnTo>
                      <a:pt x="1116" y="72"/>
                    </a:lnTo>
                    <a:lnTo>
                      <a:pt x="1104" y="72"/>
                    </a:lnTo>
                    <a:lnTo>
                      <a:pt x="1086" y="78"/>
                    </a:lnTo>
                    <a:lnTo>
                      <a:pt x="1080" y="78"/>
                    </a:lnTo>
                    <a:lnTo>
                      <a:pt x="1074" y="84"/>
                    </a:lnTo>
                    <a:lnTo>
                      <a:pt x="1080" y="84"/>
                    </a:lnTo>
                    <a:lnTo>
                      <a:pt x="1092" y="90"/>
                    </a:lnTo>
                    <a:lnTo>
                      <a:pt x="1122" y="90"/>
                    </a:lnTo>
                    <a:close/>
                    <a:moveTo>
                      <a:pt x="1176" y="78"/>
                    </a:moveTo>
                    <a:lnTo>
                      <a:pt x="1158" y="90"/>
                    </a:lnTo>
                    <a:lnTo>
                      <a:pt x="1176" y="102"/>
                    </a:lnTo>
                    <a:lnTo>
                      <a:pt x="1194" y="108"/>
                    </a:lnTo>
                    <a:lnTo>
                      <a:pt x="1248" y="102"/>
                    </a:lnTo>
                    <a:lnTo>
                      <a:pt x="1242" y="90"/>
                    </a:lnTo>
                    <a:lnTo>
                      <a:pt x="1212" y="90"/>
                    </a:lnTo>
                    <a:lnTo>
                      <a:pt x="1176" y="78"/>
                    </a:lnTo>
                    <a:close/>
                    <a:moveTo>
                      <a:pt x="7812" y="2436"/>
                    </a:moveTo>
                    <a:lnTo>
                      <a:pt x="7782" y="2400"/>
                    </a:lnTo>
                    <a:lnTo>
                      <a:pt x="7776" y="2400"/>
                    </a:lnTo>
                    <a:lnTo>
                      <a:pt x="7770" y="2394"/>
                    </a:lnTo>
                    <a:lnTo>
                      <a:pt x="7752" y="2388"/>
                    </a:lnTo>
                    <a:lnTo>
                      <a:pt x="7728" y="2364"/>
                    </a:lnTo>
                    <a:lnTo>
                      <a:pt x="7722" y="2352"/>
                    </a:lnTo>
                    <a:lnTo>
                      <a:pt x="7704" y="2298"/>
                    </a:lnTo>
                    <a:lnTo>
                      <a:pt x="7698" y="2286"/>
                    </a:lnTo>
                    <a:lnTo>
                      <a:pt x="7698" y="2274"/>
                    </a:lnTo>
                    <a:lnTo>
                      <a:pt x="7674" y="2250"/>
                    </a:lnTo>
                    <a:lnTo>
                      <a:pt x="7680" y="2244"/>
                    </a:lnTo>
                    <a:lnTo>
                      <a:pt x="7698" y="2244"/>
                    </a:lnTo>
                    <a:lnTo>
                      <a:pt x="7770" y="2268"/>
                    </a:lnTo>
                    <a:lnTo>
                      <a:pt x="7800" y="2280"/>
                    </a:lnTo>
                    <a:lnTo>
                      <a:pt x="7812" y="2286"/>
                    </a:lnTo>
                    <a:lnTo>
                      <a:pt x="7740" y="2232"/>
                    </a:lnTo>
                    <a:lnTo>
                      <a:pt x="7734" y="2226"/>
                    </a:lnTo>
                    <a:lnTo>
                      <a:pt x="7722" y="2202"/>
                    </a:lnTo>
                    <a:lnTo>
                      <a:pt x="7710" y="2196"/>
                    </a:lnTo>
                    <a:lnTo>
                      <a:pt x="7704" y="2184"/>
                    </a:lnTo>
                    <a:lnTo>
                      <a:pt x="7698" y="2178"/>
                    </a:lnTo>
                    <a:lnTo>
                      <a:pt x="7674" y="2166"/>
                    </a:lnTo>
                    <a:lnTo>
                      <a:pt x="7668" y="2160"/>
                    </a:lnTo>
                    <a:lnTo>
                      <a:pt x="7656" y="2154"/>
                    </a:lnTo>
                    <a:lnTo>
                      <a:pt x="7578" y="2070"/>
                    </a:lnTo>
                    <a:lnTo>
                      <a:pt x="7554" y="2070"/>
                    </a:lnTo>
                    <a:lnTo>
                      <a:pt x="7542" y="2040"/>
                    </a:lnTo>
                    <a:lnTo>
                      <a:pt x="7524" y="2040"/>
                    </a:lnTo>
                    <a:lnTo>
                      <a:pt x="7512" y="2028"/>
                    </a:lnTo>
                    <a:lnTo>
                      <a:pt x="7500" y="2004"/>
                    </a:lnTo>
                    <a:lnTo>
                      <a:pt x="7500" y="1980"/>
                    </a:lnTo>
                    <a:lnTo>
                      <a:pt x="7470" y="1944"/>
                    </a:lnTo>
                    <a:lnTo>
                      <a:pt x="7446" y="1950"/>
                    </a:lnTo>
                    <a:lnTo>
                      <a:pt x="7434" y="1920"/>
                    </a:lnTo>
                    <a:lnTo>
                      <a:pt x="7392" y="1890"/>
                    </a:lnTo>
                    <a:lnTo>
                      <a:pt x="7380" y="1866"/>
                    </a:lnTo>
                    <a:lnTo>
                      <a:pt x="7368" y="1860"/>
                    </a:lnTo>
                    <a:lnTo>
                      <a:pt x="7362" y="1854"/>
                    </a:lnTo>
                    <a:lnTo>
                      <a:pt x="7344" y="1854"/>
                    </a:lnTo>
                    <a:lnTo>
                      <a:pt x="7344" y="1860"/>
                    </a:lnTo>
                    <a:lnTo>
                      <a:pt x="7392" y="1908"/>
                    </a:lnTo>
                    <a:lnTo>
                      <a:pt x="7392" y="1914"/>
                    </a:lnTo>
                    <a:lnTo>
                      <a:pt x="7386" y="1914"/>
                    </a:lnTo>
                    <a:lnTo>
                      <a:pt x="7380" y="1908"/>
                    </a:lnTo>
                    <a:lnTo>
                      <a:pt x="7368" y="1908"/>
                    </a:lnTo>
                    <a:lnTo>
                      <a:pt x="7362" y="1914"/>
                    </a:lnTo>
                    <a:lnTo>
                      <a:pt x="7362" y="1926"/>
                    </a:lnTo>
                    <a:lnTo>
                      <a:pt x="7374" y="1950"/>
                    </a:lnTo>
                    <a:lnTo>
                      <a:pt x="7386" y="1962"/>
                    </a:lnTo>
                    <a:lnTo>
                      <a:pt x="7392" y="1974"/>
                    </a:lnTo>
                    <a:lnTo>
                      <a:pt x="7404" y="1980"/>
                    </a:lnTo>
                    <a:lnTo>
                      <a:pt x="7404" y="1992"/>
                    </a:lnTo>
                    <a:lnTo>
                      <a:pt x="7416" y="2016"/>
                    </a:lnTo>
                    <a:lnTo>
                      <a:pt x="7422" y="2022"/>
                    </a:lnTo>
                    <a:lnTo>
                      <a:pt x="7440" y="2034"/>
                    </a:lnTo>
                    <a:lnTo>
                      <a:pt x="7470" y="2052"/>
                    </a:lnTo>
                    <a:lnTo>
                      <a:pt x="7500" y="2076"/>
                    </a:lnTo>
                    <a:lnTo>
                      <a:pt x="7518" y="2100"/>
                    </a:lnTo>
                    <a:lnTo>
                      <a:pt x="7524" y="2112"/>
                    </a:lnTo>
                    <a:lnTo>
                      <a:pt x="7536" y="2130"/>
                    </a:lnTo>
                    <a:lnTo>
                      <a:pt x="7536" y="2142"/>
                    </a:lnTo>
                    <a:lnTo>
                      <a:pt x="7548" y="2154"/>
                    </a:lnTo>
                    <a:lnTo>
                      <a:pt x="7554" y="2166"/>
                    </a:lnTo>
                    <a:lnTo>
                      <a:pt x="7572" y="2184"/>
                    </a:lnTo>
                    <a:lnTo>
                      <a:pt x="7590" y="2208"/>
                    </a:lnTo>
                    <a:lnTo>
                      <a:pt x="7608" y="2238"/>
                    </a:lnTo>
                    <a:lnTo>
                      <a:pt x="7620" y="2262"/>
                    </a:lnTo>
                    <a:lnTo>
                      <a:pt x="7626" y="2268"/>
                    </a:lnTo>
                    <a:lnTo>
                      <a:pt x="7626" y="2280"/>
                    </a:lnTo>
                    <a:lnTo>
                      <a:pt x="7632" y="2292"/>
                    </a:lnTo>
                    <a:lnTo>
                      <a:pt x="7644" y="2304"/>
                    </a:lnTo>
                    <a:lnTo>
                      <a:pt x="7656" y="2304"/>
                    </a:lnTo>
                    <a:lnTo>
                      <a:pt x="7668" y="2310"/>
                    </a:lnTo>
                    <a:lnTo>
                      <a:pt x="7674" y="2322"/>
                    </a:lnTo>
                    <a:lnTo>
                      <a:pt x="7686" y="2334"/>
                    </a:lnTo>
                    <a:lnTo>
                      <a:pt x="7698" y="2358"/>
                    </a:lnTo>
                    <a:lnTo>
                      <a:pt x="7698" y="2376"/>
                    </a:lnTo>
                    <a:lnTo>
                      <a:pt x="7740" y="2412"/>
                    </a:lnTo>
                    <a:lnTo>
                      <a:pt x="7752" y="2466"/>
                    </a:lnTo>
                    <a:lnTo>
                      <a:pt x="7794" y="2508"/>
                    </a:lnTo>
                    <a:lnTo>
                      <a:pt x="7794" y="2502"/>
                    </a:lnTo>
                    <a:lnTo>
                      <a:pt x="7788" y="2496"/>
                    </a:lnTo>
                    <a:lnTo>
                      <a:pt x="7788" y="2484"/>
                    </a:lnTo>
                    <a:lnTo>
                      <a:pt x="7782" y="2472"/>
                    </a:lnTo>
                    <a:lnTo>
                      <a:pt x="7782" y="2460"/>
                    </a:lnTo>
                    <a:lnTo>
                      <a:pt x="7776" y="2448"/>
                    </a:lnTo>
                    <a:lnTo>
                      <a:pt x="7782" y="2442"/>
                    </a:lnTo>
                    <a:lnTo>
                      <a:pt x="7788" y="2442"/>
                    </a:lnTo>
                    <a:lnTo>
                      <a:pt x="7800" y="2454"/>
                    </a:lnTo>
                    <a:lnTo>
                      <a:pt x="7830" y="2454"/>
                    </a:lnTo>
                    <a:lnTo>
                      <a:pt x="7866" y="2496"/>
                    </a:lnTo>
                    <a:lnTo>
                      <a:pt x="7866" y="2472"/>
                    </a:lnTo>
                    <a:lnTo>
                      <a:pt x="7836" y="2430"/>
                    </a:lnTo>
                    <a:lnTo>
                      <a:pt x="7812" y="2436"/>
                    </a:lnTo>
                    <a:close/>
                    <a:moveTo>
                      <a:pt x="1344" y="84"/>
                    </a:moveTo>
                    <a:lnTo>
                      <a:pt x="1350" y="72"/>
                    </a:lnTo>
                    <a:lnTo>
                      <a:pt x="1308" y="66"/>
                    </a:lnTo>
                    <a:lnTo>
                      <a:pt x="1284" y="78"/>
                    </a:lnTo>
                    <a:lnTo>
                      <a:pt x="1290" y="90"/>
                    </a:lnTo>
                    <a:lnTo>
                      <a:pt x="1344" y="84"/>
                    </a:lnTo>
                    <a:close/>
                    <a:moveTo>
                      <a:pt x="9048" y="996"/>
                    </a:moveTo>
                    <a:lnTo>
                      <a:pt x="9036" y="984"/>
                    </a:lnTo>
                    <a:lnTo>
                      <a:pt x="9024" y="978"/>
                    </a:lnTo>
                    <a:lnTo>
                      <a:pt x="9006" y="972"/>
                    </a:lnTo>
                    <a:lnTo>
                      <a:pt x="8994" y="966"/>
                    </a:lnTo>
                    <a:lnTo>
                      <a:pt x="8982" y="966"/>
                    </a:lnTo>
                    <a:lnTo>
                      <a:pt x="8940" y="948"/>
                    </a:lnTo>
                    <a:lnTo>
                      <a:pt x="8898" y="948"/>
                    </a:lnTo>
                    <a:lnTo>
                      <a:pt x="8868" y="930"/>
                    </a:lnTo>
                    <a:lnTo>
                      <a:pt x="8778" y="924"/>
                    </a:lnTo>
                    <a:lnTo>
                      <a:pt x="8736" y="906"/>
                    </a:lnTo>
                    <a:lnTo>
                      <a:pt x="8700" y="906"/>
                    </a:lnTo>
                    <a:lnTo>
                      <a:pt x="8754" y="942"/>
                    </a:lnTo>
                    <a:lnTo>
                      <a:pt x="8808" y="966"/>
                    </a:lnTo>
                    <a:lnTo>
                      <a:pt x="8796" y="966"/>
                    </a:lnTo>
                    <a:lnTo>
                      <a:pt x="8784" y="972"/>
                    </a:lnTo>
                    <a:lnTo>
                      <a:pt x="8754" y="972"/>
                    </a:lnTo>
                    <a:lnTo>
                      <a:pt x="8730" y="960"/>
                    </a:lnTo>
                    <a:lnTo>
                      <a:pt x="8676" y="906"/>
                    </a:lnTo>
                    <a:lnTo>
                      <a:pt x="8580" y="870"/>
                    </a:lnTo>
                    <a:lnTo>
                      <a:pt x="8496" y="846"/>
                    </a:lnTo>
                    <a:lnTo>
                      <a:pt x="8442" y="834"/>
                    </a:lnTo>
                    <a:lnTo>
                      <a:pt x="8370" y="822"/>
                    </a:lnTo>
                    <a:lnTo>
                      <a:pt x="8280" y="804"/>
                    </a:lnTo>
                    <a:lnTo>
                      <a:pt x="8190" y="780"/>
                    </a:lnTo>
                    <a:lnTo>
                      <a:pt x="8112" y="762"/>
                    </a:lnTo>
                    <a:lnTo>
                      <a:pt x="8052" y="750"/>
                    </a:lnTo>
                    <a:lnTo>
                      <a:pt x="7998" y="738"/>
                    </a:lnTo>
                    <a:lnTo>
                      <a:pt x="7956" y="732"/>
                    </a:lnTo>
                    <a:lnTo>
                      <a:pt x="7758" y="732"/>
                    </a:lnTo>
                    <a:lnTo>
                      <a:pt x="7746" y="714"/>
                    </a:lnTo>
                    <a:lnTo>
                      <a:pt x="7698" y="720"/>
                    </a:lnTo>
                    <a:lnTo>
                      <a:pt x="7680" y="708"/>
                    </a:lnTo>
                    <a:lnTo>
                      <a:pt x="7626" y="708"/>
                    </a:lnTo>
                    <a:lnTo>
                      <a:pt x="7650" y="726"/>
                    </a:lnTo>
                    <a:lnTo>
                      <a:pt x="7644" y="744"/>
                    </a:lnTo>
                    <a:lnTo>
                      <a:pt x="7656" y="744"/>
                    </a:lnTo>
                    <a:lnTo>
                      <a:pt x="7680" y="756"/>
                    </a:lnTo>
                    <a:lnTo>
                      <a:pt x="7716" y="762"/>
                    </a:lnTo>
                    <a:lnTo>
                      <a:pt x="7740" y="774"/>
                    </a:lnTo>
                    <a:lnTo>
                      <a:pt x="7758" y="786"/>
                    </a:lnTo>
                    <a:lnTo>
                      <a:pt x="7752" y="798"/>
                    </a:lnTo>
                    <a:lnTo>
                      <a:pt x="7728" y="804"/>
                    </a:lnTo>
                    <a:lnTo>
                      <a:pt x="7698" y="804"/>
                    </a:lnTo>
                    <a:lnTo>
                      <a:pt x="7686" y="798"/>
                    </a:lnTo>
                    <a:lnTo>
                      <a:pt x="7680" y="792"/>
                    </a:lnTo>
                    <a:lnTo>
                      <a:pt x="7656" y="774"/>
                    </a:lnTo>
                    <a:lnTo>
                      <a:pt x="7584" y="774"/>
                    </a:lnTo>
                    <a:lnTo>
                      <a:pt x="7530" y="738"/>
                    </a:lnTo>
                    <a:lnTo>
                      <a:pt x="7524" y="738"/>
                    </a:lnTo>
                    <a:lnTo>
                      <a:pt x="7518" y="744"/>
                    </a:lnTo>
                    <a:lnTo>
                      <a:pt x="7506" y="744"/>
                    </a:lnTo>
                    <a:lnTo>
                      <a:pt x="7500" y="750"/>
                    </a:lnTo>
                    <a:lnTo>
                      <a:pt x="7446" y="750"/>
                    </a:lnTo>
                    <a:lnTo>
                      <a:pt x="7440" y="738"/>
                    </a:lnTo>
                    <a:lnTo>
                      <a:pt x="7344" y="744"/>
                    </a:lnTo>
                    <a:lnTo>
                      <a:pt x="7320" y="726"/>
                    </a:lnTo>
                    <a:lnTo>
                      <a:pt x="7314" y="732"/>
                    </a:lnTo>
                    <a:lnTo>
                      <a:pt x="7212" y="732"/>
                    </a:lnTo>
                    <a:lnTo>
                      <a:pt x="7206" y="738"/>
                    </a:lnTo>
                    <a:lnTo>
                      <a:pt x="7212" y="744"/>
                    </a:lnTo>
                    <a:lnTo>
                      <a:pt x="7218" y="756"/>
                    </a:lnTo>
                    <a:lnTo>
                      <a:pt x="7254" y="792"/>
                    </a:lnTo>
                    <a:lnTo>
                      <a:pt x="7248" y="792"/>
                    </a:lnTo>
                    <a:lnTo>
                      <a:pt x="7242" y="786"/>
                    </a:lnTo>
                    <a:lnTo>
                      <a:pt x="7230" y="780"/>
                    </a:lnTo>
                    <a:lnTo>
                      <a:pt x="7218" y="768"/>
                    </a:lnTo>
                    <a:lnTo>
                      <a:pt x="7206" y="762"/>
                    </a:lnTo>
                    <a:lnTo>
                      <a:pt x="7194" y="750"/>
                    </a:lnTo>
                    <a:lnTo>
                      <a:pt x="7176" y="744"/>
                    </a:lnTo>
                    <a:lnTo>
                      <a:pt x="7104" y="732"/>
                    </a:lnTo>
                    <a:lnTo>
                      <a:pt x="7086" y="732"/>
                    </a:lnTo>
                    <a:lnTo>
                      <a:pt x="7086" y="726"/>
                    </a:lnTo>
                    <a:lnTo>
                      <a:pt x="7056" y="696"/>
                    </a:lnTo>
                    <a:lnTo>
                      <a:pt x="7032" y="684"/>
                    </a:lnTo>
                    <a:lnTo>
                      <a:pt x="6990" y="666"/>
                    </a:lnTo>
                    <a:lnTo>
                      <a:pt x="6948" y="660"/>
                    </a:lnTo>
                    <a:lnTo>
                      <a:pt x="6912" y="654"/>
                    </a:lnTo>
                    <a:lnTo>
                      <a:pt x="6882" y="654"/>
                    </a:lnTo>
                    <a:lnTo>
                      <a:pt x="6864" y="648"/>
                    </a:lnTo>
                    <a:lnTo>
                      <a:pt x="6834" y="648"/>
                    </a:lnTo>
                    <a:lnTo>
                      <a:pt x="6786" y="636"/>
                    </a:lnTo>
                    <a:lnTo>
                      <a:pt x="6774" y="642"/>
                    </a:lnTo>
                    <a:lnTo>
                      <a:pt x="6714" y="642"/>
                    </a:lnTo>
                    <a:lnTo>
                      <a:pt x="6696" y="660"/>
                    </a:lnTo>
                    <a:lnTo>
                      <a:pt x="6684" y="666"/>
                    </a:lnTo>
                    <a:lnTo>
                      <a:pt x="6648" y="666"/>
                    </a:lnTo>
                    <a:lnTo>
                      <a:pt x="6630" y="660"/>
                    </a:lnTo>
                    <a:lnTo>
                      <a:pt x="6594" y="660"/>
                    </a:lnTo>
                    <a:lnTo>
                      <a:pt x="6582" y="654"/>
                    </a:lnTo>
                    <a:lnTo>
                      <a:pt x="6576" y="648"/>
                    </a:lnTo>
                    <a:lnTo>
                      <a:pt x="6552" y="636"/>
                    </a:lnTo>
                    <a:lnTo>
                      <a:pt x="6534" y="630"/>
                    </a:lnTo>
                    <a:lnTo>
                      <a:pt x="6522" y="624"/>
                    </a:lnTo>
                    <a:lnTo>
                      <a:pt x="6498" y="624"/>
                    </a:lnTo>
                    <a:lnTo>
                      <a:pt x="6486" y="630"/>
                    </a:lnTo>
                    <a:lnTo>
                      <a:pt x="6474" y="612"/>
                    </a:lnTo>
                    <a:lnTo>
                      <a:pt x="6438" y="612"/>
                    </a:lnTo>
                    <a:lnTo>
                      <a:pt x="6372" y="606"/>
                    </a:lnTo>
                    <a:lnTo>
                      <a:pt x="6408" y="594"/>
                    </a:lnTo>
                    <a:lnTo>
                      <a:pt x="6372" y="570"/>
                    </a:lnTo>
                    <a:lnTo>
                      <a:pt x="6360" y="570"/>
                    </a:lnTo>
                    <a:lnTo>
                      <a:pt x="6324" y="564"/>
                    </a:lnTo>
                    <a:lnTo>
                      <a:pt x="6282" y="558"/>
                    </a:lnTo>
                    <a:lnTo>
                      <a:pt x="6246" y="558"/>
                    </a:lnTo>
                    <a:lnTo>
                      <a:pt x="6228" y="564"/>
                    </a:lnTo>
                    <a:lnTo>
                      <a:pt x="6228" y="594"/>
                    </a:lnTo>
                    <a:lnTo>
                      <a:pt x="6222" y="600"/>
                    </a:lnTo>
                    <a:lnTo>
                      <a:pt x="6192" y="600"/>
                    </a:lnTo>
                    <a:lnTo>
                      <a:pt x="6180" y="594"/>
                    </a:lnTo>
                    <a:lnTo>
                      <a:pt x="6168" y="594"/>
                    </a:lnTo>
                    <a:lnTo>
                      <a:pt x="6186" y="582"/>
                    </a:lnTo>
                    <a:lnTo>
                      <a:pt x="6168" y="570"/>
                    </a:lnTo>
                    <a:lnTo>
                      <a:pt x="6096" y="570"/>
                    </a:lnTo>
                    <a:lnTo>
                      <a:pt x="6114" y="558"/>
                    </a:lnTo>
                    <a:lnTo>
                      <a:pt x="6156" y="558"/>
                    </a:lnTo>
                    <a:lnTo>
                      <a:pt x="6216" y="588"/>
                    </a:lnTo>
                    <a:lnTo>
                      <a:pt x="6216" y="564"/>
                    </a:lnTo>
                    <a:lnTo>
                      <a:pt x="6162" y="540"/>
                    </a:lnTo>
                    <a:lnTo>
                      <a:pt x="6048" y="546"/>
                    </a:lnTo>
                    <a:lnTo>
                      <a:pt x="6048" y="534"/>
                    </a:lnTo>
                    <a:lnTo>
                      <a:pt x="5928" y="540"/>
                    </a:lnTo>
                    <a:lnTo>
                      <a:pt x="5880" y="522"/>
                    </a:lnTo>
                    <a:lnTo>
                      <a:pt x="5862" y="522"/>
                    </a:lnTo>
                    <a:lnTo>
                      <a:pt x="5898" y="546"/>
                    </a:lnTo>
                    <a:lnTo>
                      <a:pt x="5850" y="546"/>
                    </a:lnTo>
                    <a:lnTo>
                      <a:pt x="5838" y="552"/>
                    </a:lnTo>
                    <a:lnTo>
                      <a:pt x="5832" y="552"/>
                    </a:lnTo>
                    <a:lnTo>
                      <a:pt x="5832" y="558"/>
                    </a:lnTo>
                    <a:lnTo>
                      <a:pt x="5844" y="564"/>
                    </a:lnTo>
                    <a:lnTo>
                      <a:pt x="5850" y="570"/>
                    </a:lnTo>
                    <a:lnTo>
                      <a:pt x="5862" y="576"/>
                    </a:lnTo>
                    <a:lnTo>
                      <a:pt x="5892" y="576"/>
                    </a:lnTo>
                    <a:lnTo>
                      <a:pt x="5892" y="582"/>
                    </a:lnTo>
                    <a:lnTo>
                      <a:pt x="5952" y="618"/>
                    </a:lnTo>
                    <a:lnTo>
                      <a:pt x="5904" y="618"/>
                    </a:lnTo>
                    <a:lnTo>
                      <a:pt x="5898" y="612"/>
                    </a:lnTo>
                    <a:lnTo>
                      <a:pt x="5886" y="606"/>
                    </a:lnTo>
                    <a:lnTo>
                      <a:pt x="5874" y="606"/>
                    </a:lnTo>
                    <a:lnTo>
                      <a:pt x="5862" y="600"/>
                    </a:lnTo>
                    <a:lnTo>
                      <a:pt x="5844" y="618"/>
                    </a:lnTo>
                    <a:lnTo>
                      <a:pt x="5868" y="636"/>
                    </a:lnTo>
                    <a:lnTo>
                      <a:pt x="5814" y="630"/>
                    </a:lnTo>
                    <a:lnTo>
                      <a:pt x="5808" y="630"/>
                    </a:lnTo>
                    <a:lnTo>
                      <a:pt x="5802" y="624"/>
                    </a:lnTo>
                    <a:lnTo>
                      <a:pt x="5784" y="618"/>
                    </a:lnTo>
                    <a:lnTo>
                      <a:pt x="5766" y="618"/>
                    </a:lnTo>
                    <a:lnTo>
                      <a:pt x="5754" y="612"/>
                    </a:lnTo>
                    <a:lnTo>
                      <a:pt x="5736" y="606"/>
                    </a:lnTo>
                    <a:lnTo>
                      <a:pt x="5724" y="606"/>
                    </a:lnTo>
                    <a:lnTo>
                      <a:pt x="5712" y="612"/>
                    </a:lnTo>
                    <a:lnTo>
                      <a:pt x="5700" y="612"/>
                    </a:lnTo>
                    <a:lnTo>
                      <a:pt x="5688" y="618"/>
                    </a:lnTo>
                    <a:lnTo>
                      <a:pt x="5682" y="624"/>
                    </a:lnTo>
                    <a:lnTo>
                      <a:pt x="5676" y="624"/>
                    </a:lnTo>
                    <a:lnTo>
                      <a:pt x="5610" y="618"/>
                    </a:lnTo>
                    <a:lnTo>
                      <a:pt x="5604" y="618"/>
                    </a:lnTo>
                    <a:lnTo>
                      <a:pt x="5598" y="612"/>
                    </a:lnTo>
                    <a:lnTo>
                      <a:pt x="5562" y="594"/>
                    </a:lnTo>
                    <a:lnTo>
                      <a:pt x="5556" y="594"/>
                    </a:lnTo>
                    <a:lnTo>
                      <a:pt x="5550" y="588"/>
                    </a:lnTo>
                    <a:lnTo>
                      <a:pt x="5538" y="588"/>
                    </a:lnTo>
                    <a:lnTo>
                      <a:pt x="5538" y="606"/>
                    </a:lnTo>
                    <a:lnTo>
                      <a:pt x="5544" y="612"/>
                    </a:lnTo>
                    <a:lnTo>
                      <a:pt x="5550" y="624"/>
                    </a:lnTo>
                    <a:lnTo>
                      <a:pt x="5556" y="630"/>
                    </a:lnTo>
                    <a:lnTo>
                      <a:pt x="5562" y="642"/>
                    </a:lnTo>
                    <a:lnTo>
                      <a:pt x="5562" y="660"/>
                    </a:lnTo>
                    <a:lnTo>
                      <a:pt x="5556" y="666"/>
                    </a:lnTo>
                    <a:lnTo>
                      <a:pt x="5532" y="660"/>
                    </a:lnTo>
                    <a:lnTo>
                      <a:pt x="5424" y="624"/>
                    </a:lnTo>
                    <a:lnTo>
                      <a:pt x="5412" y="618"/>
                    </a:lnTo>
                    <a:lnTo>
                      <a:pt x="5406" y="618"/>
                    </a:lnTo>
                    <a:lnTo>
                      <a:pt x="5400" y="612"/>
                    </a:lnTo>
                    <a:lnTo>
                      <a:pt x="5394" y="600"/>
                    </a:lnTo>
                    <a:lnTo>
                      <a:pt x="5382" y="594"/>
                    </a:lnTo>
                    <a:lnTo>
                      <a:pt x="5376" y="588"/>
                    </a:lnTo>
                    <a:lnTo>
                      <a:pt x="5376" y="606"/>
                    </a:lnTo>
                    <a:lnTo>
                      <a:pt x="5322" y="588"/>
                    </a:lnTo>
                    <a:lnTo>
                      <a:pt x="5292" y="570"/>
                    </a:lnTo>
                    <a:lnTo>
                      <a:pt x="5298" y="570"/>
                    </a:lnTo>
                    <a:lnTo>
                      <a:pt x="5304" y="576"/>
                    </a:lnTo>
                    <a:lnTo>
                      <a:pt x="5328" y="576"/>
                    </a:lnTo>
                    <a:lnTo>
                      <a:pt x="5340" y="582"/>
                    </a:lnTo>
                    <a:lnTo>
                      <a:pt x="5352" y="582"/>
                    </a:lnTo>
                    <a:lnTo>
                      <a:pt x="5358" y="576"/>
                    </a:lnTo>
                    <a:lnTo>
                      <a:pt x="5358" y="570"/>
                    </a:lnTo>
                    <a:lnTo>
                      <a:pt x="5346" y="564"/>
                    </a:lnTo>
                    <a:lnTo>
                      <a:pt x="5334" y="552"/>
                    </a:lnTo>
                    <a:lnTo>
                      <a:pt x="5292" y="552"/>
                    </a:lnTo>
                    <a:lnTo>
                      <a:pt x="5304" y="540"/>
                    </a:lnTo>
                    <a:lnTo>
                      <a:pt x="5298" y="534"/>
                    </a:lnTo>
                    <a:lnTo>
                      <a:pt x="5286" y="528"/>
                    </a:lnTo>
                    <a:lnTo>
                      <a:pt x="5256" y="528"/>
                    </a:lnTo>
                    <a:lnTo>
                      <a:pt x="5268" y="510"/>
                    </a:lnTo>
                    <a:lnTo>
                      <a:pt x="5262" y="510"/>
                    </a:lnTo>
                    <a:lnTo>
                      <a:pt x="5256" y="504"/>
                    </a:lnTo>
                    <a:lnTo>
                      <a:pt x="5232" y="504"/>
                    </a:lnTo>
                    <a:lnTo>
                      <a:pt x="5220" y="498"/>
                    </a:lnTo>
                    <a:lnTo>
                      <a:pt x="5208" y="498"/>
                    </a:lnTo>
                    <a:lnTo>
                      <a:pt x="5202" y="492"/>
                    </a:lnTo>
                    <a:lnTo>
                      <a:pt x="5190" y="492"/>
                    </a:lnTo>
                    <a:lnTo>
                      <a:pt x="5184" y="486"/>
                    </a:lnTo>
                    <a:lnTo>
                      <a:pt x="5142" y="486"/>
                    </a:lnTo>
                    <a:lnTo>
                      <a:pt x="5130" y="492"/>
                    </a:lnTo>
                    <a:lnTo>
                      <a:pt x="5094" y="492"/>
                    </a:lnTo>
                    <a:lnTo>
                      <a:pt x="5076" y="486"/>
                    </a:lnTo>
                    <a:lnTo>
                      <a:pt x="5070" y="480"/>
                    </a:lnTo>
                    <a:lnTo>
                      <a:pt x="5064" y="480"/>
                    </a:lnTo>
                    <a:lnTo>
                      <a:pt x="5040" y="486"/>
                    </a:lnTo>
                    <a:lnTo>
                      <a:pt x="5040" y="474"/>
                    </a:lnTo>
                    <a:lnTo>
                      <a:pt x="4992" y="468"/>
                    </a:lnTo>
                    <a:lnTo>
                      <a:pt x="4980" y="456"/>
                    </a:lnTo>
                    <a:lnTo>
                      <a:pt x="4974" y="474"/>
                    </a:lnTo>
                    <a:lnTo>
                      <a:pt x="4956" y="480"/>
                    </a:lnTo>
                    <a:lnTo>
                      <a:pt x="4986" y="498"/>
                    </a:lnTo>
                    <a:lnTo>
                      <a:pt x="5010" y="528"/>
                    </a:lnTo>
                    <a:lnTo>
                      <a:pt x="4962" y="522"/>
                    </a:lnTo>
                    <a:lnTo>
                      <a:pt x="4956" y="516"/>
                    </a:lnTo>
                    <a:lnTo>
                      <a:pt x="4890" y="522"/>
                    </a:lnTo>
                    <a:lnTo>
                      <a:pt x="4872" y="528"/>
                    </a:lnTo>
                    <a:lnTo>
                      <a:pt x="4872" y="516"/>
                    </a:lnTo>
                    <a:lnTo>
                      <a:pt x="4824" y="522"/>
                    </a:lnTo>
                    <a:lnTo>
                      <a:pt x="4818" y="510"/>
                    </a:lnTo>
                    <a:lnTo>
                      <a:pt x="4764" y="510"/>
                    </a:lnTo>
                    <a:lnTo>
                      <a:pt x="4728" y="504"/>
                    </a:lnTo>
                    <a:lnTo>
                      <a:pt x="4746" y="480"/>
                    </a:lnTo>
                    <a:lnTo>
                      <a:pt x="4620" y="480"/>
                    </a:lnTo>
                    <a:lnTo>
                      <a:pt x="4608" y="468"/>
                    </a:lnTo>
                    <a:lnTo>
                      <a:pt x="4602" y="474"/>
                    </a:lnTo>
                    <a:lnTo>
                      <a:pt x="4590" y="468"/>
                    </a:lnTo>
                    <a:lnTo>
                      <a:pt x="4542" y="474"/>
                    </a:lnTo>
                    <a:lnTo>
                      <a:pt x="4548" y="486"/>
                    </a:lnTo>
                    <a:lnTo>
                      <a:pt x="4488" y="480"/>
                    </a:lnTo>
                    <a:lnTo>
                      <a:pt x="4476" y="486"/>
                    </a:lnTo>
                    <a:lnTo>
                      <a:pt x="4506" y="498"/>
                    </a:lnTo>
                    <a:lnTo>
                      <a:pt x="4464" y="492"/>
                    </a:lnTo>
                    <a:lnTo>
                      <a:pt x="4464" y="474"/>
                    </a:lnTo>
                    <a:lnTo>
                      <a:pt x="4434" y="456"/>
                    </a:lnTo>
                    <a:lnTo>
                      <a:pt x="4416" y="456"/>
                    </a:lnTo>
                    <a:lnTo>
                      <a:pt x="4428" y="474"/>
                    </a:lnTo>
                    <a:lnTo>
                      <a:pt x="4374" y="474"/>
                    </a:lnTo>
                    <a:lnTo>
                      <a:pt x="4368" y="468"/>
                    </a:lnTo>
                    <a:lnTo>
                      <a:pt x="4356" y="468"/>
                    </a:lnTo>
                    <a:lnTo>
                      <a:pt x="4350" y="456"/>
                    </a:lnTo>
                    <a:lnTo>
                      <a:pt x="4320" y="456"/>
                    </a:lnTo>
                    <a:lnTo>
                      <a:pt x="4296" y="444"/>
                    </a:lnTo>
                    <a:lnTo>
                      <a:pt x="4266" y="468"/>
                    </a:lnTo>
                    <a:lnTo>
                      <a:pt x="4320" y="474"/>
                    </a:lnTo>
                    <a:lnTo>
                      <a:pt x="4332" y="474"/>
                    </a:lnTo>
                    <a:lnTo>
                      <a:pt x="4326" y="480"/>
                    </a:lnTo>
                    <a:lnTo>
                      <a:pt x="4314" y="486"/>
                    </a:lnTo>
                    <a:lnTo>
                      <a:pt x="4308" y="492"/>
                    </a:lnTo>
                    <a:lnTo>
                      <a:pt x="4272" y="492"/>
                    </a:lnTo>
                    <a:lnTo>
                      <a:pt x="4266" y="498"/>
                    </a:lnTo>
                    <a:lnTo>
                      <a:pt x="4254" y="504"/>
                    </a:lnTo>
                    <a:lnTo>
                      <a:pt x="4182" y="504"/>
                    </a:lnTo>
                    <a:lnTo>
                      <a:pt x="4146" y="510"/>
                    </a:lnTo>
                    <a:lnTo>
                      <a:pt x="4134" y="534"/>
                    </a:lnTo>
                    <a:lnTo>
                      <a:pt x="4110" y="528"/>
                    </a:lnTo>
                    <a:lnTo>
                      <a:pt x="4110" y="516"/>
                    </a:lnTo>
                    <a:lnTo>
                      <a:pt x="4116" y="504"/>
                    </a:lnTo>
                    <a:lnTo>
                      <a:pt x="4122" y="498"/>
                    </a:lnTo>
                    <a:lnTo>
                      <a:pt x="4134" y="492"/>
                    </a:lnTo>
                    <a:lnTo>
                      <a:pt x="4152" y="492"/>
                    </a:lnTo>
                    <a:lnTo>
                      <a:pt x="4164" y="480"/>
                    </a:lnTo>
                    <a:lnTo>
                      <a:pt x="4206" y="474"/>
                    </a:lnTo>
                    <a:lnTo>
                      <a:pt x="4248" y="438"/>
                    </a:lnTo>
                    <a:lnTo>
                      <a:pt x="4248" y="426"/>
                    </a:lnTo>
                    <a:lnTo>
                      <a:pt x="4254" y="420"/>
                    </a:lnTo>
                    <a:lnTo>
                      <a:pt x="4266" y="414"/>
                    </a:lnTo>
                    <a:lnTo>
                      <a:pt x="4278" y="414"/>
                    </a:lnTo>
                    <a:lnTo>
                      <a:pt x="4290" y="408"/>
                    </a:lnTo>
                    <a:lnTo>
                      <a:pt x="4302" y="408"/>
                    </a:lnTo>
                    <a:lnTo>
                      <a:pt x="4320" y="402"/>
                    </a:lnTo>
                    <a:lnTo>
                      <a:pt x="4332" y="402"/>
                    </a:lnTo>
                    <a:lnTo>
                      <a:pt x="4344" y="396"/>
                    </a:lnTo>
                    <a:lnTo>
                      <a:pt x="4350" y="390"/>
                    </a:lnTo>
                    <a:lnTo>
                      <a:pt x="4356" y="378"/>
                    </a:lnTo>
                    <a:lnTo>
                      <a:pt x="4350" y="366"/>
                    </a:lnTo>
                    <a:lnTo>
                      <a:pt x="4344" y="360"/>
                    </a:lnTo>
                    <a:lnTo>
                      <a:pt x="4332" y="354"/>
                    </a:lnTo>
                    <a:lnTo>
                      <a:pt x="4326" y="348"/>
                    </a:lnTo>
                    <a:lnTo>
                      <a:pt x="4290" y="348"/>
                    </a:lnTo>
                    <a:lnTo>
                      <a:pt x="4320" y="336"/>
                    </a:lnTo>
                    <a:lnTo>
                      <a:pt x="4314" y="330"/>
                    </a:lnTo>
                    <a:lnTo>
                      <a:pt x="4302" y="324"/>
                    </a:lnTo>
                    <a:lnTo>
                      <a:pt x="4290" y="312"/>
                    </a:lnTo>
                    <a:lnTo>
                      <a:pt x="4284" y="312"/>
                    </a:lnTo>
                    <a:lnTo>
                      <a:pt x="4278" y="318"/>
                    </a:lnTo>
                    <a:lnTo>
                      <a:pt x="4254" y="318"/>
                    </a:lnTo>
                    <a:lnTo>
                      <a:pt x="4248" y="312"/>
                    </a:lnTo>
                    <a:lnTo>
                      <a:pt x="4242" y="300"/>
                    </a:lnTo>
                    <a:lnTo>
                      <a:pt x="4236" y="294"/>
                    </a:lnTo>
                    <a:lnTo>
                      <a:pt x="4194" y="294"/>
                    </a:lnTo>
                    <a:lnTo>
                      <a:pt x="4188" y="300"/>
                    </a:lnTo>
                    <a:lnTo>
                      <a:pt x="4182" y="300"/>
                    </a:lnTo>
                    <a:lnTo>
                      <a:pt x="4128" y="288"/>
                    </a:lnTo>
                    <a:lnTo>
                      <a:pt x="3990" y="282"/>
                    </a:lnTo>
                    <a:lnTo>
                      <a:pt x="3990" y="300"/>
                    </a:lnTo>
                    <a:lnTo>
                      <a:pt x="3924" y="300"/>
                    </a:lnTo>
                    <a:lnTo>
                      <a:pt x="3942" y="282"/>
                    </a:lnTo>
                    <a:lnTo>
                      <a:pt x="3942" y="276"/>
                    </a:lnTo>
                    <a:lnTo>
                      <a:pt x="3936" y="270"/>
                    </a:lnTo>
                    <a:lnTo>
                      <a:pt x="3912" y="264"/>
                    </a:lnTo>
                    <a:lnTo>
                      <a:pt x="3882" y="264"/>
                    </a:lnTo>
                    <a:lnTo>
                      <a:pt x="3852" y="270"/>
                    </a:lnTo>
                    <a:lnTo>
                      <a:pt x="3840" y="270"/>
                    </a:lnTo>
                    <a:lnTo>
                      <a:pt x="3780" y="264"/>
                    </a:lnTo>
                    <a:lnTo>
                      <a:pt x="3792" y="264"/>
                    </a:lnTo>
                    <a:lnTo>
                      <a:pt x="3810" y="258"/>
                    </a:lnTo>
                    <a:lnTo>
                      <a:pt x="3822" y="258"/>
                    </a:lnTo>
                    <a:lnTo>
                      <a:pt x="3834" y="252"/>
                    </a:lnTo>
                    <a:lnTo>
                      <a:pt x="3840" y="252"/>
                    </a:lnTo>
                    <a:lnTo>
                      <a:pt x="3840" y="246"/>
                    </a:lnTo>
                    <a:lnTo>
                      <a:pt x="3834" y="240"/>
                    </a:lnTo>
                    <a:lnTo>
                      <a:pt x="3822" y="240"/>
                    </a:lnTo>
                    <a:lnTo>
                      <a:pt x="3804" y="234"/>
                    </a:lnTo>
                    <a:lnTo>
                      <a:pt x="3762" y="234"/>
                    </a:lnTo>
                    <a:lnTo>
                      <a:pt x="3720" y="228"/>
                    </a:lnTo>
                    <a:lnTo>
                      <a:pt x="3714" y="240"/>
                    </a:lnTo>
                    <a:lnTo>
                      <a:pt x="3684" y="240"/>
                    </a:lnTo>
                    <a:lnTo>
                      <a:pt x="3672" y="246"/>
                    </a:lnTo>
                    <a:lnTo>
                      <a:pt x="3660" y="246"/>
                    </a:lnTo>
                    <a:lnTo>
                      <a:pt x="3648" y="252"/>
                    </a:lnTo>
                    <a:lnTo>
                      <a:pt x="3648" y="258"/>
                    </a:lnTo>
                    <a:lnTo>
                      <a:pt x="3654" y="270"/>
                    </a:lnTo>
                    <a:lnTo>
                      <a:pt x="3678" y="282"/>
                    </a:lnTo>
                    <a:lnTo>
                      <a:pt x="3696" y="294"/>
                    </a:lnTo>
                    <a:lnTo>
                      <a:pt x="3708" y="294"/>
                    </a:lnTo>
                    <a:lnTo>
                      <a:pt x="3714" y="300"/>
                    </a:lnTo>
                    <a:lnTo>
                      <a:pt x="3720" y="300"/>
                    </a:lnTo>
                    <a:lnTo>
                      <a:pt x="3576" y="294"/>
                    </a:lnTo>
                    <a:lnTo>
                      <a:pt x="3630" y="312"/>
                    </a:lnTo>
                    <a:lnTo>
                      <a:pt x="3576" y="324"/>
                    </a:lnTo>
                    <a:lnTo>
                      <a:pt x="3564" y="330"/>
                    </a:lnTo>
                    <a:lnTo>
                      <a:pt x="3534" y="336"/>
                    </a:lnTo>
                    <a:lnTo>
                      <a:pt x="3498" y="342"/>
                    </a:lnTo>
                    <a:lnTo>
                      <a:pt x="3474" y="342"/>
                    </a:lnTo>
                    <a:lnTo>
                      <a:pt x="3468" y="336"/>
                    </a:lnTo>
                    <a:lnTo>
                      <a:pt x="3474" y="324"/>
                    </a:lnTo>
                    <a:lnTo>
                      <a:pt x="3486" y="312"/>
                    </a:lnTo>
                    <a:lnTo>
                      <a:pt x="3420" y="312"/>
                    </a:lnTo>
                    <a:lnTo>
                      <a:pt x="3408" y="318"/>
                    </a:lnTo>
                    <a:lnTo>
                      <a:pt x="3390" y="318"/>
                    </a:lnTo>
                    <a:lnTo>
                      <a:pt x="3378" y="324"/>
                    </a:lnTo>
                    <a:lnTo>
                      <a:pt x="3366" y="336"/>
                    </a:lnTo>
                    <a:lnTo>
                      <a:pt x="3348" y="336"/>
                    </a:lnTo>
                    <a:lnTo>
                      <a:pt x="3318" y="342"/>
                    </a:lnTo>
                    <a:lnTo>
                      <a:pt x="3276" y="342"/>
                    </a:lnTo>
                    <a:lnTo>
                      <a:pt x="3246" y="348"/>
                    </a:lnTo>
                    <a:lnTo>
                      <a:pt x="3234" y="354"/>
                    </a:lnTo>
                    <a:lnTo>
                      <a:pt x="3216" y="354"/>
                    </a:lnTo>
                    <a:lnTo>
                      <a:pt x="3204" y="360"/>
                    </a:lnTo>
                    <a:lnTo>
                      <a:pt x="3186" y="360"/>
                    </a:lnTo>
                    <a:lnTo>
                      <a:pt x="3180" y="366"/>
                    </a:lnTo>
                    <a:lnTo>
                      <a:pt x="3174" y="366"/>
                    </a:lnTo>
                    <a:lnTo>
                      <a:pt x="3132" y="396"/>
                    </a:lnTo>
                    <a:lnTo>
                      <a:pt x="3114" y="396"/>
                    </a:lnTo>
                    <a:lnTo>
                      <a:pt x="3108" y="402"/>
                    </a:lnTo>
                    <a:lnTo>
                      <a:pt x="3102" y="402"/>
                    </a:lnTo>
                    <a:lnTo>
                      <a:pt x="3096" y="408"/>
                    </a:lnTo>
                    <a:lnTo>
                      <a:pt x="3102" y="414"/>
                    </a:lnTo>
                    <a:lnTo>
                      <a:pt x="3120" y="426"/>
                    </a:lnTo>
                    <a:lnTo>
                      <a:pt x="3132" y="438"/>
                    </a:lnTo>
                    <a:lnTo>
                      <a:pt x="3150" y="444"/>
                    </a:lnTo>
                    <a:lnTo>
                      <a:pt x="3156" y="450"/>
                    </a:lnTo>
                    <a:lnTo>
                      <a:pt x="3162" y="450"/>
                    </a:lnTo>
                    <a:lnTo>
                      <a:pt x="3120" y="462"/>
                    </a:lnTo>
                    <a:lnTo>
                      <a:pt x="3096" y="474"/>
                    </a:lnTo>
                    <a:lnTo>
                      <a:pt x="2994" y="474"/>
                    </a:lnTo>
                    <a:lnTo>
                      <a:pt x="2988" y="480"/>
                    </a:lnTo>
                    <a:lnTo>
                      <a:pt x="2952" y="468"/>
                    </a:lnTo>
                    <a:lnTo>
                      <a:pt x="2934" y="474"/>
                    </a:lnTo>
                    <a:lnTo>
                      <a:pt x="2880" y="474"/>
                    </a:lnTo>
                    <a:lnTo>
                      <a:pt x="2874" y="480"/>
                    </a:lnTo>
                    <a:lnTo>
                      <a:pt x="2874" y="498"/>
                    </a:lnTo>
                    <a:lnTo>
                      <a:pt x="2880" y="510"/>
                    </a:lnTo>
                    <a:lnTo>
                      <a:pt x="2892" y="522"/>
                    </a:lnTo>
                    <a:lnTo>
                      <a:pt x="2898" y="522"/>
                    </a:lnTo>
                    <a:lnTo>
                      <a:pt x="2904" y="528"/>
                    </a:lnTo>
                    <a:lnTo>
                      <a:pt x="2910" y="540"/>
                    </a:lnTo>
                    <a:lnTo>
                      <a:pt x="2916" y="546"/>
                    </a:lnTo>
                    <a:lnTo>
                      <a:pt x="2922" y="546"/>
                    </a:lnTo>
                    <a:lnTo>
                      <a:pt x="2928" y="552"/>
                    </a:lnTo>
                    <a:lnTo>
                      <a:pt x="2940" y="552"/>
                    </a:lnTo>
                    <a:lnTo>
                      <a:pt x="2952" y="558"/>
                    </a:lnTo>
                    <a:lnTo>
                      <a:pt x="2964" y="558"/>
                    </a:lnTo>
                    <a:lnTo>
                      <a:pt x="2976" y="564"/>
                    </a:lnTo>
                    <a:lnTo>
                      <a:pt x="2994" y="564"/>
                    </a:lnTo>
                    <a:lnTo>
                      <a:pt x="3012" y="570"/>
                    </a:lnTo>
                    <a:lnTo>
                      <a:pt x="3024" y="570"/>
                    </a:lnTo>
                    <a:lnTo>
                      <a:pt x="3036" y="576"/>
                    </a:lnTo>
                    <a:lnTo>
                      <a:pt x="3042" y="576"/>
                    </a:lnTo>
                    <a:lnTo>
                      <a:pt x="3054" y="588"/>
                    </a:lnTo>
                    <a:lnTo>
                      <a:pt x="3054" y="594"/>
                    </a:lnTo>
                    <a:lnTo>
                      <a:pt x="3060" y="600"/>
                    </a:lnTo>
                    <a:lnTo>
                      <a:pt x="3030" y="600"/>
                    </a:lnTo>
                    <a:lnTo>
                      <a:pt x="3012" y="606"/>
                    </a:lnTo>
                    <a:lnTo>
                      <a:pt x="3000" y="606"/>
                    </a:lnTo>
                    <a:lnTo>
                      <a:pt x="2964" y="588"/>
                    </a:lnTo>
                    <a:lnTo>
                      <a:pt x="2928" y="576"/>
                    </a:lnTo>
                    <a:lnTo>
                      <a:pt x="2904" y="570"/>
                    </a:lnTo>
                    <a:lnTo>
                      <a:pt x="2886" y="564"/>
                    </a:lnTo>
                    <a:lnTo>
                      <a:pt x="2862" y="564"/>
                    </a:lnTo>
                    <a:lnTo>
                      <a:pt x="2844" y="558"/>
                    </a:lnTo>
                    <a:lnTo>
                      <a:pt x="2802" y="558"/>
                    </a:lnTo>
                    <a:lnTo>
                      <a:pt x="2796" y="564"/>
                    </a:lnTo>
                    <a:lnTo>
                      <a:pt x="2796" y="576"/>
                    </a:lnTo>
                    <a:lnTo>
                      <a:pt x="2802" y="582"/>
                    </a:lnTo>
                    <a:lnTo>
                      <a:pt x="2808" y="582"/>
                    </a:lnTo>
                    <a:lnTo>
                      <a:pt x="2820" y="594"/>
                    </a:lnTo>
                    <a:lnTo>
                      <a:pt x="2784" y="594"/>
                    </a:lnTo>
                    <a:lnTo>
                      <a:pt x="2772" y="582"/>
                    </a:lnTo>
                    <a:lnTo>
                      <a:pt x="2754" y="582"/>
                    </a:lnTo>
                    <a:lnTo>
                      <a:pt x="2748" y="576"/>
                    </a:lnTo>
                    <a:lnTo>
                      <a:pt x="2724" y="576"/>
                    </a:lnTo>
                    <a:lnTo>
                      <a:pt x="2724" y="582"/>
                    </a:lnTo>
                    <a:lnTo>
                      <a:pt x="2730" y="600"/>
                    </a:lnTo>
                    <a:lnTo>
                      <a:pt x="2736" y="612"/>
                    </a:lnTo>
                    <a:lnTo>
                      <a:pt x="2748" y="618"/>
                    </a:lnTo>
                    <a:lnTo>
                      <a:pt x="2766" y="624"/>
                    </a:lnTo>
                    <a:lnTo>
                      <a:pt x="2802" y="624"/>
                    </a:lnTo>
                    <a:lnTo>
                      <a:pt x="2820" y="630"/>
                    </a:lnTo>
                    <a:lnTo>
                      <a:pt x="2844" y="630"/>
                    </a:lnTo>
                    <a:lnTo>
                      <a:pt x="2856" y="636"/>
                    </a:lnTo>
                    <a:lnTo>
                      <a:pt x="2862" y="648"/>
                    </a:lnTo>
                    <a:lnTo>
                      <a:pt x="2874" y="654"/>
                    </a:lnTo>
                    <a:lnTo>
                      <a:pt x="2844" y="654"/>
                    </a:lnTo>
                    <a:lnTo>
                      <a:pt x="2838" y="648"/>
                    </a:lnTo>
                    <a:lnTo>
                      <a:pt x="2826" y="642"/>
                    </a:lnTo>
                    <a:lnTo>
                      <a:pt x="2772" y="642"/>
                    </a:lnTo>
                    <a:lnTo>
                      <a:pt x="2760" y="636"/>
                    </a:lnTo>
                    <a:lnTo>
                      <a:pt x="2730" y="636"/>
                    </a:lnTo>
                    <a:lnTo>
                      <a:pt x="2724" y="624"/>
                    </a:lnTo>
                    <a:lnTo>
                      <a:pt x="2700" y="624"/>
                    </a:lnTo>
                    <a:lnTo>
                      <a:pt x="2694" y="606"/>
                    </a:lnTo>
                    <a:lnTo>
                      <a:pt x="2664" y="594"/>
                    </a:lnTo>
                    <a:lnTo>
                      <a:pt x="2670" y="588"/>
                    </a:lnTo>
                    <a:lnTo>
                      <a:pt x="2682" y="582"/>
                    </a:lnTo>
                    <a:lnTo>
                      <a:pt x="2688" y="576"/>
                    </a:lnTo>
                    <a:lnTo>
                      <a:pt x="2688" y="564"/>
                    </a:lnTo>
                    <a:lnTo>
                      <a:pt x="2658" y="534"/>
                    </a:lnTo>
                    <a:lnTo>
                      <a:pt x="2646" y="528"/>
                    </a:lnTo>
                    <a:lnTo>
                      <a:pt x="2616" y="528"/>
                    </a:lnTo>
                    <a:lnTo>
                      <a:pt x="2628" y="534"/>
                    </a:lnTo>
                    <a:lnTo>
                      <a:pt x="2652" y="558"/>
                    </a:lnTo>
                    <a:lnTo>
                      <a:pt x="2640" y="570"/>
                    </a:lnTo>
                    <a:lnTo>
                      <a:pt x="2616" y="582"/>
                    </a:lnTo>
                    <a:lnTo>
                      <a:pt x="2604" y="582"/>
                    </a:lnTo>
                    <a:lnTo>
                      <a:pt x="2586" y="624"/>
                    </a:lnTo>
                    <a:lnTo>
                      <a:pt x="2658" y="660"/>
                    </a:lnTo>
                    <a:lnTo>
                      <a:pt x="2676" y="660"/>
                    </a:lnTo>
                    <a:lnTo>
                      <a:pt x="2676" y="696"/>
                    </a:lnTo>
                    <a:lnTo>
                      <a:pt x="2670" y="708"/>
                    </a:lnTo>
                    <a:lnTo>
                      <a:pt x="2670" y="720"/>
                    </a:lnTo>
                    <a:lnTo>
                      <a:pt x="2676" y="738"/>
                    </a:lnTo>
                    <a:lnTo>
                      <a:pt x="2712" y="744"/>
                    </a:lnTo>
                    <a:lnTo>
                      <a:pt x="2712" y="768"/>
                    </a:lnTo>
                    <a:lnTo>
                      <a:pt x="2772" y="780"/>
                    </a:lnTo>
                    <a:lnTo>
                      <a:pt x="2778" y="780"/>
                    </a:lnTo>
                    <a:lnTo>
                      <a:pt x="2784" y="774"/>
                    </a:lnTo>
                    <a:lnTo>
                      <a:pt x="2796" y="774"/>
                    </a:lnTo>
                    <a:lnTo>
                      <a:pt x="2814" y="768"/>
                    </a:lnTo>
                    <a:lnTo>
                      <a:pt x="2850" y="768"/>
                    </a:lnTo>
                    <a:lnTo>
                      <a:pt x="2868" y="774"/>
                    </a:lnTo>
                    <a:lnTo>
                      <a:pt x="2874" y="780"/>
                    </a:lnTo>
                    <a:lnTo>
                      <a:pt x="2886" y="786"/>
                    </a:lnTo>
                    <a:lnTo>
                      <a:pt x="2904" y="786"/>
                    </a:lnTo>
                    <a:lnTo>
                      <a:pt x="2916" y="792"/>
                    </a:lnTo>
                    <a:lnTo>
                      <a:pt x="2952" y="804"/>
                    </a:lnTo>
                    <a:lnTo>
                      <a:pt x="2976" y="828"/>
                    </a:lnTo>
                    <a:lnTo>
                      <a:pt x="2976" y="834"/>
                    </a:lnTo>
                    <a:lnTo>
                      <a:pt x="2964" y="834"/>
                    </a:lnTo>
                    <a:lnTo>
                      <a:pt x="2958" y="840"/>
                    </a:lnTo>
                    <a:lnTo>
                      <a:pt x="2946" y="840"/>
                    </a:lnTo>
                    <a:lnTo>
                      <a:pt x="2940" y="846"/>
                    </a:lnTo>
                    <a:lnTo>
                      <a:pt x="2946" y="852"/>
                    </a:lnTo>
                    <a:lnTo>
                      <a:pt x="2958" y="858"/>
                    </a:lnTo>
                    <a:lnTo>
                      <a:pt x="2976" y="876"/>
                    </a:lnTo>
                    <a:lnTo>
                      <a:pt x="3024" y="876"/>
                    </a:lnTo>
                    <a:lnTo>
                      <a:pt x="3012" y="882"/>
                    </a:lnTo>
                    <a:lnTo>
                      <a:pt x="3006" y="882"/>
                    </a:lnTo>
                    <a:lnTo>
                      <a:pt x="2994" y="888"/>
                    </a:lnTo>
                    <a:lnTo>
                      <a:pt x="2970" y="888"/>
                    </a:lnTo>
                    <a:lnTo>
                      <a:pt x="2958" y="882"/>
                    </a:lnTo>
                    <a:lnTo>
                      <a:pt x="2952" y="876"/>
                    </a:lnTo>
                    <a:lnTo>
                      <a:pt x="2940" y="870"/>
                    </a:lnTo>
                    <a:lnTo>
                      <a:pt x="2940" y="858"/>
                    </a:lnTo>
                    <a:lnTo>
                      <a:pt x="2928" y="834"/>
                    </a:lnTo>
                    <a:lnTo>
                      <a:pt x="2916" y="822"/>
                    </a:lnTo>
                    <a:lnTo>
                      <a:pt x="2892" y="810"/>
                    </a:lnTo>
                    <a:lnTo>
                      <a:pt x="2886" y="804"/>
                    </a:lnTo>
                    <a:lnTo>
                      <a:pt x="2880" y="804"/>
                    </a:lnTo>
                    <a:lnTo>
                      <a:pt x="2874" y="798"/>
                    </a:lnTo>
                    <a:lnTo>
                      <a:pt x="2874" y="786"/>
                    </a:lnTo>
                    <a:lnTo>
                      <a:pt x="2868" y="780"/>
                    </a:lnTo>
                    <a:lnTo>
                      <a:pt x="2844" y="780"/>
                    </a:lnTo>
                    <a:lnTo>
                      <a:pt x="2832" y="786"/>
                    </a:lnTo>
                    <a:lnTo>
                      <a:pt x="2814" y="786"/>
                    </a:lnTo>
                    <a:lnTo>
                      <a:pt x="2802" y="792"/>
                    </a:lnTo>
                    <a:lnTo>
                      <a:pt x="2778" y="792"/>
                    </a:lnTo>
                    <a:lnTo>
                      <a:pt x="2760" y="810"/>
                    </a:lnTo>
                    <a:lnTo>
                      <a:pt x="2766" y="816"/>
                    </a:lnTo>
                    <a:lnTo>
                      <a:pt x="2772" y="828"/>
                    </a:lnTo>
                    <a:lnTo>
                      <a:pt x="2784" y="834"/>
                    </a:lnTo>
                    <a:lnTo>
                      <a:pt x="2802" y="852"/>
                    </a:lnTo>
                    <a:lnTo>
                      <a:pt x="2814" y="858"/>
                    </a:lnTo>
                    <a:lnTo>
                      <a:pt x="2814" y="864"/>
                    </a:lnTo>
                    <a:lnTo>
                      <a:pt x="2790" y="888"/>
                    </a:lnTo>
                    <a:lnTo>
                      <a:pt x="2784" y="888"/>
                    </a:lnTo>
                    <a:lnTo>
                      <a:pt x="2778" y="930"/>
                    </a:lnTo>
                    <a:lnTo>
                      <a:pt x="2736" y="948"/>
                    </a:lnTo>
                    <a:lnTo>
                      <a:pt x="2736" y="954"/>
                    </a:lnTo>
                    <a:lnTo>
                      <a:pt x="2730" y="966"/>
                    </a:lnTo>
                    <a:lnTo>
                      <a:pt x="2724" y="972"/>
                    </a:lnTo>
                    <a:lnTo>
                      <a:pt x="2694" y="972"/>
                    </a:lnTo>
                    <a:lnTo>
                      <a:pt x="2682" y="966"/>
                    </a:lnTo>
                    <a:lnTo>
                      <a:pt x="2652" y="966"/>
                    </a:lnTo>
                    <a:lnTo>
                      <a:pt x="2592" y="960"/>
                    </a:lnTo>
                    <a:lnTo>
                      <a:pt x="2586" y="960"/>
                    </a:lnTo>
                    <a:lnTo>
                      <a:pt x="2580" y="954"/>
                    </a:lnTo>
                    <a:lnTo>
                      <a:pt x="2568" y="948"/>
                    </a:lnTo>
                    <a:lnTo>
                      <a:pt x="2556" y="948"/>
                    </a:lnTo>
                    <a:lnTo>
                      <a:pt x="2544" y="936"/>
                    </a:lnTo>
                    <a:lnTo>
                      <a:pt x="2598" y="936"/>
                    </a:lnTo>
                    <a:lnTo>
                      <a:pt x="2616" y="942"/>
                    </a:lnTo>
                    <a:lnTo>
                      <a:pt x="2640" y="924"/>
                    </a:lnTo>
                    <a:lnTo>
                      <a:pt x="2652" y="924"/>
                    </a:lnTo>
                    <a:lnTo>
                      <a:pt x="2664" y="930"/>
                    </a:lnTo>
                    <a:lnTo>
                      <a:pt x="2682" y="930"/>
                    </a:lnTo>
                    <a:lnTo>
                      <a:pt x="2694" y="924"/>
                    </a:lnTo>
                    <a:lnTo>
                      <a:pt x="2694" y="906"/>
                    </a:lnTo>
                    <a:lnTo>
                      <a:pt x="2700" y="894"/>
                    </a:lnTo>
                    <a:lnTo>
                      <a:pt x="2700" y="882"/>
                    </a:lnTo>
                    <a:lnTo>
                      <a:pt x="2724" y="876"/>
                    </a:lnTo>
                    <a:lnTo>
                      <a:pt x="2724" y="852"/>
                    </a:lnTo>
                    <a:lnTo>
                      <a:pt x="2712" y="852"/>
                    </a:lnTo>
                    <a:lnTo>
                      <a:pt x="2718" y="846"/>
                    </a:lnTo>
                    <a:lnTo>
                      <a:pt x="2724" y="834"/>
                    </a:lnTo>
                    <a:lnTo>
                      <a:pt x="2724" y="822"/>
                    </a:lnTo>
                    <a:lnTo>
                      <a:pt x="2718" y="816"/>
                    </a:lnTo>
                    <a:lnTo>
                      <a:pt x="2712" y="816"/>
                    </a:lnTo>
                    <a:lnTo>
                      <a:pt x="2700" y="810"/>
                    </a:lnTo>
                    <a:lnTo>
                      <a:pt x="2682" y="810"/>
                    </a:lnTo>
                    <a:lnTo>
                      <a:pt x="2664" y="804"/>
                    </a:lnTo>
                    <a:lnTo>
                      <a:pt x="2652" y="804"/>
                    </a:lnTo>
                    <a:lnTo>
                      <a:pt x="2634" y="786"/>
                    </a:lnTo>
                    <a:lnTo>
                      <a:pt x="2634" y="744"/>
                    </a:lnTo>
                    <a:lnTo>
                      <a:pt x="2628" y="732"/>
                    </a:lnTo>
                    <a:lnTo>
                      <a:pt x="2616" y="720"/>
                    </a:lnTo>
                    <a:lnTo>
                      <a:pt x="2604" y="714"/>
                    </a:lnTo>
                    <a:lnTo>
                      <a:pt x="2598" y="702"/>
                    </a:lnTo>
                    <a:lnTo>
                      <a:pt x="2592" y="696"/>
                    </a:lnTo>
                    <a:lnTo>
                      <a:pt x="2586" y="660"/>
                    </a:lnTo>
                    <a:lnTo>
                      <a:pt x="2520" y="624"/>
                    </a:lnTo>
                    <a:lnTo>
                      <a:pt x="2532" y="612"/>
                    </a:lnTo>
                    <a:lnTo>
                      <a:pt x="2544" y="588"/>
                    </a:lnTo>
                    <a:lnTo>
                      <a:pt x="2544" y="576"/>
                    </a:lnTo>
                    <a:lnTo>
                      <a:pt x="2538" y="564"/>
                    </a:lnTo>
                    <a:lnTo>
                      <a:pt x="2514" y="540"/>
                    </a:lnTo>
                    <a:lnTo>
                      <a:pt x="2496" y="540"/>
                    </a:lnTo>
                    <a:lnTo>
                      <a:pt x="2484" y="534"/>
                    </a:lnTo>
                    <a:lnTo>
                      <a:pt x="2472" y="534"/>
                    </a:lnTo>
                    <a:lnTo>
                      <a:pt x="2340" y="522"/>
                    </a:lnTo>
                    <a:lnTo>
                      <a:pt x="2328" y="552"/>
                    </a:lnTo>
                    <a:lnTo>
                      <a:pt x="2346" y="570"/>
                    </a:lnTo>
                    <a:lnTo>
                      <a:pt x="2334" y="600"/>
                    </a:lnTo>
                    <a:lnTo>
                      <a:pt x="2280" y="624"/>
                    </a:lnTo>
                    <a:lnTo>
                      <a:pt x="2268" y="654"/>
                    </a:lnTo>
                    <a:lnTo>
                      <a:pt x="2304" y="660"/>
                    </a:lnTo>
                    <a:lnTo>
                      <a:pt x="2334" y="708"/>
                    </a:lnTo>
                    <a:lnTo>
                      <a:pt x="2322" y="726"/>
                    </a:lnTo>
                    <a:lnTo>
                      <a:pt x="2352" y="750"/>
                    </a:lnTo>
                    <a:lnTo>
                      <a:pt x="2388" y="744"/>
                    </a:lnTo>
                    <a:lnTo>
                      <a:pt x="2394" y="750"/>
                    </a:lnTo>
                    <a:lnTo>
                      <a:pt x="2400" y="762"/>
                    </a:lnTo>
                    <a:lnTo>
                      <a:pt x="2412" y="768"/>
                    </a:lnTo>
                    <a:lnTo>
                      <a:pt x="2418" y="774"/>
                    </a:lnTo>
                    <a:lnTo>
                      <a:pt x="2430" y="780"/>
                    </a:lnTo>
                    <a:lnTo>
                      <a:pt x="2472" y="780"/>
                    </a:lnTo>
                    <a:lnTo>
                      <a:pt x="2466" y="840"/>
                    </a:lnTo>
                    <a:lnTo>
                      <a:pt x="2448" y="816"/>
                    </a:lnTo>
                    <a:lnTo>
                      <a:pt x="2430" y="828"/>
                    </a:lnTo>
                    <a:lnTo>
                      <a:pt x="2418" y="822"/>
                    </a:lnTo>
                    <a:lnTo>
                      <a:pt x="2388" y="804"/>
                    </a:lnTo>
                    <a:lnTo>
                      <a:pt x="2352" y="792"/>
                    </a:lnTo>
                    <a:lnTo>
                      <a:pt x="2328" y="780"/>
                    </a:lnTo>
                    <a:lnTo>
                      <a:pt x="2268" y="780"/>
                    </a:lnTo>
                    <a:lnTo>
                      <a:pt x="2250" y="762"/>
                    </a:lnTo>
                    <a:lnTo>
                      <a:pt x="2244" y="780"/>
                    </a:lnTo>
                    <a:lnTo>
                      <a:pt x="2220" y="756"/>
                    </a:lnTo>
                    <a:lnTo>
                      <a:pt x="2214" y="756"/>
                    </a:lnTo>
                    <a:lnTo>
                      <a:pt x="2208" y="750"/>
                    </a:lnTo>
                    <a:lnTo>
                      <a:pt x="2196" y="744"/>
                    </a:lnTo>
                    <a:lnTo>
                      <a:pt x="2178" y="744"/>
                    </a:lnTo>
                    <a:lnTo>
                      <a:pt x="2154" y="732"/>
                    </a:lnTo>
                    <a:lnTo>
                      <a:pt x="2130" y="732"/>
                    </a:lnTo>
                    <a:lnTo>
                      <a:pt x="2118" y="738"/>
                    </a:lnTo>
                    <a:lnTo>
                      <a:pt x="2088" y="738"/>
                    </a:lnTo>
                    <a:lnTo>
                      <a:pt x="2076" y="732"/>
                    </a:lnTo>
                    <a:lnTo>
                      <a:pt x="2022" y="732"/>
                    </a:lnTo>
                    <a:lnTo>
                      <a:pt x="2016" y="738"/>
                    </a:lnTo>
                    <a:lnTo>
                      <a:pt x="2010" y="738"/>
                    </a:lnTo>
                    <a:lnTo>
                      <a:pt x="2004" y="744"/>
                    </a:lnTo>
                    <a:lnTo>
                      <a:pt x="2004" y="750"/>
                    </a:lnTo>
                    <a:lnTo>
                      <a:pt x="2016" y="762"/>
                    </a:lnTo>
                    <a:lnTo>
                      <a:pt x="2028" y="768"/>
                    </a:lnTo>
                    <a:lnTo>
                      <a:pt x="2040" y="780"/>
                    </a:lnTo>
                    <a:lnTo>
                      <a:pt x="2046" y="780"/>
                    </a:lnTo>
                    <a:lnTo>
                      <a:pt x="2022" y="810"/>
                    </a:lnTo>
                    <a:lnTo>
                      <a:pt x="2010" y="798"/>
                    </a:lnTo>
                    <a:lnTo>
                      <a:pt x="2010" y="828"/>
                    </a:lnTo>
                    <a:lnTo>
                      <a:pt x="1998" y="828"/>
                    </a:lnTo>
                    <a:lnTo>
                      <a:pt x="1986" y="822"/>
                    </a:lnTo>
                    <a:lnTo>
                      <a:pt x="1980" y="822"/>
                    </a:lnTo>
                    <a:lnTo>
                      <a:pt x="1974" y="816"/>
                    </a:lnTo>
                    <a:lnTo>
                      <a:pt x="1974" y="786"/>
                    </a:lnTo>
                    <a:lnTo>
                      <a:pt x="1968" y="780"/>
                    </a:lnTo>
                    <a:lnTo>
                      <a:pt x="1950" y="780"/>
                    </a:lnTo>
                    <a:lnTo>
                      <a:pt x="1938" y="786"/>
                    </a:lnTo>
                    <a:lnTo>
                      <a:pt x="1920" y="792"/>
                    </a:lnTo>
                    <a:lnTo>
                      <a:pt x="1908" y="804"/>
                    </a:lnTo>
                    <a:lnTo>
                      <a:pt x="1884" y="816"/>
                    </a:lnTo>
                    <a:lnTo>
                      <a:pt x="1866" y="816"/>
                    </a:lnTo>
                    <a:lnTo>
                      <a:pt x="1842" y="804"/>
                    </a:lnTo>
                    <a:lnTo>
                      <a:pt x="1824" y="804"/>
                    </a:lnTo>
                    <a:lnTo>
                      <a:pt x="1800" y="810"/>
                    </a:lnTo>
                    <a:lnTo>
                      <a:pt x="1782" y="816"/>
                    </a:lnTo>
                    <a:lnTo>
                      <a:pt x="1764" y="828"/>
                    </a:lnTo>
                    <a:lnTo>
                      <a:pt x="1752" y="834"/>
                    </a:lnTo>
                    <a:lnTo>
                      <a:pt x="1746" y="840"/>
                    </a:lnTo>
                    <a:lnTo>
                      <a:pt x="1680" y="840"/>
                    </a:lnTo>
                    <a:lnTo>
                      <a:pt x="1692" y="816"/>
                    </a:lnTo>
                    <a:lnTo>
                      <a:pt x="1692" y="780"/>
                    </a:lnTo>
                    <a:lnTo>
                      <a:pt x="1680" y="780"/>
                    </a:lnTo>
                    <a:lnTo>
                      <a:pt x="1668" y="786"/>
                    </a:lnTo>
                    <a:lnTo>
                      <a:pt x="1650" y="792"/>
                    </a:lnTo>
                    <a:lnTo>
                      <a:pt x="1638" y="792"/>
                    </a:lnTo>
                    <a:lnTo>
                      <a:pt x="1626" y="804"/>
                    </a:lnTo>
                    <a:lnTo>
                      <a:pt x="1626" y="816"/>
                    </a:lnTo>
                    <a:lnTo>
                      <a:pt x="1632" y="822"/>
                    </a:lnTo>
                    <a:lnTo>
                      <a:pt x="1632" y="828"/>
                    </a:lnTo>
                    <a:lnTo>
                      <a:pt x="1608" y="834"/>
                    </a:lnTo>
                    <a:lnTo>
                      <a:pt x="1608" y="810"/>
                    </a:lnTo>
                    <a:lnTo>
                      <a:pt x="1584" y="816"/>
                    </a:lnTo>
                    <a:lnTo>
                      <a:pt x="1530" y="822"/>
                    </a:lnTo>
                    <a:lnTo>
                      <a:pt x="1488" y="852"/>
                    </a:lnTo>
                    <a:lnTo>
                      <a:pt x="1440" y="858"/>
                    </a:lnTo>
                    <a:lnTo>
                      <a:pt x="1452" y="876"/>
                    </a:lnTo>
                    <a:lnTo>
                      <a:pt x="1440" y="876"/>
                    </a:lnTo>
                    <a:lnTo>
                      <a:pt x="1428" y="870"/>
                    </a:lnTo>
                    <a:lnTo>
                      <a:pt x="1422" y="870"/>
                    </a:lnTo>
                    <a:lnTo>
                      <a:pt x="1410" y="876"/>
                    </a:lnTo>
                    <a:lnTo>
                      <a:pt x="1404" y="882"/>
                    </a:lnTo>
                    <a:lnTo>
                      <a:pt x="1404" y="924"/>
                    </a:lnTo>
                    <a:lnTo>
                      <a:pt x="1332" y="930"/>
                    </a:lnTo>
                    <a:lnTo>
                      <a:pt x="1326" y="924"/>
                    </a:lnTo>
                    <a:lnTo>
                      <a:pt x="1314" y="918"/>
                    </a:lnTo>
                    <a:lnTo>
                      <a:pt x="1308" y="912"/>
                    </a:lnTo>
                    <a:lnTo>
                      <a:pt x="1266" y="912"/>
                    </a:lnTo>
                    <a:lnTo>
                      <a:pt x="1260" y="906"/>
                    </a:lnTo>
                    <a:lnTo>
                      <a:pt x="1260" y="876"/>
                    </a:lnTo>
                    <a:lnTo>
                      <a:pt x="1266" y="870"/>
                    </a:lnTo>
                    <a:lnTo>
                      <a:pt x="1266" y="864"/>
                    </a:lnTo>
                    <a:lnTo>
                      <a:pt x="1272" y="858"/>
                    </a:lnTo>
                    <a:lnTo>
                      <a:pt x="1284" y="864"/>
                    </a:lnTo>
                    <a:lnTo>
                      <a:pt x="1344" y="864"/>
                    </a:lnTo>
                    <a:lnTo>
                      <a:pt x="1332" y="858"/>
                    </a:lnTo>
                    <a:lnTo>
                      <a:pt x="1326" y="846"/>
                    </a:lnTo>
                    <a:lnTo>
                      <a:pt x="1314" y="840"/>
                    </a:lnTo>
                    <a:lnTo>
                      <a:pt x="1302" y="828"/>
                    </a:lnTo>
                    <a:lnTo>
                      <a:pt x="1290" y="822"/>
                    </a:lnTo>
                    <a:lnTo>
                      <a:pt x="1278" y="810"/>
                    </a:lnTo>
                    <a:lnTo>
                      <a:pt x="1152" y="810"/>
                    </a:lnTo>
                    <a:lnTo>
                      <a:pt x="1164" y="822"/>
                    </a:lnTo>
                    <a:lnTo>
                      <a:pt x="1188" y="822"/>
                    </a:lnTo>
                    <a:lnTo>
                      <a:pt x="1200" y="828"/>
                    </a:lnTo>
                    <a:lnTo>
                      <a:pt x="1200" y="846"/>
                    </a:lnTo>
                    <a:lnTo>
                      <a:pt x="1194" y="864"/>
                    </a:lnTo>
                    <a:lnTo>
                      <a:pt x="1194" y="876"/>
                    </a:lnTo>
                    <a:lnTo>
                      <a:pt x="1188" y="894"/>
                    </a:lnTo>
                    <a:lnTo>
                      <a:pt x="1188" y="918"/>
                    </a:lnTo>
                    <a:lnTo>
                      <a:pt x="1194" y="918"/>
                    </a:lnTo>
                    <a:lnTo>
                      <a:pt x="1206" y="924"/>
                    </a:lnTo>
                    <a:lnTo>
                      <a:pt x="1230" y="924"/>
                    </a:lnTo>
                    <a:lnTo>
                      <a:pt x="1236" y="930"/>
                    </a:lnTo>
                    <a:lnTo>
                      <a:pt x="1242" y="930"/>
                    </a:lnTo>
                    <a:lnTo>
                      <a:pt x="1236" y="966"/>
                    </a:lnTo>
                    <a:lnTo>
                      <a:pt x="1248" y="996"/>
                    </a:lnTo>
                    <a:lnTo>
                      <a:pt x="1212" y="972"/>
                    </a:lnTo>
                    <a:lnTo>
                      <a:pt x="1194" y="996"/>
                    </a:lnTo>
                    <a:lnTo>
                      <a:pt x="1188" y="966"/>
                    </a:lnTo>
                    <a:lnTo>
                      <a:pt x="1116" y="948"/>
                    </a:lnTo>
                    <a:lnTo>
                      <a:pt x="1086" y="984"/>
                    </a:lnTo>
                    <a:lnTo>
                      <a:pt x="1062" y="984"/>
                    </a:lnTo>
                    <a:lnTo>
                      <a:pt x="1056" y="996"/>
                    </a:lnTo>
                    <a:lnTo>
                      <a:pt x="1044" y="1002"/>
                    </a:lnTo>
                    <a:lnTo>
                      <a:pt x="1038" y="1008"/>
                    </a:lnTo>
                    <a:lnTo>
                      <a:pt x="1026" y="1014"/>
                    </a:lnTo>
                    <a:lnTo>
                      <a:pt x="1014" y="1014"/>
                    </a:lnTo>
                    <a:lnTo>
                      <a:pt x="1002" y="1020"/>
                    </a:lnTo>
                    <a:lnTo>
                      <a:pt x="1002" y="1032"/>
                    </a:lnTo>
                    <a:lnTo>
                      <a:pt x="1008" y="1038"/>
                    </a:lnTo>
                    <a:lnTo>
                      <a:pt x="1020" y="1044"/>
                    </a:lnTo>
                    <a:lnTo>
                      <a:pt x="1032" y="1056"/>
                    </a:lnTo>
                    <a:lnTo>
                      <a:pt x="1044" y="1062"/>
                    </a:lnTo>
                    <a:lnTo>
                      <a:pt x="1050" y="1068"/>
                    </a:lnTo>
                    <a:lnTo>
                      <a:pt x="1062" y="1074"/>
                    </a:lnTo>
                    <a:lnTo>
                      <a:pt x="1080" y="1104"/>
                    </a:lnTo>
                    <a:lnTo>
                      <a:pt x="1050" y="1086"/>
                    </a:lnTo>
                    <a:lnTo>
                      <a:pt x="1038" y="1092"/>
                    </a:lnTo>
                    <a:lnTo>
                      <a:pt x="1032" y="1098"/>
                    </a:lnTo>
                    <a:lnTo>
                      <a:pt x="1020" y="1098"/>
                    </a:lnTo>
                    <a:lnTo>
                      <a:pt x="1008" y="1092"/>
                    </a:lnTo>
                    <a:lnTo>
                      <a:pt x="996" y="1092"/>
                    </a:lnTo>
                    <a:lnTo>
                      <a:pt x="978" y="1086"/>
                    </a:lnTo>
                    <a:lnTo>
                      <a:pt x="966" y="1080"/>
                    </a:lnTo>
                    <a:lnTo>
                      <a:pt x="948" y="1080"/>
                    </a:lnTo>
                    <a:lnTo>
                      <a:pt x="936" y="1074"/>
                    </a:lnTo>
                    <a:lnTo>
                      <a:pt x="924" y="1074"/>
                    </a:lnTo>
                    <a:lnTo>
                      <a:pt x="918" y="1068"/>
                    </a:lnTo>
                    <a:lnTo>
                      <a:pt x="918" y="1056"/>
                    </a:lnTo>
                    <a:lnTo>
                      <a:pt x="906" y="1050"/>
                    </a:lnTo>
                    <a:lnTo>
                      <a:pt x="888" y="1050"/>
                    </a:lnTo>
                    <a:lnTo>
                      <a:pt x="864" y="1062"/>
                    </a:lnTo>
                    <a:lnTo>
                      <a:pt x="858" y="1068"/>
                    </a:lnTo>
                    <a:lnTo>
                      <a:pt x="840" y="1068"/>
                    </a:lnTo>
                    <a:lnTo>
                      <a:pt x="882" y="1104"/>
                    </a:lnTo>
                    <a:lnTo>
                      <a:pt x="900" y="1104"/>
                    </a:lnTo>
                    <a:lnTo>
                      <a:pt x="912" y="1110"/>
                    </a:lnTo>
                    <a:lnTo>
                      <a:pt x="924" y="1110"/>
                    </a:lnTo>
                    <a:lnTo>
                      <a:pt x="936" y="1116"/>
                    </a:lnTo>
                    <a:lnTo>
                      <a:pt x="942" y="1116"/>
                    </a:lnTo>
                    <a:lnTo>
                      <a:pt x="942" y="1122"/>
                    </a:lnTo>
                    <a:lnTo>
                      <a:pt x="936" y="1134"/>
                    </a:lnTo>
                    <a:lnTo>
                      <a:pt x="924" y="1140"/>
                    </a:lnTo>
                    <a:lnTo>
                      <a:pt x="918" y="1146"/>
                    </a:lnTo>
                    <a:lnTo>
                      <a:pt x="852" y="1128"/>
                    </a:lnTo>
                    <a:lnTo>
                      <a:pt x="840" y="1122"/>
                    </a:lnTo>
                    <a:lnTo>
                      <a:pt x="834" y="1116"/>
                    </a:lnTo>
                    <a:lnTo>
                      <a:pt x="822" y="1110"/>
                    </a:lnTo>
                    <a:lnTo>
                      <a:pt x="762" y="1110"/>
                    </a:lnTo>
                    <a:lnTo>
                      <a:pt x="756" y="1104"/>
                    </a:lnTo>
                    <a:lnTo>
                      <a:pt x="756" y="1056"/>
                    </a:lnTo>
                    <a:lnTo>
                      <a:pt x="738" y="1044"/>
                    </a:lnTo>
                    <a:lnTo>
                      <a:pt x="750" y="1032"/>
                    </a:lnTo>
                    <a:lnTo>
                      <a:pt x="756" y="1020"/>
                    </a:lnTo>
                    <a:lnTo>
                      <a:pt x="756" y="1002"/>
                    </a:lnTo>
                    <a:lnTo>
                      <a:pt x="738" y="990"/>
                    </a:lnTo>
                    <a:lnTo>
                      <a:pt x="702" y="978"/>
                    </a:lnTo>
                    <a:lnTo>
                      <a:pt x="672" y="972"/>
                    </a:lnTo>
                    <a:lnTo>
                      <a:pt x="660" y="966"/>
                    </a:lnTo>
                    <a:lnTo>
                      <a:pt x="630" y="948"/>
                    </a:lnTo>
                    <a:lnTo>
                      <a:pt x="606" y="930"/>
                    </a:lnTo>
                    <a:lnTo>
                      <a:pt x="594" y="912"/>
                    </a:lnTo>
                    <a:lnTo>
                      <a:pt x="630" y="912"/>
                    </a:lnTo>
                    <a:lnTo>
                      <a:pt x="630" y="924"/>
                    </a:lnTo>
                    <a:lnTo>
                      <a:pt x="642" y="924"/>
                    </a:lnTo>
                    <a:lnTo>
                      <a:pt x="654" y="930"/>
                    </a:lnTo>
                    <a:lnTo>
                      <a:pt x="672" y="930"/>
                    </a:lnTo>
                    <a:lnTo>
                      <a:pt x="690" y="936"/>
                    </a:lnTo>
                    <a:lnTo>
                      <a:pt x="720" y="936"/>
                    </a:lnTo>
                    <a:lnTo>
                      <a:pt x="732" y="942"/>
                    </a:lnTo>
                    <a:lnTo>
                      <a:pt x="738" y="954"/>
                    </a:lnTo>
                    <a:lnTo>
                      <a:pt x="762" y="966"/>
                    </a:lnTo>
                    <a:lnTo>
                      <a:pt x="816" y="966"/>
                    </a:lnTo>
                    <a:lnTo>
                      <a:pt x="846" y="972"/>
                    </a:lnTo>
                    <a:lnTo>
                      <a:pt x="858" y="972"/>
                    </a:lnTo>
                    <a:lnTo>
                      <a:pt x="870" y="978"/>
                    </a:lnTo>
                    <a:lnTo>
                      <a:pt x="894" y="984"/>
                    </a:lnTo>
                    <a:lnTo>
                      <a:pt x="930" y="990"/>
                    </a:lnTo>
                    <a:lnTo>
                      <a:pt x="978" y="984"/>
                    </a:lnTo>
                    <a:lnTo>
                      <a:pt x="1026" y="972"/>
                    </a:lnTo>
                    <a:lnTo>
                      <a:pt x="1062" y="954"/>
                    </a:lnTo>
                    <a:lnTo>
                      <a:pt x="1080" y="936"/>
                    </a:lnTo>
                    <a:lnTo>
                      <a:pt x="1074" y="912"/>
                    </a:lnTo>
                    <a:lnTo>
                      <a:pt x="1032" y="870"/>
                    </a:lnTo>
                    <a:lnTo>
                      <a:pt x="1014" y="858"/>
                    </a:lnTo>
                    <a:lnTo>
                      <a:pt x="996" y="852"/>
                    </a:lnTo>
                    <a:lnTo>
                      <a:pt x="948" y="840"/>
                    </a:lnTo>
                    <a:lnTo>
                      <a:pt x="900" y="822"/>
                    </a:lnTo>
                    <a:lnTo>
                      <a:pt x="828" y="798"/>
                    </a:lnTo>
                    <a:lnTo>
                      <a:pt x="792" y="780"/>
                    </a:lnTo>
                    <a:lnTo>
                      <a:pt x="756" y="774"/>
                    </a:lnTo>
                    <a:lnTo>
                      <a:pt x="624" y="774"/>
                    </a:lnTo>
                    <a:lnTo>
                      <a:pt x="612" y="756"/>
                    </a:lnTo>
                    <a:lnTo>
                      <a:pt x="588" y="762"/>
                    </a:lnTo>
                    <a:lnTo>
                      <a:pt x="552" y="744"/>
                    </a:lnTo>
                    <a:lnTo>
                      <a:pt x="588" y="738"/>
                    </a:lnTo>
                    <a:lnTo>
                      <a:pt x="606" y="726"/>
                    </a:lnTo>
                    <a:lnTo>
                      <a:pt x="600" y="726"/>
                    </a:lnTo>
                    <a:lnTo>
                      <a:pt x="594" y="720"/>
                    </a:lnTo>
                    <a:lnTo>
                      <a:pt x="582" y="720"/>
                    </a:lnTo>
                    <a:lnTo>
                      <a:pt x="564" y="714"/>
                    </a:lnTo>
                    <a:lnTo>
                      <a:pt x="546" y="714"/>
                    </a:lnTo>
                    <a:lnTo>
                      <a:pt x="534" y="708"/>
                    </a:lnTo>
                    <a:lnTo>
                      <a:pt x="522" y="720"/>
                    </a:lnTo>
                    <a:lnTo>
                      <a:pt x="522" y="726"/>
                    </a:lnTo>
                    <a:lnTo>
                      <a:pt x="516" y="732"/>
                    </a:lnTo>
                    <a:lnTo>
                      <a:pt x="498" y="732"/>
                    </a:lnTo>
                    <a:lnTo>
                      <a:pt x="486" y="744"/>
                    </a:lnTo>
                    <a:lnTo>
                      <a:pt x="450" y="744"/>
                    </a:lnTo>
                    <a:lnTo>
                      <a:pt x="444" y="756"/>
                    </a:lnTo>
                    <a:lnTo>
                      <a:pt x="420" y="762"/>
                    </a:lnTo>
                    <a:lnTo>
                      <a:pt x="420" y="768"/>
                    </a:lnTo>
                    <a:lnTo>
                      <a:pt x="414" y="780"/>
                    </a:lnTo>
                    <a:lnTo>
                      <a:pt x="390" y="780"/>
                    </a:lnTo>
                    <a:lnTo>
                      <a:pt x="384" y="792"/>
                    </a:lnTo>
                    <a:lnTo>
                      <a:pt x="396" y="804"/>
                    </a:lnTo>
                    <a:lnTo>
                      <a:pt x="396" y="810"/>
                    </a:lnTo>
                    <a:lnTo>
                      <a:pt x="378" y="810"/>
                    </a:lnTo>
                    <a:lnTo>
                      <a:pt x="378" y="822"/>
                    </a:lnTo>
                    <a:lnTo>
                      <a:pt x="384" y="834"/>
                    </a:lnTo>
                    <a:lnTo>
                      <a:pt x="384" y="840"/>
                    </a:lnTo>
                    <a:lnTo>
                      <a:pt x="390" y="846"/>
                    </a:lnTo>
                    <a:lnTo>
                      <a:pt x="396" y="846"/>
                    </a:lnTo>
                    <a:lnTo>
                      <a:pt x="402" y="840"/>
                    </a:lnTo>
                    <a:lnTo>
                      <a:pt x="420" y="840"/>
                    </a:lnTo>
                    <a:lnTo>
                      <a:pt x="468" y="888"/>
                    </a:lnTo>
                    <a:lnTo>
                      <a:pt x="468" y="900"/>
                    </a:lnTo>
                    <a:lnTo>
                      <a:pt x="462" y="900"/>
                    </a:lnTo>
                    <a:lnTo>
                      <a:pt x="450" y="906"/>
                    </a:lnTo>
                    <a:lnTo>
                      <a:pt x="444" y="906"/>
                    </a:lnTo>
                    <a:lnTo>
                      <a:pt x="444" y="918"/>
                    </a:lnTo>
                    <a:lnTo>
                      <a:pt x="438" y="918"/>
                    </a:lnTo>
                    <a:lnTo>
                      <a:pt x="426" y="924"/>
                    </a:lnTo>
                    <a:lnTo>
                      <a:pt x="420" y="930"/>
                    </a:lnTo>
                    <a:lnTo>
                      <a:pt x="438" y="948"/>
                    </a:lnTo>
                    <a:lnTo>
                      <a:pt x="450" y="954"/>
                    </a:lnTo>
                    <a:lnTo>
                      <a:pt x="456" y="966"/>
                    </a:lnTo>
                    <a:lnTo>
                      <a:pt x="468" y="972"/>
                    </a:lnTo>
                    <a:lnTo>
                      <a:pt x="492" y="996"/>
                    </a:lnTo>
                    <a:lnTo>
                      <a:pt x="504" y="1002"/>
                    </a:lnTo>
                    <a:lnTo>
                      <a:pt x="510" y="1008"/>
                    </a:lnTo>
                    <a:lnTo>
                      <a:pt x="510" y="1014"/>
                    </a:lnTo>
                    <a:lnTo>
                      <a:pt x="504" y="1020"/>
                    </a:lnTo>
                    <a:lnTo>
                      <a:pt x="492" y="1020"/>
                    </a:lnTo>
                    <a:lnTo>
                      <a:pt x="480" y="1014"/>
                    </a:lnTo>
                    <a:lnTo>
                      <a:pt x="474" y="1014"/>
                    </a:lnTo>
                    <a:lnTo>
                      <a:pt x="468" y="1044"/>
                    </a:lnTo>
                    <a:lnTo>
                      <a:pt x="480" y="1056"/>
                    </a:lnTo>
                    <a:lnTo>
                      <a:pt x="480" y="1068"/>
                    </a:lnTo>
                    <a:lnTo>
                      <a:pt x="492" y="1068"/>
                    </a:lnTo>
                    <a:lnTo>
                      <a:pt x="498" y="1074"/>
                    </a:lnTo>
                    <a:lnTo>
                      <a:pt x="504" y="1074"/>
                    </a:lnTo>
                    <a:lnTo>
                      <a:pt x="510" y="1080"/>
                    </a:lnTo>
                    <a:lnTo>
                      <a:pt x="510" y="1086"/>
                    </a:lnTo>
                    <a:lnTo>
                      <a:pt x="504" y="1092"/>
                    </a:lnTo>
                    <a:lnTo>
                      <a:pt x="498" y="1104"/>
                    </a:lnTo>
                    <a:lnTo>
                      <a:pt x="522" y="1110"/>
                    </a:lnTo>
                    <a:lnTo>
                      <a:pt x="534" y="1116"/>
                    </a:lnTo>
                    <a:lnTo>
                      <a:pt x="540" y="1122"/>
                    </a:lnTo>
                    <a:lnTo>
                      <a:pt x="540" y="1128"/>
                    </a:lnTo>
                    <a:lnTo>
                      <a:pt x="516" y="1152"/>
                    </a:lnTo>
                    <a:lnTo>
                      <a:pt x="510" y="1152"/>
                    </a:lnTo>
                    <a:lnTo>
                      <a:pt x="582" y="1188"/>
                    </a:lnTo>
                    <a:lnTo>
                      <a:pt x="588" y="1200"/>
                    </a:lnTo>
                    <a:lnTo>
                      <a:pt x="594" y="1206"/>
                    </a:lnTo>
                    <a:lnTo>
                      <a:pt x="600" y="1218"/>
                    </a:lnTo>
                    <a:lnTo>
                      <a:pt x="600" y="1230"/>
                    </a:lnTo>
                    <a:lnTo>
                      <a:pt x="594" y="1236"/>
                    </a:lnTo>
                    <a:lnTo>
                      <a:pt x="588" y="1248"/>
                    </a:lnTo>
                    <a:lnTo>
                      <a:pt x="552" y="1284"/>
                    </a:lnTo>
                    <a:lnTo>
                      <a:pt x="546" y="1284"/>
                    </a:lnTo>
                    <a:lnTo>
                      <a:pt x="486" y="1344"/>
                    </a:lnTo>
                    <a:lnTo>
                      <a:pt x="426" y="1374"/>
                    </a:lnTo>
                    <a:lnTo>
                      <a:pt x="432" y="1386"/>
                    </a:lnTo>
                    <a:lnTo>
                      <a:pt x="462" y="1368"/>
                    </a:lnTo>
                    <a:lnTo>
                      <a:pt x="468" y="1386"/>
                    </a:lnTo>
                    <a:lnTo>
                      <a:pt x="480" y="1398"/>
                    </a:lnTo>
                    <a:lnTo>
                      <a:pt x="492" y="1404"/>
                    </a:lnTo>
                    <a:lnTo>
                      <a:pt x="498" y="1410"/>
                    </a:lnTo>
                    <a:lnTo>
                      <a:pt x="546" y="1410"/>
                    </a:lnTo>
                    <a:lnTo>
                      <a:pt x="558" y="1428"/>
                    </a:lnTo>
                    <a:lnTo>
                      <a:pt x="546" y="1428"/>
                    </a:lnTo>
                    <a:lnTo>
                      <a:pt x="534" y="1422"/>
                    </a:lnTo>
                    <a:lnTo>
                      <a:pt x="504" y="1422"/>
                    </a:lnTo>
                    <a:lnTo>
                      <a:pt x="492" y="1434"/>
                    </a:lnTo>
                    <a:lnTo>
                      <a:pt x="492" y="1440"/>
                    </a:lnTo>
                    <a:lnTo>
                      <a:pt x="456" y="1440"/>
                    </a:lnTo>
                    <a:lnTo>
                      <a:pt x="450" y="1470"/>
                    </a:lnTo>
                    <a:lnTo>
                      <a:pt x="438" y="1470"/>
                    </a:lnTo>
                    <a:lnTo>
                      <a:pt x="432" y="1482"/>
                    </a:lnTo>
                    <a:lnTo>
                      <a:pt x="438" y="1494"/>
                    </a:lnTo>
                    <a:lnTo>
                      <a:pt x="432" y="1500"/>
                    </a:lnTo>
                    <a:lnTo>
                      <a:pt x="426" y="1500"/>
                    </a:lnTo>
                    <a:lnTo>
                      <a:pt x="414" y="1512"/>
                    </a:lnTo>
                    <a:lnTo>
                      <a:pt x="414" y="1530"/>
                    </a:lnTo>
                    <a:lnTo>
                      <a:pt x="432" y="1536"/>
                    </a:lnTo>
                    <a:lnTo>
                      <a:pt x="420" y="1560"/>
                    </a:lnTo>
                    <a:lnTo>
                      <a:pt x="432" y="1566"/>
                    </a:lnTo>
                    <a:lnTo>
                      <a:pt x="444" y="1584"/>
                    </a:lnTo>
                    <a:lnTo>
                      <a:pt x="426" y="1596"/>
                    </a:lnTo>
                    <a:lnTo>
                      <a:pt x="426" y="1608"/>
                    </a:lnTo>
                    <a:lnTo>
                      <a:pt x="432" y="1608"/>
                    </a:lnTo>
                    <a:lnTo>
                      <a:pt x="444" y="1620"/>
                    </a:lnTo>
                    <a:lnTo>
                      <a:pt x="456" y="1626"/>
                    </a:lnTo>
                    <a:lnTo>
                      <a:pt x="462" y="1632"/>
                    </a:lnTo>
                    <a:lnTo>
                      <a:pt x="462" y="1638"/>
                    </a:lnTo>
                    <a:lnTo>
                      <a:pt x="444" y="1638"/>
                    </a:lnTo>
                    <a:lnTo>
                      <a:pt x="438" y="1656"/>
                    </a:lnTo>
                    <a:lnTo>
                      <a:pt x="462" y="1662"/>
                    </a:lnTo>
                    <a:lnTo>
                      <a:pt x="468" y="1668"/>
                    </a:lnTo>
                    <a:lnTo>
                      <a:pt x="474" y="1680"/>
                    </a:lnTo>
                    <a:lnTo>
                      <a:pt x="486" y="1692"/>
                    </a:lnTo>
                    <a:lnTo>
                      <a:pt x="486" y="1716"/>
                    </a:lnTo>
                    <a:lnTo>
                      <a:pt x="510" y="1716"/>
                    </a:lnTo>
                    <a:lnTo>
                      <a:pt x="516" y="1722"/>
                    </a:lnTo>
                    <a:lnTo>
                      <a:pt x="516" y="1728"/>
                    </a:lnTo>
                    <a:lnTo>
                      <a:pt x="528" y="1722"/>
                    </a:lnTo>
                    <a:lnTo>
                      <a:pt x="564" y="1728"/>
                    </a:lnTo>
                    <a:lnTo>
                      <a:pt x="570" y="1746"/>
                    </a:lnTo>
                    <a:lnTo>
                      <a:pt x="600" y="1728"/>
                    </a:lnTo>
                    <a:lnTo>
                      <a:pt x="606" y="1728"/>
                    </a:lnTo>
                    <a:lnTo>
                      <a:pt x="612" y="1734"/>
                    </a:lnTo>
                    <a:lnTo>
                      <a:pt x="648" y="1752"/>
                    </a:lnTo>
                    <a:lnTo>
                      <a:pt x="654" y="1758"/>
                    </a:lnTo>
                    <a:lnTo>
                      <a:pt x="654" y="1770"/>
                    </a:lnTo>
                    <a:lnTo>
                      <a:pt x="648" y="1776"/>
                    </a:lnTo>
                    <a:lnTo>
                      <a:pt x="660" y="1794"/>
                    </a:lnTo>
                    <a:lnTo>
                      <a:pt x="654" y="1812"/>
                    </a:lnTo>
                    <a:lnTo>
                      <a:pt x="660" y="1818"/>
                    </a:lnTo>
                    <a:lnTo>
                      <a:pt x="672" y="1824"/>
                    </a:lnTo>
                    <a:lnTo>
                      <a:pt x="690" y="1842"/>
                    </a:lnTo>
                    <a:lnTo>
                      <a:pt x="690" y="1854"/>
                    </a:lnTo>
                    <a:lnTo>
                      <a:pt x="720" y="1866"/>
                    </a:lnTo>
                    <a:lnTo>
                      <a:pt x="720" y="1890"/>
                    </a:lnTo>
                    <a:lnTo>
                      <a:pt x="756" y="1890"/>
                    </a:lnTo>
                    <a:lnTo>
                      <a:pt x="762" y="1896"/>
                    </a:lnTo>
                    <a:lnTo>
                      <a:pt x="768" y="1896"/>
                    </a:lnTo>
                    <a:lnTo>
                      <a:pt x="768" y="1902"/>
                    </a:lnTo>
                    <a:lnTo>
                      <a:pt x="762" y="1908"/>
                    </a:lnTo>
                    <a:lnTo>
                      <a:pt x="786" y="1920"/>
                    </a:lnTo>
                    <a:lnTo>
                      <a:pt x="774" y="1926"/>
                    </a:lnTo>
                    <a:lnTo>
                      <a:pt x="768" y="1938"/>
                    </a:lnTo>
                    <a:lnTo>
                      <a:pt x="744" y="1950"/>
                    </a:lnTo>
                    <a:lnTo>
                      <a:pt x="738" y="1950"/>
                    </a:lnTo>
                    <a:lnTo>
                      <a:pt x="732" y="1944"/>
                    </a:lnTo>
                    <a:lnTo>
                      <a:pt x="726" y="1944"/>
                    </a:lnTo>
                    <a:lnTo>
                      <a:pt x="726" y="1938"/>
                    </a:lnTo>
                    <a:lnTo>
                      <a:pt x="702" y="1938"/>
                    </a:lnTo>
                    <a:lnTo>
                      <a:pt x="696" y="1944"/>
                    </a:lnTo>
                    <a:lnTo>
                      <a:pt x="696" y="1950"/>
                    </a:lnTo>
                    <a:lnTo>
                      <a:pt x="720" y="1974"/>
                    </a:lnTo>
                    <a:lnTo>
                      <a:pt x="720" y="1992"/>
                    </a:lnTo>
                    <a:lnTo>
                      <a:pt x="726" y="1998"/>
                    </a:lnTo>
                    <a:lnTo>
                      <a:pt x="732" y="2010"/>
                    </a:lnTo>
                    <a:lnTo>
                      <a:pt x="732" y="2028"/>
                    </a:lnTo>
                    <a:lnTo>
                      <a:pt x="720" y="2028"/>
                    </a:lnTo>
                    <a:lnTo>
                      <a:pt x="714" y="2022"/>
                    </a:lnTo>
                    <a:lnTo>
                      <a:pt x="708" y="2022"/>
                    </a:lnTo>
                    <a:lnTo>
                      <a:pt x="720" y="2028"/>
                    </a:lnTo>
                    <a:lnTo>
                      <a:pt x="768" y="2028"/>
                    </a:lnTo>
                    <a:lnTo>
                      <a:pt x="774" y="2022"/>
                    </a:lnTo>
                    <a:lnTo>
                      <a:pt x="774" y="2010"/>
                    </a:lnTo>
                    <a:lnTo>
                      <a:pt x="804" y="2010"/>
                    </a:lnTo>
                    <a:lnTo>
                      <a:pt x="816" y="2004"/>
                    </a:lnTo>
                    <a:lnTo>
                      <a:pt x="864" y="2004"/>
                    </a:lnTo>
                    <a:lnTo>
                      <a:pt x="870" y="2022"/>
                    </a:lnTo>
                    <a:lnTo>
                      <a:pt x="876" y="2022"/>
                    </a:lnTo>
                    <a:lnTo>
                      <a:pt x="882" y="2028"/>
                    </a:lnTo>
                    <a:lnTo>
                      <a:pt x="894" y="2034"/>
                    </a:lnTo>
                    <a:lnTo>
                      <a:pt x="900" y="2034"/>
                    </a:lnTo>
                    <a:lnTo>
                      <a:pt x="900" y="2046"/>
                    </a:lnTo>
                    <a:lnTo>
                      <a:pt x="894" y="2052"/>
                    </a:lnTo>
                    <a:lnTo>
                      <a:pt x="888" y="2052"/>
                    </a:lnTo>
                    <a:lnTo>
                      <a:pt x="894" y="2070"/>
                    </a:lnTo>
                    <a:lnTo>
                      <a:pt x="894" y="2088"/>
                    </a:lnTo>
                    <a:lnTo>
                      <a:pt x="930" y="2088"/>
                    </a:lnTo>
                    <a:lnTo>
                      <a:pt x="972" y="2106"/>
                    </a:lnTo>
                    <a:lnTo>
                      <a:pt x="984" y="2154"/>
                    </a:lnTo>
                    <a:lnTo>
                      <a:pt x="990" y="2154"/>
                    </a:lnTo>
                    <a:lnTo>
                      <a:pt x="1014" y="2148"/>
                    </a:lnTo>
                    <a:lnTo>
                      <a:pt x="1020" y="2154"/>
                    </a:lnTo>
                    <a:lnTo>
                      <a:pt x="1032" y="2154"/>
                    </a:lnTo>
                    <a:lnTo>
                      <a:pt x="1038" y="2160"/>
                    </a:lnTo>
                    <a:lnTo>
                      <a:pt x="1086" y="2160"/>
                    </a:lnTo>
                    <a:lnTo>
                      <a:pt x="1092" y="2166"/>
                    </a:lnTo>
                    <a:lnTo>
                      <a:pt x="1092" y="2160"/>
                    </a:lnTo>
                    <a:lnTo>
                      <a:pt x="1098" y="2154"/>
                    </a:lnTo>
                    <a:lnTo>
                      <a:pt x="1110" y="2154"/>
                    </a:lnTo>
                    <a:lnTo>
                      <a:pt x="1116" y="2166"/>
                    </a:lnTo>
                    <a:lnTo>
                      <a:pt x="1140" y="2190"/>
                    </a:lnTo>
                    <a:lnTo>
                      <a:pt x="1152" y="2184"/>
                    </a:lnTo>
                    <a:lnTo>
                      <a:pt x="1170" y="2184"/>
                    </a:lnTo>
                    <a:lnTo>
                      <a:pt x="1176" y="2190"/>
                    </a:lnTo>
                    <a:lnTo>
                      <a:pt x="1188" y="2196"/>
                    </a:lnTo>
                    <a:lnTo>
                      <a:pt x="1230" y="2196"/>
                    </a:lnTo>
                    <a:lnTo>
                      <a:pt x="1230" y="2202"/>
                    </a:lnTo>
                    <a:lnTo>
                      <a:pt x="1236" y="2208"/>
                    </a:lnTo>
                    <a:lnTo>
                      <a:pt x="1254" y="2220"/>
                    </a:lnTo>
                    <a:lnTo>
                      <a:pt x="1278" y="2220"/>
                    </a:lnTo>
                    <a:lnTo>
                      <a:pt x="1284" y="2226"/>
                    </a:lnTo>
                    <a:lnTo>
                      <a:pt x="1284" y="2250"/>
                    </a:lnTo>
                    <a:lnTo>
                      <a:pt x="1266" y="2262"/>
                    </a:lnTo>
                    <a:lnTo>
                      <a:pt x="1272" y="2262"/>
                    </a:lnTo>
                    <a:lnTo>
                      <a:pt x="1278" y="2268"/>
                    </a:lnTo>
                    <a:lnTo>
                      <a:pt x="1284" y="2268"/>
                    </a:lnTo>
                    <a:lnTo>
                      <a:pt x="1290" y="2274"/>
                    </a:lnTo>
                    <a:lnTo>
                      <a:pt x="1284" y="2280"/>
                    </a:lnTo>
                    <a:lnTo>
                      <a:pt x="1266" y="2280"/>
                    </a:lnTo>
                    <a:lnTo>
                      <a:pt x="1260" y="2286"/>
                    </a:lnTo>
                    <a:lnTo>
                      <a:pt x="1272" y="2298"/>
                    </a:lnTo>
                    <a:lnTo>
                      <a:pt x="1284" y="2304"/>
                    </a:lnTo>
                    <a:lnTo>
                      <a:pt x="1284" y="2316"/>
                    </a:lnTo>
                    <a:lnTo>
                      <a:pt x="1290" y="2328"/>
                    </a:lnTo>
                    <a:lnTo>
                      <a:pt x="1290" y="2334"/>
                    </a:lnTo>
                    <a:lnTo>
                      <a:pt x="1278" y="2346"/>
                    </a:lnTo>
                    <a:lnTo>
                      <a:pt x="1266" y="2346"/>
                    </a:lnTo>
                    <a:lnTo>
                      <a:pt x="1254" y="2352"/>
                    </a:lnTo>
                    <a:lnTo>
                      <a:pt x="1224" y="2352"/>
                    </a:lnTo>
                    <a:lnTo>
                      <a:pt x="1212" y="2364"/>
                    </a:lnTo>
                    <a:lnTo>
                      <a:pt x="1212" y="2370"/>
                    </a:lnTo>
                    <a:lnTo>
                      <a:pt x="1206" y="2376"/>
                    </a:lnTo>
                    <a:lnTo>
                      <a:pt x="1188" y="2376"/>
                    </a:lnTo>
                    <a:lnTo>
                      <a:pt x="1188" y="2412"/>
                    </a:lnTo>
                    <a:lnTo>
                      <a:pt x="1194" y="2412"/>
                    </a:lnTo>
                    <a:lnTo>
                      <a:pt x="1200" y="2406"/>
                    </a:lnTo>
                    <a:lnTo>
                      <a:pt x="1212" y="2406"/>
                    </a:lnTo>
                    <a:lnTo>
                      <a:pt x="1224" y="2400"/>
                    </a:lnTo>
                    <a:lnTo>
                      <a:pt x="1254" y="2400"/>
                    </a:lnTo>
                    <a:lnTo>
                      <a:pt x="1254" y="2412"/>
                    </a:lnTo>
                    <a:lnTo>
                      <a:pt x="1248" y="2418"/>
                    </a:lnTo>
                    <a:lnTo>
                      <a:pt x="1242" y="2430"/>
                    </a:lnTo>
                    <a:lnTo>
                      <a:pt x="1230" y="2436"/>
                    </a:lnTo>
                    <a:lnTo>
                      <a:pt x="1224" y="2442"/>
                    </a:lnTo>
                    <a:lnTo>
                      <a:pt x="1170" y="2454"/>
                    </a:lnTo>
                    <a:lnTo>
                      <a:pt x="1218" y="2490"/>
                    </a:lnTo>
                    <a:lnTo>
                      <a:pt x="1212" y="2490"/>
                    </a:lnTo>
                    <a:lnTo>
                      <a:pt x="1206" y="2496"/>
                    </a:lnTo>
                    <a:lnTo>
                      <a:pt x="1194" y="2496"/>
                    </a:lnTo>
                    <a:lnTo>
                      <a:pt x="1188" y="2502"/>
                    </a:lnTo>
                    <a:lnTo>
                      <a:pt x="1176" y="2526"/>
                    </a:lnTo>
                    <a:lnTo>
                      <a:pt x="1176" y="2544"/>
                    </a:lnTo>
                    <a:lnTo>
                      <a:pt x="1164" y="2550"/>
                    </a:lnTo>
                    <a:lnTo>
                      <a:pt x="1158" y="2556"/>
                    </a:lnTo>
                    <a:lnTo>
                      <a:pt x="1146" y="2556"/>
                    </a:lnTo>
                    <a:lnTo>
                      <a:pt x="1140" y="2550"/>
                    </a:lnTo>
                    <a:lnTo>
                      <a:pt x="1128" y="2544"/>
                    </a:lnTo>
                    <a:lnTo>
                      <a:pt x="1122" y="2538"/>
                    </a:lnTo>
                    <a:lnTo>
                      <a:pt x="1116" y="2556"/>
                    </a:lnTo>
                    <a:lnTo>
                      <a:pt x="1122" y="2562"/>
                    </a:lnTo>
                    <a:lnTo>
                      <a:pt x="1128" y="2574"/>
                    </a:lnTo>
                    <a:lnTo>
                      <a:pt x="1134" y="2580"/>
                    </a:lnTo>
                    <a:lnTo>
                      <a:pt x="1146" y="2580"/>
                    </a:lnTo>
                    <a:lnTo>
                      <a:pt x="1146" y="2586"/>
                    </a:lnTo>
                    <a:lnTo>
                      <a:pt x="1152" y="2598"/>
                    </a:lnTo>
                    <a:lnTo>
                      <a:pt x="1158" y="2604"/>
                    </a:lnTo>
                    <a:lnTo>
                      <a:pt x="1194" y="2604"/>
                    </a:lnTo>
                    <a:lnTo>
                      <a:pt x="1200" y="2610"/>
                    </a:lnTo>
                    <a:lnTo>
                      <a:pt x="1212" y="2616"/>
                    </a:lnTo>
                    <a:lnTo>
                      <a:pt x="1218" y="2628"/>
                    </a:lnTo>
                    <a:lnTo>
                      <a:pt x="1224" y="2634"/>
                    </a:lnTo>
                    <a:lnTo>
                      <a:pt x="1254" y="2634"/>
                    </a:lnTo>
                    <a:lnTo>
                      <a:pt x="1272" y="2652"/>
                    </a:lnTo>
                    <a:lnTo>
                      <a:pt x="1278" y="2664"/>
                    </a:lnTo>
                    <a:lnTo>
                      <a:pt x="1290" y="2670"/>
                    </a:lnTo>
                    <a:lnTo>
                      <a:pt x="1314" y="2694"/>
                    </a:lnTo>
                    <a:lnTo>
                      <a:pt x="1320" y="2694"/>
                    </a:lnTo>
                    <a:lnTo>
                      <a:pt x="1332" y="2700"/>
                    </a:lnTo>
                    <a:lnTo>
                      <a:pt x="1338" y="2700"/>
                    </a:lnTo>
                    <a:lnTo>
                      <a:pt x="1350" y="2706"/>
                    </a:lnTo>
                    <a:lnTo>
                      <a:pt x="1344" y="2706"/>
                    </a:lnTo>
                    <a:lnTo>
                      <a:pt x="1368" y="2688"/>
                    </a:lnTo>
                    <a:lnTo>
                      <a:pt x="1380" y="2688"/>
                    </a:lnTo>
                    <a:lnTo>
                      <a:pt x="1398" y="2694"/>
                    </a:lnTo>
                    <a:lnTo>
                      <a:pt x="1410" y="2700"/>
                    </a:lnTo>
                    <a:lnTo>
                      <a:pt x="1428" y="2706"/>
                    </a:lnTo>
                    <a:lnTo>
                      <a:pt x="1488" y="2718"/>
                    </a:lnTo>
                    <a:lnTo>
                      <a:pt x="1524" y="2718"/>
                    </a:lnTo>
                    <a:lnTo>
                      <a:pt x="1530" y="2724"/>
                    </a:lnTo>
                    <a:lnTo>
                      <a:pt x="1536" y="2724"/>
                    </a:lnTo>
                    <a:lnTo>
                      <a:pt x="1584" y="2754"/>
                    </a:lnTo>
                    <a:lnTo>
                      <a:pt x="1584" y="2760"/>
                    </a:lnTo>
                    <a:lnTo>
                      <a:pt x="1590" y="2760"/>
                    </a:lnTo>
                    <a:lnTo>
                      <a:pt x="1602" y="2766"/>
                    </a:lnTo>
                    <a:lnTo>
                      <a:pt x="1626" y="2766"/>
                    </a:lnTo>
                    <a:lnTo>
                      <a:pt x="1632" y="2760"/>
                    </a:lnTo>
                    <a:lnTo>
                      <a:pt x="1644" y="2760"/>
                    </a:lnTo>
                    <a:lnTo>
                      <a:pt x="1644" y="2754"/>
                    </a:lnTo>
                    <a:lnTo>
                      <a:pt x="1674" y="2754"/>
                    </a:lnTo>
                    <a:lnTo>
                      <a:pt x="1686" y="2760"/>
                    </a:lnTo>
                    <a:lnTo>
                      <a:pt x="1698" y="2772"/>
                    </a:lnTo>
                    <a:lnTo>
                      <a:pt x="1728" y="2778"/>
                    </a:lnTo>
                    <a:lnTo>
                      <a:pt x="1728" y="2790"/>
                    </a:lnTo>
                    <a:lnTo>
                      <a:pt x="1722" y="2796"/>
                    </a:lnTo>
                    <a:lnTo>
                      <a:pt x="1722" y="2802"/>
                    </a:lnTo>
                    <a:lnTo>
                      <a:pt x="1740" y="2802"/>
                    </a:lnTo>
                    <a:lnTo>
                      <a:pt x="1752" y="2814"/>
                    </a:lnTo>
                    <a:lnTo>
                      <a:pt x="1764" y="2820"/>
                    </a:lnTo>
                    <a:lnTo>
                      <a:pt x="1776" y="2832"/>
                    </a:lnTo>
                    <a:lnTo>
                      <a:pt x="1788" y="2826"/>
                    </a:lnTo>
                    <a:lnTo>
                      <a:pt x="1794" y="2826"/>
                    </a:lnTo>
                    <a:lnTo>
                      <a:pt x="1818" y="2838"/>
                    </a:lnTo>
                    <a:lnTo>
                      <a:pt x="1836" y="2856"/>
                    </a:lnTo>
                    <a:lnTo>
                      <a:pt x="1842" y="2868"/>
                    </a:lnTo>
                    <a:lnTo>
                      <a:pt x="1854" y="2874"/>
                    </a:lnTo>
                    <a:lnTo>
                      <a:pt x="1860" y="2880"/>
                    </a:lnTo>
                    <a:lnTo>
                      <a:pt x="1884" y="2880"/>
                    </a:lnTo>
                    <a:lnTo>
                      <a:pt x="1890" y="2874"/>
                    </a:lnTo>
                    <a:lnTo>
                      <a:pt x="1890" y="2862"/>
                    </a:lnTo>
                    <a:lnTo>
                      <a:pt x="1908" y="2862"/>
                    </a:lnTo>
                    <a:lnTo>
                      <a:pt x="1914" y="2856"/>
                    </a:lnTo>
                    <a:lnTo>
                      <a:pt x="1914" y="2826"/>
                    </a:lnTo>
                    <a:lnTo>
                      <a:pt x="1908" y="2820"/>
                    </a:lnTo>
                    <a:lnTo>
                      <a:pt x="1908" y="2814"/>
                    </a:lnTo>
                    <a:lnTo>
                      <a:pt x="1896" y="2802"/>
                    </a:lnTo>
                    <a:lnTo>
                      <a:pt x="1890" y="2790"/>
                    </a:lnTo>
                    <a:lnTo>
                      <a:pt x="1884" y="2784"/>
                    </a:lnTo>
                    <a:lnTo>
                      <a:pt x="1872" y="2778"/>
                    </a:lnTo>
                    <a:lnTo>
                      <a:pt x="1866" y="2772"/>
                    </a:lnTo>
                    <a:lnTo>
                      <a:pt x="1854" y="2772"/>
                    </a:lnTo>
                    <a:lnTo>
                      <a:pt x="1854" y="2748"/>
                    </a:lnTo>
                    <a:lnTo>
                      <a:pt x="1848" y="2742"/>
                    </a:lnTo>
                    <a:lnTo>
                      <a:pt x="1836" y="2736"/>
                    </a:lnTo>
                    <a:lnTo>
                      <a:pt x="1830" y="2724"/>
                    </a:lnTo>
                    <a:lnTo>
                      <a:pt x="1824" y="2718"/>
                    </a:lnTo>
                    <a:lnTo>
                      <a:pt x="1824" y="2706"/>
                    </a:lnTo>
                    <a:lnTo>
                      <a:pt x="1830" y="2694"/>
                    </a:lnTo>
                    <a:lnTo>
                      <a:pt x="1830" y="2682"/>
                    </a:lnTo>
                    <a:lnTo>
                      <a:pt x="1818" y="2658"/>
                    </a:lnTo>
                    <a:lnTo>
                      <a:pt x="1812" y="2652"/>
                    </a:lnTo>
                    <a:lnTo>
                      <a:pt x="1806" y="2640"/>
                    </a:lnTo>
                    <a:lnTo>
                      <a:pt x="1794" y="2634"/>
                    </a:lnTo>
                    <a:lnTo>
                      <a:pt x="1788" y="2628"/>
                    </a:lnTo>
                    <a:lnTo>
                      <a:pt x="1776" y="2628"/>
                    </a:lnTo>
                    <a:lnTo>
                      <a:pt x="1758" y="2622"/>
                    </a:lnTo>
                    <a:lnTo>
                      <a:pt x="1758" y="2604"/>
                    </a:lnTo>
                    <a:lnTo>
                      <a:pt x="1794" y="2568"/>
                    </a:lnTo>
                    <a:lnTo>
                      <a:pt x="1800" y="2556"/>
                    </a:lnTo>
                    <a:lnTo>
                      <a:pt x="1806" y="2550"/>
                    </a:lnTo>
                    <a:lnTo>
                      <a:pt x="1806" y="2544"/>
                    </a:lnTo>
                    <a:lnTo>
                      <a:pt x="1800" y="2532"/>
                    </a:lnTo>
                    <a:lnTo>
                      <a:pt x="1788" y="2520"/>
                    </a:lnTo>
                    <a:lnTo>
                      <a:pt x="1800" y="2520"/>
                    </a:lnTo>
                    <a:lnTo>
                      <a:pt x="1812" y="2526"/>
                    </a:lnTo>
                    <a:lnTo>
                      <a:pt x="1830" y="2526"/>
                    </a:lnTo>
                    <a:lnTo>
                      <a:pt x="1842" y="2514"/>
                    </a:lnTo>
                    <a:lnTo>
                      <a:pt x="1872" y="2514"/>
                    </a:lnTo>
                    <a:lnTo>
                      <a:pt x="1878" y="2508"/>
                    </a:lnTo>
                    <a:lnTo>
                      <a:pt x="1860" y="2490"/>
                    </a:lnTo>
                    <a:lnTo>
                      <a:pt x="1890" y="2490"/>
                    </a:lnTo>
                    <a:lnTo>
                      <a:pt x="1890" y="2472"/>
                    </a:lnTo>
                    <a:lnTo>
                      <a:pt x="1878" y="2472"/>
                    </a:lnTo>
                    <a:lnTo>
                      <a:pt x="1854" y="2460"/>
                    </a:lnTo>
                    <a:lnTo>
                      <a:pt x="1842" y="2448"/>
                    </a:lnTo>
                    <a:lnTo>
                      <a:pt x="1842" y="2442"/>
                    </a:lnTo>
                    <a:lnTo>
                      <a:pt x="1878" y="2442"/>
                    </a:lnTo>
                    <a:lnTo>
                      <a:pt x="1878" y="2430"/>
                    </a:lnTo>
                    <a:lnTo>
                      <a:pt x="1866" y="2418"/>
                    </a:lnTo>
                    <a:lnTo>
                      <a:pt x="1860" y="2406"/>
                    </a:lnTo>
                    <a:lnTo>
                      <a:pt x="1812" y="2358"/>
                    </a:lnTo>
                    <a:lnTo>
                      <a:pt x="1800" y="2358"/>
                    </a:lnTo>
                    <a:lnTo>
                      <a:pt x="1788" y="2364"/>
                    </a:lnTo>
                    <a:lnTo>
                      <a:pt x="1746" y="2364"/>
                    </a:lnTo>
                    <a:lnTo>
                      <a:pt x="1740" y="2358"/>
                    </a:lnTo>
                    <a:lnTo>
                      <a:pt x="1740" y="2328"/>
                    </a:lnTo>
                    <a:lnTo>
                      <a:pt x="1734" y="2322"/>
                    </a:lnTo>
                    <a:lnTo>
                      <a:pt x="1710" y="2322"/>
                    </a:lnTo>
                    <a:lnTo>
                      <a:pt x="1704" y="2316"/>
                    </a:lnTo>
                    <a:lnTo>
                      <a:pt x="1698" y="2316"/>
                    </a:lnTo>
                    <a:lnTo>
                      <a:pt x="1698" y="2286"/>
                    </a:lnTo>
                    <a:lnTo>
                      <a:pt x="1710" y="2262"/>
                    </a:lnTo>
                    <a:lnTo>
                      <a:pt x="1710" y="2238"/>
                    </a:lnTo>
                    <a:lnTo>
                      <a:pt x="1704" y="2232"/>
                    </a:lnTo>
                    <a:lnTo>
                      <a:pt x="1698" y="2196"/>
                    </a:lnTo>
                    <a:lnTo>
                      <a:pt x="1722" y="2196"/>
                    </a:lnTo>
                    <a:lnTo>
                      <a:pt x="1722" y="2172"/>
                    </a:lnTo>
                    <a:lnTo>
                      <a:pt x="1716" y="2166"/>
                    </a:lnTo>
                    <a:lnTo>
                      <a:pt x="1716" y="2154"/>
                    </a:lnTo>
                    <a:lnTo>
                      <a:pt x="1722" y="2148"/>
                    </a:lnTo>
                    <a:lnTo>
                      <a:pt x="1734" y="2148"/>
                    </a:lnTo>
                    <a:lnTo>
                      <a:pt x="1746" y="2154"/>
                    </a:lnTo>
                    <a:lnTo>
                      <a:pt x="1758" y="2166"/>
                    </a:lnTo>
                    <a:lnTo>
                      <a:pt x="1770" y="2172"/>
                    </a:lnTo>
                    <a:lnTo>
                      <a:pt x="1776" y="2184"/>
                    </a:lnTo>
                    <a:lnTo>
                      <a:pt x="1788" y="2190"/>
                    </a:lnTo>
                    <a:lnTo>
                      <a:pt x="1800" y="2190"/>
                    </a:lnTo>
                    <a:lnTo>
                      <a:pt x="1806" y="2184"/>
                    </a:lnTo>
                    <a:lnTo>
                      <a:pt x="1812" y="2172"/>
                    </a:lnTo>
                    <a:lnTo>
                      <a:pt x="1818" y="2166"/>
                    </a:lnTo>
                    <a:lnTo>
                      <a:pt x="1812" y="2154"/>
                    </a:lnTo>
                    <a:lnTo>
                      <a:pt x="1800" y="2142"/>
                    </a:lnTo>
                    <a:lnTo>
                      <a:pt x="1830" y="2130"/>
                    </a:lnTo>
                    <a:lnTo>
                      <a:pt x="1830" y="2106"/>
                    </a:lnTo>
                    <a:lnTo>
                      <a:pt x="1836" y="2106"/>
                    </a:lnTo>
                    <a:lnTo>
                      <a:pt x="1848" y="2100"/>
                    </a:lnTo>
                    <a:lnTo>
                      <a:pt x="1860" y="2100"/>
                    </a:lnTo>
                    <a:lnTo>
                      <a:pt x="1872" y="2094"/>
                    </a:lnTo>
                    <a:lnTo>
                      <a:pt x="1884" y="2082"/>
                    </a:lnTo>
                    <a:lnTo>
                      <a:pt x="1884" y="2064"/>
                    </a:lnTo>
                    <a:lnTo>
                      <a:pt x="1878" y="2058"/>
                    </a:lnTo>
                    <a:lnTo>
                      <a:pt x="1878" y="2052"/>
                    </a:lnTo>
                    <a:lnTo>
                      <a:pt x="1908" y="2052"/>
                    </a:lnTo>
                    <a:lnTo>
                      <a:pt x="1920" y="2058"/>
                    </a:lnTo>
                    <a:lnTo>
                      <a:pt x="1926" y="2058"/>
                    </a:lnTo>
                    <a:lnTo>
                      <a:pt x="1926" y="2064"/>
                    </a:lnTo>
                    <a:lnTo>
                      <a:pt x="1932" y="2070"/>
                    </a:lnTo>
                    <a:lnTo>
                      <a:pt x="1962" y="2070"/>
                    </a:lnTo>
                    <a:lnTo>
                      <a:pt x="1974" y="2058"/>
                    </a:lnTo>
                    <a:lnTo>
                      <a:pt x="1986" y="2052"/>
                    </a:lnTo>
                    <a:lnTo>
                      <a:pt x="2004" y="2052"/>
                    </a:lnTo>
                    <a:lnTo>
                      <a:pt x="2010" y="2058"/>
                    </a:lnTo>
                    <a:lnTo>
                      <a:pt x="2016" y="2070"/>
                    </a:lnTo>
                    <a:lnTo>
                      <a:pt x="2076" y="2070"/>
                    </a:lnTo>
                    <a:lnTo>
                      <a:pt x="2082" y="2076"/>
                    </a:lnTo>
                    <a:lnTo>
                      <a:pt x="2082" y="2082"/>
                    </a:lnTo>
                    <a:lnTo>
                      <a:pt x="2088" y="2094"/>
                    </a:lnTo>
                    <a:lnTo>
                      <a:pt x="2124" y="2094"/>
                    </a:lnTo>
                    <a:lnTo>
                      <a:pt x="2136" y="2124"/>
                    </a:lnTo>
                    <a:lnTo>
                      <a:pt x="2136" y="2130"/>
                    </a:lnTo>
                    <a:lnTo>
                      <a:pt x="2148" y="2142"/>
                    </a:lnTo>
                    <a:lnTo>
                      <a:pt x="2160" y="2142"/>
                    </a:lnTo>
                    <a:lnTo>
                      <a:pt x="2160" y="2124"/>
                    </a:lnTo>
                    <a:lnTo>
                      <a:pt x="2148" y="2112"/>
                    </a:lnTo>
                    <a:lnTo>
                      <a:pt x="2148" y="2106"/>
                    </a:lnTo>
                    <a:lnTo>
                      <a:pt x="2160" y="2106"/>
                    </a:lnTo>
                    <a:lnTo>
                      <a:pt x="2232" y="2142"/>
                    </a:lnTo>
                    <a:lnTo>
                      <a:pt x="2238" y="2136"/>
                    </a:lnTo>
                    <a:lnTo>
                      <a:pt x="2244" y="2124"/>
                    </a:lnTo>
                    <a:lnTo>
                      <a:pt x="2256" y="2118"/>
                    </a:lnTo>
                    <a:lnTo>
                      <a:pt x="2268" y="2106"/>
                    </a:lnTo>
                    <a:lnTo>
                      <a:pt x="2280" y="2100"/>
                    </a:lnTo>
                    <a:lnTo>
                      <a:pt x="2286" y="2100"/>
                    </a:lnTo>
                    <a:lnTo>
                      <a:pt x="2322" y="2118"/>
                    </a:lnTo>
                    <a:lnTo>
                      <a:pt x="2334" y="2118"/>
                    </a:lnTo>
                    <a:lnTo>
                      <a:pt x="2352" y="2112"/>
                    </a:lnTo>
                    <a:lnTo>
                      <a:pt x="2364" y="2106"/>
                    </a:lnTo>
                    <a:lnTo>
                      <a:pt x="2370" y="2100"/>
                    </a:lnTo>
                    <a:lnTo>
                      <a:pt x="2382" y="2100"/>
                    </a:lnTo>
                    <a:lnTo>
                      <a:pt x="2388" y="2106"/>
                    </a:lnTo>
                    <a:lnTo>
                      <a:pt x="2400" y="2112"/>
                    </a:lnTo>
                    <a:lnTo>
                      <a:pt x="2406" y="2124"/>
                    </a:lnTo>
                    <a:lnTo>
                      <a:pt x="2430" y="2136"/>
                    </a:lnTo>
                    <a:lnTo>
                      <a:pt x="2454" y="2136"/>
                    </a:lnTo>
                    <a:lnTo>
                      <a:pt x="2466" y="2142"/>
                    </a:lnTo>
                    <a:lnTo>
                      <a:pt x="2478" y="2142"/>
                    </a:lnTo>
                    <a:lnTo>
                      <a:pt x="2490" y="2118"/>
                    </a:lnTo>
                    <a:lnTo>
                      <a:pt x="2496" y="2124"/>
                    </a:lnTo>
                    <a:lnTo>
                      <a:pt x="2508" y="2124"/>
                    </a:lnTo>
                    <a:lnTo>
                      <a:pt x="2514" y="2130"/>
                    </a:lnTo>
                    <a:lnTo>
                      <a:pt x="2526" y="2136"/>
                    </a:lnTo>
                    <a:lnTo>
                      <a:pt x="2562" y="2136"/>
                    </a:lnTo>
                    <a:lnTo>
                      <a:pt x="2568" y="2130"/>
                    </a:lnTo>
                    <a:lnTo>
                      <a:pt x="2574" y="2118"/>
                    </a:lnTo>
                    <a:lnTo>
                      <a:pt x="2574" y="2106"/>
                    </a:lnTo>
                    <a:lnTo>
                      <a:pt x="2568" y="2088"/>
                    </a:lnTo>
                    <a:lnTo>
                      <a:pt x="2544" y="2064"/>
                    </a:lnTo>
                    <a:lnTo>
                      <a:pt x="2532" y="2058"/>
                    </a:lnTo>
                    <a:lnTo>
                      <a:pt x="2514" y="2052"/>
                    </a:lnTo>
                    <a:lnTo>
                      <a:pt x="2490" y="2052"/>
                    </a:lnTo>
                    <a:lnTo>
                      <a:pt x="2460" y="2022"/>
                    </a:lnTo>
                    <a:lnTo>
                      <a:pt x="2472" y="2022"/>
                    </a:lnTo>
                    <a:lnTo>
                      <a:pt x="2484" y="2016"/>
                    </a:lnTo>
                    <a:lnTo>
                      <a:pt x="2496" y="2016"/>
                    </a:lnTo>
                    <a:lnTo>
                      <a:pt x="2508" y="2004"/>
                    </a:lnTo>
                    <a:lnTo>
                      <a:pt x="2508" y="1992"/>
                    </a:lnTo>
                    <a:lnTo>
                      <a:pt x="2502" y="1986"/>
                    </a:lnTo>
                    <a:lnTo>
                      <a:pt x="2496" y="1974"/>
                    </a:lnTo>
                    <a:lnTo>
                      <a:pt x="2490" y="1968"/>
                    </a:lnTo>
                    <a:lnTo>
                      <a:pt x="2502" y="1956"/>
                    </a:lnTo>
                    <a:lnTo>
                      <a:pt x="2556" y="1956"/>
                    </a:lnTo>
                    <a:lnTo>
                      <a:pt x="2544" y="1944"/>
                    </a:lnTo>
                    <a:lnTo>
                      <a:pt x="2532" y="1944"/>
                    </a:lnTo>
                    <a:lnTo>
                      <a:pt x="2508" y="1932"/>
                    </a:lnTo>
                    <a:lnTo>
                      <a:pt x="2496" y="1932"/>
                    </a:lnTo>
                    <a:lnTo>
                      <a:pt x="2508" y="1914"/>
                    </a:lnTo>
                    <a:lnTo>
                      <a:pt x="2484" y="1914"/>
                    </a:lnTo>
                    <a:lnTo>
                      <a:pt x="2484" y="1908"/>
                    </a:lnTo>
                    <a:lnTo>
                      <a:pt x="2478" y="1902"/>
                    </a:lnTo>
                    <a:lnTo>
                      <a:pt x="2478" y="1896"/>
                    </a:lnTo>
                    <a:lnTo>
                      <a:pt x="2490" y="1884"/>
                    </a:lnTo>
                    <a:lnTo>
                      <a:pt x="2526" y="1872"/>
                    </a:lnTo>
                    <a:lnTo>
                      <a:pt x="2586" y="1866"/>
                    </a:lnTo>
                    <a:lnTo>
                      <a:pt x="2640" y="1866"/>
                    </a:lnTo>
                    <a:lnTo>
                      <a:pt x="2646" y="1848"/>
                    </a:lnTo>
                    <a:lnTo>
                      <a:pt x="2712" y="1848"/>
                    </a:lnTo>
                    <a:lnTo>
                      <a:pt x="2712" y="1830"/>
                    </a:lnTo>
                    <a:lnTo>
                      <a:pt x="2718" y="1824"/>
                    </a:lnTo>
                    <a:lnTo>
                      <a:pt x="2808" y="1824"/>
                    </a:lnTo>
                    <a:lnTo>
                      <a:pt x="2862" y="1806"/>
                    </a:lnTo>
                    <a:lnTo>
                      <a:pt x="2874" y="1806"/>
                    </a:lnTo>
                    <a:lnTo>
                      <a:pt x="2874" y="1794"/>
                    </a:lnTo>
                    <a:lnTo>
                      <a:pt x="2886" y="1782"/>
                    </a:lnTo>
                    <a:lnTo>
                      <a:pt x="2898" y="1776"/>
                    </a:lnTo>
                    <a:lnTo>
                      <a:pt x="2916" y="1770"/>
                    </a:lnTo>
                    <a:lnTo>
                      <a:pt x="2940" y="1770"/>
                    </a:lnTo>
                    <a:lnTo>
                      <a:pt x="2958" y="1776"/>
                    </a:lnTo>
                    <a:lnTo>
                      <a:pt x="2976" y="1776"/>
                    </a:lnTo>
                    <a:lnTo>
                      <a:pt x="2988" y="1788"/>
                    </a:lnTo>
                    <a:lnTo>
                      <a:pt x="3000" y="1788"/>
                    </a:lnTo>
                    <a:lnTo>
                      <a:pt x="3012" y="1776"/>
                    </a:lnTo>
                    <a:lnTo>
                      <a:pt x="3018" y="1776"/>
                    </a:lnTo>
                    <a:lnTo>
                      <a:pt x="3036" y="1794"/>
                    </a:lnTo>
                    <a:lnTo>
                      <a:pt x="3042" y="1806"/>
                    </a:lnTo>
                    <a:lnTo>
                      <a:pt x="3048" y="1812"/>
                    </a:lnTo>
                    <a:lnTo>
                      <a:pt x="3060" y="1812"/>
                    </a:lnTo>
                    <a:lnTo>
                      <a:pt x="3066" y="1818"/>
                    </a:lnTo>
                    <a:lnTo>
                      <a:pt x="3066" y="1860"/>
                    </a:lnTo>
                    <a:lnTo>
                      <a:pt x="3072" y="1866"/>
                    </a:lnTo>
                    <a:lnTo>
                      <a:pt x="3090" y="1866"/>
                    </a:lnTo>
                    <a:lnTo>
                      <a:pt x="3102" y="1860"/>
                    </a:lnTo>
                    <a:lnTo>
                      <a:pt x="3120" y="1860"/>
                    </a:lnTo>
                    <a:lnTo>
                      <a:pt x="3132" y="1842"/>
                    </a:lnTo>
                    <a:lnTo>
                      <a:pt x="3156" y="1878"/>
                    </a:lnTo>
                    <a:lnTo>
                      <a:pt x="3180" y="1866"/>
                    </a:lnTo>
                    <a:lnTo>
                      <a:pt x="3204" y="1878"/>
                    </a:lnTo>
                    <a:lnTo>
                      <a:pt x="3210" y="1872"/>
                    </a:lnTo>
                    <a:lnTo>
                      <a:pt x="3216" y="1872"/>
                    </a:lnTo>
                    <a:lnTo>
                      <a:pt x="3228" y="1878"/>
                    </a:lnTo>
                    <a:lnTo>
                      <a:pt x="3228" y="1902"/>
                    </a:lnTo>
                    <a:lnTo>
                      <a:pt x="3222" y="1908"/>
                    </a:lnTo>
                    <a:lnTo>
                      <a:pt x="3222" y="1914"/>
                    </a:lnTo>
                    <a:lnTo>
                      <a:pt x="3228" y="1914"/>
                    </a:lnTo>
                    <a:lnTo>
                      <a:pt x="3234" y="1908"/>
                    </a:lnTo>
                    <a:lnTo>
                      <a:pt x="3240" y="1908"/>
                    </a:lnTo>
                    <a:lnTo>
                      <a:pt x="3246" y="1902"/>
                    </a:lnTo>
                    <a:lnTo>
                      <a:pt x="3252" y="1902"/>
                    </a:lnTo>
                    <a:lnTo>
                      <a:pt x="3258" y="1908"/>
                    </a:lnTo>
                    <a:lnTo>
                      <a:pt x="3270" y="1914"/>
                    </a:lnTo>
                    <a:lnTo>
                      <a:pt x="3276" y="1920"/>
                    </a:lnTo>
                    <a:lnTo>
                      <a:pt x="3288" y="1926"/>
                    </a:lnTo>
                    <a:lnTo>
                      <a:pt x="3300" y="1914"/>
                    </a:lnTo>
                    <a:lnTo>
                      <a:pt x="3300" y="1896"/>
                    </a:lnTo>
                    <a:lnTo>
                      <a:pt x="3306" y="1890"/>
                    </a:lnTo>
                    <a:lnTo>
                      <a:pt x="3318" y="1884"/>
                    </a:lnTo>
                    <a:lnTo>
                      <a:pt x="3330" y="1884"/>
                    </a:lnTo>
                    <a:lnTo>
                      <a:pt x="3342" y="1866"/>
                    </a:lnTo>
                    <a:lnTo>
                      <a:pt x="3378" y="1854"/>
                    </a:lnTo>
                    <a:lnTo>
                      <a:pt x="3396" y="1836"/>
                    </a:lnTo>
                    <a:lnTo>
                      <a:pt x="3402" y="1836"/>
                    </a:lnTo>
                    <a:lnTo>
                      <a:pt x="3408" y="1842"/>
                    </a:lnTo>
                    <a:lnTo>
                      <a:pt x="3408" y="1860"/>
                    </a:lnTo>
                    <a:lnTo>
                      <a:pt x="3396" y="1872"/>
                    </a:lnTo>
                    <a:lnTo>
                      <a:pt x="3390" y="1872"/>
                    </a:lnTo>
                    <a:lnTo>
                      <a:pt x="3426" y="1890"/>
                    </a:lnTo>
                    <a:lnTo>
                      <a:pt x="3456" y="1902"/>
                    </a:lnTo>
                    <a:lnTo>
                      <a:pt x="3486" y="1920"/>
                    </a:lnTo>
                    <a:lnTo>
                      <a:pt x="3498" y="1926"/>
                    </a:lnTo>
                    <a:lnTo>
                      <a:pt x="3516" y="1938"/>
                    </a:lnTo>
                    <a:lnTo>
                      <a:pt x="3546" y="1968"/>
                    </a:lnTo>
                    <a:lnTo>
                      <a:pt x="3618" y="2028"/>
                    </a:lnTo>
                    <a:lnTo>
                      <a:pt x="3636" y="2052"/>
                    </a:lnTo>
                    <a:lnTo>
                      <a:pt x="3672" y="2088"/>
                    </a:lnTo>
                    <a:lnTo>
                      <a:pt x="3684" y="2106"/>
                    </a:lnTo>
                    <a:lnTo>
                      <a:pt x="3696" y="2118"/>
                    </a:lnTo>
                    <a:lnTo>
                      <a:pt x="3708" y="2124"/>
                    </a:lnTo>
                    <a:lnTo>
                      <a:pt x="3720" y="2124"/>
                    </a:lnTo>
                    <a:lnTo>
                      <a:pt x="3732" y="2118"/>
                    </a:lnTo>
                    <a:lnTo>
                      <a:pt x="3744" y="2106"/>
                    </a:lnTo>
                    <a:lnTo>
                      <a:pt x="3744" y="2094"/>
                    </a:lnTo>
                    <a:lnTo>
                      <a:pt x="3750" y="2088"/>
                    </a:lnTo>
                    <a:lnTo>
                      <a:pt x="3750" y="2082"/>
                    </a:lnTo>
                    <a:lnTo>
                      <a:pt x="3762" y="2082"/>
                    </a:lnTo>
                    <a:lnTo>
                      <a:pt x="3768" y="2088"/>
                    </a:lnTo>
                    <a:lnTo>
                      <a:pt x="3768" y="2100"/>
                    </a:lnTo>
                    <a:lnTo>
                      <a:pt x="3774" y="2106"/>
                    </a:lnTo>
                    <a:lnTo>
                      <a:pt x="3774" y="2112"/>
                    </a:lnTo>
                    <a:lnTo>
                      <a:pt x="3804" y="2112"/>
                    </a:lnTo>
                    <a:lnTo>
                      <a:pt x="3816" y="2118"/>
                    </a:lnTo>
                    <a:lnTo>
                      <a:pt x="3822" y="2130"/>
                    </a:lnTo>
                    <a:lnTo>
                      <a:pt x="3834" y="2136"/>
                    </a:lnTo>
                    <a:lnTo>
                      <a:pt x="3858" y="2136"/>
                    </a:lnTo>
                    <a:lnTo>
                      <a:pt x="3864" y="2124"/>
                    </a:lnTo>
                    <a:lnTo>
                      <a:pt x="3876" y="2118"/>
                    </a:lnTo>
                    <a:lnTo>
                      <a:pt x="3894" y="2112"/>
                    </a:lnTo>
                    <a:lnTo>
                      <a:pt x="3906" y="2106"/>
                    </a:lnTo>
                    <a:lnTo>
                      <a:pt x="3924" y="2106"/>
                    </a:lnTo>
                    <a:lnTo>
                      <a:pt x="3948" y="2118"/>
                    </a:lnTo>
                    <a:lnTo>
                      <a:pt x="3972" y="2142"/>
                    </a:lnTo>
                    <a:lnTo>
                      <a:pt x="3984" y="2148"/>
                    </a:lnTo>
                    <a:lnTo>
                      <a:pt x="3990" y="2160"/>
                    </a:lnTo>
                    <a:lnTo>
                      <a:pt x="4002" y="2160"/>
                    </a:lnTo>
                    <a:lnTo>
                      <a:pt x="4014" y="2166"/>
                    </a:lnTo>
                    <a:lnTo>
                      <a:pt x="4026" y="2166"/>
                    </a:lnTo>
                    <a:lnTo>
                      <a:pt x="4038" y="2172"/>
                    </a:lnTo>
                    <a:lnTo>
                      <a:pt x="4044" y="2172"/>
                    </a:lnTo>
                    <a:lnTo>
                      <a:pt x="4044" y="2178"/>
                    </a:lnTo>
                    <a:lnTo>
                      <a:pt x="4050" y="2190"/>
                    </a:lnTo>
                    <a:lnTo>
                      <a:pt x="4056" y="2196"/>
                    </a:lnTo>
                    <a:lnTo>
                      <a:pt x="4062" y="2208"/>
                    </a:lnTo>
                    <a:lnTo>
                      <a:pt x="4068" y="2214"/>
                    </a:lnTo>
                    <a:lnTo>
                      <a:pt x="4068" y="2220"/>
                    </a:lnTo>
                    <a:lnTo>
                      <a:pt x="4140" y="2226"/>
                    </a:lnTo>
                    <a:lnTo>
                      <a:pt x="4152" y="2190"/>
                    </a:lnTo>
                    <a:lnTo>
                      <a:pt x="4176" y="2214"/>
                    </a:lnTo>
                    <a:lnTo>
                      <a:pt x="4212" y="2256"/>
                    </a:lnTo>
                    <a:lnTo>
                      <a:pt x="4254" y="2256"/>
                    </a:lnTo>
                    <a:lnTo>
                      <a:pt x="4266" y="2244"/>
                    </a:lnTo>
                    <a:lnTo>
                      <a:pt x="4266" y="2226"/>
                    </a:lnTo>
                    <a:lnTo>
                      <a:pt x="4326" y="2226"/>
                    </a:lnTo>
                    <a:lnTo>
                      <a:pt x="4320" y="2214"/>
                    </a:lnTo>
                    <a:lnTo>
                      <a:pt x="4344" y="2214"/>
                    </a:lnTo>
                    <a:lnTo>
                      <a:pt x="4338" y="2208"/>
                    </a:lnTo>
                    <a:lnTo>
                      <a:pt x="4338" y="2202"/>
                    </a:lnTo>
                    <a:lnTo>
                      <a:pt x="4374" y="2166"/>
                    </a:lnTo>
                    <a:lnTo>
                      <a:pt x="4392" y="2166"/>
                    </a:lnTo>
                    <a:lnTo>
                      <a:pt x="4404" y="2148"/>
                    </a:lnTo>
                    <a:lnTo>
                      <a:pt x="4428" y="2148"/>
                    </a:lnTo>
                    <a:lnTo>
                      <a:pt x="4428" y="2142"/>
                    </a:lnTo>
                    <a:lnTo>
                      <a:pt x="4434" y="2136"/>
                    </a:lnTo>
                    <a:lnTo>
                      <a:pt x="4434" y="2130"/>
                    </a:lnTo>
                    <a:lnTo>
                      <a:pt x="4440" y="2124"/>
                    </a:lnTo>
                    <a:lnTo>
                      <a:pt x="4458" y="2124"/>
                    </a:lnTo>
                    <a:lnTo>
                      <a:pt x="4464" y="2130"/>
                    </a:lnTo>
                    <a:lnTo>
                      <a:pt x="4482" y="2124"/>
                    </a:lnTo>
                    <a:lnTo>
                      <a:pt x="4482" y="2130"/>
                    </a:lnTo>
                    <a:lnTo>
                      <a:pt x="4518" y="2130"/>
                    </a:lnTo>
                    <a:lnTo>
                      <a:pt x="4524" y="2148"/>
                    </a:lnTo>
                    <a:lnTo>
                      <a:pt x="4548" y="2148"/>
                    </a:lnTo>
                    <a:lnTo>
                      <a:pt x="4566" y="2142"/>
                    </a:lnTo>
                    <a:lnTo>
                      <a:pt x="4608" y="2142"/>
                    </a:lnTo>
                    <a:lnTo>
                      <a:pt x="4608" y="2148"/>
                    </a:lnTo>
                    <a:lnTo>
                      <a:pt x="4614" y="2154"/>
                    </a:lnTo>
                    <a:lnTo>
                      <a:pt x="4614" y="2166"/>
                    </a:lnTo>
                    <a:lnTo>
                      <a:pt x="4620" y="2172"/>
                    </a:lnTo>
                    <a:lnTo>
                      <a:pt x="4638" y="2178"/>
                    </a:lnTo>
                    <a:lnTo>
                      <a:pt x="4668" y="2178"/>
                    </a:lnTo>
                    <a:lnTo>
                      <a:pt x="4674" y="2190"/>
                    </a:lnTo>
                    <a:lnTo>
                      <a:pt x="4698" y="2184"/>
                    </a:lnTo>
                    <a:lnTo>
                      <a:pt x="4704" y="2196"/>
                    </a:lnTo>
                    <a:lnTo>
                      <a:pt x="4704" y="2190"/>
                    </a:lnTo>
                    <a:lnTo>
                      <a:pt x="4710" y="2184"/>
                    </a:lnTo>
                    <a:lnTo>
                      <a:pt x="4752" y="2184"/>
                    </a:lnTo>
                    <a:lnTo>
                      <a:pt x="4752" y="2196"/>
                    </a:lnTo>
                    <a:lnTo>
                      <a:pt x="4800" y="2190"/>
                    </a:lnTo>
                    <a:lnTo>
                      <a:pt x="4800" y="2202"/>
                    </a:lnTo>
                    <a:lnTo>
                      <a:pt x="4806" y="2208"/>
                    </a:lnTo>
                    <a:lnTo>
                      <a:pt x="4830" y="2196"/>
                    </a:lnTo>
                    <a:lnTo>
                      <a:pt x="4836" y="2190"/>
                    </a:lnTo>
                    <a:lnTo>
                      <a:pt x="4836" y="2184"/>
                    </a:lnTo>
                    <a:lnTo>
                      <a:pt x="4854" y="2184"/>
                    </a:lnTo>
                    <a:lnTo>
                      <a:pt x="4854" y="2160"/>
                    </a:lnTo>
                    <a:lnTo>
                      <a:pt x="4848" y="2148"/>
                    </a:lnTo>
                    <a:lnTo>
                      <a:pt x="4842" y="2142"/>
                    </a:lnTo>
                    <a:lnTo>
                      <a:pt x="4836" y="2142"/>
                    </a:lnTo>
                    <a:lnTo>
                      <a:pt x="4812" y="2106"/>
                    </a:lnTo>
                    <a:lnTo>
                      <a:pt x="4806" y="2088"/>
                    </a:lnTo>
                    <a:lnTo>
                      <a:pt x="4794" y="2076"/>
                    </a:lnTo>
                    <a:lnTo>
                      <a:pt x="4794" y="2064"/>
                    </a:lnTo>
                    <a:lnTo>
                      <a:pt x="4812" y="2064"/>
                    </a:lnTo>
                    <a:lnTo>
                      <a:pt x="4806" y="2052"/>
                    </a:lnTo>
                    <a:lnTo>
                      <a:pt x="4812" y="2052"/>
                    </a:lnTo>
                    <a:lnTo>
                      <a:pt x="4824" y="2046"/>
                    </a:lnTo>
                    <a:lnTo>
                      <a:pt x="4830" y="2034"/>
                    </a:lnTo>
                    <a:lnTo>
                      <a:pt x="4830" y="2016"/>
                    </a:lnTo>
                    <a:lnTo>
                      <a:pt x="4890" y="2046"/>
                    </a:lnTo>
                    <a:lnTo>
                      <a:pt x="4902" y="2046"/>
                    </a:lnTo>
                    <a:lnTo>
                      <a:pt x="4926" y="2052"/>
                    </a:lnTo>
                    <a:lnTo>
                      <a:pt x="4962" y="2052"/>
                    </a:lnTo>
                    <a:lnTo>
                      <a:pt x="4974" y="2058"/>
                    </a:lnTo>
                    <a:lnTo>
                      <a:pt x="4980" y="2064"/>
                    </a:lnTo>
                    <a:lnTo>
                      <a:pt x="5004" y="2076"/>
                    </a:lnTo>
                    <a:lnTo>
                      <a:pt x="5010" y="2076"/>
                    </a:lnTo>
                    <a:lnTo>
                      <a:pt x="5022" y="2070"/>
                    </a:lnTo>
                    <a:lnTo>
                      <a:pt x="5040" y="2070"/>
                    </a:lnTo>
                    <a:lnTo>
                      <a:pt x="5052" y="2076"/>
                    </a:lnTo>
                    <a:lnTo>
                      <a:pt x="5058" y="2082"/>
                    </a:lnTo>
                    <a:lnTo>
                      <a:pt x="5064" y="2094"/>
                    </a:lnTo>
                    <a:lnTo>
                      <a:pt x="5076" y="2106"/>
                    </a:lnTo>
                    <a:lnTo>
                      <a:pt x="5088" y="2130"/>
                    </a:lnTo>
                    <a:lnTo>
                      <a:pt x="5094" y="2136"/>
                    </a:lnTo>
                    <a:lnTo>
                      <a:pt x="5094" y="2142"/>
                    </a:lnTo>
                    <a:lnTo>
                      <a:pt x="5118" y="2136"/>
                    </a:lnTo>
                    <a:lnTo>
                      <a:pt x="5118" y="2142"/>
                    </a:lnTo>
                    <a:lnTo>
                      <a:pt x="5136" y="2160"/>
                    </a:lnTo>
                    <a:lnTo>
                      <a:pt x="5166" y="2160"/>
                    </a:lnTo>
                    <a:lnTo>
                      <a:pt x="5172" y="2166"/>
                    </a:lnTo>
                    <a:lnTo>
                      <a:pt x="5184" y="2166"/>
                    </a:lnTo>
                    <a:lnTo>
                      <a:pt x="5196" y="2172"/>
                    </a:lnTo>
                    <a:lnTo>
                      <a:pt x="5208" y="2172"/>
                    </a:lnTo>
                    <a:lnTo>
                      <a:pt x="5220" y="2166"/>
                    </a:lnTo>
                    <a:lnTo>
                      <a:pt x="5274" y="2148"/>
                    </a:lnTo>
                    <a:lnTo>
                      <a:pt x="5322" y="2148"/>
                    </a:lnTo>
                    <a:lnTo>
                      <a:pt x="5334" y="2154"/>
                    </a:lnTo>
                    <a:lnTo>
                      <a:pt x="5340" y="2154"/>
                    </a:lnTo>
                    <a:lnTo>
                      <a:pt x="5346" y="2160"/>
                    </a:lnTo>
                    <a:lnTo>
                      <a:pt x="5382" y="2160"/>
                    </a:lnTo>
                    <a:lnTo>
                      <a:pt x="5406" y="2184"/>
                    </a:lnTo>
                    <a:lnTo>
                      <a:pt x="5466" y="2184"/>
                    </a:lnTo>
                    <a:lnTo>
                      <a:pt x="5472" y="2190"/>
                    </a:lnTo>
                    <a:lnTo>
                      <a:pt x="5472" y="2196"/>
                    </a:lnTo>
                    <a:lnTo>
                      <a:pt x="5484" y="2208"/>
                    </a:lnTo>
                    <a:lnTo>
                      <a:pt x="5484" y="2214"/>
                    </a:lnTo>
                    <a:lnTo>
                      <a:pt x="5502" y="2214"/>
                    </a:lnTo>
                    <a:lnTo>
                      <a:pt x="5514" y="2220"/>
                    </a:lnTo>
                    <a:lnTo>
                      <a:pt x="5514" y="2232"/>
                    </a:lnTo>
                    <a:lnTo>
                      <a:pt x="5520" y="2238"/>
                    </a:lnTo>
                    <a:lnTo>
                      <a:pt x="5586" y="2238"/>
                    </a:lnTo>
                    <a:lnTo>
                      <a:pt x="5592" y="2244"/>
                    </a:lnTo>
                    <a:lnTo>
                      <a:pt x="5598" y="2244"/>
                    </a:lnTo>
                    <a:lnTo>
                      <a:pt x="5610" y="2250"/>
                    </a:lnTo>
                    <a:lnTo>
                      <a:pt x="5634" y="2250"/>
                    </a:lnTo>
                    <a:lnTo>
                      <a:pt x="5646" y="2244"/>
                    </a:lnTo>
                    <a:lnTo>
                      <a:pt x="5664" y="2244"/>
                    </a:lnTo>
                    <a:lnTo>
                      <a:pt x="5670" y="2250"/>
                    </a:lnTo>
                    <a:lnTo>
                      <a:pt x="5670" y="2256"/>
                    </a:lnTo>
                    <a:lnTo>
                      <a:pt x="5676" y="2256"/>
                    </a:lnTo>
                    <a:lnTo>
                      <a:pt x="5694" y="2238"/>
                    </a:lnTo>
                    <a:lnTo>
                      <a:pt x="5694" y="2232"/>
                    </a:lnTo>
                    <a:lnTo>
                      <a:pt x="5742" y="2232"/>
                    </a:lnTo>
                    <a:lnTo>
                      <a:pt x="5754" y="2220"/>
                    </a:lnTo>
                    <a:lnTo>
                      <a:pt x="5790" y="2220"/>
                    </a:lnTo>
                    <a:lnTo>
                      <a:pt x="5802" y="2208"/>
                    </a:lnTo>
                    <a:lnTo>
                      <a:pt x="5802" y="2196"/>
                    </a:lnTo>
                    <a:lnTo>
                      <a:pt x="5832" y="2166"/>
                    </a:lnTo>
                    <a:lnTo>
                      <a:pt x="5850" y="2166"/>
                    </a:lnTo>
                    <a:lnTo>
                      <a:pt x="5862" y="2172"/>
                    </a:lnTo>
                    <a:lnTo>
                      <a:pt x="5898" y="2172"/>
                    </a:lnTo>
                    <a:lnTo>
                      <a:pt x="5916" y="2190"/>
                    </a:lnTo>
                    <a:lnTo>
                      <a:pt x="5928" y="2196"/>
                    </a:lnTo>
                    <a:lnTo>
                      <a:pt x="5952" y="2196"/>
                    </a:lnTo>
                    <a:lnTo>
                      <a:pt x="5964" y="2190"/>
                    </a:lnTo>
                    <a:lnTo>
                      <a:pt x="5970" y="2184"/>
                    </a:lnTo>
                    <a:lnTo>
                      <a:pt x="5994" y="2190"/>
                    </a:lnTo>
                    <a:lnTo>
                      <a:pt x="6012" y="2190"/>
                    </a:lnTo>
                    <a:lnTo>
                      <a:pt x="6048" y="2214"/>
                    </a:lnTo>
                    <a:lnTo>
                      <a:pt x="6084" y="2214"/>
                    </a:lnTo>
                    <a:lnTo>
                      <a:pt x="6090" y="2220"/>
                    </a:lnTo>
                    <a:lnTo>
                      <a:pt x="6102" y="2220"/>
                    </a:lnTo>
                    <a:lnTo>
                      <a:pt x="6120" y="2202"/>
                    </a:lnTo>
                    <a:lnTo>
                      <a:pt x="6120" y="2190"/>
                    </a:lnTo>
                    <a:lnTo>
                      <a:pt x="6144" y="2190"/>
                    </a:lnTo>
                    <a:lnTo>
                      <a:pt x="6156" y="2184"/>
                    </a:lnTo>
                    <a:lnTo>
                      <a:pt x="6162" y="2178"/>
                    </a:lnTo>
                    <a:lnTo>
                      <a:pt x="6162" y="2166"/>
                    </a:lnTo>
                    <a:lnTo>
                      <a:pt x="6150" y="2166"/>
                    </a:lnTo>
                    <a:lnTo>
                      <a:pt x="6144" y="2160"/>
                    </a:lnTo>
                    <a:lnTo>
                      <a:pt x="6138" y="2118"/>
                    </a:lnTo>
                    <a:lnTo>
                      <a:pt x="6138" y="2046"/>
                    </a:lnTo>
                    <a:lnTo>
                      <a:pt x="6156" y="2028"/>
                    </a:lnTo>
                    <a:lnTo>
                      <a:pt x="6156" y="2016"/>
                    </a:lnTo>
                    <a:lnTo>
                      <a:pt x="6150" y="2010"/>
                    </a:lnTo>
                    <a:lnTo>
                      <a:pt x="6138" y="2004"/>
                    </a:lnTo>
                    <a:lnTo>
                      <a:pt x="6126" y="1992"/>
                    </a:lnTo>
                    <a:lnTo>
                      <a:pt x="6114" y="1992"/>
                    </a:lnTo>
                    <a:lnTo>
                      <a:pt x="6108" y="1986"/>
                    </a:lnTo>
                    <a:lnTo>
                      <a:pt x="6096" y="1986"/>
                    </a:lnTo>
                    <a:lnTo>
                      <a:pt x="6078" y="1980"/>
                    </a:lnTo>
                    <a:lnTo>
                      <a:pt x="6072" y="1980"/>
                    </a:lnTo>
                    <a:lnTo>
                      <a:pt x="6072" y="1968"/>
                    </a:lnTo>
                    <a:lnTo>
                      <a:pt x="6078" y="1968"/>
                    </a:lnTo>
                    <a:lnTo>
                      <a:pt x="6120" y="1926"/>
                    </a:lnTo>
                    <a:lnTo>
                      <a:pt x="6156" y="1920"/>
                    </a:lnTo>
                    <a:lnTo>
                      <a:pt x="6162" y="1908"/>
                    </a:lnTo>
                    <a:lnTo>
                      <a:pt x="6204" y="1914"/>
                    </a:lnTo>
                    <a:lnTo>
                      <a:pt x="6258" y="1902"/>
                    </a:lnTo>
                    <a:lnTo>
                      <a:pt x="6294" y="1920"/>
                    </a:lnTo>
                    <a:lnTo>
                      <a:pt x="6330" y="1944"/>
                    </a:lnTo>
                    <a:lnTo>
                      <a:pt x="6402" y="1944"/>
                    </a:lnTo>
                    <a:lnTo>
                      <a:pt x="6408" y="1950"/>
                    </a:lnTo>
                    <a:lnTo>
                      <a:pt x="6420" y="1956"/>
                    </a:lnTo>
                    <a:lnTo>
                      <a:pt x="6426" y="1962"/>
                    </a:lnTo>
                    <a:lnTo>
                      <a:pt x="6438" y="1968"/>
                    </a:lnTo>
                    <a:lnTo>
                      <a:pt x="6438" y="1980"/>
                    </a:lnTo>
                    <a:lnTo>
                      <a:pt x="6444" y="1980"/>
                    </a:lnTo>
                    <a:lnTo>
                      <a:pt x="6456" y="1992"/>
                    </a:lnTo>
                    <a:lnTo>
                      <a:pt x="6468" y="1998"/>
                    </a:lnTo>
                    <a:lnTo>
                      <a:pt x="6480" y="2010"/>
                    </a:lnTo>
                    <a:lnTo>
                      <a:pt x="6492" y="2010"/>
                    </a:lnTo>
                    <a:lnTo>
                      <a:pt x="6498" y="2016"/>
                    </a:lnTo>
                    <a:lnTo>
                      <a:pt x="6504" y="2016"/>
                    </a:lnTo>
                    <a:lnTo>
                      <a:pt x="6510" y="2046"/>
                    </a:lnTo>
                    <a:lnTo>
                      <a:pt x="6558" y="2070"/>
                    </a:lnTo>
                    <a:lnTo>
                      <a:pt x="6570" y="2100"/>
                    </a:lnTo>
                    <a:lnTo>
                      <a:pt x="6582" y="2100"/>
                    </a:lnTo>
                    <a:lnTo>
                      <a:pt x="6630" y="2124"/>
                    </a:lnTo>
                    <a:lnTo>
                      <a:pt x="6636" y="2136"/>
                    </a:lnTo>
                    <a:lnTo>
                      <a:pt x="6654" y="2154"/>
                    </a:lnTo>
                    <a:lnTo>
                      <a:pt x="6660" y="2166"/>
                    </a:lnTo>
                    <a:lnTo>
                      <a:pt x="6672" y="2166"/>
                    </a:lnTo>
                    <a:lnTo>
                      <a:pt x="6678" y="2190"/>
                    </a:lnTo>
                    <a:lnTo>
                      <a:pt x="6684" y="2190"/>
                    </a:lnTo>
                    <a:lnTo>
                      <a:pt x="6690" y="2196"/>
                    </a:lnTo>
                    <a:lnTo>
                      <a:pt x="6714" y="2208"/>
                    </a:lnTo>
                    <a:lnTo>
                      <a:pt x="6720" y="2214"/>
                    </a:lnTo>
                    <a:lnTo>
                      <a:pt x="6732" y="2220"/>
                    </a:lnTo>
                    <a:lnTo>
                      <a:pt x="6780" y="2220"/>
                    </a:lnTo>
                    <a:lnTo>
                      <a:pt x="6792" y="2226"/>
                    </a:lnTo>
                    <a:lnTo>
                      <a:pt x="6798" y="2232"/>
                    </a:lnTo>
                    <a:lnTo>
                      <a:pt x="6810" y="2238"/>
                    </a:lnTo>
                    <a:lnTo>
                      <a:pt x="6822" y="2226"/>
                    </a:lnTo>
                    <a:lnTo>
                      <a:pt x="6834" y="2226"/>
                    </a:lnTo>
                    <a:lnTo>
                      <a:pt x="6852" y="2244"/>
                    </a:lnTo>
                    <a:lnTo>
                      <a:pt x="6864" y="2250"/>
                    </a:lnTo>
                    <a:lnTo>
                      <a:pt x="6882" y="2268"/>
                    </a:lnTo>
                    <a:lnTo>
                      <a:pt x="6924" y="2268"/>
                    </a:lnTo>
                    <a:lnTo>
                      <a:pt x="6942" y="2298"/>
                    </a:lnTo>
                    <a:lnTo>
                      <a:pt x="6960" y="2298"/>
                    </a:lnTo>
                    <a:lnTo>
                      <a:pt x="6966" y="2304"/>
                    </a:lnTo>
                    <a:lnTo>
                      <a:pt x="6966" y="2310"/>
                    </a:lnTo>
                    <a:lnTo>
                      <a:pt x="6972" y="2322"/>
                    </a:lnTo>
                    <a:lnTo>
                      <a:pt x="6972" y="2334"/>
                    </a:lnTo>
                    <a:lnTo>
                      <a:pt x="7014" y="2364"/>
                    </a:lnTo>
                    <a:lnTo>
                      <a:pt x="7038" y="2358"/>
                    </a:lnTo>
                    <a:lnTo>
                      <a:pt x="7050" y="2370"/>
                    </a:lnTo>
                    <a:lnTo>
                      <a:pt x="7068" y="2370"/>
                    </a:lnTo>
                    <a:lnTo>
                      <a:pt x="7068" y="2358"/>
                    </a:lnTo>
                    <a:lnTo>
                      <a:pt x="7098" y="2364"/>
                    </a:lnTo>
                    <a:lnTo>
                      <a:pt x="7098" y="2346"/>
                    </a:lnTo>
                    <a:lnTo>
                      <a:pt x="7104" y="2340"/>
                    </a:lnTo>
                    <a:lnTo>
                      <a:pt x="7110" y="2340"/>
                    </a:lnTo>
                    <a:lnTo>
                      <a:pt x="7122" y="2334"/>
                    </a:lnTo>
                    <a:lnTo>
                      <a:pt x="7152" y="2334"/>
                    </a:lnTo>
                    <a:lnTo>
                      <a:pt x="7158" y="2310"/>
                    </a:lnTo>
                    <a:lnTo>
                      <a:pt x="7200" y="2310"/>
                    </a:lnTo>
                    <a:lnTo>
                      <a:pt x="7212" y="2316"/>
                    </a:lnTo>
                    <a:lnTo>
                      <a:pt x="7218" y="2328"/>
                    </a:lnTo>
                    <a:lnTo>
                      <a:pt x="7218" y="2346"/>
                    </a:lnTo>
                    <a:lnTo>
                      <a:pt x="7242" y="2358"/>
                    </a:lnTo>
                    <a:lnTo>
                      <a:pt x="7242" y="2388"/>
                    </a:lnTo>
                    <a:lnTo>
                      <a:pt x="7224" y="2394"/>
                    </a:lnTo>
                    <a:lnTo>
                      <a:pt x="7236" y="2412"/>
                    </a:lnTo>
                    <a:lnTo>
                      <a:pt x="7236" y="2430"/>
                    </a:lnTo>
                    <a:lnTo>
                      <a:pt x="7248" y="2442"/>
                    </a:lnTo>
                    <a:lnTo>
                      <a:pt x="7248" y="2466"/>
                    </a:lnTo>
                    <a:lnTo>
                      <a:pt x="7266" y="2472"/>
                    </a:lnTo>
                    <a:lnTo>
                      <a:pt x="7260" y="2502"/>
                    </a:lnTo>
                    <a:lnTo>
                      <a:pt x="7266" y="2526"/>
                    </a:lnTo>
                    <a:lnTo>
                      <a:pt x="7260" y="2532"/>
                    </a:lnTo>
                    <a:lnTo>
                      <a:pt x="7254" y="2532"/>
                    </a:lnTo>
                    <a:lnTo>
                      <a:pt x="7254" y="2550"/>
                    </a:lnTo>
                    <a:lnTo>
                      <a:pt x="7260" y="2562"/>
                    </a:lnTo>
                    <a:lnTo>
                      <a:pt x="7260" y="2574"/>
                    </a:lnTo>
                    <a:lnTo>
                      <a:pt x="7254" y="2580"/>
                    </a:lnTo>
                    <a:lnTo>
                      <a:pt x="7248" y="2580"/>
                    </a:lnTo>
                    <a:lnTo>
                      <a:pt x="7236" y="2574"/>
                    </a:lnTo>
                    <a:lnTo>
                      <a:pt x="7224" y="2574"/>
                    </a:lnTo>
                    <a:lnTo>
                      <a:pt x="7206" y="2568"/>
                    </a:lnTo>
                    <a:lnTo>
                      <a:pt x="7194" y="2562"/>
                    </a:lnTo>
                    <a:lnTo>
                      <a:pt x="7170" y="2562"/>
                    </a:lnTo>
                    <a:lnTo>
                      <a:pt x="7164" y="2568"/>
                    </a:lnTo>
                    <a:lnTo>
                      <a:pt x="7170" y="2574"/>
                    </a:lnTo>
                    <a:lnTo>
                      <a:pt x="7170" y="2586"/>
                    </a:lnTo>
                    <a:lnTo>
                      <a:pt x="7146" y="2586"/>
                    </a:lnTo>
                    <a:lnTo>
                      <a:pt x="7146" y="2598"/>
                    </a:lnTo>
                    <a:lnTo>
                      <a:pt x="7152" y="2610"/>
                    </a:lnTo>
                    <a:lnTo>
                      <a:pt x="7158" y="2610"/>
                    </a:lnTo>
                    <a:lnTo>
                      <a:pt x="7170" y="2622"/>
                    </a:lnTo>
                    <a:lnTo>
                      <a:pt x="7182" y="2628"/>
                    </a:lnTo>
                    <a:lnTo>
                      <a:pt x="7194" y="2646"/>
                    </a:lnTo>
                    <a:lnTo>
                      <a:pt x="7206" y="2658"/>
                    </a:lnTo>
                    <a:lnTo>
                      <a:pt x="7212" y="2676"/>
                    </a:lnTo>
                    <a:lnTo>
                      <a:pt x="7212" y="2688"/>
                    </a:lnTo>
                    <a:lnTo>
                      <a:pt x="7224" y="2700"/>
                    </a:lnTo>
                    <a:lnTo>
                      <a:pt x="7230" y="2712"/>
                    </a:lnTo>
                    <a:lnTo>
                      <a:pt x="7236" y="2748"/>
                    </a:lnTo>
                    <a:lnTo>
                      <a:pt x="7206" y="2742"/>
                    </a:lnTo>
                    <a:lnTo>
                      <a:pt x="7200" y="2766"/>
                    </a:lnTo>
                    <a:lnTo>
                      <a:pt x="7224" y="2778"/>
                    </a:lnTo>
                    <a:lnTo>
                      <a:pt x="7260" y="2778"/>
                    </a:lnTo>
                    <a:lnTo>
                      <a:pt x="7260" y="2718"/>
                    </a:lnTo>
                    <a:lnTo>
                      <a:pt x="7266" y="2712"/>
                    </a:lnTo>
                    <a:lnTo>
                      <a:pt x="7272" y="2712"/>
                    </a:lnTo>
                    <a:lnTo>
                      <a:pt x="7284" y="2718"/>
                    </a:lnTo>
                    <a:lnTo>
                      <a:pt x="7290" y="2724"/>
                    </a:lnTo>
                    <a:lnTo>
                      <a:pt x="7302" y="2712"/>
                    </a:lnTo>
                    <a:lnTo>
                      <a:pt x="7308" y="2724"/>
                    </a:lnTo>
                    <a:lnTo>
                      <a:pt x="7314" y="2730"/>
                    </a:lnTo>
                    <a:lnTo>
                      <a:pt x="7320" y="2742"/>
                    </a:lnTo>
                    <a:lnTo>
                      <a:pt x="7332" y="2754"/>
                    </a:lnTo>
                    <a:lnTo>
                      <a:pt x="7344" y="2754"/>
                    </a:lnTo>
                    <a:lnTo>
                      <a:pt x="7356" y="2748"/>
                    </a:lnTo>
                    <a:lnTo>
                      <a:pt x="7368" y="2748"/>
                    </a:lnTo>
                    <a:lnTo>
                      <a:pt x="7374" y="2742"/>
                    </a:lnTo>
                    <a:lnTo>
                      <a:pt x="7380" y="2742"/>
                    </a:lnTo>
                    <a:lnTo>
                      <a:pt x="7380" y="2760"/>
                    </a:lnTo>
                    <a:lnTo>
                      <a:pt x="7386" y="2760"/>
                    </a:lnTo>
                    <a:lnTo>
                      <a:pt x="7392" y="2754"/>
                    </a:lnTo>
                    <a:lnTo>
                      <a:pt x="7404" y="2748"/>
                    </a:lnTo>
                    <a:lnTo>
                      <a:pt x="7422" y="2742"/>
                    </a:lnTo>
                    <a:lnTo>
                      <a:pt x="7440" y="2730"/>
                    </a:lnTo>
                    <a:lnTo>
                      <a:pt x="7452" y="2724"/>
                    </a:lnTo>
                    <a:lnTo>
                      <a:pt x="7464" y="2700"/>
                    </a:lnTo>
                    <a:lnTo>
                      <a:pt x="7464" y="2682"/>
                    </a:lnTo>
                    <a:lnTo>
                      <a:pt x="7470" y="2664"/>
                    </a:lnTo>
                    <a:lnTo>
                      <a:pt x="7470" y="2628"/>
                    </a:lnTo>
                    <a:lnTo>
                      <a:pt x="7494" y="2622"/>
                    </a:lnTo>
                    <a:lnTo>
                      <a:pt x="7494" y="2562"/>
                    </a:lnTo>
                    <a:lnTo>
                      <a:pt x="7500" y="2550"/>
                    </a:lnTo>
                    <a:lnTo>
                      <a:pt x="7506" y="2544"/>
                    </a:lnTo>
                    <a:lnTo>
                      <a:pt x="7518" y="2520"/>
                    </a:lnTo>
                    <a:lnTo>
                      <a:pt x="7518" y="2490"/>
                    </a:lnTo>
                    <a:lnTo>
                      <a:pt x="7524" y="2472"/>
                    </a:lnTo>
                    <a:lnTo>
                      <a:pt x="7524" y="2454"/>
                    </a:lnTo>
                    <a:lnTo>
                      <a:pt x="7518" y="2442"/>
                    </a:lnTo>
                    <a:lnTo>
                      <a:pt x="7518" y="2424"/>
                    </a:lnTo>
                    <a:lnTo>
                      <a:pt x="7512" y="2418"/>
                    </a:lnTo>
                    <a:lnTo>
                      <a:pt x="7512" y="2412"/>
                    </a:lnTo>
                    <a:lnTo>
                      <a:pt x="7518" y="2400"/>
                    </a:lnTo>
                    <a:lnTo>
                      <a:pt x="7524" y="2394"/>
                    </a:lnTo>
                    <a:lnTo>
                      <a:pt x="7524" y="2382"/>
                    </a:lnTo>
                    <a:lnTo>
                      <a:pt x="7530" y="2376"/>
                    </a:lnTo>
                    <a:lnTo>
                      <a:pt x="7530" y="2364"/>
                    </a:lnTo>
                    <a:lnTo>
                      <a:pt x="7524" y="2358"/>
                    </a:lnTo>
                    <a:lnTo>
                      <a:pt x="7518" y="2346"/>
                    </a:lnTo>
                    <a:lnTo>
                      <a:pt x="7524" y="2334"/>
                    </a:lnTo>
                    <a:lnTo>
                      <a:pt x="7530" y="2328"/>
                    </a:lnTo>
                    <a:lnTo>
                      <a:pt x="7536" y="2316"/>
                    </a:lnTo>
                    <a:lnTo>
                      <a:pt x="7536" y="2298"/>
                    </a:lnTo>
                    <a:lnTo>
                      <a:pt x="7530" y="2292"/>
                    </a:lnTo>
                    <a:lnTo>
                      <a:pt x="7530" y="2280"/>
                    </a:lnTo>
                    <a:lnTo>
                      <a:pt x="7518" y="2256"/>
                    </a:lnTo>
                    <a:lnTo>
                      <a:pt x="7512" y="2250"/>
                    </a:lnTo>
                    <a:lnTo>
                      <a:pt x="7512" y="2238"/>
                    </a:lnTo>
                    <a:lnTo>
                      <a:pt x="7506" y="2232"/>
                    </a:lnTo>
                    <a:lnTo>
                      <a:pt x="7506" y="2220"/>
                    </a:lnTo>
                    <a:lnTo>
                      <a:pt x="7500" y="2214"/>
                    </a:lnTo>
                    <a:lnTo>
                      <a:pt x="7500" y="2202"/>
                    </a:lnTo>
                    <a:lnTo>
                      <a:pt x="7494" y="2196"/>
                    </a:lnTo>
                    <a:lnTo>
                      <a:pt x="7482" y="2190"/>
                    </a:lnTo>
                    <a:lnTo>
                      <a:pt x="7476" y="2184"/>
                    </a:lnTo>
                    <a:lnTo>
                      <a:pt x="7482" y="2178"/>
                    </a:lnTo>
                    <a:lnTo>
                      <a:pt x="7476" y="2178"/>
                    </a:lnTo>
                    <a:lnTo>
                      <a:pt x="7470" y="2172"/>
                    </a:lnTo>
                    <a:lnTo>
                      <a:pt x="7458" y="2166"/>
                    </a:lnTo>
                    <a:lnTo>
                      <a:pt x="7446" y="2154"/>
                    </a:lnTo>
                    <a:lnTo>
                      <a:pt x="7440" y="2142"/>
                    </a:lnTo>
                    <a:lnTo>
                      <a:pt x="7434" y="2124"/>
                    </a:lnTo>
                    <a:lnTo>
                      <a:pt x="7434" y="2112"/>
                    </a:lnTo>
                    <a:lnTo>
                      <a:pt x="7428" y="2106"/>
                    </a:lnTo>
                    <a:lnTo>
                      <a:pt x="7428" y="2100"/>
                    </a:lnTo>
                    <a:lnTo>
                      <a:pt x="7416" y="2094"/>
                    </a:lnTo>
                    <a:lnTo>
                      <a:pt x="7416" y="2082"/>
                    </a:lnTo>
                    <a:lnTo>
                      <a:pt x="7422" y="2070"/>
                    </a:lnTo>
                    <a:lnTo>
                      <a:pt x="7422" y="2040"/>
                    </a:lnTo>
                    <a:lnTo>
                      <a:pt x="7410" y="2028"/>
                    </a:lnTo>
                    <a:lnTo>
                      <a:pt x="7404" y="2016"/>
                    </a:lnTo>
                    <a:lnTo>
                      <a:pt x="7398" y="2010"/>
                    </a:lnTo>
                    <a:lnTo>
                      <a:pt x="7380" y="2004"/>
                    </a:lnTo>
                    <a:lnTo>
                      <a:pt x="7380" y="1998"/>
                    </a:lnTo>
                    <a:lnTo>
                      <a:pt x="7374" y="1992"/>
                    </a:lnTo>
                    <a:lnTo>
                      <a:pt x="7368" y="1980"/>
                    </a:lnTo>
                    <a:lnTo>
                      <a:pt x="7356" y="1968"/>
                    </a:lnTo>
                    <a:lnTo>
                      <a:pt x="7344" y="1968"/>
                    </a:lnTo>
                    <a:lnTo>
                      <a:pt x="7332" y="1956"/>
                    </a:lnTo>
                    <a:lnTo>
                      <a:pt x="7326" y="1956"/>
                    </a:lnTo>
                    <a:lnTo>
                      <a:pt x="7308" y="1950"/>
                    </a:lnTo>
                    <a:lnTo>
                      <a:pt x="7302" y="1938"/>
                    </a:lnTo>
                    <a:lnTo>
                      <a:pt x="7308" y="1938"/>
                    </a:lnTo>
                    <a:lnTo>
                      <a:pt x="7314" y="1944"/>
                    </a:lnTo>
                    <a:lnTo>
                      <a:pt x="7326" y="1944"/>
                    </a:lnTo>
                    <a:lnTo>
                      <a:pt x="7332" y="1950"/>
                    </a:lnTo>
                    <a:lnTo>
                      <a:pt x="7344" y="1950"/>
                    </a:lnTo>
                    <a:lnTo>
                      <a:pt x="7350" y="1944"/>
                    </a:lnTo>
                    <a:lnTo>
                      <a:pt x="7350" y="1938"/>
                    </a:lnTo>
                    <a:lnTo>
                      <a:pt x="7344" y="1938"/>
                    </a:lnTo>
                    <a:lnTo>
                      <a:pt x="7332" y="1932"/>
                    </a:lnTo>
                    <a:lnTo>
                      <a:pt x="7326" y="1926"/>
                    </a:lnTo>
                    <a:lnTo>
                      <a:pt x="7320" y="1926"/>
                    </a:lnTo>
                    <a:lnTo>
                      <a:pt x="7242" y="1890"/>
                    </a:lnTo>
                    <a:lnTo>
                      <a:pt x="7236" y="1890"/>
                    </a:lnTo>
                    <a:lnTo>
                      <a:pt x="7230" y="1884"/>
                    </a:lnTo>
                    <a:lnTo>
                      <a:pt x="7218" y="1878"/>
                    </a:lnTo>
                    <a:lnTo>
                      <a:pt x="7206" y="1866"/>
                    </a:lnTo>
                    <a:lnTo>
                      <a:pt x="7194" y="1860"/>
                    </a:lnTo>
                    <a:lnTo>
                      <a:pt x="7188" y="1854"/>
                    </a:lnTo>
                    <a:lnTo>
                      <a:pt x="7170" y="1854"/>
                    </a:lnTo>
                    <a:lnTo>
                      <a:pt x="7164" y="1860"/>
                    </a:lnTo>
                    <a:lnTo>
                      <a:pt x="7152" y="1866"/>
                    </a:lnTo>
                    <a:lnTo>
                      <a:pt x="7116" y="1854"/>
                    </a:lnTo>
                    <a:lnTo>
                      <a:pt x="7152" y="1896"/>
                    </a:lnTo>
                    <a:lnTo>
                      <a:pt x="7146" y="1920"/>
                    </a:lnTo>
                    <a:lnTo>
                      <a:pt x="7134" y="1920"/>
                    </a:lnTo>
                    <a:lnTo>
                      <a:pt x="7134" y="1890"/>
                    </a:lnTo>
                    <a:lnTo>
                      <a:pt x="7116" y="1878"/>
                    </a:lnTo>
                    <a:lnTo>
                      <a:pt x="7116" y="1908"/>
                    </a:lnTo>
                    <a:lnTo>
                      <a:pt x="7068" y="1908"/>
                    </a:lnTo>
                    <a:lnTo>
                      <a:pt x="7074" y="1902"/>
                    </a:lnTo>
                    <a:lnTo>
                      <a:pt x="7074" y="1884"/>
                    </a:lnTo>
                    <a:lnTo>
                      <a:pt x="7068" y="1878"/>
                    </a:lnTo>
                    <a:lnTo>
                      <a:pt x="7044" y="1878"/>
                    </a:lnTo>
                    <a:lnTo>
                      <a:pt x="7038" y="1890"/>
                    </a:lnTo>
                    <a:lnTo>
                      <a:pt x="7014" y="1890"/>
                    </a:lnTo>
                    <a:lnTo>
                      <a:pt x="7002" y="1854"/>
                    </a:lnTo>
                    <a:lnTo>
                      <a:pt x="6996" y="1854"/>
                    </a:lnTo>
                    <a:lnTo>
                      <a:pt x="6984" y="1830"/>
                    </a:lnTo>
                    <a:lnTo>
                      <a:pt x="6912" y="1836"/>
                    </a:lnTo>
                    <a:lnTo>
                      <a:pt x="6906" y="1824"/>
                    </a:lnTo>
                    <a:lnTo>
                      <a:pt x="6882" y="1824"/>
                    </a:lnTo>
                    <a:lnTo>
                      <a:pt x="6870" y="1818"/>
                    </a:lnTo>
                    <a:lnTo>
                      <a:pt x="6864" y="1812"/>
                    </a:lnTo>
                    <a:lnTo>
                      <a:pt x="6864" y="1794"/>
                    </a:lnTo>
                    <a:lnTo>
                      <a:pt x="6876" y="1788"/>
                    </a:lnTo>
                    <a:lnTo>
                      <a:pt x="6888" y="1776"/>
                    </a:lnTo>
                    <a:lnTo>
                      <a:pt x="6900" y="1776"/>
                    </a:lnTo>
                    <a:lnTo>
                      <a:pt x="6900" y="1752"/>
                    </a:lnTo>
                    <a:lnTo>
                      <a:pt x="6906" y="1752"/>
                    </a:lnTo>
                    <a:lnTo>
                      <a:pt x="6918" y="1746"/>
                    </a:lnTo>
                    <a:lnTo>
                      <a:pt x="6930" y="1734"/>
                    </a:lnTo>
                    <a:lnTo>
                      <a:pt x="6930" y="1728"/>
                    </a:lnTo>
                    <a:lnTo>
                      <a:pt x="6936" y="1716"/>
                    </a:lnTo>
                    <a:lnTo>
                      <a:pt x="6936" y="1710"/>
                    </a:lnTo>
                    <a:lnTo>
                      <a:pt x="6942" y="1698"/>
                    </a:lnTo>
                    <a:lnTo>
                      <a:pt x="6930" y="1686"/>
                    </a:lnTo>
                    <a:lnTo>
                      <a:pt x="6942" y="1662"/>
                    </a:lnTo>
                    <a:lnTo>
                      <a:pt x="6930" y="1650"/>
                    </a:lnTo>
                    <a:lnTo>
                      <a:pt x="6948" y="1632"/>
                    </a:lnTo>
                    <a:lnTo>
                      <a:pt x="6972" y="1626"/>
                    </a:lnTo>
                    <a:lnTo>
                      <a:pt x="6960" y="1596"/>
                    </a:lnTo>
                    <a:lnTo>
                      <a:pt x="6984" y="1590"/>
                    </a:lnTo>
                    <a:lnTo>
                      <a:pt x="6960" y="1554"/>
                    </a:lnTo>
                    <a:lnTo>
                      <a:pt x="6990" y="1542"/>
                    </a:lnTo>
                    <a:lnTo>
                      <a:pt x="6990" y="1500"/>
                    </a:lnTo>
                    <a:lnTo>
                      <a:pt x="6996" y="1488"/>
                    </a:lnTo>
                    <a:lnTo>
                      <a:pt x="7002" y="1482"/>
                    </a:lnTo>
                    <a:lnTo>
                      <a:pt x="7020" y="1470"/>
                    </a:lnTo>
                    <a:lnTo>
                      <a:pt x="7032" y="1464"/>
                    </a:lnTo>
                    <a:lnTo>
                      <a:pt x="7050" y="1464"/>
                    </a:lnTo>
                    <a:lnTo>
                      <a:pt x="7068" y="1470"/>
                    </a:lnTo>
                    <a:lnTo>
                      <a:pt x="7188" y="1470"/>
                    </a:lnTo>
                    <a:lnTo>
                      <a:pt x="7206" y="1488"/>
                    </a:lnTo>
                    <a:lnTo>
                      <a:pt x="7224" y="1482"/>
                    </a:lnTo>
                    <a:lnTo>
                      <a:pt x="7218" y="1464"/>
                    </a:lnTo>
                    <a:lnTo>
                      <a:pt x="7290" y="1482"/>
                    </a:lnTo>
                    <a:lnTo>
                      <a:pt x="7320" y="1464"/>
                    </a:lnTo>
                    <a:lnTo>
                      <a:pt x="7350" y="1488"/>
                    </a:lnTo>
                    <a:lnTo>
                      <a:pt x="7356" y="1452"/>
                    </a:lnTo>
                    <a:lnTo>
                      <a:pt x="7434" y="1452"/>
                    </a:lnTo>
                    <a:lnTo>
                      <a:pt x="7446" y="1458"/>
                    </a:lnTo>
                    <a:lnTo>
                      <a:pt x="7452" y="1470"/>
                    </a:lnTo>
                    <a:lnTo>
                      <a:pt x="7458" y="1470"/>
                    </a:lnTo>
                    <a:lnTo>
                      <a:pt x="7464" y="1464"/>
                    </a:lnTo>
                    <a:lnTo>
                      <a:pt x="7476" y="1464"/>
                    </a:lnTo>
                    <a:lnTo>
                      <a:pt x="7482" y="1458"/>
                    </a:lnTo>
                    <a:lnTo>
                      <a:pt x="7494" y="1452"/>
                    </a:lnTo>
                    <a:lnTo>
                      <a:pt x="7518" y="1470"/>
                    </a:lnTo>
                    <a:lnTo>
                      <a:pt x="7560" y="1476"/>
                    </a:lnTo>
                    <a:lnTo>
                      <a:pt x="7506" y="1488"/>
                    </a:lnTo>
                    <a:lnTo>
                      <a:pt x="7506" y="1494"/>
                    </a:lnTo>
                    <a:lnTo>
                      <a:pt x="7512" y="1500"/>
                    </a:lnTo>
                    <a:lnTo>
                      <a:pt x="7524" y="1506"/>
                    </a:lnTo>
                    <a:lnTo>
                      <a:pt x="7530" y="1512"/>
                    </a:lnTo>
                    <a:lnTo>
                      <a:pt x="7542" y="1512"/>
                    </a:lnTo>
                    <a:lnTo>
                      <a:pt x="7548" y="1506"/>
                    </a:lnTo>
                    <a:lnTo>
                      <a:pt x="7560" y="1506"/>
                    </a:lnTo>
                    <a:lnTo>
                      <a:pt x="7572" y="1500"/>
                    </a:lnTo>
                    <a:lnTo>
                      <a:pt x="7578" y="1494"/>
                    </a:lnTo>
                    <a:lnTo>
                      <a:pt x="7584" y="1494"/>
                    </a:lnTo>
                    <a:lnTo>
                      <a:pt x="7614" y="1506"/>
                    </a:lnTo>
                    <a:lnTo>
                      <a:pt x="7638" y="1488"/>
                    </a:lnTo>
                    <a:lnTo>
                      <a:pt x="7644" y="1488"/>
                    </a:lnTo>
                    <a:lnTo>
                      <a:pt x="7650" y="1494"/>
                    </a:lnTo>
                    <a:lnTo>
                      <a:pt x="7686" y="1494"/>
                    </a:lnTo>
                    <a:lnTo>
                      <a:pt x="7692" y="1488"/>
                    </a:lnTo>
                    <a:lnTo>
                      <a:pt x="7692" y="1476"/>
                    </a:lnTo>
                    <a:lnTo>
                      <a:pt x="7728" y="1482"/>
                    </a:lnTo>
                    <a:lnTo>
                      <a:pt x="7680" y="1452"/>
                    </a:lnTo>
                    <a:lnTo>
                      <a:pt x="7650" y="1464"/>
                    </a:lnTo>
                    <a:lnTo>
                      <a:pt x="7644" y="1446"/>
                    </a:lnTo>
                    <a:lnTo>
                      <a:pt x="7638" y="1434"/>
                    </a:lnTo>
                    <a:lnTo>
                      <a:pt x="7632" y="1428"/>
                    </a:lnTo>
                    <a:lnTo>
                      <a:pt x="7626" y="1416"/>
                    </a:lnTo>
                    <a:lnTo>
                      <a:pt x="7626" y="1398"/>
                    </a:lnTo>
                    <a:lnTo>
                      <a:pt x="7650" y="1374"/>
                    </a:lnTo>
                    <a:lnTo>
                      <a:pt x="7644" y="1344"/>
                    </a:lnTo>
                    <a:lnTo>
                      <a:pt x="7662" y="1332"/>
                    </a:lnTo>
                    <a:lnTo>
                      <a:pt x="7650" y="1326"/>
                    </a:lnTo>
                    <a:lnTo>
                      <a:pt x="7638" y="1314"/>
                    </a:lnTo>
                    <a:lnTo>
                      <a:pt x="7638" y="1302"/>
                    </a:lnTo>
                    <a:lnTo>
                      <a:pt x="7644" y="1296"/>
                    </a:lnTo>
                    <a:lnTo>
                      <a:pt x="7662" y="1290"/>
                    </a:lnTo>
                    <a:lnTo>
                      <a:pt x="7698" y="1290"/>
                    </a:lnTo>
                    <a:lnTo>
                      <a:pt x="7710" y="1296"/>
                    </a:lnTo>
                    <a:lnTo>
                      <a:pt x="7728" y="1296"/>
                    </a:lnTo>
                    <a:lnTo>
                      <a:pt x="7746" y="1278"/>
                    </a:lnTo>
                    <a:lnTo>
                      <a:pt x="7782" y="1308"/>
                    </a:lnTo>
                    <a:lnTo>
                      <a:pt x="7806" y="1290"/>
                    </a:lnTo>
                    <a:lnTo>
                      <a:pt x="7812" y="1302"/>
                    </a:lnTo>
                    <a:lnTo>
                      <a:pt x="7818" y="1308"/>
                    </a:lnTo>
                    <a:lnTo>
                      <a:pt x="7830" y="1332"/>
                    </a:lnTo>
                    <a:lnTo>
                      <a:pt x="7830" y="1338"/>
                    </a:lnTo>
                    <a:lnTo>
                      <a:pt x="7836" y="1344"/>
                    </a:lnTo>
                    <a:lnTo>
                      <a:pt x="7878" y="1344"/>
                    </a:lnTo>
                    <a:lnTo>
                      <a:pt x="7878" y="1362"/>
                    </a:lnTo>
                    <a:lnTo>
                      <a:pt x="7884" y="1374"/>
                    </a:lnTo>
                    <a:lnTo>
                      <a:pt x="7890" y="1380"/>
                    </a:lnTo>
                    <a:lnTo>
                      <a:pt x="7896" y="1380"/>
                    </a:lnTo>
                    <a:lnTo>
                      <a:pt x="7914" y="1362"/>
                    </a:lnTo>
                    <a:lnTo>
                      <a:pt x="7932" y="1326"/>
                    </a:lnTo>
                    <a:lnTo>
                      <a:pt x="7938" y="1320"/>
                    </a:lnTo>
                    <a:lnTo>
                      <a:pt x="7938" y="1314"/>
                    </a:lnTo>
                    <a:lnTo>
                      <a:pt x="7962" y="1302"/>
                    </a:lnTo>
                    <a:lnTo>
                      <a:pt x="7992" y="1314"/>
                    </a:lnTo>
                    <a:lnTo>
                      <a:pt x="7986" y="1302"/>
                    </a:lnTo>
                    <a:lnTo>
                      <a:pt x="7962" y="1284"/>
                    </a:lnTo>
                    <a:lnTo>
                      <a:pt x="7956" y="1278"/>
                    </a:lnTo>
                    <a:lnTo>
                      <a:pt x="7932" y="1266"/>
                    </a:lnTo>
                    <a:lnTo>
                      <a:pt x="7926" y="1254"/>
                    </a:lnTo>
                    <a:lnTo>
                      <a:pt x="7914" y="1248"/>
                    </a:lnTo>
                    <a:lnTo>
                      <a:pt x="7908" y="1242"/>
                    </a:lnTo>
                    <a:lnTo>
                      <a:pt x="7908" y="1230"/>
                    </a:lnTo>
                    <a:lnTo>
                      <a:pt x="7962" y="1230"/>
                    </a:lnTo>
                    <a:lnTo>
                      <a:pt x="7992" y="1236"/>
                    </a:lnTo>
                    <a:lnTo>
                      <a:pt x="8052" y="1236"/>
                    </a:lnTo>
                    <a:lnTo>
                      <a:pt x="8052" y="1254"/>
                    </a:lnTo>
                    <a:lnTo>
                      <a:pt x="8040" y="1254"/>
                    </a:lnTo>
                    <a:lnTo>
                      <a:pt x="8028" y="1248"/>
                    </a:lnTo>
                    <a:lnTo>
                      <a:pt x="7992" y="1248"/>
                    </a:lnTo>
                    <a:lnTo>
                      <a:pt x="7992" y="1266"/>
                    </a:lnTo>
                    <a:lnTo>
                      <a:pt x="8016" y="1290"/>
                    </a:lnTo>
                    <a:lnTo>
                      <a:pt x="8028" y="1296"/>
                    </a:lnTo>
                    <a:lnTo>
                      <a:pt x="8034" y="1320"/>
                    </a:lnTo>
                    <a:lnTo>
                      <a:pt x="8064" y="1326"/>
                    </a:lnTo>
                    <a:lnTo>
                      <a:pt x="8058" y="1344"/>
                    </a:lnTo>
                    <a:lnTo>
                      <a:pt x="8076" y="1362"/>
                    </a:lnTo>
                    <a:lnTo>
                      <a:pt x="8046" y="1368"/>
                    </a:lnTo>
                    <a:lnTo>
                      <a:pt x="8040" y="1380"/>
                    </a:lnTo>
                    <a:lnTo>
                      <a:pt x="8022" y="1386"/>
                    </a:lnTo>
                    <a:lnTo>
                      <a:pt x="8028" y="1398"/>
                    </a:lnTo>
                    <a:lnTo>
                      <a:pt x="8028" y="1404"/>
                    </a:lnTo>
                    <a:lnTo>
                      <a:pt x="8034" y="1416"/>
                    </a:lnTo>
                    <a:lnTo>
                      <a:pt x="8034" y="1440"/>
                    </a:lnTo>
                    <a:lnTo>
                      <a:pt x="8028" y="1452"/>
                    </a:lnTo>
                    <a:lnTo>
                      <a:pt x="8016" y="1464"/>
                    </a:lnTo>
                    <a:lnTo>
                      <a:pt x="8004" y="1488"/>
                    </a:lnTo>
                    <a:lnTo>
                      <a:pt x="8004" y="1506"/>
                    </a:lnTo>
                    <a:lnTo>
                      <a:pt x="8010" y="1506"/>
                    </a:lnTo>
                    <a:lnTo>
                      <a:pt x="8016" y="1512"/>
                    </a:lnTo>
                    <a:lnTo>
                      <a:pt x="8022" y="1524"/>
                    </a:lnTo>
                    <a:lnTo>
                      <a:pt x="8016" y="1530"/>
                    </a:lnTo>
                    <a:lnTo>
                      <a:pt x="8010" y="1542"/>
                    </a:lnTo>
                    <a:lnTo>
                      <a:pt x="7986" y="1566"/>
                    </a:lnTo>
                    <a:lnTo>
                      <a:pt x="7974" y="1572"/>
                    </a:lnTo>
                    <a:lnTo>
                      <a:pt x="7968" y="1578"/>
                    </a:lnTo>
                    <a:lnTo>
                      <a:pt x="7962" y="1578"/>
                    </a:lnTo>
                    <a:lnTo>
                      <a:pt x="7962" y="1596"/>
                    </a:lnTo>
                    <a:lnTo>
                      <a:pt x="7944" y="1596"/>
                    </a:lnTo>
                    <a:lnTo>
                      <a:pt x="7950" y="1596"/>
                    </a:lnTo>
                    <a:lnTo>
                      <a:pt x="7956" y="1602"/>
                    </a:lnTo>
                    <a:lnTo>
                      <a:pt x="7968" y="1608"/>
                    </a:lnTo>
                    <a:lnTo>
                      <a:pt x="7980" y="1632"/>
                    </a:lnTo>
                    <a:lnTo>
                      <a:pt x="7974" y="1650"/>
                    </a:lnTo>
                    <a:lnTo>
                      <a:pt x="7974" y="1662"/>
                    </a:lnTo>
                    <a:lnTo>
                      <a:pt x="7968" y="1674"/>
                    </a:lnTo>
                    <a:lnTo>
                      <a:pt x="7968" y="1686"/>
                    </a:lnTo>
                    <a:lnTo>
                      <a:pt x="7974" y="1704"/>
                    </a:lnTo>
                    <a:lnTo>
                      <a:pt x="7992" y="1722"/>
                    </a:lnTo>
                    <a:lnTo>
                      <a:pt x="8016" y="1752"/>
                    </a:lnTo>
                    <a:lnTo>
                      <a:pt x="8046" y="1776"/>
                    </a:lnTo>
                    <a:lnTo>
                      <a:pt x="8070" y="1800"/>
                    </a:lnTo>
                    <a:lnTo>
                      <a:pt x="8082" y="1806"/>
                    </a:lnTo>
                    <a:lnTo>
                      <a:pt x="8142" y="1872"/>
                    </a:lnTo>
                    <a:lnTo>
                      <a:pt x="8154" y="1866"/>
                    </a:lnTo>
                    <a:lnTo>
                      <a:pt x="8238" y="1962"/>
                    </a:lnTo>
                    <a:lnTo>
                      <a:pt x="8286" y="1980"/>
                    </a:lnTo>
                    <a:lnTo>
                      <a:pt x="8310" y="2004"/>
                    </a:lnTo>
                    <a:lnTo>
                      <a:pt x="8316" y="2016"/>
                    </a:lnTo>
                    <a:lnTo>
                      <a:pt x="8328" y="2022"/>
                    </a:lnTo>
                    <a:lnTo>
                      <a:pt x="8334" y="2034"/>
                    </a:lnTo>
                    <a:lnTo>
                      <a:pt x="8388" y="2088"/>
                    </a:lnTo>
                    <a:lnTo>
                      <a:pt x="8406" y="2088"/>
                    </a:lnTo>
                    <a:lnTo>
                      <a:pt x="8406" y="2106"/>
                    </a:lnTo>
                    <a:lnTo>
                      <a:pt x="8418" y="2106"/>
                    </a:lnTo>
                    <a:lnTo>
                      <a:pt x="8430" y="2100"/>
                    </a:lnTo>
                    <a:lnTo>
                      <a:pt x="8436" y="2094"/>
                    </a:lnTo>
                    <a:lnTo>
                      <a:pt x="8442" y="2082"/>
                    </a:lnTo>
                    <a:lnTo>
                      <a:pt x="8442" y="2076"/>
                    </a:lnTo>
                    <a:lnTo>
                      <a:pt x="8430" y="2064"/>
                    </a:lnTo>
                    <a:lnTo>
                      <a:pt x="8436" y="2058"/>
                    </a:lnTo>
                    <a:lnTo>
                      <a:pt x="8442" y="2046"/>
                    </a:lnTo>
                    <a:lnTo>
                      <a:pt x="8448" y="2040"/>
                    </a:lnTo>
                    <a:lnTo>
                      <a:pt x="8448" y="2022"/>
                    </a:lnTo>
                    <a:lnTo>
                      <a:pt x="8430" y="2004"/>
                    </a:lnTo>
                    <a:lnTo>
                      <a:pt x="8418" y="1998"/>
                    </a:lnTo>
                    <a:lnTo>
                      <a:pt x="8406" y="1974"/>
                    </a:lnTo>
                    <a:lnTo>
                      <a:pt x="8406" y="1962"/>
                    </a:lnTo>
                    <a:lnTo>
                      <a:pt x="8412" y="1950"/>
                    </a:lnTo>
                    <a:lnTo>
                      <a:pt x="8430" y="1932"/>
                    </a:lnTo>
                    <a:lnTo>
                      <a:pt x="8442" y="1932"/>
                    </a:lnTo>
                    <a:lnTo>
                      <a:pt x="8454" y="1938"/>
                    </a:lnTo>
                    <a:lnTo>
                      <a:pt x="8460" y="1938"/>
                    </a:lnTo>
                    <a:lnTo>
                      <a:pt x="8466" y="1944"/>
                    </a:lnTo>
                    <a:lnTo>
                      <a:pt x="8472" y="1944"/>
                    </a:lnTo>
                    <a:lnTo>
                      <a:pt x="8466" y="1938"/>
                    </a:lnTo>
                    <a:lnTo>
                      <a:pt x="8460" y="1926"/>
                    </a:lnTo>
                    <a:lnTo>
                      <a:pt x="8448" y="1920"/>
                    </a:lnTo>
                    <a:lnTo>
                      <a:pt x="8442" y="1908"/>
                    </a:lnTo>
                    <a:lnTo>
                      <a:pt x="8424" y="1890"/>
                    </a:lnTo>
                    <a:lnTo>
                      <a:pt x="8412" y="1890"/>
                    </a:lnTo>
                    <a:lnTo>
                      <a:pt x="8406" y="1884"/>
                    </a:lnTo>
                    <a:lnTo>
                      <a:pt x="8400" y="1872"/>
                    </a:lnTo>
                    <a:lnTo>
                      <a:pt x="8400" y="1860"/>
                    </a:lnTo>
                    <a:lnTo>
                      <a:pt x="8406" y="1848"/>
                    </a:lnTo>
                    <a:lnTo>
                      <a:pt x="8412" y="1842"/>
                    </a:lnTo>
                    <a:lnTo>
                      <a:pt x="8424" y="1836"/>
                    </a:lnTo>
                    <a:lnTo>
                      <a:pt x="8430" y="1830"/>
                    </a:lnTo>
                    <a:lnTo>
                      <a:pt x="8442" y="1836"/>
                    </a:lnTo>
                    <a:lnTo>
                      <a:pt x="8466" y="1836"/>
                    </a:lnTo>
                    <a:lnTo>
                      <a:pt x="8472" y="1830"/>
                    </a:lnTo>
                    <a:lnTo>
                      <a:pt x="8472" y="1812"/>
                    </a:lnTo>
                    <a:lnTo>
                      <a:pt x="8454" y="1794"/>
                    </a:lnTo>
                    <a:lnTo>
                      <a:pt x="8436" y="1788"/>
                    </a:lnTo>
                    <a:lnTo>
                      <a:pt x="8424" y="1782"/>
                    </a:lnTo>
                    <a:lnTo>
                      <a:pt x="8406" y="1770"/>
                    </a:lnTo>
                    <a:lnTo>
                      <a:pt x="8394" y="1758"/>
                    </a:lnTo>
                    <a:lnTo>
                      <a:pt x="8388" y="1740"/>
                    </a:lnTo>
                    <a:lnTo>
                      <a:pt x="8376" y="1716"/>
                    </a:lnTo>
                    <a:lnTo>
                      <a:pt x="8376" y="1704"/>
                    </a:lnTo>
                    <a:lnTo>
                      <a:pt x="8370" y="1698"/>
                    </a:lnTo>
                    <a:lnTo>
                      <a:pt x="8370" y="1692"/>
                    </a:lnTo>
                    <a:lnTo>
                      <a:pt x="8382" y="1686"/>
                    </a:lnTo>
                    <a:lnTo>
                      <a:pt x="8406" y="1710"/>
                    </a:lnTo>
                    <a:lnTo>
                      <a:pt x="8418" y="1716"/>
                    </a:lnTo>
                    <a:lnTo>
                      <a:pt x="8430" y="1716"/>
                    </a:lnTo>
                    <a:lnTo>
                      <a:pt x="8430" y="1710"/>
                    </a:lnTo>
                    <a:lnTo>
                      <a:pt x="8424" y="1704"/>
                    </a:lnTo>
                    <a:lnTo>
                      <a:pt x="8418" y="1692"/>
                    </a:lnTo>
                    <a:lnTo>
                      <a:pt x="8412" y="1686"/>
                    </a:lnTo>
                    <a:lnTo>
                      <a:pt x="8406" y="1674"/>
                    </a:lnTo>
                    <a:lnTo>
                      <a:pt x="8400" y="1668"/>
                    </a:lnTo>
                    <a:lnTo>
                      <a:pt x="8364" y="1668"/>
                    </a:lnTo>
                    <a:lnTo>
                      <a:pt x="8316" y="1626"/>
                    </a:lnTo>
                    <a:lnTo>
                      <a:pt x="8316" y="1596"/>
                    </a:lnTo>
                    <a:lnTo>
                      <a:pt x="8310" y="1590"/>
                    </a:lnTo>
                    <a:lnTo>
                      <a:pt x="8298" y="1584"/>
                    </a:lnTo>
                    <a:lnTo>
                      <a:pt x="8280" y="1578"/>
                    </a:lnTo>
                    <a:lnTo>
                      <a:pt x="8268" y="1572"/>
                    </a:lnTo>
                    <a:lnTo>
                      <a:pt x="8256" y="1572"/>
                    </a:lnTo>
                    <a:lnTo>
                      <a:pt x="8256" y="1590"/>
                    </a:lnTo>
                    <a:lnTo>
                      <a:pt x="8250" y="1590"/>
                    </a:lnTo>
                    <a:lnTo>
                      <a:pt x="8244" y="1584"/>
                    </a:lnTo>
                    <a:lnTo>
                      <a:pt x="8232" y="1584"/>
                    </a:lnTo>
                    <a:lnTo>
                      <a:pt x="8214" y="1572"/>
                    </a:lnTo>
                    <a:lnTo>
                      <a:pt x="8202" y="1566"/>
                    </a:lnTo>
                    <a:lnTo>
                      <a:pt x="8196" y="1560"/>
                    </a:lnTo>
                    <a:lnTo>
                      <a:pt x="8190" y="1548"/>
                    </a:lnTo>
                    <a:lnTo>
                      <a:pt x="8190" y="1536"/>
                    </a:lnTo>
                    <a:lnTo>
                      <a:pt x="8196" y="1524"/>
                    </a:lnTo>
                    <a:lnTo>
                      <a:pt x="8196" y="1500"/>
                    </a:lnTo>
                    <a:lnTo>
                      <a:pt x="8184" y="1476"/>
                    </a:lnTo>
                    <a:lnTo>
                      <a:pt x="8166" y="1458"/>
                    </a:lnTo>
                    <a:lnTo>
                      <a:pt x="8154" y="1452"/>
                    </a:lnTo>
                    <a:lnTo>
                      <a:pt x="8154" y="1434"/>
                    </a:lnTo>
                    <a:lnTo>
                      <a:pt x="8160" y="1428"/>
                    </a:lnTo>
                    <a:lnTo>
                      <a:pt x="8172" y="1428"/>
                    </a:lnTo>
                    <a:lnTo>
                      <a:pt x="8184" y="1434"/>
                    </a:lnTo>
                    <a:lnTo>
                      <a:pt x="8196" y="1416"/>
                    </a:lnTo>
                    <a:lnTo>
                      <a:pt x="8232" y="1446"/>
                    </a:lnTo>
                    <a:lnTo>
                      <a:pt x="8238" y="1440"/>
                    </a:lnTo>
                    <a:lnTo>
                      <a:pt x="8226" y="1428"/>
                    </a:lnTo>
                    <a:lnTo>
                      <a:pt x="8226" y="1422"/>
                    </a:lnTo>
                    <a:lnTo>
                      <a:pt x="8232" y="1416"/>
                    </a:lnTo>
                    <a:lnTo>
                      <a:pt x="8232" y="1404"/>
                    </a:lnTo>
                    <a:lnTo>
                      <a:pt x="8238" y="1392"/>
                    </a:lnTo>
                    <a:lnTo>
                      <a:pt x="8250" y="1386"/>
                    </a:lnTo>
                    <a:lnTo>
                      <a:pt x="8256" y="1386"/>
                    </a:lnTo>
                    <a:lnTo>
                      <a:pt x="8274" y="1404"/>
                    </a:lnTo>
                    <a:lnTo>
                      <a:pt x="8280" y="1416"/>
                    </a:lnTo>
                    <a:lnTo>
                      <a:pt x="8292" y="1428"/>
                    </a:lnTo>
                    <a:lnTo>
                      <a:pt x="8304" y="1434"/>
                    </a:lnTo>
                    <a:lnTo>
                      <a:pt x="8310" y="1446"/>
                    </a:lnTo>
                    <a:lnTo>
                      <a:pt x="8322" y="1398"/>
                    </a:lnTo>
                    <a:lnTo>
                      <a:pt x="8334" y="1398"/>
                    </a:lnTo>
                    <a:lnTo>
                      <a:pt x="8364" y="1392"/>
                    </a:lnTo>
                    <a:lnTo>
                      <a:pt x="8400" y="1386"/>
                    </a:lnTo>
                    <a:lnTo>
                      <a:pt x="8430" y="1386"/>
                    </a:lnTo>
                    <a:lnTo>
                      <a:pt x="8478" y="1410"/>
                    </a:lnTo>
                    <a:lnTo>
                      <a:pt x="8484" y="1416"/>
                    </a:lnTo>
                    <a:lnTo>
                      <a:pt x="8490" y="1416"/>
                    </a:lnTo>
                    <a:lnTo>
                      <a:pt x="8532" y="1434"/>
                    </a:lnTo>
                    <a:lnTo>
                      <a:pt x="8502" y="1374"/>
                    </a:lnTo>
                    <a:lnTo>
                      <a:pt x="8526" y="1374"/>
                    </a:lnTo>
                    <a:lnTo>
                      <a:pt x="8538" y="1368"/>
                    </a:lnTo>
                    <a:lnTo>
                      <a:pt x="8550" y="1356"/>
                    </a:lnTo>
                    <a:lnTo>
                      <a:pt x="8550" y="1332"/>
                    </a:lnTo>
                    <a:lnTo>
                      <a:pt x="8544" y="1326"/>
                    </a:lnTo>
                    <a:lnTo>
                      <a:pt x="8538" y="1314"/>
                    </a:lnTo>
                    <a:lnTo>
                      <a:pt x="8562" y="1314"/>
                    </a:lnTo>
                    <a:lnTo>
                      <a:pt x="8562" y="1290"/>
                    </a:lnTo>
                    <a:lnTo>
                      <a:pt x="8574" y="1290"/>
                    </a:lnTo>
                    <a:lnTo>
                      <a:pt x="8586" y="1296"/>
                    </a:lnTo>
                    <a:lnTo>
                      <a:pt x="8616" y="1296"/>
                    </a:lnTo>
                    <a:lnTo>
                      <a:pt x="8628" y="1290"/>
                    </a:lnTo>
                    <a:lnTo>
                      <a:pt x="8634" y="1284"/>
                    </a:lnTo>
                    <a:lnTo>
                      <a:pt x="8640" y="1272"/>
                    </a:lnTo>
                    <a:lnTo>
                      <a:pt x="8652" y="1260"/>
                    </a:lnTo>
                    <a:lnTo>
                      <a:pt x="8658" y="1248"/>
                    </a:lnTo>
                    <a:lnTo>
                      <a:pt x="8664" y="1242"/>
                    </a:lnTo>
                    <a:lnTo>
                      <a:pt x="8670" y="1242"/>
                    </a:lnTo>
                    <a:lnTo>
                      <a:pt x="8652" y="1218"/>
                    </a:lnTo>
                    <a:lnTo>
                      <a:pt x="8682" y="1218"/>
                    </a:lnTo>
                    <a:lnTo>
                      <a:pt x="8688" y="1236"/>
                    </a:lnTo>
                    <a:lnTo>
                      <a:pt x="8748" y="1242"/>
                    </a:lnTo>
                    <a:lnTo>
                      <a:pt x="8760" y="1242"/>
                    </a:lnTo>
                    <a:lnTo>
                      <a:pt x="8772" y="1248"/>
                    </a:lnTo>
                    <a:lnTo>
                      <a:pt x="8808" y="1248"/>
                    </a:lnTo>
                    <a:lnTo>
                      <a:pt x="8808" y="1230"/>
                    </a:lnTo>
                    <a:lnTo>
                      <a:pt x="8802" y="1218"/>
                    </a:lnTo>
                    <a:lnTo>
                      <a:pt x="8766" y="1218"/>
                    </a:lnTo>
                    <a:lnTo>
                      <a:pt x="8760" y="1194"/>
                    </a:lnTo>
                    <a:lnTo>
                      <a:pt x="8754" y="1194"/>
                    </a:lnTo>
                    <a:lnTo>
                      <a:pt x="8748" y="1188"/>
                    </a:lnTo>
                    <a:lnTo>
                      <a:pt x="8736" y="1188"/>
                    </a:lnTo>
                    <a:lnTo>
                      <a:pt x="8712" y="1176"/>
                    </a:lnTo>
                    <a:lnTo>
                      <a:pt x="8700" y="1176"/>
                    </a:lnTo>
                    <a:lnTo>
                      <a:pt x="8688" y="1170"/>
                    </a:lnTo>
                    <a:lnTo>
                      <a:pt x="8658" y="1170"/>
                    </a:lnTo>
                    <a:lnTo>
                      <a:pt x="8664" y="1152"/>
                    </a:lnTo>
                    <a:lnTo>
                      <a:pt x="8592" y="1104"/>
                    </a:lnTo>
                    <a:lnTo>
                      <a:pt x="8574" y="1122"/>
                    </a:lnTo>
                    <a:lnTo>
                      <a:pt x="8568" y="1122"/>
                    </a:lnTo>
                    <a:lnTo>
                      <a:pt x="8562" y="1116"/>
                    </a:lnTo>
                    <a:lnTo>
                      <a:pt x="8550" y="1116"/>
                    </a:lnTo>
                    <a:lnTo>
                      <a:pt x="8538" y="1110"/>
                    </a:lnTo>
                    <a:lnTo>
                      <a:pt x="8532" y="1110"/>
                    </a:lnTo>
                    <a:lnTo>
                      <a:pt x="8520" y="1104"/>
                    </a:lnTo>
                    <a:lnTo>
                      <a:pt x="8508" y="1092"/>
                    </a:lnTo>
                    <a:lnTo>
                      <a:pt x="8502" y="1092"/>
                    </a:lnTo>
                    <a:lnTo>
                      <a:pt x="8466" y="1098"/>
                    </a:lnTo>
                    <a:lnTo>
                      <a:pt x="8442" y="1092"/>
                    </a:lnTo>
                    <a:lnTo>
                      <a:pt x="8430" y="1086"/>
                    </a:lnTo>
                    <a:lnTo>
                      <a:pt x="8412" y="1068"/>
                    </a:lnTo>
                    <a:lnTo>
                      <a:pt x="8406" y="1068"/>
                    </a:lnTo>
                    <a:lnTo>
                      <a:pt x="8412" y="1062"/>
                    </a:lnTo>
                    <a:lnTo>
                      <a:pt x="8436" y="1062"/>
                    </a:lnTo>
                    <a:lnTo>
                      <a:pt x="8460" y="1074"/>
                    </a:lnTo>
                    <a:lnTo>
                      <a:pt x="8478" y="1074"/>
                    </a:lnTo>
                    <a:lnTo>
                      <a:pt x="8496" y="1080"/>
                    </a:lnTo>
                    <a:lnTo>
                      <a:pt x="8514" y="1080"/>
                    </a:lnTo>
                    <a:lnTo>
                      <a:pt x="8526" y="1086"/>
                    </a:lnTo>
                    <a:lnTo>
                      <a:pt x="8544" y="1086"/>
                    </a:lnTo>
                    <a:lnTo>
                      <a:pt x="8550" y="1080"/>
                    </a:lnTo>
                    <a:lnTo>
                      <a:pt x="8562" y="1080"/>
                    </a:lnTo>
                    <a:lnTo>
                      <a:pt x="8580" y="1074"/>
                    </a:lnTo>
                    <a:lnTo>
                      <a:pt x="8604" y="1062"/>
                    </a:lnTo>
                    <a:lnTo>
                      <a:pt x="8616" y="1050"/>
                    </a:lnTo>
                    <a:lnTo>
                      <a:pt x="8604" y="1038"/>
                    </a:lnTo>
                    <a:lnTo>
                      <a:pt x="8592" y="1032"/>
                    </a:lnTo>
                    <a:lnTo>
                      <a:pt x="8586" y="1026"/>
                    </a:lnTo>
                    <a:lnTo>
                      <a:pt x="8574" y="1020"/>
                    </a:lnTo>
                    <a:lnTo>
                      <a:pt x="8568" y="1014"/>
                    </a:lnTo>
                    <a:lnTo>
                      <a:pt x="8562" y="1014"/>
                    </a:lnTo>
                    <a:lnTo>
                      <a:pt x="8556" y="1008"/>
                    </a:lnTo>
                    <a:lnTo>
                      <a:pt x="8520" y="990"/>
                    </a:lnTo>
                    <a:lnTo>
                      <a:pt x="8508" y="978"/>
                    </a:lnTo>
                    <a:lnTo>
                      <a:pt x="8514" y="972"/>
                    </a:lnTo>
                    <a:lnTo>
                      <a:pt x="8538" y="972"/>
                    </a:lnTo>
                    <a:lnTo>
                      <a:pt x="8556" y="978"/>
                    </a:lnTo>
                    <a:lnTo>
                      <a:pt x="8562" y="984"/>
                    </a:lnTo>
                    <a:lnTo>
                      <a:pt x="8574" y="990"/>
                    </a:lnTo>
                    <a:lnTo>
                      <a:pt x="8580" y="990"/>
                    </a:lnTo>
                    <a:lnTo>
                      <a:pt x="8586" y="996"/>
                    </a:lnTo>
                    <a:lnTo>
                      <a:pt x="8610" y="1008"/>
                    </a:lnTo>
                    <a:lnTo>
                      <a:pt x="8628" y="1020"/>
                    </a:lnTo>
                    <a:lnTo>
                      <a:pt x="8652" y="1032"/>
                    </a:lnTo>
                    <a:lnTo>
                      <a:pt x="8664" y="1032"/>
                    </a:lnTo>
                    <a:lnTo>
                      <a:pt x="8676" y="1026"/>
                    </a:lnTo>
                    <a:lnTo>
                      <a:pt x="8682" y="1026"/>
                    </a:lnTo>
                    <a:lnTo>
                      <a:pt x="8688" y="1020"/>
                    </a:lnTo>
                    <a:lnTo>
                      <a:pt x="8730" y="1020"/>
                    </a:lnTo>
                    <a:lnTo>
                      <a:pt x="8754" y="1026"/>
                    </a:lnTo>
                    <a:lnTo>
                      <a:pt x="8808" y="1044"/>
                    </a:lnTo>
                    <a:lnTo>
                      <a:pt x="8850" y="1062"/>
                    </a:lnTo>
                    <a:lnTo>
                      <a:pt x="8880" y="1068"/>
                    </a:lnTo>
                    <a:lnTo>
                      <a:pt x="8886" y="1074"/>
                    </a:lnTo>
                    <a:lnTo>
                      <a:pt x="8898" y="1074"/>
                    </a:lnTo>
                    <a:lnTo>
                      <a:pt x="8934" y="1086"/>
                    </a:lnTo>
                    <a:lnTo>
                      <a:pt x="8946" y="1086"/>
                    </a:lnTo>
                    <a:lnTo>
                      <a:pt x="8952" y="1092"/>
                    </a:lnTo>
                    <a:lnTo>
                      <a:pt x="8958" y="1092"/>
                    </a:lnTo>
                    <a:lnTo>
                      <a:pt x="8970" y="1098"/>
                    </a:lnTo>
                    <a:lnTo>
                      <a:pt x="8976" y="1104"/>
                    </a:lnTo>
                    <a:lnTo>
                      <a:pt x="8988" y="1110"/>
                    </a:lnTo>
                    <a:lnTo>
                      <a:pt x="9000" y="1110"/>
                    </a:lnTo>
                    <a:lnTo>
                      <a:pt x="9018" y="1116"/>
                    </a:lnTo>
                    <a:lnTo>
                      <a:pt x="9024" y="1122"/>
                    </a:lnTo>
                    <a:lnTo>
                      <a:pt x="9042" y="1122"/>
                    </a:lnTo>
                    <a:lnTo>
                      <a:pt x="9042" y="1116"/>
                    </a:lnTo>
                    <a:lnTo>
                      <a:pt x="9036" y="1098"/>
                    </a:lnTo>
                    <a:lnTo>
                      <a:pt x="9012" y="1074"/>
                    </a:lnTo>
                    <a:lnTo>
                      <a:pt x="9006" y="1074"/>
                    </a:lnTo>
                    <a:lnTo>
                      <a:pt x="9024" y="1056"/>
                    </a:lnTo>
                    <a:lnTo>
                      <a:pt x="8976" y="1038"/>
                    </a:lnTo>
                    <a:lnTo>
                      <a:pt x="8988" y="1032"/>
                    </a:lnTo>
                    <a:lnTo>
                      <a:pt x="8940" y="1008"/>
                    </a:lnTo>
                    <a:lnTo>
                      <a:pt x="8994" y="1020"/>
                    </a:lnTo>
                    <a:lnTo>
                      <a:pt x="8988" y="996"/>
                    </a:lnTo>
                    <a:lnTo>
                      <a:pt x="9000" y="996"/>
                    </a:lnTo>
                    <a:lnTo>
                      <a:pt x="9012" y="1002"/>
                    </a:lnTo>
                    <a:lnTo>
                      <a:pt x="9048" y="1002"/>
                    </a:lnTo>
                    <a:lnTo>
                      <a:pt x="9048" y="996"/>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dirty="0">
                  <a:latin typeface="Arial" pitchFamily="34" charset="0"/>
                </a:endParaRPr>
              </a:p>
            </p:txBody>
          </p:sp>
          <p:sp>
            <p:nvSpPr>
              <p:cNvPr id="139" name="Romania" descr="© INSCALE GmbH, 05.05.2010&#10;http://www.presentationload.com/">
                <a:extLst>
                  <a:ext uri="{FF2B5EF4-FFF2-40B4-BE49-F238E27FC236}">
                    <a16:creationId xmlns:a16="http://schemas.microsoft.com/office/drawing/2014/main" id="{77EDD12F-F58D-7E86-E9F6-F6A944C04756}"/>
                  </a:ext>
                </a:extLst>
              </p:cNvPr>
              <p:cNvSpPr>
                <a:spLocks/>
              </p:cNvSpPr>
              <p:nvPr/>
            </p:nvSpPr>
            <p:spPr bwMode="gray">
              <a:xfrm>
                <a:off x="2999" y="1585"/>
                <a:ext cx="156" cy="93"/>
              </a:xfrm>
              <a:custGeom>
                <a:avLst/>
                <a:gdLst>
                  <a:gd name="T0" fmla="*/ 2147483647 w 612"/>
                  <a:gd name="T1" fmla="*/ 2147483647 h 366"/>
                  <a:gd name="T2" fmla="*/ 2147483647 w 612"/>
                  <a:gd name="T3" fmla="*/ 2147483647 h 366"/>
                  <a:gd name="T4" fmla="*/ 2147483647 w 612"/>
                  <a:gd name="T5" fmla="*/ 2147483647 h 366"/>
                  <a:gd name="T6" fmla="*/ 2147483647 w 612"/>
                  <a:gd name="T7" fmla="*/ 2147483647 h 366"/>
                  <a:gd name="T8" fmla="*/ 2147483647 w 612"/>
                  <a:gd name="T9" fmla="*/ 2147483647 h 366"/>
                  <a:gd name="T10" fmla="*/ 2147483647 w 612"/>
                  <a:gd name="T11" fmla="*/ 2147483647 h 366"/>
                  <a:gd name="T12" fmla="*/ 2147483647 w 612"/>
                  <a:gd name="T13" fmla="*/ 2147483647 h 366"/>
                  <a:gd name="T14" fmla="*/ 2147483647 w 612"/>
                  <a:gd name="T15" fmla="*/ 2147483647 h 366"/>
                  <a:gd name="T16" fmla="*/ 2147483647 w 612"/>
                  <a:gd name="T17" fmla="*/ 2147483647 h 366"/>
                  <a:gd name="T18" fmla="*/ 2147483647 w 612"/>
                  <a:gd name="T19" fmla="*/ 2147483647 h 366"/>
                  <a:gd name="T20" fmla="*/ 2147483647 w 612"/>
                  <a:gd name="T21" fmla="*/ 2147483647 h 366"/>
                  <a:gd name="T22" fmla="*/ 2147483647 w 612"/>
                  <a:gd name="T23" fmla="*/ 2147483647 h 366"/>
                  <a:gd name="T24" fmla="*/ 2147483647 w 612"/>
                  <a:gd name="T25" fmla="*/ 2147483647 h 366"/>
                  <a:gd name="T26" fmla="*/ 2147483647 w 612"/>
                  <a:gd name="T27" fmla="*/ 0 h 366"/>
                  <a:gd name="T28" fmla="*/ 2147483647 w 612"/>
                  <a:gd name="T29" fmla="*/ 2147483647 h 366"/>
                  <a:gd name="T30" fmla="*/ 2147483647 w 612"/>
                  <a:gd name="T31" fmla="*/ 2147483647 h 366"/>
                  <a:gd name="T32" fmla="*/ 2147483647 w 612"/>
                  <a:gd name="T33" fmla="*/ 2147483647 h 366"/>
                  <a:gd name="T34" fmla="*/ 2147483647 w 612"/>
                  <a:gd name="T35" fmla="*/ 2147483647 h 366"/>
                  <a:gd name="T36" fmla="*/ 2147483647 w 612"/>
                  <a:gd name="T37" fmla="*/ 2147483647 h 366"/>
                  <a:gd name="T38" fmla="*/ 2147483647 w 612"/>
                  <a:gd name="T39" fmla="*/ 2147483647 h 366"/>
                  <a:gd name="T40" fmla="*/ 2147483647 w 612"/>
                  <a:gd name="T41" fmla="*/ 2147483647 h 366"/>
                  <a:gd name="T42" fmla="*/ 2147483647 w 612"/>
                  <a:gd name="T43" fmla="*/ 2147483647 h 366"/>
                  <a:gd name="T44" fmla="*/ 2147483647 w 612"/>
                  <a:gd name="T45" fmla="*/ 2147483647 h 366"/>
                  <a:gd name="T46" fmla="*/ 2147483647 w 612"/>
                  <a:gd name="T47" fmla="*/ 2147483647 h 366"/>
                  <a:gd name="T48" fmla="*/ 0 w 612"/>
                  <a:gd name="T49" fmla="*/ 2147483647 h 366"/>
                  <a:gd name="T50" fmla="*/ 2147483647 w 612"/>
                  <a:gd name="T51" fmla="*/ 2147483647 h 366"/>
                  <a:gd name="T52" fmla="*/ 2147483647 w 612"/>
                  <a:gd name="T53" fmla="*/ 2147483647 h 366"/>
                  <a:gd name="T54" fmla="*/ 2147483647 w 612"/>
                  <a:gd name="T55" fmla="*/ 2147483647 h 366"/>
                  <a:gd name="T56" fmla="*/ 2147483647 w 612"/>
                  <a:gd name="T57" fmla="*/ 2147483647 h 366"/>
                  <a:gd name="T58" fmla="*/ 2147483647 w 612"/>
                  <a:gd name="T59" fmla="*/ 2147483647 h 366"/>
                  <a:gd name="T60" fmla="*/ 2147483647 w 612"/>
                  <a:gd name="T61" fmla="*/ 2147483647 h 366"/>
                  <a:gd name="T62" fmla="*/ 2147483647 w 612"/>
                  <a:gd name="T63" fmla="*/ 2147483647 h 366"/>
                  <a:gd name="T64" fmla="*/ 2147483647 w 612"/>
                  <a:gd name="T65" fmla="*/ 2147483647 h 366"/>
                  <a:gd name="T66" fmla="*/ 2147483647 w 612"/>
                  <a:gd name="T67" fmla="*/ 2147483647 h 366"/>
                  <a:gd name="T68" fmla="*/ 2147483647 w 612"/>
                  <a:gd name="T69" fmla="*/ 2147483647 h 366"/>
                  <a:gd name="T70" fmla="*/ 2147483647 w 612"/>
                  <a:gd name="T71" fmla="*/ 2147483647 h 366"/>
                  <a:gd name="T72" fmla="*/ 2147483647 w 612"/>
                  <a:gd name="T73" fmla="*/ 2147483647 h 366"/>
                  <a:gd name="T74" fmla="*/ 2147483647 w 612"/>
                  <a:gd name="T75" fmla="*/ 2147483647 h 366"/>
                  <a:gd name="T76" fmla="*/ 2147483647 w 612"/>
                  <a:gd name="T77" fmla="*/ 2147483647 h 366"/>
                  <a:gd name="T78" fmla="*/ 2147483647 w 612"/>
                  <a:gd name="T79" fmla="*/ 2147483647 h 366"/>
                  <a:gd name="T80" fmla="*/ 2147483647 w 612"/>
                  <a:gd name="T81" fmla="*/ 2147483647 h 366"/>
                  <a:gd name="T82" fmla="*/ 2147483647 w 612"/>
                  <a:gd name="T83" fmla="*/ 2147483647 h 366"/>
                  <a:gd name="T84" fmla="*/ 2147483647 w 612"/>
                  <a:gd name="T85" fmla="*/ 2147483647 h 36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12"/>
                  <a:gd name="T130" fmla="*/ 0 h 366"/>
                  <a:gd name="T131" fmla="*/ 612 w 612"/>
                  <a:gd name="T132" fmla="*/ 366 h 36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12" h="366">
                    <a:moveTo>
                      <a:pt x="516" y="354"/>
                    </a:moveTo>
                    <a:lnTo>
                      <a:pt x="522" y="360"/>
                    </a:lnTo>
                    <a:lnTo>
                      <a:pt x="540" y="360"/>
                    </a:lnTo>
                    <a:lnTo>
                      <a:pt x="540" y="318"/>
                    </a:lnTo>
                    <a:lnTo>
                      <a:pt x="546" y="312"/>
                    </a:lnTo>
                    <a:lnTo>
                      <a:pt x="558" y="294"/>
                    </a:lnTo>
                    <a:lnTo>
                      <a:pt x="564" y="282"/>
                    </a:lnTo>
                    <a:lnTo>
                      <a:pt x="570" y="276"/>
                    </a:lnTo>
                    <a:lnTo>
                      <a:pt x="606" y="276"/>
                    </a:lnTo>
                    <a:lnTo>
                      <a:pt x="612" y="270"/>
                    </a:lnTo>
                    <a:lnTo>
                      <a:pt x="612" y="258"/>
                    </a:lnTo>
                    <a:lnTo>
                      <a:pt x="600" y="222"/>
                    </a:lnTo>
                    <a:lnTo>
                      <a:pt x="600" y="216"/>
                    </a:lnTo>
                    <a:lnTo>
                      <a:pt x="594" y="216"/>
                    </a:lnTo>
                    <a:lnTo>
                      <a:pt x="588" y="222"/>
                    </a:lnTo>
                    <a:lnTo>
                      <a:pt x="570" y="222"/>
                    </a:lnTo>
                    <a:lnTo>
                      <a:pt x="564" y="228"/>
                    </a:lnTo>
                    <a:lnTo>
                      <a:pt x="558" y="228"/>
                    </a:lnTo>
                    <a:lnTo>
                      <a:pt x="552" y="234"/>
                    </a:lnTo>
                    <a:lnTo>
                      <a:pt x="522" y="234"/>
                    </a:lnTo>
                    <a:lnTo>
                      <a:pt x="510" y="222"/>
                    </a:lnTo>
                    <a:lnTo>
                      <a:pt x="510" y="198"/>
                    </a:lnTo>
                    <a:lnTo>
                      <a:pt x="504" y="192"/>
                    </a:lnTo>
                    <a:lnTo>
                      <a:pt x="498" y="180"/>
                    </a:lnTo>
                    <a:lnTo>
                      <a:pt x="498" y="168"/>
                    </a:lnTo>
                    <a:lnTo>
                      <a:pt x="504" y="162"/>
                    </a:lnTo>
                    <a:lnTo>
                      <a:pt x="504" y="150"/>
                    </a:lnTo>
                    <a:lnTo>
                      <a:pt x="510" y="144"/>
                    </a:lnTo>
                    <a:lnTo>
                      <a:pt x="504" y="144"/>
                    </a:lnTo>
                    <a:lnTo>
                      <a:pt x="504" y="102"/>
                    </a:lnTo>
                    <a:lnTo>
                      <a:pt x="498" y="96"/>
                    </a:lnTo>
                    <a:lnTo>
                      <a:pt x="480" y="96"/>
                    </a:lnTo>
                    <a:lnTo>
                      <a:pt x="474" y="78"/>
                    </a:lnTo>
                    <a:lnTo>
                      <a:pt x="462" y="78"/>
                    </a:lnTo>
                    <a:lnTo>
                      <a:pt x="456" y="54"/>
                    </a:lnTo>
                    <a:lnTo>
                      <a:pt x="432" y="42"/>
                    </a:lnTo>
                    <a:lnTo>
                      <a:pt x="432" y="30"/>
                    </a:lnTo>
                    <a:lnTo>
                      <a:pt x="426" y="24"/>
                    </a:lnTo>
                    <a:lnTo>
                      <a:pt x="420" y="12"/>
                    </a:lnTo>
                    <a:lnTo>
                      <a:pt x="414" y="6"/>
                    </a:lnTo>
                    <a:lnTo>
                      <a:pt x="396" y="0"/>
                    </a:lnTo>
                    <a:lnTo>
                      <a:pt x="384" y="0"/>
                    </a:lnTo>
                    <a:lnTo>
                      <a:pt x="378" y="6"/>
                    </a:lnTo>
                    <a:lnTo>
                      <a:pt x="378" y="12"/>
                    </a:lnTo>
                    <a:lnTo>
                      <a:pt x="366" y="24"/>
                    </a:lnTo>
                    <a:lnTo>
                      <a:pt x="348" y="24"/>
                    </a:lnTo>
                    <a:lnTo>
                      <a:pt x="342" y="18"/>
                    </a:lnTo>
                    <a:lnTo>
                      <a:pt x="336" y="30"/>
                    </a:lnTo>
                    <a:lnTo>
                      <a:pt x="312" y="24"/>
                    </a:lnTo>
                    <a:lnTo>
                      <a:pt x="312" y="30"/>
                    </a:lnTo>
                    <a:lnTo>
                      <a:pt x="300" y="42"/>
                    </a:lnTo>
                    <a:lnTo>
                      <a:pt x="288" y="42"/>
                    </a:lnTo>
                    <a:lnTo>
                      <a:pt x="264" y="18"/>
                    </a:lnTo>
                    <a:lnTo>
                      <a:pt x="258" y="18"/>
                    </a:lnTo>
                    <a:lnTo>
                      <a:pt x="246" y="24"/>
                    </a:lnTo>
                    <a:lnTo>
                      <a:pt x="240" y="24"/>
                    </a:lnTo>
                    <a:lnTo>
                      <a:pt x="228" y="30"/>
                    </a:lnTo>
                    <a:lnTo>
                      <a:pt x="222" y="24"/>
                    </a:lnTo>
                    <a:lnTo>
                      <a:pt x="198" y="24"/>
                    </a:lnTo>
                    <a:lnTo>
                      <a:pt x="192" y="18"/>
                    </a:lnTo>
                    <a:lnTo>
                      <a:pt x="168" y="18"/>
                    </a:lnTo>
                    <a:lnTo>
                      <a:pt x="150" y="36"/>
                    </a:lnTo>
                    <a:lnTo>
                      <a:pt x="120" y="36"/>
                    </a:lnTo>
                    <a:lnTo>
                      <a:pt x="108" y="48"/>
                    </a:lnTo>
                    <a:lnTo>
                      <a:pt x="108" y="90"/>
                    </a:lnTo>
                    <a:lnTo>
                      <a:pt x="90" y="108"/>
                    </a:lnTo>
                    <a:lnTo>
                      <a:pt x="78" y="114"/>
                    </a:lnTo>
                    <a:lnTo>
                      <a:pt x="72" y="120"/>
                    </a:lnTo>
                    <a:lnTo>
                      <a:pt x="72" y="138"/>
                    </a:lnTo>
                    <a:lnTo>
                      <a:pt x="66" y="144"/>
                    </a:lnTo>
                    <a:lnTo>
                      <a:pt x="54" y="150"/>
                    </a:lnTo>
                    <a:lnTo>
                      <a:pt x="48" y="156"/>
                    </a:lnTo>
                    <a:lnTo>
                      <a:pt x="30" y="150"/>
                    </a:lnTo>
                    <a:lnTo>
                      <a:pt x="30" y="168"/>
                    </a:lnTo>
                    <a:lnTo>
                      <a:pt x="0" y="174"/>
                    </a:lnTo>
                    <a:lnTo>
                      <a:pt x="6" y="174"/>
                    </a:lnTo>
                    <a:lnTo>
                      <a:pt x="30" y="192"/>
                    </a:lnTo>
                    <a:lnTo>
                      <a:pt x="36" y="192"/>
                    </a:lnTo>
                    <a:lnTo>
                      <a:pt x="48" y="228"/>
                    </a:lnTo>
                    <a:lnTo>
                      <a:pt x="54" y="234"/>
                    </a:lnTo>
                    <a:lnTo>
                      <a:pt x="60" y="234"/>
                    </a:lnTo>
                    <a:lnTo>
                      <a:pt x="66" y="228"/>
                    </a:lnTo>
                    <a:lnTo>
                      <a:pt x="72" y="228"/>
                    </a:lnTo>
                    <a:lnTo>
                      <a:pt x="84" y="234"/>
                    </a:lnTo>
                    <a:lnTo>
                      <a:pt x="84" y="252"/>
                    </a:lnTo>
                    <a:lnTo>
                      <a:pt x="78" y="258"/>
                    </a:lnTo>
                    <a:lnTo>
                      <a:pt x="90" y="276"/>
                    </a:lnTo>
                    <a:lnTo>
                      <a:pt x="114" y="282"/>
                    </a:lnTo>
                    <a:lnTo>
                      <a:pt x="120" y="288"/>
                    </a:lnTo>
                    <a:lnTo>
                      <a:pt x="144" y="282"/>
                    </a:lnTo>
                    <a:lnTo>
                      <a:pt x="168" y="288"/>
                    </a:lnTo>
                    <a:lnTo>
                      <a:pt x="162" y="294"/>
                    </a:lnTo>
                    <a:lnTo>
                      <a:pt x="156" y="306"/>
                    </a:lnTo>
                    <a:lnTo>
                      <a:pt x="162" y="312"/>
                    </a:lnTo>
                    <a:lnTo>
                      <a:pt x="162" y="324"/>
                    </a:lnTo>
                    <a:lnTo>
                      <a:pt x="186" y="324"/>
                    </a:lnTo>
                    <a:lnTo>
                      <a:pt x="192" y="330"/>
                    </a:lnTo>
                    <a:lnTo>
                      <a:pt x="186" y="336"/>
                    </a:lnTo>
                    <a:lnTo>
                      <a:pt x="186" y="342"/>
                    </a:lnTo>
                    <a:lnTo>
                      <a:pt x="180" y="348"/>
                    </a:lnTo>
                    <a:lnTo>
                      <a:pt x="186" y="354"/>
                    </a:lnTo>
                    <a:lnTo>
                      <a:pt x="204" y="354"/>
                    </a:lnTo>
                    <a:lnTo>
                      <a:pt x="216" y="342"/>
                    </a:lnTo>
                    <a:lnTo>
                      <a:pt x="240" y="354"/>
                    </a:lnTo>
                    <a:lnTo>
                      <a:pt x="252" y="354"/>
                    </a:lnTo>
                    <a:lnTo>
                      <a:pt x="258" y="360"/>
                    </a:lnTo>
                    <a:lnTo>
                      <a:pt x="282" y="360"/>
                    </a:lnTo>
                    <a:lnTo>
                      <a:pt x="288" y="354"/>
                    </a:lnTo>
                    <a:lnTo>
                      <a:pt x="288" y="348"/>
                    </a:lnTo>
                    <a:lnTo>
                      <a:pt x="306" y="354"/>
                    </a:lnTo>
                    <a:lnTo>
                      <a:pt x="330" y="354"/>
                    </a:lnTo>
                    <a:lnTo>
                      <a:pt x="336" y="360"/>
                    </a:lnTo>
                    <a:lnTo>
                      <a:pt x="348" y="366"/>
                    </a:lnTo>
                    <a:lnTo>
                      <a:pt x="366" y="366"/>
                    </a:lnTo>
                    <a:lnTo>
                      <a:pt x="372" y="360"/>
                    </a:lnTo>
                    <a:lnTo>
                      <a:pt x="372" y="348"/>
                    </a:lnTo>
                    <a:lnTo>
                      <a:pt x="378" y="342"/>
                    </a:lnTo>
                    <a:lnTo>
                      <a:pt x="384" y="342"/>
                    </a:lnTo>
                    <a:lnTo>
                      <a:pt x="396" y="336"/>
                    </a:lnTo>
                    <a:lnTo>
                      <a:pt x="402" y="336"/>
                    </a:lnTo>
                    <a:lnTo>
                      <a:pt x="402" y="330"/>
                    </a:lnTo>
                    <a:lnTo>
                      <a:pt x="432" y="336"/>
                    </a:lnTo>
                    <a:lnTo>
                      <a:pt x="432" y="324"/>
                    </a:lnTo>
                    <a:lnTo>
                      <a:pt x="438" y="324"/>
                    </a:lnTo>
                    <a:lnTo>
                      <a:pt x="450" y="330"/>
                    </a:lnTo>
                    <a:lnTo>
                      <a:pt x="462" y="330"/>
                    </a:lnTo>
                    <a:lnTo>
                      <a:pt x="474" y="336"/>
                    </a:lnTo>
                    <a:lnTo>
                      <a:pt x="498" y="336"/>
                    </a:lnTo>
                    <a:lnTo>
                      <a:pt x="516" y="354"/>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40" name="Portugal" descr="© INSCALE GmbH, 05.05.2010&#10;http://www.presentationload.com/">
                <a:extLst>
                  <a:ext uri="{FF2B5EF4-FFF2-40B4-BE49-F238E27FC236}">
                    <a16:creationId xmlns:a16="http://schemas.microsoft.com/office/drawing/2014/main" id="{C8C67D59-ADFA-58B2-AF2D-03C60A04E51F}"/>
                  </a:ext>
                </a:extLst>
              </p:cNvPr>
              <p:cNvSpPr>
                <a:spLocks/>
              </p:cNvSpPr>
              <p:nvPr/>
            </p:nvSpPr>
            <p:spPr bwMode="gray">
              <a:xfrm>
                <a:off x="2510" y="1709"/>
                <a:ext cx="57" cy="104"/>
              </a:xfrm>
              <a:custGeom>
                <a:avLst/>
                <a:gdLst>
                  <a:gd name="T0" fmla="*/ 2147483647 w 228"/>
                  <a:gd name="T1" fmla="*/ 2147483647 h 414"/>
                  <a:gd name="T2" fmla="*/ 2147483647 w 228"/>
                  <a:gd name="T3" fmla="*/ 2147483647 h 414"/>
                  <a:gd name="T4" fmla="*/ 2147483647 w 228"/>
                  <a:gd name="T5" fmla="*/ 2147483647 h 414"/>
                  <a:gd name="T6" fmla="*/ 2147483647 w 228"/>
                  <a:gd name="T7" fmla="*/ 2147483647 h 414"/>
                  <a:gd name="T8" fmla="*/ 2147483647 w 228"/>
                  <a:gd name="T9" fmla="*/ 2147483647 h 414"/>
                  <a:gd name="T10" fmla="*/ 2147483647 w 228"/>
                  <a:gd name="T11" fmla="*/ 2147483647 h 414"/>
                  <a:gd name="T12" fmla="*/ 2147483647 w 228"/>
                  <a:gd name="T13" fmla="*/ 0 h 414"/>
                  <a:gd name="T14" fmla="*/ 2147483647 w 228"/>
                  <a:gd name="T15" fmla="*/ 2147483647 h 414"/>
                  <a:gd name="T16" fmla="*/ 2147483647 w 228"/>
                  <a:gd name="T17" fmla="*/ 2147483647 h 414"/>
                  <a:gd name="T18" fmla="*/ 2147483647 w 228"/>
                  <a:gd name="T19" fmla="*/ 2147483647 h 414"/>
                  <a:gd name="T20" fmla="*/ 2147483647 w 228"/>
                  <a:gd name="T21" fmla="*/ 2147483647 h 414"/>
                  <a:gd name="T22" fmla="*/ 2147483647 w 228"/>
                  <a:gd name="T23" fmla="*/ 2147483647 h 414"/>
                  <a:gd name="T24" fmla="*/ 2147483647 w 228"/>
                  <a:gd name="T25" fmla="*/ 2147483647 h 414"/>
                  <a:gd name="T26" fmla="*/ 0 w 228"/>
                  <a:gd name="T27" fmla="*/ 2147483647 h 414"/>
                  <a:gd name="T28" fmla="*/ 2147483647 w 228"/>
                  <a:gd name="T29" fmla="*/ 2147483647 h 414"/>
                  <a:gd name="T30" fmla="*/ 2147483647 w 228"/>
                  <a:gd name="T31" fmla="*/ 2147483647 h 414"/>
                  <a:gd name="T32" fmla="*/ 2147483647 w 228"/>
                  <a:gd name="T33" fmla="*/ 2147483647 h 414"/>
                  <a:gd name="T34" fmla="*/ 2147483647 w 228"/>
                  <a:gd name="T35" fmla="*/ 2147483647 h 414"/>
                  <a:gd name="T36" fmla="*/ 2147483647 w 228"/>
                  <a:gd name="T37" fmla="*/ 2147483647 h 414"/>
                  <a:gd name="T38" fmla="*/ 2147483647 w 228"/>
                  <a:gd name="T39" fmla="*/ 2147483647 h 414"/>
                  <a:gd name="T40" fmla="*/ 2147483647 w 228"/>
                  <a:gd name="T41" fmla="*/ 2147483647 h 414"/>
                  <a:gd name="T42" fmla="*/ 2147483647 w 228"/>
                  <a:gd name="T43" fmla="*/ 2147483647 h 414"/>
                  <a:gd name="T44" fmla="*/ 2147483647 w 228"/>
                  <a:gd name="T45" fmla="*/ 2147483647 h 414"/>
                  <a:gd name="T46" fmla="*/ 2147483647 w 228"/>
                  <a:gd name="T47" fmla="*/ 2147483647 h 414"/>
                  <a:gd name="T48" fmla="*/ 2147483647 w 228"/>
                  <a:gd name="T49" fmla="*/ 2147483647 h 414"/>
                  <a:gd name="T50" fmla="*/ 2147483647 w 228"/>
                  <a:gd name="T51" fmla="*/ 2147483647 h 414"/>
                  <a:gd name="T52" fmla="*/ 2147483647 w 228"/>
                  <a:gd name="T53" fmla="*/ 2147483647 h 414"/>
                  <a:gd name="T54" fmla="*/ 2147483647 w 228"/>
                  <a:gd name="T55" fmla="*/ 2147483647 h 414"/>
                  <a:gd name="T56" fmla="*/ 2147483647 w 228"/>
                  <a:gd name="T57" fmla="*/ 2147483647 h 414"/>
                  <a:gd name="T58" fmla="*/ 2147483647 w 228"/>
                  <a:gd name="T59" fmla="*/ 2147483647 h 414"/>
                  <a:gd name="T60" fmla="*/ 2147483647 w 228"/>
                  <a:gd name="T61" fmla="*/ 2147483647 h 414"/>
                  <a:gd name="T62" fmla="*/ 2147483647 w 228"/>
                  <a:gd name="T63" fmla="*/ 2147483647 h 414"/>
                  <a:gd name="T64" fmla="*/ 2147483647 w 228"/>
                  <a:gd name="T65" fmla="*/ 2147483647 h 414"/>
                  <a:gd name="T66" fmla="*/ 2147483647 w 228"/>
                  <a:gd name="T67" fmla="*/ 2147483647 h 414"/>
                  <a:gd name="T68" fmla="*/ 2147483647 w 228"/>
                  <a:gd name="T69" fmla="*/ 2147483647 h 414"/>
                  <a:gd name="T70" fmla="*/ 2147483647 w 228"/>
                  <a:gd name="T71" fmla="*/ 2147483647 h 414"/>
                  <a:gd name="T72" fmla="*/ 2147483647 w 228"/>
                  <a:gd name="T73" fmla="*/ 2147483647 h 414"/>
                  <a:gd name="T74" fmla="*/ 2147483647 w 228"/>
                  <a:gd name="T75" fmla="*/ 2147483647 h 414"/>
                  <a:gd name="T76" fmla="*/ 2147483647 w 228"/>
                  <a:gd name="T77" fmla="*/ 2147483647 h 414"/>
                  <a:gd name="T78" fmla="*/ 2147483647 w 228"/>
                  <a:gd name="T79" fmla="*/ 2147483647 h 414"/>
                  <a:gd name="T80" fmla="*/ 2147483647 w 228"/>
                  <a:gd name="T81" fmla="*/ 2147483647 h 414"/>
                  <a:gd name="T82" fmla="*/ 2147483647 w 228"/>
                  <a:gd name="T83" fmla="*/ 2147483647 h 41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28"/>
                  <a:gd name="T127" fmla="*/ 0 h 414"/>
                  <a:gd name="T128" fmla="*/ 228 w 228"/>
                  <a:gd name="T129" fmla="*/ 414 h 41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28" h="414">
                    <a:moveTo>
                      <a:pt x="210" y="30"/>
                    </a:moveTo>
                    <a:lnTo>
                      <a:pt x="210" y="12"/>
                    </a:lnTo>
                    <a:lnTo>
                      <a:pt x="156" y="12"/>
                    </a:lnTo>
                    <a:lnTo>
                      <a:pt x="156" y="18"/>
                    </a:lnTo>
                    <a:lnTo>
                      <a:pt x="150" y="24"/>
                    </a:lnTo>
                    <a:lnTo>
                      <a:pt x="138" y="24"/>
                    </a:lnTo>
                    <a:lnTo>
                      <a:pt x="132" y="18"/>
                    </a:lnTo>
                    <a:lnTo>
                      <a:pt x="114" y="18"/>
                    </a:lnTo>
                    <a:lnTo>
                      <a:pt x="108" y="24"/>
                    </a:lnTo>
                    <a:lnTo>
                      <a:pt x="96" y="24"/>
                    </a:lnTo>
                    <a:lnTo>
                      <a:pt x="96" y="18"/>
                    </a:lnTo>
                    <a:lnTo>
                      <a:pt x="102" y="18"/>
                    </a:lnTo>
                    <a:lnTo>
                      <a:pt x="114" y="6"/>
                    </a:lnTo>
                    <a:lnTo>
                      <a:pt x="114" y="0"/>
                    </a:lnTo>
                    <a:lnTo>
                      <a:pt x="90" y="0"/>
                    </a:lnTo>
                    <a:lnTo>
                      <a:pt x="66" y="12"/>
                    </a:lnTo>
                    <a:lnTo>
                      <a:pt x="60" y="18"/>
                    </a:lnTo>
                    <a:lnTo>
                      <a:pt x="60" y="36"/>
                    </a:lnTo>
                    <a:lnTo>
                      <a:pt x="66" y="60"/>
                    </a:lnTo>
                    <a:lnTo>
                      <a:pt x="66" y="78"/>
                    </a:lnTo>
                    <a:lnTo>
                      <a:pt x="60" y="108"/>
                    </a:lnTo>
                    <a:lnTo>
                      <a:pt x="48" y="138"/>
                    </a:lnTo>
                    <a:lnTo>
                      <a:pt x="30" y="174"/>
                    </a:lnTo>
                    <a:lnTo>
                      <a:pt x="12" y="222"/>
                    </a:lnTo>
                    <a:lnTo>
                      <a:pt x="6" y="234"/>
                    </a:lnTo>
                    <a:lnTo>
                      <a:pt x="6" y="240"/>
                    </a:lnTo>
                    <a:lnTo>
                      <a:pt x="0" y="252"/>
                    </a:lnTo>
                    <a:lnTo>
                      <a:pt x="0" y="264"/>
                    </a:lnTo>
                    <a:lnTo>
                      <a:pt x="18" y="282"/>
                    </a:lnTo>
                    <a:lnTo>
                      <a:pt x="30" y="288"/>
                    </a:lnTo>
                    <a:lnTo>
                      <a:pt x="42" y="342"/>
                    </a:lnTo>
                    <a:lnTo>
                      <a:pt x="42" y="348"/>
                    </a:lnTo>
                    <a:lnTo>
                      <a:pt x="36" y="354"/>
                    </a:lnTo>
                    <a:lnTo>
                      <a:pt x="36" y="366"/>
                    </a:lnTo>
                    <a:lnTo>
                      <a:pt x="30" y="384"/>
                    </a:lnTo>
                    <a:lnTo>
                      <a:pt x="24" y="396"/>
                    </a:lnTo>
                    <a:lnTo>
                      <a:pt x="24" y="408"/>
                    </a:lnTo>
                    <a:lnTo>
                      <a:pt x="48" y="408"/>
                    </a:lnTo>
                    <a:lnTo>
                      <a:pt x="60" y="402"/>
                    </a:lnTo>
                    <a:lnTo>
                      <a:pt x="72" y="402"/>
                    </a:lnTo>
                    <a:lnTo>
                      <a:pt x="84" y="414"/>
                    </a:lnTo>
                    <a:lnTo>
                      <a:pt x="96" y="414"/>
                    </a:lnTo>
                    <a:lnTo>
                      <a:pt x="108" y="408"/>
                    </a:lnTo>
                    <a:lnTo>
                      <a:pt x="114" y="402"/>
                    </a:lnTo>
                    <a:lnTo>
                      <a:pt x="120" y="402"/>
                    </a:lnTo>
                    <a:lnTo>
                      <a:pt x="126" y="396"/>
                    </a:lnTo>
                    <a:lnTo>
                      <a:pt x="126" y="348"/>
                    </a:lnTo>
                    <a:lnTo>
                      <a:pt x="132" y="342"/>
                    </a:lnTo>
                    <a:lnTo>
                      <a:pt x="138" y="330"/>
                    </a:lnTo>
                    <a:lnTo>
                      <a:pt x="150" y="330"/>
                    </a:lnTo>
                    <a:lnTo>
                      <a:pt x="162" y="318"/>
                    </a:lnTo>
                    <a:lnTo>
                      <a:pt x="162" y="312"/>
                    </a:lnTo>
                    <a:lnTo>
                      <a:pt x="150" y="312"/>
                    </a:lnTo>
                    <a:lnTo>
                      <a:pt x="144" y="306"/>
                    </a:lnTo>
                    <a:lnTo>
                      <a:pt x="138" y="294"/>
                    </a:lnTo>
                    <a:lnTo>
                      <a:pt x="138" y="288"/>
                    </a:lnTo>
                    <a:lnTo>
                      <a:pt x="132" y="282"/>
                    </a:lnTo>
                    <a:lnTo>
                      <a:pt x="132" y="276"/>
                    </a:lnTo>
                    <a:lnTo>
                      <a:pt x="144" y="264"/>
                    </a:lnTo>
                    <a:lnTo>
                      <a:pt x="156" y="258"/>
                    </a:lnTo>
                    <a:lnTo>
                      <a:pt x="168" y="246"/>
                    </a:lnTo>
                    <a:lnTo>
                      <a:pt x="168" y="240"/>
                    </a:lnTo>
                    <a:lnTo>
                      <a:pt x="156" y="234"/>
                    </a:lnTo>
                    <a:lnTo>
                      <a:pt x="150" y="228"/>
                    </a:lnTo>
                    <a:lnTo>
                      <a:pt x="150" y="216"/>
                    </a:lnTo>
                    <a:lnTo>
                      <a:pt x="126" y="192"/>
                    </a:lnTo>
                    <a:lnTo>
                      <a:pt x="162" y="192"/>
                    </a:lnTo>
                    <a:lnTo>
                      <a:pt x="174" y="180"/>
                    </a:lnTo>
                    <a:lnTo>
                      <a:pt x="174" y="168"/>
                    </a:lnTo>
                    <a:lnTo>
                      <a:pt x="168" y="162"/>
                    </a:lnTo>
                    <a:lnTo>
                      <a:pt x="168" y="150"/>
                    </a:lnTo>
                    <a:lnTo>
                      <a:pt x="174" y="144"/>
                    </a:lnTo>
                    <a:lnTo>
                      <a:pt x="180" y="144"/>
                    </a:lnTo>
                    <a:lnTo>
                      <a:pt x="180" y="126"/>
                    </a:lnTo>
                    <a:lnTo>
                      <a:pt x="186" y="108"/>
                    </a:lnTo>
                    <a:lnTo>
                      <a:pt x="186" y="96"/>
                    </a:lnTo>
                    <a:lnTo>
                      <a:pt x="180" y="90"/>
                    </a:lnTo>
                    <a:lnTo>
                      <a:pt x="174" y="90"/>
                    </a:lnTo>
                    <a:lnTo>
                      <a:pt x="174" y="84"/>
                    </a:lnTo>
                    <a:lnTo>
                      <a:pt x="180" y="78"/>
                    </a:lnTo>
                    <a:lnTo>
                      <a:pt x="204" y="66"/>
                    </a:lnTo>
                    <a:lnTo>
                      <a:pt x="228" y="42"/>
                    </a:lnTo>
                    <a:lnTo>
                      <a:pt x="228" y="36"/>
                    </a:lnTo>
                    <a:lnTo>
                      <a:pt x="216" y="30"/>
                    </a:lnTo>
                    <a:lnTo>
                      <a:pt x="210" y="30"/>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41" name="Poland" descr="© INSCALE GmbH, 05.05.2010&#10;http://www.presentationload.com/">
                <a:extLst>
                  <a:ext uri="{FF2B5EF4-FFF2-40B4-BE49-F238E27FC236}">
                    <a16:creationId xmlns:a16="http://schemas.microsoft.com/office/drawing/2014/main" id="{00700F09-AE3B-E1DC-2B6A-721539BE1102}"/>
                  </a:ext>
                </a:extLst>
              </p:cNvPr>
              <p:cNvSpPr>
                <a:spLocks/>
              </p:cNvSpPr>
              <p:nvPr/>
            </p:nvSpPr>
            <p:spPr bwMode="gray">
              <a:xfrm>
                <a:off x="2899" y="1456"/>
                <a:ext cx="159" cy="114"/>
              </a:xfrm>
              <a:custGeom>
                <a:avLst/>
                <a:gdLst>
                  <a:gd name="T0" fmla="*/ 2147483647 w 624"/>
                  <a:gd name="T1" fmla="*/ 2147483647 h 450"/>
                  <a:gd name="T2" fmla="*/ 2147483647 w 624"/>
                  <a:gd name="T3" fmla="*/ 2147483647 h 450"/>
                  <a:gd name="T4" fmla="*/ 2147483647 w 624"/>
                  <a:gd name="T5" fmla="*/ 2147483647 h 450"/>
                  <a:gd name="T6" fmla="*/ 2147483647 w 624"/>
                  <a:gd name="T7" fmla="*/ 2147483647 h 450"/>
                  <a:gd name="T8" fmla="*/ 2147483647 w 624"/>
                  <a:gd name="T9" fmla="*/ 2147483647 h 450"/>
                  <a:gd name="T10" fmla="*/ 2147483647 w 624"/>
                  <a:gd name="T11" fmla="*/ 2147483647 h 450"/>
                  <a:gd name="T12" fmla="*/ 2147483647 w 624"/>
                  <a:gd name="T13" fmla="*/ 2147483647 h 450"/>
                  <a:gd name="T14" fmla="*/ 2147483647 w 624"/>
                  <a:gd name="T15" fmla="*/ 2147483647 h 450"/>
                  <a:gd name="T16" fmla="*/ 2147483647 w 624"/>
                  <a:gd name="T17" fmla="*/ 2147483647 h 450"/>
                  <a:gd name="T18" fmla="*/ 2147483647 w 624"/>
                  <a:gd name="T19" fmla="*/ 2147483647 h 450"/>
                  <a:gd name="T20" fmla="*/ 2147483647 w 624"/>
                  <a:gd name="T21" fmla="*/ 2147483647 h 450"/>
                  <a:gd name="T22" fmla="*/ 2147483647 w 624"/>
                  <a:gd name="T23" fmla="*/ 2147483647 h 450"/>
                  <a:gd name="T24" fmla="*/ 2147483647 w 624"/>
                  <a:gd name="T25" fmla="*/ 2147483647 h 450"/>
                  <a:gd name="T26" fmla="*/ 2147483647 w 624"/>
                  <a:gd name="T27" fmla="*/ 2147483647 h 450"/>
                  <a:gd name="T28" fmla="*/ 2147483647 w 624"/>
                  <a:gd name="T29" fmla="*/ 2147483647 h 450"/>
                  <a:gd name="T30" fmla="*/ 2147483647 w 624"/>
                  <a:gd name="T31" fmla="*/ 2147483647 h 450"/>
                  <a:gd name="T32" fmla="*/ 2147483647 w 624"/>
                  <a:gd name="T33" fmla="*/ 2147483647 h 450"/>
                  <a:gd name="T34" fmla="*/ 2147483647 w 624"/>
                  <a:gd name="T35" fmla="*/ 2147483647 h 450"/>
                  <a:gd name="T36" fmla="*/ 2147483647 w 624"/>
                  <a:gd name="T37" fmla="*/ 2147483647 h 450"/>
                  <a:gd name="T38" fmla="*/ 2147483647 w 624"/>
                  <a:gd name="T39" fmla="*/ 2147483647 h 450"/>
                  <a:gd name="T40" fmla="*/ 2147483647 w 624"/>
                  <a:gd name="T41" fmla="*/ 2147483647 h 450"/>
                  <a:gd name="T42" fmla="*/ 2147483647 w 624"/>
                  <a:gd name="T43" fmla="*/ 2147483647 h 450"/>
                  <a:gd name="T44" fmla="*/ 2147483647 w 624"/>
                  <a:gd name="T45" fmla="*/ 2147483647 h 450"/>
                  <a:gd name="T46" fmla="*/ 2147483647 w 624"/>
                  <a:gd name="T47" fmla="*/ 2147483647 h 450"/>
                  <a:gd name="T48" fmla="*/ 2147483647 w 624"/>
                  <a:gd name="T49" fmla="*/ 2147483647 h 450"/>
                  <a:gd name="T50" fmla="*/ 2147483647 w 624"/>
                  <a:gd name="T51" fmla="*/ 2147483647 h 450"/>
                  <a:gd name="T52" fmla="*/ 2147483647 w 624"/>
                  <a:gd name="T53" fmla="*/ 2147483647 h 450"/>
                  <a:gd name="T54" fmla="*/ 2147483647 w 624"/>
                  <a:gd name="T55" fmla="*/ 2147483647 h 450"/>
                  <a:gd name="T56" fmla="*/ 2147483647 w 624"/>
                  <a:gd name="T57" fmla="*/ 2147483647 h 450"/>
                  <a:gd name="T58" fmla="*/ 0 w 624"/>
                  <a:gd name="T59" fmla="*/ 2147483647 h 450"/>
                  <a:gd name="T60" fmla="*/ 2147483647 w 624"/>
                  <a:gd name="T61" fmla="*/ 2147483647 h 450"/>
                  <a:gd name="T62" fmla="*/ 2147483647 w 624"/>
                  <a:gd name="T63" fmla="*/ 2147483647 h 450"/>
                  <a:gd name="T64" fmla="*/ 2147483647 w 624"/>
                  <a:gd name="T65" fmla="*/ 2147483647 h 450"/>
                  <a:gd name="T66" fmla="*/ 2147483647 w 624"/>
                  <a:gd name="T67" fmla="*/ 2147483647 h 450"/>
                  <a:gd name="T68" fmla="*/ 2147483647 w 624"/>
                  <a:gd name="T69" fmla="*/ 2147483647 h 450"/>
                  <a:gd name="T70" fmla="*/ 2147483647 w 624"/>
                  <a:gd name="T71" fmla="*/ 2147483647 h 450"/>
                  <a:gd name="T72" fmla="*/ 2147483647 w 624"/>
                  <a:gd name="T73" fmla="*/ 2147483647 h 450"/>
                  <a:gd name="T74" fmla="*/ 2147483647 w 624"/>
                  <a:gd name="T75" fmla="*/ 2147483647 h 450"/>
                  <a:gd name="T76" fmla="*/ 2147483647 w 624"/>
                  <a:gd name="T77" fmla="*/ 2147483647 h 450"/>
                  <a:gd name="T78" fmla="*/ 2147483647 w 624"/>
                  <a:gd name="T79" fmla="*/ 2147483647 h 450"/>
                  <a:gd name="T80" fmla="*/ 2147483647 w 624"/>
                  <a:gd name="T81" fmla="*/ 2147483647 h 450"/>
                  <a:gd name="T82" fmla="*/ 2147483647 w 624"/>
                  <a:gd name="T83" fmla="*/ 2147483647 h 450"/>
                  <a:gd name="T84" fmla="*/ 2147483647 w 624"/>
                  <a:gd name="T85" fmla="*/ 2147483647 h 450"/>
                  <a:gd name="T86" fmla="*/ 2147483647 w 624"/>
                  <a:gd name="T87" fmla="*/ 2147483647 h 450"/>
                  <a:gd name="T88" fmla="*/ 2147483647 w 624"/>
                  <a:gd name="T89" fmla="*/ 2147483647 h 450"/>
                  <a:gd name="T90" fmla="*/ 2147483647 w 624"/>
                  <a:gd name="T91" fmla="*/ 2147483647 h 450"/>
                  <a:gd name="T92" fmla="*/ 2147483647 w 624"/>
                  <a:gd name="T93" fmla="*/ 2147483647 h 450"/>
                  <a:gd name="T94" fmla="*/ 2147483647 w 624"/>
                  <a:gd name="T95" fmla="*/ 2147483647 h 450"/>
                  <a:gd name="T96" fmla="*/ 2147483647 w 624"/>
                  <a:gd name="T97" fmla="*/ 2147483647 h 450"/>
                  <a:gd name="T98" fmla="*/ 2147483647 w 624"/>
                  <a:gd name="T99" fmla="*/ 2147483647 h 450"/>
                  <a:gd name="T100" fmla="*/ 2147483647 w 624"/>
                  <a:gd name="T101" fmla="*/ 2147483647 h 450"/>
                  <a:gd name="T102" fmla="*/ 2147483647 w 624"/>
                  <a:gd name="T103" fmla="*/ 2147483647 h 450"/>
                  <a:gd name="T104" fmla="*/ 2147483647 w 624"/>
                  <a:gd name="T105" fmla="*/ 2147483647 h 450"/>
                  <a:gd name="T106" fmla="*/ 2147483647 w 624"/>
                  <a:gd name="T107" fmla="*/ 2147483647 h 45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624"/>
                  <a:gd name="T163" fmla="*/ 0 h 450"/>
                  <a:gd name="T164" fmla="*/ 624 w 624"/>
                  <a:gd name="T165" fmla="*/ 450 h 45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624" h="450">
                    <a:moveTo>
                      <a:pt x="426" y="426"/>
                    </a:moveTo>
                    <a:lnTo>
                      <a:pt x="432" y="426"/>
                    </a:lnTo>
                    <a:lnTo>
                      <a:pt x="444" y="420"/>
                    </a:lnTo>
                    <a:lnTo>
                      <a:pt x="450" y="414"/>
                    </a:lnTo>
                    <a:lnTo>
                      <a:pt x="474" y="414"/>
                    </a:lnTo>
                    <a:lnTo>
                      <a:pt x="498" y="438"/>
                    </a:lnTo>
                    <a:lnTo>
                      <a:pt x="528" y="438"/>
                    </a:lnTo>
                    <a:lnTo>
                      <a:pt x="528" y="450"/>
                    </a:lnTo>
                    <a:lnTo>
                      <a:pt x="552" y="450"/>
                    </a:lnTo>
                    <a:lnTo>
                      <a:pt x="540" y="438"/>
                    </a:lnTo>
                    <a:lnTo>
                      <a:pt x="540" y="396"/>
                    </a:lnTo>
                    <a:lnTo>
                      <a:pt x="594" y="348"/>
                    </a:lnTo>
                    <a:lnTo>
                      <a:pt x="606" y="348"/>
                    </a:lnTo>
                    <a:lnTo>
                      <a:pt x="612" y="342"/>
                    </a:lnTo>
                    <a:lnTo>
                      <a:pt x="618" y="342"/>
                    </a:lnTo>
                    <a:lnTo>
                      <a:pt x="624" y="336"/>
                    </a:lnTo>
                    <a:lnTo>
                      <a:pt x="618" y="330"/>
                    </a:lnTo>
                    <a:lnTo>
                      <a:pt x="618" y="324"/>
                    </a:lnTo>
                    <a:lnTo>
                      <a:pt x="612" y="318"/>
                    </a:lnTo>
                    <a:lnTo>
                      <a:pt x="618" y="306"/>
                    </a:lnTo>
                    <a:lnTo>
                      <a:pt x="612" y="300"/>
                    </a:lnTo>
                    <a:lnTo>
                      <a:pt x="600" y="294"/>
                    </a:lnTo>
                    <a:lnTo>
                      <a:pt x="600" y="288"/>
                    </a:lnTo>
                    <a:lnTo>
                      <a:pt x="582" y="270"/>
                    </a:lnTo>
                    <a:lnTo>
                      <a:pt x="576" y="252"/>
                    </a:lnTo>
                    <a:lnTo>
                      <a:pt x="582" y="252"/>
                    </a:lnTo>
                    <a:lnTo>
                      <a:pt x="576" y="240"/>
                    </a:lnTo>
                    <a:lnTo>
                      <a:pt x="576" y="210"/>
                    </a:lnTo>
                    <a:lnTo>
                      <a:pt x="564" y="198"/>
                    </a:lnTo>
                    <a:lnTo>
                      <a:pt x="558" y="198"/>
                    </a:lnTo>
                    <a:lnTo>
                      <a:pt x="552" y="192"/>
                    </a:lnTo>
                    <a:lnTo>
                      <a:pt x="552" y="186"/>
                    </a:lnTo>
                    <a:lnTo>
                      <a:pt x="564" y="186"/>
                    </a:lnTo>
                    <a:lnTo>
                      <a:pt x="564" y="168"/>
                    </a:lnTo>
                    <a:lnTo>
                      <a:pt x="588" y="162"/>
                    </a:lnTo>
                    <a:lnTo>
                      <a:pt x="588" y="150"/>
                    </a:lnTo>
                    <a:lnTo>
                      <a:pt x="594" y="144"/>
                    </a:lnTo>
                    <a:lnTo>
                      <a:pt x="594" y="138"/>
                    </a:lnTo>
                    <a:lnTo>
                      <a:pt x="588" y="132"/>
                    </a:lnTo>
                    <a:lnTo>
                      <a:pt x="576" y="108"/>
                    </a:lnTo>
                    <a:lnTo>
                      <a:pt x="570" y="102"/>
                    </a:lnTo>
                    <a:lnTo>
                      <a:pt x="570" y="90"/>
                    </a:lnTo>
                    <a:lnTo>
                      <a:pt x="564" y="84"/>
                    </a:lnTo>
                    <a:lnTo>
                      <a:pt x="558" y="72"/>
                    </a:lnTo>
                    <a:lnTo>
                      <a:pt x="558" y="48"/>
                    </a:lnTo>
                    <a:lnTo>
                      <a:pt x="546" y="42"/>
                    </a:lnTo>
                    <a:lnTo>
                      <a:pt x="540" y="42"/>
                    </a:lnTo>
                    <a:lnTo>
                      <a:pt x="522" y="36"/>
                    </a:lnTo>
                    <a:lnTo>
                      <a:pt x="498" y="36"/>
                    </a:lnTo>
                    <a:lnTo>
                      <a:pt x="498" y="42"/>
                    </a:lnTo>
                    <a:lnTo>
                      <a:pt x="408" y="42"/>
                    </a:lnTo>
                    <a:lnTo>
                      <a:pt x="402" y="36"/>
                    </a:lnTo>
                    <a:lnTo>
                      <a:pt x="390" y="36"/>
                    </a:lnTo>
                    <a:lnTo>
                      <a:pt x="384" y="30"/>
                    </a:lnTo>
                    <a:lnTo>
                      <a:pt x="360" y="30"/>
                    </a:lnTo>
                    <a:lnTo>
                      <a:pt x="354" y="36"/>
                    </a:lnTo>
                    <a:lnTo>
                      <a:pt x="348" y="36"/>
                    </a:lnTo>
                    <a:lnTo>
                      <a:pt x="342" y="30"/>
                    </a:lnTo>
                    <a:lnTo>
                      <a:pt x="312" y="30"/>
                    </a:lnTo>
                    <a:lnTo>
                      <a:pt x="300" y="36"/>
                    </a:lnTo>
                    <a:lnTo>
                      <a:pt x="282" y="36"/>
                    </a:lnTo>
                    <a:lnTo>
                      <a:pt x="276" y="30"/>
                    </a:lnTo>
                    <a:lnTo>
                      <a:pt x="270" y="18"/>
                    </a:lnTo>
                    <a:lnTo>
                      <a:pt x="264" y="12"/>
                    </a:lnTo>
                    <a:lnTo>
                      <a:pt x="264" y="6"/>
                    </a:lnTo>
                    <a:lnTo>
                      <a:pt x="258" y="6"/>
                    </a:lnTo>
                    <a:lnTo>
                      <a:pt x="252" y="0"/>
                    </a:lnTo>
                    <a:lnTo>
                      <a:pt x="210" y="0"/>
                    </a:lnTo>
                    <a:lnTo>
                      <a:pt x="192" y="6"/>
                    </a:lnTo>
                    <a:lnTo>
                      <a:pt x="180" y="12"/>
                    </a:lnTo>
                    <a:lnTo>
                      <a:pt x="162" y="12"/>
                    </a:lnTo>
                    <a:lnTo>
                      <a:pt x="150" y="18"/>
                    </a:lnTo>
                    <a:lnTo>
                      <a:pt x="144" y="24"/>
                    </a:lnTo>
                    <a:lnTo>
                      <a:pt x="138" y="24"/>
                    </a:lnTo>
                    <a:lnTo>
                      <a:pt x="120" y="42"/>
                    </a:lnTo>
                    <a:lnTo>
                      <a:pt x="60" y="48"/>
                    </a:lnTo>
                    <a:lnTo>
                      <a:pt x="54" y="48"/>
                    </a:lnTo>
                    <a:lnTo>
                      <a:pt x="48" y="54"/>
                    </a:lnTo>
                    <a:lnTo>
                      <a:pt x="24" y="66"/>
                    </a:lnTo>
                    <a:lnTo>
                      <a:pt x="18" y="66"/>
                    </a:lnTo>
                    <a:lnTo>
                      <a:pt x="12" y="72"/>
                    </a:lnTo>
                    <a:lnTo>
                      <a:pt x="18" y="78"/>
                    </a:lnTo>
                    <a:lnTo>
                      <a:pt x="18" y="96"/>
                    </a:lnTo>
                    <a:lnTo>
                      <a:pt x="6" y="90"/>
                    </a:lnTo>
                    <a:lnTo>
                      <a:pt x="6" y="108"/>
                    </a:lnTo>
                    <a:lnTo>
                      <a:pt x="12" y="108"/>
                    </a:lnTo>
                    <a:lnTo>
                      <a:pt x="18" y="114"/>
                    </a:lnTo>
                    <a:lnTo>
                      <a:pt x="18" y="132"/>
                    </a:lnTo>
                    <a:lnTo>
                      <a:pt x="6" y="144"/>
                    </a:lnTo>
                    <a:lnTo>
                      <a:pt x="0" y="144"/>
                    </a:lnTo>
                    <a:lnTo>
                      <a:pt x="0" y="156"/>
                    </a:lnTo>
                    <a:lnTo>
                      <a:pt x="6" y="162"/>
                    </a:lnTo>
                    <a:lnTo>
                      <a:pt x="12" y="162"/>
                    </a:lnTo>
                    <a:lnTo>
                      <a:pt x="18" y="168"/>
                    </a:lnTo>
                    <a:lnTo>
                      <a:pt x="30" y="168"/>
                    </a:lnTo>
                    <a:lnTo>
                      <a:pt x="30" y="186"/>
                    </a:lnTo>
                    <a:lnTo>
                      <a:pt x="24" y="186"/>
                    </a:lnTo>
                    <a:lnTo>
                      <a:pt x="24" y="198"/>
                    </a:lnTo>
                    <a:lnTo>
                      <a:pt x="36" y="198"/>
                    </a:lnTo>
                    <a:lnTo>
                      <a:pt x="36" y="204"/>
                    </a:lnTo>
                    <a:lnTo>
                      <a:pt x="30" y="210"/>
                    </a:lnTo>
                    <a:lnTo>
                      <a:pt x="36" y="210"/>
                    </a:lnTo>
                    <a:lnTo>
                      <a:pt x="42" y="216"/>
                    </a:lnTo>
                    <a:lnTo>
                      <a:pt x="36" y="222"/>
                    </a:lnTo>
                    <a:lnTo>
                      <a:pt x="24" y="228"/>
                    </a:lnTo>
                    <a:lnTo>
                      <a:pt x="24" y="234"/>
                    </a:lnTo>
                    <a:lnTo>
                      <a:pt x="30" y="240"/>
                    </a:lnTo>
                    <a:lnTo>
                      <a:pt x="36" y="240"/>
                    </a:lnTo>
                    <a:lnTo>
                      <a:pt x="42" y="246"/>
                    </a:lnTo>
                    <a:lnTo>
                      <a:pt x="42" y="264"/>
                    </a:lnTo>
                    <a:lnTo>
                      <a:pt x="48" y="258"/>
                    </a:lnTo>
                    <a:lnTo>
                      <a:pt x="54" y="258"/>
                    </a:lnTo>
                    <a:lnTo>
                      <a:pt x="54" y="270"/>
                    </a:lnTo>
                    <a:lnTo>
                      <a:pt x="48" y="276"/>
                    </a:lnTo>
                    <a:lnTo>
                      <a:pt x="60" y="276"/>
                    </a:lnTo>
                    <a:lnTo>
                      <a:pt x="60" y="282"/>
                    </a:lnTo>
                    <a:lnTo>
                      <a:pt x="54" y="282"/>
                    </a:lnTo>
                    <a:lnTo>
                      <a:pt x="54" y="294"/>
                    </a:lnTo>
                    <a:lnTo>
                      <a:pt x="72" y="294"/>
                    </a:lnTo>
                    <a:lnTo>
                      <a:pt x="78" y="312"/>
                    </a:lnTo>
                    <a:lnTo>
                      <a:pt x="96" y="312"/>
                    </a:lnTo>
                    <a:lnTo>
                      <a:pt x="108" y="318"/>
                    </a:lnTo>
                    <a:lnTo>
                      <a:pt x="114" y="318"/>
                    </a:lnTo>
                    <a:lnTo>
                      <a:pt x="114" y="324"/>
                    </a:lnTo>
                    <a:lnTo>
                      <a:pt x="138" y="324"/>
                    </a:lnTo>
                    <a:lnTo>
                      <a:pt x="144" y="330"/>
                    </a:lnTo>
                    <a:lnTo>
                      <a:pt x="132" y="336"/>
                    </a:lnTo>
                    <a:lnTo>
                      <a:pt x="144" y="342"/>
                    </a:lnTo>
                    <a:lnTo>
                      <a:pt x="144" y="354"/>
                    </a:lnTo>
                    <a:lnTo>
                      <a:pt x="150" y="354"/>
                    </a:lnTo>
                    <a:lnTo>
                      <a:pt x="156" y="360"/>
                    </a:lnTo>
                    <a:lnTo>
                      <a:pt x="174" y="360"/>
                    </a:lnTo>
                    <a:lnTo>
                      <a:pt x="174" y="354"/>
                    </a:lnTo>
                    <a:lnTo>
                      <a:pt x="180" y="354"/>
                    </a:lnTo>
                    <a:lnTo>
                      <a:pt x="192" y="348"/>
                    </a:lnTo>
                    <a:lnTo>
                      <a:pt x="210" y="348"/>
                    </a:lnTo>
                    <a:lnTo>
                      <a:pt x="204" y="354"/>
                    </a:lnTo>
                    <a:lnTo>
                      <a:pt x="222" y="354"/>
                    </a:lnTo>
                    <a:lnTo>
                      <a:pt x="228" y="360"/>
                    </a:lnTo>
                    <a:lnTo>
                      <a:pt x="234" y="372"/>
                    </a:lnTo>
                    <a:lnTo>
                      <a:pt x="240" y="378"/>
                    </a:lnTo>
                    <a:lnTo>
                      <a:pt x="246" y="366"/>
                    </a:lnTo>
                    <a:lnTo>
                      <a:pt x="252" y="372"/>
                    </a:lnTo>
                    <a:lnTo>
                      <a:pt x="252" y="378"/>
                    </a:lnTo>
                    <a:lnTo>
                      <a:pt x="270" y="378"/>
                    </a:lnTo>
                    <a:lnTo>
                      <a:pt x="282" y="384"/>
                    </a:lnTo>
                    <a:lnTo>
                      <a:pt x="282" y="390"/>
                    </a:lnTo>
                    <a:lnTo>
                      <a:pt x="288" y="402"/>
                    </a:lnTo>
                    <a:lnTo>
                      <a:pt x="306" y="420"/>
                    </a:lnTo>
                    <a:lnTo>
                      <a:pt x="318" y="420"/>
                    </a:lnTo>
                    <a:lnTo>
                      <a:pt x="330" y="408"/>
                    </a:lnTo>
                    <a:lnTo>
                      <a:pt x="342" y="408"/>
                    </a:lnTo>
                    <a:lnTo>
                      <a:pt x="354" y="420"/>
                    </a:lnTo>
                    <a:lnTo>
                      <a:pt x="360" y="420"/>
                    </a:lnTo>
                    <a:lnTo>
                      <a:pt x="360" y="426"/>
                    </a:lnTo>
                    <a:lnTo>
                      <a:pt x="366" y="432"/>
                    </a:lnTo>
                    <a:lnTo>
                      <a:pt x="378" y="432"/>
                    </a:lnTo>
                    <a:lnTo>
                      <a:pt x="384" y="426"/>
                    </a:lnTo>
                    <a:lnTo>
                      <a:pt x="384" y="420"/>
                    </a:lnTo>
                    <a:lnTo>
                      <a:pt x="414" y="420"/>
                    </a:lnTo>
                    <a:lnTo>
                      <a:pt x="420" y="426"/>
                    </a:lnTo>
                    <a:lnTo>
                      <a:pt x="426" y="426"/>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42" name="Norway" descr="© INSCALE GmbH, 05.05.2010&#10;http://www.presentationload.com/">
                <a:extLst>
                  <a:ext uri="{FF2B5EF4-FFF2-40B4-BE49-F238E27FC236}">
                    <a16:creationId xmlns:a16="http://schemas.microsoft.com/office/drawing/2014/main" id="{838BBC86-6AB8-79BA-E182-55E1F40DA4BE}"/>
                  </a:ext>
                </a:extLst>
              </p:cNvPr>
              <p:cNvSpPr>
                <a:spLocks noEditPoints="1"/>
              </p:cNvSpPr>
              <p:nvPr/>
            </p:nvSpPr>
            <p:spPr bwMode="gray">
              <a:xfrm>
                <a:off x="2765" y="1015"/>
                <a:ext cx="345" cy="380"/>
              </a:xfrm>
              <a:custGeom>
                <a:avLst/>
                <a:gdLst>
                  <a:gd name="T0" fmla="*/ 2147483647 w 1362"/>
                  <a:gd name="T1" fmla="*/ 2147483647 h 1500"/>
                  <a:gd name="T2" fmla="*/ 2147483647 w 1362"/>
                  <a:gd name="T3" fmla="*/ 2147483647 h 1500"/>
                  <a:gd name="T4" fmla="*/ 2147483647 w 1362"/>
                  <a:gd name="T5" fmla="*/ 2147483647 h 1500"/>
                  <a:gd name="T6" fmla="*/ 2147483647 w 1362"/>
                  <a:gd name="T7" fmla="*/ 2147483647 h 1500"/>
                  <a:gd name="T8" fmla="*/ 2147483647 w 1362"/>
                  <a:gd name="T9" fmla="*/ 0 h 1500"/>
                  <a:gd name="T10" fmla="*/ 2147483647 w 1362"/>
                  <a:gd name="T11" fmla="*/ 2147483647 h 1500"/>
                  <a:gd name="T12" fmla="*/ 2147483647 w 1362"/>
                  <a:gd name="T13" fmla="*/ 2147483647 h 1500"/>
                  <a:gd name="T14" fmla="*/ 2147483647 w 1362"/>
                  <a:gd name="T15" fmla="*/ 2147483647 h 1500"/>
                  <a:gd name="T16" fmla="*/ 2147483647 w 1362"/>
                  <a:gd name="T17" fmla="*/ 2147483647 h 1500"/>
                  <a:gd name="T18" fmla="*/ 2147483647 w 1362"/>
                  <a:gd name="T19" fmla="*/ 2147483647 h 1500"/>
                  <a:gd name="T20" fmla="*/ 2147483647 w 1362"/>
                  <a:gd name="T21" fmla="*/ 2147483647 h 1500"/>
                  <a:gd name="T22" fmla="*/ 2147483647 w 1362"/>
                  <a:gd name="T23" fmla="*/ 2147483647 h 1500"/>
                  <a:gd name="T24" fmla="*/ 2147483647 w 1362"/>
                  <a:gd name="T25" fmla="*/ 2147483647 h 1500"/>
                  <a:gd name="T26" fmla="*/ 2147483647 w 1362"/>
                  <a:gd name="T27" fmla="*/ 2147483647 h 1500"/>
                  <a:gd name="T28" fmla="*/ 2147483647 w 1362"/>
                  <a:gd name="T29" fmla="*/ 2147483647 h 1500"/>
                  <a:gd name="T30" fmla="*/ 2147483647 w 1362"/>
                  <a:gd name="T31" fmla="*/ 2147483647 h 1500"/>
                  <a:gd name="T32" fmla="*/ 2147483647 w 1362"/>
                  <a:gd name="T33" fmla="*/ 2147483647 h 1500"/>
                  <a:gd name="T34" fmla="*/ 2147483647 w 1362"/>
                  <a:gd name="T35" fmla="*/ 2147483647 h 1500"/>
                  <a:gd name="T36" fmla="*/ 2147483647 w 1362"/>
                  <a:gd name="T37" fmla="*/ 2147483647 h 1500"/>
                  <a:gd name="T38" fmla="*/ 2147483647 w 1362"/>
                  <a:gd name="T39" fmla="*/ 2147483647 h 1500"/>
                  <a:gd name="T40" fmla="*/ 2147483647 w 1362"/>
                  <a:gd name="T41" fmla="*/ 2147483647 h 1500"/>
                  <a:gd name="T42" fmla="*/ 2147483647 w 1362"/>
                  <a:gd name="T43" fmla="*/ 2147483647 h 1500"/>
                  <a:gd name="T44" fmla="*/ 2147483647 w 1362"/>
                  <a:gd name="T45" fmla="*/ 2147483647 h 1500"/>
                  <a:gd name="T46" fmla="*/ 2147483647 w 1362"/>
                  <a:gd name="T47" fmla="*/ 2147483647 h 1500"/>
                  <a:gd name="T48" fmla="*/ 2147483647 w 1362"/>
                  <a:gd name="T49" fmla="*/ 2147483647 h 1500"/>
                  <a:gd name="T50" fmla="*/ 2147483647 w 1362"/>
                  <a:gd name="T51" fmla="*/ 2147483647 h 1500"/>
                  <a:gd name="T52" fmla="*/ 2147483647 w 1362"/>
                  <a:gd name="T53" fmla="*/ 2147483647 h 1500"/>
                  <a:gd name="T54" fmla="*/ 2147483647 w 1362"/>
                  <a:gd name="T55" fmla="*/ 2147483647 h 1500"/>
                  <a:gd name="T56" fmla="*/ 2147483647 w 1362"/>
                  <a:gd name="T57" fmla="*/ 2147483647 h 1500"/>
                  <a:gd name="T58" fmla="*/ 2147483647 w 1362"/>
                  <a:gd name="T59" fmla="*/ 2147483647 h 1500"/>
                  <a:gd name="T60" fmla="*/ 2147483647 w 1362"/>
                  <a:gd name="T61" fmla="*/ 2147483647 h 1500"/>
                  <a:gd name="T62" fmla="*/ 2147483647 w 1362"/>
                  <a:gd name="T63" fmla="*/ 2147483647 h 1500"/>
                  <a:gd name="T64" fmla="*/ 2147483647 w 1362"/>
                  <a:gd name="T65" fmla="*/ 2147483647 h 1500"/>
                  <a:gd name="T66" fmla="*/ 2147483647 w 1362"/>
                  <a:gd name="T67" fmla="*/ 2147483647 h 1500"/>
                  <a:gd name="T68" fmla="*/ 2147483647 w 1362"/>
                  <a:gd name="T69" fmla="*/ 2147483647 h 1500"/>
                  <a:gd name="T70" fmla="*/ 2147483647 w 1362"/>
                  <a:gd name="T71" fmla="*/ 2147483647 h 1500"/>
                  <a:gd name="T72" fmla="*/ 2147483647 w 1362"/>
                  <a:gd name="T73" fmla="*/ 2147483647 h 1500"/>
                  <a:gd name="T74" fmla="*/ 2147483647 w 1362"/>
                  <a:gd name="T75" fmla="*/ 2147483647 h 1500"/>
                  <a:gd name="T76" fmla="*/ 2147483647 w 1362"/>
                  <a:gd name="T77" fmla="*/ 2147483647 h 1500"/>
                  <a:gd name="T78" fmla="*/ 2147483647 w 1362"/>
                  <a:gd name="T79" fmla="*/ 2147483647 h 1500"/>
                  <a:gd name="T80" fmla="*/ 2147483647 w 1362"/>
                  <a:gd name="T81" fmla="*/ 2147483647 h 1500"/>
                  <a:gd name="T82" fmla="*/ 2147483647 w 1362"/>
                  <a:gd name="T83" fmla="*/ 2147483647 h 1500"/>
                  <a:gd name="T84" fmla="*/ 2147483647 w 1362"/>
                  <a:gd name="T85" fmla="*/ 2147483647 h 1500"/>
                  <a:gd name="T86" fmla="*/ 2147483647 w 1362"/>
                  <a:gd name="T87" fmla="*/ 2147483647 h 1500"/>
                  <a:gd name="T88" fmla="*/ 2147483647 w 1362"/>
                  <a:gd name="T89" fmla="*/ 2147483647 h 1500"/>
                  <a:gd name="T90" fmla="*/ 2147483647 w 1362"/>
                  <a:gd name="T91" fmla="*/ 2147483647 h 1500"/>
                  <a:gd name="T92" fmla="*/ 2147483647 w 1362"/>
                  <a:gd name="T93" fmla="*/ 2147483647 h 1500"/>
                  <a:gd name="T94" fmla="*/ 2147483647 w 1362"/>
                  <a:gd name="T95" fmla="*/ 2147483647 h 1500"/>
                  <a:gd name="T96" fmla="*/ 2147483647 w 1362"/>
                  <a:gd name="T97" fmla="*/ 2147483647 h 1500"/>
                  <a:gd name="T98" fmla="*/ 2147483647 w 1362"/>
                  <a:gd name="T99" fmla="*/ 2147483647 h 1500"/>
                  <a:gd name="T100" fmla="*/ 2147483647 w 1362"/>
                  <a:gd name="T101" fmla="*/ 2147483647 h 1500"/>
                  <a:gd name="T102" fmla="*/ 2147483647 w 1362"/>
                  <a:gd name="T103" fmla="*/ 2147483647 h 1500"/>
                  <a:gd name="T104" fmla="*/ 2147483647 w 1362"/>
                  <a:gd name="T105" fmla="*/ 2147483647 h 1500"/>
                  <a:gd name="T106" fmla="*/ 2147483647 w 1362"/>
                  <a:gd name="T107" fmla="*/ 2147483647 h 1500"/>
                  <a:gd name="T108" fmla="*/ 2147483647 w 1362"/>
                  <a:gd name="T109" fmla="*/ 2147483647 h 1500"/>
                  <a:gd name="T110" fmla="*/ 2147483647 w 1362"/>
                  <a:gd name="T111" fmla="*/ 2147483647 h 1500"/>
                  <a:gd name="T112" fmla="*/ 2147483647 w 1362"/>
                  <a:gd name="T113" fmla="*/ 2147483647 h 1500"/>
                  <a:gd name="T114" fmla="*/ 2147483647 w 1362"/>
                  <a:gd name="T115" fmla="*/ 2147483647 h 150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362"/>
                  <a:gd name="T175" fmla="*/ 0 h 1500"/>
                  <a:gd name="T176" fmla="*/ 1362 w 1362"/>
                  <a:gd name="T177" fmla="*/ 1500 h 150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362" h="1500">
                    <a:moveTo>
                      <a:pt x="324" y="120"/>
                    </a:moveTo>
                    <a:lnTo>
                      <a:pt x="336" y="126"/>
                    </a:lnTo>
                    <a:lnTo>
                      <a:pt x="354" y="132"/>
                    </a:lnTo>
                    <a:lnTo>
                      <a:pt x="378" y="132"/>
                    </a:lnTo>
                    <a:lnTo>
                      <a:pt x="294" y="90"/>
                    </a:lnTo>
                    <a:lnTo>
                      <a:pt x="294" y="102"/>
                    </a:lnTo>
                    <a:lnTo>
                      <a:pt x="306" y="108"/>
                    </a:lnTo>
                    <a:lnTo>
                      <a:pt x="312" y="114"/>
                    </a:lnTo>
                    <a:lnTo>
                      <a:pt x="324" y="120"/>
                    </a:lnTo>
                    <a:close/>
                    <a:moveTo>
                      <a:pt x="684" y="48"/>
                    </a:moveTo>
                    <a:lnTo>
                      <a:pt x="732" y="48"/>
                    </a:lnTo>
                    <a:lnTo>
                      <a:pt x="738" y="54"/>
                    </a:lnTo>
                    <a:lnTo>
                      <a:pt x="750" y="54"/>
                    </a:lnTo>
                    <a:lnTo>
                      <a:pt x="774" y="66"/>
                    </a:lnTo>
                    <a:lnTo>
                      <a:pt x="786" y="66"/>
                    </a:lnTo>
                    <a:lnTo>
                      <a:pt x="798" y="60"/>
                    </a:lnTo>
                    <a:lnTo>
                      <a:pt x="804" y="60"/>
                    </a:lnTo>
                    <a:lnTo>
                      <a:pt x="816" y="54"/>
                    </a:lnTo>
                    <a:lnTo>
                      <a:pt x="828" y="54"/>
                    </a:lnTo>
                    <a:lnTo>
                      <a:pt x="840" y="60"/>
                    </a:lnTo>
                    <a:lnTo>
                      <a:pt x="876" y="72"/>
                    </a:lnTo>
                    <a:lnTo>
                      <a:pt x="888" y="78"/>
                    </a:lnTo>
                    <a:lnTo>
                      <a:pt x="894" y="84"/>
                    </a:lnTo>
                    <a:lnTo>
                      <a:pt x="900" y="84"/>
                    </a:lnTo>
                    <a:lnTo>
                      <a:pt x="924" y="60"/>
                    </a:lnTo>
                    <a:lnTo>
                      <a:pt x="984" y="66"/>
                    </a:lnTo>
                    <a:lnTo>
                      <a:pt x="984" y="42"/>
                    </a:lnTo>
                    <a:lnTo>
                      <a:pt x="1014" y="42"/>
                    </a:lnTo>
                    <a:lnTo>
                      <a:pt x="1026" y="36"/>
                    </a:lnTo>
                    <a:lnTo>
                      <a:pt x="1032" y="24"/>
                    </a:lnTo>
                    <a:lnTo>
                      <a:pt x="1038" y="18"/>
                    </a:lnTo>
                    <a:lnTo>
                      <a:pt x="1032" y="12"/>
                    </a:lnTo>
                    <a:lnTo>
                      <a:pt x="1002" y="12"/>
                    </a:lnTo>
                    <a:lnTo>
                      <a:pt x="990" y="18"/>
                    </a:lnTo>
                    <a:lnTo>
                      <a:pt x="984" y="18"/>
                    </a:lnTo>
                    <a:lnTo>
                      <a:pt x="972" y="6"/>
                    </a:lnTo>
                    <a:lnTo>
                      <a:pt x="960" y="0"/>
                    </a:lnTo>
                    <a:lnTo>
                      <a:pt x="918" y="0"/>
                    </a:lnTo>
                    <a:lnTo>
                      <a:pt x="900" y="6"/>
                    </a:lnTo>
                    <a:lnTo>
                      <a:pt x="882" y="18"/>
                    </a:lnTo>
                    <a:lnTo>
                      <a:pt x="870" y="18"/>
                    </a:lnTo>
                    <a:lnTo>
                      <a:pt x="864" y="12"/>
                    </a:lnTo>
                    <a:lnTo>
                      <a:pt x="864" y="6"/>
                    </a:lnTo>
                    <a:lnTo>
                      <a:pt x="858" y="6"/>
                    </a:lnTo>
                    <a:lnTo>
                      <a:pt x="852" y="0"/>
                    </a:lnTo>
                    <a:lnTo>
                      <a:pt x="822" y="0"/>
                    </a:lnTo>
                    <a:lnTo>
                      <a:pt x="804" y="18"/>
                    </a:lnTo>
                    <a:lnTo>
                      <a:pt x="738" y="0"/>
                    </a:lnTo>
                    <a:lnTo>
                      <a:pt x="726" y="0"/>
                    </a:lnTo>
                    <a:lnTo>
                      <a:pt x="708" y="6"/>
                    </a:lnTo>
                    <a:lnTo>
                      <a:pt x="690" y="6"/>
                    </a:lnTo>
                    <a:lnTo>
                      <a:pt x="672" y="12"/>
                    </a:lnTo>
                    <a:lnTo>
                      <a:pt x="660" y="12"/>
                    </a:lnTo>
                    <a:lnTo>
                      <a:pt x="660" y="6"/>
                    </a:lnTo>
                    <a:lnTo>
                      <a:pt x="666" y="0"/>
                    </a:lnTo>
                    <a:lnTo>
                      <a:pt x="630" y="12"/>
                    </a:lnTo>
                    <a:lnTo>
                      <a:pt x="648" y="36"/>
                    </a:lnTo>
                    <a:lnTo>
                      <a:pt x="684" y="48"/>
                    </a:lnTo>
                    <a:close/>
                    <a:moveTo>
                      <a:pt x="324" y="66"/>
                    </a:moveTo>
                    <a:lnTo>
                      <a:pt x="342" y="66"/>
                    </a:lnTo>
                    <a:lnTo>
                      <a:pt x="348" y="72"/>
                    </a:lnTo>
                    <a:lnTo>
                      <a:pt x="360" y="72"/>
                    </a:lnTo>
                    <a:lnTo>
                      <a:pt x="360" y="78"/>
                    </a:lnTo>
                    <a:lnTo>
                      <a:pt x="342" y="96"/>
                    </a:lnTo>
                    <a:lnTo>
                      <a:pt x="336" y="96"/>
                    </a:lnTo>
                    <a:lnTo>
                      <a:pt x="378" y="114"/>
                    </a:lnTo>
                    <a:lnTo>
                      <a:pt x="390" y="120"/>
                    </a:lnTo>
                    <a:lnTo>
                      <a:pt x="396" y="126"/>
                    </a:lnTo>
                    <a:lnTo>
                      <a:pt x="414" y="126"/>
                    </a:lnTo>
                    <a:lnTo>
                      <a:pt x="426" y="132"/>
                    </a:lnTo>
                    <a:lnTo>
                      <a:pt x="438" y="132"/>
                    </a:lnTo>
                    <a:lnTo>
                      <a:pt x="462" y="108"/>
                    </a:lnTo>
                    <a:lnTo>
                      <a:pt x="504" y="96"/>
                    </a:lnTo>
                    <a:lnTo>
                      <a:pt x="534" y="120"/>
                    </a:lnTo>
                    <a:lnTo>
                      <a:pt x="528" y="120"/>
                    </a:lnTo>
                    <a:lnTo>
                      <a:pt x="516" y="126"/>
                    </a:lnTo>
                    <a:lnTo>
                      <a:pt x="504" y="126"/>
                    </a:lnTo>
                    <a:lnTo>
                      <a:pt x="480" y="132"/>
                    </a:lnTo>
                    <a:lnTo>
                      <a:pt x="468" y="138"/>
                    </a:lnTo>
                    <a:lnTo>
                      <a:pt x="456" y="150"/>
                    </a:lnTo>
                    <a:lnTo>
                      <a:pt x="486" y="150"/>
                    </a:lnTo>
                    <a:lnTo>
                      <a:pt x="498" y="156"/>
                    </a:lnTo>
                    <a:lnTo>
                      <a:pt x="522" y="156"/>
                    </a:lnTo>
                    <a:lnTo>
                      <a:pt x="516" y="162"/>
                    </a:lnTo>
                    <a:lnTo>
                      <a:pt x="504" y="162"/>
                    </a:lnTo>
                    <a:lnTo>
                      <a:pt x="486" y="168"/>
                    </a:lnTo>
                    <a:lnTo>
                      <a:pt x="474" y="174"/>
                    </a:lnTo>
                    <a:lnTo>
                      <a:pt x="468" y="180"/>
                    </a:lnTo>
                    <a:lnTo>
                      <a:pt x="462" y="180"/>
                    </a:lnTo>
                    <a:lnTo>
                      <a:pt x="516" y="198"/>
                    </a:lnTo>
                    <a:lnTo>
                      <a:pt x="522" y="198"/>
                    </a:lnTo>
                    <a:lnTo>
                      <a:pt x="528" y="204"/>
                    </a:lnTo>
                    <a:lnTo>
                      <a:pt x="540" y="210"/>
                    </a:lnTo>
                    <a:lnTo>
                      <a:pt x="558" y="210"/>
                    </a:lnTo>
                    <a:lnTo>
                      <a:pt x="576" y="216"/>
                    </a:lnTo>
                    <a:lnTo>
                      <a:pt x="594" y="210"/>
                    </a:lnTo>
                    <a:lnTo>
                      <a:pt x="606" y="204"/>
                    </a:lnTo>
                    <a:lnTo>
                      <a:pt x="612" y="204"/>
                    </a:lnTo>
                    <a:lnTo>
                      <a:pt x="618" y="198"/>
                    </a:lnTo>
                    <a:lnTo>
                      <a:pt x="612" y="192"/>
                    </a:lnTo>
                    <a:lnTo>
                      <a:pt x="612" y="186"/>
                    </a:lnTo>
                    <a:lnTo>
                      <a:pt x="606" y="180"/>
                    </a:lnTo>
                    <a:lnTo>
                      <a:pt x="606" y="174"/>
                    </a:lnTo>
                    <a:lnTo>
                      <a:pt x="612" y="168"/>
                    </a:lnTo>
                    <a:lnTo>
                      <a:pt x="618" y="168"/>
                    </a:lnTo>
                    <a:lnTo>
                      <a:pt x="630" y="162"/>
                    </a:lnTo>
                    <a:lnTo>
                      <a:pt x="648" y="162"/>
                    </a:lnTo>
                    <a:lnTo>
                      <a:pt x="648" y="144"/>
                    </a:lnTo>
                    <a:lnTo>
                      <a:pt x="678" y="132"/>
                    </a:lnTo>
                    <a:lnTo>
                      <a:pt x="690" y="102"/>
                    </a:lnTo>
                    <a:lnTo>
                      <a:pt x="714" y="114"/>
                    </a:lnTo>
                    <a:lnTo>
                      <a:pt x="738" y="102"/>
                    </a:lnTo>
                    <a:lnTo>
                      <a:pt x="750" y="114"/>
                    </a:lnTo>
                    <a:lnTo>
                      <a:pt x="762" y="120"/>
                    </a:lnTo>
                    <a:lnTo>
                      <a:pt x="780" y="126"/>
                    </a:lnTo>
                    <a:lnTo>
                      <a:pt x="792" y="138"/>
                    </a:lnTo>
                    <a:lnTo>
                      <a:pt x="792" y="144"/>
                    </a:lnTo>
                    <a:lnTo>
                      <a:pt x="786" y="150"/>
                    </a:lnTo>
                    <a:lnTo>
                      <a:pt x="786" y="162"/>
                    </a:lnTo>
                    <a:lnTo>
                      <a:pt x="774" y="174"/>
                    </a:lnTo>
                    <a:lnTo>
                      <a:pt x="828" y="174"/>
                    </a:lnTo>
                    <a:lnTo>
                      <a:pt x="834" y="180"/>
                    </a:lnTo>
                    <a:lnTo>
                      <a:pt x="846" y="186"/>
                    </a:lnTo>
                    <a:lnTo>
                      <a:pt x="852" y="192"/>
                    </a:lnTo>
                    <a:lnTo>
                      <a:pt x="858" y="192"/>
                    </a:lnTo>
                    <a:lnTo>
                      <a:pt x="864" y="186"/>
                    </a:lnTo>
                    <a:lnTo>
                      <a:pt x="876" y="186"/>
                    </a:lnTo>
                    <a:lnTo>
                      <a:pt x="894" y="174"/>
                    </a:lnTo>
                    <a:lnTo>
                      <a:pt x="906" y="168"/>
                    </a:lnTo>
                    <a:lnTo>
                      <a:pt x="924" y="162"/>
                    </a:lnTo>
                    <a:lnTo>
                      <a:pt x="936" y="156"/>
                    </a:lnTo>
                    <a:lnTo>
                      <a:pt x="942" y="150"/>
                    </a:lnTo>
                    <a:lnTo>
                      <a:pt x="942" y="144"/>
                    </a:lnTo>
                    <a:lnTo>
                      <a:pt x="936" y="144"/>
                    </a:lnTo>
                    <a:lnTo>
                      <a:pt x="924" y="138"/>
                    </a:lnTo>
                    <a:lnTo>
                      <a:pt x="888" y="138"/>
                    </a:lnTo>
                    <a:lnTo>
                      <a:pt x="882" y="120"/>
                    </a:lnTo>
                    <a:lnTo>
                      <a:pt x="828" y="114"/>
                    </a:lnTo>
                    <a:lnTo>
                      <a:pt x="828" y="96"/>
                    </a:lnTo>
                    <a:lnTo>
                      <a:pt x="798" y="102"/>
                    </a:lnTo>
                    <a:lnTo>
                      <a:pt x="798" y="84"/>
                    </a:lnTo>
                    <a:lnTo>
                      <a:pt x="726" y="84"/>
                    </a:lnTo>
                    <a:lnTo>
                      <a:pt x="720" y="72"/>
                    </a:lnTo>
                    <a:lnTo>
                      <a:pt x="684" y="72"/>
                    </a:lnTo>
                    <a:lnTo>
                      <a:pt x="678" y="60"/>
                    </a:lnTo>
                    <a:lnTo>
                      <a:pt x="654" y="48"/>
                    </a:lnTo>
                    <a:lnTo>
                      <a:pt x="624" y="48"/>
                    </a:lnTo>
                    <a:lnTo>
                      <a:pt x="624" y="30"/>
                    </a:lnTo>
                    <a:lnTo>
                      <a:pt x="618" y="30"/>
                    </a:lnTo>
                    <a:lnTo>
                      <a:pt x="612" y="24"/>
                    </a:lnTo>
                    <a:lnTo>
                      <a:pt x="540" y="24"/>
                    </a:lnTo>
                    <a:lnTo>
                      <a:pt x="534" y="30"/>
                    </a:lnTo>
                    <a:lnTo>
                      <a:pt x="534" y="36"/>
                    </a:lnTo>
                    <a:lnTo>
                      <a:pt x="540" y="42"/>
                    </a:lnTo>
                    <a:lnTo>
                      <a:pt x="546" y="54"/>
                    </a:lnTo>
                    <a:lnTo>
                      <a:pt x="564" y="72"/>
                    </a:lnTo>
                    <a:lnTo>
                      <a:pt x="552" y="66"/>
                    </a:lnTo>
                    <a:lnTo>
                      <a:pt x="546" y="60"/>
                    </a:lnTo>
                    <a:lnTo>
                      <a:pt x="528" y="48"/>
                    </a:lnTo>
                    <a:lnTo>
                      <a:pt x="492" y="30"/>
                    </a:lnTo>
                    <a:lnTo>
                      <a:pt x="480" y="30"/>
                    </a:lnTo>
                    <a:lnTo>
                      <a:pt x="474" y="36"/>
                    </a:lnTo>
                    <a:lnTo>
                      <a:pt x="468" y="48"/>
                    </a:lnTo>
                    <a:lnTo>
                      <a:pt x="462" y="54"/>
                    </a:lnTo>
                    <a:lnTo>
                      <a:pt x="450" y="54"/>
                    </a:lnTo>
                    <a:lnTo>
                      <a:pt x="438" y="48"/>
                    </a:lnTo>
                    <a:lnTo>
                      <a:pt x="420" y="48"/>
                    </a:lnTo>
                    <a:lnTo>
                      <a:pt x="420" y="42"/>
                    </a:lnTo>
                    <a:lnTo>
                      <a:pt x="426" y="42"/>
                    </a:lnTo>
                    <a:lnTo>
                      <a:pt x="438" y="30"/>
                    </a:lnTo>
                    <a:lnTo>
                      <a:pt x="384" y="30"/>
                    </a:lnTo>
                    <a:lnTo>
                      <a:pt x="372" y="42"/>
                    </a:lnTo>
                    <a:lnTo>
                      <a:pt x="366" y="30"/>
                    </a:lnTo>
                    <a:lnTo>
                      <a:pt x="354" y="30"/>
                    </a:lnTo>
                    <a:lnTo>
                      <a:pt x="318" y="48"/>
                    </a:lnTo>
                    <a:lnTo>
                      <a:pt x="318" y="60"/>
                    </a:lnTo>
                    <a:lnTo>
                      <a:pt x="324" y="66"/>
                    </a:lnTo>
                    <a:close/>
                    <a:moveTo>
                      <a:pt x="642" y="708"/>
                    </a:moveTo>
                    <a:lnTo>
                      <a:pt x="666" y="696"/>
                    </a:lnTo>
                    <a:lnTo>
                      <a:pt x="666" y="690"/>
                    </a:lnTo>
                    <a:lnTo>
                      <a:pt x="678" y="690"/>
                    </a:lnTo>
                    <a:lnTo>
                      <a:pt x="678" y="678"/>
                    </a:lnTo>
                    <a:lnTo>
                      <a:pt x="672" y="672"/>
                    </a:lnTo>
                    <a:lnTo>
                      <a:pt x="630" y="690"/>
                    </a:lnTo>
                    <a:lnTo>
                      <a:pt x="642" y="708"/>
                    </a:lnTo>
                    <a:close/>
                    <a:moveTo>
                      <a:pt x="774" y="648"/>
                    </a:moveTo>
                    <a:lnTo>
                      <a:pt x="780" y="642"/>
                    </a:lnTo>
                    <a:lnTo>
                      <a:pt x="786" y="642"/>
                    </a:lnTo>
                    <a:lnTo>
                      <a:pt x="792" y="636"/>
                    </a:lnTo>
                    <a:lnTo>
                      <a:pt x="792" y="630"/>
                    </a:lnTo>
                    <a:lnTo>
                      <a:pt x="786" y="624"/>
                    </a:lnTo>
                    <a:lnTo>
                      <a:pt x="774" y="624"/>
                    </a:lnTo>
                    <a:lnTo>
                      <a:pt x="768" y="630"/>
                    </a:lnTo>
                    <a:lnTo>
                      <a:pt x="768" y="642"/>
                    </a:lnTo>
                    <a:lnTo>
                      <a:pt x="774" y="648"/>
                    </a:lnTo>
                    <a:close/>
                    <a:moveTo>
                      <a:pt x="594" y="696"/>
                    </a:moveTo>
                    <a:lnTo>
                      <a:pt x="576" y="696"/>
                    </a:lnTo>
                    <a:lnTo>
                      <a:pt x="552" y="708"/>
                    </a:lnTo>
                    <a:lnTo>
                      <a:pt x="546" y="714"/>
                    </a:lnTo>
                    <a:lnTo>
                      <a:pt x="570" y="720"/>
                    </a:lnTo>
                    <a:lnTo>
                      <a:pt x="576" y="714"/>
                    </a:lnTo>
                    <a:lnTo>
                      <a:pt x="588" y="714"/>
                    </a:lnTo>
                    <a:lnTo>
                      <a:pt x="600" y="702"/>
                    </a:lnTo>
                    <a:lnTo>
                      <a:pt x="594" y="696"/>
                    </a:lnTo>
                    <a:close/>
                    <a:moveTo>
                      <a:pt x="918" y="612"/>
                    </a:moveTo>
                    <a:lnTo>
                      <a:pt x="936" y="618"/>
                    </a:lnTo>
                    <a:lnTo>
                      <a:pt x="942" y="606"/>
                    </a:lnTo>
                    <a:lnTo>
                      <a:pt x="948" y="600"/>
                    </a:lnTo>
                    <a:lnTo>
                      <a:pt x="948" y="594"/>
                    </a:lnTo>
                    <a:lnTo>
                      <a:pt x="918" y="594"/>
                    </a:lnTo>
                    <a:lnTo>
                      <a:pt x="918" y="612"/>
                    </a:lnTo>
                    <a:close/>
                    <a:moveTo>
                      <a:pt x="486" y="756"/>
                    </a:moveTo>
                    <a:lnTo>
                      <a:pt x="474" y="756"/>
                    </a:lnTo>
                    <a:lnTo>
                      <a:pt x="438" y="774"/>
                    </a:lnTo>
                    <a:lnTo>
                      <a:pt x="432" y="780"/>
                    </a:lnTo>
                    <a:lnTo>
                      <a:pt x="432" y="786"/>
                    </a:lnTo>
                    <a:lnTo>
                      <a:pt x="444" y="786"/>
                    </a:lnTo>
                    <a:lnTo>
                      <a:pt x="456" y="780"/>
                    </a:lnTo>
                    <a:lnTo>
                      <a:pt x="462" y="774"/>
                    </a:lnTo>
                    <a:lnTo>
                      <a:pt x="474" y="768"/>
                    </a:lnTo>
                    <a:lnTo>
                      <a:pt x="510" y="768"/>
                    </a:lnTo>
                    <a:lnTo>
                      <a:pt x="510" y="762"/>
                    </a:lnTo>
                    <a:lnTo>
                      <a:pt x="504" y="762"/>
                    </a:lnTo>
                    <a:lnTo>
                      <a:pt x="504" y="756"/>
                    </a:lnTo>
                    <a:lnTo>
                      <a:pt x="486" y="756"/>
                    </a:lnTo>
                    <a:close/>
                    <a:moveTo>
                      <a:pt x="1356" y="660"/>
                    </a:moveTo>
                    <a:lnTo>
                      <a:pt x="1326" y="666"/>
                    </a:lnTo>
                    <a:lnTo>
                      <a:pt x="1290" y="654"/>
                    </a:lnTo>
                    <a:lnTo>
                      <a:pt x="1260" y="642"/>
                    </a:lnTo>
                    <a:lnTo>
                      <a:pt x="1302" y="642"/>
                    </a:lnTo>
                    <a:lnTo>
                      <a:pt x="1326" y="630"/>
                    </a:lnTo>
                    <a:lnTo>
                      <a:pt x="1344" y="630"/>
                    </a:lnTo>
                    <a:lnTo>
                      <a:pt x="1350" y="624"/>
                    </a:lnTo>
                    <a:lnTo>
                      <a:pt x="1356" y="624"/>
                    </a:lnTo>
                    <a:lnTo>
                      <a:pt x="1344" y="618"/>
                    </a:lnTo>
                    <a:lnTo>
                      <a:pt x="1338" y="612"/>
                    </a:lnTo>
                    <a:lnTo>
                      <a:pt x="1320" y="606"/>
                    </a:lnTo>
                    <a:lnTo>
                      <a:pt x="1308" y="600"/>
                    </a:lnTo>
                    <a:lnTo>
                      <a:pt x="1284" y="600"/>
                    </a:lnTo>
                    <a:lnTo>
                      <a:pt x="1260" y="588"/>
                    </a:lnTo>
                    <a:lnTo>
                      <a:pt x="1254" y="588"/>
                    </a:lnTo>
                    <a:lnTo>
                      <a:pt x="1242" y="582"/>
                    </a:lnTo>
                    <a:lnTo>
                      <a:pt x="1242" y="588"/>
                    </a:lnTo>
                    <a:lnTo>
                      <a:pt x="1236" y="594"/>
                    </a:lnTo>
                    <a:lnTo>
                      <a:pt x="1236" y="600"/>
                    </a:lnTo>
                    <a:lnTo>
                      <a:pt x="1218" y="618"/>
                    </a:lnTo>
                    <a:lnTo>
                      <a:pt x="1206" y="618"/>
                    </a:lnTo>
                    <a:lnTo>
                      <a:pt x="1200" y="612"/>
                    </a:lnTo>
                    <a:lnTo>
                      <a:pt x="1224" y="588"/>
                    </a:lnTo>
                    <a:lnTo>
                      <a:pt x="1158" y="564"/>
                    </a:lnTo>
                    <a:lnTo>
                      <a:pt x="1158" y="576"/>
                    </a:lnTo>
                    <a:lnTo>
                      <a:pt x="1152" y="594"/>
                    </a:lnTo>
                    <a:lnTo>
                      <a:pt x="1134" y="630"/>
                    </a:lnTo>
                    <a:lnTo>
                      <a:pt x="1128" y="630"/>
                    </a:lnTo>
                    <a:lnTo>
                      <a:pt x="1122" y="624"/>
                    </a:lnTo>
                    <a:lnTo>
                      <a:pt x="1116" y="612"/>
                    </a:lnTo>
                    <a:lnTo>
                      <a:pt x="1116" y="594"/>
                    </a:lnTo>
                    <a:lnTo>
                      <a:pt x="1122" y="582"/>
                    </a:lnTo>
                    <a:lnTo>
                      <a:pt x="1116" y="594"/>
                    </a:lnTo>
                    <a:lnTo>
                      <a:pt x="1104" y="600"/>
                    </a:lnTo>
                    <a:lnTo>
                      <a:pt x="1080" y="624"/>
                    </a:lnTo>
                    <a:lnTo>
                      <a:pt x="1056" y="636"/>
                    </a:lnTo>
                    <a:lnTo>
                      <a:pt x="1050" y="636"/>
                    </a:lnTo>
                    <a:lnTo>
                      <a:pt x="1050" y="630"/>
                    </a:lnTo>
                    <a:lnTo>
                      <a:pt x="1056" y="618"/>
                    </a:lnTo>
                    <a:lnTo>
                      <a:pt x="1086" y="588"/>
                    </a:lnTo>
                    <a:lnTo>
                      <a:pt x="1092" y="576"/>
                    </a:lnTo>
                    <a:lnTo>
                      <a:pt x="1104" y="570"/>
                    </a:lnTo>
                    <a:lnTo>
                      <a:pt x="1068" y="570"/>
                    </a:lnTo>
                    <a:lnTo>
                      <a:pt x="1050" y="582"/>
                    </a:lnTo>
                    <a:lnTo>
                      <a:pt x="1026" y="582"/>
                    </a:lnTo>
                    <a:lnTo>
                      <a:pt x="984" y="606"/>
                    </a:lnTo>
                    <a:lnTo>
                      <a:pt x="960" y="606"/>
                    </a:lnTo>
                    <a:lnTo>
                      <a:pt x="954" y="636"/>
                    </a:lnTo>
                    <a:lnTo>
                      <a:pt x="918" y="624"/>
                    </a:lnTo>
                    <a:lnTo>
                      <a:pt x="882" y="630"/>
                    </a:lnTo>
                    <a:lnTo>
                      <a:pt x="894" y="660"/>
                    </a:lnTo>
                    <a:lnTo>
                      <a:pt x="846" y="648"/>
                    </a:lnTo>
                    <a:lnTo>
                      <a:pt x="828" y="654"/>
                    </a:lnTo>
                    <a:lnTo>
                      <a:pt x="834" y="678"/>
                    </a:lnTo>
                    <a:lnTo>
                      <a:pt x="792" y="690"/>
                    </a:lnTo>
                    <a:lnTo>
                      <a:pt x="792" y="654"/>
                    </a:lnTo>
                    <a:lnTo>
                      <a:pt x="762" y="654"/>
                    </a:lnTo>
                    <a:lnTo>
                      <a:pt x="774" y="678"/>
                    </a:lnTo>
                    <a:lnTo>
                      <a:pt x="750" y="660"/>
                    </a:lnTo>
                    <a:lnTo>
                      <a:pt x="750" y="690"/>
                    </a:lnTo>
                    <a:lnTo>
                      <a:pt x="726" y="690"/>
                    </a:lnTo>
                    <a:lnTo>
                      <a:pt x="726" y="660"/>
                    </a:lnTo>
                    <a:lnTo>
                      <a:pt x="738" y="654"/>
                    </a:lnTo>
                    <a:lnTo>
                      <a:pt x="744" y="648"/>
                    </a:lnTo>
                    <a:lnTo>
                      <a:pt x="708" y="642"/>
                    </a:lnTo>
                    <a:lnTo>
                      <a:pt x="708" y="684"/>
                    </a:lnTo>
                    <a:lnTo>
                      <a:pt x="678" y="696"/>
                    </a:lnTo>
                    <a:lnTo>
                      <a:pt x="696" y="708"/>
                    </a:lnTo>
                    <a:lnTo>
                      <a:pt x="660" y="714"/>
                    </a:lnTo>
                    <a:lnTo>
                      <a:pt x="672" y="726"/>
                    </a:lnTo>
                    <a:lnTo>
                      <a:pt x="630" y="726"/>
                    </a:lnTo>
                    <a:lnTo>
                      <a:pt x="630" y="738"/>
                    </a:lnTo>
                    <a:lnTo>
                      <a:pt x="660" y="750"/>
                    </a:lnTo>
                    <a:lnTo>
                      <a:pt x="654" y="762"/>
                    </a:lnTo>
                    <a:lnTo>
                      <a:pt x="618" y="744"/>
                    </a:lnTo>
                    <a:lnTo>
                      <a:pt x="600" y="750"/>
                    </a:lnTo>
                    <a:lnTo>
                      <a:pt x="624" y="762"/>
                    </a:lnTo>
                    <a:lnTo>
                      <a:pt x="606" y="780"/>
                    </a:lnTo>
                    <a:lnTo>
                      <a:pt x="594" y="762"/>
                    </a:lnTo>
                    <a:lnTo>
                      <a:pt x="576" y="768"/>
                    </a:lnTo>
                    <a:lnTo>
                      <a:pt x="576" y="780"/>
                    </a:lnTo>
                    <a:lnTo>
                      <a:pt x="546" y="780"/>
                    </a:lnTo>
                    <a:lnTo>
                      <a:pt x="540" y="792"/>
                    </a:lnTo>
                    <a:lnTo>
                      <a:pt x="564" y="804"/>
                    </a:lnTo>
                    <a:lnTo>
                      <a:pt x="564" y="822"/>
                    </a:lnTo>
                    <a:lnTo>
                      <a:pt x="528" y="810"/>
                    </a:lnTo>
                    <a:lnTo>
                      <a:pt x="522" y="822"/>
                    </a:lnTo>
                    <a:lnTo>
                      <a:pt x="552" y="834"/>
                    </a:lnTo>
                    <a:lnTo>
                      <a:pt x="504" y="834"/>
                    </a:lnTo>
                    <a:lnTo>
                      <a:pt x="504" y="852"/>
                    </a:lnTo>
                    <a:lnTo>
                      <a:pt x="492" y="846"/>
                    </a:lnTo>
                    <a:lnTo>
                      <a:pt x="486" y="846"/>
                    </a:lnTo>
                    <a:lnTo>
                      <a:pt x="474" y="852"/>
                    </a:lnTo>
                    <a:lnTo>
                      <a:pt x="468" y="858"/>
                    </a:lnTo>
                    <a:lnTo>
                      <a:pt x="456" y="858"/>
                    </a:lnTo>
                    <a:lnTo>
                      <a:pt x="456" y="870"/>
                    </a:lnTo>
                    <a:lnTo>
                      <a:pt x="462" y="876"/>
                    </a:lnTo>
                    <a:lnTo>
                      <a:pt x="456" y="876"/>
                    </a:lnTo>
                    <a:lnTo>
                      <a:pt x="450" y="882"/>
                    </a:lnTo>
                    <a:lnTo>
                      <a:pt x="444" y="882"/>
                    </a:lnTo>
                    <a:lnTo>
                      <a:pt x="444" y="900"/>
                    </a:lnTo>
                    <a:lnTo>
                      <a:pt x="480" y="900"/>
                    </a:lnTo>
                    <a:lnTo>
                      <a:pt x="468" y="912"/>
                    </a:lnTo>
                    <a:lnTo>
                      <a:pt x="432" y="906"/>
                    </a:lnTo>
                    <a:lnTo>
                      <a:pt x="420" y="912"/>
                    </a:lnTo>
                    <a:lnTo>
                      <a:pt x="414" y="918"/>
                    </a:lnTo>
                    <a:lnTo>
                      <a:pt x="414" y="930"/>
                    </a:lnTo>
                    <a:lnTo>
                      <a:pt x="420" y="936"/>
                    </a:lnTo>
                    <a:lnTo>
                      <a:pt x="420" y="948"/>
                    </a:lnTo>
                    <a:lnTo>
                      <a:pt x="408" y="954"/>
                    </a:lnTo>
                    <a:lnTo>
                      <a:pt x="390" y="954"/>
                    </a:lnTo>
                    <a:lnTo>
                      <a:pt x="390" y="972"/>
                    </a:lnTo>
                    <a:lnTo>
                      <a:pt x="408" y="990"/>
                    </a:lnTo>
                    <a:lnTo>
                      <a:pt x="408" y="996"/>
                    </a:lnTo>
                    <a:lnTo>
                      <a:pt x="402" y="1002"/>
                    </a:lnTo>
                    <a:lnTo>
                      <a:pt x="366" y="1002"/>
                    </a:lnTo>
                    <a:lnTo>
                      <a:pt x="360" y="1008"/>
                    </a:lnTo>
                    <a:lnTo>
                      <a:pt x="360" y="1026"/>
                    </a:lnTo>
                    <a:lnTo>
                      <a:pt x="354" y="1032"/>
                    </a:lnTo>
                    <a:lnTo>
                      <a:pt x="342" y="1032"/>
                    </a:lnTo>
                    <a:lnTo>
                      <a:pt x="336" y="1026"/>
                    </a:lnTo>
                    <a:lnTo>
                      <a:pt x="318" y="1026"/>
                    </a:lnTo>
                    <a:lnTo>
                      <a:pt x="294" y="1050"/>
                    </a:lnTo>
                    <a:lnTo>
                      <a:pt x="282" y="1050"/>
                    </a:lnTo>
                    <a:lnTo>
                      <a:pt x="270" y="1062"/>
                    </a:lnTo>
                    <a:lnTo>
                      <a:pt x="270" y="1068"/>
                    </a:lnTo>
                    <a:lnTo>
                      <a:pt x="276" y="1074"/>
                    </a:lnTo>
                    <a:lnTo>
                      <a:pt x="276" y="1080"/>
                    </a:lnTo>
                    <a:lnTo>
                      <a:pt x="264" y="1092"/>
                    </a:lnTo>
                    <a:lnTo>
                      <a:pt x="252" y="1092"/>
                    </a:lnTo>
                    <a:lnTo>
                      <a:pt x="246" y="1086"/>
                    </a:lnTo>
                    <a:lnTo>
                      <a:pt x="234" y="1080"/>
                    </a:lnTo>
                    <a:lnTo>
                      <a:pt x="234" y="1074"/>
                    </a:lnTo>
                    <a:lnTo>
                      <a:pt x="228" y="1074"/>
                    </a:lnTo>
                    <a:lnTo>
                      <a:pt x="204" y="1086"/>
                    </a:lnTo>
                    <a:lnTo>
                      <a:pt x="198" y="1092"/>
                    </a:lnTo>
                    <a:lnTo>
                      <a:pt x="180" y="1092"/>
                    </a:lnTo>
                    <a:lnTo>
                      <a:pt x="180" y="1110"/>
                    </a:lnTo>
                    <a:lnTo>
                      <a:pt x="186" y="1116"/>
                    </a:lnTo>
                    <a:lnTo>
                      <a:pt x="192" y="1116"/>
                    </a:lnTo>
                    <a:lnTo>
                      <a:pt x="192" y="1128"/>
                    </a:lnTo>
                    <a:lnTo>
                      <a:pt x="186" y="1128"/>
                    </a:lnTo>
                    <a:lnTo>
                      <a:pt x="174" y="1116"/>
                    </a:lnTo>
                    <a:lnTo>
                      <a:pt x="162" y="1116"/>
                    </a:lnTo>
                    <a:lnTo>
                      <a:pt x="156" y="1122"/>
                    </a:lnTo>
                    <a:lnTo>
                      <a:pt x="156" y="1134"/>
                    </a:lnTo>
                    <a:lnTo>
                      <a:pt x="168" y="1134"/>
                    </a:lnTo>
                    <a:lnTo>
                      <a:pt x="174" y="1140"/>
                    </a:lnTo>
                    <a:lnTo>
                      <a:pt x="180" y="1140"/>
                    </a:lnTo>
                    <a:lnTo>
                      <a:pt x="180" y="1152"/>
                    </a:lnTo>
                    <a:lnTo>
                      <a:pt x="138" y="1152"/>
                    </a:lnTo>
                    <a:lnTo>
                      <a:pt x="138" y="1146"/>
                    </a:lnTo>
                    <a:lnTo>
                      <a:pt x="132" y="1146"/>
                    </a:lnTo>
                    <a:lnTo>
                      <a:pt x="126" y="1158"/>
                    </a:lnTo>
                    <a:lnTo>
                      <a:pt x="126" y="1170"/>
                    </a:lnTo>
                    <a:lnTo>
                      <a:pt x="120" y="1164"/>
                    </a:lnTo>
                    <a:lnTo>
                      <a:pt x="102" y="1164"/>
                    </a:lnTo>
                    <a:lnTo>
                      <a:pt x="96" y="1158"/>
                    </a:lnTo>
                    <a:lnTo>
                      <a:pt x="90" y="1158"/>
                    </a:lnTo>
                    <a:lnTo>
                      <a:pt x="90" y="1164"/>
                    </a:lnTo>
                    <a:lnTo>
                      <a:pt x="96" y="1170"/>
                    </a:lnTo>
                    <a:lnTo>
                      <a:pt x="120" y="1182"/>
                    </a:lnTo>
                    <a:lnTo>
                      <a:pt x="132" y="1182"/>
                    </a:lnTo>
                    <a:lnTo>
                      <a:pt x="108" y="1200"/>
                    </a:lnTo>
                    <a:lnTo>
                      <a:pt x="108" y="1188"/>
                    </a:lnTo>
                    <a:lnTo>
                      <a:pt x="90" y="1188"/>
                    </a:lnTo>
                    <a:lnTo>
                      <a:pt x="84" y="1194"/>
                    </a:lnTo>
                    <a:lnTo>
                      <a:pt x="60" y="1182"/>
                    </a:lnTo>
                    <a:lnTo>
                      <a:pt x="54" y="1194"/>
                    </a:lnTo>
                    <a:lnTo>
                      <a:pt x="66" y="1200"/>
                    </a:lnTo>
                    <a:lnTo>
                      <a:pt x="30" y="1194"/>
                    </a:lnTo>
                    <a:lnTo>
                      <a:pt x="30" y="1212"/>
                    </a:lnTo>
                    <a:lnTo>
                      <a:pt x="78" y="1212"/>
                    </a:lnTo>
                    <a:lnTo>
                      <a:pt x="54" y="1218"/>
                    </a:lnTo>
                    <a:lnTo>
                      <a:pt x="18" y="1212"/>
                    </a:lnTo>
                    <a:lnTo>
                      <a:pt x="6" y="1224"/>
                    </a:lnTo>
                    <a:lnTo>
                      <a:pt x="6" y="1230"/>
                    </a:lnTo>
                    <a:lnTo>
                      <a:pt x="18" y="1242"/>
                    </a:lnTo>
                    <a:lnTo>
                      <a:pt x="36" y="1242"/>
                    </a:lnTo>
                    <a:lnTo>
                      <a:pt x="18" y="1248"/>
                    </a:lnTo>
                    <a:lnTo>
                      <a:pt x="12" y="1254"/>
                    </a:lnTo>
                    <a:lnTo>
                      <a:pt x="12" y="1260"/>
                    </a:lnTo>
                    <a:lnTo>
                      <a:pt x="66" y="1260"/>
                    </a:lnTo>
                    <a:lnTo>
                      <a:pt x="78" y="1272"/>
                    </a:lnTo>
                    <a:lnTo>
                      <a:pt x="96" y="1260"/>
                    </a:lnTo>
                    <a:lnTo>
                      <a:pt x="108" y="1272"/>
                    </a:lnTo>
                    <a:lnTo>
                      <a:pt x="138" y="1260"/>
                    </a:lnTo>
                    <a:lnTo>
                      <a:pt x="132" y="1266"/>
                    </a:lnTo>
                    <a:lnTo>
                      <a:pt x="126" y="1278"/>
                    </a:lnTo>
                    <a:lnTo>
                      <a:pt x="60" y="1278"/>
                    </a:lnTo>
                    <a:lnTo>
                      <a:pt x="54" y="1272"/>
                    </a:lnTo>
                    <a:lnTo>
                      <a:pt x="24" y="1272"/>
                    </a:lnTo>
                    <a:lnTo>
                      <a:pt x="12" y="1278"/>
                    </a:lnTo>
                    <a:lnTo>
                      <a:pt x="0" y="1278"/>
                    </a:lnTo>
                    <a:lnTo>
                      <a:pt x="6" y="1284"/>
                    </a:lnTo>
                    <a:lnTo>
                      <a:pt x="6" y="1296"/>
                    </a:lnTo>
                    <a:lnTo>
                      <a:pt x="12" y="1296"/>
                    </a:lnTo>
                    <a:lnTo>
                      <a:pt x="18" y="1302"/>
                    </a:lnTo>
                    <a:lnTo>
                      <a:pt x="30" y="1302"/>
                    </a:lnTo>
                    <a:lnTo>
                      <a:pt x="24" y="1308"/>
                    </a:lnTo>
                    <a:lnTo>
                      <a:pt x="18" y="1320"/>
                    </a:lnTo>
                    <a:lnTo>
                      <a:pt x="36" y="1338"/>
                    </a:lnTo>
                    <a:lnTo>
                      <a:pt x="48" y="1338"/>
                    </a:lnTo>
                    <a:lnTo>
                      <a:pt x="72" y="1320"/>
                    </a:lnTo>
                    <a:lnTo>
                      <a:pt x="102" y="1314"/>
                    </a:lnTo>
                    <a:lnTo>
                      <a:pt x="90" y="1338"/>
                    </a:lnTo>
                    <a:lnTo>
                      <a:pt x="78" y="1332"/>
                    </a:lnTo>
                    <a:lnTo>
                      <a:pt x="66" y="1350"/>
                    </a:lnTo>
                    <a:lnTo>
                      <a:pt x="30" y="1350"/>
                    </a:lnTo>
                    <a:lnTo>
                      <a:pt x="48" y="1368"/>
                    </a:lnTo>
                    <a:lnTo>
                      <a:pt x="24" y="1380"/>
                    </a:lnTo>
                    <a:lnTo>
                      <a:pt x="6" y="1380"/>
                    </a:lnTo>
                    <a:lnTo>
                      <a:pt x="6" y="1398"/>
                    </a:lnTo>
                    <a:lnTo>
                      <a:pt x="66" y="1398"/>
                    </a:lnTo>
                    <a:lnTo>
                      <a:pt x="54" y="1422"/>
                    </a:lnTo>
                    <a:lnTo>
                      <a:pt x="66" y="1422"/>
                    </a:lnTo>
                    <a:lnTo>
                      <a:pt x="54" y="1440"/>
                    </a:lnTo>
                    <a:lnTo>
                      <a:pt x="42" y="1434"/>
                    </a:lnTo>
                    <a:lnTo>
                      <a:pt x="36" y="1434"/>
                    </a:lnTo>
                    <a:lnTo>
                      <a:pt x="30" y="1428"/>
                    </a:lnTo>
                    <a:lnTo>
                      <a:pt x="18" y="1428"/>
                    </a:lnTo>
                    <a:lnTo>
                      <a:pt x="18" y="1440"/>
                    </a:lnTo>
                    <a:lnTo>
                      <a:pt x="24" y="1452"/>
                    </a:lnTo>
                    <a:lnTo>
                      <a:pt x="36" y="1464"/>
                    </a:lnTo>
                    <a:lnTo>
                      <a:pt x="84" y="1482"/>
                    </a:lnTo>
                    <a:lnTo>
                      <a:pt x="78" y="1488"/>
                    </a:lnTo>
                    <a:lnTo>
                      <a:pt x="84" y="1494"/>
                    </a:lnTo>
                    <a:lnTo>
                      <a:pt x="126" y="1494"/>
                    </a:lnTo>
                    <a:lnTo>
                      <a:pt x="132" y="1500"/>
                    </a:lnTo>
                    <a:lnTo>
                      <a:pt x="144" y="1500"/>
                    </a:lnTo>
                    <a:lnTo>
                      <a:pt x="192" y="1476"/>
                    </a:lnTo>
                    <a:lnTo>
                      <a:pt x="204" y="1464"/>
                    </a:lnTo>
                    <a:lnTo>
                      <a:pt x="216" y="1458"/>
                    </a:lnTo>
                    <a:lnTo>
                      <a:pt x="222" y="1452"/>
                    </a:lnTo>
                    <a:lnTo>
                      <a:pt x="258" y="1422"/>
                    </a:lnTo>
                    <a:lnTo>
                      <a:pt x="282" y="1422"/>
                    </a:lnTo>
                    <a:lnTo>
                      <a:pt x="294" y="1416"/>
                    </a:lnTo>
                    <a:lnTo>
                      <a:pt x="300" y="1410"/>
                    </a:lnTo>
                    <a:lnTo>
                      <a:pt x="300" y="1386"/>
                    </a:lnTo>
                    <a:lnTo>
                      <a:pt x="294" y="1380"/>
                    </a:lnTo>
                    <a:lnTo>
                      <a:pt x="294" y="1374"/>
                    </a:lnTo>
                    <a:lnTo>
                      <a:pt x="312" y="1368"/>
                    </a:lnTo>
                    <a:lnTo>
                      <a:pt x="306" y="1374"/>
                    </a:lnTo>
                    <a:lnTo>
                      <a:pt x="306" y="1380"/>
                    </a:lnTo>
                    <a:lnTo>
                      <a:pt x="300" y="1386"/>
                    </a:lnTo>
                    <a:lnTo>
                      <a:pt x="300" y="1392"/>
                    </a:lnTo>
                    <a:lnTo>
                      <a:pt x="312" y="1404"/>
                    </a:lnTo>
                    <a:lnTo>
                      <a:pt x="330" y="1410"/>
                    </a:lnTo>
                    <a:lnTo>
                      <a:pt x="342" y="1410"/>
                    </a:lnTo>
                    <a:lnTo>
                      <a:pt x="348" y="1416"/>
                    </a:lnTo>
                    <a:lnTo>
                      <a:pt x="354" y="1416"/>
                    </a:lnTo>
                    <a:lnTo>
                      <a:pt x="372" y="1434"/>
                    </a:lnTo>
                    <a:lnTo>
                      <a:pt x="378" y="1422"/>
                    </a:lnTo>
                    <a:lnTo>
                      <a:pt x="384" y="1416"/>
                    </a:lnTo>
                    <a:lnTo>
                      <a:pt x="384" y="1398"/>
                    </a:lnTo>
                    <a:lnTo>
                      <a:pt x="372" y="1386"/>
                    </a:lnTo>
                    <a:lnTo>
                      <a:pt x="372" y="1380"/>
                    </a:lnTo>
                    <a:lnTo>
                      <a:pt x="378" y="1374"/>
                    </a:lnTo>
                    <a:lnTo>
                      <a:pt x="384" y="1374"/>
                    </a:lnTo>
                    <a:lnTo>
                      <a:pt x="384" y="1368"/>
                    </a:lnTo>
                    <a:lnTo>
                      <a:pt x="378" y="1356"/>
                    </a:lnTo>
                    <a:lnTo>
                      <a:pt x="414" y="1356"/>
                    </a:lnTo>
                    <a:lnTo>
                      <a:pt x="420" y="1350"/>
                    </a:lnTo>
                    <a:lnTo>
                      <a:pt x="420" y="1326"/>
                    </a:lnTo>
                    <a:lnTo>
                      <a:pt x="426" y="1326"/>
                    </a:lnTo>
                    <a:lnTo>
                      <a:pt x="420" y="1314"/>
                    </a:lnTo>
                    <a:lnTo>
                      <a:pt x="420" y="1308"/>
                    </a:lnTo>
                    <a:lnTo>
                      <a:pt x="414" y="1302"/>
                    </a:lnTo>
                    <a:lnTo>
                      <a:pt x="414" y="1296"/>
                    </a:lnTo>
                    <a:lnTo>
                      <a:pt x="408" y="1284"/>
                    </a:lnTo>
                    <a:lnTo>
                      <a:pt x="402" y="1278"/>
                    </a:lnTo>
                    <a:lnTo>
                      <a:pt x="426" y="1272"/>
                    </a:lnTo>
                    <a:lnTo>
                      <a:pt x="438" y="1260"/>
                    </a:lnTo>
                    <a:lnTo>
                      <a:pt x="438" y="1248"/>
                    </a:lnTo>
                    <a:lnTo>
                      <a:pt x="420" y="1230"/>
                    </a:lnTo>
                    <a:lnTo>
                      <a:pt x="414" y="1230"/>
                    </a:lnTo>
                    <a:lnTo>
                      <a:pt x="402" y="1218"/>
                    </a:lnTo>
                    <a:lnTo>
                      <a:pt x="402" y="1200"/>
                    </a:lnTo>
                    <a:lnTo>
                      <a:pt x="408" y="1188"/>
                    </a:lnTo>
                    <a:lnTo>
                      <a:pt x="408" y="1176"/>
                    </a:lnTo>
                    <a:lnTo>
                      <a:pt x="384" y="1152"/>
                    </a:lnTo>
                    <a:lnTo>
                      <a:pt x="384" y="1140"/>
                    </a:lnTo>
                    <a:lnTo>
                      <a:pt x="390" y="1134"/>
                    </a:lnTo>
                    <a:lnTo>
                      <a:pt x="396" y="1134"/>
                    </a:lnTo>
                    <a:lnTo>
                      <a:pt x="402" y="1128"/>
                    </a:lnTo>
                    <a:lnTo>
                      <a:pt x="402" y="1122"/>
                    </a:lnTo>
                    <a:lnTo>
                      <a:pt x="396" y="1116"/>
                    </a:lnTo>
                    <a:lnTo>
                      <a:pt x="390" y="1116"/>
                    </a:lnTo>
                    <a:lnTo>
                      <a:pt x="384" y="1110"/>
                    </a:lnTo>
                    <a:lnTo>
                      <a:pt x="426" y="1068"/>
                    </a:lnTo>
                    <a:lnTo>
                      <a:pt x="438" y="1062"/>
                    </a:lnTo>
                    <a:lnTo>
                      <a:pt x="444" y="1056"/>
                    </a:lnTo>
                    <a:lnTo>
                      <a:pt x="456" y="1050"/>
                    </a:lnTo>
                    <a:lnTo>
                      <a:pt x="498" y="1050"/>
                    </a:lnTo>
                    <a:lnTo>
                      <a:pt x="504" y="1044"/>
                    </a:lnTo>
                    <a:lnTo>
                      <a:pt x="504" y="1038"/>
                    </a:lnTo>
                    <a:lnTo>
                      <a:pt x="486" y="1020"/>
                    </a:lnTo>
                    <a:lnTo>
                      <a:pt x="474" y="1014"/>
                    </a:lnTo>
                    <a:lnTo>
                      <a:pt x="486" y="1008"/>
                    </a:lnTo>
                    <a:lnTo>
                      <a:pt x="492" y="1008"/>
                    </a:lnTo>
                    <a:lnTo>
                      <a:pt x="522" y="978"/>
                    </a:lnTo>
                    <a:lnTo>
                      <a:pt x="528" y="936"/>
                    </a:lnTo>
                    <a:lnTo>
                      <a:pt x="528" y="900"/>
                    </a:lnTo>
                    <a:lnTo>
                      <a:pt x="546" y="912"/>
                    </a:lnTo>
                    <a:lnTo>
                      <a:pt x="558" y="906"/>
                    </a:lnTo>
                    <a:lnTo>
                      <a:pt x="564" y="906"/>
                    </a:lnTo>
                    <a:lnTo>
                      <a:pt x="570" y="900"/>
                    </a:lnTo>
                    <a:lnTo>
                      <a:pt x="576" y="900"/>
                    </a:lnTo>
                    <a:lnTo>
                      <a:pt x="576" y="894"/>
                    </a:lnTo>
                    <a:lnTo>
                      <a:pt x="570" y="888"/>
                    </a:lnTo>
                    <a:lnTo>
                      <a:pt x="570" y="882"/>
                    </a:lnTo>
                    <a:lnTo>
                      <a:pt x="564" y="876"/>
                    </a:lnTo>
                    <a:lnTo>
                      <a:pt x="582" y="876"/>
                    </a:lnTo>
                    <a:lnTo>
                      <a:pt x="588" y="870"/>
                    </a:lnTo>
                    <a:lnTo>
                      <a:pt x="588" y="864"/>
                    </a:lnTo>
                    <a:lnTo>
                      <a:pt x="594" y="858"/>
                    </a:lnTo>
                    <a:lnTo>
                      <a:pt x="606" y="852"/>
                    </a:lnTo>
                    <a:lnTo>
                      <a:pt x="612" y="852"/>
                    </a:lnTo>
                    <a:lnTo>
                      <a:pt x="618" y="834"/>
                    </a:lnTo>
                    <a:lnTo>
                      <a:pt x="612" y="828"/>
                    </a:lnTo>
                    <a:lnTo>
                      <a:pt x="600" y="822"/>
                    </a:lnTo>
                    <a:lnTo>
                      <a:pt x="600" y="810"/>
                    </a:lnTo>
                    <a:lnTo>
                      <a:pt x="606" y="810"/>
                    </a:lnTo>
                    <a:lnTo>
                      <a:pt x="618" y="804"/>
                    </a:lnTo>
                    <a:lnTo>
                      <a:pt x="636" y="786"/>
                    </a:lnTo>
                    <a:lnTo>
                      <a:pt x="678" y="780"/>
                    </a:lnTo>
                    <a:lnTo>
                      <a:pt x="696" y="780"/>
                    </a:lnTo>
                    <a:lnTo>
                      <a:pt x="702" y="774"/>
                    </a:lnTo>
                    <a:lnTo>
                      <a:pt x="702" y="744"/>
                    </a:lnTo>
                    <a:lnTo>
                      <a:pt x="714" y="732"/>
                    </a:lnTo>
                    <a:lnTo>
                      <a:pt x="720" y="738"/>
                    </a:lnTo>
                    <a:lnTo>
                      <a:pt x="720" y="750"/>
                    </a:lnTo>
                    <a:lnTo>
                      <a:pt x="744" y="744"/>
                    </a:lnTo>
                    <a:lnTo>
                      <a:pt x="768" y="750"/>
                    </a:lnTo>
                    <a:lnTo>
                      <a:pt x="792" y="750"/>
                    </a:lnTo>
                    <a:lnTo>
                      <a:pt x="798" y="756"/>
                    </a:lnTo>
                    <a:lnTo>
                      <a:pt x="810" y="756"/>
                    </a:lnTo>
                    <a:lnTo>
                      <a:pt x="816" y="750"/>
                    </a:lnTo>
                    <a:lnTo>
                      <a:pt x="810" y="750"/>
                    </a:lnTo>
                    <a:lnTo>
                      <a:pt x="798" y="738"/>
                    </a:lnTo>
                    <a:lnTo>
                      <a:pt x="798" y="732"/>
                    </a:lnTo>
                    <a:lnTo>
                      <a:pt x="810" y="732"/>
                    </a:lnTo>
                    <a:lnTo>
                      <a:pt x="810" y="708"/>
                    </a:lnTo>
                    <a:lnTo>
                      <a:pt x="840" y="714"/>
                    </a:lnTo>
                    <a:lnTo>
                      <a:pt x="834" y="708"/>
                    </a:lnTo>
                    <a:lnTo>
                      <a:pt x="840" y="702"/>
                    </a:lnTo>
                    <a:lnTo>
                      <a:pt x="858" y="708"/>
                    </a:lnTo>
                    <a:lnTo>
                      <a:pt x="858" y="696"/>
                    </a:lnTo>
                    <a:lnTo>
                      <a:pt x="864" y="690"/>
                    </a:lnTo>
                    <a:lnTo>
                      <a:pt x="882" y="690"/>
                    </a:lnTo>
                    <a:lnTo>
                      <a:pt x="888" y="696"/>
                    </a:lnTo>
                    <a:lnTo>
                      <a:pt x="894" y="708"/>
                    </a:lnTo>
                    <a:lnTo>
                      <a:pt x="906" y="714"/>
                    </a:lnTo>
                    <a:lnTo>
                      <a:pt x="918" y="726"/>
                    </a:lnTo>
                    <a:lnTo>
                      <a:pt x="930" y="726"/>
                    </a:lnTo>
                    <a:lnTo>
                      <a:pt x="942" y="732"/>
                    </a:lnTo>
                    <a:lnTo>
                      <a:pt x="960" y="732"/>
                    </a:lnTo>
                    <a:lnTo>
                      <a:pt x="966" y="738"/>
                    </a:lnTo>
                    <a:lnTo>
                      <a:pt x="978" y="738"/>
                    </a:lnTo>
                    <a:lnTo>
                      <a:pt x="990" y="732"/>
                    </a:lnTo>
                    <a:lnTo>
                      <a:pt x="996" y="726"/>
                    </a:lnTo>
                    <a:lnTo>
                      <a:pt x="1026" y="726"/>
                    </a:lnTo>
                    <a:lnTo>
                      <a:pt x="1038" y="732"/>
                    </a:lnTo>
                    <a:lnTo>
                      <a:pt x="1044" y="738"/>
                    </a:lnTo>
                    <a:lnTo>
                      <a:pt x="1062" y="738"/>
                    </a:lnTo>
                    <a:lnTo>
                      <a:pt x="1062" y="726"/>
                    </a:lnTo>
                    <a:lnTo>
                      <a:pt x="1068" y="720"/>
                    </a:lnTo>
                    <a:lnTo>
                      <a:pt x="1068" y="714"/>
                    </a:lnTo>
                    <a:lnTo>
                      <a:pt x="1092" y="714"/>
                    </a:lnTo>
                    <a:lnTo>
                      <a:pt x="1092" y="678"/>
                    </a:lnTo>
                    <a:lnTo>
                      <a:pt x="1098" y="672"/>
                    </a:lnTo>
                    <a:lnTo>
                      <a:pt x="1098" y="660"/>
                    </a:lnTo>
                    <a:lnTo>
                      <a:pt x="1110" y="654"/>
                    </a:lnTo>
                    <a:lnTo>
                      <a:pt x="1116" y="654"/>
                    </a:lnTo>
                    <a:lnTo>
                      <a:pt x="1128" y="648"/>
                    </a:lnTo>
                    <a:lnTo>
                      <a:pt x="1158" y="648"/>
                    </a:lnTo>
                    <a:lnTo>
                      <a:pt x="1170" y="642"/>
                    </a:lnTo>
                    <a:lnTo>
                      <a:pt x="1206" y="642"/>
                    </a:lnTo>
                    <a:lnTo>
                      <a:pt x="1206" y="654"/>
                    </a:lnTo>
                    <a:lnTo>
                      <a:pt x="1242" y="660"/>
                    </a:lnTo>
                    <a:lnTo>
                      <a:pt x="1248" y="660"/>
                    </a:lnTo>
                    <a:lnTo>
                      <a:pt x="1260" y="672"/>
                    </a:lnTo>
                    <a:lnTo>
                      <a:pt x="1266" y="684"/>
                    </a:lnTo>
                    <a:lnTo>
                      <a:pt x="1266" y="702"/>
                    </a:lnTo>
                    <a:lnTo>
                      <a:pt x="1260" y="702"/>
                    </a:lnTo>
                    <a:lnTo>
                      <a:pt x="1260" y="696"/>
                    </a:lnTo>
                    <a:lnTo>
                      <a:pt x="1254" y="696"/>
                    </a:lnTo>
                    <a:lnTo>
                      <a:pt x="1254" y="708"/>
                    </a:lnTo>
                    <a:lnTo>
                      <a:pt x="1278" y="708"/>
                    </a:lnTo>
                    <a:lnTo>
                      <a:pt x="1284" y="696"/>
                    </a:lnTo>
                    <a:lnTo>
                      <a:pt x="1284" y="690"/>
                    </a:lnTo>
                    <a:lnTo>
                      <a:pt x="1308" y="684"/>
                    </a:lnTo>
                    <a:lnTo>
                      <a:pt x="1314" y="672"/>
                    </a:lnTo>
                    <a:lnTo>
                      <a:pt x="1350" y="672"/>
                    </a:lnTo>
                    <a:lnTo>
                      <a:pt x="1362" y="660"/>
                    </a:lnTo>
                    <a:lnTo>
                      <a:pt x="1356" y="660"/>
                    </a:lnTo>
                    <a:close/>
                    <a:moveTo>
                      <a:pt x="564" y="726"/>
                    </a:moveTo>
                    <a:lnTo>
                      <a:pt x="540" y="738"/>
                    </a:lnTo>
                    <a:lnTo>
                      <a:pt x="546" y="756"/>
                    </a:lnTo>
                    <a:lnTo>
                      <a:pt x="576" y="756"/>
                    </a:lnTo>
                    <a:lnTo>
                      <a:pt x="570" y="738"/>
                    </a:lnTo>
                    <a:lnTo>
                      <a:pt x="564" y="726"/>
                    </a:lnTo>
                    <a:close/>
                    <a:moveTo>
                      <a:pt x="522" y="714"/>
                    </a:moveTo>
                    <a:lnTo>
                      <a:pt x="516" y="720"/>
                    </a:lnTo>
                    <a:lnTo>
                      <a:pt x="510" y="732"/>
                    </a:lnTo>
                    <a:lnTo>
                      <a:pt x="510" y="750"/>
                    </a:lnTo>
                    <a:lnTo>
                      <a:pt x="528" y="768"/>
                    </a:lnTo>
                    <a:lnTo>
                      <a:pt x="528" y="756"/>
                    </a:lnTo>
                    <a:lnTo>
                      <a:pt x="534" y="744"/>
                    </a:lnTo>
                    <a:lnTo>
                      <a:pt x="534" y="720"/>
                    </a:lnTo>
                    <a:lnTo>
                      <a:pt x="528" y="714"/>
                    </a:lnTo>
                    <a:lnTo>
                      <a:pt x="522" y="714"/>
                    </a:lnTo>
                    <a:close/>
                    <a:moveTo>
                      <a:pt x="606" y="738"/>
                    </a:moveTo>
                    <a:lnTo>
                      <a:pt x="618" y="732"/>
                    </a:lnTo>
                    <a:lnTo>
                      <a:pt x="624" y="732"/>
                    </a:lnTo>
                    <a:lnTo>
                      <a:pt x="630" y="726"/>
                    </a:lnTo>
                    <a:lnTo>
                      <a:pt x="618" y="720"/>
                    </a:lnTo>
                    <a:lnTo>
                      <a:pt x="588" y="720"/>
                    </a:lnTo>
                    <a:lnTo>
                      <a:pt x="576" y="732"/>
                    </a:lnTo>
                    <a:lnTo>
                      <a:pt x="582" y="744"/>
                    </a:lnTo>
                    <a:lnTo>
                      <a:pt x="606" y="738"/>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43" name="Netherlands" descr="© INSCALE GmbH, 05.05.2010&#10;http://www.presentationload.com/">
                <a:extLst>
                  <a:ext uri="{FF2B5EF4-FFF2-40B4-BE49-F238E27FC236}">
                    <a16:creationId xmlns:a16="http://schemas.microsoft.com/office/drawing/2014/main" id="{99C525B3-A0A2-F4AB-2A17-283D8F182052}"/>
                  </a:ext>
                </a:extLst>
              </p:cNvPr>
              <p:cNvSpPr>
                <a:spLocks/>
              </p:cNvSpPr>
              <p:nvPr/>
            </p:nvSpPr>
            <p:spPr bwMode="gray">
              <a:xfrm>
                <a:off x="2726" y="1483"/>
                <a:ext cx="68" cy="53"/>
              </a:xfrm>
              <a:custGeom>
                <a:avLst/>
                <a:gdLst>
                  <a:gd name="T0" fmla="*/ 0 w 270"/>
                  <a:gd name="T1" fmla="*/ 2147483647 h 210"/>
                  <a:gd name="T2" fmla="*/ 2147483647 w 270"/>
                  <a:gd name="T3" fmla="*/ 2147483647 h 210"/>
                  <a:gd name="T4" fmla="*/ 2147483647 w 270"/>
                  <a:gd name="T5" fmla="*/ 2147483647 h 210"/>
                  <a:gd name="T6" fmla="*/ 2147483647 w 270"/>
                  <a:gd name="T7" fmla="*/ 2147483647 h 210"/>
                  <a:gd name="T8" fmla="*/ 2147483647 w 270"/>
                  <a:gd name="T9" fmla="*/ 2147483647 h 210"/>
                  <a:gd name="T10" fmla="*/ 2147483647 w 270"/>
                  <a:gd name="T11" fmla="*/ 2147483647 h 210"/>
                  <a:gd name="T12" fmla="*/ 2147483647 w 270"/>
                  <a:gd name="T13" fmla="*/ 2147483647 h 210"/>
                  <a:gd name="T14" fmla="*/ 2147483647 w 270"/>
                  <a:gd name="T15" fmla="*/ 2147483647 h 210"/>
                  <a:gd name="T16" fmla="*/ 2147483647 w 270"/>
                  <a:gd name="T17" fmla="*/ 2147483647 h 210"/>
                  <a:gd name="T18" fmla="*/ 2147483647 w 270"/>
                  <a:gd name="T19" fmla="*/ 2147483647 h 210"/>
                  <a:gd name="T20" fmla="*/ 2147483647 w 270"/>
                  <a:gd name="T21" fmla="*/ 2147483647 h 210"/>
                  <a:gd name="T22" fmla="*/ 2147483647 w 270"/>
                  <a:gd name="T23" fmla="*/ 2147483647 h 210"/>
                  <a:gd name="T24" fmla="*/ 2147483647 w 270"/>
                  <a:gd name="T25" fmla="*/ 2147483647 h 210"/>
                  <a:gd name="T26" fmla="*/ 2147483647 w 270"/>
                  <a:gd name="T27" fmla="*/ 2147483647 h 210"/>
                  <a:gd name="T28" fmla="*/ 2147483647 w 270"/>
                  <a:gd name="T29" fmla="*/ 2147483647 h 210"/>
                  <a:gd name="T30" fmla="*/ 2147483647 w 270"/>
                  <a:gd name="T31" fmla="*/ 2147483647 h 210"/>
                  <a:gd name="T32" fmla="*/ 2147483647 w 270"/>
                  <a:gd name="T33" fmla="*/ 2147483647 h 210"/>
                  <a:gd name="T34" fmla="*/ 2147483647 w 270"/>
                  <a:gd name="T35" fmla="*/ 2147483647 h 210"/>
                  <a:gd name="T36" fmla="*/ 2147483647 w 270"/>
                  <a:gd name="T37" fmla="*/ 2147483647 h 210"/>
                  <a:gd name="T38" fmla="*/ 2147483647 w 270"/>
                  <a:gd name="T39" fmla="*/ 2147483647 h 210"/>
                  <a:gd name="T40" fmla="*/ 2147483647 w 270"/>
                  <a:gd name="T41" fmla="*/ 2147483647 h 210"/>
                  <a:gd name="T42" fmla="*/ 2147483647 w 270"/>
                  <a:gd name="T43" fmla="*/ 2147483647 h 210"/>
                  <a:gd name="T44" fmla="*/ 2147483647 w 270"/>
                  <a:gd name="T45" fmla="*/ 2147483647 h 210"/>
                  <a:gd name="T46" fmla="*/ 2147483647 w 270"/>
                  <a:gd name="T47" fmla="*/ 2147483647 h 210"/>
                  <a:gd name="T48" fmla="*/ 2147483647 w 270"/>
                  <a:gd name="T49" fmla="*/ 2147483647 h 210"/>
                  <a:gd name="T50" fmla="*/ 2147483647 w 270"/>
                  <a:gd name="T51" fmla="*/ 2147483647 h 210"/>
                  <a:gd name="T52" fmla="*/ 2147483647 w 270"/>
                  <a:gd name="T53" fmla="*/ 2147483647 h 210"/>
                  <a:gd name="T54" fmla="*/ 2147483647 w 270"/>
                  <a:gd name="T55" fmla="*/ 2147483647 h 210"/>
                  <a:gd name="T56" fmla="*/ 2147483647 w 270"/>
                  <a:gd name="T57" fmla="*/ 2147483647 h 210"/>
                  <a:gd name="T58" fmla="*/ 2147483647 w 270"/>
                  <a:gd name="T59" fmla="*/ 0 h 210"/>
                  <a:gd name="T60" fmla="*/ 2147483647 w 270"/>
                  <a:gd name="T61" fmla="*/ 2147483647 h 210"/>
                  <a:gd name="T62" fmla="*/ 2147483647 w 270"/>
                  <a:gd name="T63" fmla="*/ 2147483647 h 210"/>
                  <a:gd name="T64" fmla="*/ 2147483647 w 270"/>
                  <a:gd name="T65" fmla="*/ 2147483647 h 210"/>
                  <a:gd name="T66" fmla="*/ 2147483647 w 270"/>
                  <a:gd name="T67" fmla="*/ 2147483647 h 210"/>
                  <a:gd name="T68" fmla="*/ 2147483647 w 270"/>
                  <a:gd name="T69" fmla="*/ 2147483647 h 210"/>
                  <a:gd name="T70" fmla="*/ 2147483647 w 270"/>
                  <a:gd name="T71" fmla="*/ 2147483647 h 210"/>
                  <a:gd name="T72" fmla="*/ 2147483647 w 270"/>
                  <a:gd name="T73" fmla="*/ 2147483647 h 210"/>
                  <a:gd name="T74" fmla="*/ 2147483647 w 270"/>
                  <a:gd name="T75" fmla="*/ 2147483647 h 210"/>
                  <a:gd name="T76" fmla="*/ 2147483647 w 270"/>
                  <a:gd name="T77" fmla="*/ 2147483647 h 210"/>
                  <a:gd name="T78" fmla="*/ 2147483647 w 270"/>
                  <a:gd name="T79" fmla="*/ 2147483647 h 210"/>
                  <a:gd name="T80" fmla="*/ 2147483647 w 270"/>
                  <a:gd name="T81" fmla="*/ 2147483647 h 210"/>
                  <a:gd name="T82" fmla="*/ 2147483647 w 270"/>
                  <a:gd name="T83" fmla="*/ 2147483647 h 210"/>
                  <a:gd name="T84" fmla="*/ 2147483647 w 270"/>
                  <a:gd name="T85" fmla="*/ 2147483647 h 210"/>
                  <a:gd name="T86" fmla="*/ 2147483647 w 270"/>
                  <a:gd name="T87" fmla="*/ 2147483647 h 210"/>
                  <a:gd name="T88" fmla="*/ 2147483647 w 270"/>
                  <a:gd name="T89" fmla="*/ 2147483647 h 21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70"/>
                  <a:gd name="T136" fmla="*/ 0 h 210"/>
                  <a:gd name="T137" fmla="*/ 270 w 270"/>
                  <a:gd name="T138" fmla="*/ 210 h 21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70" h="210">
                    <a:moveTo>
                      <a:pt x="18" y="156"/>
                    </a:moveTo>
                    <a:lnTo>
                      <a:pt x="0" y="174"/>
                    </a:lnTo>
                    <a:lnTo>
                      <a:pt x="12" y="162"/>
                    </a:lnTo>
                    <a:lnTo>
                      <a:pt x="24" y="162"/>
                    </a:lnTo>
                    <a:lnTo>
                      <a:pt x="30" y="168"/>
                    </a:lnTo>
                    <a:lnTo>
                      <a:pt x="54" y="168"/>
                    </a:lnTo>
                    <a:lnTo>
                      <a:pt x="60" y="174"/>
                    </a:lnTo>
                    <a:lnTo>
                      <a:pt x="66" y="162"/>
                    </a:lnTo>
                    <a:lnTo>
                      <a:pt x="84" y="168"/>
                    </a:lnTo>
                    <a:lnTo>
                      <a:pt x="84" y="156"/>
                    </a:lnTo>
                    <a:lnTo>
                      <a:pt x="96" y="162"/>
                    </a:lnTo>
                    <a:lnTo>
                      <a:pt x="96" y="156"/>
                    </a:lnTo>
                    <a:lnTo>
                      <a:pt x="132" y="156"/>
                    </a:lnTo>
                    <a:lnTo>
                      <a:pt x="132" y="168"/>
                    </a:lnTo>
                    <a:lnTo>
                      <a:pt x="138" y="174"/>
                    </a:lnTo>
                    <a:lnTo>
                      <a:pt x="150" y="174"/>
                    </a:lnTo>
                    <a:lnTo>
                      <a:pt x="162" y="168"/>
                    </a:lnTo>
                    <a:lnTo>
                      <a:pt x="168" y="168"/>
                    </a:lnTo>
                    <a:lnTo>
                      <a:pt x="174" y="174"/>
                    </a:lnTo>
                    <a:lnTo>
                      <a:pt x="174" y="192"/>
                    </a:lnTo>
                    <a:lnTo>
                      <a:pt x="168" y="198"/>
                    </a:lnTo>
                    <a:lnTo>
                      <a:pt x="168" y="210"/>
                    </a:lnTo>
                    <a:lnTo>
                      <a:pt x="180" y="210"/>
                    </a:lnTo>
                    <a:lnTo>
                      <a:pt x="180" y="198"/>
                    </a:lnTo>
                    <a:lnTo>
                      <a:pt x="186" y="192"/>
                    </a:lnTo>
                    <a:lnTo>
                      <a:pt x="186" y="180"/>
                    </a:lnTo>
                    <a:lnTo>
                      <a:pt x="180" y="174"/>
                    </a:lnTo>
                    <a:lnTo>
                      <a:pt x="186" y="168"/>
                    </a:lnTo>
                    <a:lnTo>
                      <a:pt x="198" y="162"/>
                    </a:lnTo>
                    <a:lnTo>
                      <a:pt x="198" y="156"/>
                    </a:lnTo>
                    <a:lnTo>
                      <a:pt x="192" y="150"/>
                    </a:lnTo>
                    <a:lnTo>
                      <a:pt x="192" y="144"/>
                    </a:lnTo>
                    <a:lnTo>
                      <a:pt x="186" y="120"/>
                    </a:lnTo>
                    <a:lnTo>
                      <a:pt x="192" y="120"/>
                    </a:lnTo>
                    <a:lnTo>
                      <a:pt x="198" y="126"/>
                    </a:lnTo>
                    <a:lnTo>
                      <a:pt x="222" y="126"/>
                    </a:lnTo>
                    <a:lnTo>
                      <a:pt x="222" y="120"/>
                    </a:lnTo>
                    <a:lnTo>
                      <a:pt x="228" y="114"/>
                    </a:lnTo>
                    <a:lnTo>
                      <a:pt x="234" y="114"/>
                    </a:lnTo>
                    <a:lnTo>
                      <a:pt x="240" y="102"/>
                    </a:lnTo>
                    <a:lnTo>
                      <a:pt x="246" y="96"/>
                    </a:lnTo>
                    <a:lnTo>
                      <a:pt x="252" y="96"/>
                    </a:lnTo>
                    <a:lnTo>
                      <a:pt x="252" y="90"/>
                    </a:lnTo>
                    <a:lnTo>
                      <a:pt x="240" y="78"/>
                    </a:lnTo>
                    <a:lnTo>
                      <a:pt x="234" y="78"/>
                    </a:lnTo>
                    <a:lnTo>
                      <a:pt x="228" y="72"/>
                    </a:lnTo>
                    <a:lnTo>
                      <a:pt x="228" y="66"/>
                    </a:lnTo>
                    <a:lnTo>
                      <a:pt x="234" y="66"/>
                    </a:lnTo>
                    <a:lnTo>
                      <a:pt x="246" y="60"/>
                    </a:lnTo>
                    <a:lnTo>
                      <a:pt x="258" y="60"/>
                    </a:lnTo>
                    <a:lnTo>
                      <a:pt x="252" y="54"/>
                    </a:lnTo>
                    <a:lnTo>
                      <a:pt x="252" y="36"/>
                    </a:lnTo>
                    <a:lnTo>
                      <a:pt x="258" y="36"/>
                    </a:lnTo>
                    <a:lnTo>
                      <a:pt x="270" y="30"/>
                    </a:lnTo>
                    <a:lnTo>
                      <a:pt x="264" y="18"/>
                    </a:lnTo>
                    <a:lnTo>
                      <a:pt x="270" y="12"/>
                    </a:lnTo>
                    <a:lnTo>
                      <a:pt x="264" y="12"/>
                    </a:lnTo>
                    <a:lnTo>
                      <a:pt x="252" y="6"/>
                    </a:lnTo>
                    <a:lnTo>
                      <a:pt x="246" y="6"/>
                    </a:lnTo>
                    <a:lnTo>
                      <a:pt x="234" y="0"/>
                    </a:lnTo>
                    <a:lnTo>
                      <a:pt x="180" y="0"/>
                    </a:lnTo>
                    <a:lnTo>
                      <a:pt x="168" y="12"/>
                    </a:lnTo>
                    <a:lnTo>
                      <a:pt x="156" y="18"/>
                    </a:lnTo>
                    <a:lnTo>
                      <a:pt x="156" y="30"/>
                    </a:lnTo>
                    <a:lnTo>
                      <a:pt x="162" y="36"/>
                    </a:lnTo>
                    <a:lnTo>
                      <a:pt x="162" y="54"/>
                    </a:lnTo>
                    <a:lnTo>
                      <a:pt x="168" y="60"/>
                    </a:lnTo>
                    <a:lnTo>
                      <a:pt x="174" y="60"/>
                    </a:lnTo>
                    <a:lnTo>
                      <a:pt x="180" y="66"/>
                    </a:lnTo>
                    <a:lnTo>
                      <a:pt x="180" y="78"/>
                    </a:lnTo>
                    <a:lnTo>
                      <a:pt x="168" y="84"/>
                    </a:lnTo>
                    <a:lnTo>
                      <a:pt x="162" y="90"/>
                    </a:lnTo>
                    <a:lnTo>
                      <a:pt x="144" y="90"/>
                    </a:lnTo>
                    <a:lnTo>
                      <a:pt x="138" y="84"/>
                    </a:lnTo>
                    <a:lnTo>
                      <a:pt x="138" y="66"/>
                    </a:lnTo>
                    <a:lnTo>
                      <a:pt x="150" y="54"/>
                    </a:lnTo>
                    <a:lnTo>
                      <a:pt x="150" y="36"/>
                    </a:lnTo>
                    <a:lnTo>
                      <a:pt x="144" y="30"/>
                    </a:lnTo>
                    <a:lnTo>
                      <a:pt x="144" y="24"/>
                    </a:lnTo>
                    <a:lnTo>
                      <a:pt x="132" y="36"/>
                    </a:lnTo>
                    <a:lnTo>
                      <a:pt x="120" y="42"/>
                    </a:lnTo>
                    <a:lnTo>
                      <a:pt x="114" y="48"/>
                    </a:lnTo>
                    <a:lnTo>
                      <a:pt x="102" y="54"/>
                    </a:lnTo>
                    <a:lnTo>
                      <a:pt x="96" y="66"/>
                    </a:lnTo>
                    <a:lnTo>
                      <a:pt x="96" y="84"/>
                    </a:lnTo>
                    <a:lnTo>
                      <a:pt x="90" y="90"/>
                    </a:lnTo>
                    <a:lnTo>
                      <a:pt x="90" y="102"/>
                    </a:lnTo>
                    <a:lnTo>
                      <a:pt x="60" y="132"/>
                    </a:lnTo>
                    <a:lnTo>
                      <a:pt x="72" y="144"/>
                    </a:lnTo>
                    <a:lnTo>
                      <a:pt x="42" y="144"/>
                    </a:lnTo>
                    <a:lnTo>
                      <a:pt x="18" y="156"/>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44" name="Montenegro" descr="© INSCALE GmbH, 05.05.2010&#10;http://www.presentationload.com/">
                <a:extLst>
                  <a:ext uri="{FF2B5EF4-FFF2-40B4-BE49-F238E27FC236}">
                    <a16:creationId xmlns:a16="http://schemas.microsoft.com/office/drawing/2014/main" id="{42017B54-9E67-6C03-7958-9CA786A7B428}"/>
                  </a:ext>
                </a:extLst>
              </p:cNvPr>
              <p:cNvSpPr>
                <a:spLocks/>
              </p:cNvSpPr>
              <p:nvPr/>
            </p:nvSpPr>
            <p:spPr bwMode="gray">
              <a:xfrm>
                <a:off x="2973" y="1678"/>
                <a:ext cx="28" cy="35"/>
              </a:xfrm>
              <a:custGeom>
                <a:avLst/>
                <a:gdLst>
                  <a:gd name="T0" fmla="*/ 2147483647 w 114"/>
                  <a:gd name="T1" fmla="*/ 2147483647 h 138"/>
                  <a:gd name="T2" fmla="*/ 2147483647 w 114"/>
                  <a:gd name="T3" fmla="*/ 2147483647 h 138"/>
                  <a:gd name="T4" fmla="*/ 2147483647 w 114"/>
                  <a:gd name="T5" fmla="*/ 2147483647 h 138"/>
                  <a:gd name="T6" fmla="*/ 2147483647 w 114"/>
                  <a:gd name="T7" fmla="*/ 2147483647 h 138"/>
                  <a:gd name="T8" fmla="*/ 2147483647 w 114"/>
                  <a:gd name="T9" fmla="*/ 2147483647 h 138"/>
                  <a:gd name="T10" fmla="*/ 2147483647 w 114"/>
                  <a:gd name="T11" fmla="*/ 2147483647 h 138"/>
                  <a:gd name="T12" fmla="*/ 2147483647 w 114"/>
                  <a:gd name="T13" fmla="*/ 0 h 138"/>
                  <a:gd name="T14" fmla="*/ 2147483647 w 114"/>
                  <a:gd name="T15" fmla="*/ 0 h 138"/>
                  <a:gd name="T16" fmla="*/ 2147483647 w 114"/>
                  <a:gd name="T17" fmla="*/ 2147483647 h 138"/>
                  <a:gd name="T18" fmla="*/ 2147483647 w 114"/>
                  <a:gd name="T19" fmla="*/ 2147483647 h 138"/>
                  <a:gd name="T20" fmla="*/ 2147483647 w 114"/>
                  <a:gd name="T21" fmla="*/ 2147483647 h 138"/>
                  <a:gd name="T22" fmla="*/ 2147483647 w 114"/>
                  <a:gd name="T23" fmla="*/ 2147483647 h 138"/>
                  <a:gd name="T24" fmla="*/ 2147483647 w 114"/>
                  <a:gd name="T25" fmla="*/ 2147483647 h 138"/>
                  <a:gd name="T26" fmla="*/ 2147483647 w 114"/>
                  <a:gd name="T27" fmla="*/ 2147483647 h 138"/>
                  <a:gd name="T28" fmla="*/ 0 w 114"/>
                  <a:gd name="T29" fmla="*/ 2147483647 h 138"/>
                  <a:gd name="T30" fmla="*/ 0 w 114"/>
                  <a:gd name="T31" fmla="*/ 2147483647 h 138"/>
                  <a:gd name="T32" fmla="*/ 2147483647 w 114"/>
                  <a:gd name="T33" fmla="*/ 2147483647 h 138"/>
                  <a:gd name="T34" fmla="*/ 2147483647 w 114"/>
                  <a:gd name="T35" fmla="*/ 2147483647 h 138"/>
                  <a:gd name="T36" fmla="*/ 2147483647 w 114"/>
                  <a:gd name="T37" fmla="*/ 2147483647 h 138"/>
                  <a:gd name="T38" fmla="*/ 2147483647 w 114"/>
                  <a:gd name="T39" fmla="*/ 2147483647 h 138"/>
                  <a:gd name="T40" fmla="*/ 2147483647 w 114"/>
                  <a:gd name="T41" fmla="*/ 2147483647 h 138"/>
                  <a:gd name="T42" fmla="*/ 2147483647 w 114"/>
                  <a:gd name="T43" fmla="*/ 2147483647 h 138"/>
                  <a:gd name="T44" fmla="*/ 2147483647 w 114"/>
                  <a:gd name="T45" fmla="*/ 2147483647 h 138"/>
                  <a:gd name="T46" fmla="*/ 2147483647 w 114"/>
                  <a:gd name="T47" fmla="*/ 2147483647 h 138"/>
                  <a:gd name="T48" fmla="*/ 2147483647 w 114"/>
                  <a:gd name="T49" fmla="*/ 2147483647 h 138"/>
                  <a:gd name="T50" fmla="*/ 2147483647 w 114"/>
                  <a:gd name="T51" fmla="*/ 2147483647 h 138"/>
                  <a:gd name="T52" fmla="*/ 2147483647 w 114"/>
                  <a:gd name="T53" fmla="*/ 2147483647 h 138"/>
                  <a:gd name="T54" fmla="*/ 2147483647 w 114"/>
                  <a:gd name="T55" fmla="*/ 2147483647 h 138"/>
                  <a:gd name="T56" fmla="*/ 2147483647 w 114"/>
                  <a:gd name="T57" fmla="*/ 2147483647 h 138"/>
                  <a:gd name="T58" fmla="*/ 2147483647 w 114"/>
                  <a:gd name="T59" fmla="*/ 2147483647 h 138"/>
                  <a:gd name="T60" fmla="*/ 2147483647 w 114"/>
                  <a:gd name="T61" fmla="*/ 2147483647 h 138"/>
                  <a:gd name="T62" fmla="*/ 2147483647 w 114"/>
                  <a:gd name="T63" fmla="*/ 2147483647 h 138"/>
                  <a:gd name="T64" fmla="*/ 2147483647 w 114"/>
                  <a:gd name="T65" fmla="*/ 2147483647 h 138"/>
                  <a:gd name="T66" fmla="*/ 2147483647 w 114"/>
                  <a:gd name="T67" fmla="*/ 2147483647 h 138"/>
                  <a:gd name="T68" fmla="*/ 2147483647 w 114"/>
                  <a:gd name="T69" fmla="*/ 2147483647 h 138"/>
                  <a:gd name="T70" fmla="*/ 2147483647 w 114"/>
                  <a:gd name="T71" fmla="*/ 2147483647 h 13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38"/>
                  <a:gd name="T110" fmla="*/ 114 w 114"/>
                  <a:gd name="T111" fmla="*/ 138 h 13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38">
                    <a:moveTo>
                      <a:pt x="114" y="42"/>
                    </a:moveTo>
                    <a:lnTo>
                      <a:pt x="108" y="48"/>
                    </a:lnTo>
                    <a:lnTo>
                      <a:pt x="96" y="30"/>
                    </a:lnTo>
                    <a:lnTo>
                      <a:pt x="84" y="18"/>
                    </a:lnTo>
                    <a:lnTo>
                      <a:pt x="66" y="6"/>
                    </a:lnTo>
                    <a:lnTo>
                      <a:pt x="60" y="6"/>
                    </a:lnTo>
                    <a:lnTo>
                      <a:pt x="48" y="0"/>
                    </a:lnTo>
                    <a:lnTo>
                      <a:pt x="42" y="0"/>
                    </a:lnTo>
                    <a:lnTo>
                      <a:pt x="42" y="24"/>
                    </a:lnTo>
                    <a:lnTo>
                      <a:pt x="24" y="24"/>
                    </a:lnTo>
                    <a:lnTo>
                      <a:pt x="18" y="30"/>
                    </a:lnTo>
                    <a:lnTo>
                      <a:pt x="18" y="36"/>
                    </a:lnTo>
                    <a:lnTo>
                      <a:pt x="12" y="48"/>
                    </a:lnTo>
                    <a:lnTo>
                      <a:pt x="6" y="48"/>
                    </a:lnTo>
                    <a:lnTo>
                      <a:pt x="0" y="54"/>
                    </a:lnTo>
                    <a:lnTo>
                      <a:pt x="0" y="60"/>
                    </a:lnTo>
                    <a:lnTo>
                      <a:pt x="6" y="66"/>
                    </a:lnTo>
                    <a:lnTo>
                      <a:pt x="12" y="66"/>
                    </a:lnTo>
                    <a:lnTo>
                      <a:pt x="24" y="72"/>
                    </a:lnTo>
                    <a:lnTo>
                      <a:pt x="6" y="102"/>
                    </a:lnTo>
                    <a:lnTo>
                      <a:pt x="18" y="102"/>
                    </a:lnTo>
                    <a:lnTo>
                      <a:pt x="24" y="96"/>
                    </a:lnTo>
                    <a:lnTo>
                      <a:pt x="36" y="96"/>
                    </a:lnTo>
                    <a:lnTo>
                      <a:pt x="36" y="114"/>
                    </a:lnTo>
                    <a:lnTo>
                      <a:pt x="60" y="138"/>
                    </a:lnTo>
                    <a:lnTo>
                      <a:pt x="72" y="126"/>
                    </a:lnTo>
                    <a:lnTo>
                      <a:pt x="66" y="108"/>
                    </a:lnTo>
                    <a:lnTo>
                      <a:pt x="60" y="114"/>
                    </a:lnTo>
                    <a:lnTo>
                      <a:pt x="42" y="102"/>
                    </a:lnTo>
                    <a:lnTo>
                      <a:pt x="66" y="102"/>
                    </a:lnTo>
                    <a:lnTo>
                      <a:pt x="78" y="96"/>
                    </a:lnTo>
                    <a:lnTo>
                      <a:pt x="78" y="78"/>
                    </a:lnTo>
                    <a:lnTo>
                      <a:pt x="108" y="90"/>
                    </a:lnTo>
                    <a:lnTo>
                      <a:pt x="114" y="84"/>
                    </a:lnTo>
                    <a:lnTo>
                      <a:pt x="114" y="90"/>
                    </a:lnTo>
                    <a:lnTo>
                      <a:pt x="114" y="42"/>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45" name="Moldova" descr="© INSCALE GmbH, 05.05.2010&#10;http://www.presentationload.com/">
                <a:extLst>
                  <a:ext uri="{FF2B5EF4-FFF2-40B4-BE49-F238E27FC236}">
                    <a16:creationId xmlns:a16="http://schemas.microsoft.com/office/drawing/2014/main" id="{85C46F82-FFC0-8A24-3716-651B68C6766A}"/>
                  </a:ext>
                </a:extLst>
              </p:cNvPr>
              <p:cNvSpPr>
                <a:spLocks/>
              </p:cNvSpPr>
              <p:nvPr/>
            </p:nvSpPr>
            <p:spPr bwMode="gray">
              <a:xfrm>
                <a:off x="3100" y="1581"/>
                <a:ext cx="55" cy="60"/>
              </a:xfrm>
              <a:custGeom>
                <a:avLst/>
                <a:gdLst>
                  <a:gd name="T0" fmla="*/ 2147483647 w 216"/>
                  <a:gd name="T1" fmla="*/ 2147483647 h 240"/>
                  <a:gd name="T2" fmla="*/ 2147483647 w 216"/>
                  <a:gd name="T3" fmla="*/ 2147483647 h 240"/>
                  <a:gd name="T4" fmla="*/ 2147483647 w 216"/>
                  <a:gd name="T5" fmla="*/ 2147483647 h 240"/>
                  <a:gd name="T6" fmla="*/ 2147483647 w 216"/>
                  <a:gd name="T7" fmla="*/ 2147483647 h 240"/>
                  <a:gd name="T8" fmla="*/ 2147483647 w 216"/>
                  <a:gd name="T9" fmla="*/ 2147483647 h 240"/>
                  <a:gd name="T10" fmla="*/ 2147483647 w 216"/>
                  <a:gd name="T11" fmla="*/ 2147483647 h 240"/>
                  <a:gd name="T12" fmla="*/ 2147483647 w 216"/>
                  <a:gd name="T13" fmla="*/ 2147483647 h 240"/>
                  <a:gd name="T14" fmla="*/ 2147483647 w 216"/>
                  <a:gd name="T15" fmla="*/ 2147483647 h 240"/>
                  <a:gd name="T16" fmla="*/ 2147483647 w 216"/>
                  <a:gd name="T17" fmla="*/ 2147483647 h 240"/>
                  <a:gd name="T18" fmla="*/ 2147483647 w 216"/>
                  <a:gd name="T19" fmla="*/ 2147483647 h 240"/>
                  <a:gd name="T20" fmla="*/ 2147483647 w 216"/>
                  <a:gd name="T21" fmla="*/ 2147483647 h 240"/>
                  <a:gd name="T22" fmla="*/ 2147483647 w 216"/>
                  <a:gd name="T23" fmla="*/ 2147483647 h 240"/>
                  <a:gd name="T24" fmla="*/ 2147483647 w 216"/>
                  <a:gd name="T25" fmla="*/ 2147483647 h 240"/>
                  <a:gd name="T26" fmla="*/ 2147483647 w 216"/>
                  <a:gd name="T27" fmla="*/ 2147483647 h 240"/>
                  <a:gd name="T28" fmla="*/ 2147483647 w 216"/>
                  <a:gd name="T29" fmla="*/ 2147483647 h 240"/>
                  <a:gd name="T30" fmla="*/ 2147483647 w 216"/>
                  <a:gd name="T31" fmla="*/ 2147483647 h 240"/>
                  <a:gd name="T32" fmla="*/ 2147483647 w 216"/>
                  <a:gd name="T33" fmla="*/ 2147483647 h 240"/>
                  <a:gd name="T34" fmla="*/ 2147483647 w 216"/>
                  <a:gd name="T35" fmla="*/ 2147483647 h 240"/>
                  <a:gd name="T36" fmla="*/ 2147483647 w 216"/>
                  <a:gd name="T37" fmla="*/ 2147483647 h 240"/>
                  <a:gd name="T38" fmla="*/ 2147483647 w 216"/>
                  <a:gd name="T39" fmla="*/ 2147483647 h 240"/>
                  <a:gd name="T40" fmla="*/ 2147483647 w 216"/>
                  <a:gd name="T41" fmla="*/ 2147483647 h 240"/>
                  <a:gd name="T42" fmla="*/ 2147483647 w 216"/>
                  <a:gd name="T43" fmla="*/ 2147483647 h 240"/>
                  <a:gd name="T44" fmla="*/ 2147483647 w 216"/>
                  <a:gd name="T45" fmla="*/ 2147483647 h 240"/>
                  <a:gd name="T46" fmla="*/ 2147483647 w 216"/>
                  <a:gd name="T47" fmla="*/ 2147483647 h 240"/>
                  <a:gd name="T48" fmla="*/ 2147483647 w 216"/>
                  <a:gd name="T49" fmla="*/ 2147483647 h 240"/>
                  <a:gd name="T50" fmla="*/ 2147483647 w 216"/>
                  <a:gd name="T51" fmla="*/ 2147483647 h 240"/>
                  <a:gd name="T52" fmla="*/ 2147483647 w 216"/>
                  <a:gd name="T53" fmla="*/ 2147483647 h 240"/>
                  <a:gd name="T54" fmla="*/ 2147483647 w 216"/>
                  <a:gd name="T55" fmla="*/ 2147483647 h 240"/>
                  <a:gd name="T56" fmla="*/ 2147483647 w 216"/>
                  <a:gd name="T57" fmla="*/ 2147483647 h 240"/>
                  <a:gd name="T58" fmla="*/ 2147483647 w 216"/>
                  <a:gd name="T59" fmla="*/ 2147483647 h 240"/>
                  <a:gd name="T60" fmla="*/ 2147483647 w 216"/>
                  <a:gd name="T61" fmla="*/ 0 h 240"/>
                  <a:gd name="T62" fmla="*/ 2147483647 w 216"/>
                  <a:gd name="T63" fmla="*/ 2147483647 h 240"/>
                  <a:gd name="T64" fmla="*/ 2147483647 w 216"/>
                  <a:gd name="T65" fmla="*/ 2147483647 h 240"/>
                  <a:gd name="T66" fmla="*/ 2147483647 w 216"/>
                  <a:gd name="T67" fmla="*/ 2147483647 h 24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16"/>
                  <a:gd name="T103" fmla="*/ 0 h 240"/>
                  <a:gd name="T104" fmla="*/ 216 w 216"/>
                  <a:gd name="T105" fmla="*/ 240 h 24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16" h="240">
                    <a:moveTo>
                      <a:pt x="0" y="18"/>
                    </a:moveTo>
                    <a:lnTo>
                      <a:pt x="18" y="24"/>
                    </a:lnTo>
                    <a:lnTo>
                      <a:pt x="24" y="30"/>
                    </a:lnTo>
                    <a:lnTo>
                      <a:pt x="30" y="42"/>
                    </a:lnTo>
                    <a:lnTo>
                      <a:pt x="36" y="48"/>
                    </a:lnTo>
                    <a:lnTo>
                      <a:pt x="36" y="60"/>
                    </a:lnTo>
                    <a:lnTo>
                      <a:pt x="60" y="72"/>
                    </a:lnTo>
                    <a:lnTo>
                      <a:pt x="66" y="96"/>
                    </a:lnTo>
                    <a:lnTo>
                      <a:pt x="78" y="96"/>
                    </a:lnTo>
                    <a:lnTo>
                      <a:pt x="84" y="114"/>
                    </a:lnTo>
                    <a:lnTo>
                      <a:pt x="102" y="114"/>
                    </a:lnTo>
                    <a:lnTo>
                      <a:pt x="108" y="120"/>
                    </a:lnTo>
                    <a:lnTo>
                      <a:pt x="108" y="162"/>
                    </a:lnTo>
                    <a:lnTo>
                      <a:pt x="114" y="162"/>
                    </a:lnTo>
                    <a:lnTo>
                      <a:pt x="108" y="168"/>
                    </a:lnTo>
                    <a:lnTo>
                      <a:pt x="108" y="180"/>
                    </a:lnTo>
                    <a:lnTo>
                      <a:pt x="102" y="186"/>
                    </a:lnTo>
                    <a:lnTo>
                      <a:pt x="102" y="198"/>
                    </a:lnTo>
                    <a:lnTo>
                      <a:pt x="108" y="210"/>
                    </a:lnTo>
                    <a:lnTo>
                      <a:pt x="114" y="216"/>
                    </a:lnTo>
                    <a:lnTo>
                      <a:pt x="114" y="240"/>
                    </a:lnTo>
                    <a:lnTo>
                      <a:pt x="138" y="234"/>
                    </a:lnTo>
                    <a:lnTo>
                      <a:pt x="138" y="222"/>
                    </a:lnTo>
                    <a:lnTo>
                      <a:pt x="132" y="216"/>
                    </a:lnTo>
                    <a:lnTo>
                      <a:pt x="132" y="204"/>
                    </a:lnTo>
                    <a:lnTo>
                      <a:pt x="138" y="204"/>
                    </a:lnTo>
                    <a:lnTo>
                      <a:pt x="150" y="198"/>
                    </a:lnTo>
                    <a:lnTo>
                      <a:pt x="156" y="192"/>
                    </a:lnTo>
                    <a:lnTo>
                      <a:pt x="174" y="180"/>
                    </a:lnTo>
                    <a:lnTo>
                      <a:pt x="168" y="174"/>
                    </a:lnTo>
                    <a:lnTo>
                      <a:pt x="156" y="168"/>
                    </a:lnTo>
                    <a:lnTo>
                      <a:pt x="150" y="168"/>
                    </a:lnTo>
                    <a:lnTo>
                      <a:pt x="150" y="162"/>
                    </a:lnTo>
                    <a:lnTo>
                      <a:pt x="156" y="156"/>
                    </a:lnTo>
                    <a:lnTo>
                      <a:pt x="174" y="156"/>
                    </a:lnTo>
                    <a:lnTo>
                      <a:pt x="180" y="162"/>
                    </a:lnTo>
                    <a:lnTo>
                      <a:pt x="198" y="162"/>
                    </a:lnTo>
                    <a:lnTo>
                      <a:pt x="210" y="156"/>
                    </a:lnTo>
                    <a:lnTo>
                      <a:pt x="216" y="156"/>
                    </a:lnTo>
                    <a:lnTo>
                      <a:pt x="216" y="126"/>
                    </a:lnTo>
                    <a:lnTo>
                      <a:pt x="210" y="120"/>
                    </a:lnTo>
                    <a:lnTo>
                      <a:pt x="198" y="120"/>
                    </a:lnTo>
                    <a:lnTo>
                      <a:pt x="192" y="114"/>
                    </a:lnTo>
                    <a:lnTo>
                      <a:pt x="180" y="114"/>
                    </a:lnTo>
                    <a:lnTo>
                      <a:pt x="180" y="96"/>
                    </a:lnTo>
                    <a:lnTo>
                      <a:pt x="186" y="90"/>
                    </a:lnTo>
                    <a:lnTo>
                      <a:pt x="180" y="84"/>
                    </a:lnTo>
                    <a:lnTo>
                      <a:pt x="174" y="84"/>
                    </a:lnTo>
                    <a:lnTo>
                      <a:pt x="162" y="90"/>
                    </a:lnTo>
                    <a:lnTo>
                      <a:pt x="162" y="66"/>
                    </a:lnTo>
                    <a:lnTo>
                      <a:pt x="168" y="60"/>
                    </a:lnTo>
                    <a:lnTo>
                      <a:pt x="162" y="48"/>
                    </a:lnTo>
                    <a:lnTo>
                      <a:pt x="156" y="42"/>
                    </a:lnTo>
                    <a:lnTo>
                      <a:pt x="144" y="36"/>
                    </a:lnTo>
                    <a:lnTo>
                      <a:pt x="126" y="36"/>
                    </a:lnTo>
                    <a:lnTo>
                      <a:pt x="126" y="24"/>
                    </a:lnTo>
                    <a:lnTo>
                      <a:pt x="120" y="18"/>
                    </a:lnTo>
                    <a:lnTo>
                      <a:pt x="78" y="18"/>
                    </a:lnTo>
                    <a:lnTo>
                      <a:pt x="78" y="12"/>
                    </a:lnTo>
                    <a:lnTo>
                      <a:pt x="72" y="12"/>
                    </a:lnTo>
                    <a:lnTo>
                      <a:pt x="60" y="0"/>
                    </a:lnTo>
                    <a:lnTo>
                      <a:pt x="54" y="0"/>
                    </a:lnTo>
                    <a:lnTo>
                      <a:pt x="42" y="6"/>
                    </a:lnTo>
                    <a:lnTo>
                      <a:pt x="36" y="6"/>
                    </a:lnTo>
                    <a:lnTo>
                      <a:pt x="36" y="12"/>
                    </a:lnTo>
                    <a:lnTo>
                      <a:pt x="24" y="12"/>
                    </a:lnTo>
                    <a:lnTo>
                      <a:pt x="12" y="6"/>
                    </a:lnTo>
                    <a:lnTo>
                      <a:pt x="6" y="6"/>
                    </a:lnTo>
                    <a:lnTo>
                      <a:pt x="0" y="18"/>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46" name="Malta" descr="© INSCALE GmbH, 05.05.2010&#10;http://www.presentationload.com/">
                <a:extLst>
                  <a:ext uri="{FF2B5EF4-FFF2-40B4-BE49-F238E27FC236}">
                    <a16:creationId xmlns:a16="http://schemas.microsoft.com/office/drawing/2014/main" id="{5FD06762-417A-DC2E-34C2-1313293F36FB}"/>
                  </a:ext>
                </a:extLst>
              </p:cNvPr>
              <p:cNvSpPr>
                <a:spLocks/>
              </p:cNvSpPr>
              <p:nvPr/>
            </p:nvSpPr>
            <p:spPr bwMode="gray">
              <a:xfrm>
                <a:off x="2905" y="1829"/>
                <a:ext cx="8" cy="7"/>
              </a:xfrm>
              <a:custGeom>
                <a:avLst/>
                <a:gdLst>
                  <a:gd name="T0" fmla="*/ 2147483647 w 30"/>
                  <a:gd name="T1" fmla="*/ 2147483647 h 30"/>
                  <a:gd name="T2" fmla="*/ 2147483647 w 30"/>
                  <a:gd name="T3" fmla="*/ 2147483647 h 30"/>
                  <a:gd name="T4" fmla="*/ 2147483647 w 30"/>
                  <a:gd name="T5" fmla="*/ 2147483647 h 30"/>
                  <a:gd name="T6" fmla="*/ 2147483647 w 30"/>
                  <a:gd name="T7" fmla="*/ 0 h 30"/>
                  <a:gd name="T8" fmla="*/ 2147483647 w 30"/>
                  <a:gd name="T9" fmla="*/ 0 h 30"/>
                  <a:gd name="T10" fmla="*/ 0 w 30"/>
                  <a:gd name="T11" fmla="*/ 2147483647 h 30"/>
                  <a:gd name="T12" fmla="*/ 0 w 30"/>
                  <a:gd name="T13" fmla="*/ 2147483647 h 30"/>
                  <a:gd name="T14" fmla="*/ 2147483647 w 30"/>
                  <a:gd name="T15" fmla="*/ 2147483647 h 30"/>
                  <a:gd name="T16" fmla="*/ 2147483647 w 30"/>
                  <a:gd name="T17" fmla="*/ 2147483647 h 30"/>
                  <a:gd name="T18" fmla="*/ 2147483647 w 30"/>
                  <a:gd name="T19" fmla="*/ 2147483647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0"/>
                  <a:gd name="T31" fmla="*/ 0 h 30"/>
                  <a:gd name="T32" fmla="*/ 30 w 30"/>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0" h="30">
                    <a:moveTo>
                      <a:pt x="24" y="30"/>
                    </a:moveTo>
                    <a:lnTo>
                      <a:pt x="30" y="24"/>
                    </a:lnTo>
                    <a:lnTo>
                      <a:pt x="30" y="12"/>
                    </a:lnTo>
                    <a:lnTo>
                      <a:pt x="18" y="0"/>
                    </a:lnTo>
                    <a:lnTo>
                      <a:pt x="6" y="0"/>
                    </a:lnTo>
                    <a:lnTo>
                      <a:pt x="0" y="6"/>
                    </a:lnTo>
                    <a:lnTo>
                      <a:pt x="0" y="18"/>
                    </a:lnTo>
                    <a:lnTo>
                      <a:pt x="6" y="24"/>
                    </a:lnTo>
                    <a:lnTo>
                      <a:pt x="18" y="30"/>
                    </a:lnTo>
                    <a:lnTo>
                      <a:pt x="24" y="30"/>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47" name="Macedonia" descr="© INSCALE GmbH, 05.05.2010&#10;http://www.presentationload.com/">
                <a:extLst>
                  <a:ext uri="{FF2B5EF4-FFF2-40B4-BE49-F238E27FC236}">
                    <a16:creationId xmlns:a16="http://schemas.microsoft.com/office/drawing/2014/main" id="{523F9513-E87E-5FEC-EE8B-2523C5F0D482}"/>
                  </a:ext>
                </a:extLst>
              </p:cNvPr>
              <p:cNvSpPr>
                <a:spLocks/>
              </p:cNvSpPr>
              <p:nvPr/>
            </p:nvSpPr>
            <p:spPr bwMode="gray">
              <a:xfrm>
                <a:off x="3008" y="1702"/>
                <a:ext cx="42" cy="33"/>
              </a:xfrm>
              <a:custGeom>
                <a:avLst/>
                <a:gdLst>
                  <a:gd name="T0" fmla="*/ 2147483647 w 162"/>
                  <a:gd name="T1" fmla="*/ 2147483647 h 126"/>
                  <a:gd name="T2" fmla="*/ 2147483647 w 162"/>
                  <a:gd name="T3" fmla="*/ 2147483647 h 126"/>
                  <a:gd name="T4" fmla="*/ 2147483647 w 162"/>
                  <a:gd name="T5" fmla="*/ 2147483647 h 126"/>
                  <a:gd name="T6" fmla="*/ 2147483647 w 162"/>
                  <a:gd name="T7" fmla="*/ 2147483647 h 126"/>
                  <a:gd name="T8" fmla="*/ 2147483647 w 162"/>
                  <a:gd name="T9" fmla="*/ 0 h 126"/>
                  <a:gd name="T10" fmla="*/ 2147483647 w 162"/>
                  <a:gd name="T11" fmla="*/ 2147483647 h 126"/>
                  <a:gd name="T12" fmla="*/ 2147483647 w 162"/>
                  <a:gd name="T13" fmla="*/ 2147483647 h 126"/>
                  <a:gd name="T14" fmla="*/ 2147483647 w 162"/>
                  <a:gd name="T15" fmla="*/ 2147483647 h 126"/>
                  <a:gd name="T16" fmla="*/ 2147483647 w 162"/>
                  <a:gd name="T17" fmla="*/ 2147483647 h 126"/>
                  <a:gd name="T18" fmla="*/ 2147483647 w 162"/>
                  <a:gd name="T19" fmla="*/ 2147483647 h 126"/>
                  <a:gd name="T20" fmla="*/ 2147483647 w 162"/>
                  <a:gd name="T21" fmla="*/ 2147483647 h 126"/>
                  <a:gd name="T22" fmla="*/ 0 w 162"/>
                  <a:gd name="T23" fmla="*/ 2147483647 h 126"/>
                  <a:gd name="T24" fmla="*/ 0 w 162"/>
                  <a:gd name="T25" fmla="*/ 2147483647 h 126"/>
                  <a:gd name="T26" fmla="*/ 2147483647 w 162"/>
                  <a:gd name="T27" fmla="*/ 2147483647 h 126"/>
                  <a:gd name="T28" fmla="*/ 2147483647 w 162"/>
                  <a:gd name="T29" fmla="*/ 2147483647 h 126"/>
                  <a:gd name="T30" fmla="*/ 2147483647 w 162"/>
                  <a:gd name="T31" fmla="*/ 2147483647 h 126"/>
                  <a:gd name="T32" fmla="*/ 2147483647 w 162"/>
                  <a:gd name="T33" fmla="*/ 2147483647 h 126"/>
                  <a:gd name="T34" fmla="*/ 2147483647 w 162"/>
                  <a:gd name="T35" fmla="*/ 2147483647 h 126"/>
                  <a:gd name="T36" fmla="*/ 2147483647 w 162"/>
                  <a:gd name="T37" fmla="*/ 2147483647 h 126"/>
                  <a:gd name="T38" fmla="*/ 2147483647 w 162"/>
                  <a:gd name="T39" fmla="*/ 2147483647 h 126"/>
                  <a:gd name="T40" fmla="*/ 2147483647 w 162"/>
                  <a:gd name="T41" fmla="*/ 2147483647 h 126"/>
                  <a:gd name="T42" fmla="*/ 2147483647 w 162"/>
                  <a:gd name="T43" fmla="*/ 2147483647 h 126"/>
                  <a:gd name="T44" fmla="*/ 2147483647 w 162"/>
                  <a:gd name="T45" fmla="*/ 2147483647 h 126"/>
                  <a:gd name="T46" fmla="*/ 2147483647 w 162"/>
                  <a:gd name="T47" fmla="*/ 2147483647 h 126"/>
                  <a:gd name="T48" fmla="*/ 2147483647 w 162"/>
                  <a:gd name="T49" fmla="*/ 2147483647 h 126"/>
                  <a:gd name="T50" fmla="*/ 2147483647 w 162"/>
                  <a:gd name="T51" fmla="*/ 2147483647 h 126"/>
                  <a:gd name="T52" fmla="*/ 2147483647 w 162"/>
                  <a:gd name="T53" fmla="*/ 2147483647 h 126"/>
                  <a:gd name="T54" fmla="*/ 2147483647 w 162"/>
                  <a:gd name="T55" fmla="*/ 2147483647 h 126"/>
                  <a:gd name="T56" fmla="*/ 2147483647 w 162"/>
                  <a:gd name="T57" fmla="*/ 2147483647 h 126"/>
                  <a:gd name="T58" fmla="*/ 2147483647 w 162"/>
                  <a:gd name="T59" fmla="*/ 2147483647 h 126"/>
                  <a:gd name="T60" fmla="*/ 2147483647 w 162"/>
                  <a:gd name="T61" fmla="*/ 2147483647 h 126"/>
                  <a:gd name="T62" fmla="*/ 2147483647 w 162"/>
                  <a:gd name="T63" fmla="*/ 2147483647 h 126"/>
                  <a:gd name="T64" fmla="*/ 2147483647 w 162"/>
                  <a:gd name="T65" fmla="*/ 2147483647 h 12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62"/>
                  <a:gd name="T100" fmla="*/ 0 h 126"/>
                  <a:gd name="T101" fmla="*/ 162 w 162"/>
                  <a:gd name="T102" fmla="*/ 126 h 12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62" h="126">
                    <a:moveTo>
                      <a:pt x="150" y="42"/>
                    </a:moveTo>
                    <a:lnTo>
                      <a:pt x="132" y="30"/>
                    </a:lnTo>
                    <a:lnTo>
                      <a:pt x="132" y="18"/>
                    </a:lnTo>
                    <a:lnTo>
                      <a:pt x="126" y="18"/>
                    </a:lnTo>
                    <a:lnTo>
                      <a:pt x="114" y="0"/>
                    </a:lnTo>
                    <a:lnTo>
                      <a:pt x="72" y="6"/>
                    </a:lnTo>
                    <a:lnTo>
                      <a:pt x="66" y="12"/>
                    </a:lnTo>
                    <a:lnTo>
                      <a:pt x="48" y="12"/>
                    </a:lnTo>
                    <a:lnTo>
                      <a:pt x="48" y="24"/>
                    </a:lnTo>
                    <a:lnTo>
                      <a:pt x="24" y="24"/>
                    </a:lnTo>
                    <a:lnTo>
                      <a:pt x="18" y="36"/>
                    </a:lnTo>
                    <a:lnTo>
                      <a:pt x="0" y="42"/>
                    </a:lnTo>
                    <a:lnTo>
                      <a:pt x="0" y="66"/>
                    </a:lnTo>
                    <a:lnTo>
                      <a:pt x="6" y="78"/>
                    </a:lnTo>
                    <a:lnTo>
                      <a:pt x="6" y="102"/>
                    </a:lnTo>
                    <a:lnTo>
                      <a:pt x="12" y="108"/>
                    </a:lnTo>
                    <a:lnTo>
                      <a:pt x="18" y="108"/>
                    </a:lnTo>
                    <a:lnTo>
                      <a:pt x="18" y="126"/>
                    </a:lnTo>
                    <a:lnTo>
                      <a:pt x="42" y="120"/>
                    </a:lnTo>
                    <a:lnTo>
                      <a:pt x="42" y="126"/>
                    </a:lnTo>
                    <a:lnTo>
                      <a:pt x="54" y="120"/>
                    </a:lnTo>
                    <a:lnTo>
                      <a:pt x="60" y="120"/>
                    </a:lnTo>
                    <a:lnTo>
                      <a:pt x="66" y="126"/>
                    </a:lnTo>
                    <a:lnTo>
                      <a:pt x="90" y="126"/>
                    </a:lnTo>
                    <a:lnTo>
                      <a:pt x="96" y="114"/>
                    </a:lnTo>
                    <a:lnTo>
                      <a:pt x="96" y="108"/>
                    </a:lnTo>
                    <a:lnTo>
                      <a:pt x="120" y="108"/>
                    </a:lnTo>
                    <a:lnTo>
                      <a:pt x="132" y="102"/>
                    </a:lnTo>
                    <a:lnTo>
                      <a:pt x="156" y="78"/>
                    </a:lnTo>
                    <a:lnTo>
                      <a:pt x="162" y="66"/>
                    </a:lnTo>
                    <a:lnTo>
                      <a:pt x="162" y="60"/>
                    </a:lnTo>
                    <a:lnTo>
                      <a:pt x="156" y="48"/>
                    </a:lnTo>
                    <a:lnTo>
                      <a:pt x="150" y="42"/>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48" name="Luxembourg" descr="© INSCALE GmbH, 05.05.2010&#10;http://www.presentationload.com/">
                <a:extLst>
                  <a:ext uri="{FF2B5EF4-FFF2-40B4-BE49-F238E27FC236}">
                    <a16:creationId xmlns:a16="http://schemas.microsoft.com/office/drawing/2014/main" id="{1CEA6399-ED58-B6A0-0F75-EE7272ACCD07}"/>
                  </a:ext>
                </a:extLst>
              </p:cNvPr>
              <p:cNvSpPr>
                <a:spLocks/>
              </p:cNvSpPr>
              <p:nvPr/>
            </p:nvSpPr>
            <p:spPr bwMode="gray">
              <a:xfrm>
                <a:off x="2767" y="1548"/>
                <a:ext cx="13" cy="11"/>
              </a:xfrm>
              <a:custGeom>
                <a:avLst/>
                <a:gdLst>
                  <a:gd name="T0" fmla="*/ 2147483647 w 54"/>
                  <a:gd name="T1" fmla="*/ 2147483647 h 42"/>
                  <a:gd name="T2" fmla="*/ 2147483647 w 54"/>
                  <a:gd name="T3" fmla="*/ 2147483647 h 42"/>
                  <a:gd name="T4" fmla="*/ 2147483647 w 54"/>
                  <a:gd name="T5" fmla="*/ 2147483647 h 42"/>
                  <a:gd name="T6" fmla="*/ 2147483647 w 54"/>
                  <a:gd name="T7" fmla="*/ 2147483647 h 42"/>
                  <a:gd name="T8" fmla="*/ 2147483647 w 54"/>
                  <a:gd name="T9" fmla="*/ 2147483647 h 42"/>
                  <a:gd name="T10" fmla="*/ 2147483647 w 54"/>
                  <a:gd name="T11" fmla="*/ 2147483647 h 42"/>
                  <a:gd name="T12" fmla="*/ 2147483647 w 54"/>
                  <a:gd name="T13" fmla="*/ 2147483647 h 42"/>
                  <a:gd name="T14" fmla="*/ 2147483647 w 54"/>
                  <a:gd name="T15" fmla="*/ 2147483647 h 42"/>
                  <a:gd name="T16" fmla="*/ 2147483647 w 54"/>
                  <a:gd name="T17" fmla="*/ 0 h 42"/>
                  <a:gd name="T18" fmla="*/ 2147483647 w 54"/>
                  <a:gd name="T19" fmla="*/ 0 h 42"/>
                  <a:gd name="T20" fmla="*/ 2147483647 w 54"/>
                  <a:gd name="T21" fmla="*/ 2147483647 h 42"/>
                  <a:gd name="T22" fmla="*/ 2147483647 w 54"/>
                  <a:gd name="T23" fmla="*/ 2147483647 h 42"/>
                  <a:gd name="T24" fmla="*/ 0 w 54"/>
                  <a:gd name="T25" fmla="*/ 2147483647 h 42"/>
                  <a:gd name="T26" fmla="*/ 0 w 54"/>
                  <a:gd name="T27" fmla="*/ 2147483647 h 42"/>
                  <a:gd name="T28" fmla="*/ 2147483647 w 54"/>
                  <a:gd name="T29" fmla="*/ 2147483647 h 42"/>
                  <a:gd name="T30" fmla="*/ 2147483647 w 54"/>
                  <a:gd name="T31" fmla="*/ 2147483647 h 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4"/>
                  <a:gd name="T49" fmla="*/ 0 h 42"/>
                  <a:gd name="T50" fmla="*/ 54 w 54"/>
                  <a:gd name="T51" fmla="*/ 42 h 4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4" h="42">
                    <a:moveTo>
                      <a:pt x="18" y="42"/>
                    </a:moveTo>
                    <a:lnTo>
                      <a:pt x="30" y="36"/>
                    </a:lnTo>
                    <a:lnTo>
                      <a:pt x="48" y="42"/>
                    </a:lnTo>
                    <a:lnTo>
                      <a:pt x="54" y="36"/>
                    </a:lnTo>
                    <a:lnTo>
                      <a:pt x="54" y="24"/>
                    </a:lnTo>
                    <a:lnTo>
                      <a:pt x="42" y="18"/>
                    </a:lnTo>
                    <a:lnTo>
                      <a:pt x="36" y="18"/>
                    </a:lnTo>
                    <a:lnTo>
                      <a:pt x="30" y="12"/>
                    </a:lnTo>
                    <a:lnTo>
                      <a:pt x="30" y="0"/>
                    </a:lnTo>
                    <a:lnTo>
                      <a:pt x="24" y="0"/>
                    </a:lnTo>
                    <a:lnTo>
                      <a:pt x="18" y="6"/>
                    </a:lnTo>
                    <a:lnTo>
                      <a:pt x="6" y="12"/>
                    </a:lnTo>
                    <a:lnTo>
                      <a:pt x="0" y="12"/>
                    </a:lnTo>
                    <a:lnTo>
                      <a:pt x="0" y="18"/>
                    </a:lnTo>
                    <a:lnTo>
                      <a:pt x="12" y="30"/>
                    </a:lnTo>
                    <a:lnTo>
                      <a:pt x="18" y="42"/>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49" name="Lithuania" descr="© INSCALE GmbH, 05.05.2010&#10;http://www.presentationload.com/">
                <a:extLst>
                  <a:ext uri="{FF2B5EF4-FFF2-40B4-BE49-F238E27FC236}">
                    <a16:creationId xmlns:a16="http://schemas.microsoft.com/office/drawing/2014/main" id="{AEE762E2-60E4-E7CA-805E-E7A666877D64}"/>
                  </a:ext>
                </a:extLst>
              </p:cNvPr>
              <p:cNvSpPr>
                <a:spLocks/>
              </p:cNvSpPr>
              <p:nvPr/>
            </p:nvSpPr>
            <p:spPr bwMode="gray">
              <a:xfrm>
                <a:off x="3001" y="1424"/>
                <a:ext cx="87" cy="50"/>
              </a:xfrm>
              <a:custGeom>
                <a:avLst/>
                <a:gdLst>
                  <a:gd name="T0" fmla="*/ 2147483647 w 342"/>
                  <a:gd name="T1" fmla="*/ 2147483647 h 198"/>
                  <a:gd name="T2" fmla="*/ 2147483647 w 342"/>
                  <a:gd name="T3" fmla="*/ 2147483647 h 198"/>
                  <a:gd name="T4" fmla="*/ 2147483647 w 342"/>
                  <a:gd name="T5" fmla="*/ 2147483647 h 198"/>
                  <a:gd name="T6" fmla="*/ 2147483647 w 342"/>
                  <a:gd name="T7" fmla="*/ 2147483647 h 198"/>
                  <a:gd name="T8" fmla="*/ 2147483647 w 342"/>
                  <a:gd name="T9" fmla="*/ 2147483647 h 198"/>
                  <a:gd name="T10" fmla="*/ 2147483647 w 342"/>
                  <a:gd name="T11" fmla="*/ 2147483647 h 198"/>
                  <a:gd name="T12" fmla="*/ 2147483647 w 342"/>
                  <a:gd name="T13" fmla="*/ 2147483647 h 198"/>
                  <a:gd name="T14" fmla="*/ 2147483647 w 342"/>
                  <a:gd name="T15" fmla="*/ 2147483647 h 198"/>
                  <a:gd name="T16" fmla="*/ 2147483647 w 342"/>
                  <a:gd name="T17" fmla="*/ 2147483647 h 198"/>
                  <a:gd name="T18" fmla="*/ 2147483647 w 342"/>
                  <a:gd name="T19" fmla="*/ 2147483647 h 198"/>
                  <a:gd name="T20" fmla="*/ 2147483647 w 342"/>
                  <a:gd name="T21" fmla="*/ 2147483647 h 198"/>
                  <a:gd name="T22" fmla="*/ 2147483647 w 342"/>
                  <a:gd name="T23" fmla="*/ 2147483647 h 198"/>
                  <a:gd name="T24" fmla="*/ 2147483647 w 342"/>
                  <a:gd name="T25" fmla="*/ 0 h 198"/>
                  <a:gd name="T26" fmla="*/ 2147483647 w 342"/>
                  <a:gd name="T27" fmla="*/ 2147483647 h 198"/>
                  <a:gd name="T28" fmla="*/ 0 w 342"/>
                  <a:gd name="T29" fmla="*/ 2147483647 h 198"/>
                  <a:gd name="T30" fmla="*/ 2147483647 w 342"/>
                  <a:gd name="T31" fmla="*/ 2147483647 h 198"/>
                  <a:gd name="T32" fmla="*/ 2147483647 w 342"/>
                  <a:gd name="T33" fmla="*/ 2147483647 h 198"/>
                  <a:gd name="T34" fmla="*/ 2147483647 w 342"/>
                  <a:gd name="T35" fmla="*/ 2147483647 h 198"/>
                  <a:gd name="T36" fmla="*/ 2147483647 w 342"/>
                  <a:gd name="T37" fmla="*/ 2147483647 h 198"/>
                  <a:gd name="T38" fmla="*/ 2147483647 w 342"/>
                  <a:gd name="T39" fmla="*/ 2147483647 h 198"/>
                  <a:gd name="T40" fmla="*/ 2147483647 w 342"/>
                  <a:gd name="T41" fmla="*/ 2147483647 h 198"/>
                  <a:gd name="T42" fmla="*/ 2147483647 w 342"/>
                  <a:gd name="T43" fmla="*/ 2147483647 h 198"/>
                  <a:gd name="T44" fmla="*/ 2147483647 w 342"/>
                  <a:gd name="T45" fmla="*/ 2147483647 h 198"/>
                  <a:gd name="T46" fmla="*/ 2147483647 w 342"/>
                  <a:gd name="T47" fmla="*/ 2147483647 h 198"/>
                  <a:gd name="T48" fmla="*/ 2147483647 w 342"/>
                  <a:gd name="T49" fmla="*/ 2147483647 h 198"/>
                  <a:gd name="T50" fmla="*/ 2147483647 w 342"/>
                  <a:gd name="T51" fmla="*/ 2147483647 h 198"/>
                  <a:gd name="T52" fmla="*/ 2147483647 w 342"/>
                  <a:gd name="T53" fmla="*/ 2147483647 h 198"/>
                  <a:gd name="T54" fmla="*/ 2147483647 w 342"/>
                  <a:gd name="T55" fmla="*/ 2147483647 h 198"/>
                  <a:gd name="T56" fmla="*/ 2147483647 w 342"/>
                  <a:gd name="T57" fmla="*/ 2147483647 h 198"/>
                  <a:gd name="T58" fmla="*/ 2147483647 w 342"/>
                  <a:gd name="T59" fmla="*/ 2147483647 h 198"/>
                  <a:gd name="T60" fmla="*/ 2147483647 w 342"/>
                  <a:gd name="T61" fmla="*/ 2147483647 h 198"/>
                  <a:gd name="T62" fmla="*/ 2147483647 w 342"/>
                  <a:gd name="T63" fmla="*/ 2147483647 h 198"/>
                  <a:gd name="T64" fmla="*/ 2147483647 w 342"/>
                  <a:gd name="T65" fmla="*/ 2147483647 h 198"/>
                  <a:gd name="T66" fmla="*/ 2147483647 w 342"/>
                  <a:gd name="T67" fmla="*/ 2147483647 h 198"/>
                  <a:gd name="T68" fmla="*/ 2147483647 w 342"/>
                  <a:gd name="T69" fmla="*/ 2147483647 h 198"/>
                  <a:gd name="T70" fmla="*/ 2147483647 w 342"/>
                  <a:gd name="T71" fmla="*/ 2147483647 h 198"/>
                  <a:gd name="T72" fmla="*/ 2147483647 w 342"/>
                  <a:gd name="T73" fmla="*/ 2147483647 h 198"/>
                  <a:gd name="T74" fmla="*/ 2147483647 w 342"/>
                  <a:gd name="T75" fmla="*/ 2147483647 h 198"/>
                  <a:gd name="T76" fmla="*/ 2147483647 w 342"/>
                  <a:gd name="T77" fmla="*/ 2147483647 h 198"/>
                  <a:gd name="T78" fmla="*/ 2147483647 w 342"/>
                  <a:gd name="T79" fmla="*/ 2147483647 h 198"/>
                  <a:gd name="T80" fmla="*/ 2147483647 w 342"/>
                  <a:gd name="T81" fmla="*/ 2147483647 h 198"/>
                  <a:gd name="T82" fmla="*/ 2147483647 w 342"/>
                  <a:gd name="T83" fmla="*/ 2147483647 h 198"/>
                  <a:gd name="T84" fmla="*/ 2147483647 w 342"/>
                  <a:gd name="T85" fmla="*/ 2147483647 h 19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42"/>
                  <a:gd name="T130" fmla="*/ 0 h 198"/>
                  <a:gd name="T131" fmla="*/ 342 w 342"/>
                  <a:gd name="T132" fmla="*/ 198 h 198"/>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42" h="198">
                    <a:moveTo>
                      <a:pt x="330" y="60"/>
                    </a:moveTo>
                    <a:lnTo>
                      <a:pt x="312" y="54"/>
                    </a:lnTo>
                    <a:lnTo>
                      <a:pt x="294" y="42"/>
                    </a:lnTo>
                    <a:lnTo>
                      <a:pt x="282" y="30"/>
                    </a:lnTo>
                    <a:lnTo>
                      <a:pt x="276" y="30"/>
                    </a:lnTo>
                    <a:lnTo>
                      <a:pt x="264" y="24"/>
                    </a:lnTo>
                    <a:lnTo>
                      <a:pt x="234" y="24"/>
                    </a:lnTo>
                    <a:lnTo>
                      <a:pt x="228" y="12"/>
                    </a:lnTo>
                    <a:lnTo>
                      <a:pt x="222" y="6"/>
                    </a:lnTo>
                    <a:lnTo>
                      <a:pt x="210" y="6"/>
                    </a:lnTo>
                    <a:lnTo>
                      <a:pt x="198" y="18"/>
                    </a:lnTo>
                    <a:lnTo>
                      <a:pt x="180" y="18"/>
                    </a:lnTo>
                    <a:lnTo>
                      <a:pt x="174" y="12"/>
                    </a:lnTo>
                    <a:lnTo>
                      <a:pt x="162" y="12"/>
                    </a:lnTo>
                    <a:lnTo>
                      <a:pt x="156" y="18"/>
                    </a:lnTo>
                    <a:lnTo>
                      <a:pt x="150" y="18"/>
                    </a:lnTo>
                    <a:lnTo>
                      <a:pt x="144" y="12"/>
                    </a:lnTo>
                    <a:lnTo>
                      <a:pt x="138" y="12"/>
                    </a:lnTo>
                    <a:lnTo>
                      <a:pt x="126" y="6"/>
                    </a:lnTo>
                    <a:lnTo>
                      <a:pt x="120" y="6"/>
                    </a:lnTo>
                    <a:lnTo>
                      <a:pt x="114" y="12"/>
                    </a:lnTo>
                    <a:lnTo>
                      <a:pt x="108" y="12"/>
                    </a:lnTo>
                    <a:lnTo>
                      <a:pt x="102" y="6"/>
                    </a:lnTo>
                    <a:lnTo>
                      <a:pt x="96" y="6"/>
                    </a:lnTo>
                    <a:lnTo>
                      <a:pt x="90" y="0"/>
                    </a:lnTo>
                    <a:lnTo>
                      <a:pt x="72" y="0"/>
                    </a:lnTo>
                    <a:lnTo>
                      <a:pt x="60" y="12"/>
                    </a:lnTo>
                    <a:lnTo>
                      <a:pt x="18" y="12"/>
                    </a:lnTo>
                    <a:lnTo>
                      <a:pt x="6" y="18"/>
                    </a:lnTo>
                    <a:lnTo>
                      <a:pt x="0" y="18"/>
                    </a:lnTo>
                    <a:lnTo>
                      <a:pt x="0" y="60"/>
                    </a:lnTo>
                    <a:lnTo>
                      <a:pt x="12" y="84"/>
                    </a:lnTo>
                    <a:lnTo>
                      <a:pt x="18" y="90"/>
                    </a:lnTo>
                    <a:lnTo>
                      <a:pt x="18" y="96"/>
                    </a:lnTo>
                    <a:lnTo>
                      <a:pt x="30" y="96"/>
                    </a:lnTo>
                    <a:lnTo>
                      <a:pt x="30" y="102"/>
                    </a:lnTo>
                    <a:lnTo>
                      <a:pt x="42" y="102"/>
                    </a:lnTo>
                    <a:lnTo>
                      <a:pt x="48" y="108"/>
                    </a:lnTo>
                    <a:lnTo>
                      <a:pt x="72" y="108"/>
                    </a:lnTo>
                    <a:lnTo>
                      <a:pt x="84" y="102"/>
                    </a:lnTo>
                    <a:lnTo>
                      <a:pt x="102" y="102"/>
                    </a:lnTo>
                    <a:lnTo>
                      <a:pt x="108" y="114"/>
                    </a:lnTo>
                    <a:lnTo>
                      <a:pt x="108" y="132"/>
                    </a:lnTo>
                    <a:lnTo>
                      <a:pt x="96" y="144"/>
                    </a:lnTo>
                    <a:lnTo>
                      <a:pt x="102" y="162"/>
                    </a:lnTo>
                    <a:lnTo>
                      <a:pt x="120" y="162"/>
                    </a:lnTo>
                    <a:lnTo>
                      <a:pt x="138" y="168"/>
                    </a:lnTo>
                    <a:lnTo>
                      <a:pt x="144" y="168"/>
                    </a:lnTo>
                    <a:lnTo>
                      <a:pt x="156" y="174"/>
                    </a:lnTo>
                    <a:lnTo>
                      <a:pt x="156" y="198"/>
                    </a:lnTo>
                    <a:lnTo>
                      <a:pt x="162" y="198"/>
                    </a:lnTo>
                    <a:lnTo>
                      <a:pt x="168" y="192"/>
                    </a:lnTo>
                    <a:lnTo>
                      <a:pt x="180" y="192"/>
                    </a:lnTo>
                    <a:lnTo>
                      <a:pt x="192" y="186"/>
                    </a:lnTo>
                    <a:lnTo>
                      <a:pt x="198" y="186"/>
                    </a:lnTo>
                    <a:lnTo>
                      <a:pt x="204" y="192"/>
                    </a:lnTo>
                    <a:lnTo>
                      <a:pt x="204" y="198"/>
                    </a:lnTo>
                    <a:lnTo>
                      <a:pt x="234" y="198"/>
                    </a:lnTo>
                    <a:lnTo>
                      <a:pt x="234" y="180"/>
                    </a:lnTo>
                    <a:lnTo>
                      <a:pt x="246" y="192"/>
                    </a:lnTo>
                    <a:lnTo>
                      <a:pt x="252" y="180"/>
                    </a:lnTo>
                    <a:lnTo>
                      <a:pt x="258" y="174"/>
                    </a:lnTo>
                    <a:lnTo>
                      <a:pt x="270" y="168"/>
                    </a:lnTo>
                    <a:lnTo>
                      <a:pt x="288" y="168"/>
                    </a:lnTo>
                    <a:lnTo>
                      <a:pt x="288" y="174"/>
                    </a:lnTo>
                    <a:lnTo>
                      <a:pt x="282" y="180"/>
                    </a:lnTo>
                    <a:lnTo>
                      <a:pt x="294" y="180"/>
                    </a:lnTo>
                    <a:lnTo>
                      <a:pt x="294" y="174"/>
                    </a:lnTo>
                    <a:lnTo>
                      <a:pt x="288" y="168"/>
                    </a:lnTo>
                    <a:lnTo>
                      <a:pt x="288" y="156"/>
                    </a:lnTo>
                    <a:lnTo>
                      <a:pt x="282" y="150"/>
                    </a:lnTo>
                    <a:lnTo>
                      <a:pt x="282" y="144"/>
                    </a:lnTo>
                    <a:lnTo>
                      <a:pt x="294" y="144"/>
                    </a:lnTo>
                    <a:lnTo>
                      <a:pt x="294" y="138"/>
                    </a:lnTo>
                    <a:lnTo>
                      <a:pt x="288" y="126"/>
                    </a:lnTo>
                    <a:lnTo>
                      <a:pt x="288" y="120"/>
                    </a:lnTo>
                    <a:lnTo>
                      <a:pt x="294" y="114"/>
                    </a:lnTo>
                    <a:lnTo>
                      <a:pt x="312" y="114"/>
                    </a:lnTo>
                    <a:lnTo>
                      <a:pt x="306" y="96"/>
                    </a:lnTo>
                    <a:lnTo>
                      <a:pt x="312" y="96"/>
                    </a:lnTo>
                    <a:lnTo>
                      <a:pt x="318" y="102"/>
                    </a:lnTo>
                    <a:lnTo>
                      <a:pt x="336" y="102"/>
                    </a:lnTo>
                    <a:lnTo>
                      <a:pt x="342" y="96"/>
                    </a:lnTo>
                    <a:lnTo>
                      <a:pt x="324" y="78"/>
                    </a:lnTo>
                    <a:lnTo>
                      <a:pt x="324" y="72"/>
                    </a:lnTo>
                    <a:lnTo>
                      <a:pt x="330" y="66"/>
                    </a:lnTo>
                    <a:lnTo>
                      <a:pt x="330" y="60"/>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50" name="Liechtenstein" descr="© INSCALE GmbH, 05.05.2010&#10;http://www.presentationload.com/">
                <a:extLst>
                  <a:ext uri="{FF2B5EF4-FFF2-40B4-BE49-F238E27FC236}">
                    <a16:creationId xmlns:a16="http://schemas.microsoft.com/office/drawing/2014/main" id="{26D38562-70B0-5F79-77C2-EB5031C5103A}"/>
                  </a:ext>
                </a:extLst>
              </p:cNvPr>
              <p:cNvSpPr>
                <a:spLocks/>
              </p:cNvSpPr>
              <p:nvPr/>
            </p:nvSpPr>
            <p:spPr bwMode="gray">
              <a:xfrm>
                <a:off x="2825" y="1604"/>
                <a:ext cx="4" cy="6"/>
              </a:xfrm>
              <a:custGeom>
                <a:avLst/>
                <a:gdLst>
                  <a:gd name="T0" fmla="*/ 2147483647 w 18"/>
                  <a:gd name="T1" fmla="*/ 0 h 24"/>
                  <a:gd name="T2" fmla="*/ 2147483647 w 18"/>
                  <a:gd name="T3" fmla="*/ 2147483647 h 24"/>
                  <a:gd name="T4" fmla="*/ 0 w 18"/>
                  <a:gd name="T5" fmla="*/ 2147483647 h 24"/>
                  <a:gd name="T6" fmla="*/ 0 w 18"/>
                  <a:gd name="T7" fmla="*/ 2147483647 h 24"/>
                  <a:gd name="T8" fmla="*/ 2147483647 w 18"/>
                  <a:gd name="T9" fmla="*/ 2147483647 h 24"/>
                  <a:gd name="T10" fmla="*/ 2147483647 w 18"/>
                  <a:gd name="T11" fmla="*/ 0 h 24"/>
                  <a:gd name="T12" fmla="*/ 2147483647 w 18"/>
                  <a:gd name="T13" fmla="*/ 0 h 24"/>
                  <a:gd name="T14" fmla="*/ 0 60000 65536"/>
                  <a:gd name="T15" fmla="*/ 0 60000 65536"/>
                  <a:gd name="T16" fmla="*/ 0 60000 65536"/>
                  <a:gd name="T17" fmla="*/ 0 60000 65536"/>
                  <a:gd name="T18" fmla="*/ 0 60000 65536"/>
                  <a:gd name="T19" fmla="*/ 0 60000 65536"/>
                  <a:gd name="T20" fmla="*/ 0 60000 65536"/>
                  <a:gd name="T21" fmla="*/ 0 w 18"/>
                  <a:gd name="T22" fmla="*/ 0 h 24"/>
                  <a:gd name="T23" fmla="*/ 18 w 18"/>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 h="24">
                    <a:moveTo>
                      <a:pt x="12" y="0"/>
                    </a:moveTo>
                    <a:lnTo>
                      <a:pt x="6" y="6"/>
                    </a:lnTo>
                    <a:lnTo>
                      <a:pt x="0" y="18"/>
                    </a:lnTo>
                    <a:lnTo>
                      <a:pt x="0" y="24"/>
                    </a:lnTo>
                    <a:lnTo>
                      <a:pt x="18" y="24"/>
                    </a:lnTo>
                    <a:lnTo>
                      <a:pt x="18" y="0"/>
                    </a:lnTo>
                    <a:lnTo>
                      <a:pt x="12" y="0"/>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51" name="Lebanon" descr="© INSCALE GmbH, 05.05.2010&#10;http://www.presentationload.com/">
                <a:extLst>
                  <a:ext uri="{FF2B5EF4-FFF2-40B4-BE49-F238E27FC236}">
                    <a16:creationId xmlns:a16="http://schemas.microsoft.com/office/drawing/2014/main" id="{EB55A540-B5EB-6AA4-39F1-C31FD9B2BF68}"/>
                  </a:ext>
                </a:extLst>
              </p:cNvPr>
              <p:cNvSpPr>
                <a:spLocks/>
              </p:cNvSpPr>
              <p:nvPr/>
            </p:nvSpPr>
            <p:spPr bwMode="gray">
              <a:xfrm>
                <a:off x="3261" y="1861"/>
                <a:ext cx="28" cy="39"/>
              </a:xfrm>
              <a:custGeom>
                <a:avLst/>
                <a:gdLst>
                  <a:gd name="T0" fmla="*/ 2147483647 w 108"/>
                  <a:gd name="T1" fmla="*/ 2147483647 h 156"/>
                  <a:gd name="T2" fmla="*/ 2147483647 w 108"/>
                  <a:gd name="T3" fmla="*/ 2147483647 h 156"/>
                  <a:gd name="T4" fmla="*/ 2147483647 w 108"/>
                  <a:gd name="T5" fmla="*/ 2147483647 h 156"/>
                  <a:gd name="T6" fmla="*/ 2147483647 w 108"/>
                  <a:gd name="T7" fmla="*/ 2147483647 h 156"/>
                  <a:gd name="T8" fmla="*/ 2147483647 w 108"/>
                  <a:gd name="T9" fmla="*/ 2147483647 h 156"/>
                  <a:gd name="T10" fmla="*/ 2147483647 w 108"/>
                  <a:gd name="T11" fmla="*/ 2147483647 h 156"/>
                  <a:gd name="T12" fmla="*/ 2147483647 w 108"/>
                  <a:gd name="T13" fmla="*/ 2147483647 h 156"/>
                  <a:gd name="T14" fmla="*/ 2147483647 w 108"/>
                  <a:gd name="T15" fmla="*/ 2147483647 h 156"/>
                  <a:gd name="T16" fmla="*/ 2147483647 w 108"/>
                  <a:gd name="T17" fmla="*/ 2147483647 h 156"/>
                  <a:gd name="T18" fmla="*/ 2147483647 w 108"/>
                  <a:gd name="T19" fmla="*/ 2147483647 h 156"/>
                  <a:gd name="T20" fmla="*/ 2147483647 w 108"/>
                  <a:gd name="T21" fmla="*/ 0 h 156"/>
                  <a:gd name="T22" fmla="*/ 2147483647 w 108"/>
                  <a:gd name="T23" fmla="*/ 0 h 156"/>
                  <a:gd name="T24" fmla="*/ 2147483647 w 108"/>
                  <a:gd name="T25" fmla="*/ 0 h 156"/>
                  <a:gd name="T26" fmla="*/ 2147483647 w 108"/>
                  <a:gd name="T27" fmla="*/ 2147483647 h 156"/>
                  <a:gd name="T28" fmla="*/ 2147483647 w 108"/>
                  <a:gd name="T29" fmla="*/ 2147483647 h 156"/>
                  <a:gd name="T30" fmla="*/ 2147483647 w 108"/>
                  <a:gd name="T31" fmla="*/ 2147483647 h 156"/>
                  <a:gd name="T32" fmla="*/ 2147483647 w 108"/>
                  <a:gd name="T33" fmla="*/ 2147483647 h 156"/>
                  <a:gd name="T34" fmla="*/ 2147483647 w 108"/>
                  <a:gd name="T35" fmla="*/ 2147483647 h 156"/>
                  <a:gd name="T36" fmla="*/ 2147483647 w 108"/>
                  <a:gd name="T37" fmla="*/ 2147483647 h 156"/>
                  <a:gd name="T38" fmla="*/ 2147483647 w 108"/>
                  <a:gd name="T39" fmla="*/ 2147483647 h 156"/>
                  <a:gd name="T40" fmla="*/ 2147483647 w 108"/>
                  <a:gd name="T41" fmla="*/ 2147483647 h 156"/>
                  <a:gd name="T42" fmla="*/ 0 w 108"/>
                  <a:gd name="T43" fmla="*/ 2147483647 h 156"/>
                  <a:gd name="T44" fmla="*/ 0 w 108"/>
                  <a:gd name="T45" fmla="*/ 2147483647 h 156"/>
                  <a:gd name="T46" fmla="*/ 2147483647 w 108"/>
                  <a:gd name="T47" fmla="*/ 2147483647 h 156"/>
                  <a:gd name="T48" fmla="*/ 2147483647 w 108"/>
                  <a:gd name="T49" fmla="*/ 2147483647 h 156"/>
                  <a:gd name="T50" fmla="*/ 2147483647 w 108"/>
                  <a:gd name="T51" fmla="*/ 2147483647 h 156"/>
                  <a:gd name="T52" fmla="*/ 2147483647 w 108"/>
                  <a:gd name="T53" fmla="*/ 2147483647 h 156"/>
                  <a:gd name="T54" fmla="*/ 2147483647 w 108"/>
                  <a:gd name="T55" fmla="*/ 2147483647 h 156"/>
                  <a:gd name="T56" fmla="*/ 2147483647 w 108"/>
                  <a:gd name="T57" fmla="*/ 2147483647 h 156"/>
                  <a:gd name="T58" fmla="*/ 2147483647 w 108"/>
                  <a:gd name="T59" fmla="*/ 2147483647 h 156"/>
                  <a:gd name="T60" fmla="*/ 2147483647 w 108"/>
                  <a:gd name="T61" fmla="*/ 2147483647 h 15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08"/>
                  <a:gd name="T94" fmla="*/ 0 h 156"/>
                  <a:gd name="T95" fmla="*/ 108 w 108"/>
                  <a:gd name="T96" fmla="*/ 156 h 15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08" h="156">
                    <a:moveTo>
                      <a:pt x="72" y="96"/>
                    </a:moveTo>
                    <a:lnTo>
                      <a:pt x="72" y="72"/>
                    </a:lnTo>
                    <a:lnTo>
                      <a:pt x="78" y="66"/>
                    </a:lnTo>
                    <a:lnTo>
                      <a:pt x="84" y="66"/>
                    </a:lnTo>
                    <a:lnTo>
                      <a:pt x="96" y="60"/>
                    </a:lnTo>
                    <a:lnTo>
                      <a:pt x="102" y="60"/>
                    </a:lnTo>
                    <a:lnTo>
                      <a:pt x="108" y="48"/>
                    </a:lnTo>
                    <a:lnTo>
                      <a:pt x="108" y="30"/>
                    </a:lnTo>
                    <a:lnTo>
                      <a:pt x="102" y="18"/>
                    </a:lnTo>
                    <a:lnTo>
                      <a:pt x="96" y="12"/>
                    </a:lnTo>
                    <a:lnTo>
                      <a:pt x="102" y="0"/>
                    </a:lnTo>
                    <a:lnTo>
                      <a:pt x="54" y="0"/>
                    </a:lnTo>
                    <a:lnTo>
                      <a:pt x="60" y="0"/>
                    </a:lnTo>
                    <a:lnTo>
                      <a:pt x="60" y="6"/>
                    </a:lnTo>
                    <a:lnTo>
                      <a:pt x="54" y="6"/>
                    </a:lnTo>
                    <a:lnTo>
                      <a:pt x="48" y="18"/>
                    </a:lnTo>
                    <a:lnTo>
                      <a:pt x="36" y="24"/>
                    </a:lnTo>
                    <a:lnTo>
                      <a:pt x="30" y="30"/>
                    </a:lnTo>
                    <a:lnTo>
                      <a:pt x="18" y="66"/>
                    </a:lnTo>
                    <a:lnTo>
                      <a:pt x="12" y="78"/>
                    </a:lnTo>
                    <a:lnTo>
                      <a:pt x="12" y="90"/>
                    </a:lnTo>
                    <a:lnTo>
                      <a:pt x="0" y="114"/>
                    </a:lnTo>
                    <a:lnTo>
                      <a:pt x="0" y="156"/>
                    </a:lnTo>
                    <a:lnTo>
                      <a:pt x="12" y="150"/>
                    </a:lnTo>
                    <a:lnTo>
                      <a:pt x="24" y="126"/>
                    </a:lnTo>
                    <a:lnTo>
                      <a:pt x="30" y="132"/>
                    </a:lnTo>
                    <a:lnTo>
                      <a:pt x="36" y="132"/>
                    </a:lnTo>
                    <a:lnTo>
                      <a:pt x="42" y="126"/>
                    </a:lnTo>
                    <a:lnTo>
                      <a:pt x="48" y="114"/>
                    </a:lnTo>
                    <a:lnTo>
                      <a:pt x="48" y="102"/>
                    </a:lnTo>
                    <a:lnTo>
                      <a:pt x="72" y="96"/>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52" name="Latvia" descr="© INSCALE GmbH, 05.05.2010&#10;http://www.presentationload.com/">
                <a:extLst>
                  <a:ext uri="{FF2B5EF4-FFF2-40B4-BE49-F238E27FC236}">
                    <a16:creationId xmlns:a16="http://schemas.microsoft.com/office/drawing/2014/main" id="{A1147610-727C-0893-96C9-30B36C202FCC}"/>
                  </a:ext>
                </a:extLst>
              </p:cNvPr>
              <p:cNvSpPr>
                <a:spLocks/>
              </p:cNvSpPr>
              <p:nvPr/>
            </p:nvSpPr>
            <p:spPr bwMode="gray">
              <a:xfrm>
                <a:off x="2999" y="1394"/>
                <a:ext cx="108" cy="45"/>
              </a:xfrm>
              <a:custGeom>
                <a:avLst/>
                <a:gdLst>
                  <a:gd name="T0" fmla="*/ 2147483647 w 426"/>
                  <a:gd name="T1" fmla="*/ 2147483647 h 180"/>
                  <a:gd name="T2" fmla="*/ 2147483647 w 426"/>
                  <a:gd name="T3" fmla="*/ 2147483647 h 180"/>
                  <a:gd name="T4" fmla="*/ 2147483647 w 426"/>
                  <a:gd name="T5" fmla="*/ 2147483647 h 180"/>
                  <a:gd name="T6" fmla="*/ 2147483647 w 426"/>
                  <a:gd name="T7" fmla="*/ 2147483647 h 180"/>
                  <a:gd name="T8" fmla="*/ 2147483647 w 426"/>
                  <a:gd name="T9" fmla="*/ 2147483647 h 180"/>
                  <a:gd name="T10" fmla="*/ 2147483647 w 426"/>
                  <a:gd name="T11" fmla="*/ 2147483647 h 180"/>
                  <a:gd name="T12" fmla="*/ 2147483647 w 426"/>
                  <a:gd name="T13" fmla="*/ 2147483647 h 180"/>
                  <a:gd name="T14" fmla="*/ 2147483647 w 426"/>
                  <a:gd name="T15" fmla="*/ 2147483647 h 180"/>
                  <a:gd name="T16" fmla="*/ 2147483647 w 426"/>
                  <a:gd name="T17" fmla="*/ 2147483647 h 180"/>
                  <a:gd name="T18" fmla="*/ 2147483647 w 426"/>
                  <a:gd name="T19" fmla="*/ 2147483647 h 180"/>
                  <a:gd name="T20" fmla="*/ 2147483647 w 426"/>
                  <a:gd name="T21" fmla="*/ 2147483647 h 180"/>
                  <a:gd name="T22" fmla="*/ 2147483647 w 426"/>
                  <a:gd name="T23" fmla="*/ 2147483647 h 180"/>
                  <a:gd name="T24" fmla="*/ 2147483647 w 426"/>
                  <a:gd name="T25" fmla="*/ 2147483647 h 180"/>
                  <a:gd name="T26" fmla="*/ 2147483647 w 426"/>
                  <a:gd name="T27" fmla="*/ 2147483647 h 180"/>
                  <a:gd name="T28" fmla="*/ 2147483647 w 426"/>
                  <a:gd name="T29" fmla="*/ 2147483647 h 180"/>
                  <a:gd name="T30" fmla="*/ 2147483647 w 426"/>
                  <a:gd name="T31" fmla="*/ 2147483647 h 180"/>
                  <a:gd name="T32" fmla="*/ 2147483647 w 426"/>
                  <a:gd name="T33" fmla="*/ 2147483647 h 180"/>
                  <a:gd name="T34" fmla="*/ 2147483647 w 426"/>
                  <a:gd name="T35" fmla="*/ 2147483647 h 180"/>
                  <a:gd name="T36" fmla="*/ 2147483647 w 426"/>
                  <a:gd name="T37" fmla="*/ 2147483647 h 180"/>
                  <a:gd name="T38" fmla="*/ 2147483647 w 426"/>
                  <a:gd name="T39" fmla="*/ 2147483647 h 180"/>
                  <a:gd name="T40" fmla="*/ 2147483647 w 426"/>
                  <a:gd name="T41" fmla="*/ 2147483647 h 180"/>
                  <a:gd name="T42" fmla="*/ 2147483647 w 426"/>
                  <a:gd name="T43" fmla="*/ 2147483647 h 180"/>
                  <a:gd name="T44" fmla="*/ 2147483647 w 426"/>
                  <a:gd name="T45" fmla="*/ 2147483647 h 180"/>
                  <a:gd name="T46" fmla="*/ 2147483647 w 426"/>
                  <a:gd name="T47" fmla="*/ 2147483647 h 180"/>
                  <a:gd name="T48" fmla="*/ 2147483647 w 426"/>
                  <a:gd name="T49" fmla="*/ 2147483647 h 180"/>
                  <a:gd name="T50" fmla="*/ 2147483647 w 426"/>
                  <a:gd name="T51" fmla="*/ 2147483647 h 180"/>
                  <a:gd name="T52" fmla="*/ 2147483647 w 426"/>
                  <a:gd name="T53" fmla="*/ 2147483647 h 180"/>
                  <a:gd name="T54" fmla="*/ 2147483647 w 426"/>
                  <a:gd name="T55" fmla="*/ 2147483647 h 180"/>
                  <a:gd name="T56" fmla="*/ 2147483647 w 426"/>
                  <a:gd name="T57" fmla="*/ 2147483647 h 180"/>
                  <a:gd name="T58" fmla="*/ 2147483647 w 426"/>
                  <a:gd name="T59" fmla="*/ 2147483647 h 180"/>
                  <a:gd name="T60" fmla="*/ 2147483647 w 426"/>
                  <a:gd name="T61" fmla="*/ 0 h 180"/>
                  <a:gd name="T62" fmla="*/ 2147483647 w 426"/>
                  <a:gd name="T63" fmla="*/ 2147483647 h 180"/>
                  <a:gd name="T64" fmla="*/ 2147483647 w 426"/>
                  <a:gd name="T65" fmla="*/ 2147483647 h 180"/>
                  <a:gd name="T66" fmla="*/ 2147483647 w 426"/>
                  <a:gd name="T67" fmla="*/ 2147483647 h 180"/>
                  <a:gd name="T68" fmla="*/ 2147483647 w 426"/>
                  <a:gd name="T69" fmla="*/ 2147483647 h 180"/>
                  <a:gd name="T70" fmla="*/ 2147483647 w 426"/>
                  <a:gd name="T71" fmla="*/ 2147483647 h 180"/>
                  <a:gd name="T72" fmla="*/ 2147483647 w 426"/>
                  <a:gd name="T73" fmla="*/ 2147483647 h 180"/>
                  <a:gd name="T74" fmla="*/ 2147483647 w 426"/>
                  <a:gd name="T75" fmla="*/ 2147483647 h 180"/>
                  <a:gd name="T76" fmla="*/ 2147483647 w 426"/>
                  <a:gd name="T77" fmla="*/ 2147483647 h 180"/>
                  <a:gd name="T78" fmla="*/ 2147483647 w 426"/>
                  <a:gd name="T79" fmla="*/ 2147483647 h 180"/>
                  <a:gd name="T80" fmla="*/ 2147483647 w 426"/>
                  <a:gd name="T81" fmla="*/ 2147483647 h 180"/>
                  <a:gd name="T82" fmla="*/ 2147483647 w 426"/>
                  <a:gd name="T83" fmla="*/ 2147483647 h 180"/>
                  <a:gd name="T84" fmla="*/ 0 w 426"/>
                  <a:gd name="T85" fmla="*/ 2147483647 h 180"/>
                  <a:gd name="T86" fmla="*/ 2147483647 w 426"/>
                  <a:gd name="T87" fmla="*/ 2147483647 h 18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426"/>
                  <a:gd name="T133" fmla="*/ 0 h 180"/>
                  <a:gd name="T134" fmla="*/ 426 w 426"/>
                  <a:gd name="T135" fmla="*/ 180 h 18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426" h="180">
                    <a:moveTo>
                      <a:pt x="6" y="144"/>
                    </a:moveTo>
                    <a:lnTo>
                      <a:pt x="6" y="138"/>
                    </a:lnTo>
                    <a:lnTo>
                      <a:pt x="12" y="138"/>
                    </a:lnTo>
                    <a:lnTo>
                      <a:pt x="24" y="132"/>
                    </a:lnTo>
                    <a:lnTo>
                      <a:pt x="66" y="132"/>
                    </a:lnTo>
                    <a:lnTo>
                      <a:pt x="78" y="120"/>
                    </a:lnTo>
                    <a:lnTo>
                      <a:pt x="96" y="120"/>
                    </a:lnTo>
                    <a:lnTo>
                      <a:pt x="102" y="126"/>
                    </a:lnTo>
                    <a:lnTo>
                      <a:pt x="108" y="126"/>
                    </a:lnTo>
                    <a:lnTo>
                      <a:pt x="114" y="132"/>
                    </a:lnTo>
                    <a:lnTo>
                      <a:pt x="120" y="132"/>
                    </a:lnTo>
                    <a:lnTo>
                      <a:pt x="126" y="126"/>
                    </a:lnTo>
                    <a:lnTo>
                      <a:pt x="132" y="126"/>
                    </a:lnTo>
                    <a:lnTo>
                      <a:pt x="144" y="132"/>
                    </a:lnTo>
                    <a:lnTo>
                      <a:pt x="150" y="132"/>
                    </a:lnTo>
                    <a:lnTo>
                      <a:pt x="156" y="138"/>
                    </a:lnTo>
                    <a:lnTo>
                      <a:pt x="162" y="138"/>
                    </a:lnTo>
                    <a:lnTo>
                      <a:pt x="168" y="132"/>
                    </a:lnTo>
                    <a:lnTo>
                      <a:pt x="180" y="132"/>
                    </a:lnTo>
                    <a:lnTo>
                      <a:pt x="186" y="138"/>
                    </a:lnTo>
                    <a:lnTo>
                      <a:pt x="204" y="138"/>
                    </a:lnTo>
                    <a:lnTo>
                      <a:pt x="216" y="126"/>
                    </a:lnTo>
                    <a:lnTo>
                      <a:pt x="228" y="126"/>
                    </a:lnTo>
                    <a:lnTo>
                      <a:pt x="234" y="132"/>
                    </a:lnTo>
                    <a:lnTo>
                      <a:pt x="240" y="144"/>
                    </a:lnTo>
                    <a:lnTo>
                      <a:pt x="270" y="144"/>
                    </a:lnTo>
                    <a:lnTo>
                      <a:pt x="282" y="150"/>
                    </a:lnTo>
                    <a:lnTo>
                      <a:pt x="288" y="150"/>
                    </a:lnTo>
                    <a:lnTo>
                      <a:pt x="300" y="162"/>
                    </a:lnTo>
                    <a:lnTo>
                      <a:pt x="318" y="174"/>
                    </a:lnTo>
                    <a:lnTo>
                      <a:pt x="336" y="180"/>
                    </a:lnTo>
                    <a:lnTo>
                      <a:pt x="360" y="168"/>
                    </a:lnTo>
                    <a:lnTo>
                      <a:pt x="378" y="168"/>
                    </a:lnTo>
                    <a:lnTo>
                      <a:pt x="384" y="174"/>
                    </a:lnTo>
                    <a:lnTo>
                      <a:pt x="390" y="168"/>
                    </a:lnTo>
                    <a:lnTo>
                      <a:pt x="396" y="168"/>
                    </a:lnTo>
                    <a:lnTo>
                      <a:pt x="402" y="162"/>
                    </a:lnTo>
                    <a:lnTo>
                      <a:pt x="408" y="150"/>
                    </a:lnTo>
                    <a:lnTo>
                      <a:pt x="414" y="144"/>
                    </a:lnTo>
                    <a:lnTo>
                      <a:pt x="420" y="150"/>
                    </a:lnTo>
                    <a:lnTo>
                      <a:pt x="426" y="150"/>
                    </a:lnTo>
                    <a:lnTo>
                      <a:pt x="426" y="126"/>
                    </a:lnTo>
                    <a:lnTo>
                      <a:pt x="414" y="114"/>
                    </a:lnTo>
                    <a:lnTo>
                      <a:pt x="408" y="102"/>
                    </a:lnTo>
                    <a:lnTo>
                      <a:pt x="402" y="96"/>
                    </a:lnTo>
                    <a:lnTo>
                      <a:pt x="378" y="90"/>
                    </a:lnTo>
                    <a:lnTo>
                      <a:pt x="384" y="72"/>
                    </a:lnTo>
                    <a:lnTo>
                      <a:pt x="402" y="72"/>
                    </a:lnTo>
                    <a:lnTo>
                      <a:pt x="402" y="66"/>
                    </a:lnTo>
                    <a:lnTo>
                      <a:pt x="396" y="60"/>
                    </a:lnTo>
                    <a:lnTo>
                      <a:pt x="384" y="54"/>
                    </a:lnTo>
                    <a:lnTo>
                      <a:pt x="372" y="42"/>
                    </a:lnTo>
                    <a:lnTo>
                      <a:pt x="354" y="42"/>
                    </a:lnTo>
                    <a:lnTo>
                      <a:pt x="348" y="36"/>
                    </a:lnTo>
                    <a:lnTo>
                      <a:pt x="330" y="36"/>
                    </a:lnTo>
                    <a:lnTo>
                      <a:pt x="324" y="42"/>
                    </a:lnTo>
                    <a:lnTo>
                      <a:pt x="306" y="42"/>
                    </a:lnTo>
                    <a:lnTo>
                      <a:pt x="288" y="24"/>
                    </a:lnTo>
                    <a:lnTo>
                      <a:pt x="276" y="18"/>
                    </a:lnTo>
                    <a:lnTo>
                      <a:pt x="270" y="12"/>
                    </a:lnTo>
                    <a:lnTo>
                      <a:pt x="246" y="0"/>
                    </a:lnTo>
                    <a:lnTo>
                      <a:pt x="216" y="0"/>
                    </a:lnTo>
                    <a:lnTo>
                      <a:pt x="186" y="12"/>
                    </a:lnTo>
                    <a:lnTo>
                      <a:pt x="174" y="12"/>
                    </a:lnTo>
                    <a:lnTo>
                      <a:pt x="180" y="24"/>
                    </a:lnTo>
                    <a:lnTo>
                      <a:pt x="180" y="30"/>
                    </a:lnTo>
                    <a:lnTo>
                      <a:pt x="186" y="42"/>
                    </a:lnTo>
                    <a:lnTo>
                      <a:pt x="186" y="60"/>
                    </a:lnTo>
                    <a:lnTo>
                      <a:pt x="192" y="66"/>
                    </a:lnTo>
                    <a:lnTo>
                      <a:pt x="186" y="78"/>
                    </a:lnTo>
                    <a:lnTo>
                      <a:pt x="156" y="78"/>
                    </a:lnTo>
                    <a:lnTo>
                      <a:pt x="138" y="72"/>
                    </a:lnTo>
                    <a:lnTo>
                      <a:pt x="126" y="72"/>
                    </a:lnTo>
                    <a:lnTo>
                      <a:pt x="114" y="54"/>
                    </a:lnTo>
                    <a:lnTo>
                      <a:pt x="84" y="24"/>
                    </a:lnTo>
                    <a:lnTo>
                      <a:pt x="72" y="24"/>
                    </a:lnTo>
                    <a:lnTo>
                      <a:pt x="60" y="30"/>
                    </a:lnTo>
                    <a:lnTo>
                      <a:pt x="48" y="30"/>
                    </a:lnTo>
                    <a:lnTo>
                      <a:pt x="36" y="36"/>
                    </a:lnTo>
                    <a:lnTo>
                      <a:pt x="30" y="42"/>
                    </a:lnTo>
                    <a:lnTo>
                      <a:pt x="24" y="54"/>
                    </a:lnTo>
                    <a:lnTo>
                      <a:pt x="24" y="66"/>
                    </a:lnTo>
                    <a:lnTo>
                      <a:pt x="18" y="78"/>
                    </a:lnTo>
                    <a:lnTo>
                      <a:pt x="6" y="84"/>
                    </a:lnTo>
                    <a:lnTo>
                      <a:pt x="0" y="96"/>
                    </a:lnTo>
                    <a:lnTo>
                      <a:pt x="0" y="120"/>
                    </a:lnTo>
                    <a:lnTo>
                      <a:pt x="6" y="132"/>
                    </a:lnTo>
                    <a:lnTo>
                      <a:pt x="6" y="150"/>
                    </a:lnTo>
                    <a:lnTo>
                      <a:pt x="6" y="144"/>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53" name="Kyrgyzstan" descr="© INSCALE GmbH, 05.05.2010&#10;http://www.presentationload.com/">
                <a:extLst>
                  <a:ext uri="{FF2B5EF4-FFF2-40B4-BE49-F238E27FC236}">
                    <a16:creationId xmlns:a16="http://schemas.microsoft.com/office/drawing/2014/main" id="{F403BF47-CE8E-2DE2-70D6-6760EAC7186A}"/>
                  </a:ext>
                </a:extLst>
              </p:cNvPr>
              <p:cNvSpPr>
                <a:spLocks/>
              </p:cNvSpPr>
              <p:nvPr/>
            </p:nvSpPr>
            <p:spPr bwMode="gray">
              <a:xfrm>
                <a:off x="3822" y="1687"/>
                <a:ext cx="170" cy="79"/>
              </a:xfrm>
              <a:custGeom>
                <a:avLst/>
                <a:gdLst>
                  <a:gd name="T0" fmla="*/ 2147483647 w 672"/>
                  <a:gd name="T1" fmla="*/ 2147483647 h 312"/>
                  <a:gd name="T2" fmla="*/ 2147483647 w 672"/>
                  <a:gd name="T3" fmla="*/ 2147483647 h 312"/>
                  <a:gd name="T4" fmla="*/ 2147483647 w 672"/>
                  <a:gd name="T5" fmla="*/ 2147483647 h 312"/>
                  <a:gd name="T6" fmla="*/ 2147483647 w 672"/>
                  <a:gd name="T7" fmla="*/ 2147483647 h 312"/>
                  <a:gd name="T8" fmla="*/ 2147483647 w 672"/>
                  <a:gd name="T9" fmla="*/ 2147483647 h 312"/>
                  <a:gd name="T10" fmla="*/ 2147483647 w 672"/>
                  <a:gd name="T11" fmla="*/ 2147483647 h 312"/>
                  <a:gd name="T12" fmla="*/ 2147483647 w 672"/>
                  <a:gd name="T13" fmla="*/ 2147483647 h 312"/>
                  <a:gd name="T14" fmla="*/ 2147483647 w 672"/>
                  <a:gd name="T15" fmla="*/ 2147483647 h 312"/>
                  <a:gd name="T16" fmla="*/ 2147483647 w 672"/>
                  <a:gd name="T17" fmla="*/ 2147483647 h 312"/>
                  <a:gd name="T18" fmla="*/ 2147483647 w 672"/>
                  <a:gd name="T19" fmla="*/ 2147483647 h 312"/>
                  <a:gd name="T20" fmla="*/ 2147483647 w 672"/>
                  <a:gd name="T21" fmla="*/ 2147483647 h 312"/>
                  <a:gd name="T22" fmla="*/ 2147483647 w 672"/>
                  <a:gd name="T23" fmla="*/ 2147483647 h 312"/>
                  <a:gd name="T24" fmla="*/ 0 w 672"/>
                  <a:gd name="T25" fmla="*/ 2147483647 h 312"/>
                  <a:gd name="T26" fmla="*/ 2147483647 w 672"/>
                  <a:gd name="T27" fmla="*/ 2147483647 h 312"/>
                  <a:gd name="T28" fmla="*/ 2147483647 w 672"/>
                  <a:gd name="T29" fmla="*/ 2147483647 h 312"/>
                  <a:gd name="T30" fmla="*/ 2147483647 w 672"/>
                  <a:gd name="T31" fmla="*/ 2147483647 h 312"/>
                  <a:gd name="T32" fmla="*/ 2147483647 w 672"/>
                  <a:gd name="T33" fmla="*/ 2147483647 h 312"/>
                  <a:gd name="T34" fmla="*/ 2147483647 w 672"/>
                  <a:gd name="T35" fmla="*/ 2147483647 h 312"/>
                  <a:gd name="T36" fmla="*/ 2147483647 w 672"/>
                  <a:gd name="T37" fmla="*/ 2147483647 h 312"/>
                  <a:gd name="T38" fmla="*/ 2147483647 w 672"/>
                  <a:gd name="T39" fmla="*/ 2147483647 h 312"/>
                  <a:gd name="T40" fmla="*/ 2147483647 w 672"/>
                  <a:gd name="T41" fmla="*/ 2147483647 h 312"/>
                  <a:gd name="T42" fmla="*/ 2147483647 w 672"/>
                  <a:gd name="T43" fmla="*/ 2147483647 h 312"/>
                  <a:gd name="T44" fmla="*/ 2147483647 w 672"/>
                  <a:gd name="T45" fmla="*/ 2147483647 h 312"/>
                  <a:gd name="T46" fmla="*/ 2147483647 w 672"/>
                  <a:gd name="T47" fmla="*/ 2147483647 h 312"/>
                  <a:gd name="T48" fmla="*/ 2147483647 w 672"/>
                  <a:gd name="T49" fmla="*/ 2147483647 h 312"/>
                  <a:gd name="T50" fmla="*/ 2147483647 w 672"/>
                  <a:gd name="T51" fmla="*/ 2147483647 h 312"/>
                  <a:gd name="T52" fmla="*/ 2147483647 w 672"/>
                  <a:gd name="T53" fmla="*/ 2147483647 h 312"/>
                  <a:gd name="T54" fmla="*/ 2147483647 w 672"/>
                  <a:gd name="T55" fmla="*/ 2147483647 h 312"/>
                  <a:gd name="T56" fmla="*/ 2147483647 w 672"/>
                  <a:gd name="T57" fmla="*/ 2147483647 h 312"/>
                  <a:gd name="T58" fmla="*/ 2147483647 w 672"/>
                  <a:gd name="T59" fmla="*/ 2147483647 h 312"/>
                  <a:gd name="T60" fmla="*/ 2147483647 w 672"/>
                  <a:gd name="T61" fmla="*/ 2147483647 h 312"/>
                  <a:gd name="T62" fmla="*/ 2147483647 w 672"/>
                  <a:gd name="T63" fmla="*/ 2147483647 h 312"/>
                  <a:gd name="T64" fmla="*/ 2147483647 w 672"/>
                  <a:gd name="T65" fmla="*/ 2147483647 h 312"/>
                  <a:gd name="T66" fmla="*/ 2147483647 w 672"/>
                  <a:gd name="T67" fmla="*/ 2147483647 h 312"/>
                  <a:gd name="T68" fmla="*/ 2147483647 w 672"/>
                  <a:gd name="T69" fmla="*/ 2147483647 h 312"/>
                  <a:gd name="T70" fmla="*/ 2147483647 w 672"/>
                  <a:gd name="T71" fmla="*/ 2147483647 h 312"/>
                  <a:gd name="T72" fmla="*/ 2147483647 w 672"/>
                  <a:gd name="T73" fmla="*/ 2147483647 h 312"/>
                  <a:gd name="T74" fmla="*/ 2147483647 w 672"/>
                  <a:gd name="T75" fmla="*/ 2147483647 h 312"/>
                  <a:gd name="T76" fmla="*/ 2147483647 w 672"/>
                  <a:gd name="T77" fmla="*/ 0 h 312"/>
                  <a:gd name="T78" fmla="*/ 2147483647 w 672"/>
                  <a:gd name="T79" fmla="*/ 2147483647 h 312"/>
                  <a:gd name="T80" fmla="*/ 2147483647 w 672"/>
                  <a:gd name="T81" fmla="*/ 2147483647 h 312"/>
                  <a:gd name="T82" fmla="*/ 2147483647 w 672"/>
                  <a:gd name="T83" fmla="*/ 2147483647 h 312"/>
                  <a:gd name="T84" fmla="*/ 2147483647 w 672"/>
                  <a:gd name="T85" fmla="*/ 2147483647 h 312"/>
                  <a:gd name="T86" fmla="*/ 2147483647 w 672"/>
                  <a:gd name="T87" fmla="*/ 2147483647 h 312"/>
                  <a:gd name="T88" fmla="*/ 2147483647 w 672"/>
                  <a:gd name="T89" fmla="*/ 2147483647 h 31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672"/>
                  <a:gd name="T136" fmla="*/ 0 h 312"/>
                  <a:gd name="T137" fmla="*/ 672 w 672"/>
                  <a:gd name="T138" fmla="*/ 312 h 31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672" h="312">
                    <a:moveTo>
                      <a:pt x="36" y="132"/>
                    </a:moveTo>
                    <a:lnTo>
                      <a:pt x="66" y="144"/>
                    </a:lnTo>
                    <a:lnTo>
                      <a:pt x="78" y="156"/>
                    </a:lnTo>
                    <a:lnTo>
                      <a:pt x="114" y="156"/>
                    </a:lnTo>
                    <a:lnTo>
                      <a:pt x="114" y="144"/>
                    </a:lnTo>
                    <a:lnTo>
                      <a:pt x="126" y="144"/>
                    </a:lnTo>
                    <a:lnTo>
                      <a:pt x="126" y="132"/>
                    </a:lnTo>
                    <a:lnTo>
                      <a:pt x="144" y="156"/>
                    </a:lnTo>
                    <a:lnTo>
                      <a:pt x="162" y="156"/>
                    </a:lnTo>
                    <a:lnTo>
                      <a:pt x="168" y="174"/>
                    </a:lnTo>
                    <a:lnTo>
                      <a:pt x="192" y="174"/>
                    </a:lnTo>
                    <a:lnTo>
                      <a:pt x="198" y="186"/>
                    </a:lnTo>
                    <a:lnTo>
                      <a:pt x="204" y="186"/>
                    </a:lnTo>
                    <a:lnTo>
                      <a:pt x="216" y="180"/>
                    </a:lnTo>
                    <a:lnTo>
                      <a:pt x="228" y="180"/>
                    </a:lnTo>
                    <a:lnTo>
                      <a:pt x="228" y="192"/>
                    </a:lnTo>
                    <a:lnTo>
                      <a:pt x="216" y="204"/>
                    </a:lnTo>
                    <a:lnTo>
                      <a:pt x="204" y="210"/>
                    </a:lnTo>
                    <a:lnTo>
                      <a:pt x="192" y="210"/>
                    </a:lnTo>
                    <a:lnTo>
                      <a:pt x="192" y="216"/>
                    </a:lnTo>
                    <a:lnTo>
                      <a:pt x="174" y="222"/>
                    </a:lnTo>
                    <a:lnTo>
                      <a:pt x="156" y="240"/>
                    </a:lnTo>
                    <a:lnTo>
                      <a:pt x="150" y="240"/>
                    </a:lnTo>
                    <a:lnTo>
                      <a:pt x="144" y="234"/>
                    </a:lnTo>
                    <a:lnTo>
                      <a:pt x="138" y="234"/>
                    </a:lnTo>
                    <a:lnTo>
                      <a:pt x="132" y="228"/>
                    </a:lnTo>
                    <a:lnTo>
                      <a:pt x="114" y="228"/>
                    </a:lnTo>
                    <a:lnTo>
                      <a:pt x="102" y="234"/>
                    </a:lnTo>
                    <a:lnTo>
                      <a:pt x="96" y="234"/>
                    </a:lnTo>
                    <a:lnTo>
                      <a:pt x="96" y="246"/>
                    </a:lnTo>
                    <a:lnTo>
                      <a:pt x="90" y="252"/>
                    </a:lnTo>
                    <a:lnTo>
                      <a:pt x="84" y="252"/>
                    </a:lnTo>
                    <a:lnTo>
                      <a:pt x="72" y="246"/>
                    </a:lnTo>
                    <a:lnTo>
                      <a:pt x="36" y="234"/>
                    </a:lnTo>
                    <a:lnTo>
                      <a:pt x="24" y="234"/>
                    </a:lnTo>
                    <a:lnTo>
                      <a:pt x="18" y="240"/>
                    </a:lnTo>
                    <a:lnTo>
                      <a:pt x="18" y="252"/>
                    </a:lnTo>
                    <a:lnTo>
                      <a:pt x="12" y="258"/>
                    </a:lnTo>
                    <a:lnTo>
                      <a:pt x="0" y="264"/>
                    </a:lnTo>
                    <a:lnTo>
                      <a:pt x="0" y="276"/>
                    </a:lnTo>
                    <a:lnTo>
                      <a:pt x="6" y="282"/>
                    </a:lnTo>
                    <a:lnTo>
                      <a:pt x="6" y="288"/>
                    </a:lnTo>
                    <a:lnTo>
                      <a:pt x="12" y="294"/>
                    </a:lnTo>
                    <a:lnTo>
                      <a:pt x="24" y="288"/>
                    </a:lnTo>
                    <a:lnTo>
                      <a:pt x="36" y="288"/>
                    </a:lnTo>
                    <a:lnTo>
                      <a:pt x="42" y="282"/>
                    </a:lnTo>
                    <a:lnTo>
                      <a:pt x="60" y="282"/>
                    </a:lnTo>
                    <a:lnTo>
                      <a:pt x="72" y="288"/>
                    </a:lnTo>
                    <a:lnTo>
                      <a:pt x="96" y="288"/>
                    </a:lnTo>
                    <a:lnTo>
                      <a:pt x="108" y="300"/>
                    </a:lnTo>
                    <a:lnTo>
                      <a:pt x="126" y="300"/>
                    </a:lnTo>
                    <a:lnTo>
                      <a:pt x="132" y="294"/>
                    </a:lnTo>
                    <a:lnTo>
                      <a:pt x="144" y="288"/>
                    </a:lnTo>
                    <a:lnTo>
                      <a:pt x="150" y="282"/>
                    </a:lnTo>
                    <a:lnTo>
                      <a:pt x="180" y="312"/>
                    </a:lnTo>
                    <a:lnTo>
                      <a:pt x="192" y="306"/>
                    </a:lnTo>
                    <a:lnTo>
                      <a:pt x="198" y="306"/>
                    </a:lnTo>
                    <a:lnTo>
                      <a:pt x="198" y="312"/>
                    </a:lnTo>
                    <a:lnTo>
                      <a:pt x="210" y="312"/>
                    </a:lnTo>
                    <a:lnTo>
                      <a:pt x="222" y="306"/>
                    </a:lnTo>
                    <a:lnTo>
                      <a:pt x="228" y="300"/>
                    </a:lnTo>
                    <a:lnTo>
                      <a:pt x="270" y="300"/>
                    </a:lnTo>
                    <a:lnTo>
                      <a:pt x="282" y="288"/>
                    </a:lnTo>
                    <a:lnTo>
                      <a:pt x="300" y="294"/>
                    </a:lnTo>
                    <a:lnTo>
                      <a:pt x="318" y="294"/>
                    </a:lnTo>
                    <a:lnTo>
                      <a:pt x="318" y="282"/>
                    </a:lnTo>
                    <a:lnTo>
                      <a:pt x="312" y="270"/>
                    </a:lnTo>
                    <a:lnTo>
                      <a:pt x="300" y="264"/>
                    </a:lnTo>
                    <a:lnTo>
                      <a:pt x="300" y="258"/>
                    </a:lnTo>
                    <a:lnTo>
                      <a:pt x="306" y="252"/>
                    </a:lnTo>
                    <a:lnTo>
                      <a:pt x="318" y="246"/>
                    </a:lnTo>
                    <a:lnTo>
                      <a:pt x="330" y="246"/>
                    </a:lnTo>
                    <a:lnTo>
                      <a:pt x="336" y="240"/>
                    </a:lnTo>
                    <a:lnTo>
                      <a:pt x="348" y="234"/>
                    </a:lnTo>
                    <a:lnTo>
                      <a:pt x="348" y="216"/>
                    </a:lnTo>
                    <a:lnTo>
                      <a:pt x="372" y="216"/>
                    </a:lnTo>
                    <a:lnTo>
                      <a:pt x="384" y="204"/>
                    </a:lnTo>
                    <a:lnTo>
                      <a:pt x="396" y="204"/>
                    </a:lnTo>
                    <a:lnTo>
                      <a:pt x="402" y="210"/>
                    </a:lnTo>
                    <a:lnTo>
                      <a:pt x="408" y="222"/>
                    </a:lnTo>
                    <a:lnTo>
                      <a:pt x="414" y="228"/>
                    </a:lnTo>
                    <a:lnTo>
                      <a:pt x="426" y="222"/>
                    </a:lnTo>
                    <a:lnTo>
                      <a:pt x="456" y="228"/>
                    </a:lnTo>
                    <a:lnTo>
                      <a:pt x="462" y="222"/>
                    </a:lnTo>
                    <a:lnTo>
                      <a:pt x="462" y="198"/>
                    </a:lnTo>
                    <a:lnTo>
                      <a:pt x="468" y="186"/>
                    </a:lnTo>
                    <a:lnTo>
                      <a:pt x="486" y="168"/>
                    </a:lnTo>
                    <a:lnTo>
                      <a:pt x="516" y="168"/>
                    </a:lnTo>
                    <a:lnTo>
                      <a:pt x="534" y="174"/>
                    </a:lnTo>
                    <a:lnTo>
                      <a:pt x="552" y="174"/>
                    </a:lnTo>
                    <a:lnTo>
                      <a:pt x="558" y="168"/>
                    </a:lnTo>
                    <a:lnTo>
                      <a:pt x="564" y="156"/>
                    </a:lnTo>
                    <a:lnTo>
                      <a:pt x="564" y="138"/>
                    </a:lnTo>
                    <a:lnTo>
                      <a:pt x="570" y="132"/>
                    </a:lnTo>
                    <a:lnTo>
                      <a:pt x="582" y="126"/>
                    </a:lnTo>
                    <a:lnTo>
                      <a:pt x="594" y="114"/>
                    </a:lnTo>
                    <a:lnTo>
                      <a:pt x="642" y="96"/>
                    </a:lnTo>
                    <a:lnTo>
                      <a:pt x="666" y="96"/>
                    </a:lnTo>
                    <a:lnTo>
                      <a:pt x="672" y="90"/>
                    </a:lnTo>
                    <a:lnTo>
                      <a:pt x="672" y="78"/>
                    </a:lnTo>
                    <a:lnTo>
                      <a:pt x="660" y="66"/>
                    </a:lnTo>
                    <a:lnTo>
                      <a:pt x="642" y="60"/>
                    </a:lnTo>
                    <a:lnTo>
                      <a:pt x="600" y="60"/>
                    </a:lnTo>
                    <a:lnTo>
                      <a:pt x="576" y="30"/>
                    </a:lnTo>
                    <a:lnTo>
                      <a:pt x="558" y="30"/>
                    </a:lnTo>
                    <a:lnTo>
                      <a:pt x="546" y="18"/>
                    </a:lnTo>
                    <a:lnTo>
                      <a:pt x="498" y="24"/>
                    </a:lnTo>
                    <a:lnTo>
                      <a:pt x="486" y="24"/>
                    </a:lnTo>
                    <a:lnTo>
                      <a:pt x="474" y="18"/>
                    </a:lnTo>
                    <a:lnTo>
                      <a:pt x="354" y="18"/>
                    </a:lnTo>
                    <a:lnTo>
                      <a:pt x="336" y="24"/>
                    </a:lnTo>
                    <a:lnTo>
                      <a:pt x="318" y="24"/>
                    </a:lnTo>
                    <a:lnTo>
                      <a:pt x="306" y="18"/>
                    </a:lnTo>
                    <a:lnTo>
                      <a:pt x="282" y="18"/>
                    </a:lnTo>
                    <a:lnTo>
                      <a:pt x="276" y="6"/>
                    </a:lnTo>
                    <a:lnTo>
                      <a:pt x="264" y="0"/>
                    </a:lnTo>
                    <a:lnTo>
                      <a:pt x="222" y="0"/>
                    </a:lnTo>
                    <a:lnTo>
                      <a:pt x="216" y="6"/>
                    </a:lnTo>
                    <a:lnTo>
                      <a:pt x="216" y="36"/>
                    </a:lnTo>
                    <a:lnTo>
                      <a:pt x="222" y="48"/>
                    </a:lnTo>
                    <a:lnTo>
                      <a:pt x="222" y="60"/>
                    </a:lnTo>
                    <a:lnTo>
                      <a:pt x="204" y="54"/>
                    </a:lnTo>
                    <a:lnTo>
                      <a:pt x="174" y="54"/>
                    </a:lnTo>
                    <a:lnTo>
                      <a:pt x="138" y="36"/>
                    </a:lnTo>
                    <a:lnTo>
                      <a:pt x="120" y="30"/>
                    </a:lnTo>
                    <a:lnTo>
                      <a:pt x="108" y="24"/>
                    </a:lnTo>
                    <a:lnTo>
                      <a:pt x="78" y="24"/>
                    </a:lnTo>
                    <a:lnTo>
                      <a:pt x="60" y="42"/>
                    </a:lnTo>
                    <a:lnTo>
                      <a:pt x="54" y="54"/>
                    </a:lnTo>
                    <a:lnTo>
                      <a:pt x="54" y="72"/>
                    </a:lnTo>
                    <a:lnTo>
                      <a:pt x="72" y="72"/>
                    </a:lnTo>
                    <a:lnTo>
                      <a:pt x="78" y="78"/>
                    </a:lnTo>
                    <a:lnTo>
                      <a:pt x="84" y="78"/>
                    </a:lnTo>
                    <a:lnTo>
                      <a:pt x="84" y="84"/>
                    </a:lnTo>
                    <a:lnTo>
                      <a:pt x="36" y="132"/>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54" name="Kazakhstan" descr="© INSCALE GmbH, 05.05.2010&#10;http://www.presentationload.com/">
                <a:extLst>
                  <a:ext uri="{FF2B5EF4-FFF2-40B4-BE49-F238E27FC236}">
                    <a16:creationId xmlns:a16="http://schemas.microsoft.com/office/drawing/2014/main" id="{7448D4F1-DAA3-0B10-4031-14A5AD6C58AC}"/>
                  </a:ext>
                </a:extLst>
              </p:cNvPr>
              <p:cNvSpPr>
                <a:spLocks noEditPoints="1"/>
              </p:cNvSpPr>
              <p:nvPr/>
            </p:nvSpPr>
            <p:spPr bwMode="gray">
              <a:xfrm>
                <a:off x="3415" y="1445"/>
                <a:ext cx="637" cy="296"/>
              </a:xfrm>
              <a:custGeom>
                <a:avLst/>
                <a:gdLst>
                  <a:gd name="T0" fmla="*/ 2147483647 w 2514"/>
                  <a:gd name="T1" fmla="*/ 2147483647 h 1164"/>
                  <a:gd name="T2" fmla="*/ 2147483647 w 2514"/>
                  <a:gd name="T3" fmla="*/ 2147483647 h 1164"/>
                  <a:gd name="T4" fmla="*/ 2147483647 w 2514"/>
                  <a:gd name="T5" fmla="*/ 2147483647 h 1164"/>
                  <a:gd name="T6" fmla="*/ 2147483647 w 2514"/>
                  <a:gd name="T7" fmla="*/ 2147483647 h 1164"/>
                  <a:gd name="T8" fmla="*/ 2147483647 w 2514"/>
                  <a:gd name="T9" fmla="*/ 2147483647 h 1164"/>
                  <a:gd name="T10" fmla="*/ 2147483647 w 2514"/>
                  <a:gd name="T11" fmla="*/ 2147483647 h 1164"/>
                  <a:gd name="T12" fmla="*/ 2147483647 w 2514"/>
                  <a:gd name="T13" fmla="*/ 2147483647 h 1164"/>
                  <a:gd name="T14" fmla="*/ 2147483647 w 2514"/>
                  <a:gd name="T15" fmla="*/ 2147483647 h 1164"/>
                  <a:gd name="T16" fmla="*/ 2147483647 w 2514"/>
                  <a:gd name="T17" fmla="*/ 2147483647 h 1164"/>
                  <a:gd name="T18" fmla="*/ 2147483647 w 2514"/>
                  <a:gd name="T19" fmla="*/ 2147483647 h 1164"/>
                  <a:gd name="T20" fmla="*/ 2147483647 w 2514"/>
                  <a:gd name="T21" fmla="*/ 2147483647 h 1164"/>
                  <a:gd name="T22" fmla="*/ 2147483647 w 2514"/>
                  <a:gd name="T23" fmla="*/ 2147483647 h 1164"/>
                  <a:gd name="T24" fmla="*/ 2147483647 w 2514"/>
                  <a:gd name="T25" fmla="*/ 2147483647 h 1164"/>
                  <a:gd name="T26" fmla="*/ 2147483647 w 2514"/>
                  <a:gd name="T27" fmla="*/ 2147483647 h 1164"/>
                  <a:gd name="T28" fmla="*/ 2147483647 w 2514"/>
                  <a:gd name="T29" fmla="*/ 2147483647 h 1164"/>
                  <a:gd name="T30" fmla="*/ 2147483647 w 2514"/>
                  <a:gd name="T31" fmla="*/ 2147483647 h 1164"/>
                  <a:gd name="T32" fmla="*/ 2147483647 w 2514"/>
                  <a:gd name="T33" fmla="*/ 2147483647 h 1164"/>
                  <a:gd name="T34" fmla="*/ 2147483647 w 2514"/>
                  <a:gd name="T35" fmla="*/ 2147483647 h 1164"/>
                  <a:gd name="T36" fmla="*/ 2147483647 w 2514"/>
                  <a:gd name="T37" fmla="*/ 2147483647 h 1164"/>
                  <a:gd name="T38" fmla="*/ 2147483647 w 2514"/>
                  <a:gd name="T39" fmla="*/ 2147483647 h 1164"/>
                  <a:gd name="T40" fmla="*/ 2147483647 w 2514"/>
                  <a:gd name="T41" fmla="*/ 2147483647 h 1164"/>
                  <a:gd name="T42" fmla="*/ 2147483647 w 2514"/>
                  <a:gd name="T43" fmla="*/ 2147483647 h 1164"/>
                  <a:gd name="T44" fmla="*/ 2147483647 w 2514"/>
                  <a:gd name="T45" fmla="*/ 2147483647 h 1164"/>
                  <a:gd name="T46" fmla="*/ 2147483647 w 2514"/>
                  <a:gd name="T47" fmla="*/ 2147483647 h 1164"/>
                  <a:gd name="T48" fmla="*/ 2147483647 w 2514"/>
                  <a:gd name="T49" fmla="*/ 2147483647 h 1164"/>
                  <a:gd name="T50" fmla="*/ 2147483647 w 2514"/>
                  <a:gd name="T51" fmla="*/ 2147483647 h 1164"/>
                  <a:gd name="T52" fmla="*/ 2147483647 w 2514"/>
                  <a:gd name="T53" fmla="*/ 2147483647 h 1164"/>
                  <a:gd name="T54" fmla="*/ 2147483647 w 2514"/>
                  <a:gd name="T55" fmla="*/ 2147483647 h 1164"/>
                  <a:gd name="T56" fmla="*/ 2147483647 w 2514"/>
                  <a:gd name="T57" fmla="*/ 2147483647 h 1164"/>
                  <a:gd name="T58" fmla="*/ 2147483647 w 2514"/>
                  <a:gd name="T59" fmla="*/ 2147483647 h 1164"/>
                  <a:gd name="T60" fmla="*/ 2147483647 w 2514"/>
                  <a:gd name="T61" fmla="*/ 2147483647 h 1164"/>
                  <a:gd name="T62" fmla="*/ 2147483647 w 2514"/>
                  <a:gd name="T63" fmla="*/ 2147483647 h 1164"/>
                  <a:gd name="T64" fmla="*/ 2147483647 w 2514"/>
                  <a:gd name="T65" fmla="*/ 2147483647 h 1164"/>
                  <a:gd name="T66" fmla="*/ 2147483647 w 2514"/>
                  <a:gd name="T67" fmla="*/ 2147483647 h 1164"/>
                  <a:gd name="T68" fmla="*/ 2147483647 w 2514"/>
                  <a:gd name="T69" fmla="*/ 2147483647 h 1164"/>
                  <a:gd name="T70" fmla="*/ 2147483647 w 2514"/>
                  <a:gd name="T71" fmla="*/ 2147483647 h 1164"/>
                  <a:gd name="T72" fmla="*/ 2147483647 w 2514"/>
                  <a:gd name="T73" fmla="*/ 2147483647 h 1164"/>
                  <a:gd name="T74" fmla="*/ 2147483647 w 2514"/>
                  <a:gd name="T75" fmla="*/ 2147483647 h 1164"/>
                  <a:gd name="T76" fmla="*/ 2147483647 w 2514"/>
                  <a:gd name="T77" fmla="*/ 2147483647 h 1164"/>
                  <a:gd name="T78" fmla="*/ 2147483647 w 2514"/>
                  <a:gd name="T79" fmla="*/ 2147483647 h 1164"/>
                  <a:gd name="T80" fmla="*/ 2147483647 w 2514"/>
                  <a:gd name="T81" fmla="*/ 2147483647 h 1164"/>
                  <a:gd name="T82" fmla="*/ 2147483647 w 2514"/>
                  <a:gd name="T83" fmla="*/ 2147483647 h 1164"/>
                  <a:gd name="T84" fmla="*/ 2147483647 w 2514"/>
                  <a:gd name="T85" fmla="*/ 2147483647 h 1164"/>
                  <a:gd name="T86" fmla="*/ 2147483647 w 2514"/>
                  <a:gd name="T87" fmla="*/ 2147483647 h 1164"/>
                  <a:gd name="T88" fmla="*/ 2147483647 w 2514"/>
                  <a:gd name="T89" fmla="*/ 2147483647 h 1164"/>
                  <a:gd name="T90" fmla="*/ 2147483647 w 2514"/>
                  <a:gd name="T91" fmla="*/ 2147483647 h 1164"/>
                  <a:gd name="T92" fmla="*/ 2147483647 w 2514"/>
                  <a:gd name="T93" fmla="*/ 2147483647 h 1164"/>
                  <a:gd name="T94" fmla="*/ 2147483647 w 2514"/>
                  <a:gd name="T95" fmla="*/ 2147483647 h 1164"/>
                  <a:gd name="T96" fmla="*/ 2147483647 w 2514"/>
                  <a:gd name="T97" fmla="*/ 2147483647 h 1164"/>
                  <a:gd name="T98" fmla="*/ 2147483647 w 2514"/>
                  <a:gd name="T99" fmla="*/ 2147483647 h 1164"/>
                  <a:gd name="T100" fmla="*/ 2147483647 w 2514"/>
                  <a:gd name="T101" fmla="*/ 2147483647 h 1164"/>
                  <a:gd name="T102" fmla="*/ 2147483647 w 2514"/>
                  <a:gd name="T103" fmla="*/ 2147483647 h 1164"/>
                  <a:gd name="T104" fmla="*/ 2147483647 w 2514"/>
                  <a:gd name="T105" fmla="*/ 2147483647 h 1164"/>
                  <a:gd name="T106" fmla="*/ 2147483647 w 2514"/>
                  <a:gd name="T107" fmla="*/ 2147483647 h 1164"/>
                  <a:gd name="T108" fmla="*/ 2147483647 w 2514"/>
                  <a:gd name="T109" fmla="*/ 2147483647 h 1164"/>
                  <a:gd name="T110" fmla="*/ 2147483647 w 2514"/>
                  <a:gd name="T111" fmla="*/ 2147483647 h 1164"/>
                  <a:gd name="T112" fmla="*/ 2147483647 w 2514"/>
                  <a:gd name="T113" fmla="*/ 2147483647 h 1164"/>
                  <a:gd name="T114" fmla="*/ 2147483647 w 2514"/>
                  <a:gd name="T115" fmla="*/ 2147483647 h 1164"/>
                  <a:gd name="T116" fmla="*/ 2147483647 w 2514"/>
                  <a:gd name="T117" fmla="*/ 2147483647 h 1164"/>
                  <a:gd name="T118" fmla="*/ 2147483647 w 2514"/>
                  <a:gd name="T119" fmla="*/ 2147483647 h 1164"/>
                  <a:gd name="T120" fmla="*/ 2147483647 w 2514"/>
                  <a:gd name="T121" fmla="*/ 2147483647 h 1164"/>
                  <a:gd name="T122" fmla="*/ 2147483647 w 2514"/>
                  <a:gd name="T123" fmla="*/ 2147483647 h 116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514"/>
                  <a:gd name="T187" fmla="*/ 0 h 1164"/>
                  <a:gd name="T188" fmla="*/ 2514 w 2514"/>
                  <a:gd name="T189" fmla="*/ 1164 h 116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514" h="1164">
                    <a:moveTo>
                      <a:pt x="852" y="756"/>
                    </a:moveTo>
                    <a:lnTo>
                      <a:pt x="840" y="744"/>
                    </a:lnTo>
                    <a:lnTo>
                      <a:pt x="822" y="768"/>
                    </a:lnTo>
                    <a:lnTo>
                      <a:pt x="816" y="780"/>
                    </a:lnTo>
                    <a:lnTo>
                      <a:pt x="870" y="804"/>
                    </a:lnTo>
                    <a:lnTo>
                      <a:pt x="870" y="786"/>
                    </a:lnTo>
                    <a:lnTo>
                      <a:pt x="864" y="780"/>
                    </a:lnTo>
                    <a:lnTo>
                      <a:pt x="858" y="768"/>
                    </a:lnTo>
                    <a:lnTo>
                      <a:pt x="858" y="762"/>
                    </a:lnTo>
                    <a:lnTo>
                      <a:pt x="852" y="756"/>
                    </a:lnTo>
                    <a:close/>
                    <a:moveTo>
                      <a:pt x="2484" y="492"/>
                    </a:moveTo>
                    <a:lnTo>
                      <a:pt x="2484" y="486"/>
                    </a:lnTo>
                    <a:lnTo>
                      <a:pt x="2514" y="486"/>
                    </a:lnTo>
                    <a:lnTo>
                      <a:pt x="2478" y="444"/>
                    </a:lnTo>
                    <a:lnTo>
                      <a:pt x="2454" y="420"/>
                    </a:lnTo>
                    <a:lnTo>
                      <a:pt x="2442" y="456"/>
                    </a:lnTo>
                    <a:lnTo>
                      <a:pt x="2370" y="450"/>
                    </a:lnTo>
                    <a:lnTo>
                      <a:pt x="2370" y="444"/>
                    </a:lnTo>
                    <a:lnTo>
                      <a:pt x="2364" y="438"/>
                    </a:lnTo>
                    <a:lnTo>
                      <a:pt x="2358" y="426"/>
                    </a:lnTo>
                    <a:lnTo>
                      <a:pt x="2352" y="420"/>
                    </a:lnTo>
                    <a:lnTo>
                      <a:pt x="2346" y="408"/>
                    </a:lnTo>
                    <a:lnTo>
                      <a:pt x="2346" y="402"/>
                    </a:lnTo>
                    <a:lnTo>
                      <a:pt x="2340" y="402"/>
                    </a:lnTo>
                    <a:lnTo>
                      <a:pt x="2328" y="396"/>
                    </a:lnTo>
                    <a:lnTo>
                      <a:pt x="2316" y="396"/>
                    </a:lnTo>
                    <a:lnTo>
                      <a:pt x="2304" y="390"/>
                    </a:lnTo>
                    <a:lnTo>
                      <a:pt x="2292" y="390"/>
                    </a:lnTo>
                    <a:lnTo>
                      <a:pt x="2286" y="378"/>
                    </a:lnTo>
                    <a:lnTo>
                      <a:pt x="2274" y="372"/>
                    </a:lnTo>
                    <a:lnTo>
                      <a:pt x="2250" y="348"/>
                    </a:lnTo>
                    <a:lnTo>
                      <a:pt x="2226" y="336"/>
                    </a:lnTo>
                    <a:lnTo>
                      <a:pt x="2208" y="336"/>
                    </a:lnTo>
                    <a:lnTo>
                      <a:pt x="2196" y="342"/>
                    </a:lnTo>
                    <a:lnTo>
                      <a:pt x="2178" y="348"/>
                    </a:lnTo>
                    <a:lnTo>
                      <a:pt x="2166" y="354"/>
                    </a:lnTo>
                    <a:lnTo>
                      <a:pt x="2160" y="366"/>
                    </a:lnTo>
                    <a:lnTo>
                      <a:pt x="2136" y="366"/>
                    </a:lnTo>
                    <a:lnTo>
                      <a:pt x="2124" y="360"/>
                    </a:lnTo>
                    <a:lnTo>
                      <a:pt x="2118" y="348"/>
                    </a:lnTo>
                    <a:lnTo>
                      <a:pt x="2106" y="342"/>
                    </a:lnTo>
                    <a:lnTo>
                      <a:pt x="2076" y="342"/>
                    </a:lnTo>
                    <a:lnTo>
                      <a:pt x="2076" y="336"/>
                    </a:lnTo>
                    <a:lnTo>
                      <a:pt x="2070" y="330"/>
                    </a:lnTo>
                    <a:lnTo>
                      <a:pt x="2070" y="318"/>
                    </a:lnTo>
                    <a:lnTo>
                      <a:pt x="2064" y="312"/>
                    </a:lnTo>
                    <a:lnTo>
                      <a:pt x="2052" y="312"/>
                    </a:lnTo>
                    <a:lnTo>
                      <a:pt x="2052" y="318"/>
                    </a:lnTo>
                    <a:lnTo>
                      <a:pt x="2046" y="324"/>
                    </a:lnTo>
                    <a:lnTo>
                      <a:pt x="2046" y="336"/>
                    </a:lnTo>
                    <a:lnTo>
                      <a:pt x="2034" y="348"/>
                    </a:lnTo>
                    <a:lnTo>
                      <a:pt x="2022" y="354"/>
                    </a:lnTo>
                    <a:lnTo>
                      <a:pt x="2010" y="354"/>
                    </a:lnTo>
                    <a:lnTo>
                      <a:pt x="1998" y="348"/>
                    </a:lnTo>
                    <a:lnTo>
                      <a:pt x="1986" y="336"/>
                    </a:lnTo>
                    <a:lnTo>
                      <a:pt x="1974" y="318"/>
                    </a:lnTo>
                    <a:lnTo>
                      <a:pt x="1938" y="282"/>
                    </a:lnTo>
                    <a:lnTo>
                      <a:pt x="1920" y="258"/>
                    </a:lnTo>
                    <a:lnTo>
                      <a:pt x="1848" y="198"/>
                    </a:lnTo>
                    <a:lnTo>
                      <a:pt x="1818" y="168"/>
                    </a:lnTo>
                    <a:lnTo>
                      <a:pt x="1800" y="156"/>
                    </a:lnTo>
                    <a:lnTo>
                      <a:pt x="1788" y="150"/>
                    </a:lnTo>
                    <a:lnTo>
                      <a:pt x="1758" y="132"/>
                    </a:lnTo>
                    <a:lnTo>
                      <a:pt x="1728" y="120"/>
                    </a:lnTo>
                    <a:lnTo>
                      <a:pt x="1692" y="102"/>
                    </a:lnTo>
                    <a:lnTo>
                      <a:pt x="1698" y="102"/>
                    </a:lnTo>
                    <a:lnTo>
                      <a:pt x="1710" y="90"/>
                    </a:lnTo>
                    <a:lnTo>
                      <a:pt x="1710" y="72"/>
                    </a:lnTo>
                    <a:lnTo>
                      <a:pt x="1704" y="66"/>
                    </a:lnTo>
                    <a:lnTo>
                      <a:pt x="1698" y="66"/>
                    </a:lnTo>
                    <a:lnTo>
                      <a:pt x="1680" y="84"/>
                    </a:lnTo>
                    <a:lnTo>
                      <a:pt x="1644" y="96"/>
                    </a:lnTo>
                    <a:lnTo>
                      <a:pt x="1632" y="114"/>
                    </a:lnTo>
                    <a:lnTo>
                      <a:pt x="1620" y="114"/>
                    </a:lnTo>
                    <a:lnTo>
                      <a:pt x="1608" y="120"/>
                    </a:lnTo>
                    <a:lnTo>
                      <a:pt x="1602" y="126"/>
                    </a:lnTo>
                    <a:lnTo>
                      <a:pt x="1602" y="144"/>
                    </a:lnTo>
                    <a:lnTo>
                      <a:pt x="1590" y="156"/>
                    </a:lnTo>
                    <a:lnTo>
                      <a:pt x="1578" y="150"/>
                    </a:lnTo>
                    <a:lnTo>
                      <a:pt x="1572" y="144"/>
                    </a:lnTo>
                    <a:lnTo>
                      <a:pt x="1560" y="138"/>
                    </a:lnTo>
                    <a:lnTo>
                      <a:pt x="1554" y="132"/>
                    </a:lnTo>
                    <a:lnTo>
                      <a:pt x="1548" y="132"/>
                    </a:lnTo>
                    <a:lnTo>
                      <a:pt x="1542" y="138"/>
                    </a:lnTo>
                    <a:lnTo>
                      <a:pt x="1536" y="138"/>
                    </a:lnTo>
                    <a:lnTo>
                      <a:pt x="1530" y="144"/>
                    </a:lnTo>
                    <a:lnTo>
                      <a:pt x="1524" y="144"/>
                    </a:lnTo>
                    <a:lnTo>
                      <a:pt x="1524" y="138"/>
                    </a:lnTo>
                    <a:lnTo>
                      <a:pt x="1530" y="132"/>
                    </a:lnTo>
                    <a:lnTo>
                      <a:pt x="1530" y="108"/>
                    </a:lnTo>
                    <a:lnTo>
                      <a:pt x="1518" y="102"/>
                    </a:lnTo>
                    <a:lnTo>
                      <a:pt x="1512" y="102"/>
                    </a:lnTo>
                    <a:lnTo>
                      <a:pt x="1506" y="108"/>
                    </a:lnTo>
                    <a:lnTo>
                      <a:pt x="1482" y="96"/>
                    </a:lnTo>
                    <a:lnTo>
                      <a:pt x="1458" y="108"/>
                    </a:lnTo>
                    <a:lnTo>
                      <a:pt x="1434" y="72"/>
                    </a:lnTo>
                    <a:lnTo>
                      <a:pt x="1422" y="90"/>
                    </a:lnTo>
                    <a:lnTo>
                      <a:pt x="1404" y="90"/>
                    </a:lnTo>
                    <a:lnTo>
                      <a:pt x="1392" y="96"/>
                    </a:lnTo>
                    <a:lnTo>
                      <a:pt x="1374" y="96"/>
                    </a:lnTo>
                    <a:lnTo>
                      <a:pt x="1368" y="90"/>
                    </a:lnTo>
                    <a:lnTo>
                      <a:pt x="1368" y="48"/>
                    </a:lnTo>
                    <a:lnTo>
                      <a:pt x="1362" y="42"/>
                    </a:lnTo>
                    <a:lnTo>
                      <a:pt x="1350" y="42"/>
                    </a:lnTo>
                    <a:lnTo>
                      <a:pt x="1344" y="36"/>
                    </a:lnTo>
                    <a:lnTo>
                      <a:pt x="1338" y="24"/>
                    </a:lnTo>
                    <a:lnTo>
                      <a:pt x="1320" y="6"/>
                    </a:lnTo>
                    <a:lnTo>
                      <a:pt x="1314" y="6"/>
                    </a:lnTo>
                    <a:lnTo>
                      <a:pt x="1302" y="18"/>
                    </a:lnTo>
                    <a:lnTo>
                      <a:pt x="1290" y="18"/>
                    </a:lnTo>
                    <a:lnTo>
                      <a:pt x="1278" y="6"/>
                    </a:lnTo>
                    <a:lnTo>
                      <a:pt x="1260" y="6"/>
                    </a:lnTo>
                    <a:lnTo>
                      <a:pt x="1242" y="0"/>
                    </a:lnTo>
                    <a:lnTo>
                      <a:pt x="1218" y="0"/>
                    </a:lnTo>
                    <a:lnTo>
                      <a:pt x="1200" y="6"/>
                    </a:lnTo>
                    <a:lnTo>
                      <a:pt x="1188" y="12"/>
                    </a:lnTo>
                    <a:lnTo>
                      <a:pt x="1176" y="24"/>
                    </a:lnTo>
                    <a:lnTo>
                      <a:pt x="1176" y="36"/>
                    </a:lnTo>
                    <a:lnTo>
                      <a:pt x="1164" y="36"/>
                    </a:lnTo>
                    <a:lnTo>
                      <a:pt x="1110" y="54"/>
                    </a:lnTo>
                    <a:lnTo>
                      <a:pt x="1020" y="54"/>
                    </a:lnTo>
                    <a:lnTo>
                      <a:pt x="1014" y="60"/>
                    </a:lnTo>
                    <a:lnTo>
                      <a:pt x="1014" y="78"/>
                    </a:lnTo>
                    <a:lnTo>
                      <a:pt x="948" y="78"/>
                    </a:lnTo>
                    <a:lnTo>
                      <a:pt x="942" y="96"/>
                    </a:lnTo>
                    <a:lnTo>
                      <a:pt x="888" y="96"/>
                    </a:lnTo>
                    <a:lnTo>
                      <a:pt x="828" y="102"/>
                    </a:lnTo>
                    <a:lnTo>
                      <a:pt x="792" y="114"/>
                    </a:lnTo>
                    <a:lnTo>
                      <a:pt x="780" y="126"/>
                    </a:lnTo>
                    <a:lnTo>
                      <a:pt x="780" y="132"/>
                    </a:lnTo>
                    <a:lnTo>
                      <a:pt x="786" y="138"/>
                    </a:lnTo>
                    <a:lnTo>
                      <a:pt x="786" y="144"/>
                    </a:lnTo>
                    <a:lnTo>
                      <a:pt x="810" y="144"/>
                    </a:lnTo>
                    <a:lnTo>
                      <a:pt x="798" y="162"/>
                    </a:lnTo>
                    <a:lnTo>
                      <a:pt x="810" y="162"/>
                    </a:lnTo>
                    <a:lnTo>
                      <a:pt x="834" y="174"/>
                    </a:lnTo>
                    <a:lnTo>
                      <a:pt x="846" y="174"/>
                    </a:lnTo>
                    <a:lnTo>
                      <a:pt x="858" y="186"/>
                    </a:lnTo>
                    <a:lnTo>
                      <a:pt x="804" y="186"/>
                    </a:lnTo>
                    <a:lnTo>
                      <a:pt x="792" y="198"/>
                    </a:lnTo>
                    <a:lnTo>
                      <a:pt x="798" y="204"/>
                    </a:lnTo>
                    <a:lnTo>
                      <a:pt x="804" y="216"/>
                    </a:lnTo>
                    <a:lnTo>
                      <a:pt x="810" y="222"/>
                    </a:lnTo>
                    <a:lnTo>
                      <a:pt x="810" y="234"/>
                    </a:lnTo>
                    <a:lnTo>
                      <a:pt x="798" y="246"/>
                    </a:lnTo>
                    <a:lnTo>
                      <a:pt x="786" y="246"/>
                    </a:lnTo>
                    <a:lnTo>
                      <a:pt x="774" y="252"/>
                    </a:lnTo>
                    <a:lnTo>
                      <a:pt x="762" y="252"/>
                    </a:lnTo>
                    <a:lnTo>
                      <a:pt x="792" y="282"/>
                    </a:lnTo>
                    <a:lnTo>
                      <a:pt x="816" y="282"/>
                    </a:lnTo>
                    <a:lnTo>
                      <a:pt x="834" y="288"/>
                    </a:lnTo>
                    <a:lnTo>
                      <a:pt x="846" y="294"/>
                    </a:lnTo>
                    <a:lnTo>
                      <a:pt x="870" y="318"/>
                    </a:lnTo>
                    <a:lnTo>
                      <a:pt x="876" y="336"/>
                    </a:lnTo>
                    <a:lnTo>
                      <a:pt x="876" y="348"/>
                    </a:lnTo>
                    <a:lnTo>
                      <a:pt x="870" y="360"/>
                    </a:lnTo>
                    <a:lnTo>
                      <a:pt x="864" y="366"/>
                    </a:lnTo>
                    <a:lnTo>
                      <a:pt x="828" y="366"/>
                    </a:lnTo>
                    <a:lnTo>
                      <a:pt x="816" y="360"/>
                    </a:lnTo>
                    <a:lnTo>
                      <a:pt x="810" y="354"/>
                    </a:lnTo>
                    <a:lnTo>
                      <a:pt x="798" y="354"/>
                    </a:lnTo>
                    <a:lnTo>
                      <a:pt x="792" y="348"/>
                    </a:lnTo>
                    <a:lnTo>
                      <a:pt x="780" y="372"/>
                    </a:lnTo>
                    <a:lnTo>
                      <a:pt x="768" y="372"/>
                    </a:lnTo>
                    <a:lnTo>
                      <a:pt x="756" y="366"/>
                    </a:lnTo>
                    <a:lnTo>
                      <a:pt x="732" y="366"/>
                    </a:lnTo>
                    <a:lnTo>
                      <a:pt x="708" y="354"/>
                    </a:lnTo>
                    <a:lnTo>
                      <a:pt x="702" y="342"/>
                    </a:lnTo>
                    <a:lnTo>
                      <a:pt x="690" y="336"/>
                    </a:lnTo>
                    <a:lnTo>
                      <a:pt x="684" y="330"/>
                    </a:lnTo>
                    <a:lnTo>
                      <a:pt x="672" y="330"/>
                    </a:lnTo>
                    <a:lnTo>
                      <a:pt x="666" y="336"/>
                    </a:lnTo>
                    <a:lnTo>
                      <a:pt x="654" y="342"/>
                    </a:lnTo>
                    <a:lnTo>
                      <a:pt x="636" y="348"/>
                    </a:lnTo>
                    <a:lnTo>
                      <a:pt x="624" y="348"/>
                    </a:lnTo>
                    <a:lnTo>
                      <a:pt x="588" y="330"/>
                    </a:lnTo>
                    <a:lnTo>
                      <a:pt x="582" y="330"/>
                    </a:lnTo>
                    <a:lnTo>
                      <a:pt x="570" y="336"/>
                    </a:lnTo>
                    <a:lnTo>
                      <a:pt x="558" y="348"/>
                    </a:lnTo>
                    <a:lnTo>
                      <a:pt x="546" y="354"/>
                    </a:lnTo>
                    <a:lnTo>
                      <a:pt x="540" y="366"/>
                    </a:lnTo>
                    <a:lnTo>
                      <a:pt x="534" y="372"/>
                    </a:lnTo>
                    <a:lnTo>
                      <a:pt x="462" y="336"/>
                    </a:lnTo>
                    <a:lnTo>
                      <a:pt x="450" y="336"/>
                    </a:lnTo>
                    <a:lnTo>
                      <a:pt x="450" y="342"/>
                    </a:lnTo>
                    <a:lnTo>
                      <a:pt x="462" y="354"/>
                    </a:lnTo>
                    <a:lnTo>
                      <a:pt x="462" y="372"/>
                    </a:lnTo>
                    <a:lnTo>
                      <a:pt x="450" y="372"/>
                    </a:lnTo>
                    <a:lnTo>
                      <a:pt x="438" y="360"/>
                    </a:lnTo>
                    <a:lnTo>
                      <a:pt x="438" y="354"/>
                    </a:lnTo>
                    <a:lnTo>
                      <a:pt x="426" y="324"/>
                    </a:lnTo>
                    <a:lnTo>
                      <a:pt x="390" y="324"/>
                    </a:lnTo>
                    <a:lnTo>
                      <a:pt x="384" y="312"/>
                    </a:lnTo>
                    <a:lnTo>
                      <a:pt x="384" y="306"/>
                    </a:lnTo>
                    <a:lnTo>
                      <a:pt x="378" y="300"/>
                    </a:lnTo>
                    <a:lnTo>
                      <a:pt x="318" y="300"/>
                    </a:lnTo>
                    <a:lnTo>
                      <a:pt x="312" y="288"/>
                    </a:lnTo>
                    <a:lnTo>
                      <a:pt x="306" y="282"/>
                    </a:lnTo>
                    <a:lnTo>
                      <a:pt x="288" y="282"/>
                    </a:lnTo>
                    <a:lnTo>
                      <a:pt x="276" y="288"/>
                    </a:lnTo>
                    <a:lnTo>
                      <a:pt x="264" y="300"/>
                    </a:lnTo>
                    <a:lnTo>
                      <a:pt x="234" y="300"/>
                    </a:lnTo>
                    <a:lnTo>
                      <a:pt x="228" y="294"/>
                    </a:lnTo>
                    <a:lnTo>
                      <a:pt x="228" y="288"/>
                    </a:lnTo>
                    <a:lnTo>
                      <a:pt x="222" y="288"/>
                    </a:lnTo>
                    <a:lnTo>
                      <a:pt x="210" y="282"/>
                    </a:lnTo>
                    <a:lnTo>
                      <a:pt x="180" y="282"/>
                    </a:lnTo>
                    <a:lnTo>
                      <a:pt x="180" y="288"/>
                    </a:lnTo>
                    <a:lnTo>
                      <a:pt x="186" y="294"/>
                    </a:lnTo>
                    <a:lnTo>
                      <a:pt x="186" y="312"/>
                    </a:lnTo>
                    <a:lnTo>
                      <a:pt x="174" y="324"/>
                    </a:lnTo>
                    <a:lnTo>
                      <a:pt x="162" y="330"/>
                    </a:lnTo>
                    <a:lnTo>
                      <a:pt x="150" y="330"/>
                    </a:lnTo>
                    <a:lnTo>
                      <a:pt x="138" y="336"/>
                    </a:lnTo>
                    <a:lnTo>
                      <a:pt x="132" y="336"/>
                    </a:lnTo>
                    <a:lnTo>
                      <a:pt x="132" y="360"/>
                    </a:lnTo>
                    <a:lnTo>
                      <a:pt x="102" y="372"/>
                    </a:lnTo>
                    <a:lnTo>
                      <a:pt x="114" y="384"/>
                    </a:lnTo>
                    <a:lnTo>
                      <a:pt x="120" y="396"/>
                    </a:lnTo>
                    <a:lnTo>
                      <a:pt x="114" y="402"/>
                    </a:lnTo>
                    <a:lnTo>
                      <a:pt x="108" y="414"/>
                    </a:lnTo>
                    <a:lnTo>
                      <a:pt x="102" y="420"/>
                    </a:lnTo>
                    <a:lnTo>
                      <a:pt x="90" y="420"/>
                    </a:lnTo>
                    <a:lnTo>
                      <a:pt x="78" y="414"/>
                    </a:lnTo>
                    <a:lnTo>
                      <a:pt x="72" y="402"/>
                    </a:lnTo>
                    <a:lnTo>
                      <a:pt x="60" y="396"/>
                    </a:lnTo>
                    <a:lnTo>
                      <a:pt x="48" y="384"/>
                    </a:lnTo>
                    <a:lnTo>
                      <a:pt x="36" y="378"/>
                    </a:lnTo>
                    <a:lnTo>
                      <a:pt x="24" y="378"/>
                    </a:lnTo>
                    <a:lnTo>
                      <a:pt x="18" y="384"/>
                    </a:lnTo>
                    <a:lnTo>
                      <a:pt x="18" y="396"/>
                    </a:lnTo>
                    <a:lnTo>
                      <a:pt x="24" y="402"/>
                    </a:lnTo>
                    <a:lnTo>
                      <a:pt x="24" y="426"/>
                    </a:lnTo>
                    <a:lnTo>
                      <a:pt x="0" y="426"/>
                    </a:lnTo>
                    <a:lnTo>
                      <a:pt x="6" y="462"/>
                    </a:lnTo>
                    <a:lnTo>
                      <a:pt x="12" y="468"/>
                    </a:lnTo>
                    <a:lnTo>
                      <a:pt x="12" y="492"/>
                    </a:lnTo>
                    <a:lnTo>
                      <a:pt x="0" y="516"/>
                    </a:lnTo>
                    <a:lnTo>
                      <a:pt x="0" y="546"/>
                    </a:lnTo>
                    <a:lnTo>
                      <a:pt x="6" y="546"/>
                    </a:lnTo>
                    <a:lnTo>
                      <a:pt x="12" y="552"/>
                    </a:lnTo>
                    <a:lnTo>
                      <a:pt x="36" y="552"/>
                    </a:lnTo>
                    <a:lnTo>
                      <a:pt x="42" y="558"/>
                    </a:lnTo>
                    <a:lnTo>
                      <a:pt x="42" y="588"/>
                    </a:lnTo>
                    <a:lnTo>
                      <a:pt x="48" y="594"/>
                    </a:lnTo>
                    <a:lnTo>
                      <a:pt x="90" y="594"/>
                    </a:lnTo>
                    <a:lnTo>
                      <a:pt x="102" y="588"/>
                    </a:lnTo>
                    <a:lnTo>
                      <a:pt x="114" y="588"/>
                    </a:lnTo>
                    <a:lnTo>
                      <a:pt x="162" y="636"/>
                    </a:lnTo>
                    <a:lnTo>
                      <a:pt x="168" y="648"/>
                    </a:lnTo>
                    <a:lnTo>
                      <a:pt x="180" y="660"/>
                    </a:lnTo>
                    <a:lnTo>
                      <a:pt x="180" y="672"/>
                    </a:lnTo>
                    <a:lnTo>
                      <a:pt x="144" y="672"/>
                    </a:lnTo>
                    <a:lnTo>
                      <a:pt x="144" y="678"/>
                    </a:lnTo>
                    <a:lnTo>
                      <a:pt x="156" y="690"/>
                    </a:lnTo>
                    <a:lnTo>
                      <a:pt x="174" y="696"/>
                    </a:lnTo>
                    <a:lnTo>
                      <a:pt x="186" y="696"/>
                    </a:lnTo>
                    <a:lnTo>
                      <a:pt x="192" y="702"/>
                    </a:lnTo>
                    <a:lnTo>
                      <a:pt x="198" y="702"/>
                    </a:lnTo>
                    <a:lnTo>
                      <a:pt x="204" y="690"/>
                    </a:lnTo>
                    <a:lnTo>
                      <a:pt x="222" y="690"/>
                    </a:lnTo>
                    <a:lnTo>
                      <a:pt x="228" y="684"/>
                    </a:lnTo>
                    <a:lnTo>
                      <a:pt x="246" y="672"/>
                    </a:lnTo>
                    <a:lnTo>
                      <a:pt x="306" y="648"/>
                    </a:lnTo>
                    <a:lnTo>
                      <a:pt x="324" y="642"/>
                    </a:lnTo>
                    <a:lnTo>
                      <a:pt x="336" y="648"/>
                    </a:lnTo>
                    <a:lnTo>
                      <a:pt x="342" y="654"/>
                    </a:lnTo>
                    <a:lnTo>
                      <a:pt x="360" y="666"/>
                    </a:lnTo>
                    <a:lnTo>
                      <a:pt x="366" y="672"/>
                    </a:lnTo>
                    <a:lnTo>
                      <a:pt x="384" y="672"/>
                    </a:lnTo>
                    <a:lnTo>
                      <a:pt x="390" y="666"/>
                    </a:lnTo>
                    <a:lnTo>
                      <a:pt x="402" y="666"/>
                    </a:lnTo>
                    <a:lnTo>
                      <a:pt x="408" y="660"/>
                    </a:lnTo>
                    <a:lnTo>
                      <a:pt x="414" y="666"/>
                    </a:lnTo>
                    <a:lnTo>
                      <a:pt x="426" y="672"/>
                    </a:lnTo>
                    <a:lnTo>
                      <a:pt x="450" y="696"/>
                    </a:lnTo>
                    <a:lnTo>
                      <a:pt x="450" y="726"/>
                    </a:lnTo>
                    <a:lnTo>
                      <a:pt x="444" y="732"/>
                    </a:lnTo>
                    <a:lnTo>
                      <a:pt x="444" y="738"/>
                    </a:lnTo>
                    <a:lnTo>
                      <a:pt x="438" y="744"/>
                    </a:lnTo>
                    <a:lnTo>
                      <a:pt x="438" y="750"/>
                    </a:lnTo>
                    <a:lnTo>
                      <a:pt x="444" y="756"/>
                    </a:lnTo>
                    <a:lnTo>
                      <a:pt x="450" y="768"/>
                    </a:lnTo>
                    <a:lnTo>
                      <a:pt x="462" y="774"/>
                    </a:lnTo>
                    <a:lnTo>
                      <a:pt x="474" y="786"/>
                    </a:lnTo>
                    <a:lnTo>
                      <a:pt x="486" y="786"/>
                    </a:lnTo>
                    <a:lnTo>
                      <a:pt x="504" y="768"/>
                    </a:lnTo>
                    <a:lnTo>
                      <a:pt x="516" y="762"/>
                    </a:lnTo>
                    <a:lnTo>
                      <a:pt x="528" y="762"/>
                    </a:lnTo>
                    <a:lnTo>
                      <a:pt x="528" y="792"/>
                    </a:lnTo>
                    <a:lnTo>
                      <a:pt x="546" y="810"/>
                    </a:lnTo>
                    <a:lnTo>
                      <a:pt x="510" y="816"/>
                    </a:lnTo>
                    <a:lnTo>
                      <a:pt x="510" y="828"/>
                    </a:lnTo>
                    <a:lnTo>
                      <a:pt x="504" y="834"/>
                    </a:lnTo>
                    <a:lnTo>
                      <a:pt x="498" y="834"/>
                    </a:lnTo>
                    <a:lnTo>
                      <a:pt x="486" y="822"/>
                    </a:lnTo>
                    <a:lnTo>
                      <a:pt x="486" y="816"/>
                    </a:lnTo>
                    <a:lnTo>
                      <a:pt x="498" y="804"/>
                    </a:lnTo>
                    <a:lnTo>
                      <a:pt x="504" y="804"/>
                    </a:lnTo>
                    <a:lnTo>
                      <a:pt x="510" y="798"/>
                    </a:lnTo>
                    <a:lnTo>
                      <a:pt x="480" y="798"/>
                    </a:lnTo>
                    <a:lnTo>
                      <a:pt x="462" y="792"/>
                    </a:lnTo>
                    <a:lnTo>
                      <a:pt x="450" y="792"/>
                    </a:lnTo>
                    <a:lnTo>
                      <a:pt x="432" y="786"/>
                    </a:lnTo>
                    <a:lnTo>
                      <a:pt x="408" y="786"/>
                    </a:lnTo>
                    <a:lnTo>
                      <a:pt x="390" y="780"/>
                    </a:lnTo>
                    <a:lnTo>
                      <a:pt x="372" y="780"/>
                    </a:lnTo>
                    <a:lnTo>
                      <a:pt x="360" y="774"/>
                    </a:lnTo>
                    <a:lnTo>
                      <a:pt x="348" y="774"/>
                    </a:lnTo>
                    <a:lnTo>
                      <a:pt x="360" y="804"/>
                    </a:lnTo>
                    <a:lnTo>
                      <a:pt x="342" y="804"/>
                    </a:lnTo>
                    <a:lnTo>
                      <a:pt x="330" y="816"/>
                    </a:lnTo>
                    <a:lnTo>
                      <a:pt x="330" y="822"/>
                    </a:lnTo>
                    <a:lnTo>
                      <a:pt x="336" y="828"/>
                    </a:lnTo>
                    <a:lnTo>
                      <a:pt x="348" y="834"/>
                    </a:lnTo>
                    <a:lnTo>
                      <a:pt x="354" y="840"/>
                    </a:lnTo>
                    <a:lnTo>
                      <a:pt x="366" y="840"/>
                    </a:lnTo>
                    <a:lnTo>
                      <a:pt x="372" y="846"/>
                    </a:lnTo>
                    <a:lnTo>
                      <a:pt x="372" y="852"/>
                    </a:lnTo>
                    <a:lnTo>
                      <a:pt x="360" y="852"/>
                    </a:lnTo>
                    <a:lnTo>
                      <a:pt x="348" y="846"/>
                    </a:lnTo>
                    <a:lnTo>
                      <a:pt x="336" y="846"/>
                    </a:lnTo>
                    <a:lnTo>
                      <a:pt x="324" y="840"/>
                    </a:lnTo>
                    <a:lnTo>
                      <a:pt x="306" y="834"/>
                    </a:lnTo>
                    <a:lnTo>
                      <a:pt x="300" y="834"/>
                    </a:lnTo>
                    <a:lnTo>
                      <a:pt x="294" y="840"/>
                    </a:lnTo>
                    <a:lnTo>
                      <a:pt x="294" y="846"/>
                    </a:lnTo>
                    <a:lnTo>
                      <a:pt x="306" y="858"/>
                    </a:lnTo>
                    <a:lnTo>
                      <a:pt x="318" y="864"/>
                    </a:lnTo>
                    <a:lnTo>
                      <a:pt x="324" y="870"/>
                    </a:lnTo>
                    <a:lnTo>
                      <a:pt x="336" y="870"/>
                    </a:lnTo>
                    <a:lnTo>
                      <a:pt x="336" y="882"/>
                    </a:lnTo>
                    <a:lnTo>
                      <a:pt x="342" y="894"/>
                    </a:lnTo>
                    <a:lnTo>
                      <a:pt x="366" y="918"/>
                    </a:lnTo>
                    <a:lnTo>
                      <a:pt x="372" y="930"/>
                    </a:lnTo>
                    <a:lnTo>
                      <a:pt x="372" y="954"/>
                    </a:lnTo>
                    <a:lnTo>
                      <a:pt x="408" y="960"/>
                    </a:lnTo>
                    <a:lnTo>
                      <a:pt x="414" y="978"/>
                    </a:lnTo>
                    <a:lnTo>
                      <a:pt x="444" y="978"/>
                    </a:lnTo>
                    <a:lnTo>
                      <a:pt x="480" y="996"/>
                    </a:lnTo>
                    <a:lnTo>
                      <a:pt x="486" y="1002"/>
                    </a:lnTo>
                    <a:lnTo>
                      <a:pt x="486" y="1014"/>
                    </a:lnTo>
                    <a:lnTo>
                      <a:pt x="480" y="1020"/>
                    </a:lnTo>
                    <a:lnTo>
                      <a:pt x="468" y="1026"/>
                    </a:lnTo>
                    <a:lnTo>
                      <a:pt x="462" y="1038"/>
                    </a:lnTo>
                    <a:lnTo>
                      <a:pt x="462" y="1056"/>
                    </a:lnTo>
                    <a:lnTo>
                      <a:pt x="468" y="1062"/>
                    </a:lnTo>
                    <a:lnTo>
                      <a:pt x="492" y="1062"/>
                    </a:lnTo>
                    <a:lnTo>
                      <a:pt x="498" y="1056"/>
                    </a:lnTo>
                    <a:lnTo>
                      <a:pt x="504" y="1038"/>
                    </a:lnTo>
                    <a:lnTo>
                      <a:pt x="510" y="1026"/>
                    </a:lnTo>
                    <a:lnTo>
                      <a:pt x="516" y="1020"/>
                    </a:lnTo>
                    <a:lnTo>
                      <a:pt x="528" y="1020"/>
                    </a:lnTo>
                    <a:lnTo>
                      <a:pt x="546" y="1026"/>
                    </a:lnTo>
                    <a:lnTo>
                      <a:pt x="546" y="1020"/>
                    </a:lnTo>
                    <a:lnTo>
                      <a:pt x="552" y="1014"/>
                    </a:lnTo>
                    <a:lnTo>
                      <a:pt x="570" y="1014"/>
                    </a:lnTo>
                    <a:lnTo>
                      <a:pt x="594" y="1026"/>
                    </a:lnTo>
                    <a:lnTo>
                      <a:pt x="606" y="1026"/>
                    </a:lnTo>
                    <a:lnTo>
                      <a:pt x="618" y="1038"/>
                    </a:lnTo>
                    <a:lnTo>
                      <a:pt x="630" y="1044"/>
                    </a:lnTo>
                    <a:lnTo>
                      <a:pt x="636" y="1056"/>
                    </a:lnTo>
                    <a:lnTo>
                      <a:pt x="642" y="1062"/>
                    </a:lnTo>
                    <a:lnTo>
                      <a:pt x="648" y="1074"/>
                    </a:lnTo>
                    <a:lnTo>
                      <a:pt x="672" y="1098"/>
                    </a:lnTo>
                    <a:lnTo>
                      <a:pt x="684" y="1104"/>
                    </a:lnTo>
                    <a:lnTo>
                      <a:pt x="690" y="1110"/>
                    </a:lnTo>
                    <a:lnTo>
                      <a:pt x="696" y="1104"/>
                    </a:lnTo>
                    <a:lnTo>
                      <a:pt x="696" y="1098"/>
                    </a:lnTo>
                    <a:lnTo>
                      <a:pt x="702" y="1092"/>
                    </a:lnTo>
                    <a:lnTo>
                      <a:pt x="654" y="810"/>
                    </a:lnTo>
                    <a:lnTo>
                      <a:pt x="798" y="768"/>
                    </a:lnTo>
                    <a:lnTo>
                      <a:pt x="804" y="774"/>
                    </a:lnTo>
                    <a:lnTo>
                      <a:pt x="804" y="762"/>
                    </a:lnTo>
                    <a:lnTo>
                      <a:pt x="810" y="756"/>
                    </a:lnTo>
                    <a:lnTo>
                      <a:pt x="810" y="750"/>
                    </a:lnTo>
                    <a:lnTo>
                      <a:pt x="816" y="738"/>
                    </a:lnTo>
                    <a:lnTo>
                      <a:pt x="816" y="732"/>
                    </a:lnTo>
                    <a:lnTo>
                      <a:pt x="822" y="726"/>
                    </a:lnTo>
                    <a:lnTo>
                      <a:pt x="846" y="726"/>
                    </a:lnTo>
                    <a:lnTo>
                      <a:pt x="852" y="750"/>
                    </a:lnTo>
                    <a:lnTo>
                      <a:pt x="864" y="744"/>
                    </a:lnTo>
                    <a:lnTo>
                      <a:pt x="870" y="744"/>
                    </a:lnTo>
                    <a:lnTo>
                      <a:pt x="876" y="738"/>
                    </a:lnTo>
                    <a:lnTo>
                      <a:pt x="876" y="732"/>
                    </a:lnTo>
                    <a:lnTo>
                      <a:pt x="852" y="708"/>
                    </a:lnTo>
                    <a:lnTo>
                      <a:pt x="870" y="708"/>
                    </a:lnTo>
                    <a:lnTo>
                      <a:pt x="882" y="720"/>
                    </a:lnTo>
                    <a:lnTo>
                      <a:pt x="936" y="720"/>
                    </a:lnTo>
                    <a:lnTo>
                      <a:pt x="924" y="708"/>
                    </a:lnTo>
                    <a:lnTo>
                      <a:pt x="918" y="708"/>
                    </a:lnTo>
                    <a:lnTo>
                      <a:pt x="906" y="696"/>
                    </a:lnTo>
                    <a:lnTo>
                      <a:pt x="882" y="696"/>
                    </a:lnTo>
                    <a:lnTo>
                      <a:pt x="876" y="690"/>
                    </a:lnTo>
                    <a:lnTo>
                      <a:pt x="876" y="684"/>
                    </a:lnTo>
                    <a:lnTo>
                      <a:pt x="882" y="678"/>
                    </a:lnTo>
                    <a:lnTo>
                      <a:pt x="906" y="678"/>
                    </a:lnTo>
                    <a:lnTo>
                      <a:pt x="924" y="666"/>
                    </a:lnTo>
                    <a:lnTo>
                      <a:pt x="930" y="672"/>
                    </a:lnTo>
                    <a:lnTo>
                      <a:pt x="936" y="684"/>
                    </a:lnTo>
                    <a:lnTo>
                      <a:pt x="942" y="690"/>
                    </a:lnTo>
                    <a:lnTo>
                      <a:pt x="948" y="690"/>
                    </a:lnTo>
                    <a:lnTo>
                      <a:pt x="954" y="684"/>
                    </a:lnTo>
                    <a:lnTo>
                      <a:pt x="960" y="690"/>
                    </a:lnTo>
                    <a:lnTo>
                      <a:pt x="966" y="702"/>
                    </a:lnTo>
                    <a:lnTo>
                      <a:pt x="966" y="708"/>
                    </a:lnTo>
                    <a:lnTo>
                      <a:pt x="960" y="714"/>
                    </a:lnTo>
                    <a:lnTo>
                      <a:pt x="954" y="714"/>
                    </a:lnTo>
                    <a:lnTo>
                      <a:pt x="942" y="720"/>
                    </a:lnTo>
                    <a:lnTo>
                      <a:pt x="924" y="738"/>
                    </a:lnTo>
                    <a:lnTo>
                      <a:pt x="888" y="738"/>
                    </a:lnTo>
                    <a:lnTo>
                      <a:pt x="882" y="744"/>
                    </a:lnTo>
                    <a:lnTo>
                      <a:pt x="882" y="756"/>
                    </a:lnTo>
                    <a:lnTo>
                      <a:pt x="888" y="762"/>
                    </a:lnTo>
                    <a:lnTo>
                      <a:pt x="900" y="762"/>
                    </a:lnTo>
                    <a:lnTo>
                      <a:pt x="906" y="768"/>
                    </a:lnTo>
                    <a:lnTo>
                      <a:pt x="918" y="768"/>
                    </a:lnTo>
                    <a:lnTo>
                      <a:pt x="918" y="786"/>
                    </a:lnTo>
                    <a:lnTo>
                      <a:pt x="912" y="798"/>
                    </a:lnTo>
                    <a:lnTo>
                      <a:pt x="912" y="816"/>
                    </a:lnTo>
                    <a:lnTo>
                      <a:pt x="918" y="822"/>
                    </a:lnTo>
                    <a:lnTo>
                      <a:pt x="984" y="858"/>
                    </a:lnTo>
                    <a:lnTo>
                      <a:pt x="1062" y="930"/>
                    </a:lnTo>
                    <a:lnTo>
                      <a:pt x="1068" y="930"/>
                    </a:lnTo>
                    <a:lnTo>
                      <a:pt x="1074" y="924"/>
                    </a:lnTo>
                    <a:lnTo>
                      <a:pt x="1110" y="924"/>
                    </a:lnTo>
                    <a:lnTo>
                      <a:pt x="1128" y="918"/>
                    </a:lnTo>
                    <a:lnTo>
                      <a:pt x="1188" y="918"/>
                    </a:lnTo>
                    <a:lnTo>
                      <a:pt x="1206" y="924"/>
                    </a:lnTo>
                    <a:lnTo>
                      <a:pt x="1224" y="924"/>
                    </a:lnTo>
                    <a:lnTo>
                      <a:pt x="1230" y="918"/>
                    </a:lnTo>
                    <a:lnTo>
                      <a:pt x="1254" y="906"/>
                    </a:lnTo>
                    <a:lnTo>
                      <a:pt x="1266" y="906"/>
                    </a:lnTo>
                    <a:lnTo>
                      <a:pt x="1272" y="918"/>
                    </a:lnTo>
                    <a:lnTo>
                      <a:pt x="1290" y="936"/>
                    </a:lnTo>
                    <a:lnTo>
                      <a:pt x="1296" y="954"/>
                    </a:lnTo>
                    <a:lnTo>
                      <a:pt x="1308" y="960"/>
                    </a:lnTo>
                    <a:lnTo>
                      <a:pt x="1314" y="972"/>
                    </a:lnTo>
                    <a:lnTo>
                      <a:pt x="1344" y="972"/>
                    </a:lnTo>
                    <a:lnTo>
                      <a:pt x="1344" y="984"/>
                    </a:lnTo>
                    <a:lnTo>
                      <a:pt x="1350" y="1002"/>
                    </a:lnTo>
                    <a:lnTo>
                      <a:pt x="1350" y="1044"/>
                    </a:lnTo>
                    <a:lnTo>
                      <a:pt x="1356" y="1050"/>
                    </a:lnTo>
                    <a:lnTo>
                      <a:pt x="1362" y="1050"/>
                    </a:lnTo>
                    <a:lnTo>
                      <a:pt x="1368" y="1044"/>
                    </a:lnTo>
                    <a:lnTo>
                      <a:pt x="1380" y="1044"/>
                    </a:lnTo>
                    <a:lnTo>
                      <a:pt x="1386" y="1050"/>
                    </a:lnTo>
                    <a:lnTo>
                      <a:pt x="1416" y="1110"/>
                    </a:lnTo>
                    <a:lnTo>
                      <a:pt x="1494" y="1110"/>
                    </a:lnTo>
                    <a:lnTo>
                      <a:pt x="1512" y="1116"/>
                    </a:lnTo>
                    <a:lnTo>
                      <a:pt x="1512" y="1134"/>
                    </a:lnTo>
                    <a:lnTo>
                      <a:pt x="1506" y="1140"/>
                    </a:lnTo>
                    <a:lnTo>
                      <a:pt x="1506" y="1152"/>
                    </a:lnTo>
                    <a:lnTo>
                      <a:pt x="1512" y="1152"/>
                    </a:lnTo>
                    <a:lnTo>
                      <a:pt x="1524" y="1158"/>
                    </a:lnTo>
                    <a:lnTo>
                      <a:pt x="1536" y="1158"/>
                    </a:lnTo>
                    <a:lnTo>
                      <a:pt x="1542" y="1164"/>
                    </a:lnTo>
                    <a:lnTo>
                      <a:pt x="1542" y="1152"/>
                    </a:lnTo>
                    <a:lnTo>
                      <a:pt x="1536" y="1146"/>
                    </a:lnTo>
                    <a:lnTo>
                      <a:pt x="1536" y="1134"/>
                    </a:lnTo>
                    <a:lnTo>
                      <a:pt x="1548" y="1122"/>
                    </a:lnTo>
                    <a:lnTo>
                      <a:pt x="1560" y="1116"/>
                    </a:lnTo>
                    <a:lnTo>
                      <a:pt x="1566" y="1110"/>
                    </a:lnTo>
                    <a:lnTo>
                      <a:pt x="1572" y="1110"/>
                    </a:lnTo>
                    <a:lnTo>
                      <a:pt x="1572" y="1092"/>
                    </a:lnTo>
                    <a:lnTo>
                      <a:pt x="1584" y="1080"/>
                    </a:lnTo>
                    <a:lnTo>
                      <a:pt x="1596" y="1074"/>
                    </a:lnTo>
                    <a:lnTo>
                      <a:pt x="1608" y="1074"/>
                    </a:lnTo>
                    <a:lnTo>
                      <a:pt x="1614" y="1068"/>
                    </a:lnTo>
                    <a:lnTo>
                      <a:pt x="1620" y="1068"/>
                    </a:lnTo>
                    <a:lnTo>
                      <a:pt x="1632" y="1044"/>
                    </a:lnTo>
                    <a:lnTo>
                      <a:pt x="1656" y="1044"/>
                    </a:lnTo>
                    <a:lnTo>
                      <a:pt x="1686" y="1026"/>
                    </a:lnTo>
                    <a:lnTo>
                      <a:pt x="1662" y="1026"/>
                    </a:lnTo>
                    <a:lnTo>
                      <a:pt x="1662" y="1008"/>
                    </a:lnTo>
                    <a:lnTo>
                      <a:pt x="1668" y="996"/>
                    </a:lnTo>
                    <a:lnTo>
                      <a:pt x="1686" y="978"/>
                    </a:lnTo>
                    <a:lnTo>
                      <a:pt x="1716" y="978"/>
                    </a:lnTo>
                    <a:lnTo>
                      <a:pt x="1728" y="984"/>
                    </a:lnTo>
                    <a:lnTo>
                      <a:pt x="1746" y="990"/>
                    </a:lnTo>
                    <a:lnTo>
                      <a:pt x="1782" y="1008"/>
                    </a:lnTo>
                    <a:lnTo>
                      <a:pt x="1812" y="1008"/>
                    </a:lnTo>
                    <a:lnTo>
                      <a:pt x="1830" y="1014"/>
                    </a:lnTo>
                    <a:lnTo>
                      <a:pt x="1830" y="1002"/>
                    </a:lnTo>
                    <a:lnTo>
                      <a:pt x="1824" y="990"/>
                    </a:lnTo>
                    <a:lnTo>
                      <a:pt x="1824" y="960"/>
                    </a:lnTo>
                    <a:lnTo>
                      <a:pt x="1830" y="954"/>
                    </a:lnTo>
                    <a:lnTo>
                      <a:pt x="1872" y="954"/>
                    </a:lnTo>
                    <a:lnTo>
                      <a:pt x="1884" y="960"/>
                    </a:lnTo>
                    <a:lnTo>
                      <a:pt x="1890" y="972"/>
                    </a:lnTo>
                    <a:lnTo>
                      <a:pt x="1914" y="972"/>
                    </a:lnTo>
                    <a:lnTo>
                      <a:pt x="1926" y="978"/>
                    </a:lnTo>
                    <a:lnTo>
                      <a:pt x="1944" y="978"/>
                    </a:lnTo>
                    <a:lnTo>
                      <a:pt x="1962" y="972"/>
                    </a:lnTo>
                    <a:lnTo>
                      <a:pt x="2082" y="972"/>
                    </a:lnTo>
                    <a:lnTo>
                      <a:pt x="2094" y="978"/>
                    </a:lnTo>
                    <a:lnTo>
                      <a:pt x="2106" y="978"/>
                    </a:lnTo>
                    <a:lnTo>
                      <a:pt x="2154" y="972"/>
                    </a:lnTo>
                    <a:lnTo>
                      <a:pt x="2166" y="984"/>
                    </a:lnTo>
                    <a:lnTo>
                      <a:pt x="2184" y="984"/>
                    </a:lnTo>
                    <a:lnTo>
                      <a:pt x="2208" y="1014"/>
                    </a:lnTo>
                    <a:lnTo>
                      <a:pt x="2250" y="1014"/>
                    </a:lnTo>
                    <a:lnTo>
                      <a:pt x="2268" y="1020"/>
                    </a:lnTo>
                    <a:lnTo>
                      <a:pt x="2262" y="1014"/>
                    </a:lnTo>
                    <a:lnTo>
                      <a:pt x="2262" y="1002"/>
                    </a:lnTo>
                    <a:lnTo>
                      <a:pt x="2256" y="996"/>
                    </a:lnTo>
                    <a:lnTo>
                      <a:pt x="2256" y="984"/>
                    </a:lnTo>
                    <a:lnTo>
                      <a:pt x="2280" y="984"/>
                    </a:lnTo>
                    <a:lnTo>
                      <a:pt x="2262" y="966"/>
                    </a:lnTo>
                    <a:lnTo>
                      <a:pt x="2262" y="960"/>
                    </a:lnTo>
                    <a:lnTo>
                      <a:pt x="2268" y="954"/>
                    </a:lnTo>
                    <a:lnTo>
                      <a:pt x="2286" y="954"/>
                    </a:lnTo>
                    <a:lnTo>
                      <a:pt x="2286" y="942"/>
                    </a:lnTo>
                    <a:lnTo>
                      <a:pt x="2274" y="936"/>
                    </a:lnTo>
                    <a:lnTo>
                      <a:pt x="2268" y="924"/>
                    </a:lnTo>
                    <a:lnTo>
                      <a:pt x="2226" y="882"/>
                    </a:lnTo>
                    <a:lnTo>
                      <a:pt x="2214" y="858"/>
                    </a:lnTo>
                    <a:lnTo>
                      <a:pt x="2214" y="828"/>
                    </a:lnTo>
                    <a:lnTo>
                      <a:pt x="2196" y="828"/>
                    </a:lnTo>
                    <a:lnTo>
                      <a:pt x="2184" y="822"/>
                    </a:lnTo>
                    <a:lnTo>
                      <a:pt x="2178" y="816"/>
                    </a:lnTo>
                    <a:lnTo>
                      <a:pt x="2178" y="810"/>
                    </a:lnTo>
                    <a:lnTo>
                      <a:pt x="2184" y="804"/>
                    </a:lnTo>
                    <a:lnTo>
                      <a:pt x="2196" y="798"/>
                    </a:lnTo>
                    <a:lnTo>
                      <a:pt x="2208" y="798"/>
                    </a:lnTo>
                    <a:lnTo>
                      <a:pt x="2220" y="792"/>
                    </a:lnTo>
                    <a:lnTo>
                      <a:pt x="2232" y="792"/>
                    </a:lnTo>
                    <a:lnTo>
                      <a:pt x="2268" y="774"/>
                    </a:lnTo>
                    <a:lnTo>
                      <a:pt x="2280" y="774"/>
                    </a:lnTo>
                    <a:lnTo>
                      <a:pt x="2286" y="780"/>
                    </a:lnTo>
                    <a:lnTo>
                      <a:pt x="2292" y="792"/>
                    </a:lnTo>
                    <a:lnTo>
                      <a:pt x="2298" y="798"/>
                    </a:lnTo>
                    <a:lnTo>
                      <a:pt x="2316" y="786"/>
                    </a:lnTo>
                    <a:lnTo>
                      <a:pt x="2328" y="798"/>
                    </a:lnTo>
                    <a:lnTo>
                      <a:pt x="2334" y="798"/>
                    </a:lnTo>
                    <a:lnTo>
                      <a:pt x="2340" y="792"/>
                    </a:lnTo>
                    <a:lnTo>
                      <a:pt x="2340" y="780"/>
                    </a:lnTo>
                    <a:lnTo>
                      <a:pt x="2334" y="774"/>
                    </a:lnTo>
                    <a:lnTo>
                      <a:pt x="2328" y="774"/>
                    </a:lnTo>
                    <a:lnTo>
                      <a:pt x="2322" y="768"/>
                    </a:lnTo>
                    <a:lnTo>
                      <a:pt x="2316" y="768"/>
                    </a:lnTo>
                    <a:lnTo>
                      <a:pt x="2316" y="630"/>
                    </a:lnTo>
                    <a:lnTo>
                      <a:pt x="2328" y="630"/>
                    </a:lnTo>
                    <a:lnTo>
                      <a:pt x="2340" y="636"/>
                    </a:lnTo>
                    <a:lnTo>
                      <a:pt x="2352" y="636"/>
                    </a:lnTo>
                    <a:lnTo>
                      <a:pt x="2376" y="648"/>
                    </a:lnTo>
                    <a:lnTo>
                      <a:pt x="2424" y="648"/>
                    </a:lnTo>
                    <a:lnTo>
                      <a:pt x="2436" y="660"/>
                    </a:lnTo>
                    <a:lnTo>
                      <a:pt x="2454" y="642"/>
                    </a:lnTo>
                    <a:lnTo>
                      <a:pt x="2472" y="642"/>
                    </a:lnTo>
                    <a:lnTo>
                      <a:pt x="2478" y="636"/>
                    </a:lnTo>
                    <a:lnTo>
                      <a:pt x="2478" y="618"/>
                    </a:lnTo>
                    <a:lnTo>
                      <a:pt x="2466" y="594"/>
                    </a:lnTo>
                    <a:lnTo>
                      <a:pt x="2454" y="582"/>
                    </a:lnTo>
                    <a:lnTo>
                      <a:pt x="2442" y="558"/>
                    </a:lnTo>
                    <a:lnTo>
                      <a:pt x="2442" y="540"/>
                    </a:lnTo>
                    <a:lnTo>
                      <a:pt x="2454" y="528"/>
                    </a:lnTo>
                    <a:lnTo>
                      <a:pt x="2496" y="528"/>
                    </a:lnTo>
                    <a:lnTo>
                      <a:pt x="2502" y="522"/>
                    </a:lnTo>
                    <a:lnTo>
                      <a:pt x="2502" y="510"/>
                    </a:lnTo>
                    <a:lnTo>
                      <a:pt x="2484" y="492"/>
                    </a:lnTo>
                    <a:close/>
                    <a:moveTo>
                      <a:pt x="2082" y="696"/>
                    </a:moveTo>
                    <a:lnTo>
                      <a:pt x="2046" y="696"/>
                    </a:lnTo>
                    <a:lnTo>
                      <a:pt x="2046" y="702"/>
                    </a:lnTo>
                    <a:lnTo>
                      <a:pt x="2040" y="708"/>
                    </a:lnTo>
                    <a:lnTo>
                      <a:pt x="2028" y="708"/>
                    </a:lnTo>
                    <a:lnTo>
                      <a:pt x="2022" y="702"/>
                    </a:lnTo>
                    <a:lnTo>
                      <a:pt x="2010" y="696"/>
                    </a:lnTo>
                    <a:lnTo>
                      <a:pt x="1980" y="702"/>
                    </a:lnTo>
                    <a:lnTo>
                      <a:pt x="1950" y="696"/>
                    </a:lnTo>
                    <a:lnTo>
                      <a:pt x="1932" y="696"/>
                    </a:lnTo>
                    <a:lnTo>
                      <a:pt x="1908" y="690"/>
                    </a:lnTo>
                    <a:lnTo>
                      <a:pt x="1860" y="690"/>
                    </a:lnTo>
                    <a:lnTo>
                      <a:pt x="1854" y="684"/>
                    </a:lnTo>
                    <a:lnTo>
                      <a:pt x="1854" y="678"/>
                    </a:lnTo>
                    <a:lnTo>
                      <a:pt x="1836" y="696"/>
                    </a:lnTo>
                    <a:lnTo>
                      <a:pt x="1830" y="696"/>
                    </a:lnTo>
                    <a:lnTo>
                      <a:pt x="1824" y="708"/>
                    </a:lnTo>
                    <a:lnTo>
                      <a:pt x="1824" y="714"/>
                    </a:lnTo>
                    <a:lnTo>
                      <a:pt x="1818" y="726"/>
                    </a:lnTo>
                    <a:lnTo>
                      <a:pt x="1812" y="732"/>
                    </a:lnTo>
                    <a:lnTo>
                      <a:pt x="1794" y="732"/>
                    </a:lnTo>
                    <a:lnTo>
                      <a:pt x="1800" y="762"/>
                    </a:lnTo>
                    <a:lnTo>
                      <a:pt x="1788" y="768"/>
                    </a:lnTo>
                    <a:lnTo>
                      <a:pt x="1806" y="786"/>
                    </a:lnTo>
                    <a:lnTo>
                      <a:pt x="1800" y="810"/>
                    </a:lnTo>
                    <a:lnTo>
                      <a:pt x="1794" y="810"/>
                    </a:lnTo>
                    <a:lnTo>
                      <a:pt x="1788" y="798"/>
                    </a:lnTo>
                    <a:lnTo>
                      <a:pt x="1776" y="792"/>
                    </a:lnTo>
                    <a:lnTo>
                      <a:pt x="1770" y="780"/>
                    </a:lnTo>
                    <a:lnTo>
                      <a:pt x="1758" y="774"/>
                    </a:lnTo>
                    <a:lnTo>
                      <a:pt x="1752" y="762"/>
                    </a:lnTo>
                    <a:lnTo>
                      <a:pt x="1752" y="750"/>
                    </a:lnTo>
                    <a:lnTo>
                      <a:pt x="1746" y="732"/>
                    </a:lnTo>
                    <a:lnTo>
                      <a:pt x="1746" y="720"/>
                    </a:lnTo>
                    <a:lnTo>
                      <a:pt x="1764" y="702"/>
                    </a:lnTo>
                    <a:lnTo>
                      <a:pt x="1776" y="702"/>
                    </a:lnTo>
                    <a:lnTo>
                      <a:pt x="1782" y="696"/>
                    </a:lnTo>
                    <a:lnTo>
                      <a:pt x="1788" y="684"/>
                    </a:lnTo>
                    <a:lnTo>
                      <a:pt x="1788" y="678"/>
                    </a:lnTo>
                    <a:lnTo>
                      <a:pt x="1800" y="666"/>
                    </a:lnTo>
                    <a:lnTo>
                      <a:pt x="1818" y="666"/>
                    </a:lnTo>
                    <a:lnTo>
                      <a:pt x="1830" y="672"/>
                    </a:lnTo>
                    <a:lnTo>
                      <a:pt x="1848" y="672"/>
                    </a:lnTo>
                    <a:lnTo>
                      <a:pt x="1854" y="666"/>
                    </a:lnTo>
                    <a:lnTo>
                      <a:pt x="1896" y="666"/>
                    </a:lnTo>
                    <a:lnTo>
                      <a:pt x="1908" y="672"/>
                    </a:lnTo>
                    <a:lnTo>
                      <a:pt x="1914" y="678"/>
                    </a:lnTo>
                    <a:lnTo>
                      <a:pt x="1932" y="678"/>
                    </a:lnTo>
                    <a:lnTo>
                      <a:pt x="1944" y="684"/>
                    </a:lnTo>
                    <a:lnTo>
                      <a:pt x="1974" y="684"/>
                    </a:lnTo>
                    <a:lnTo>
                      <a:pt x="1986" y="672"/>
                    </a:lnTo>
                    <a:lnTo>
                      <a:pt x="2028" y="672"/>
                    </a:lnTo>
                    <a:lnTo>
                      <a:pt x="2034" y="678"/>
                    </a:lnTo>
                    <a:lnTo>
                      <a:pt x="2046" y="678"/>
                    </a:lnTo>
                    <a:lnTo>
                      <a:pt x="2052" y="672"/>
                    </a:lnTo>
                    <a:lnTo>
                      <a:pt x="2064" y="666"/>
                    </a:lnTo>
                    <a:lnTo>
                      <a:pt x="2088" y="666"/>
                    </a:lnTo>
                    <a:lnTo>
                      <a:pt x="2088" y="684"/>
                    </a:lnTo>
                    <a:lnTo>
                      <a:pt x="2082" y="690"/>
                    </a:lnTo>
                    <a:lnTo>
                      <a:pt x="2082" y="696"/>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55" name="Italy" descr="© INSCALE GmbH, 05.05.2010&#10;http://www.presentationload.com/">
                <a:extLst>
                  <a:ext uri="{FF2B5EF4-FFF2-40B4-BE49-F238E27FC236}">
                    <a16:creationId xmlns:a16="http://schemas.microsoft.com/office/drawing/2014/main" id="{FBE97666-D8E3-9672-A8B2-90DBF3CB8A70}"/>
                  </a:ext>
                </a:extLst>
              </p:cNvPr>
              <p:cNvSpPr>
                <a:spLocks noEditPoints="1"/>
              </p:cNvSpPr>
              <p:nvPr/>
            </p:nvSpPr>
            <p:spPr bwMode="gray">
              <a:xfrm>
                <a:off x="2779" y="1608"/>
                <a:ext cx="198" cy="210"/>
              </a:xfrm>
              <a:custGeom>
                <a:avLst/>
                <a:gdLst>
                  <a:gd name="T0" fmla="*/ 2147483647 w 780"/>
                  <a:gd name="T1" fmla="*/ 2147483647 h 828"/>
                  <a:gd name="T2" fmla="*/ 2147483647 w 780"/>
                  <a:gd name="T3" fmla="*/ 2147483647 h 828"/>
                  <a:gd name="T4" fmla="*/ 2147483647 w 780"/>
                  <a:gd name="T5" fmla="*/ 2147483647 h 828"/>
                  <a:gd name="T6" fmla="*/ 2147483647 w 780"/>
                  <a:gd name="T7" fmla="*/ 2147483647 h 828"/>
                  <a:gd name="T8" fmla="*/ 2147483647 w 780"/>
                  <a:gd name="T9" fmla="*/ 2147483647 h 828"/>
                  <a:gd name="T10" fmla="*/ 2147483647 w 780"/>
                  <a:gd name="T11" fmla="*/ 2147483647 h 828"/>
                  <a:gd name="T12" fmla="*/ 2147483647 w 780"/>
                  <a:gd name="T13" fmla="*/ 2147483647 h 828"/>
                  <a:gd name="T14" fmla="*/ 2147483647 w 780"/>
                  <a:gd name="T15" fmla="*/ 2147483647 h 828"/>
                  <a:gd name="T16" fmla="*/ 2147483647 w 780"/>
                  <a:gd name="T17" fmla="*/ 2147483647 h 828"/>
                  <a:gd name="T18" fmla="*/ 2147483647 w 780"/>
                  <a:gd name="T19" fmla="*/ 2147483647 h 828"/>
                  <a:gd name="T20" fmla="*/ 2147483647 w 780"/>
                  <a:gd name="T21" fmla="*/ 2147483647 h 828"/>
                  <a:gd name="T22" fmla="*/ 2147483647 w 780"/>
                  <a:gd name="T23" fmla="*/ 2147483647 h 828"/>
                  <a:gd name="T24" fmla="*/ 2147483647 w 780"/>
                  <a:gd name="T25" fmla="*/ 2147483647 h 828"/>
                  <a:gd name="T26" fmla="*/ 2147483647 w 780"/>
                  <a:gd name="T27" fmla="*/ 2147483647 h 828"/>
                  <a:gd name="T28" fmla="*/ 2147483647 w 780"/>
                  <a:gd name="T29" fmla="*/ 2147483647 h 828"/>
                  <a:gd name="T30" fmla="*/ 2147483647 w 780"/>
                  <a:gd name="T31" fmla="*/ 2147483647 h 828"/>
                  <a:gd name="T32" fmla="*/ 2147483647 w 780"/>
                  <a:gd name="T33" fmla="*/ 2147483647 h 828"/>
                  <a:gd name="T34" fmla="*/ 2147483647 w 780"/>
                  <a:gd name="T35" fmla="*/ 2147483647 h 828"/>
                  <a:gd name="T36" fmla="*/ 2147483647 w 780"/>
                  <a:gd name="T37" fmla="*/ 2147483647 h 828"/>
                  <a:gd name="T38" fmla="*/ 2147483647 w 780"/>
                  <a:gd name="T39" fmla="*/ 2147483647 h 828"/>
                  <a:gd name="T40" fmla="*/ 2147483647 w 780"/>
                  <a:gd name="T41" fmla="*/ 2147483647 h 828"/>
                  <a:gd name="T42" fmla="*/ 2147483647 w 780"/>
                  <a:gd name="T43" fmla="*/ 2147483647 h 828"/>
                  <a:gd name="T44" fmla="*/ 2147483647 w 780"/>
                  <a:gd name="T45" fmla="*/ 2147483647 h 828"/>
                  <a:gd name="T46" fmla="*/ 2147483647 w 780"/>
                  <a:gd name="T47" fmla="*/ 2147483647 h 828"/>
                  <a:gd name="T48" fmla="*/ 2147483647 w 780"/>
                  <a:gd name="T49" fmla="*/ 2147483647 h 828"/>
                  <a:gd name="T50" fmla="*/ 2147483647 w 780"/>
                  <a:gd name="T51" fmla="*/ 2147483647 h 828"/>
                  <a:gd name="T52" fmla="*/ 2147483647 w 780"/>
                  <a:gd name="T53" fmla="*/ 2147483647 h 828"/>
                  <a:gd name="T54" fmla="*/ 2147483647 w 780"/>
                  <a:gd name="T55" fmla="*/ 2147483647 h 828"/>
                  <a:gd name="T56" fmla="*/ 2147483647 w 780"/>
                  <a:gd name="T57" fmla="*/ 2147483647 h 828"/>
                  <a:gd name="T58" fmla="*/ 2147483647 w 780"/>
                  <a:gd name="T59" fmla="*/ 2147483647 h 828"/>
                  <a:gd name="T60" fmla="*/ 2147483647 w 780"/>
                  <a:gd name="T61" fmla="*/ 2147483647 h 828"/>
                  <a:gd name="T62" fmla="*/ 2147483647 w 780"/>
                  <a:gd name="T63" fmla="*/ 2147483647 h 828"/>
                  <a:gd name="T64" fmla="*/ 2147483647 w 780"/>
                  <a:gd name="T65" fmla="*/ 2147483647 h 828"/>
                  <a:gd name="T66" fmla="*/ 2147483647 w 780"/>
                  <a:gd name="T67" fmla="*/ 2147483647 h 828"/>
                  <a:gd name="T68" fmla="*/ 2147483647 w 780"/>
                  <a:gd name="T69" fmla="*/ 2147483647 h 828"/>
                  <a:gd name="T70" fmla="*/ 2147483647 w 780"/>
                  <a:gd name="T71" fmla="*/ 2147483647 h 828"/>
                  <a:gd name="T72" fmla="*/ 2147483647 w 780"/>
                  <a:gd name="T73" fmla="*/ 2147483647 h 828"/>
                  <a:gd name="T74" fmla="*/ 2147483647 w 780"/>
                  <a:gd name="T75" fmla="*/ 2147483647 h 828"/>
                  <a:gd name="T76" fmla="*/ 2147483647 w 780"/>
                  <a:gd name="T77" fmla="*/ 2147483647 h 828"/>
                  <a:gd name="T78" fmla="*/ 2147483647 w 780"/>
                  <a:gd name="T79" fmla="*/ 2147483647 h 828"/>
                  <a:gd name="T80" fmla="*/ 2147483647 w 780"/>
                  <a:gd name="T81" fmla="*/ 2147483647 h 828"/>
                  <a:gd name="T82" fmla="*/ 2147483647 w 780"/>
                  <a:gd name="T83" fmla="*/ 2147483647 h 828"/>
                  <a:gd name="T84" fmla="*/ 2147483647 w 780"/>
                  <a:gd name="T85" fmla="*/ 2147483647 h 828"/>
                  <a:gd name="T86" fmla="*/ 2147483647 w 780"/>
                  <a:gd name="T87" fmla="*/ 2147483647 h 828"/>
                  <a:gd name="T88" fmla="*/ 2147483647 w 780"/>
                  <a:gd name="T89" fmla="*/ 2147483647 h 828"/>
                  <a:gd name="T90" fmla="*/ 2147483647 w 780"/>
                  <a:gd name="T91" fmla="*/ 2147483647 h 828"/>
                  <a:gd name="T92" fmla="*/ 2147483647 w 780"/>
                  <a:gd name="T93" fmla="*/ 2147483647 h 828"/>
                  <a:gd name="T94" fmla="*/ 2147483647 w 780"/>
                  <a:gd name="T95" fmla="*/ 2147483647 h 828"/>
                  <a:gd name="T96" fmla="*/ 2147483647 w 780"/>
                  <a:gd name="T97" fmla="*/ 2147483647 h 828"/>
                  <a:gd name="T98" fmla="*/ 2147483647 w 780"/>
                  <a:gd name="T99" fmla="*/ 2147483647 h 828"/>
                  <a:gd name="T100" fmla="*/ 2147483647 w 780"/>
                  <a:gd name="T101" fmla="*/ 2147483647 h 828"/>
                  <a:gd name="T102" fmla="*/ 2147483647 w 780"/>
                  <a:gd name="T103" fmla="*/ 2147483647 h 828"/>
                  <a:gd name="T104" fmla="*/ 2147483647 w 780"/>
                  <a:gd name="T105" fmla="*/ 2147483647 h 828"/>
                  <a:gd name="T106" fmla="*/ 2147483647 w 780"/>
                  <a:gd name="T107" fmla="*/ 2147483647 h 828"/>
                  <a:gd name="T108" fmla="*/ 2147483647 w 780"/>
                  <a:gd name="T109" fmla="*/ 2147483647 h 828"/>
                  <a:gd name="T110" fmla="*/ 2147483647 w 780"/>
                  <a:gd name="T111" fmla="*/ 2147483647 h 828"/>
                  <a:gd name="T112" fmla="*/ 2147483647 w 780"/>
                  <a:gd name="T113" fmla="*/ 2147483647 h 82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780"/>
                  <a:gd name="T172" fmla="*/ 0 h 828"/>
                  <a:gd name="T173" fmla="*/ 780 w 780"/>
                  <a:gd name="T174" fmla="*/ 828 h 82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780" h="828">
                    <a:moveTo>
                      <a:pt x="570" y="720"/>
                    </a:moveTo>
                    <a:lnTo>
                      <a:pt x="558" y="714"/>
                    </a:lnTo>
                    <a:lnTo>
                      <a:pt x="552" y="708"/>
                    </a:lnTo>
                    <a:lnTo>
                      <a:pt x="540" y="708"/>
                    </a:lnTo>
                    <a:lnTo>
                      <a:pt x="534" y="714"/>
                    </a:lnTo>
                    <a:lnTo>
                      <a:pt x="522" y="720"/>
                    </a:lnTo>
                    <a:lnTo>
                      <a:pt x="516" y="726"/>
                    </a:lnTo>
                    <a:lnTo>
                      <a:pt x="468" y="726"/>
                    </a:lnTo>
                    <a:lnTo>
                      <a:pt x="456" y="720"/>
                    </a:lnTo>
                    <a:lnTo>
                      <a:pt x="444" y="708"/>
                    </a:lnTo>
                    <a:lnTo>
                      <a:pt x="438" y="708"/>
                    </a:lnTo>
                    <a:lnTo>
                      <a:pt x="420" y="726"/>
                    </a:lnTo>
                    <a:lnTo>
                      <a:pt x="402" y="714"/>
                    </a:lnTo>
                    <a:lnTo>
                      <a:pt x="396" y="714"/>
                    </a:lnTo>
                    <a:lnTo>
                      <a:pt x="384" y="726"/>
                    </a:lnTo>
                    <a:lnTo>
                      <a:pt x="384" y="738"/>
                    </a:lnTo>
                    <a:lnTo>
                      <a:pt x="396" y="750"/>
                    </a:lnTo>
                    <a:lnTo>
                      <a:pt x="420" y="762"/>
                    </a:lnTo>
                    <a:lnTo>
                      <a:pt x="426" y="762"/>
                    </a:lnTo>
                    <a:lnTo>
                      <a:pt x="444" y="780"/>
                    </a:lnTo>
                    <a:lnTo>
                      <a:pt x="444" y="786"/>
                    </a:lnTo>
                    <a:lnTo>
                      <a:pt x="456" y="786"/>
                    </a:lnTo>
                    <a:lnTo>
                      <a:pt x="468" y="798"/>
                    </a:lnTo>
                    <a:lnTo>
                      <a:pt x="480" y="804"/>
                    </a:lnTo>
                    <a:lnTo>
                      <a:pt x="498" y="798"/>
                    </a:lnTo>
                    <a:lnTo>
                      <a:pt x="504" y="804"/>
                    </a:lnTo>
                    <a:lnTo>
                      <a:pt x="516" y="810"/>
                    </a:lnTo>
                    <a:lnTo>
                      <a:pt x="522" y="822"/>
                    </a:lnTo>
                    <a:lnTo>
                      <a:pt x="534" y="828"/>
                    </a:lnTo>
                    <a:lnTo>
                      <a:pt x="558" y="828"/>
                    </a:lnTo>
                    <a:lnTo>
                      <a:pt x="570" y="816"/>
                    </a:lnTo>
                    <a:lnTo>
                      <a:pt x="570" y="792"/>
                    </a:lnTo>
                    <a:lnTo>
                      <a:pt x="564" y="780"/>
                    </a:lnTo>
                    <a:lnTo>
                      <a:pt x="564" y="768"/>
                    </a:lnTo>
                    <a:lnTo>
                      <a:pt x="570" y="750"/>
                    </a:lnTo>
                    <a:lnTo>
                      <a:pt x="576" y="738"/>
                    </a:lnTo>
                    <a:lnTo>
                      <a:pt x="582" y="732"/>
                    </a:lnTo>
                    <a:lnTo>
                      <a:pt x="582" y="714"/>
                    </a:lnTo>
                    <a:lnTo>
                      <a:pt x="576" y="702"/>
                    </a:lnTo>
                    <a:lnTo>
                      <a:pt x="570" y="720"/>
                    </a:lnTo>
                    <a:close/>
                    <a:moveTo>
                      <a:pt x="180" y="468"/>
                    </a:moveTo>
                    <a:lnTo>
                      <a:pt x="156" y="480"/>
                    </a:lnTo>
                    <a:lnTo>
                      <a:pt x="150" y="486"/>
                    </a:lnTo>
                    <a:lnTo>
                      <a:pt x="138" y="492"/>
                    </a:lnTo>
                    <a:lnTo>
                      <a:pt x="132" y="498"/>
                    </a:lnTo>
                    <a:lnTo>
                      <a:pt x="126" y="498"/>
                    </a:lnTo>
                    <a:lnTo>
                      <a:pt x="114" y="492"/>
                    </a:lnTo>
                    <a:lnTo>
                      <a:pt x="102" y="480"/>
                    </a:lnTo>
                    <a:lnTo>
                      <a:pt x="96" y="498"/>
                    </a:lnTo>
                    <a:lnTo>
                      <a:pt x="102" y="504"/>
                    </a:lnTo>
                    <a:lnTo>
                      <a:pt x="114" y="510"/>
                    </a:lnTo>
                    <a:lnTo>
                      <a:pt x="120" y="522"/>
                    </a:lnTo>
                    <a:lnTo>
                      <a:pt x="120" y="540"/>
                    </a:lnTo>
                    <a:lnTo>
                      <a:pt x="114" y="558"/>
                    </a:lnTo>
                    <a:lnTo>
                      <a:pt x="114" y="570"/>
                    </a:lnTo>
                    <a:lnTo>
                      <a:pt x="126" y="582"/>
                    </a:lnTo>
                    <a:lnTo>
                      <a:pt x="114" y="588"/>
                    </a:lnTo>
                    <a:lnTo>
                      <a:pt x="120" y="636"/>
                    </a:lnTo>
                    <a:lnTo>
                      <a:pt x="108" y="636"/>
                    </a:lnTo>
                    <a:lnTo>
                      <a:pt x="126" y="654"/>
                    </a:lnTo>
                    <a:lnTo>
                      <a:pt x="138" y="654"/>
                    </a:lnTo>
                    <a:lnTo>
                      <a:pt x="144" y="642"/>
                    </a:lnTo>
                    <a:lnTo>
                      <a:pt x="156" y="630"/>
                    </a:lnTo>
                    <a:lnTo>
                      <a:pt x="156" y="618"/>
                    </a:lnTo>
                    <a:lnTo>
                      <a:pt x="168" y="630"/>
                    </a:lnTo>
                    <a:lnTo>
                      <a:pt x="180" y="636"/>
                    </a:lnTo>
                    <a:lnTo>
                      <a:pt x="186" y="636"/>
                    </a:lnTo>
                    <a:lnTo>
                      <a:pt x="192" y="630"/>
                    </a:lnTo>
                    <a:lnTo>
                      <a:pt x="198" y="618"/>
                    </a:lnTo>
                    <a:lnTo>
                      <a:pt x="198" y="594"/>
                    </a:lnTo>
                    <a:lnTo>
                      <a:pt x="204" y="582"/>
                    </a:lnTo>
                    <a:lnTo>
                      <a:pt x="204" y="558"/>
                    </a:lnTo>
                    <a:lnTo>
                      <a:pt x="198" y="552"/>
                    </a:lnTo>
                    <a:lnTo>
                      <a:pt x="192" y="552"/>
                    </a:lnTo>
                    <a:lnTo>
                      <a:pt x="192" y="546"/>
                    </a:lnTo>
                    <a:lnTo>
                      <a:pt x="198" y="540"/>
                    </a:lnTo>
                    <a:lnTo>
                      <a:pt x="204" y="540"/>
                    </a:lnTo>
                    <a:lnTo>
                      <a:pt x="210" y="534"/>
                    </a:lnTo>
                    <a:lnTo>
                      <a:pt x="210" y="522"/>
                    </a:lnTo>
                    <a:lnTo>
                      <a:pt x="204" y="510"/>
                    </a:lnTo>
                    <a:lnTo>
                      <a:pt x="204" y="492"/>
                    </a:lnTo>
                    <a:lnTo>
                      <a:pt x="198" y="480"/>
                    </a:lnTo>
                    <a:lnTo>
                      <a:pt x="186" y="474"/>
                    </a:lnTo>
                    <a:lnTo>
                      <a:pt x="180" y="468"/>
                    </a:lnTo>
                    <a:close/>
                    <a:moveTo>
                      <a:pt x="774" y="546"/>
                    </a:moveTo>
                    <a:lnTo>
                      <a:pt x="768" y="534"/>
                    </a:lnTo>
                    <a:lnTo>
                      <a:pt x="756" y="528"/>
                    </a:lnTo>
                    <a:lnTo>
                      <a:pt x="738" y="510"/>
                    </a:lnTo>
                    <a:lnTo>
                      <a:pt x="678" y="480"/>
                    </a:lnTo>
                    <a:lnTo>
                      <a:pt x="672" y="480"/>
                    </a:lnTo>
                    <a:lnTo>
                      <a:pt x="660" y="474"/>
                    </a:lnTo>
                    <a:lnTo>
                      <a:pt x="648" y="474"/>
                    </a:lnTo>
                    <a:lnTo>
                      <a:pt x="630" y="468"/>
                    </a:lnTo>
                    <a:lnTo>
                      <a:pt x="606" y="456"/>
                    </a:lnTo>
                    <a:lnTo>
                      <a:pt x="606" y="450"/>
                    </a:lnTo>
                    <a:lnTo>
                      <a:pt x="612" y="438"/>
                    </a:lnTo>
                    <a:lnTo>
                      <a:pt x="624" y="426"/>
                    </a:lnTo>
                    <a:lnTo>
                      <a:pt x="624" y="420"/>
                    </a:lnTo>
                    <a:lnTo>
                      <a:pt x="618" y="414"/>
                    </a:lnTo>
                    <a:lnTo>
                      <a:pt x="612" y="414"/>
                    </a:lnTo>
                    <a:lnTo>
                      <a:pt x="594" y="408"/>
                    </a:lnTo>
                    <a:lnTo>
                      <a:pt x="552" y="408"/>
                    </a:lnTo>
                    <a:lnTo>
                      <a:pt x="540" y="402"/>
                    </a:lnTo>
                    <a:lnTo>
                      <a:pt x="534" y="396"/>
                    </a:lnTo>
                    <a:lnTo>
                      <a:pt x="516" y="384"/>
                    </a:lnTo>
                    <a:lnTo>
                      <a:pt x="492" y="360"/>
                    </a:lnTo>
                    <a:lnTo>
                      <a:pt x="480" y="342"/>
                    </a:lnTo>
                    <a:lnTo>
                      <a:pt x="474" y="336"/>
                    </a:lnTo>
                    <a:lnTo>
                      <a:pt x="468" y="324"/>
                    </a:lnTo>
                    <a:lnTo>
                      <a:pt x="468" y="312"/>
                    </a:lnTo>
                    <a:lnTo>
                      <a:pt x="450" y="276"/>
                    </a:lnTo>
                    <a:lnTo>
                      <a:pt x="438" y="270"/>
                    </a:lnTo>
                    <a:lnTo>
                      <a:pt x="432" y="264"/>
                    </a:lnTo>
                    <a:lnTo>
                      <a:pt x="420" y="258"/>
                    </a:lnTo>
                    <a:lnTo>
                      <a:pt x="414" y="252"/>
                    </a:lnTo>
                    <a:lnTo>
                      <a:pt x="378" y="222"/>
                    </a:lnTo>
                    <a:lnTo>
                      <a:pt x="372" y="210"/>
                    </a:lnTo>
                    <a:lnTo>
                      <a:pt x="360" y="198"/>
                    </a:lnTo>
                    <a:lnTo>
                      <a:pt x="360" y="186"/>
                    </a:lnTo>
                    <a:lnTo>
                      <a:pt x="366" y="180"/>
                    </a:lnTo>
                    <a:lnTo>
                      <a:pt x="384" y="180"/>
                    </a:lnTo>
                    <a:lnTo>
                      <a:pt x="384" y="174"/>
                    </a:lnTo>
                    <a:lnTo>
                      <a:pt x="372" y="162"/>
                    </a:lnTo>
                    <a:lnTo>
                      <a:pt x="366" y="150"/>
                    </a:lnTo>
                    <a:lnTo>
                      <a:pt x="366" y="138"/>
                    </a:lnTo>
                    <a:lnTo>
                      <a:pt x="402" y="120"/>
                    </a:lnTo>
                    <a:lnTo>
                      <a:pt x="408" y="114"/>
                    </a:lnTo>
                    <a:lnTo>
                      <a:pt x="414" y="114"/>
                    </a:lnTo>
                    <a:lnTo>
                      <a:pt x="438" y="108"/>
                    </a:lnTo>
                    <a:lnTo>
                      <a:pt x="444" y="72"/>
                    </a:lnTo>
                    <a:lnTo>
                      <a:pt x="432" y="66"/>
                    </a:lnTo>
                    <a:lnTo>
                      <a:pt x="438" y="60"/>
                    </a:lnTo>
                    <a:lnTo>
                      <a:pt x="438" y="42"/>
                    </a:lnTo>
                    <a:lnTo>
                      <a:pt x="384" y="42"/>
                    </a:lnTo>
                    <a:lnTo>
                      <a:pt x="378" y="24"/>
                    </a:lnTo>
                    <a:lnTo>
                      <a:pt x="366" y="24"/>
                    </a:lnTo>
                    <a:lnTo>
                      <a:pt x="366" y="6"/>
                    </a:lnTo>
                    <a:lnTo>
                      <a:pt x="360" y="0"/>
                    </a:lnTo>
                    <a:lnTo>
                      <a:pt x="342" y="0"/>
                    </a:lnTo>
                    <a:lnTo>
                      <a:pt x="336" y="6"/>
                    </a:lnTo>
                    <a:lnTo>
                      <a:pt x="336" y="12"/>
                    </a:lnTo>
                    <a:lnTo>
                      <a:pt x="294" y="12"/>
                    </a:lnTo>
                    <a:lnTo>
                      <a:pt x="282" y="30"/>
                    </a:lnTo>
                    <a:lnTo>
                      <a:pt x="270" y="24"/>
                    </a:lnTo>
                    <a:lnTo>
                      <a:pt x="252" y="24"/>
                    </a:lnTo>
                    <a:lnTo>
                      <a:pt x="246" y="42"/>
                    </a:lnTo>
                    <a:lnTo>
                      <a:pt x="222" y="42"/>
                    </a:lnTo>
                    <a:lnTo>
                      <a:pt x="222" y="48"/>
                    </a:lnTo>
                    <a:lnTo>
                      <a:pt x="234" y="60"/>
                    </a:lnTo>
                    <a:lnTo>
                      <a:pt x="228" y="72"/>
                    </a:lnTo>
                    <a:lnTo>
                      <a:pt x="210" y="60"/>
                    </a:lnTo>
                    <a:lnTo>
                      <a:pt x="192" y="66"/>
                    </a:lnTo>
                    <a:lnTo>
                      <a:pt x="180" y="48"/>
                    </a:lnTo>
                    <a:lnTo>
                      <a:pt x="174" y="72"/>
                    </a:lnTo>
                    <a:lnTo>
                      <a:pt x="162" y="84"/>
                    </a:lnTo>
                    <a:lnTo>
                      <a:pt x="162" y="102"/>
                    </a:lnTo>
                    <a:lnTo>
                      <a:pt x="138" y="78"/>
                    </a:lnTo>
                    <a:lnTo>
                      <a:pt x="132" y="78"/>
                    </a:lnTo>
                    <a:lnTo>
                      <a:pt x="132" y="72"/>
                    </a:lnTo>
                    <a:lnTo>
                      <a:pt x="126" y="66"/>
                    </a:lnTo>
                    <a:lnTo>
                      <a:pt x="126" y="60"/>
                    </a:lnTo>
                    <a:lnTo>
                      <a:pt x="120" y="54"/>
                    </a:lnTo>
                    <a:lnTo>
                      <a:pt x="108" y="54"/>
                    </a:lnTo>
                    <a:lnTo>
                      <a:pt x="102" y="60"/>
                    </a:lnTo>
                    <a:lnTo>
                      <a:pt x="102" y="78"/>
                    </a:lnTo>
                    <a:lnTo>
                      <a:pt x="84" y="96"/>
                    </a:lnTo>
                    <a:lnTo>
                      <a:pt x="78" y="96"/>
                    </a:lnTo>
                    <a:lnTo>
                      <a:pt x="66" y="84"/>
                    </a:lnTo>
                    <a:lnTo>
                      <a:pt x="54" y="84"/>
                    </a:lnTo>
                    <a:lnTo>
                      <a:pt x="42" y="96"/>
                    </a:lnTo>
                    <a:lnTo>
                      <a:pt x="30" y="96"/>
                    </a:lnTo>
                    <a:lnTo>
                      <a:pt x="30" y="102"/>
                    </a:lnTo>
                    <a:lnTo>
                      <a:pt x="24" y="102"/>
                    </a:lnTo>
                    <a:lnTo>
                      <a:pt x="18" y="108"/>
                    </a:lnTo>
                    <a:lnTo>
                      <a:pt x="42" y="132"/>
                    </a:lnTo>
                    <a:lnTo>
                      <a:pt x="42" y="138"/>
                    </a:lnTo>
                    <a:lnTo>
                      <a:pt x="24" y="156"/>
                    </a:lnTo>
                    <a:lnTo>
                      <a:pt x="0" y="156"/>
                    </a:lnTo>
                    <a:lnTo>
                      <a:pt x="12" y="174"/>
                    </a:lnTo>
                    <a:lnTo>
                      <a:pt x="24" y="174"/>
                    </a:lnTo>
                    <a:lnTo>
                      <a:pt x="30" y="180"/>
                    </a:lnTo>
                    <a:lnTo>
                      <a:pt x="30" y="192"/>
                    </a:lnTo>
                    <a:lnTo>
                      <a:pt x="24" y="198"/>
                    </a:lnTo>
                    <a:lnTo>
                      <a:pt x="24" y="204"/>
                    </a:lnTo>
                    <a:lnTo>
                      <a:pt x="18" y="210"/>
                    </a:lnTo>
                    <a:lnTo>
                      <a:pt x="18" y="216"/>
                    </a:lnTo>
                    <a:lnTo>
                      <a:pt x="24" y="222"/>
                    </a:lnTo>
                    <a:lnTo>
                      <a:pt x="36" y="228"/>
                    </a:lnTo>
                    <a:lnTo>
                      <a:pt x="42" y="228"/>
                    </a:lnTo>
                    <a:lnTo>
                      <a:pt x="42" y="234"/>
                    </a:lnTo>
                    <a:lnTo>
                      <a:pt x="66" y="234"/>
                    </a:lnTo>
                    <a:lnTo>
                      <a:pt x="72" y="240"/>
                    </a:lnTo>
                    <a:lnTo>
                      <a:pt x="72" y="246"/>
                    </a:lnTo>
                    <a:lnTo>
                      <a:pt x="54" y="264"/>
                    </a:lnTo>
                    <a:lnTo>
                      <a:pt x="54" y="270"/>
                    </a:lnTo>
                    <a:lnTo>
                      <a:pt x="66" y="270"/>
                    </a:lnTo>
                    <a:lnTo>
                      <a:pt x="90" y="258"/>
                    </a:lnTo>
                    <a:lnTo>
                      <a:pt x="120" y="228"/>
                    </a:lnTo>
                    <a:lnTo>
                      <a:pt x="144" y="216"/>
                    </a:lnTo>
                    <a:lnTo>
                      <a:pt x="156" y="216"/>
                    </a:lnTo>
                    <a:lnTo>
                      <a:pt x="168" y="222"/>
                    </a:lnTo>
                    <a:lnTo>
                      <a:pt x="204" y="234"/>
                    </a:lnTo>
                    <a:lnTo>
                      <a:pt x="216" y="240"/>
                    </a:lnTo>
                    <a:lnTo>
                      <a:pt x="228" y="252"/>
                    </a:lnTo>
                    <a:lnTo>
                      <a:pt x="234" y="264"/>
                    </a:lnTo>
                    <a:lnTo>
                      <a:pt x="234" y="276"/>
                    </a:lnTo>
                    <a:lnTo>
                      <a:pt x="240" y="282"/>
                    </a:lnTo>
                    <a:lnTo>
                      <a:pt x="240" y="288"/>
                    </a:lnTo>
                    <a:lnTo>
                      <a:pt x="252" y="300"/>
                    </a:lnTo>
                    <a:lnTo>
                      <a:pt x="252" y="306"/>
                    </a:lnTo>
                    <a:lnTo>
                      <a:pt x="246" y="318"/>
                    </a:lnTo>
                    <a:lnTo>
                      <a:pt x="246" y="324"/>
                    </a:lnTo>
                    <a:lnTo>
                      <a:pt x="258" y="336"/>
                    </a:lnTo>
                    <a:lnTo>
                      <a:pt x="282" y="348"/>
                    </a:lnTo>
                    <a:lnTo>
                      <a:pt x="288" y="354"/>
                    </a:lnTo>
                    <a:lnTo>
                      <a:pt x="294" y="354"/>
                    </a:lnTo>
                    <a:lnTo>
                      <a:pt x="300" y="372"/>
                    </a:lnTo>
                    <a:lnTo>
                      <a:pt x="330" y="372"/>
                    </a:lnTo>
                    <a:lnTo>
                      <a:pt x="348" y="390"/>
                    </a:lnTo>
                    <a:lnTo>
                      <a:pt x="354" y="402"/>
                    </a:lnTo>
                    <a:lnTo>
                      <a:pt x="366" y="414"/>
                    </a:lnTo>
                    <a:lnTo>
                      <a:pt x="378" y="420"/>
                    </a:lnTo>
                    <a:lnTo>
                      <a:pt x="384" y="432"/>
                    </a:lnTo>
                    <a:lnTo>
                      <a:pt x="420" y="468"/>
                    </a:lnTo>
                    <a:lnTo>
                      <a:pt x="456" y="468"/>
                    </a:lnTo>
                    <a:lnTo>
                      <a:pt x="462" y="474"/>
                    </a:lnTo>
                    <a:lnTo>
                      <a:pt x="468" y="486"/>
                    </a:lnTo>
                    <a:lnTo>
                      <a:pt x="492" y="498"/>
                    </a:lnTo>
                    <a:lnTo>
                      <a:pt x="510" y="504"/>
                    </a:lnTo>
                    <a:lnTo>
                      <a:pt x="528" y="504"/>
                    </a:lnTo>
                    <a:lnTo>
                      <a:pt x="540" y="510"/>
                    </a:lnTo>
                    <a:lnTo>
                      <a:pt x="546" y="510"/>
                    </a:lnTo>
                    <a:lnTo>
                      <a:pt x="552" y="522"/>
                    </a:lnTo>
                    <a:lnTo>
                      <a:pt x="552" y="534"/>
                    </a:lnTo>
                    <a:lnTo>
                      <a:pt x="564" y="558"/>
                    </a:lnTo>
                    <a:lnTo>
                      <a:pt x="570" y="564"/>
                    </a:lnTo>
                    <a:lnTo>
                      <a:pt x="582" y="564"/>
                    </a:lnTo>
                    <a:lnTo>
                      <a:pt x="594" y="558"/>
                    </a:lnTo>
                    <a:lnTo>
                      <a:pt x="600" y="558"/>
                    </a:lnTo>
                    <a:lnTo>
                      <a:pt x="600" y="570"/>
                    </a:lnTo>
                    <a:lnTo>
                      <a:pt x="606" y="582"/>
                    </a:lnTo>
                    <a:lnTo>
                      <a:pt x="606" y="606"/>
                    </a:lnTo>
                    <a:lnTo>
                      <a:pt x="612" y="618"/>
                    </a:lnTo>
                    <a:lnTo>
                      <a:pt x="630" y="636"/>
                    </a:lnTo>
                    <a:lnTo>
                      <a:pt x="630" y="666"/>
                    </a:lnTo>
                    <a:lnTo>
                      <a:pt x="612" y="666"/>
                    </a:lnTo>
                    <a:lnTo>
                      <a:pt x="612" y="690"/>
                    </a:lnTo>
                    <a:lnTo>
                      <a:pt x="606" y="696"/>
                    </a:lnTo>
                    <a:lnTo>
                      <a:pt x="600" y="708"/>
                    </a:lnTo>
                    <a:lnTo>
                      <a:pt x="594" y="714"/>
                    </a:lnTo>
                    <a:lnTo>
                      <a:pt x="594" y="732"/>
                    </a:lnTo>
                    <a:lnTo>
                      <a:pt x="606" y="732"/>
                    </a:lnTo>
                    <a:lnTo>
                      <a:pt x="618" y="726"/>
                    </a:lnTo>
                    <a:lnTo>
                      <a:pt x="624" y="726"/>
                    </a:lnTo>
                    <a:lnTo>
                      <a:pt x="636" y="702"/>
                    </a:lnTo>
                    <a:lnTo>
                      <a:pt x="654" y="696"/>
                    </a:lnTo>
                    <a:lnTo>
                      <a:pt x="654" y="666"/>
                    </a:lnTo>
                    <a:lnTo>
                      <a:pt x="666" y="654"/>
                    </a:lnTo>
                    <a:lnTo>
                      <a:pt x="678" y="654"/>
                    </a:lnTo>
                    <a:lnTo>
                      <a:pt x="684" y="648"/>
                    </a:lnTo>
                    <a:lnTo>
                      <a:pt x="696" y="648"/>
                    </a:lnTo>
                    <a:lnTo>
                      <a:pt x="696" y="636"/>
                    </a:lnTo>
                    <a:lnTo>
                      <a:pt x="690" y="630"/>
                    </a:lnTo>
                    <a:lnTo>
                      <a:pt x="690" y="618"/>
                    </a:lnTo>
                    <a:lnTo>
                      <a:pt x="678" y="606"/>
                    </a:lnTo>
                    <a:lnTo>
                      <a:pt x="666" y="606"/>
                    </a:lnTo>
                    <a:lnTo>
                      <a:pt x="648" y="588"/>
                    </a:lnTo>
                    <a:lnTo>
                      <a:pt x="654" y="582"/>
                    </a:lnTo>
                    <a:lnTo>
                      <a:pt x="660" y="570"/>
                    </a:lnTo>
                    <a:lnTo>
                      <a:pt x="666" y="552"/>
                    </a:lnTo>
                    <a:lnTo>
                      <a:pt x="672" y="540"/>
                    </a:lnTo>
                    <a:lnTo>
                      <a:pt x="684" y="528"/>
                    </a:lnTo>
                    <a:lnTo>
                      <a:pt x="690" y="534"/>
                    </a:lnTo>
                    <a:lnTo>
                      <a:pt x="702" y="534"/>
                    </a:lnTo>
                    <a:lnTo>
                      <a:pt x="708" y="540"/>
                    </a:lnTo>
                    <a:lnTo>
                      <a:pt x="738" y="540"/>
                    </a:lnTo>
                    <a:lnTo>
                      <a:pt x="738" y="552"/>
                    </a:lnTo>
                    <a:lnTo>
                      <a:pt x="744" y="558"/>
                    </a:lnTo>
                    <a:lnTo>
                      <a:pt x="744" y="564"/>
                    </a:lnTo>
                    <a:lnTo>
                      <a:pt x="750" y="576"/>
                    </a:lnTo>
                    <a:lnTo>
                      <a:pt x="762" y="576"/>
                    </a:lnTo>
                    <a:lnTo>
                      <a:pt x="774" y="570"/>
                    </a:lnTo>
                    <a:lnTo>
                      <a:pt x="780" y="564"/>
                    </a:lnTo>
                    <a:lnTo>
                      <a:pt x="780" y="558"/>
                    </a:lnTo>
                    <a:lnTo>
                      <a:pt x="774" y="546"/>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56" name="Ireland" descr="© INSCALE GmbH, 05.05.2010&#10;http://www.presentationload.com/">
                <a:extLst>
                  <a:ext uri="{FF2B5EF4-FFF2-40B4-BE49-F238E27FC236}">
                    <a16:creationId xmlns:a16="http://schemas.microsoft.com/office/drawing/2014/main" id="{7A3C3B8F-BE61-057D-EF2D-05AF7238AC91}"/>
                  </a:ext>
                </a:extLst>
              </p:cNvPr>
              <p:cNvSpPr>
                <a:spLocks/>
              </p:cNvSpPr>
              <p:nvPr/>
            </p:nvSpPr>
            <p:spPr bwMode="gray">
              <a:xfrm>
                <a:off x="2521" y="1447"/>
                <a:ext cx="71" cy="75"/>
              </a:xfrm>
              <a:custGeom>
                <a:avLst/>
                <a:gdLst>
                  <a:gd name="T0" fmla="*/ 2147483647 w 282"/>
                  <a:gd name="T1" fmla="*/ 2147483647 h 300"/>
                  <a:gd name="T2" fmla="*/ 2147483647 w 282"/>
                  <a:gd name="T3" fmla="*/ 2147483647 h 300"/>
                  <a:gd name="T4" fmla="*/ 2147483647 w 282"/>
                  <a:gd name="T5" fmla="*/ 2147483647 h 300"/>
                  <a:gd name="T6" fmla="*/ 2147483647 w 282"/>
                  <a:gd name="T7" fmla="*/ 2147483647 h 300"/>
                  <a:gd name="T8" fmla="*/ 2147483647 w 282"/>
                  <a:gd name="T9" fmla="*/ 2147483647 h 300"/>
                  <a:gd name="T10" fmla="*/ 2147483647 w 282"/>
                  <a:gd name="T11" fmla="*/ 2147483647 h 300"/>
                  <a:gd name="T12" fmla="*/ 2147483647 w 282"/>
                  <a:gd name="T13" fmla="*/ 2147483647 h 300"/>
                  <a:gd name="T14" fmla="*/ 2147483647 w 282"/>
                  <a:gd name="T15" fmla="*/ 2147483647 h 300"/>
                  <a:gd name="T16" fmla="*/ 2147483647 w 282"/>
                  <a:gd name="T17" fmla="*/ 2147483647 h 300"/>
                  <a:gd name="T18" fmla="*/ 2147483647 w 282"/>
                  <a:gd name="T19" fmla="*/ 2147483647 h 300"/>
                  <a:gd name="T20" fmla="*/ 2147483647 w 282"/>
                  <a:gd name="T21" fmla="*/ 2147483647 h 300"/>
                  <a:gd name="T22" fmla="*/ 2147483647 w 282"/>
                  <a:gd name="T23" fmla="*/ 2147483647 h 300"/>
                  <a:gd name="T24" fmla="*/ 2147483647 w 282"/>
                  <a:gd name="T25" fmla="*/ 0 h 300"/>
                  <a:gd name="T26" fmla="*/ 2147483647 w 282"/>
                  <a:gd name="T27" fmla="*/ 2147483647 h 300"/>
                  <a:gd name="T28" fmla="*/ 2147483647 w 282"/>
                  <a:gd name="T29" fmla="*/ 2147483647 h 300"/>
                  <a:gd name="T30" fmla="*/ 2147483647 w 282"/>
                  <a:gd name="T31" fmla="*/ 2147483647 h 300"/>
                  <a:gd name="T32" fmla="*/ 2147483647 w 282"/>
                  <a:gd name="T33" fmla="*/ 2147483647 h 300"/>
                  <a:gd name="T34" fmla="*/ 2147483647 w 282"/>
                  <a:gd name="T35" fmla="*/ 2147483647 h 300"/>
                  <a:gd name="T36" fmla="*/ 2147483647 w 282"/>
                  <a:gd name="T37" fmla="*/ 2147483647 h 300"/>
                  <a:gd name="T38" fmla="*/ 2147483647 w 282"/>
                  <a:gd name="T39" fmla="*/ 2147483647 h 300"/>
                  <a:gd name="T40" fmla="*/ 2147483647 w 282"/>
                  <a:gd name="T41" fmla="*/ 2147483647 h 300"/>
                  <a:gd name="T42" fmla="*/ 2147483647 w 282"/>
                  <a:gd name="T43" fmla="*/ 2147483647 h 300"/>
                  <a:gd name="T44" fmla="*/ 2147483647 w 282"/>
                  <a:gd name="T45" fmla="*/ 2147483647 h 300"/>
                  <a:gd name="T46" fmla="*/ 2147483647 w 282"/>
                  <a:gd name="T47" fmla="*/ 2147483647 h 300"/>
                  <a:gd name="T48" fmla="*/ 2147483647 w 282"/>
                  <a:gd name="T49" fmla="*/ 2147483647 h 300"/>
                  <a:gd name="T50" fmla="*/ 2147483647 w 282"/>
                  <a:gd name="T51" fmla="*/ 2147483647 h 300"/>
                  <a:gd name="T52" fmla="*/ 2147483647 w 282"/>
                  <a:gd name="T53" fmla="*/ 2147483647 h 300"/>
                  <a:gd name="T54" fmla="*/ 2147483647 w 282"/>
                  <a:gd name="T55" fmla="*/ 2147483647 h 300"/>
                  <a:gd name="T56" fmla="*/ 2147483647 w 282"/>
                  <a:gd name="T57" fmla="*/ 2147483647 h 300"/>
                  <a:gd name="T58" fmla="*/ 2147483647 w 282"/>
                  <a:gd name="T59" fmla="*/ 2147483647 h 300"/>
                  <a:gd name="T60" fmla="*/ 2147483647 w 282"/>
                  <a:gd name="T61" fmla="*/ 2147483647 h 300"/>
                  <a:gd name="T62" fmla="*/ 2147483647 w 282"/>
                  <a:gd name="T63" fmla="*/ 2147483647 h 300"/>
                  <a:gd name="T64" fmla="*/ 2147483647 w 282"/>
                  <a:gd name="T65" fmla="*/ 2147483647 h 300"/>
                  <a:gd name="T66" fmla="*/ 2147483647 w 282"/>
                  <a:gd name="T67" fmla="*/ 2147483647 h 300"/>
                  <a:gd name="T68" fmla="*/ 2147483647 w 282"/>
                  <a:gd name="T69" fmla="*/ 2147483647 h 300"/>
                  <a:gd name="T70" fmla="*/ 2147483647 w 282"/>
                  <a:gd name="T71" fmla="*/ 2147483647 h 300"/>
                  <a:gd name="T72" fmla="*/ 2147483647 w 282"/>
                  <a:gd name="T73" fmla="*/ 2147483647 h 300"/>
                  <a:gd name="T74" fmla="*/ 2147483647 w 282"/>
                  <a:gd name="T75" fmla="*/ 2147483647 h 300"/>
                  <a:gd name="T76" fmla="*/ 2147483647 w 282"/>
                  <a:gd name="T77" fmla="*/ 2147483647 h 300"/>
                  <a:gd name="T78" fmla="*/ 2147483647 w 282"/>
                  <a:gd name="T79" fmla="*/ 2147483647 h 300"/>
                  <a:gd name="T80" fmla="*/ 0 w 282"/>
                  <a:gd name="T81" fmla="*/ 2147483647 h 300"/>
                  <a:gd name="T82" fmla="*/ 2147483647 w 282"/>
                  <a:gd name="T83" fmla="*/ 2147483647 h 300"/>
                  <a:gd name="T84" fmla="*/ 2147483647 w 282"/>
                  <a:gd name="T85" fmla="*/ 2147483647 h 300"/>
                  <a:gd name="T86" fmla="*/ 2147483647 w 282"/>
                  <a:gd name="T87" fmla="*/ 2147483647 h 300"/>
                  <a:gd name="T88" fmla="*/ 2147483647 w 282"/>
                  <a:gd name="T89" fmla="*/ 2147483647 h 300"/>
                  <a:gd name="T90" fmla="*/ 2147483647 w 282"/>
                  <a:gd name="T91" fmla="*/ 2147483647 h 300"/>
                  <a:gd name="T92" fmla="*/ 2147483647 w 282"/>
                  <a:gd name="T93" fmla="*/ 2147483647 h 300"/>
                  <a:gd name="T94" fmla="*/ 2147483647 w 282"/>
                  <a:gd name="T95" fmla="*/ 2147483647 h 300"/>
                  <a:gd name="T96" fmla="*/ 2147483647 w 282"/>
                  <a:gd name="T97" fmla="*/ 2147483647 h 300"/>
                  <a:gd name="T98" fmla="*/ 2147483647 w 282"/>
                  <a:gd name="T99" fmla="*/ 2147483647 h 300"/>
                  <a:gd name="T100" fmla="*/ 2147483647 w 282"/>
                  <a:gd name="T101" fmla="*/ 2147483647 h 300"/>
                  <a:gd name="T102" fmla="*/ 2147483647 w 282"/>
                  <a:gd name="T103" fmla="*/ 2147483647 h 300"/>
                  <a:gd name="T104" fmla="*/ 2147483647 w 282"/>
                  <a:gd name="T105" fmla="*/ 2147483647 h 300"/>
                  <a:gd name="T106" fmla="*/ 2147483647 w 282"/>
                  <a:gd name="T107" fmla="*/ 2147483647 h 300"/>
                  <a:gd name="T108" fmla="*/ 2147483647 w 282"/>
                  <a:gd name="T109" fmla="*/ 2147483647 h 300"/>
                  <a:gd name="T110" fmla="*/ 2147483647 w 282"/>
                  <a:gd name="T111" fmla="*/ 2147483647 h 30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82"/>
                  <a:gd name="T169" fmla="*/ 0 h 300"/>
                  <a:gd name="T170" fmla="*/ 282 w 282"/>
                  <a:gd name="T171" fmla="*/ 300 h 300"/>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82" h="300">
                    <a:moveTo>
                      <a:pt x="276" y="156"/>
                    </a:moveTo>
                    <a:lnTo>
                      <a:pt x="276" y="144"/>
                    </a:lnTo>
                    <a:lnTo>
                      <a:pt x="270" y="132"/>
                    </a:lnTo>
                    <a:lnTo>
                      <a:pt x="264" y="126"/>
                    </a:lnTo>
                    <a:lnTo>
                      <a:pt x="264" y="114"/>
                    </a:lnTo>
                    <a:lnTo>
                      <a:pt x="258" y="108"/>
                    </a:lnTo>
                    <a:lnTo>
                      <a:pt x="258" y="102"/>
                    </a:lnTo>
                    <a:lnTo>
                      <a:pt x="276" y="102"/>
                    </a:lnTo>
                    <a:lnTo>
                      <a:pt x="282" y="96"/>
                    </a:lnTo>
                    <a:lnTo>
                      <a:pt x="246" y="90"/>
                    </a:lnTo>
                    <a:lnTo>
                      <a:pt x="228" y="66"/>
                    </a:lnTo>
                    <a:lnTo>
                      <a:pt x="204" y="90"/>
                    </a:lnTo>
                    <a:lnTo>
                      <a:pt x="192" y="90"/>
                    </a:lnTo>
                    <a:lnTo>
                      <a:pt x="168" y="78"/>
                    </a:lnTo>
                    <a:lnTo>
                      <a:pt x="162" y="72"/>
                    </a:lnTo>
                    <a:lnTo>
                      <a:pt x="174" y="60"/>
                    </a:lnTo>
                    <a:lnTo>
                      <a:pt x="180" y="60"/>
                    </a:lnTo>
                    <a:lnTo>
                      <a:pt x="186" y="54"/>
                    </a:lnTo>
                    <a:lnTo>
                      <a:pt x="192" y="54"/>
                    </a:lnTo>
                    <a:lnTo>
                      <a:pt x="192" y="42"/>
                    </a:lnTo>
                    <a:lnTo>
                      <a:pt x="234" y="18"/>
                    </a:lnTo>
                    <a:lnTo>
                      <a:pt x="240" y="12"/>
                    </a:lnTo>
                    <a:lnTo>
                      <a:pt x="240" y="6"/>
                    </a:lnTo>
                    <a:lnTo>
                      <a:pt x="234" y="6"/>
                    </a:lnTo>
                    <a:lnTo>
                      <a:pt x="228" y="0"/>
                    </a:lnTo>
                    <a:lnTo>
                      <a:pt x="222" y="0"/>
                    </a:lnTo>
                    <a:lnTo>
                      <a:pt x="210" y="6"/>
                    </a:lnTo>
                    <a:lnTo>
                      <a:pt x="204" y="18"/>
                    </a:lnTo>
                    <a:lnTo>
                      <a:pt x="198" y="6"/>
                    </a:lnTo>
                    <a:lnTo>
                      <a:pt x="174" y="6"/>
                    </a:lnTo>
                    <a:lnTo>
                      <a:pt x="162" y="12"/>
                    </a:lnTo>
                    <a:lnTo>
                      <a:pt x="156" y="12"/>
                    </a:lnTo>
                    <a:lnTo>
                      <a:pt x="150" y="18"/>
                    </a:lnTo>
                    <a:lnTo>
                      <a:pt x="150" y="30"/>
                    </a:lnTo>
                    <a:lnTo>
                      <a:pt x="144" y="36"/>
                    </a:lnTo>
                    <a:lnTo>
                      <a:pt x="144" y="42"/>
                    </a:lnTo>
                    <a:lnTo>
                      <a:pt x="126" y="42"/>
                    </a:lnTo>
                    <a:lnTo>
                      <a:pt x="120" y="48"/>
                    </a:lnTo>
                    <a:lnTo>
                      <a:pt x="120" y="54"/>
                    </a:lnTo>
                    <a:lnTo>
                      <a:pt x="138" y="54"/>
                    </a:lnTo>
                    <a:lnTo>
                      <a:pt x="144" y="60"/>
                    </a:lnTo>
                    <a:lnTo>
                      <a:pt x="150" y="60"/>
                    </a:lnTo>
                    <a:lnTo>
                      <a:pt x="150" y="66"/>
                    </a:lnTo>
                    <a:lnTo>
                      <a:pt x="144" y="72"/>
                    </a:lnTo>
                    <a:lnTo>
                      <a:pt x="132" y="72"/>
                    </a:lnTo>
                    <a:lnTo>
                      <a:pt x="132" y="78"/>
                    </a:lnTo>
                    <a:lnTo>
                      <a:pt x="126" y="84"/>
                    </a:lnTo>
                    <a:lnTo>
                      <a:pt x="102" y="84"/>
                    </a:lnTo>
                    <a:lnTo>
                      <a:pt x="102" y="90"/>
                    </a:lnTo>
                    <a:lnTo>
                      <a:pt x="90" y="78"/>
                    </a:lnTo>
                    <a:lnTo>
                      <a:pt x="42" y="78"/>
                    </a:lnTo>
                    <a:lnTo>
                      <a:pt x="42" y="102"/>
                    </a:lnTo>
                    <a:lnTo>
                      <a:pt x="54" y="102"/>
                    </a:lnTo>
                    <a:lnTo>
                      <a:pt x="54" y="108"/>
                    </a:lnTo>
                    <a:lnTo>
                      <a:pt x="60" y="114"/>
                    </a:lnTo>
                    <a:lnTo>
                      <a:pt x="42" y="126"/>
                    </a:lnTo>
                    <a:lnTo>
                      <a:pt x="36" y="126"/>
                    </a:lnTo>
                    <a:lnTo>
                      <a:pt x="30" y="132"/>
                    </a:lnTo>
                    <a:lnTo>
                      <a:pt x="30" y="138"/>
                    </a:lnTo>
                    <a:lnTo>
                      <a:pt x="42" y="150"/>
                    </a:lnTo>
                    <a:lnTo>
                      <a:pt x="54" y="156"/>
                    </a:lnTo>
                    <a:lnTo>
                      <a:pt x="60" y="162"/>
                    </a:lnTo>
                    <a:lnTo>
                      <a:pt x="72" y="162"/>
                    </a:lnTo>
                    <a:lnTo>
                      <a:pt x="78" y="156"/>
                    </a:lnTo>
                    <a:lnTo>
                      <a:pt x="96" y="156"/>
                    </a:lnTo>
                    <a:lnTo>
                      <a:pt x="96" y="168"/>
                    </a:lnTo>
                    <a:lnTo>
                      <a:pt x="90" y="174"/>
                    </a:lnTo>
                    <a:lnTo>
                      <a:pt x="72" y="174"/>
                    </a:lnTo>
                    <a:lnTo>
                      <a:pt x="72" y="192"/>
                    </a:lnTo>
                    <a:lnTo>
                      <a:pt x="54" y="192"/>
                    </a:lnTo>
                    <a:lnTo>
                      <a:pt x="48" y="198"/>
                    </a:lnTo>
                    <a:lnTo>
                      <a:pt x="48" y="210"/>
                    </a:lnTo>
                    <a:lnTo>
                      <a:pt x="42" y="222"/>
                    </a:lnTo>
                    <a:lnTo>
                      <a:pt x="42" y="234"/>
                    </a:lnTo>
                    <a:lnTo>
                      <a:pt x="18" y="234"/>
                    </a:lnTo>
                    <a:lnTo>
                      <a:pt x="12" y="240"/>
                    </a:lnTo>
                    <a:lnTo>
                      <a:pt x="6" y="240"/>
                    </a:lnTo>
                    <a:lnTo>
                      <a:pt x="6" y="246"/>
                    </a:lnTo>
                    <a:lnTo>
                      <a:pt x="12" y="246"/>
                    </a:lnTo>
                    <a:lnTo>
                      <a:pt x="18" y="252"/>
                    </a:lnTo>
                    <a:lnTo>
                      <a:pt x="6" y="252"/>
                    </a:lnTo>
                    <a:lnTo>
                      <a:pt x="0" y="258"/>
                    </a:lnTo>
                    <a:lnTo>
                      <a:pt x="0" y="270"/>
                    </a:lnTo>
                    <a:lnTo>
                      <a:pt x="42" y="270"/>
                    </a:lnTo>
                    <a:lnTo>
                      <a:pt x="24" y="288"/>
                    </a:lnTo>
                    <a:lnTo>
                      <a:pt x="30" y="282"/>
                    </a:lnTo>
                    <a:lnTo>
                      <a:pt x="48" y="282"/>
                    </a:lnTo>
                    <a:lnTo>
                      <a:pt x="48" y="288"/>
                    </a:lnTo>
                    <a:lnTo>
                      <a:pt x="42" y="288"/>
                    </a:lnTo>
                    <a:lnTo>
                      <a:pt x="36" y="294"/>
                    </a:lnTo>
                    <a:lnTo>
                      <a:pt x="30" y="294"/>
                    </a:lnTo>
                    <a:lnTo>
                      <a:pt x="36" y="300"/>
                    </a:lnTo>
                    <a:lnTo>
                      <a:pt x="60" y="300"/>
                    </a:lnTo>
                    <a:lnTo>
                      <a:pt x="96" y="288"/>
                    </a:lnTo>
                    <a:lnTo>
                      <a:pt x="108" y="282"/>
                    </a:lnTo>
                    <a:lnTo>
                      <a:pt x="120" y="270"/>
                    </a:lnTo>
                    <a:lnTo>
                      <a:pt x="120" y="264"/>
                    </a:lnTo>
                    <a:lnTo>
                      <a:pt x="132" y="270"/>
                    </a:lnTo>
                    <a:lnTo>
                      <a:pt x="138" y="270"/>
                    </a:lnTo>
                    <a:lnTo>
                      <a:pt x="150" y="264"/>
                    </a:lnTo>
                    <a:lnTo>
                      <a:pt x="162" y="252"/>
                    </a:lnTo>
                    <a:lnTo>
                      <a:pt x="180" y="246"/>
                    </a:lnTo>
                    <a:lnTo>
                      <a:pt x="204" y="246"/>
                    </a:lnTo>
                    <a:lnTo>
                      <a:pt x="210" y="240"/>
                    </a:lnTo>
                    <a:lnTo>
                      <a:pt x="252" y="240"/>
                    </a:lnTo>
                    <a:lnTo>
                      <a:pt x="246" y="222"/>
                    </a:lnTo>
                    <a:lnTo>
                      <a:pt x="264" y="222"/>
                    </a:lnTo>
                    <a:lnTo>
                      <a:pt x="264" y="198"/>
                    </a:lnTo>
                    <a:lnTo>
                      <a:pt x="270" y="192"/>
                    </a:lnTo>
                    <a:lnTo>
                      <a:pt x="270" y="180"/>
                    </a:lnTo>
                    <a:lnTo>
                      <a:pt x="276" y="168"/>
                    </a:lnTo>
                    <a:lnTo>
                      <a:pt x="276" y="156"/>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57" name="Iceland" descr="© INSCALE GmbH, 05.05.2010&#10;http://www.presentationload.com/">
                <a:extLst>
                  <a:ext uri="{FF2B5EF4-FFF2-40B4-BE49-F238E27FC236}">
                    <a16:creationId xmlns:a16="http://schemas.microsoft.com/office/drawing/2014/main" id="{2CCDE34D-6BF2-E06D-9CD7-1943C679243C}"/>
                  </a:ext>
                </a:extLst>
              </p:cNvPr>
              <p:cNvSpPr>
                <a:spLocks/>
              </p:cNvSpPr>
              <p:nvPr/>
            </p:nvSpPr>
            <p:spPr bwMode="gray">
              <a:xfrm>
                <a:off x="2368" y="1238"/>
                <a:ext cx="145" cy="56"/>
              </a:xfrm>
              <a:custGeom>
                <a:avLst/>
                <a:gdLst>
                  <a:gd name="T0" fmla="*/ 2147483647 w 570"/>
                  <a:gd name="T1" fmla="*/ 2147483647 h 222"/>
                  <a:gd name="T2" fmla="*/ 2147483647 w 570"/>
                  <a:gd name="T3" fmla="*/ 2147483647 h 222"/>
                  <a:gd name="T4" fmla="*/ 2147483647 w 570"/>
                  <a:gd name="T5" fmla="*/ 2147483647 h 222"/>
                  <a:gd name="T6" fmla="*/ 2147483647 w 570"/>
                  <a:gd name="T7" fmla="*/ 2147483647 h 222"/>
                  <a:gd name="T8" fmla="*/ 2147483647 w 570"/>
                  <a:gd name="T9" fmla="*/ 2147483647 h 222"/>
                  <a:gd name="T10" fmla="*/ 2147483647 w 570"/>
                  <a:gd name="T11" fmla="*/ 2147483647 h 222"/>
                  <a:gd name="T12" fmla="*/ 2147483647 w 570"/>
                  <a:gd name="T13" fmla="*/ 2147483647 h 222"/>
                  <a:gd name="T14" fmla="*/ 2147483647 w 570"/>
                  <a:gd name="T15" fmla="*/ 2147483647 h 222"/>
                  <a:gd name="T16" fmla="*/ 2147483647 w 570"/>
                  <a:gd name="T17" fmla="*/ 2147483647 h 222"/>
                  <a:gd name="T18" fmla="*/ 2147483647 w 570"/>
                  <a:gd name="T19" fmla="*/ 2147483647 h 222"/>
                  <a:gd name="T20" fmla="*/ 2147483647 w 570"/>
                  <a:gd name="T21" fmla="*/ 2147483647 h 222"/>
                  <a:gd name="T22" fmla="*/ 2147483647 w 570"/>
                  <a:gd name="T23" fmla="*/ 2147483647 h 222"/>
                  <a:gd name="T24" fmla="*/ 2147483647 w 570"/>
                  <a:gd name="T25" fmla="*/ 2147483647 h 222"/>
                  <a:gd name="T26" fmla="*/ 2147483647 w 570"/>
                  <a:gd name="T27" fmla="*/ 2147483647 h 222"/>
                  <a:gd name="T28" fmla="*/ 2147483647 w 570"/>
                  <a:gd name="T29" fmla="*/ 2147483647 h 222"/>
                  <a:gd name="T30" fmla="*/ 2147483647 w 570"/>
                  <a:gd name="T31" fmla="*/ 2147483647 h 222"/>
                  <a:gd name="T32" fmla="*/ 2147483647 w 570"/>
                  <a:gd name="T33" fmla="*/ 2147483647 h 222"/>
                  <a:gd name="T34" fmla="*/ 2147483647 w 570"/>
                  <a:gd name="T35" fmla="*/ 2147483647 h 222"/>
                  <a:gd name="T36" fmla="*/ 2147483647 w 570"/>
                  <a:gd name="T37" fmla="*/ 2147483647 h 222"/>
                  <a:gd name="T38" fmla="*/ 2147483647 w 570"/>
                  <a:gd name="T39" fmla="*/ 2147483647 h 222"/>
                  <a:gd name="T40" fmla="*/ 2147483647 w 570"/>
                  <a:gd name="T41" fmla="*/ 2147483647 h 222"/>
                  <a:gd name="T42" fmla="*/ 2147483647 w 570"/>
                  <a:gd name="T43" fmla="*/ 2147483647 h 222"/>
                  <a:gd name="T44" fmla="*/ 2147483647 w 570"/>
                  <a:gd name="T45" fmla="*/ 2147483647 h 222"/>
                  <a:gd name="T46" fmla="*/ 2147483647 w 570"/>
                  <a:gd name="T47" fmla="*/ 2147483647 h 222"/>
                  <a:gd name="T48" fmla="*/ 2147483647 w 570"/>
                  <a:gd name="T49" fmla="*/ 2147483647 h 222"/>
                  <a:gd name="T50" fmla="*/ 2147483647 w 570"/>
                  <a:gd name="T51" fmla="*/ 2147483647 h 222"/>
                  <a:gd name="T52" fmla="*/ 2147483647 w 570"/>
                  <a:gd name="T53" fmla="*/ 2147483647 h 222"/>
                  <a:gd name="T54" fmla="*/ 2147483647 w 570"/>
                  <a:gd name="T55" fmla="*/ 2147483647 h 222"/>
                  <a:gd name="T56" fmla="*/ 2147483647 w 570"/>
                  <a:gd name="T57" fmla="*/ 2147483647 h 222"/>
                  <a:gd name="T58" fmla="*/ 2147483647 w 570"/>
                  <a:gd name="T59" fmla="*/ 2147483647 h 222"/>
                  <a:gd name="T60" fmla="*/ 2147483647 w 570"/>
                  <a:gd name="T61" fmla="*/ 2147483647 h 222"/>
                  <a:gd name="T62" fmla="*/ 2147483647 w 570"/>
                  <a:gd name="T63" fmla="*/ 2147483647 h 222"/>
                  <a:gd name="T64" fmla="*/ 2147483647 w 570"/>
                  <a:gd name="T65" fmla="*/ 2147483647 h 222"/>
                  <a:gd name="T66" fmla="*/ 0 w 570"/>
                  <a:gd name="T67" fmla="*/ 2147483647 h 222"/>
                  <a:gd name="T68" fmla="*/ 2147483647 w 570"/>
                  <a:gd name="T69" fmla="*/ 2147483647 h 222"/>
                  <a:gd name="T70" fmla="*/ 2147483647 w 570"/>
                  <a:gd name="T71" fmla="*/ 2147483647 h 222"/>
                  <a:gd name="T72" fmla="*/ 2147483647 w 570"/>
                  <a:gd name="T73" fmla="*/ 2147483647 h 222"/>
                  <a:gd name="T74" fmla="*/ 2147483647 w 570"/>
                  <a:gd name="T75" fmla="*/ 2147483647 h 222"/>
                  <a:gd name="T76" fmla="*/ 2147483647 w 570"/>
                  <a:gd name="T77" fmla="*/ 2147483647 h 222"/>
                  <a:gd name="T78" fmla="*/ 2147483647 w 570"/>
                  <a:gd name="T79" fmla="*/ 2147483647 h 222"/>
                  <a:gd name="T80" fmla="*/ 2147483647 w 570"/>
                  <a:gd name="T81" fmla="*/ 2147483647 h 222"/>
                  <a:gd name="T82" fmla="*/ 2147483647 w 570"/>
                  <a:gd name="T83" fmla="*/ 2147483647 h 222"/>
                  <a:gd name="T84" fmla="*/ 2147483647 w 570"/>
                  <a:gd name="T85" fmla="*/ 2147483647 h 222"/>
                  <a:gd name="T86" fmla="*/ 2147483647 w 570"/>
                  <a:gd name="T87" fmla="*/ 2147483647 h 222"/>
                  <a:gd name="T88" fmla="*/ 2147483647 w 570"/>
                  <a:gd name="T89" fmla="*/ 2147483647 h 222"/>
                  <a:gd name="T90" fmla="*/ 2147483647 w 570"/>
                  <a:gd name="T91" fmla="*/ 2147483647 h 222"/>
                  <a:gd name="T92" fmla="*/ 2147483647 w 570"/>
                  <a:gd name="T93" fmla="*/ 2147483647 h 22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570"/>
                  <a:gd name="T142" fmla="*/ 0 h 222"/>
                  <a:gd name="T143" fmla="*/ 570 w 570"/>
                  <a:gd name="T144" fmla="*/ 222 h 22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570" h="222">
                    <a:moveTo>
                      <a:pt x="252" y="222"/>
                    </a:moveTo>
                    <a:lnTo>
                      <a:pt x="270" y="216"/>
                    </a:lnTo>
                    <a:lnTo>
                      <a:pt x="306" y="216"/>
                    </a:lnTo>
                    <a:lnTo>
                      <a:pt x="312" y="204"/>
                    </a:lnTo>
                    <a:lnTo>
                      <a:pt x="312" y="192"/>
                    </a:lnTo>
                    <a:lnTo>
                      <a:pt x="324" y="198"/>
                    </a:lnTo>
                    <a:lnTo>
                      <a:pt x="330" y="198"/>
                    </a:lnTo>
                    <a:lnTo>
                      <a:pt x="342" y="204"/>
                    </a:lnTo>
                    <a:lnTo>
                      <a:pt x="348" y="204"/>
                    </a:lnTo>
                    <a:lnTo>
                      <a:pt x="360" y="192"/>
                    </a:lnTo>
                    <a:lnTo>
                      <a:pt x="360" y="186"/>
                    </a:lnTo>
                    <a:lnTo>
                      <a:pt x="372" y="186"/>
                    </a:lnTo>
                    <a:lnTo>
                      <a:pt x="378" y="192"/>
                    </a:lnTo>
                    <a:lnTo>
                      <a:pt x="390" y="192"/>
                    </a:lnTo>
                    <a:lnTo>
                      <a:pt x="414" y="180"/>
                    </a:lnTo>
                    <a:lnTo>
                      <a:pt x="432" y="168"/>
                    </a:lnTo>
                    <a:lnTo>
                      <a:pt x="456" y="156"/>
                    </a:lnTo>
                    <a:lnTo>
                      <a:pt x="474" y="156"/>
                    </a:lnTo>
                    <a:lnTo>
                      <a:pt x="480" y="162"/>
                    </a:lnTo>
                    <a:lnTo>
                      <a:pt x="492" y="162"/>
                    </a:lnTo>
                    <a:lnTo>
                      <a:pt x="504" y="156"/>
                    </a:lnTo>
                    <a:lnTo>
                      <a:pt x="510" y="144"/>
                    </a:lnTo>
                    <a:lnTo>
                      <a:pt x="510" y="138"/>
                    </a:lnTo>
                    <a:lnTo>
                      <a:pt x="516" y="126"/>
                    </a:lnTo>
                    <a:lnTo>
                      <a:pt x="528" y="126"/>
                    </a:lnTo>
                    <a:lnTo>
                      <a:pt x="552" y="114"/>
                    </a:lnTo>
                    <a:lnTo>
                      <a:pt x="564" y="102"/>
                    </a:lnTo>
                    <a:lnTo>
                      <a:pt x="570" y="102"/>
                    </a:lnTo>
                    <a:lnTo>
                      <a:pt x="552" y="102"/>
                    </a:lnTo>
                    <a:lnTo>
                      <a:pt x="570" y="84"/>
                    </a:lnTo>
                    <a:lnTo>
                      <a:pt x="570" y="78"/>
                    </a:lnTo>
                    <a:lnTo>
                      <a:pt x="564" y="72"/>
                    </a:lnTo>
                    <a:lnTo>
                      <a:pt x="552" y="66"/>
                    </a:lnTo>
                    <a:lnTo>
                      <a:pt x="540" y="66"/>
                    </a:lnTo>
                    <a:lnTo>
                      <a:pt x="534" y="72"/>
                    </a:lnTo>
                    <a:lnTo>
                      <a:pt x="528" y="72"/>
                    </a:lnTo>
                    <a:lnTo>
                      <a:pt x="534" y="60"/>
                    </a:lnTo>
                    <a:lnTo>
                      <a:pt x="504" y="60"/>
                    </a:lnTo>
                    <a:lnTo>
                      <a:pt x="522" y="36"/>
                    </a:lnTo>
                    <a:lnTo>
                      <a:pt x="504" y="36"/>
                    </a:lnTo>
                    <a:lnTo>
                      <a:pt x="510" y="18"/>
                    </a:lnTo>
                    <a:lnTo>
                      <a:pt x="480" y="24"/>
                    </a:lnTo>
                    <a:lnTo>
                      <a:pt x="474" y="18"/>
                    </a:lnTo>
                    <a:lnTo>
                      <a:pt x="462" y="12"/>
                    </a:lnTo>
                    <a:lnTo>
                      <a:pt x="456" y="6"/>
                    </a:lnTo>
                    <a:lnTo>
                      <a:pt x="444" y="0"/>
                    </a:lnTo>
                    <a:lnTo>
                      <a:pt x="432" y="0"/>
                    </a:lnTo>
                    <a:lnTo>
                      <a:pt x="432" y="24"/>
                    </a:lnTo>
                    <a:lnTo>
                      <a:pt x="414" y="30"/>
                    </a:lnTo>
                    <a:lnTo>
                      <a:pt x="408" y="30"/>
                    </a:lnTo>
                    <a:lnTo>
                      <a:pt x="402" y="24"/>
                    </a:lnTo>
                    <a:lnTo>
                      <a:pt x="378" y="24"/>
                    </a:lnTo>
                    <a:lnTo>
                      <a:pt x="372" y="30"/>
                    </a:lnTo>
                    <a:lnTo>
                      <a:pt x="366" y="42"/>
                    </a:lnTo>
                    <a:lnTo>
                      <a:pt x="360" y="36"/>
                    </a:lnTo>
                    <a:lnTo>
                      <a:pt x="348" y="30"/>
                    </a:lnTo>
                    <a:lnTo>
                      <a:pt x="342" y="24"/>
                    </a:lnTo>
                    <a:lnTo>
                      <a:pt x="336" y="24"/>
                    </a:lnTo>
                    <a:lnTo>
                      <a:pt x="330" y="30"/>
                    </a:lnTo>
                    <a:lnTo>
                      <a:pt x="330" y="60"/>
                    </a:lnTo>
                    <a:lnTo>
                      <a:pt x="324" y="48"/>
                    </a:lnTo>
                    <a:lnTo>
                      <a:pt x="318" y="42"/>
                    </a:lnTo>
                    <a:lnTo>
                      <a:pt x="306" y="36"/>
                    </a:lnTo>
                    <a:lnTo>
                      <a:pt x="300" y="24"/>
                    </a:lnTo>
                    <a:lnTo>
                      <a:pt x="288" y="24"/>
                    </a:lnTo>
                    <a:lnTo>
                      <a:pt x="288" y="30"/>
                    </a:lnTo>
                    <a:lnTo>
                      <a:pt x="270" y="30"/>
                    </a:lnTo>
                    <a:lnTo>
                      <a:pt x="264" y="36"/>
                    </a:lnTo>
                    <a:lnTo>
                      <a:pt x="264" y="54"/>
                    </a:lnTo>
                    <a:lnTo>
                      <a:pt x="252" y="54"/>
                    </a:lnTo>
                    <a:lnTo>
                      <a:pt x="240" y="42"/>
                    </a:lnTo>
                    <a:lnTo>
                      <a:pt x="228" y="36"/>
                    </a:lnTo>
                    <a:lnTo>
                      <a:pt x="222" y="30"/>
                    </a:lnTo>
                    <a:lnTo>
                      <a:pt x="216" y="30"/>
                    </a:lnTo>
                    <a:lnTo>
                      <a:pt x="216" y="48"/>
                    </a:lnTo>
                    <a:lnTo>
                      <a:pt x="210" y="60"/>
                    </a:lnTo>
                    <a:lnTo>
                      <a:pt x="210" y="72"/>
                    </a:lnTo>
                    <a:lnTo>
                      <a:pt x="204" y="72"/>
                    </a:lnTo>
                    <a:lnTo>
                      <a:pt x="192" y="60"/>
                    </a:lnTo>
                    <a:lnTo>
                      <a:pt x="186" y="60"/>
                    </a:lnTo>
                    <a:lnTo>
                      <a:pt x="162" y="84"/>
                    </a:lnTo>
                    <a:lnTo>
                      <a:pt x="162" y="90"/>
                    </a:lnTo>
                    <a:lnTo>
                      <a:pt x="156" y="84"/>
                    </a:lnTo>
                    <a:lnTo>
                      <a:pt x="144" y="60"/>
                    </a:lnTo>
                    <a:lnTo>
                      <a:pt x="162" y="42"/>
                    </a:lnTo>
                    <a:lnTo>
                      <a:pt x="162" y="36"/>
                    </a:lnTo>
                    <a:lnTo>
                      <a:pt x="156" y="30"/>
                    </a:lnTo>
                    <a:lnTo>
                      <a:pt x="108" y="6"/>
                    </a:lnTo>
                    <a:lnTo>
                      <a:pt x="96" y="6"/>
                    </a:lnTo>
                    <a:lnTo>
                      <a:pt x="96" y="36"/>
                    </a:lnTo>
                    <a:lnTo>
                      <a:pt x="90" y="36"/>
                    </a:lnTo>
                    <a:lnTo>
                      <a:pt x="84" y="30"/>
                    </a:lnTo>
                    <a:lnTo>
                      <a:pt x="78" y="30"/>
                    </a:lnTo>
                    <a:lnTo>
                      <a:pt x="66" y="24"/>
                    </a:lnTo>
                    <a:lnTo>
                      <a:pt x="54" y="24"/>
                    </a:lnTo>
                    <a:lnTo>
                      <a:pt x="42" y="30"/>
                    </a:lnTo>
                    <a:lnTo>
                      <a:pt x="30" y="42"/>
                    </a:lnTo>
                    <a:lnTo>
                      <a:pt x="48" y="54"/>
                    </a:lnTo>
                    <a:lnTo>
                      <a:pt x="30" y="54"/>
                    </a:lnTo>
                    <a:lnTo>
                      <a:pt x="18" y="60"/>
                    </a:lnTo>
                    <a:lnTo>
                      <a:pt x="12" y="66"/>
                    </a:lnTo>
                    <a:lnTo>
                      <a:pt x="0" y="66"/>
                    </a:lnTo>
                    <a:lnTo>
                      <a:pt x="6" y="72"/>
                    </a:lnTo>
                    <a:lnTo>
                      <a:pt x="18" y="78"/>
                    </a:lnTo>
                    <a:lnTo>
                      <a:pt x="30" y="78"/>
                    </a:lnTo>
                    <a:lnTo>
                      <a:pt x="54" y="66"/>
                    </a:lnTo>
                    <a:lnTo>
                      <a:pt x="66" y="66"/>
                    </a:lnTo>
                    <a:lnTo>
                      <a:pt x="72" y="60"/>
                    </a:lnTo>
                    <a:lnTo>
                      <a:pt x="78" y="60"/>
                    </a:lnTo>
                    <a:lnTo>
                      <a:pt x="126" y="72"/>
                    </a:lnTo>
                    <a:lnTo>
                      <a:pt x="90" y="90"/>
                    </a:lnTo>
                    <a:lnTo>
                      <a:pt x="102" y="90"/>
                    </a:lnTo>
                    <a:lnTo>
                      <a:pt x="108" y="96"/>
                    </a:lnTo>
                    <a:lnTo>
                      <a:pt x="114" y="96"/>
                    </a:lnTo>
                    <a:lnTo>
                      <a:pt x="120" y="102"/>
                    </a:lnTo>
                    <a:lnTo>
                      <a:pt x="114" y="102"/>
                    </a:lnTo>
                    <a:lnTo>
                      <a:pt x="108" y="108"/>
                    </a:lnTo>
                    <a:lnTo>
                      <a:pt x="6" y="108"/>
                    </a:lnTo>
                    <a:lnTo>
                      <a:pt x="0" y="114"/>
                    </a:lnTo>
                    <a:lnTo>
                      <a:pt x="12" y="120"/>
                    </a:lnTo>
                    <a:lnTo>
                      <a:pt x="60" y="120"/>
                    </a:lnTo>
                    <a:lnTo>
                      <a:pt x="84" y="132"/>
                    </a:lnTo>
                    <a:lnTo>
                      <a:pt x="90" y="138"/>
                    </a:lnTo>
                    <a:lnTo>
                      <a:pt x="126" y="132"/>
                    </a:lnTo>
                    <a:lnTo>
                      <a:pt x="108" y="150"/>
                    </a:lnTo>
                    <a:lnTo>
                      <a:pt x="120" y="156"/>
                    </a:lnTo>
                    <a:lnTo>
                      <a:pt x="114" y="162"/>
                    </a:lnTo>
                    <a:lnTo>
                      <a:pt x="114" y="168"/>
                    </a:lnTo>
                    <a:lnTo>
                      <a:pt x="108" y="174"/>
                    </a:lnTo>
                    <a:lnTo>
                      <a:pt x="90" y="174"/>
                    </a:lnTo>
                    <a:lnTo>
                      <a:pt x="78" y="180"/>
                    </a:lnTo>
                    <a:lnTo>
                      <a:pt x="54" y="180"/>
                    </a:lnTo>
                    <a:lnTo>
                      <a:pt x="54" y="186"/>
                    </a:lnTo>
                    <a:lnTo>
                      <a:pt x="66" y="192"/>
                    </a:lnTo>
                    <a:lnTo>
                      <a:pt x="120" y="192"/>
                    </a:lnTo>
                    <a:lnTo>
                      <a:pt x="132" y="186"/>
                    </a:lnTo>
                    <a:lnTo>
                      <a:pt x="138" y="180"/>
                    </a:lnTo>
                    <a:lnTo>
                      <a:pt x="168" y="198"/>
                    </a:lnTo>
                    <a:lnTo>
                      <a:pt x="180" y="186"/>
                    </a:lnTo>
                    <a:lnTo>
                      <a:pt x="180" y="198"/>
                    </a:lnTo>
                    <a:lnTo>
                      <a:pt x="228" y="222"/>
                    </a:lnTo>
                    <a:lnTo>
                      <a:pt x="252" y="222"/>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58" name="Hungary" descr="© INSCALE GmbH, 05.05.2010&#10;http://www.presentationload.com/">
                <a:extLst>
                  <a:ext uri="{FF2B5EF4-FFF2-40B4-BE49-F238E27FC236}">
                    <a16:creationId xmlns:a16="http://schemas.microsoft.com/office/drawing/2014/main" id="{E1FF1441-1095-A081-CE36-19585D20B6D1}"/>
                  </a:ext>
                </a:extLst>
              </p:cNvPr>
              <p:cNvSpPr>
                <a:spLocks/>
              </p:cNvSpPr>
              <p:nvPr/>
            </p:nvSpPr>
            <p:spPr bwMode="gray">
              <a:xfrm>
                <a:off x="2934" y="1579"/>
                <a:ext cx="108" cy="57"/>
              </a:xfrm>
              <a:custGeom>
                <a:avLst/>
                <a:gdLst>
                  <a:gd name="T0" fmla="*/ 2147483647 w 426"/>
                  <a:gd name="T1" fmla="*/ 2147483647 h 222"/>
                  <a:gd name="T2" fmla="*/ 2147483647 w 426"/>
                  <a:gd name="T3" fmla="*/ 2147483647 h 222"/>
                  <a:gd name="T4" fmla="*/ 2147483647 w 426"/>
                  <a:gd name="T5" fmla="*/ 2147483647 h 222"/>
                  <a:gd name="T6" fmla="*/ 0 w 426"/>
                  <a:gd name="T7" fmla="*/ 2147483647 h 222"/>
                  <a:gd name="T8" fmla="*/ 2147483647 w 426"/>
                  <a:gd name="T9" fmla="*/ 2147483647 h 222"/>
                  <a:gd name="T10" fmla="*/ 2147483647 w 426"/>
                  <a:gd name="T11" fmla="*/ 2147483647 h 222"/>
                  <a:gd name="T12" fmla="*/ 2147483647 w 426"/>
                  <a:gd name="T13" fmla="*/ 2147483647 h 222"/>
                  <a:gd name="T14" fmla="*/ 2147483647 w 426"/>
                  <a:gd name="T15" fmla="*/ 2147483647 h 222"/>
                  <a:gd name="T16" fmla="*/ 2147483647 w 426"/>
                  <a:gd name="T17" fmla="*/ 2147483647 h 222"/>
                  <a:gd name="T18" fmla="*/ 2147483647 w 426"/>
                  <a:gd name="T19" fmla="*/ 2147483647 h 222"/>
                  <a:gd name="T20" fmla="*/ 2147483647 w 426"/>
                  <a:gd name="T21" fmla="*/ 2147483647 h 222"/>
                  <a:gd name="T22" fmla="*/ 2147483647 w 426"/>
                  <a:gd name="T23" fmla="*/ 2147483647 h 222"/>
                  <a:gd name="T24" fmla="*/ 2147483647 w 426"/>
                  <a:gd name="T25" fmla="*/ 2147483647 h 222"/>
                  <a:gd name="T26" fmla="*/ 2147483647 w 426"/>
                  <a:gd name="T27" fmla="*/ 2147483647 h 222"/>
                  <a:gd name="T28" fmla="*/ 2147483647 w 426"/>
                  <a:gd name="T29" fmla="*/ 2147483647 h 222"/>
                  <a:gd name="T30" fmla="*/ 2147483647 w 426"/>
                  <a:gd name="T31" fmla="*/ 2147483647 h 222"/>
                  <a:gd name="T32" fmla="*/ 2147483647 w 426"/>
                  <a:gd name="T33" fmla="*/ 2147483647 h 222"/>
                  <a:gd name="T34" fmla="*/ 2147483647 w 426"/>
                  <a:gd name="T35" fmla="*/ 2147483647 h 222"/>
                  <a:gd name="T36" fmla="*/ 2147483647 w 426"/>
                  <a:gd name="T37" fmla="*/ 2147483647 h 222"/>
                  <a:gd name="T38" fmla="*/ 2147483647 w 426"/>
                  <a:gd name="T39" fmla="*/ 2147483647 h 222"/>
                  <a:gd name="T40" fmla="*/ 2147483647 w 426"/>
                  <a:gd name="T41" fmla="*/ 2147483647 h 222"/>
                  <a:gd name="T42" fmla="*/ 2147483647 w 426"/>
                  <a:gd name="T43" fmla="*/ 2147483647 h 222"/>
                  <a:gd name="T44" fmla="*/ 2147483647 w 426"/>
                  <a:gd name="T45" fmla="*/ 2147483647 h 222"/>
                  <a:gd name="T46" fmla="*/ 2147483647 w 426"/>
                  <a:gd name="T47" fmla="*/ 2147483647 h 222"/>
                  <a:gd name="T48" fmla="*/ 2147483647 w 426"/>
                  <a:gd name="T49" fmla="*/ 0 h 222"/>
                  <a:gd name="T50" fmla="*/ 2147483647 w 426"/>
                  <a:gd name="T51" fmla="*/ 2147483647 h 222"/>
                  <a:gd name="T52" fmla="*/ 2147483647 w 426"/>
                  <a:gd name="T53" fmla="*/ 0 h 222"/>
                  <a:gd name="T54" fmla="*/ 2147483647 w 426"/>
                  <a:gd name="T55" fmla="*/ 2147483647 h 222"/>
                  <a:gd name="T56" fmla="*/ 2147483647 w 426"/>
                  <a:gd name="T57" fmla="*/ 2147483647 h 222"/>
                  <a:gd name="T58" fmla="*/ 2147483647 w 426"/>
                  <a:gd name="T59" fmla="*/ 2147483647 h 222"/>
                  <a:gd name="T60" fmla="*/ 2147483647 w 426"/>
                  <a:gd name="T61" fmla="*/ 2147483647 h 222"/>
                  <a:gd name="T62" fmla="*/ 2147483647 w 426"/>
                  <a:gd name="T63" fmla="*/ 2147483647 h 222"/>
                  <a:gd name="T64" fmla="*/ 2147483647 w 426"/>
                  <a:gd name="T65" fmla="*/ 2147483647 h 222"/>
                  <a:gd name="T66" fmla="*/ 2147483647 w 426"/>
                  <a:gd name="T67" fmla="*/ 2147483647 h 222"/>
                  <a:gd name="T68" fmla="*/ 2147483647 w 426"/>
                  <a:gd name="T69" fmla="*/ 2147483647 h 222"/>
                  <a:gd name="T70" fmla="*/ 2147483647 w 426"/>
                  <a:gd name="T71" fmla="*/ 2147483647 h 22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26"/>
                  <a:gd name="T109" fmla="*/ 0 h 222"/>
                  <a:gd name="T110" fmla="*/ 426 w 426"/>
                  <a:gd name="T111" fmla="*/ 222 h 22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26" h="222">
                    <a:moveTo>
                      <a:pt x="42" y="66"/>
                    </a:moveTo>
                    <a:lnTo>
                      <a:pt x="24" y="66"/>
                    </a:lnTo>
                    <a:lnTo>
                      <a:pt x="18" y="78"/>
                    </a:lnTo>
                    <a:lnTo>
                      <a:pt x="30" y="78"/>
                    </a:lnTo>
                    <a:lnTo>
                      <a:pt x="18" y="96"/>
                    </a:lnTo>
                    <a:lnTo>
                      <a:pt x="18" y="120"/>
                    </a:lnTo>
                    <a:lnTo>
                      <a:pt x="0" y="120"/>
                    </a:lnTo>
                    <a:lnTo>
                      <a:pt x="0" y="126"/>
                    </a:lnTo>
                    <a:lnTo>
                      <a:pt x="6" y="132"/>
                    </a:lnTo>
                    <a:lnTo>
                      <a:pt x="12" y="150"/>
                    </a:lnTo>
                    <a:lnTo>
                      <a:pt x="30" y="162"/>
                    </a:lnTo>
                    <a:lnTo>
                      <a:pt x="42" y="168"/>
                    </a:lnTo>
                    <a:lnTo>
                      <a:pt x="48" y="174"/>
                    </a:lnTo>
                    <a:lnTo>
                      <a:pt x="48" y="180"/>
                    </a:lnTo>
                    <a:lnTo>
                      <a:pt x="60" y="192"/>
                    </a:lnTo>
                    <a:lnTo>
                      <a:pt x="72" y="198"/>
                    </a:lnTo>
                    <a:lnTo>
                      <a:pt x="78" y="204"/>
                    </a:lnTo>
                    <a:lnTo>
                      <a:pt x="90" y="210"/>
                    </a:lnTo>
                    <a:lnTo>
                      <a:pt x="108" y="210"/>
                    </a:lnTo>
                    <a:lnTo>
                      <a:pt x="114" y="222"/>
                    </a:lnTo>
                    <a:lnTo>
                      <a:pt x="156" y="216"/>
                    </a:lnTo>
                    <a:lnTo>
                      <a:pt x="168" y="210"/>
                    </a:lnTo>
                    <a:lnTo>
                      <a:pt x="174" y="204"/>
                    </a:lnTo>
                    <a:lnTo>
                      <a:pt x="198" y="204"/>
                    </a:lnTo>
                    <a:lnTo>
                      <a:pt x="216" y="186"/>
                    </a:lnTo>
                    <a:lnTo>
                      <a:pt x="240" y="186"/>
                    </a:lnTo>
                    <a:lnTo>
                      <a:pt x="258" y="198"/>
                    </a:lnTo>
                    <a:lnTo>
                      <a:pt x="288" y="192"/>
                    </a:lnTo>
                    <a:lnTo>
                      <a:pt x="288" y="174"/>
                    </a:lnTo>
                    <a:lnTo>
                      <a:pt x="306" y="180"/>
                    </a:lnTo>
                    <a:lnTo>
                      <a:pt x="312" y="174"/>
                    </a:lnTo>
                    <a:lnTo>
                      <a:pt x="324" y="168"/>
                    </a:lnTo>
                    <a:lnTo>
                      <a:pt x="330" y="162"/>
                    </a:lnTo>
                    <a:lnTo>
                      <a:pt x="330" y="144"/>
                    </a:lnTo>
                    <a:lnTo>
                      <a:pt x="336" y="138"/>
                    </a:lnTo>
                    <a:lnTo>
                      <a:pt x="348" y="132"/>
                    </a:lnTo>
                    <a:lnTo>
                      <a:pt x="366" y="114"/>
                    </a:lnTo>
                    <a:lnTo>
                      <a:pt x="366" y="72"/>
                    </a:lnTo>
                    <a:lnTo>
                      <a:pt x="378" y="60"/>
                    </a:lnTo>
                    <a:lnTo>
                      <a:pt x="408" y="60"/>
                    </a:lnTo>
                    <a:lnTo>
                      <a:pt x="426" y="42"/>
                    </a:lnTo>
                    <a:lnTo>
                      <a:pt x="420" y="36"/>
                    </a:lnTo>
                    <a:lnTo>
                      <a:pt x="408" y="36"/>
                    </a:lnTo>
                    <a:lnTo>
                      <a:pt x="402" y="30"/>
                    </a:lnTo>
                    <a:lnTo>
                      <a:pt x="396" y="30"/>
                    </a:lnTo>
                    <a:lnTo>
                      <a:pt x="372" y="6"/>
                    </a:lnTo>
                    <a:lnTo>
                      <a:pt x="348" y="6"/>
                    </a:lnTo>
                    <a:lnTo>
                      <a:pt x="336" y="12"/>
                    </a:lnTo>
                    <a:lnTo>
                      <a:pt x="324" y="12"/>
                    </a:lnTo>
                    <a:lnTo>
                      <a:pt x="324" y="0"/>
                    </a:lnTo>
                    <a:lnTo>
                      <a:pt x="312" y="0"/>
                    </a:lnTo>
                    <a:lnTo>
                      <a:pt x="312" y="18"/>
                    </a:lnTo>
                    <a:lnTo>
                      <a:pt x="294" y="12"/>
                    </a:lnTo>
                    <a:lnTo>
                      <a:pt x="294" y="0"/>
                    </a:lnTo>
                    <a:lnTo>
                      <a:pt x="270" y="0"/>
                    </a:lnTo>
                    <a:lnTo>
                      <a:pt x="264" y="12"/>
                    </a:lnTo>
                    <a:lnTo>
                      <a:pt x="252" y="24"/>
                    </a:lnTo>
                    <a:lnTo>
                      <a:pt x="246" y="24"/>
                    </a:lnTo>
                    <a:lnTo>
                      <a:pt x="234" y="30"/>
                    </a:lnTo>
                    <a:lnTo>
                      <a:pt x="210" y="30"/>
                    </a:lnTo>
                    <a:lnTo>
                      <a:pt x="204" y="42"/>
                    </a:lnTo>
                    <a:lnTo>
                      <a:pt x="168" y="36"/>
                    </a:lnTo>
                    <a:lnTo>
                      <a:pt x="156" y="60"/>
                    </a:lnTo>
                    <a:lnTo>
                      <a:pt x="144" y="60"/>
                    </a:lnTo>
                    <a:lnTo>
                      <a:pt x="126" y="66"/>
                    </a:lnTo>
                    <a:lnTo>
                      <a:pt x="84" y="66"/>
                    </a:lnTo>
                    <a:lnTo>
                      <a:pt x="78" y="60"/>
                    </a:lnTo>
                    <a:lnTo>
                      <a:pt x="72" y="48"/>
                    </a:lnTo>
                    <a:lnTo>
                      <a:pt x="66" y="42"/>
                    </a:lnTo>
                    <a:lnTo>
                      <a:pt x="54" y="60"/>
                    </a:lnTo>
                    <a:lnTo>
                      <a:pt x="42" y="54"/>
                    </a:lnTo>
                    <a:lnTo>
                      <a:pt x="42" y="66"/>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59" name="Greece" descr="© INSCALE GmbH, 05.05.2010&#10;http://www.presentationload.com/">
                <a:extLst>
                  <a:ext uri="{FF2B5EF4-FFF2-40B4-BE49-F238E27FC236}">
                    <a16:creationId xmlns:a16="http://schemas.microsoft.com/office/drawing/2014/main" id="{E41BB44F-3558-CF8D-B9ED-CCB12F752DEA}"/>
                  </a:ext>
                </a:extLst>
              </p:cNvPr>
              <p:cNvSpPr>
                <a:spLocks noEditPoints="1"/>
              </p:cNvSpPr>
              <p:nvPr/>
            </p:nvSpPr>
            <p:spPr bwMode="gray">
              <a:xfrm>
                <a:off x="3007" y="1716"/>
                <a:ext cx="135" cy="140"/>
              </a:xfrm>
              <a:custGeom>
                <a:avLst/>
                <a:gdLst>
                  <a:gd name="T0" fmla="*/ 0 w 534"/>
                  <a:gd name="T1" fmla="*/ 2147483647 h 552"/>
                  <a:gd name="T2" fmla="*/ 2147483647 w 534"/>
                  <a:gd name="T3" fmla="*/ 2147483647 h 552"/>
                  <a:gd name="T4" fmla="*/ 2147483647 w 534"/>
                  <a:gd name="T5" fmla="*/ 2147483647 h 552"/>
                  <a:gd name="T6" fmla="*/ 2147483647 w 534"/>
                  <a:gd name="T7" fmla="*/ 2147483647 h 552"/>
                  <a:gd name="T8" fmla="*/ 2147483647 w 534"/>
                  <a:gd name="T9" fmla="*/ 2147483647 h 552"/>
                  <a:gd name="T10" fmla="*/ 2147483647 w 534"/>
                  <a:gd name="T11" fmla="*/ 2147483647 h 552"/>
                  <a:gd name="T12" fmla="*/ 2147483647 w 534"/>
                  <a:gd name="T13" fmla="*/ 2147483647 h 552"/>
                  <a:gd name="T14" fmla="*/ 2147483647 w 534"/>
                  <a:gd name="T15" fmla="*/ 2147483647 h 552"/>
                  <a:gd name="T16" fmla="*/ 2147483647 w 534"/>
                  <a:gd name="T17" fmla="*/ 2147483647 h 552"/>
                  <a:gd name="T18" fmla="*/ 2147483647 w 534"/>
                  <a:gd name="T19" fmla="*/ 2147483647 h 552"/>
                  <a:gd name="T20" fmla="*/ 2147483647 w 534"/>
                  <a:gd name="T21" fmla="*/ 2147483647 h 552"/>
                  <a:gd name="T22" fmla="*/ 2147483647 w 534"/>
                  <a:gd name="T23" fmla="*/ 2147483647 h 552"/>
                  <a:gd name="T24" fmla="*/ 2147483647 w 534"/>
                  <a:gd name="T25" fmla="*/ 2147483647 h 552"/>
                  <a:gd name="T26" fmla="*/ 2147483647 w 534"/>
                  <a:gd name="T27" fmla="*/ 2147483647 h 552"/>
                  <a:gd name="T28" fmla="*/ 2147483647 w 534"/>
                  <a:gd name="T29" fmla="*/ 2147483647 h 552"/>
                  <a:gd name="T30" fmla="*/ 2147483647 w 534"/>
                  <a:gd name="T31" fmla="*/ 2147483647 h 552"/>
                  <a:gd name="T32" fmla="*/ 2147483647 w 534"/>
                  <a:gd name="T33" fmla="*/ 2147483647 h 552"/>
                  <a:gd name="T34" fmla="*/ 2147483647 w 534"/>
                  <a:gd name="T35" fmla="*/ 2147483647 h 552"/>
                  <a:gd name="T36" fmla="*/ 2147483647 w 534"/>
                  <a:gd name="T37" fmla="*/ 2147483647 h 552"/>
                  <a:gd name="T38" fmla="*/ 2147483647 w 534"/>
                  <a:gd name="T39" fmla="*/ 2147483647 h 552"/>
                  <a:gd name="T40" fmla="*/ 2147483647 w 534"/>
                  <a:gd name="T41" fmla="*/ 2147483647 h 552"/>
                  <a:gd name="T42" fmla="*/ 2147483647 w 534"/>
                  <a:gd name="T43" fmla="*/ 2147483647 h 552"/>
                  <a:gd name="T44" fmla="*/ 2147483647 w 534"/>
                  <a:gd name="T45" fmla="*/ 2147483647 h 552"/>
                  <a:gd name="T46" fmla="*/ 2147483647 w 534"/>
                  <a:gd name="T47" fmla="*/ 2147483647 h 552"/>
                  <a:gd name="T48" fmla="*/ 2147483647 w 534"/>
                  <a:gd name="T49" fmla="*/ 2147483647 h 552"/>
                  <a:gd name="T50" fmla="*/ 2147483647 w 534"/>
                  <a:gd name="T51" fmla="*/ 2147483647 h 552"/>
                  <a:gd name="T52" fmla="*/ 2147483647 w 534"/>
                  <a:gd name="T53" fmla="*/ 2147483647 h 552"/>
                  <a:gd name="T54" fmla="*/ 2147483647 w 534"/>
                  <a:gd name="T55" fmla="*/ 2147483647 h 552"/>
                  <a:gd name="T56" fmla="*/ 2147483647 w 534"/>
                  <a:gd name="T57" fmla="*/ 2147483647 h 552"/>
                  <a:gd name="T58" fmla="*/ 2147483647 w 534"/>
                  <a:gd name="T59" fmla="*/ 2147483647 h 552"/>
                  <a:gd name="T60" fmla="*/ 2147483647 w 534"/>
                  <a:gd name="T61" fmla="*/ 2147483647 h 552"/>
                  <a:gd name="T62" fmla="*/ 2147483647 w 534"/>
                  <a:gd name="T63" fmla="*/ 2147483647 h 552"/>
                  <a:gd name="T64" fmla="*/ 2147483647 w 534"/>
                  <a:gd name="T65" fmla="*/ 2147483647 h 552"/>
                  <a:gd name="T66" fmla="*/ 2147483647 w 534"/>
                  <a:gd name="T67" fmla="*/ 2147483647 h 552"/>
                  <a:gd name="T68" fmla="*/ 2147483647 w 534"/>
                  <a:gd name="T69" fmla="*/ 2147483647 h 552"/>
                  <a:gd name="T70" fmla="*/ 2147483647 w 534"/>
                  <a:gd name="T71" fmla="*/ 2147483647 h 552"/>
                  <a:gd name="T72" fmla="*/ 2147483647 w 534"/>
                  <a:gd name="T73" fmla="*/ 2147483647 h 552"/>
                  <a:gd name="T74" fmla="*/ 2147483647 w 534"/>
                  <a:gd name="T75" fmla="*/ 2147483647 h 552"/>
                  <a:gd name="T76" fmla="*/ 2147483647 w 534"/>
                  <a:gd name="T77" fmla="*/ 2147483647 h 552"/>
                  <a:gd name="T78" fmla="*/ 2147483647 w 534"/>
                  <a:gd name="T79" fmla="*/ 2147483647 h 552"/>
                  <a:gd name="T80" fmla="*/ 2147483647 w 534"/>
                  <a:gd name="T81" fmla="*/ 2147483647 h 552"/>
                  <a:gd name="T82" fmla="*/ 2147483647 w 534"/>
                  <a:gd name="T83" fmla="*/ 2147483647 h 552"/>
                  <a:gd name="T84" fmla="*/ 2147483647 w 534"/>
                  <a:gd name="T85" fmla="*/ 2147483647 h 552"/>
                  <a:gd name="T86" fmla="*/ 2147483647 w 534"/>
                  <a:gd name="T87" fmla="*/ 2147483647 h 552"/>
                  <a:gd name="T88" fmla="*/ 2147483647 w 534"/>
                  <a:gd name="T89" fmla="*/ 2147483647 h 552"/>
                  <a:gd name="T90" fmla="*/ 2147483647 w 534"/>
                  <a:gd name="T91" fmla="*/ 2147483647 h 552"/>
                  <a:gd name="T92" fmla="*/ 2147483647 w 534"/>
                  <a:gd name="T93" fmla="*/ 2147483647 h 552"/>
                  <a:gd name="T94" fmla="*/ 2147483647 w 534"/>
                  <a:gd name="T95" fmla="*/ 2147483647 h 552"/>
                  <a:gd name="T96" fmla="*/ 2147483647 w 534"/>
                  <a:gd name="T97" fmla="*/ 2147483647 h 552"/>
                  <a:gd name="T98" fmla="*/ 2147483647 w 534"/>
                  <a:gd name="T99" fmla="*/ 2147483647 h 552"/>
                  <a:gd name="T100" fmla="*/ 2147483647 w 534"/>
                  <a:gd name="T101" fmla="*/ 2147483647 h 552"/>
                  <a:gd name="T102" fmla="*/ 2147483647 w 534"/>
                  <a:gd name="T103" fmla="*/ 2147483647 h 552"/>
                  <a:gd name="T104" fmla="*/ 2147483647 w 534"/>
                  <a:gd name="T105" fmla="*/ 2147483647 h 552"/>
                  <a:gd name="T106" fmla="*/ 2147483647 w 534"/>
                  <a:gd name="T107" fmla="*/ 2147483647 h 55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534"/>
                  <a:gd name="T163" fmla="*/ 0 h 552"/>
                  <a:gd name="T164" fmla="*/ 534 w 534"/>
                  <a:gd name="T165" fmla="*/ 552 h 55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534" h="552">
                    <a:moveTo>
                      <a:pt x="240" y="108"/>
                    </a:moveTo>
                    <a:lnTo>
                      <a:pt x="270" y="126"/>
                    </a:lnTo>
                    <a:lnTo>
                      <a:pt x="282" y="120"/>
                    </a:lnTo>
                    <a:lnTo>
                      <a:pt x="240" y="108"/>
                    </a:lnTo>
                    <a:close/>
                    <a:moveTo>
                      <a:pt x="24" y="258"/>
                    </a:moveTo>
                    <a:lnTo>
                      <a:pt x="0" y="282"/>
                    </a:lnTo>
                    <a:lnTo>
                      <a:pt x="42" y="294"/>
                    </a:lnTo>
                    <a:lnTo>
                      <a:pt x="24" y="258"/>
                    </a:lnTo>
                    <a:close/>
                    <a:moveTo>
                      <a:pt x="312" y="414"/>
                    </a:moveTo>
                    <a:lnTo>
                      <a:pt x="312" y="420"/>
                    </a:lnTo>
                    <a:lnTo>
                      <a:pt x="324" y="420"/>
                    </a:lnTo>
                    <a:lnTo>
                      <a:pt x="324" y="414"/>
                    </a:lnTo>
                    <a:lnTo>
                      <a:pt x="318" y="408"/>
                    </a:lnTo>
                    <a:lnTo>
                      <a:pt x="312" y="408"/>
                    </a:lnTo>
                    <a:lnTo>
                      <a:pt x="312" y="414"/>
                    </a:lnTo>
                    <a:close/>
                    <a:moveTo>
                      <a:pt x="306" y="390"/>
                    </a:moveTo>
                    <a:lnTo>
                      <a:pt x="300" y="378"/>
                    </a:lnTo>
                    <a:lnTo>
                      <a:pt x="294" y="390"/>
                    </a:lnTo>
                    <a:lnTo>
                      <a:pt x="306" y="390"/>
                    </a:lnTo>
                    <a:close/>
                    <a:moveTo>
                      <a:pt x="294" y="294"/>
                    </a:moveTo>
                    <a:lnTo>
                      <a:pt x="318" y="336"/>
                    </a:lnTo>
                    <a:lnTo>
                      <a:pt x="330" y="318"/>
                    </a:lnTo>
                    <a:lnTo>
                      <a:pt x="294" y="294"/>
                    </a:lnTo>
                    <a:close/>
                    <a:moveTo>
                      <a:pt x="108" y="264"/>
                    </a:moveTo>
                    <a:lnTo>
                      <a:pt x="138" y="264"/>
                    </a:lnTo>
                    <a:lnTo>
                      <a:pt x="144" y="270"/>
                    </a:lnTo>
                    <a:lnTo>
                      <a:pt x="156" y="270"/>
                    </a:lnTo>
                    <a:lnTo>
                      <a:pt x="180" y="282"/>
                    </a:lnTo>
                    <a:lnTo>
                      <a:pt x="192" y="282"/>
                    </a:lnTo>
                    <a:lnTo>
                      <a:pt x="198" y="288"/>
                    </a:lnTo>
                    <a:lnTo>
                      <a:pt x="204" y="288"/>
                    </a:lnTo>
                    <a:lnTo>
                      <a:pt x="216" y="300"/>
                    </a:lnTo>
                    <a:lnTo>
                      <a:pt x="228" y="306"/>
                    </a:lnTo>
                    <a:lnTo>
                      <a:pt x="234" y="312"/>
                    </a:lnTo>
                    <a:lnTo>
                      <a:pt x="246" y="312"/>
                    </a:lnTo>
                    <a:lnTo>
                      <a:pt x="252" y="306"/>
                    </a:lnTo>
                    <a:lnTo>
                      <a:pt x="252" y="288"/>
                    </a:lnTo>
                    <a:lnTo>
                      <a:pt x="228" y="264"/>
                    </a:lnTo>
                    <a:lnTo>
                      <a:pt x="216" y="258"/>
                    </a:lnTo>
                    <a:lnTo>
                      <a:pt x="210" y="252"/>
                    </a:lnTo>
                    <a:lnTo>
                      <a:pt x="204" y="252"/>
                    </a:lnTo>
                    <a:lnTo>
                      <a:pt x="198" y="246"/>
                    </a:lnTo>
                    <a:lnTo>
                      <a:pt x="186" y="246"/>
                    </a:lnTo>
                    <a:lnTo>
                      <a:pt x="174" y="234"/>
                    </a:lnTo>
                    <a:lnTo>
                      <a:pt x="168" y="234"/>
                    </a:lnTo>
                    <a:lnTo>
                      <a:pt x="174" y="228"/>
                    </a:lnTo>
                    <a:lnTo>
                      <a:pt x="192" y="228"/>
                    </a:lnTo>
                    <a:lnTo>
                      <a:pt x="198" y="240"/>
                    </a:lnTo>
                    <a:lnTo>
                      <a:pt x="222" y="252"/>
                    </a:lnTo>
                    <a:lnTo>
                      <a:pt x="234" y="264"/>
                    </a:lnTo>
                    <a:lnTo>
                      <a:pt x="258" y="264"/>
                    </a:lnTo>
                    <a:lnTo>
                      <a:pt x="270" y="252"/>
                    </a:lnTo>
                    <a:lnTo>
                      <a:pt x="258" y="240"/>
                    </a:lnTo>
                    <a:lnTo>
                      <a:pt x="246" y="240"/>
                    </a:lnTo>
                    <a:lnTo>
                      <a:pt x="234" y="234"/>
                    </a:lnTo>
                    <a:lnTo>
                      <a:pt x="222" y="234"/>
                    </a:lnTo>
                    <a:lnTo>
                      <a:pt x="210" y="228"/>
                    </a:lnTo>
                    <a:lnTo>
                      <a:pt x="204" y="216"/>
                    </a:lnTo>
                    <a:lnTo>
                      <a:pt x="198" y="210"/>
                    </a:lnTo>
                    <a:lnTo>
                      <a:pt x="198" y="204"/>
                    </a:lnTo>
                    <a:lnTo>
                      <a:pt x="192" y="192"/>
                    </a:lnTo>
                    <a:lnTo>
                      <a:pt x="186" y="186"/>
                    </a:lnTo>
                    <a:lnTo>
                      <a:pt x="174" y="162"/>
                    </a:lnTo>
                    <a:lnTo>
                      <a:pt x="168" y="156"/>
                    </a:lnTo>
                    <a:lnTo>
                      <a:pt x="162" y="144"/>
                    </a:lnTo>
                    <a:lnTo>
                      <a:pt x="150" y="132"/>
                    </a:lnTo>
                    <a:lnTo>
                      <a:pt x="150" y="120"/>
                    </a:lnTo>
                    <a:lnTo>
                      <a:pt x="144" y="114"/>
                    </a:lnTo>
                    <a:lnTo>
                      <a:pt x="144" y="102"/>
                    </a:lnTo>
                    <a:lnTo>
                      <a:pt x="150" y="96"/>
                    </a:lnTo>
                    <a:lnTo>
                      <a:pt x="156" y="96"/>
                    </a:lnTo>
                    <a:lnTo>
                      <a:pt x="162" y="102"/>
                    </a:lnTo>
                    <a:lnTo>
                      <a:pt x="162" y="108"/>
                    </a:lnTo>
                    <a:lnTo>
                      <a:pt x="168" y="114"/>
                    </a:lnTo>
                    <a:lnTo>
                      <a:pt x="180" y="114"/>
                    </a:lnTo>
                    <a:lnTo>
                      <a:pt x="180" y="120"/>
                    </a:lnTo>
                    <a:lnTo>
                      <a:pt x="186" y="120"/>
                    </a:lnTo>
                    <a:lnTo>
                      <a:pt x="198" y="132"/>
                    </a:lnTo>
                    <a:lnTo>
                      <a:pt x="198" y="144"/>
                    </a:lnTo>
                    <a:lnTo>
                      <a:pt x="204" y="144"/>
                    </a:lnTo>
                    <a:lnTo>
                      <a:pt x="210" y="138"/>
                    </a:lnTo>
                    <a:lnTo>
                      <a:pt x="216" y="138"/>
                    </a:lnTo>
                    <a:lnTo>
                      <a:pt x="204" y="120"/>
                    </a:lnTo>
                    <a:lnTo>
                      <a:pt x="210" y="120"/>
                    </a:lnTo>
                    <a:lnTo>
                      <a:pt x="234" y="132"/>
                    </a:lnTo>
                    <a:lnTo>
                      <a:pt x="222" y="114"/>
                    </a:lnTo>
                    <a:lnTo>
                      <a:pt x="228" y="108"/>
                    </a:lnTo>
                    <a:lnTo>
                      <a:pt x="228" y="84"/>
                    </a:lnTo>
                    <a:lnTo>
                      <a:pt x="240" y="72"/>
                    </a:lnTo>
                    <a:lnTo>
                      <a:pt x="270" y="72"/>
                    </a:lnTo>
                    <a:lnTo>
                      <a:pt x="276" y="78"/>
                    </a:lnTo>
                    <a:lnTo>
                      <a:pt x="276" y="90"/>
                    </a:lnTo>
                    <a:lnTo>
                      <a:pt x="288" y="90"/>
                    </a:lnTo>
                    <a:lnTo>
                      <a:pt x="294" y="84"/>
                    </a:lnTo>
                    <a:lnTo>
                      <a:pt x="300" y="72"/>
                    </a:lnTo>
                    <a:lnTo>
                      <a:pt x="306" y="66"/>
                    </a:lnTo>
                    <a:lnTo>
                      <a:pt x="342" y="66"/>
                    </a:lnTo>
                    <a:lnTo>
                      <a:pt x="360" y="72"/>
                    </a:lnTo>
                    <a:lnTo>
                      <a:pt x="372" y="72"/>
                    </a:lnTo>
                    <a:lnTo>
                      <a:pt x="378" y="78"/>
                    </a:lnTo>
                    <a:lnTo>
                      <a:pt x="384" y="78"/>
                    </a:lnTo>
                    <a:lnTo>
                      <a:pt x="384" y="72"/>
                    </a:lnTo>
                    <a:lnTo>
                      <a:pt x="390" y="60"/>
                    </a:lnTo>
                    <a:lnTo>
                      <a:pt x="390" y="48"/>
                    </a:lnTo>
                    <a:lnTo>
                      <a:pt x="384" y="42"/>
                    </a:lnTo>
                    <a:lnTo>
                      <a:pt x="384" y="36"/>
                    </a:lnTo>
                    <a:lnTo>
                      <a:pt x="390" y="30"/>
                    </a:lnTo>
                    <a:lnTo>
                      <a:pt x="408" y="30"/>
                    </a:lnTo>
                    <a:lnTo>
                      <a:pt x="408" y="18"/>
                    </a:lnTo>
                    <a:lnTo>
                      <a:pt x="402" y="12"/>
                    </a:lnTo>
                    <a:lnTo>
                      <a:pt x="402" y="6"/>
                    </a:lnTo>
                    <a:lnTo>
                      <a:pt x="390" y="6"/>
                    </a:lnTo>
                    <a:lnTo>
                      <a:pt x="384" y="0"/>
                    </a:lnTo>
                    <a:lnTo>
                      <a:pt x="366" y="6"/>
                    </a:lnTo>
                    <a:lnTo>
                      <a:pt x="372" y="12"/>
                    </a:lnTo>
                    <a:lnTo>
                      <a:pt x="372" y="30"/>
                    </a:lnTo>
                    <a:lnTo>
                      <a:pt x="366" y="36"/>
                    </a:lnTo>
                    <a:lnTo>
                      <a:pt x="348" y="36"/>
                    </a:lnTo>
                    <a:lnTo>
                      <a:pt x="336" y="24"/>
                    </a:lnTo>
                    <a:lnTo>
                      <a:pt x="324" y="36"/>
                    </a:lnTo>
                    <a:lnTo>
                      <a:pt x="312" y="36"/>
                    </a:lnTo>
                    <a:lnTo>
                      <a:pt x="300" y="24"/>
                    </a:lnTo>
                    <a:lnTo>
                      <a:pt x="294" y="30"/>
                    </a:lnTo>
                    <a:lnTo>
                      <a:pt x="282" y="30"/>
                    </a:lnTo>
                    <a:lnTo>
                      <a:pt x="264" y="12"/>
                    </a:lnTo>
                    <a:lnTo>
                      <a:pt x="264" y="6"/>
                    </a:lnTo>
                    <a:lnTo>
                      <a:pt x="234" y="12"/>
                    </a:lnTo>
                    <a:lnTo>
                      <a:pt x="228" y="30"/>
                    </a:lnTo>
                    <a:lnTo>
                      <a:pt x="204" y="24"/>
                    </a:lnTo>
                    <a:lnTo>
                      <a:pt x="198" y="30"/>
                    </a:lnTo>
                    <a:lnTo>
                      <a:pt x="186" y="36"/>
                    </a:lnTo>
                    <a:lnTo>
                      <a:pt x="174" y="36"/>
                    </a:lnTo>
                    <a:lnTo>
                      <a:pt x="168" y="30"/>
                    </a:lnTo>
                    <a:lnTo>
                      <a:pt x="162" y="30"/>
                    </a:lnTo>
                    <a:lnTo>
                      <a:pt x="150" y="36"/>
                    </a:lnTo>
                    <a:lnTo>
                      <a:pt x="138" y="48"/>
                    </a:lnTo>
                    <a:lnTo>
                      <a:pt x="126" y="54"/>
                    </a:lnTo>
                    <a:lnTo>
                      <a:pt x="102" y="54"/>
                    </a:lnTo>
                    <a:lnTo>
                      <a:pt x="102" y="60"/>
                    </a:lnTo>
                    <a:lnTo>
                      <a:pt x="96" y="72"/>
                    </a:lnTo>
                    <a:lnTo>
                      <a:pt x="72" y="72"/>
                    </a:lnTo>
                    <a:lnTo>
                      <a:pt x="66" y="66"/>
                    </a:lnTo>
                    <a:lnTo>
                      <a:pt x="60" y="66"/>
                    </a:lnTo>
                    <a:lnTo>
                      <a:pt x="48" y="72"/>
                    </a:lnTo>
                    <a:lnTo>
                      <a:pt x="54" y="84"/>
                    </a:lnTo>
                    <a:lnTo>
                      <a:pt x="54" y="90"/>
                    </a:lnTo>
                    <a:lnTo>
                      <a:pt x="42" y="102"/>
                    </a:lnTo>
                    <a:lnTo>
                      <a:pt x="24" y="102"/>
                    </a:lnTo>
                    <a:lnTo>
                      <a:pt x="24" y="126"/>
                    </a:lnTo>
                    <a:lnTo>
                      <a:pt x="12" y="132"/>
                    </a:lnTo>
                    <a:lnTo>
                      <a:pt x="0" y="132"/>
                    </a:lnTo>
                    <a:lnTo>
                      <a:pt x="0" y="198"/>
                    </a:lnTo>
                    <a:lnTo>
                      <a:pt x="6" y="204"/>
                    </a:lnTo>
                    <a:lnTo>
                      <a:pt x="18" y="210"/>
                    </a:lnTo>
                    <a:lnTo>
                      <a:pt x="24" y="216"/>
                    </a:lnTo>
                    <a:lnTo>
                      <a:pt x="30" y="228"/>
                    </a:lnTo>
                    <a:lnTo>
                      <a:pt x="36" y="234"/>
                    </a:lnTo>
                    <a:lnTo>
                      <a:pt x="42" y="246"/>
                    </a:lnTo>
                    <a:lnTo>
                      <a:pt x="54" y="258"/>
                    </a:lnTo>
                    <a:lnTo>
                      <a:pt x="60" y="270"/>
                    </a:lnTo>
                    <a:lnTo>
                      <a:pt x="84" y="270"/>
                    </a:lnTo>
                    <a:lnTo>
                      <a:pt x="96" y="264"/>
                    </a:lnTo>
                    <a:lnTo>
                      <a:pt x="108" y="264"/>
                    </a:lnTo>
                    <a:close/>
                    <a:moveTo>
                      <a:pt x="396" y="252"/>
                    </a:moveTo>
                    <a:lnTo>
                      <a:pt x="372" y="252"/>
                    </a:lnTo>
                    <a:lnTo>
                      <a:pt x="372" y="270"/>
                    </a:lnTo>
                    <a:lnTo>
                      <a:pt x="384" y="294"/>
                    </a:lnTo>
                    <a:lnTo>
                      <a:pt x="396" y="252"/>
                    </a:lnTo>
                    <a:close/>
                    <a:moveTo>
                      <a:pt x="24" y="312"/>
                    </a:moveTo>
                    <a:lnTo>
                      <a:pt x="18" y="318"/>
                    </a:lnTo>
                    <a:lnTo>
                      <a:pt x="24" y="324"/>
                    </a:lnTo>
                    <a:lnTo>
                      <a:pt x="30" y="324"/>
                    </a:lnTo>
                    <a:lnTo>
                      <a:pt x="36" y="330"/>
                    </a:lnTo>
                    <a:lnTo>
                      <a:pt x="42" y="324"/>
                    </a:lnTo>
                    <a:lnTo>
                      <a:pt x="42" y="318"/>
                    </a:lnTo>
                    <a:lnTo>
                      <a:pt x="30" y="306"/>
                    </a:lnTo>
                    <a:lnTo>
                      <a:pt x="24" y="312"/>
                    </a:lnTo>
                    <a:close/>
                    <a:moveTo>
                      <a:pt x="378" y="390"/>
                    </a:moveTo>
                    <a:lnTo>
                      <a:pt x="378" y="408"/>
                    </a:lnTo>
                    <a:lnTo>
                      <a:pt x="390" y="390"/>
                    </a:lnTo>
                    <a:lnTo>
                      <a:pt x="378" y="390"/>
                    </a:lnTo>
                    <a:close/>
                    <a:moveTo>
                      <a:pt x="408" y="330"/>
                    </a:moveTo>
                    <a:lnTo>
                      <a:pt x="396" y="330"/>
                    </a:lnTo>
                    <a:lnTo>
                      <a:pt x="384" y="336"/>
                    </a:lnTo>
                    <a:lnTo>
                      <a:pt x="384" y="342"/>
                    </a:lnTo>
                    <a:lnTo>
                      <a:pt x="396" y="342"/>
                    </a:lnTo>
                    <a:lnTo>
                      <a:pt x="402" y="336"/>
                    </a:lnTo>
                    <a:lnTo>
                      <a:pt x="408" y="336"/>
                    </a:lnTo>
                    <a:lnTo>
                      <a:pt x="408" y="330"/>
                    </a:lnTo>
                    <a:close/>
                    <a:moveTo>
                      <a:pt x="396" y="192"/>
                    </a:moveTo>
                    <a:lnTo>
                      <a:pt x="372" y="198"/>
                    </a:lnTo>
                    <a:lnTo>
                      <a:pt x="372" y="210"/>
                    </a:lnTo>
                    <a:lnTo>
                      <a:pt x="390" y="210"/>
                    </a:lnTo>
                    <a:lnTo>
                      <a:pt x="396" y="216"/>
                    </a:lnTo>
                    <a:lnTo>
                      <a:pt x="396" y="222"/>
                    </a:lnTo>
                    <a:lnTo>
                      <a:pt x="414" y="222"/>
                    </a:lnTo>
                    <a:lnTo>
                      <a:pt x="414" y="210"/>
                    </a:lnTo>
                    <a:lnTo>
                      <a:pt x="396" y="192"/>
                    </a:lnTo>
                    <a:close/>
                    <a:moveTo>
                      <a:pt x="342" y="372"/>
                    </a:moveTo>
                    <a:lnTo>
                      <a:pt x="342" y="378"/>
                    </a:lnTo>
                    <a:lnTo>
                      <a:pt x="348" y="384"/>
                    </a:lnTo>
                    <a:lnTo>
                      <a:pt x="360" y="384"/>
                    </a:lnTo>
                    <a:lnTo>
                      <a:pt x="366" y="378"/>
                    </a:lnTo>
                    <a:lnTo>
                      <a:pt x="366" y="372"/>
                    </a:lnTo>
                    <a:lnTo>
                      <a:pt x="360" y="366"/>
                    </a:lnTo>
                    <a:lnTo>
                      <a:pt x="342" y="366"/>
                    </a:lnTo>
                    <a:lnTo>
                      <a:pt x="342" y="372"/>
                    </a:lnTo>
                    <a:close/>
                    <a:moveTo>
                      <a:pt x="444" y="312"/>
                    </a:moveTo>
                    <a:lnTo>
                      <a:pt x="432" y="312"/>
                    </a:lnTo>
                    <a:lnTo>
                      <a:pt x="432" y="330"/>
                    </a:lnTo>
                    <a:lnTo>
                      <a:pt x="444" y="336"/>
                    </a:lnTo>
                    <a:lnTo>
                      <a:pt x="450" y="330"/>
                    </a:lnTo>
                    <a:lnTo>
                      <a:pt x="450" y="318"/>
                    </a:lnTo>
                    <a:lnTo>
                      <a:pt x="444" y="312"/>
                    </a:lnTo>
                    <a:close/>
                    <a:moveTo>
                      <a:pt x="444" y="372"/>
                    </a:moveTo>
                    <a:lnTo>
                      <a:pt x="456" y="354"/>
                    </a:lnTo>
                    <a:lnTo>
                      <a:pt x="438" y="354"/>
                    </a:lnTo>
                    <a:lnTo>
                      <a:pt x="444" y="372"/>
                    </a:lnTo>
                    <a:close/>
                    <a:moveTo>
                      <a:pt x="276" y="222"/>
                    </a:moveTo>
                    <a:lnTo>
                      <a:pt x="276" y="240"/>
                    </a:lnTo>
                    <a:lnTo>
                      <a:pt x="288" y="240"/>
                    </a:lnTo>
                    <a:lnTo>
                      <a:pt x="276" y="222"/>
                    </a:lnTo>
                    <a:close/>
                    <a:moveTo>
                      <a:pt x="534" y="420"/>
                    </a:moveTo>
                    <a:lnTo>
                      <a:pt x="522" y="420"/>
                    </a:lnTo>
                    <a:lnTo>
                      <a:pt x="516" y="426"/>
                    </a:lnTo>
                    <a:lnTo>
                      <a:pt x="510" y="438"/>
                    </a:lnTo>
                    <a:lnTo>
                      <a:pt x="510" y="468"/>
                    </a:lnTo>
                    <a:lnTo>
                      <a:pt x="516" y="468"/>
                    </a:lnTo>
                    <a:lnTo>
                      <a:pt x="522" y="456"/>
                    </a:lnTo>
                    <a:lnTo>
                      <a:pt x="528" y="450"/>
                    </a:lnTo>
                    <a:lnTo>
                      <a:pt x="534" y="438"/>
                    </a:lnTo>
                    <a:lnTo>
                      <a:pt x="534" y="420"/>
                    </a:lnTo>
                    <a:close/>
                    <a:moveTo>
                      <a:pt x="462" y="384"/>
                    </a:moveTo>
                    <a:lnTo>
                      <a:pt x="456" y="408"/>
                    </a:lnTo>
                    <a:lnTo>
                      <a:pt x="498" y="378"/>
                    </a:lnTo>
                    <a:lnTo>
                      <a:pt x="486" y="372"/>
                    </a:lnTo>
                    <a:lnTo>
                      <a:pt x="462" y="384"/>
                    </a:lnTo>
                    <a:close/>
                    <a:moveTo>
                      <a:pt x="462" y="510"/>
                    </a:moveTo>
                    <a:lnTo>
                      <a:pt x="480" y="510"/>
                    </a:lnTo>
                    <a:lnTo>
                      <a:pt x="468" y="468"/>
                    </a:lnTo>
                    <a:lnTo>
                      <a:pt x="462" y="510"/>
                    </a:lnTo>
                    <a:close/>
                    <a:moveTo>
                      <a:pt x="276" y="330"/>
                    </a:moveTo>
                    <a:lnTo>
                      <a:pt x="270" y="336"/>
                    </a:lnTo>
                    <a:lnTo>
                      <a:pt x="270" y="348"/>
                    </a:lnTo>
                    <a:lnTo>
                      <a:pt x="276" y="348"/>
                    </a:lnTo>
                    <a:lnTo>
                      <a:pt x="288" y="336"/>
                    </a:lnTo>
                    <a:lnTo>
                      <a:pt x="282" y="330"/>
                    </a:lnTo>
                    <a:lnTo>
                      <a:pt x="276" y="330"/>
                    </a:lnTo>
                    <a:close/>
                    <a:moveTo>
                      <a:pt x="186" y="432"/>
                    </a:moveTo>
                    <a:lnTo>
                      <a:pt x="180" y="438"/>
                    </a:lnTo>
                    <a:lnTo>
                      <a:pt x="180" y="450"/>
                    </a:lnTo>
                    <a:lnTo>
                      <a:pt x="186" y="456"/>
                    </a:lnTo>
                    <a:lnTo>
                      <a:pt x="198" y="444"/>
                    </a:lnTo>
                    <a:lnTo>
                      <a:pt x="198" y="438"/>
                    </a:lnTo>
                    <a:lnTo>
                      <a:pt x="192" y="432"/>
                    </a:lnTo>
                    <a:lnTo>
                      <a:pt x="186" y="432"/>
                    </a:lnTo>
                    <a:close/>
                    <a:moveTo>
                      <a:pt x="384" y="528"/>
                    </a:moveTo>
                    <a:lnTo>
                      <a:pt x="378" y="528"/>
                    </a:lnTo>
                    <a:lnTo>
                      <a:pt x="378" y="516"/>
                    </a:lnTo>
                    <a:lnTo>
                      <a:pt x="372" y="510"/>
                    </a:lnTo>
                    <a:lnTo>
                      <a:pt x="342" y="510"/>
                    </a:lnTo>
                    <a:lnTo>
                      <a:pt x="306" y="504"/>
                    </a:lnTo>
                    <a:lnTo>
                      <a:pt x="276" y="504"/>
                    </a:lnTo>
                    <a:lnTo>
                      <a:pt x="246" y="486"/>
                    </a:lnTo>
                    <a:lnTo>
                      <a:pt x="228" y="504"/>
                    </a:lnTo>
                    <a:lnTo>
                      <a:pt x="234" y="510"/>
                    </a:lnTo>
                    <a:lnTo>
                      <a:pt x="246" y="516"/>
                    </a:lnTo>
                    <a:lnTo>
                      <a:pt x="252" y="522"/>
                    </a:lnTo>
                    <a:lnTo>
                      <a:pt x="258" y="516"/>
                    </a:lnTo>
                    <a:lnTo>
                      <a:pt x="264" y="528"/>
                    </a:lnTo>
                    <a:lnTo>
                      <a:pt x="300" y="528"/>
                    </a:lnTo>
                    <a:lnTo>
                      <a:pt x="312" y="552"/>
                    </a:lnTo>
                    <a:lnTo>
                      <a:pt x="354" y="546"/>
                    </a:lnTo>
                    <a:lnTo>
                      <a:pt x="354" y="540"/>
                    </a:lnTo>
                    <a:lnTo>
                      <a:pt x="402" y="540"/>
                    </a:lnTo>
                    <a:lnTo>
                      <a:pt x="414" y="528"/>
                    </a:lnTo>
                    <a:lnTo>
                      <a:pt x="414" y="522"/>
                    </a:lnTo>
                    <a:lnTo>
                      <a:pt x="408" y="516"/>
                    </a:lnTo>
                    <a:lnTo>
                      <a:pt x="402" y="516"/>
                    </a:lnTo>
                    <a:lnTo>
                      <a:pt x="396" y="522"/>
                    </a:lnTo>
                    <a:lnTo>
                      <a:pt x="390" y="522"/>
                    </a:lnTo>
                    <a:lnTo>
                      <a:pt x="384" y="528"/>
                    </a:lnTo>
                    <a:close/>
                    <a:moveTo>
                      <a:pt x="420" y="408"/>
                    </a:moveTo>
                    <a:lnTo>
                      <a:pt x="408" y="408"/>
                    </a:lnTo>
                    <a:lnTo>
                      <a:pt x="408" y="420"/>
                    </a:lnTo>
                    <a:lnTo>
                      <a:pt x="420" y="420"/>
                    </a:lnTo>
                    <a:lnTo>
                      <a:pt x="426" y="414"/>
                    </a:lnTo>
                    <a:lnTo>
                      <a:pt x="420" y="408"/>
                    </a:lnTo>
                    <a:close/>
                    <a:moveTo>
                      <a:pt x="114" y="276"/>
                    </a:moveTo>
                    <a:lnTo>
                      <a:pt x="90" y="288"/>
                    </a:lnTo>
                    <a:lnTo>
                      <a:pt x="84" y="288"/>
                    </a:lnTo>
                    <a:lnTo>
                      <a:pt x="66" y="312"/>
                    </a:lnTo>
                    <a:lnTo>
                      <a:pt x="96" y="336"/>
                    </a:lnTo>
                    <a:lnTo>
                      <a:pt x="96" y="348"/>
                    </a:lnTo>
                    <a:lnTo>
                      <a:pt x="90" y="366"/>
                    </a:lnTo>
                    <a:lnTo>
                      <a:pt x="90" y="384"/>
                    </a:lnTo>
                    <a:lnTo>
                      <a:pt x="96" y="390"/>
                    </a:lnTo>
                    <a:lnTo>
                      <a:pt x="108" y="396"/>
                    </a:lnTo>
                    <a:lnTo>
                      <a:pt x="114" y="396"/>
                    </a:lnTo>
                    <a:lnTo>
                      <a:pt x="114" y="390"/>
                    </a:lnTo>
                    <a:lnTo>
                      <a:pt x="126" y="378"/>
                    </a:lnTo>
                    <a:lnTo>
                      <a:pt x="132" y="378"/>
                    </a:lnTo>
                    <a:lnTo>
                      <a:pt x="156" y="420"/>
                    </a:lnTo>
                    <a:lnTo>
                      <a:pt x="162" y="390"/>
                    </a:lnTo>
                    <a:lnTo>
                      <a:pt x="180" y="414"/>
                    </a:lnTo>
                    <a:lnTo>
                      <a:pt x="204" y="420"/>
                    </a:lnTo>
                    <a:lnTo>
                      <a:pt x="186" y="402"/>
                    </a:lnTo>
                    <a:lnTo>
                      <a:pt x="192" y="396"/>
                    </a:lnTo>
                    <a:lnTo>
                      <a:pt x="192" y="372"/>
                    </a:lnTo>
                    <a:lnTo>
                      <a:pt x="186" y="366"/>
                    </a:lnTo>
                    <a:lnTo>
                      <a:pt x="180" y="354"/>
                    </a:lnTo>
                    <a:lnTo>
                      <a:pt x="174" y="348"/>
                    </a:lnTo>
                    <a:lnTo>
                      <a:pt x="168" y="336"/>
                    </a:lnTo>
                    <a:lnTo>
                      <a:pt x="168" y="330"/>
                    </a:lnTo>
                    <a:lnTo>
                      <a:pt x="186" y="330"/>
                    </a:lnTo>
                    <a:lnTo>
                      <a:pt x="198" y="336"/>
                    </a:lnTo>
                    <a:lnTo>
                      <a:pt x="210" y="348"/>
                    </a:lnTo>
                    <a:lnTo>
                      <a:pt x="222" y="342"/>
                    </a:lnTo>
                    <a:lnTo>
                      <a:pt x="210" y="336"/>
                    </a:lnTo>
                    <a:lnTo>
                      <a:pt x="204" y="324"/>
                    </a:lnTo>
                    <a:lnTo>
                      <a:pt x="192" y="318"/>
                    </a:lnTo>
                    <a:lnTo>
                      <a:pt x="186" y="312"/>
                    </a:lnTo>
                    <a:lnTo>
                      <a:pt x="174" y="306"/>
                    </a:lnTo>
                    <a:lnTo>
                      <a:pt x="156" y="294"/>
                    </a:lnTo>
                    <a:lnTo>
                      <a:pt x="138" y="288"/>
                    </a:lnTo>
                    <a:lnTo>
                      <a:pt x="126" y="282"/>
                    </a:lnTo>
                    <a:lnTo>
                      <a:pt x="120" y="276"/>
                    </a:lnTo>
                    <a:lnTo>
                      <a:pt x="114" y="276"/>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60" name="Germany" descr="© INSCALE GmbH, 05.05.2010&#10;http://www.presentationload.com/">
                <a:extLst>
                  <a:ext uri="{FF2B5EF4-FFF2-40B4-BE49-F238E27FC236}">
                    <a16:creationId xmlns:a16="http://schemas.microsoft.com/office/drawing/2014/main" id="{45956523-1157-155C-76F7-AB9AA2098FD1}"/>
                  </a:ext>
                </a:extLst>
              </p:cNvPr>
              <p:cNvSpPr>
                <a:spLocks/>
              </p:cNvSpPr>
              <p:nvPr/>
            </p:nvSpPr>
            <p:spPr bwMode="gray">
              <a:xfrm>
                <a:off x="2771" y="1454"/>
                <a:ext cx="143" cy="150"/>
              </a:xfrm>
              <a:custGeom>
                <a:avLst/>
                <a:gdLst>
                  <a:gd name="T0" fmla="*/ 2147483647 w 564"/>
                  <a:gd name="T1" fmla="*/ 2147483647 h 588"/>
                  <a:gd name="T2" fmla="*/ 2147483647 w 564"/>
                  <a:gd name="T3" fmla="*/ 2147483647 h 588"/>
                  <a:gd name="T4" fmla="*/ 2147483647 w 564"/>
                  <a:gd name="T5" fmla="*/ 2147483647 h 588"/>
                  <a:gd name="T6" fmla="*/ 2147483647 w 564"/>
                  <a:gd name="T7" fmla="*/ 2147483647 h 588"/>
                  <a:gd name="T8" fmla="*/ 2147483647 w 564"/>
                  <a:gd name="T9" fmla="*/ 2147483647 h 588"/>
                  <a:gd name="T10" fmla="*/ 2147483647 w 564"/>
                  <a:gd name="T11" fmla="*/ 2147483647 h 588"/>
                  <a:gd name="T12" fmla="*/ 2147483647 w 564"/>
                  <a:gd name="T13" fmla="*/ 2147483647 h 588"/>
                  <a:gd name="T14" fmla="*/ 2147483647 w 564"/>
                  <a:gd name="T15" fmla="*/ 2147483647 h 588"/>
                  <a:gd name="T16" fmla="*/ 2147483647 w 564"/>
                  <a:gd name="T17" fmla="*/ 2147483647 h 588"/>
                  <a:gd name="T18" fmla="*/ 2147483647 w 564"/>
                  <a:gd name="T19" fmla="*/ 2147483647 h 588"/>
                  <a:gd name="T20" fmla="*/ 2147483647 w 564"/>
                  <a:gd name="T21" fmla="*/ 2147483647 h 588"/>
                  <a:gd name="T22" fmla="*/ 2147483647 w 564"/>
                  <a:gd name="T23" fmla="*/ 2147483647 h 588"/>
                  <a:gd name="T24" fmla="*/ 2147483647 w 564"/>
                  <a:gd name="T25" fmla="*/ 2147483647 h 588"/>
                  <a:gd name="T26" fmla="*/ 2147483647 w 564"/>
                  <a:gd name="T27" fmla="*/ 2147483647 h 588"/>
                  <a:gd name="T28" fmla="*/ 2147483647 w 564"/>
                  <a:gd name="T29" fmla="*/ 2147483647 h 588"/>
                  <a:gd name="T30" fmla="*/ 2147483647 w 564"/>
                  <a:gd name="T31" fmla="*/ 2147483647 h 588"/>
                  <a:gd name="T32" fmla="*/ 2147483647 w 564"/>
                  <a:gd name="T33" fmla="*/ 2147483647 h 588"/>
                  <a:gd name="T34" fmla="*/ 2147483647 w 564"/>
                  <a:gd name="T35" fmla="*/ 2147483647 h 588"/>
                  <a:gd name="T36" fmla="*/ 2147483647 w 564"/>
                  <a:gd name="T37" fmla="*/ 2147483647 h 588"/>
                  <a:gd name="T38" fmla="*/ 2147483647 w 564"/>
                  <a:gd name="T39" fmla="*/ 2147483647 h 588"/>
                  <a:gd name="T40" fmla="*/ 2147483647 w 564"/>
                  <a:gd name="T41" fmla="*/ 2147483647 h 588"/>
                  <a:gd name="T42" fmla="*/ 2147483647 w 564"/>
                  <a:gd name="T43" fmla="*/ 2147483647 h 588"/>
                  <a:gd name="T44" fmla="*/ 2147483647 w 564"/>
                  <a:gd name="T45" fmla="*/ 2147483647 h 588"/>
                  <a:gd name="T46" fmla="*/ 2147483647 w 564"/>
                  <a:gd name="T47" fmla="*/ 2147483647 h 588"/>
                  <a:gd name="T48" fmla="*/ 2147483647 w 564"/>
                  <a:gd name="T49" fmla="*/ 2147483647 h 588"/>
                  <a:gd name="T50" fmla="*/ 2147483647 w 564"/>
                  <a:gd name="T51" fmla="*/ 2147483647 h 588"/>
                  <a:gd name="T52" fmla="*/ 2147483647 w 564"/>
                  <a:gd name="T53" fmla="*/ 2147483647 h 588"/>
                  <a:gd name="T54" fmla="*/ 2147483647 w 564"/>
                  <a:gd name="T55" fmla="*/ 2147483647 h 588"/>
                  <a:gd name="T56" fmla="*/ 2147483647 w 564"/>
                  <a:gd name="T57" fmla="*/ 2147483647 h 588"/>
                  <a:gd name="T58" fmla="*/ 2147483647 w 564"/>
                  <a:gd name="T59" fmla="*/ 2147483647 h 588"/>
                  <a:gd name="T60" fmla="*/ 2147483647 w 564"/>
                  <a:gd name="T61" fmla="*/ 2147483647 h 588"/>
                  <a:gd name="T62" fmla="*/ 2147483647 w 564"/>
                  <a:gd name="T63" fmla="*/ 2147483647 h 588"/>
                  <a:gd name="T64" fmla="*/ 2147483647 w 564"/>
                  <a:gd name="T65" fmla="*/ 2147483647 h 588"/>
                  <a:gd name="T66" fmla="*/ 2147483647 w 564"/>
                  <a:gd name="T67" fmla="*/ 2147483647 h 588"/>
                  <a:gd name="T68" fmla="*/ 2147483647 w 564"/>
                  <a:gd name="T69" fmla="*/ 2147483647 h 588"/>
                  <a:gd name="T70" fmla="*/ 2147483647 w 564"/>
                  <a:gd name="T71" fmla="*/ 2147483647 h 588"/>
                  <a:gd name="T72" fmla="*/ 2147483647 w 564"/>
                  <a:gd name="T73" fmla="*/ 2147483647 h 588"/>
                  <a:gd name="T74" fmla="*/ 2147483647 w 564"/>
                  <a:gd name="T75" fmla="*/ 2147483647 h 588"/>
                  <a:gd name="T76" fmla="*/ 2147483647 w 564"/>
                  <a:gd name="T77" fmla="*/ 2147483647 h 588"/>
                  <a:gd name="T78" fmla="*/ 2147483647 w 564"/>
                  <a:gd name="T79" fmla="*/ 2147483647 h 588"/>
                  <a:gd name="T80" fmla="*/ 2147483647 w 564"/>
                  <a:gd name="T81" fmla="*/ 2147483647 h 588"/>
                  <a:gd name="T82" fmla="*/ 2147483647 w 564"/>
                  <a:gd name="T83" fmla="*/ 0 h 588"/>
                  <a:gd name="T84" fmla="*/ 2147483647 w 564"/>
                  <a:gd name="T85" fmla="*/ 2147483647 h 588"/>
                  <a:gd name="T86" fmla="*/ 2147483647 w 564"/>
                  <a:gd name="T87" fmla="*/ 2147483647 h 588"/>
                  <a:gd name="T88" fmla="*/ 2147483647 w 564"/>
                  <a:gd name="T89" fmla="*/ 2147483647 h 588"/>
                  <a:gd name="T90" fmla="*/ 2147483647 w 564"/>
                  <a:gd name="T91" fmla="*/ 2147483647 h 588"/>
                  <a:gd name="T92" fmla="*/ 2147483647 w 564"/>
                  <a:gd name="T93" fmla="*/ 2147483647 h 588"/>
                  <a:gd name="T94" fmla="*/ 2147483647 w 564"/>
                  <a:gd name="T95" fmla="*/ 2147483647 h 588"/>
                  <a:gd name="T96" fmla="*/ 2147483647 w 564"/>
                  <a:gd name="T97" fmla="*/ 2147483647 h 588"/>
                  <a:gd name="T98" fmla="*/ 2147483647 w 564"/>
                  <a:gd name="T99" fmla="*/ 2147483647 h 588"/>
                  <a:gd name="T100" fmla="*/ 2147483647 w 564"/>
                  <a:gd name="T101" fmla="*/ 2147483647 h 588"/>
                  <a:gd name="T102" fmla="*/ 2147483647 w 564"/>
                  <a:gd name="T103" fmla="*/ 2147483647 h 588"/>
                  <a:gd name="T104" fmla="*/ 0 w 564"/>
                  <a:gd name="T105" fmla="*/ 2147483647 h 588"/>
                  <a:gd name="T106" fmla="*/ 2147483647 w 564"/>
                  <a:gd name="T107" fmla="*/ 2147483647 h 588"/>
                  <a:gd name="T108" fmla="*/ 2147483647 w 564"/>
                  <a:gd name="T109" fmla="*/ 2147483647 h 588"/>
                  <a:gd name="T110" fmla="*/ 2147483647 w 564"/>
                  <a:gd name="T111" fmla="*/ 2147483647 h 58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64"/>
                  <a:gd name="T169" fmla="*/ 0 h 588"/>
                  <a:gd name="T170" fmla="*/ 564 w 564"/>
                  <a:gd name="T171" fmla="*/ 588 h 58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64" h="588">
                    <a:moveTo>
                      <a:pt x="30" y="414"/>
                    </a:moveTo>
                    <a:lnTo>
                      <a:pt x="30" y="420"/>
                    </a:lnTo>
                    <a:lnTo>
                      <a:pt x="36" y="420"/>
                    </a:lnTo>
                    <a:lnTo>
                      <a:pt x="36" y="444"/>
                    </a:lnTo>
                    <a:lnTo>
                      <a:pt x="60" y="444"/>
                    </a:lnTo>
                    <a:lnTo>
                      <a:pt x="60" y="450"/>
                    </a:lnTo>
                    <a:lnTo>
                      <a:pt x="72" y="450"/>
                    </a:lnTo>
                    <a:lnTo>
                      <a:pt x="84" y="444"/>
                    </a:lnTo>
                    <a:lnTo>
                      <a:pt x="96" y="444"/>
                    </a:lnTo>
                    <a:lnTo>
                      <a:pt x="96" y="450"/>
                    </a:lnTo>
                    <a:lnTo>
                      <a:pt x="120" y="450"/>
                    </a:lnTo>
                    <a:lnTo>
                      <a:pt x="138" y="456"/>
                    </a:lnTo>
                    <a:lnTo>
                      <a:pt x="132" y="468"/>
                    </a:lnTo>
                    <a:lnTo>
                      <a:pt x="114" y="486"/>
                    </a:lnTo>
                    <a:lnTo>
                      <a:pt x="114" y="498"/>
                    </a:lnTo>
                    <a:lnTo>
                      <a:pt x="108" y="510"/>
                    </a:lnTo>
                    <a:lnTo>
                      <a:pt x="102" y="516"/>
                    </a:lnTo>
                    <a:lnTo>
                      <a:pt x="96" y="528"/>
                    </a:lnTo>
                    <a:lnTo>
                      <a:pt x="96" y="570"/>
                    </a:lnTo>
                    <a:lnTo>
                      <a:pt x="132" y="570"/>
                    </a:lnTo>
                    <a:lnTo>
                      <a:pt x="150" y="564"/>
                    </a:lnTo>
                    <a:lnTo>
                      <a:pt x="156" y="570"/>
                    </a:lnTo>
                    <a:lnTo>
                      <a:pt x="150" y="564"/>
                    </a:lnTo>
                    <a:lnTo>
                      <a:pt x="150" y="552"/>
                    </a:lnTo>
                    <a:lnTo>
                      <a:pt x="156" y="546"/>
                    </a:lnTo>
                    <a:lnTo>
                      <a:pt x="162" y="546"/>
                    </a:lnTo>
                    <a:lnTo>
                      <a:pt x="174" y="552"/>
                    </a:lnTo>
                    <a:lnTo>
                      <a:pt x="180" y="558"/>
                    </a:lnTo>
                    <a:lnTo>
                      <a:pt x="192" y="558"/>
                    </a:lnTo>
                    <a:lnTo>
                      <a:pt x="210" y="564"/>
                    </a:lnTo>
                    <a:lnTo>
                      <a:pt x="216" y="576"/>
                    </a:lnTo>
                    <a:lnTo>
                      <a:pt x="252" y="576"/>
                    </a:lnTo>
                    <a:lnTo>
                      <a:pt x="258" y="582"/>
                    </a:lnTo>
                    <a:lnTo>
                      <a:pt x="258" y="588"/>
                    </a:lnTo>
                    <a:lnTo>
                      <a:pt x="270" y="588"/>
                    </a:lnTo>
                    <a:lnTo>
                      <a:pt x="276" y="582"/>
                    </a:lnTo>
                    <a:lnTo>
                      <a:pt x="276" y="570"/>
                    </a:lnTo>
                    <a:lnTo>
                      <a:pt x="294" y="570"/>
                    </a:lnTo>
                    <a:lnTo>
                      <a:pt x="312" y="588"/>
                    </a:lnTo>
                    <a:lnTo>
                      <a:pt x="330" y="588"/>
                    </a:lnTo>
                    <a:lnTo>
                      <a:pt x="336" y="582"/>
                    </a:lnTo>
                    <a:lnTo>
                      <a:pt x="354" y="570"/>
                    </a:lnTo>
                    <a:lnTo>
                      <a:pt x="372" y="570"/>
                    </a:lnTo>
                    <a:lnTo>
                      <a:pt x="390" y="558"/>
                    </a:lnTo>
                    <a:lnTo>
                      <a:pt x="402" y="564"/>
                    </a:lnTo>
                    <a:lnTo>
                      <a:pt x="420" y="570"/>
                    </a:lnTo>
                    <a:lnTo>
                      <a:pt x="432" y="582"/>
                    </a:lnTo>
                    <a:lnTo>
                      <a:pt x="438" y="582"/>
                    </a:lnTo>
                    <a:lnTo>
                      <a:pt x="438" y="540"/>
                    </a:lnTo>
                    <a:lnTo>
                      <a:pt x="426" y="540"/>
                    </a:lnTo>
                    <a:lnTo>
                      <a:pt x="426" y="534"/>
                    </a:lnTo>
                    <a:lnTo>
                      <a:pt x="432" y="528"/>
                    </a:lnTo>
                    <a:lnTo>
                      <a:pt x="432" y="522"/>
                    </a:lnTo>
                    <a:lnTo>
                      <a:pt x="438" y="516"/>
                    </a:lnTo>
                    <a:lnTo>
                      <a:pt x="456" y="516"/>
                    </a:lnTo>
                    <a:lnTo>
                      <a:pt x="462" y="522"/>
                    </a:lnTo>
                    <a:lnTo>
                      <a:pt x="468" y="522"/>
                    </a:lnTo>
                    <a:lnTo>
                      <a:pt x="468" y="504"/>
                    </a:lnTo>
                    <a:lnTo>
                      <a:pt x="462" y="492"/>
                    </a:lnTo>
                    <a:lnTo>
                      <a:pt x="480" y="492"/>
                    </a:lnTo>
                    <a:lnTo>
                      <a:pt x="486" y="474"/>
                    </a:lnTo>
                    <a:lnTo>
                      <a:pt x="486" y="462"/>
                    </a:lnTo>
                    <a:lnTo>
                      <a:pt x="480" y="462"/>
                    </a:lnTo>
                    <a:lnTo>
                      <a:pt x="474" y="456"/>
                    </a:lnTo>
                    <a:lnTo>
                      <a:pt x="462" y="456"/>
                    </a:lnTo>
                    <a:lnTo>
                      <a:pt x="456" y="444"/>
                    </a:lnTo>
                    <a:lnTo>
                      <a:pt x="450" y="444"/>
                    </a:lnTo>
                    <a:lnTo>
                      <a:pt x="444" y="432"/>
                    </a:lnTo>
                    <a:lnTo>
                      <a:pt x="432" y="432"/>
                    </a:lnTo>
                    <a:lnTo>
                      <a:pt x="420" y="426"/>
                    </a:lnTo>
                    <a:lnTo>
                      <a:pt x="420" y="420"/>
                    </a:lnTo>
                    <a:lnTo>
                      <a:pt x="414" y="420"/>
                    </a:lnTo>
                    <a:lnTo>
                      <a:pt x="408" y="408"/>
                    </a:lnTo>
                    <a:lnTo>
                      <a:pt x="396" y="396"/>
                    </a:lnTo>
                    <a:lnTo>
                      <a:pt x="396" y="390"/>
                    </a:lnTo>
                    <a:lnTo>
                      <a:pt x="402" y="390"/>
                    </a:lnTo>
                    <a:lnTo>
                      <a:pt x="408" y="384"/>
                    </a:lnTo>
                    <a:lnTo>
                      <a:pt x="396" y="372"/>
                    </a:lnTo>
                    <a:lnTo>
                      <a:pt x="390" y="372"/>
                    </a:lnTo>
                    <a:lnTo>
                      <a:pt x="384" y="366"/>
                    </a:lnTo>
                    <a:lnTo>
                      <a:pt x="384" y="354"/>
                    </a:lnTo>
                    <a:lnTo>
                      <a:pt x="390" y="354"/>
                    </a:lnTo>
                    <a:lnTo>
                      <a:pt x="390" y="360"/>
                    </a:lnTo>
                    <a:lnTo>
                      <a:pt x="402" y="360"/>
                    </a:lnTo>
                    <a:lnTo>
                      <a:pt x="402" y="354"/>
                    </a:lnTo>
                    <a:lnTo>
                      <a:pt x="414" y="354"/>
                    </a:lnTo>
                    <a:lnTo>
                      <a:pt x="414" y="348"/>
                    </a:lnTo>
                    <a:lnTo>
                      <a:pt x="420" y="342"/>
                    </a:lnTo>
                    <a:lnTo>
                      <a:pt x="426" y="342"/>
                    </a:lnTo>
                    <a:lnTo>
                      <a:pt x="438" y="348"/>
                    </a:lnTo>
                    <a:lnTo>
                      <a:pt x="450" y="336"/>
                    </a:lnTo>
                    <a:lnTo>
                      <a:pt x="468" y="330"/>
                    </a:lnTo>
                    <a:lnTo>
                      <a:pt x="468" y="324"/>
                    </a:lnTo>
                    <a:lnTo>
                      <a:pt x="492" y="324"/>
                    </a:lnTo>
                    <a:lnTo>
                      <a:pt x="492" y="318"/>
                    </a:lnTo>
                    <a:lnTo>
                      <a:pt x="510" y="318"/>
                    </a:lnTo>
                    <a:lnTo>
                      <a:pt x="510" y="312"/>
                    </a:lnTo>
                    <a:lnTo>
                      <a:pt x="516" y="306"/>
                    </a:lnTo>
                    <a:lnTo>
                      <a:pt x="522" y="306"/>
                    </a:lnTo>
                    <a:lnTo>
                      <a:pt x="528" y="300"/>
                    </a:lnTo>
                    <a:lnTo>
                      <a:pt x="540" y="312"/>
                    </a:lnTo>
                    <a:lnTo>
                      <a:pt x="552" y="312"/>
                    </a:lnTo>
                    <a:lnTo>
                      <a:pt x="558" y="300"/>
                    </a:lnTo>
                    <a:lnTo>
                      <a:pt x="558" y="294"/>
                    </a:lnTo>
                    <a:lnTo>
                      <a:pt x="564" y="288"/>
                    </a:lnTo>
                    <a:lnTo>
                      <a:pt x="564" y="282"/>
                    </a:lnTo>
                    <a:lnTo>
                      <a:pt x="552" y="282"/>
                    </a:lnTo>
                    <a:lnTo>
                      <a:pt x="558" y="276"/>
                    </a:lnTo>
                    <a:lnTo>
                      <a:pt x="558" y="264"/>
                    </a:lnTo>
                    <a:lnTo>
                      <a:pt x="552" y="264"/>
                    </a:lnTo>
                    <a:lnTo>
                      <a:pt x="546" y="270"/>
                    </a:lnTo>
                    <a:lnTo>
                      <a:pt x="546" y="252"/>
                    </a:lnTo>
                    <a:lnTo>
                      <a:pt x="540" y="246"/>
                    </a:lnTo>
                    <a:lnTo>
                      <a:pt x="534" y="246"/>
                    </a:lnTo>
                    <a:lnTo>
                      <a:pt x="528" y="240"/>
                    </a:lnTo>
                    <a:lnTo>
                      <a:pt x="528" y="234"/>
                    </a:lnTo>
                    <a:lnTo>
                      <a:pt x="540" y="228"/>
                    </a:lnTo>
                    <a:lnTo>
                      <a:pt x="546" y="222"/>
                    </a:lnTo>
                    <a:lnTo>
                      <a:pt x="540" y="216"/>
                    </a:lnTo>
                    <a:lnTo>
                      <a:pt x="534" y="216"/>
                    </a:lnTo>
                    <a:lnTo>
                      <a:pt x="540" y="210"/>
                    </a:lnTo>
                    <a:lnTo>
                      <a:pt x="540" y="204"/>
                    </a:lnTo>
                    <a:lnTo>
                      <a:pt x="528" y="204"/>
                    </a:lnTo>
                    <a:lnTo>
                      <a:pt x="528" y="192"/>
                    </a:lnTo>
                    <a:lnTo>
                      <a:pt x="534" y="192"/>
                    </a:lnTo>
                    <a:lnTo>
                      <a:pt x="534" y="174"/>
                    </a:lnTo>
                    <a:lnTo>
                      <a:pt x="522" y="174"/>
                    </a:lnTo>
                    <a:lnTo>
                      <a:pt x="516" y="168"/>
                    </a:lnTo>
                    <a:lnTo>
                      <a:pt x="510" y="168"/>
                    </a:lnTo>
                    <a:lnTo>
                      <a:pt x="504" y="162"/>
                    </a:lnTo>
                    <a:lnTo>
                      <a:pt x="504" y="150"/>
                    </a:lnTo>
                    <a:lnTo>
                      <a:pt x="510" y="150"/>
                    </a:lnTo>
                    <a:lnTo>
                      <a:pt x="522" y="138"/>
                    </a:lnTo>
                    <a:lnTo>
                      <a:pt x="522" y="120"/>
                    </a:lnTo>
                    <a:lnTo>
                      <a:pt x="516" y="114"/>
                    </a:lnTo>
                    <a:lnTo>
                      <a:pt x="510" y="114"/>
                    </a:lnTo>
                    <a:lnTo>
                      <a:pt x="510" y="96"/>
                    </a:lnTo>
                    <a:lnTo>
                      <a:pt x="504" y="90"/>
                    </a:lnTo>
                    <a:lnTo>
                      <a:pt x="486" y="84"/>
                    </a:lnTo>
                    <a:lnTo>
                      <a:pt x="486" y="78"/>
                    </a:lnTo>
                    <a:lnTo>
                      <a:pt x="480" y="66"/>
                    </a:lnTo>
                    <a:lnTo>
                      <a:pt x="474" y="60"/>
                    </a:lnTo>
                    <a:lnTo>
                      <a:pt x="456" y="60"/>
                    </a:lnTo>
                    <a:lnTo>
                      <a:pt x="450" y="54"/>
                    </a:lnTo>
                    <a:lnTo>
                      <a:pt x="444" y="54"/>
                    </a:lnTo>
                    <a:lnTo>
                      <a:pt x="438" y="48"/>
                    </a:lnTo>
                    <a:lnTo>
                      <a:pt x="426" y="48"/>
                    </a:lnTo>
                    <a:lnTo>
                      <a:pt x="420" y="42"/>
                    </a:lnTo>
                    <a:lnTo>
                      <a:pt x="396" y="42"/>
                    </a:lnTo>
                    <a:lnTo>
                      <a:pt x="384" y="54"/>
                    </a:lnTo>
                    <a:lnTo>
                      <a:pt x="342" y="54"/>
                    </a:lnTo>
                    <a:lnTo>
                      <a:pt x="342" y="72"/>
                    </a:lnTo>
                    <a:lnTo>
                      <a:pt x="300" y="72"/>
                    </a:lnTo>
                    <a:lnTo>
                      <a:pt x="300" y="60"/>
                    </a:lnTo>
                    <a:lnTo>
                      <a:pt x="312" y="48"/>
                    </a:lnTo>
                    <a:lnTo>
                      <a:pt x="312" y="42"/>
                    </a:lnTo>
                    <a:lnTo>
                      <a:pt x="318" y="30"/>
                    </a:lnTo>
                    <a:lnTo>
                      <a:pt x="294" y="42"/>
                    </a:lnTo>
                    <a:lnTo>
                      <a:pt x="252" y="36"/>
                    </a:lnTo>
                    <a:lnTo>
                      <a:pt x="246" y="30"/>
                    </a:lnTo>
                    <a:lnTo>
                      <a:pt x="246" y="18"/>
                    </a:lnTo>
                    <a:lnTo>
                      <a:pt x="240" y="6"/>
                    </a:lnTo>
                    <a:lnTo>
                      <a:pt x="234" y="6"/>
                    </a:lnTo>
                    <a:lnTo>
                      <a:pt x="234" y="12"/>
                    </a:lnTo>
                    <a:lnTo>
                      <a:pt x="228" y="6"/>
                    </a:lnTo>
                    <a:lnTo>
                      <a:pt x="204" y="6"/>
                    </a:lnTo>
                    <a:lnTo>
                      <a:pt x="198" y="0"/>
                    </a:lnTo>
                    <a:lnTo>
                      <a:pt x="168" y="0"/>
                    </a:lnTo>
                    <a:lnTo>
                      <a:pt x="192" y="36"/>
                    </a:lnTo>
                    <a:lnTo>
                      <a:pt x="180" y="48"/>
                    </a:lnTo>
                    <a:lnTo>
                      <a:pt x="198" y="72"/>
                    </a:lnTo>
                    <a:lnTo>
                      <a:pt x="216" y="90"/>
                    </a:lnTo>
                    <a:lnTo>
                      <a:pt x="186" y="78"/>
                    </a:lnTo>
                    <a:lnTo>
                      <a:pt x="162" y="84"/>
                    </a:lnTo>
                    <a:lnTo>
                      <a:pt x="162" y="108"/>
                    </a:lnTo>
                    <a:lnTo>
                      <a:pt x="132" y="108"/>
                    </a:lnTo>
                    <a:lnTo>
                      <a:pt x="126" y="96"/>
                    </a:lnTo>
                    <a:lnTo>
                      <a:pt x="84" y="96"/>
                    </a:lnTo>
                    <a:lnTo>
                      <a:pt x="84" y="126"/>
                    </a:lnTo>
                    <a:lnTo>
                      <a:pt x="90" y="126"/>
                    </a:lnTo>
                    <a:lnTo>
                      <a:pt x="84" y="132"/>
                    </a:lnTo>
                    <a:lnTo>
                      <a:pt x="90" y="144"/>
                    </a:lnTo>
                    <a:lnTo>
                      <a:pt x="78" y="150"/>
                    </a:lnTo>
                    <a:lnTo>
                      <a:pt x="72" y="150"/>
                    </a:lnTo>
                    <a:lnTo>
                      <a:pt x="72" y="168"/>
                    </a:lnTo>
                    <a:lnTo>
                      <a:pt x="78" y="174"/>
                    </a:lnTo>
                    <a:lnTo>
                      <a:pt x="66" y="174"/>
                    </a:lnTo>
                    <a:lnTo>
                      <a:pt x="54" y="180"/>
                    </a:lnTo>
                    <a:lnTo>
                      <a:pt x="48" y="180"/>
                    </a:lnTo>
                    <a:lnTo>
                      <a:pt x="48" y="186"/>
                    </a:lnTo>
                    <a:lnTo>
                      <a:pt x="54" y="192"/>
                    </a:lnTo>
                    <a:lnTo>
                      <a:pt x="60" y="192"/>
                    </a:lnTo>
                    <a:lnTo>
                      <a:pt x="72" y="204"/>
                    </a:lnTo>
                    <a:lnTo>
                      <a:pt x="72" y="210"/>
                    </a:lnTo>
                    <a:lnTo>
                      <a:pt x="66" y="210"/>
                    </a:lnTo>
                    <a:lnTo>
                      <a:pt x="60" y="216"/>
                    </a:lnTo>
                    <a:lnTo>
                      <a:pt x="54" y="228"/>
                    </a:lnTo>
                    <a:lnTo>
                      <a:pt x="48" y="228"/>
                    </a:lnTo>
                    <a:lnTo>
                      <a:pt x="42" y="234"/>
                    </a:lnTo>
                    <a:lnTo>
                      <a:pt x="42" y="240"/>
                    </a:lnTo>
                    <a:lnTo>
                      <a:pt x="18" y="240"/>
                    </a:lnTo>
                    <a:lnTo>
                      <a:pt x="12" y="234"/>
                    </a:lnTo>
                    <a:lnTo>
                      <a:pt x="6" y="234"/>
                    </a:lnTo>
                    <a:lnTo>
                      <a:pt x="12" y="258"/>
                    </a:lnTo>
                    <a:lnTo>
                      <a:pt x="12" y="264"/>
                    </a:lnTo>
                    <a:lnTo>
                      <a:pt x="18" y="270"/>
                    </a:lnTo>
                    <a:lnTo>
                      <a:pt x="18" y="276"/>
                    </a:lnTo>
                    <a:lnTo>
                      <a:pt x="6" y="282"/>
                    </a:lnTo>
                    <a:lnTo>
                      <a:pt x="0" y="288"/>
                    </a:lnTo>
                    <a:lnTo>
                      <a:pt x="6" y="294"/>
                    </a:lnTo>
                    <a:lnTo>
                      <a:pt x="6" y="306"/>
                    </a:lnTo>
                    <a:lnTo>
                      <a:pt x="0" y="312"/>
                    </a:lnTo>
                    <a:lnTo>
                      <a:pt x="0" y="324"/>
                    </a:lnTo>
                    <a:lnTo>
                      <a:pt x="12" y="324"/>
                    </a:lnTo>
                    <a:lnTo>
                      <a:pt x="24" y="336"/>
                    </a:lnTo>
                    <a:lnTo>
                      <a:pt x="24" y="354"/>
                    </a:lnTo>
                    <a:lnTo>
                      <a:pt x="30" y="360"/>
                    </a:lnTo>
                    <a:lnTo>
                      <a:pt x="18" y="360"/>
                    </a:lnTo>
                    <a:lnTo>
                      <a:pt x="12" y="366"/>
                    </a:lnTo>
                    <a:lnTo>
                      <a:pt x="12" y="384"/>
                    </a:lnTo>
                    <a:lnTo>
                      <a:pt x="18" y="390"/>
                    </a:lnTo>
                    <a:lnTo>
                      <a:pt x="24" y="390"/>
                    </a:lnTo>
                    <a:lnTo>
                      <a:pt x="36" y="396"/>
                    </a:lnTo>
                    <a:lnTo>
                      <a:pt x="36" y="408"/>
                    </a:lnTo>
                    <a:lnTo>
                      <a:pt x="30" y="414"/>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61" name="Georgia" descr="© INSCALE GmbH, 05.05.2010&#10;http://www.presentationload.com/">
                <a:extLst>
                  <a:ext uri="{FF2B5EF4-FFF2-40B4-BE49-F238E27FC236}">
                    <a16:creationId xmlns:a16="http://schemas.microsoft.com/office/drawing/2014/main" id="{CD9D3E01-652F-5A33-9384-0D5400043E0E}"/>
                  </a:ext>
                </a:extLst>
              </p:cNvPr>
              <p:cNvSpPr>
                <a:spLocks/>
              </p:cNvSpPr>
              <p:nvPr/>
            </p:nvSpPr>
            <p:spPr bwMode="gray">
              <a:xfrm>
                <a:off x="3325" y="1678"/>
                <a:ext cx="117" cy="54"/>
              </a:xfrm>
              <a:custGeom>
                <a:avLst/>
                <a:gdLst>
                  <a:gd name="T0" fmla="*/ 2147483647 w 462"/>
                  <a:gd name="T1" fmla="*/ 2147483647 h 210"/>
                  <a:gd name="T2" fmla="*/ 2147483647 w 462"/>
                  <a:gd name="T3" fmla="*/ 2147483647 h 210"/>
                  <a:gd name="T4" fmla="*/ 2147483647 w 462"/>
                  <a:gd name="T5" fmla="*/ 2147483647 h 210"/>
                  <a:gd name="T6" fmla="*/ 2147483647 w 462"/>
                  <a:gd name="T7" fmla="*/ 2147483647 h 210"/>
                  <a:gd name="T8" fmla="*/ 2147483647 w 462"/>
                  <a:gd name="T9" fmla="*/ 2147483647 h 210"/>
                  <a:gd name="T10" fmla="*/ 2147483647 w 462"/>
                  <a:gd name="T11" fmla="*/ 2147483647 h 210"/>
                  <a:gd name="T12" fmla="*/ 2147483647 w 462"/>
                  <a:gd name="T13" fmla="*/ 2147483647 h 210"/>
                  <a:gd name="T14" fmla="*/ 2147483647 w 462"/>
                  <a:gd name="T15" fmla="*/ 2147483647 h 210"/>
                  <a:gd name="T16" fmla="*/ 2147483647 w 462"/>
                  <a:gd name="T17" fmla="*/ 2147483647 h 210"/>
                  <a:gd name="T18" fmla="*/ 2147483647 w 462"/>
                  <a:gd name="T19" fmla="*/ 2147483647 h 210"/>
                  <a:gd name="T20" fmla="*/ 2147483647 w 462"/>
                  <a:gd name="T21" fmla="*/ 2147483647 h 210"/>
                  <a:gd name="T22" fmla="*/ 2147483647 w 462"/>
                  <a:gd name="T23" fmla="*/ 2147483647 h 210"/>
                  <a:gd name="T24" fmla="*/ 2147483647 w 462"/>
                  <a:gd name="T25" fmla="*/ 2147483647 h 210"/>
                  <a:gd name="T26" fmla="*/ 2147483647 w 462"/>
                  <a:gd name="T27" fmla="*/ 2147483647 h 210"/>
                  <a:gd name="T28" fmla="*/ 2147483647 w 462"/>
                  <a:gd name="T29" fmla="*/ 2147483647 h 210"/>
                  <a:gd name="T30" fmla="*/ 2147483647 w 462"/>
                  <a:gd name="T31" fmla="*/ 2147483647 h 210"/>
                  <a:gd name="T32" fmla="*/ 2147483647 w 462"/>
                  <a:gd name="T33" fmla="*/ 2147483647 h 210"/>
                  <a:gd name="T34" fmla="*/ 2147483647 w 462"/>
                  <a:gd name="T35" fmla="*/ 2147483647 h 210"/>
                  <a:gd name="T36" fmla="*/ 2147483647 w 462"/>
                  <a:gd name="T37" fmla="*/ 2147483647 h 210"/>
                  <a:gd name="T38" fmla="*/ 2147483647 w 462"/>
                  <a:gd name="T39" fmla="*/ 2147483647 h 210"/>
                  <a:gd name="T40" fmla="*/ 2147483647 w 462"/>
                  <a:gd name="T41" fmla="*/ 2147483647 h 210"/>
                  <a:gd name="T42" fmla="*/ 2147483647 w 462"/>
                  <a:gd name="T43" fmla="*/ 2147483647 h 210"/>
                  <a:gd name="T44" fmla="*/ 2147483647 w 462"/>
                  <a:gd name="T45" fmla="*/ 2147483647 h 210"/>
                  <a:gd name="T46" fmla="*/ 2147483647 w 462"/>
                  <a:gd name="T47" fmla="*/ 2147483647 h 210"/>
                  <a:gd name="T48" fmla="*/ 2147483647 w 462"/>
                  <a:gd name="T49" fmla="*/ 2147483647 h 210"/>
                  <a:gd name="T50" fmla="*/ 2147483647 w 462"/>
                  <a:gd name="T51" fmla="*/ 2147483647 h 210"/>
                  <a:gd name="T52" fmla="*/ 2147483647 w 462"/>
                  <a:gd name="T53" fmla="*/ 2147483647 h 210"/>
                  <a:gd name="T54" fmla="*/ 2147483647 w 462"/>
                  <a:gd name="T55" fmla="*/ 2147483647 h 210"/>
                  <a:gd name="T56" fmla="*/ 2147483647 w 462"/>
                  <a:gd name="T57" fmla="*/ 2147483647 h 210"/>
                  <a:gd name="T58" fmla="*/ 2147483647 w 462"/>
                  <a:gd name="T59" fmla="*/ 2147483647 h 210"/>
                  <a:gd name="T60" fmla="*/ 2147483647 w 462"/>
                  <a:gd name="T61" fmla="*/ 2147483647 h 210"/>
                  <a:gd name="T62" fmla="*/ 2147483647 w 462"/>
                  <a:gd name="T63" fmla="*/ 2147483647 h 210"/>
                  <a:gd name="T64" fmla="*/ 2147483647 w 462"/>
                  <a:gd name="T65" fmla="*/ 2147483647 h 210"/>
                  <a:gd name="T66" fmla="*/ 2147483647 w 462"/>
                  <a:gd name="T67" fmla="*/ 2147483647 h 210"/>
                  <a:gd name="T68" fmla="*/ 2147483647 w 462"/>
                  <a:gd name="T69" fmla="*/ 2147483647 h 210"/>
                  <a:gd name="T70" fmla="*/ 2147483647 w 462"/>
                  <a:gd name="T71" fmla="*/ 2147483647 h 210"/>
                  <a:gd name="T72" fmla="*/ 2147483647 w 462"/>
                  <a:gd name="T73" fmla="*/ 2147483647 h 210"/>
                  <a:gd name="T74" fmla="*/ 2147483647 w 462"/>
                  <a:gd name="T75" fmla="*/ 2147483647 h 210"/>
                  <a:gd name="T76" fmla="*/ 2147483647 w 462"/>
                  <a:gd name="T77" fmla="*/ 2147483647 h 210"/>
                  <a:gd name="T78" fmla="*/ 2147483647 w 462"/>
                  <a:gd name="T79" fmla="*/ 2147483647 h 210"/>
                  <a:gd name="T80" fmla="*/ 2147483647 w 462"/>
                  <a:gd name="T81" fmla="*/ 0 h 210"/>
                  <a:gd name="T82" fmla="*/ 0 w 462"/>
                  <a:gd name="T83" fmla="*/ 2147483647 h 21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62"/>
                  <a:gd name="T127" fmla="*/ 0 h 210"/>
                  <a:gd name="T128" fmla="*/ 462 w 462"/>
                  <a:gd name="T129" fmla="*/ 210 h 21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62" h="210">
                    <a:moveTo>
                      <a:pt x="6" y="18"/>
                    </a:moveTo>
                    <a:lnTo>
                      <a:pt x="12" y="18"/>
                    </a:lnTo>
                    <a:lnTo>
                      <a:pt x="18" y="24"/>
                    </a:lnTo>
                    <a:lnTo>
                      <a:pt x="30" y="30"/>
                    </a:lnTo>
                    <a:lnTo>
                      <a:pt x="42" y="42"/>
                    </a:lnTo>
                    <a:lnTo>
                      <a:pt x="60" y="48"/>
                    </a:lnTo>
                    <a:lnTo>
                      <a:pt x="72" y="54"/>
                    </a:lnTo>
                    <a:lnTo>
                      <a:pt x="78" y="54"/>
                    </a:lnTo>
                    <a:lnTo>
                      <a:pt x="84" y="60"/>
                    </a:lnTo>
                    <a:lnTo>
                      <a:pt x="96" y="66"/>
                    </a:lnTo>
                    <a:lnTo>
                      <a:pt x="102" y="78"/>
                    </a:lnTo>
                    <a:lnTo>
                      <a:pt x="114" y="84"/>
                    </a:lnTo>
                    <a:lnTo>
                      <a:pt x="114" y="96"/>
                    </a:lnTo>
                    <a:lnTo>
                      <a:pt x="120" y="114"/>
                    </a:lnTo>
                    <a:lnTo>
                      <a:pt x="120" y="132"/>
                    </a:lnTo>
                    <a:lnTo>
                      <a:pt x="126" y="138"/>
                    </a:lnTo>
                    <a:lnTo>
                      <a:pt x="132" y="150"/>
                    </a:lnTo>
                    <a:lnTo>
                      <a:pt x="138" y="156"/>
                    </a:lnTo>
                    <a:lnTo>
                      <a:pt x="138" y="162"/>
                    </a:lnTo>
                    <a:lnTo>
                      <a:pt x="132" y="168"/>
                    </a:lnTo>
                    <a:lnTo>
                      <a:pt x="168" y="174"/>
                    </a:lnTo>
                    <a:lnTo>
                      <a:pt x="174" y="168"/>
                    </a:lnTo>
                    <a:lnTo>
                      <a:pt x="186" y="162"/>
                    </a:lnTo>
                    <a:lnTo>
                      <a:pt x="198" y="162"/>
                    </a:lnTo>
                    <a:lnTo>
                      <a:pt x="210" y="168"/>
                    </a:lnTo>
                    <a:lnTo>
                      <a:pt x="216" y="174"/>
                    </a:lnTo>
                    <a:lnTo>
                      <a:pt x="222" y="186"/>
                    </a:lnTo>
                    <a:lnTo>
                      <a:pt x="222" y="192"/>
                    </a:lnTo>
                    <a:lnTo>
                      <a:pt x="246" y="192"/>
                    </a:lnTo>
                    <a:lnTo>
                      <a:pt x="246" y="198"/>
                    </a:lnTo>
                    <a:lnTo>
                      <a:pt x="252" y="204"/>
                    </a:lnTo>
                    <a:lnTo>
                      <a:pt x="276" y="198"/>
                    </a:lnTo>
                    <a:lnTo>
                      <a:pt x="282" y="192"/>
                    </a:lnTo>
                    <a:lnTo>
                      <a:pt x="336" y="198"/>
                    </a:lnTo>
                    <a:lnTo>
                      <a:pt x="336" y="180"/>
                    </a:lnTo>
                    <a:lnTo>
                      <a:pt x="342" y="180"/>
                    </a:lnTo>
                    <a:lnTo>
                      <a:pt x="348" y="186"/>
                    </a:lnTo>
                    <a:lnTo>
                      <a:pt x="354" y="186"/>
                    </a:lnTo>
                    <a:lnTo>
                      <a:pt x="354" y="180"/>
                    </a:lnTo>
                    <a:lnTo>
                      <a:pt x="366" y="168"/>
                    </a:lnTo>
                    <a:lnTo>
                      <a:pt x="390" y="168"/>
                    </a:lnTo>
                    <a:lnTo>
                      <a:pt x="396" y="174"/>
                    </a:lnTo>
                    <a:lnTo>
                      <a:pt x="396" y="180"/>
                    </a:lnTo>
                    <a:lnTo>
                      <a:pt x="414" y="198"/>
                    </a:lnTo>
                    <a:lnTo>
                      <a:pt x="426" y="192"/>
                    </a:lnTo>
                    <a:lnTo>
                      <a:pt x="438" y="192"/>
                    </a:lnTo>
                    <a:lnTo>
                      <a:pt x="456" y="210"/>
                    </a:lnTo>
                    <a:lnTo>
                      <a:pt x="462" y="204"/>
                    </a:lnTo>
                    <a:lnTo>
                      <a:pt x="456" y="192"/>
                    </a:lnTo>
                    <a:lnTo>
                      <a:pt x="450" y="186"/>
                    </a:lnTo>
                    <a:lnTo>
                      <a:pt x="444" y="174"/>
                    </a:lnTo>
                    <a:lnTo>
                      <a:pt x="438" y="168"/>
                    </a:lnTo>
                    <a:lnTo>
                      <a:pt x="432" y="168"/>
                    </a:lnTo>
                    <a:lnTo>
                      <a:pt x="414" y="150"/>
                    </a:lnTo>
                    <a:lnTo>
                      <a:pt x="420" y="144"/>
                    </a:lnTo>
                    <a:lnTo>
                      <a:pt x="432" y="144"/>
                    </a:lnTo>
                    <a:lnTo>
                      <a:pt x="420" y="132"/>
                    </a:lnTo>
                    <a:lnTo>
                      <a:pt x="408" y="126"/>
                    </a:lnTo>
                    <a:lnTo>
                      <a:pt x="396" y="114"/>
                    </a:lnTo>
                    <a:lnTo>
                      <a:pt x="378" y="114"/>
                    </a:lnTo>
                    <a:lnTo>
                      <a:pt x="378" y="108"/>
                    </a:lnTo>
                    <a:lnTo>
                      <a:pt x="384" y="102"/>
                    </a:lnTo>
                    <a:lnTo>
                      <a:pt x="384" y="90"/>
                    </a:lnTo>
                    <a:lnTo>
                      <a:pt x="354" y="84"/>
                    </a:lnTo>
                    <a:lnTo>
                      <a:pt x="342" y="72"/>
                    </a:lnTo>
                    <a:lnTo>
                      <a:pt x="330" y="66"/>
                    </a:lnTo>
                    <a:lnTo>
                      <a:pt x="300" y="66"/>
                    </a:lnTo>
                    <a:lnTo>
                      <a:pt x="300" y="72"/>
                    </a:lnTo>
                    <a:lnTo>
                      <a:pt x="288" y="72"/>
                    </a:lnTo>
                    <a:lnTo>
                      <a:pt x="282" y="78"/>
                    </a:lnTo>
                    <a:lnTo>
                      <a:pt x="258" y="78"/>
                    </a:lnTo>
                    <a:lnTo>
                      <a:pt x="246" y="72"/>
                    </a:lnTo>
                    <a:lnTo>
                      <a:pt x="240" y="72"/>
                    </a:lnTo>
                    <a:lnTo>
                      <a:pt x="240" y="66"/>
                    </a:lnTo>
                    <a:lnTo>
                      <a:pt x="192" y="36"/>
                    </a:lnTo>
                    <a:lnTo>
                      <a:pt x="186" y="36"/>
                    </a:lnTo>
                    <a:lnTo>
                      <a:pt x="180" y="30"/>
                    </a:lnTo>
                    <a:lnTo>
                      <a:pt x="144" y="30"/>
                    </a:lnTo>
                    <a:lnTo>
                      <a:pt x="84" y="18"/>
                    </a:lnTo>
                    <a:lnTo>
                      <a:pt x="66" y="12"/>
                    </a:lnTo>
                    <a:lnTo>
                      <a:pt x="54" y="6"/>
                    </a:lnTo>
                    <a:lnTo>
                      <a:pt x="36" y="0"/>
                    </a:lnTo>
                    <a:lnTo>
                      <a:pt x="24" y="0"/>
                    </a:lnTo>
                    <a:lnTo>
                      <a:pt x="0" y="18"/>
                    </a:lnTo>
                    <a:lnTo>
                      <a:pt x="6" y="18"/>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62" name="France" descr="© INSCALE GmbH, 05.05.2010&#10;http://www.presentationload.com/">
                <a:extLst>
                  <a:ext uri="{FF2B5EF4-FFF2-40B4-BE49-F238E27FC236}">
                    <a16:creationId xmlns:a16="http://schemas.microsoft.com/office/drawing/2014/main" id="{F2A8BCEC-E023-4E96-EF1A-4764C6A95CA5}"/>
                  </a:ext>
                </a:extLst>
              </p:cNvPr>
              <p:cNvSpPr>
                <a:spLocks noEditPoints="1"/>
              </p:cNvSpPr>
              <p:nvPr/>
            </p:nvSpPr>
            <p:spPr bwMode="gray">
              <a:xfrm>
                <a:off x="2598" y="1526"/>
                <a:ext cx="231" cy="200"/>
              </a:xfrm>
              <a:custGeom>
                <a:avLst/>
                <a:gdLst>
                  <a:gd name="T0" fmla="*/ 2147483647 w 230"/>
                  <a:gd name="T1" fmla="*/ 2147483647 h 198"/>
                  <a:gd name="T2" fmla="*/ 2147483647 w 230"/>
                  <a:gd name="T3" fmla="*/ 2147483647 h 198"/>
                  <a:gd name="T4" fmla="*/ 2147483647 w 230"/>
                  <a:gd name="T5" fmla="*/ 2147483647 h 198"/>
                  <a:gd name="T6" fmla="*/ 2147483647 w 230"/>
                  <a:gd name="T7" fmla="*/ 2147483647 h 198"/>
                  <a:gd name="T8" fmla="*/ 2147483647 w 230"/>
                  <a:gd name="T9" fmla="*/ 2147483647 h 198"/>
                  <a:gd name="T10" fmla="*/ 2147483647 w 230"/>
                  <a:gd name="T11" fmla="*/ 2147483647 h 198"/>
                  <a:gd name="T12" fmla="*/ 2147483647 w 230"/>
                  <a:gd name="T13" fmla="*/ 2147483647 h 198"/>
                  <a:gd name="T14" fmla="*/ 2147483647 w 230"/>
                  <a:gd name="T15" fmla="*/ 2147483647 h 198"/>
                  <a:gd name="T16" fmla="*/ 2147483647 w 230"/>
                  <a:gd name="T17" fmla="*/ 2147483647 h 198"/>
                  <a:gd name="T18" fmla="*/ 2147483647 w 230"/>
                  <a:gd name="T19" fmla="*/ 2147483647 h 198"/>
                  <a:gd name="T20" fmla="*/ 2147483647 w 230"/>
                  <a:gd name="T21" fmla="*/ 2147483647 h 198"/>
                  <a:gd name="T22" fmla="*/ 2147483647 w 230"/>
                  <a:gd name="T23" fmla="*/ 2147483647 h 198"/>
                  <a:gd name="T24" fmla="*/ 2147483647 w 230"/>
                  <a:gd name="T25" fmla="*/ 2147483647 h 198"/>
                  <a:gd name="T26" fmla="*/ 2147483647 w 230"/>
                  <a:gd name="T27" fmla="*/ 2147483647 h 198"/>
                  <a:gd name="T28" fmla="*/ 2147483647 w 230"/>
                  <a:gd name="T29" fmla="*/ 2147483647 h 198"/>
                  <a:gd name="T30" fmla="*/ 2147483647 w 230"/>
                  <a:gd name="T31" fmla="*/ 2147483647 h 198"/>
                  <a:gd name="T32" fmla="*/ 2147483647 w 230"/>
                  <a:gd name="T33" fmla="*/ 2147483647 h 198"/>
                  <a:gd name="T34" fmla="*/ 2147483647 w 230"/>
                  <a:gd name="T35" fmla="*/ 2147483647 h 198"/>
                  <a:gd name="T36" fmla="*/ 2147483647 w 230"/>
                  <a:gd name="T37" fmla="*/ 2147483647 h 198"/>
                  <a:gd name="T38" fmla="*/ 2147483647 w 230"/>
                  <a:gd name="T39" fmla="*/ 2147483647 h 198"/>
                  <a:gd name="T40" fmla="*/ 2147483647 w 230"/>
                  <a:gd name="T41" fmla="*/ 2147483647 h 198"/>
                  <a:gd name="T42" fmla="*/ 2147483647 w 230"/>
                  <a:gd name="T43" fmla="*/ 2147483647 h 198"/>
                  <a:gd name="T44" fmla="*/ 2147483647 w 230"/>
                  <a:gd name="T45" fmla="*/ 2147483647 h 198"/>
                  <a:gd name="T46" fmla="*/ 2147483647 w 230"/>
                  <a:gd name="T47" fmla="*/ 2147483647 h 198"/>
                  <a:gd name="T48" fmla="*/ 2147483647 w 230"/>
                  <a:gd name="T49" fmla="*/ 2147483647 h 198"/>
                  <a:gd name="T50" fmla="*/ 2147483647 w 230"/>
                  <a:gd name="T51" fmla="*/ 2147483647 h 198"/>
                  <a:gd name="T52" fmla="*/ 2147483647 w 230"/>
                  <a:gd name="T53" fmla="*/ 2147483647 h 198"/>
                  <a:gd name="T54" fmla="*/ 2147483647 w 230"/>
                  <a:gd name="T55" fmla="*/ 2147483647 h 198"/>
                  <a:gd name="T56" fmla="*/ 2147483647 w 230"/>
                  <a:gd name="T57" fmla="*/ 2147483647 h 198"/>
                  <a:gd name="T58" fmla="*/ 2147483647 w 230"/>
                  <a:gd name="T59" fmla="*/ 2147483647 h 198"/>
                  <a:gd name="T60" fmla="*/ 2147483647 w 230"/>
                  <a:gd name="T61" fmla="*/ 2147483647 h 198"/>
                  <a:gd name="T62" fmla="*/ 2147483647 w 230"/>
                  <a:gd name="T63" fmla="*/ 2147483647 h 198"/>
                  <a:gd name="T64" fmla="*/ 2147483647 w 230"/>
                  <a:gd name="T65" fmla="*/ 2147483647 h 198"/>
                  <a:gd name="T66" fmla="*/ 2147483647 w 230"/>
                  <a:gd name="T67" fmla="*/ 2147483647 h 198"/>
                  <a:gd name="T68" fmla="*/ 2147483647 w 230"/>
                  <a:gd name="T69" fmla="*/ 2147483647 h 198"/>
                  <a:gd name="T70" fmla="*/ 2147483647 w 230"/>
                  <a:gd name="T71" fmla="*/ 2147483647 h 198"/>
                  <a:gd name="T72" fmla="*/ 2147483647 w 230"/>
                  <a:gd name="T73" fmla="*/ 2147483647 h 198"/>
                  <a:gd name="T74" fmla="*/ 2147483647 w 230"/>
                  <a:gd name="T75" fmla="*/ 2147483647 h 198"/>
                  <a:gd name="T76" fmla="*/ 2147483647 w 230"/>
                  <a:gd name="T77" fmla="*/ 2147483647 h 198"/>
                  <a:gd name="T78" fmla="*/ 2147483647 w 230"/>
                  <a:gd name="T79" fmla="*/ 2147483647 h 198"/>
                  <a:gd name="T80" fmla="*/ 2147483647 w 230"/>
                  <a:gd name="T81" fmla="*/ 2147483647 h 198"/>
                  <a:gd name="T82" fmla="*/ 2147483647 w 230"/>
                  <a:gd name="T83" fmla="*/ 2147483647 h 198"/>
                  <a:gd name="T84" fmla="*/ 2147483647 w 230"/>
                  <a:gd name="T85" fmla="*/ 2147483647 h 198"/>
                  <a:gd name="T86" fmla="*/ 2147483647 w 230"/>
                  <a:gd name="T87" fmla="*/ 2147483647 h 198"/>
                  <a:gd name="T88" fmla="*/ 2147483647 w 230"/>
                  <a:gd name="T89" fmla="*/ 2147483647 h 198"/>
                  <a:gd name="T90" fmla="*/ 2147483647 w 230"/>
                  <a:gd name="T91" fmla="*/ 2147483647 h 198"/>
                  <a:gd name="T92" fmla="*/ 2147483647 w 230"/>
                  <a:gd name="T93" fmla="*/ 2147483647 h 198"/>
                  <a:gd name="T94" fmla="*/ 2147483647 w 230"/>
                  <a:gd name="T95" fmla="*/ 2147483647 h 198"/>
                  <a:gd name="T96" fmla="*/ 2147483647 w 230"/>
                  <a:gd name="T97" fmla="*/ 2147483647 h 198"/>
                  <a:gd name="T98" fmla="*/ 2147483647 w 230"/>
                  <a:gd name="T99" fmla="*/ 2147483647 h 198"/>
                  <a:gd name="T100" fmla="*/ 2147483647 w 230"/>
                  <a:gd name="T101" fmla="*/ 2147483647 h 198"/>
                  <a:gd name="T102" fmla="*/ 2147483647 w 230"/>
                  <a:gd name="T103" fmla="*/ 2147483647 h 198"/>
                  <a:gd name="T104" fmla="*/ 2147483647 w 230"/>
                  <a:gd name="T105" fmla="*/ 2147483647 h 198"/>
                  <a:gd name="T106" fmla="*/ 2147483647 w 230"/>
                  <a:gd name="T107" fmla="*/ 2147483647 h 198"/>
                  <a:gd name="T108" fmla="*/ 2147483647 w 230"/>
                  <a:gd name="T109" fmla="*/ 2147483647 h 198"/>
                  <a:gd name="T110" fmla="*/ 2147483647 w 230"/>
                  <a:gd name="T111" fmla="*/ 2147483647 h 198"/>
                  <a:gd name="T112" fmla="*/ 2147483647 w 230"/>
                  <a:gd name="T113" fmla="*/ 2147483647 h 198"/>
                  <a:gd name="T114" fmla="*/ 2147483647 w 230"/>
                  <a:gd name="T115" fmla="*/ 2147483647 h 198"/>
                  <a:gd name="T116" fmla="*/ 2147483647 w 230"/>
                  <a:gd name="T117" fmla="*/ 2147483647 h 198"/>
                  <a:gd name="T118" fmla="*/ 2147483647 w 230"/>
                  <a:gd name="T119" fmla="*/ 2147483647 h 198"/>
                  <a:gd name="T120" fmla="*/ 2147483647 w 230"/>
                  <a:gd name="T121" fmla="*/ 2147483647 h 19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30"/>
                  <a:gd name="T184" fmla="*/ 0 h 198"/>
                  <a:gd name="T185" fmla="*/ 230 w 230"/>
                  <a:gd name="T186" fmla="*/ 198 h 19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30" h="198">
                    <a:moveTo>
                      <a:pt x="230" y="172"/>
                    </a:moveTo>
                    <a:lnTo>
                      <a:pt x="230" y="172"/>
                    </a:lnTo>
                    <a:lnTo>
                      <a:pt x="230" y="166"/>
                    </a:lnTo>
                    <a:lnTo>
                      <a:pt x="228" y="166"/>
                    </a:lnTo>
                    <a:lnTo>
                      <a:pt x="224" y="168"/>
                    </a:lnTo>
                    <a:lnTo>
                      <a:pt x="224" y="170"/>
                    </a:lnTo>
                    <a:lnTo>
                      <a:pt x="220" y="172"/>
                    </a:lnTo>
                    <a:lnTo>
                      <a:pt x="218" y="174"/>
                    </a:lnTo>
                    <a:lnTo>
                      <a:pt x="216" y="178"/>
                    </a:lnTo>
                    <a:lnTo>
                      <a:pt x="216" y="182"/>
                    </a:lnTo>
                    <a:lnTo>
                      <a:pt x="218" y="186"/>
                    </a:lnTo>
                    <a:lnTo>
                      <a:pt x="218" y="190"/>
                    </a:lnTo>
                    <a:lnTo>
                      <a:pt x="218" y="192"/>
                    </a:lnTo>
                    <a:lnTo>
                      <a:pt x="218" y="194"/>
                    </a:lnTo>
                    <a:lnTo>
                      <a:pt x="222" y="196"/>
                    </a:lnTo>
                    <a:lnTo>
                      <a:pt x="224" y="198"/>
                    </a:lnTo>
                    <a:lnTo>
                      <a:pt x="230" y="192"/>
                    </a:lnTo>
                    <a:lnTo>
                      <a:pt x="230" y="186"/>
                    </a:lnTo>
                    <a:lnTo>
                      <a:pt x="228" y="186"/>
                    </a:lnTo>
                    <a:lnTo>
                      <a:pt x="230" y="184"/>
                    </a:lnTo>
                    <a:lnTo>
                      <a:pt x="230" y="172"/>
                    </a:lnTo>
                    <a:close/>
                    <a:moveTo>
                      <a:pt x="198" y="40"/>
                    </a:moveTo>
                    <a:lnTo>
                      <a:pt x="198" y="40"/>
                    </a:lnTo>
                    <a:lnTo>
                      <a:pt x="196" y="40"/>
                    </a:lnTo>
                    <a:lnTo>
                      <a:pt x="192" y="40"/>
                    </a:lnTo>
                    <a:lnTo>
                      <a:pt x="190" y="40"/>
                    </a:lnTo>
                    <a:lnTo>
                      <a:pt x="184" y="40"/>
                    </a:lnTo>
                    <a:lnTo>
                      <a:pt x="184" y="34"/>
                    </a:lnTo>
                    <a:lnTo>
                      <a:pt x="182" y="34"/>
                    </a:lnTo>
                    <a:lnTo>
                      <a:pt x="182" y="32"/>
                    </a:lnTo>
                    <a:lnTo>
                      <a:pt x="178" y="30"/>
                    </a:lnTo>
                    <a:lnTo>
                      <a:pt x="174" y="34"/>
                    </a:lnTo>
                    <a:lnTo>
                      <a:pt x="172" y="32"/>
                    </a:lnTo>
                    <a:lnTo>
                      <a:pt x="166" y="32"/>
                    </a:lnTo>
                    <a:lnTo>
                      <a:pt x="164" y="28"/>
                    </a:lnTo>
                    <a:lnTo>
                      <a:pt x="162" y="28"/>
                    </a:lnTo>
                    <a:lnTo>
                      <a:pt x="158" y="28"/>
                    </a:lnTo>
                    <a:lnTo>
                      <a:pt x="156" y="28"/>
                    </a:lnTo>
                    <a:lnTo>
                      <a:pt x="156" y="22"/>
                    </a:lnTo>
                    <a:lnTo>
                      <a:pt x="152" y="24"/>
                    </a:lnTo>
                    <a:lnTo>
                      <a:pt x="146" y="24"/>
                    </a:lnTo>
                    <a:lnTo>
                      <a:pt x="146" y="18"/>
                    </a:lnTo>
                    <a:lnTo>
                      <a:pt x="144" y="16"/>
                    </a:lnTo>
                    <a:lnTo>
                      <a:pt x="142" y="14"/>
                    </a:lnTo>
                    <a:lnTo>
                      <a:pt x="136" y="14"/>
                    </a:lnTo>
                    <a:lnTo>
                      <a:pt x="132" y="12"/>
                    </a:lnTo>
                    <a:lnTo>
                      <a:pt x="126" y="10"/>
                    </a:lnTo>
                    <a:lnTo>
                      <a:pt x="126" y="6"/>
                    </a:lnTo>
                    <a:lnTo>
                      <a:pt x="126" y="0"/>
                    </a:lnTo>
                    <a:lnTo>
                      <a:pt x="118" y="0"/>
                    </a:lnTo>
                    <a:lnTo>
                      <a:pt x="114" y="2"/>
                    </a:lnTo>
                    <a:lnTo>
                      <a:pt x="112" y="2"/>
                    </a:lnTo>
                    <a:lnTo>
                      <a:pt x="110" y="4"/>
                    </a:lnTo>
                    <a:lnTo>
                      <a:pt x="104" y="4"/>
                    </a:lnTo>
                    <a:lnTo>
                      <a:pt x="104" y="6"/>
                    </a:lnTo>
                    <a:lnTo>
                      <a:pt x="104" y="8"/>
                    </a:lnTo>
                    <a:lnTo>
                      <a:pt x="104" y="12"/>
                    </a:lnTo>
                    <a:lnTo>
                      <a:pt x="106" y="14"/>
                    </a:lnTo>
                    <a:lnTo>
                      <a:pt x="106" y="20"/>
                    </a:lnTo>
                    <a:lnTo>
                      <a:pt x="104" y="22"/>
                    </a:lnTo>
                    <a:lnTo>
                      <a:pt x="98" y="24"/>
                    </a:lnTo>
                    <a:lnTo>
                      <a:pt x="92" y="24"/>
                    </a:lnTo>
                    <a:lnTo>
                      <a:pt x="82" y="32"/>
                    </a:lnTo>
                    <a:lnTo>
                      <a:pt x="86" y="34"/>
                    </a:lnTo>
                    <a:lnTo>
                      <a:pt x="84" y="34"/>
                    </a:lnTo>
                    <a:lnTo>
                      <a:pt x="82" y="34"/>
                    </a:lnTo>
                    <a:lnTo>
                      <a:pt x="76" y="38"/>
                    </a:lnTo>
                    <a:lnTo>
                      <a:pt x="68" y="38"/>
                    </a:lnTo>
                    <a:lnTo>
                      <a:pt x="66" y="36"/>
                    </a:lnTo>
                    <a:lnTo>
                      <a:pt x="60" y="30"/>
                    </a:lnTo>
                    <a:lnTo>
                      <a:pt x="58" y="30"/>
                    </a:lnTo>
                    <a:lnTo>
                      <a:pt x="56" y="28"/>
                    </a:lnTo>
                    <a:lnTo>
                      <a:pt x="52" y="28"/>
                    </a:lnTo>
                    <a:lnTo>
                      <a:pt x="52" y="30"/>
                    </a:lnTo>
                    <a:lnTo>
                      <a:pt x="52" y="34"/>
                    </a:lnTo>
                    <a:lnTo>
                      <a:pt x="54" y="34"/>
                    </a:lnTo>
                    <a:lnTo>
                      <a:pt x="56" y="38"/>
                    </a:lnTo>
                    <a:lnTo>
                      <a:pt x="58" y="40"/>
                    </a:lnTo>
                    <a:lnTo>
                      <a:pt x="58" y="46"/>
                    </a:lnTo>
                    <a:lnTo>
                      <a:pt x="56" y="48"/>
                    </a:lnTo>
                    <a:lnTo>
                      <a:pt x="54" y="48"/>
                    </a:lnTo>
                    <a:lnTo>
                      <a:pt x="48" y="48"/>
                    </a:lnTo>
                    <a:lnTo>
                      <a:pt x="38" y="48"/>
                    </a:lnTo>
                    <a:lnTo>
                      <a:pt x="38" y="54"/>
                    </a:lnTo>
                    <a:lnTo>
                      <a:pt x="36" y="52"/>
                    </a:lnTo>
                    <a:lnTo>
                      <a:pt x="34" y="48"/>
                    </a:lnTo>
                    <a:lnTo>
                      <a:pt x="32" y="48"/>
                    </a:lnTo>
                    <a:lnTo>
                      <a:pt x="30" y="46"/>
                    </a:lnTo>
                    <a:lnTo>
                      <a:pt x="26" y="46"/>
                    </a:lnTo>
                    <a:lnTo>
                      <a:pt x="24" y="48"/>
                    </a:lnTo>
                    <a:lnTo>
                      <a:pt x="22" y="48"/>
                    </a:lnTo>
                    <a:lnTo>
                      <a:pt x="20" y="48"/>
                    </a:lnTo>
                    <a:lnTo>
                      <a:pt x="16" y="48"/>
                    </a:lnTo>
                    <a:lnTo>
                      <a:pt x="12" y="50"/>
                    </a:lnTo>
                    <a:lnTo>
                      <a:pt x="8" y="50"/>
                    </a:lnTo>
                    <a:lnTo>
                      <a:pt x="6" y="52"/>
                    </a:lnTo>
                    <a:lnTo>
                      <a:pt x="4" y="54"/>
                    </a:lnTo>
                    <a:lnTo>
                      <a:pt x="6" y="56"/>
                    </a:lnTo>
                    <a:lnTo>
                      <a:pt x="8" y="56"/>
                    </a:lnTo>
                    <a:lnTo>
                      <a:pt x="10" y="58"/>
                    </a:lnTo>
                    <a:lnTo>
                      <a:pt x="10" y="60"/>
                    </a:lnTo>
                    <a:lnTo>
                      <a:pt x="6" y="60"/>
                    </a:lnTo>
                    <a:lnTo>
                      <a:pt x="2" y="60"/>
                    </a:lnTo>
                    <a:lnTo>
                      <a:pt x="0" y="60"/>
                    </a:lnTo>
                    <a:lnTo>
                      <a:pt x="0" y="62"/>
                    </a:lnTo>
                    <a:lnTo>
                      <a:pt x="6" y="66"/>
                    </a:lnTo>
                    <a:lnTo>
                      <a:pt x="12" y="66"/>
                    </a:lnTo>
                    <a:lnTo>
                      <a:pt x="12" y="64"/>
                    </a:lnTo>
                    <a:lnTo>
                      <a:pt x="26" y="72"/>
                    </a:lnTo>
                    <a:lnTo>
                      <a:pt x="32" y="72"/>
                    </a:lnTo>
                    <a:lnTo>
                      <a:pt x="38" y="76"/>
                    </a:lnTo>
                    <a:lnTo>
                      <a:pt x="48" y="76"/>
                    </a:lnTo>
                    <a:lnTo>
                      <a:pt x="40" y="80"/>
                    </a:lnTo>
                    <a:lnTo>
                      <a:pt x="42" y="84"/>
                    </a:lnTo>
                    <a:lnTo>
                      <a:pt x="44" y="86"/>
                    </a:lnTo>
                    <a:lnTo>
                      <a:pt x="46" y="92"/>
                    </a:lnTo>
                    <a:lnTo>
                      <a:pt x="52" y="96"/>
                    </a:lnTo>
                    <a:lnTo>
                      <a:pt x="58" y="96"/>
                    </a:lnTo>
                    <a:lnTo>
                      <a:pt x="58" y="106"/>
                    </a:lnTo>
                    <a:lnTo>
                      <a:pt x="62" y="114"/>
                    </a:lnTo>
                    <a:lnTo>
                      <a:pt x="66" y="124"/>
                    </a:lnTo>
                    <a:lnTo>
                      <a:pt x="58" y="114"/>
                    </a:lnTo>
                    <a:lnTo>
                      <a:pt x="58" y="118"/>
                    </a:lnTo>
                    <a:lnTo>
                      <a:pt x="56" y="120"/>
                    </a:lnTo>
                    <a:lnTo>
                      <a:pt x="56" y="132"/>
                    </a:lnTo>
                    <a:lnTo>
                      <a:pt x="54" y="134"/>
                    </a:lnTo>
                    <a:lnTo>
                      <a:pt x="52" y="144"/>
                    </a:lnTo>
                    <a:lnTo>
                      <a:pt x="52" y="146"/>
                    </a:lnTo>
                    <a:lnTo>
                      <a:pt x="50" y="150"/>
                    </a:lnTo>
                    <a:lnTo>
                      <a:pt x="50" y="152"/>
                    </a:lnTo>
                    <a:lnTo>
                      <a:pt x="48" y="152"/>
                    </a:lnTo>
                    <a:lnTo>
                      <a:pt x="48" y="154"/>
                    </a:lnTo>
                    <a:lnTo>
                      <a:pt x="46" y="156"/>
                    </a:lnTo>
                    <a:lnTo>
                      <a:pt x="44" y="158"/>
                    </a:lnTo>
                    <a:lnTo>
                      <a:pt x="46" y="160"/>
                    </a:lnTo>
                    <a:lnTo>
                      <a:pt x="46" y="158"/>
                    </a:lnTo>
                    <a:lnTo>
                      <a:pt x="48" y="158"/>
                    </a:lnTo>
                    <a:lnTo>
                      <a:pt x="52" y="160"/>
                    </a:lnTo>
                    <a:lnTo>
                      <a:pt x="52" y="162"/>
                    </a:lnTo>
                    <a:lnTo>
                      <a:pt x="50" y="164"/>
                    </a:lnTo>
                    <a:lnTo>
                      <a:pt x="60" y="164"/>
                    </a:lnTo>
                    <a:lnTo>
                      <a:pt x="64" y="168"/>
                    </a:lnTo>
                    <a:lnTo>
                      <a:pt x="66" y="166"/>
                    </a:lnTo>
                    <a:lnTo>
                      <a:pt x="68" y="166"/>
                    </a:lnTo>
                    <a:lnTo>
                      <a:pt x="72" y="170"/>
                    </a:lnTo>
                    <a:lnTo>
                      <a:pt x="78" y="170"/>
                    </a:lnTo>
                    <a:lnTo>
                      <a:pt x="78" y="172"/>
                    </a:lnTo>
                    <a:lnTo>
                      <a:pt x="84" y="172"/>
                    </a:lnTo>
                    <a:lnTo>
                      <a:pt x="84" y="168"/>
                    </a:lnTo>
                    <a:lnTo>
                      <a:pt x="86" y="166"/>
                    </a:lnTo>
                    <a:lnTo>
                      <a:pt x="90" y="166"/>
                    </a:lnTo>
                    <a:lnTo>
                      <a:pt x="92" y="168"/>
                    </a:lnTo>
                    <a:lnTo>
                      <a:pt x="92" y="170"/>
                    </a:lnTo>
                    <a:lnTo>
                      <a:pt x="96" y="170"/>
                    </a:lnTo>
                    <a:lnTo>
                      <a:pt x="96" y="172"/>
                    </a:lnTo>
                    <a:lnTo>
                      <a:pt x="104" y="172"/>
                    </a:lnTo>
                    <a:lnTo>
                      <a:pt x="104" y="174"/>
                    </a:lnTo>
                    <a:lnTo>
                      <a:pt x="104" y="176"/>
                    </a:lnTo>
                    <a:lnTo>
                      <a:pt x="112" y="176"/>
                    </a:lnTo>
                    <a:lnTo>
                      <a:pt x="112" y="178"/>
                    </a:lnTo>
                    <a:lnTo>
                      <a:pt x="118" y="178"/>
                    </a:lnTo>
                    <a:lnTo>
                      <a:pt x="118" y="176"/>
                    </a:lnTo>
                    <a:lnTo>
                      <a:pt x="118" y="174"/>
                    </a:lnTo>
                    <a:lnTo>
                      <a:pt x="122" y="174"/>
                    </a:lnTo>
                    <a:lnTo>
                      <a:pt x="122" y="170"/>
                    </a:lnTo>
                    <a:lnTo>
                      <a:pt x="126" y="164"/>
                    </a:lnTo>
                    <a:lnTo>
                      <a:pt x="130" y="160"/>
                    </a:lnTo>
                    <a:lnTo>
                      <a:pt x="132" y="158"/>
                    </a:lnTo>
                    <a:lnTo>
                      <a:pt x="134" y="156"/>
                    </a:lnTo>
                    <a:lnTo>
                      <a:pt x="138" y="154"/>
                    </a:lnTo>
                    <a:lnTo>
                      <a:pt x="140" y="152"/>
                    </a:lnTo>
                    <a:lnTo>
                      <a:pt x="144" y="152"/>
                    </a:lnTo>
                    <a:lnTo>
                      <a:pt x="146" y="154"/>
                    </a:lnTo>
                    <a:lnTo>
                      <a:pt x="150" y="154"/>
                    </a:lnTo>
                    <a:lnTo>
                      <a:pt x="152" y="156"/>
                    </a:lnTo>
                    <a:lnTo>
                      <a:pt x="162" y="156"/>
                    </a:lnTo>
                    <a:lnTo>
                      <a:pt x="166" y="160"/>
                    </a:lnTo>
                    <a:lnTo>
                      <a:pt x="166" y="162"/>
                    </a:lnTo>
                    <a:lnTo>
                      <a:pt x="170" y="162"/>
                    </a:lnTo>
                    <a:lnTo>
                      <a:pt x="172" y="164"/>
                    </a:lnTo>
                    <a:lnTo>
                      <a:pt x="178" y="164"/>
                    </a:lnTo>
                    <a:lnTo>
                      <a:pt x="182" y="162"/>
                    </a:lnTo>
                    <a:lnTo>
                      <a:pt x="184" y="160"/>
                    </a:lnTo>
                    <a:lnTo>
                      <a:pt x="186" y="154"/>
                    </a:lnTo>
                    <a:lnTo>
                      <a:pt x="192" y="150"/>
                    </a:lnTo>
                    <a:lnTo>
                      <a:pt x="196" y="150"/>
                    </a:lnTo>
                    <a:lnTo>
                      <a:pt x="196" y="148"/>
                    </a:lnTo>
                    <a:lnTo>
                      <a:pt x="200" y="144"/>
                    </a:lnTo>
                    <a:lnTo>
                      <a:pt x="200" y="142"/>
                    </a:lnTo>
                    <a:lnTo>
                      <a:pt x="198" y="140"/>
                    </a:lnTo>
                    <a:lnTo>
                      <a:pt x="192" y="140"/>
                    </a:lnTo>
                    <a:lnTo>
                      <a:pt x="188" y="138"/>
                    </a:lnTo>
                    <a:lnTo>
                      <a:pt x="186" y="136"/>
                    </a:lnTo>
                    <a:lnTo>
                      <a:pt x="186" y="134"/>
                    </a:lnTo>
                    <a:lnTo>
                      <a:pt x="188" y="132"/>
                    </a:lnTo>
                    <a:lnTo>
                      <a:pt x="190" y="130"/>
                    </a:lnTo>
                    <a:lnTo>
                      <a:pt x="190" y="126"/>
                    </a:lnTo>
                    <a:lnTo>
                      <a:pt x="188" y="126"/>
                    </a:lnTo>
                    <a:lnTo>
                      <a:pt x="184" y="126"/>
                    </a:lnTo>
                    <a:lnTo>
                      <a:pt x="182" y="120"/>
                    </a:lnTo>
                    <a:lnTo>
                      <a:pt x="188" y="120"/>
                    </a:lnTo>
                    <a:lnTo>
                      <a:pt x="192" y="116"/>
                    </a:lnTo>
                    <a:lnTo>
                      <a:pt x="192" y="114"/>
                    </a:lnTo>
                    <a:lnTo>
                      <a:pt x="186" y="108"/>
                    </a:lnTo>
                    <a:lnTo>
                      <a:pt x="188" y="106"/>
                    </a:lnTo>
                    <a:lnTo>
                      <a:pt x="190" y="106"/>
                    </a:lnTo>
                    <a:lnTo>
                      <a:pt x="190" y="104"/>
                    </a:lnTo>
                    <a:lnTo>
                      <a:pt x="186" y="100"/>
                    </a:lnTo>
                    <a:lnTo>
                      <a:pt x="188" y="94"/>
                    </a:lnTo>
                    <a:lnTo>
                      <a:pt x="186" y="94"/>
                    </a:lnTo>
                    <a:lnTo>
                      <a:pt x="182" y="94"/>
                    </a:lnTo>
                    <a:lnTo>
                      <a:pt x="176" y="100"/>
                    </a:lnTo>
                    <a:lnTo>
                      <a:pt x="174" y="100"/>
                    </a:lnTo>
                    <a:lnTo>
                      <a:pt x="174" y="98"/>
                    </a:lnTo>
                    <a:lnTo>
                      <a:pt x="176" y="96"/>
                    </a:lnTo>
                    <a:lnTo>
                      <a:pt x="174" y="94"/>
                    </a:lnTo>
                    <a:lnTo>
                      <a:pt x="178" y="92"/>
                    </a:lnTo>
                    <a:lnTo>
                      <a:pt x="178" y="88"/>
                    </a:lnTo>
                    <a:lnTo>
                      <a:pt x="182" y="86"/>
                    </a:lnTo>
                    <a:lnTo>
                      <a:pt x="182" y="82"/>
                    </a:lnTo>
                    <a:lnTo>
                      <a:pt x="186" y="82"/>
                    </a:lnTo>
                    <a:lnTo>
                      <a:pt x="188" y="80"/>
                    </a:lnTo>
                    <a:lnTo>
                      <a:pt x="190" y="78"/>
                    </a:lnTo>
                    <a:lnTo>
                      <a:pt x="192" y="76"/>
                    </a:lnTo>
                    <a:lnTo>
                      <a:pt x="192" y="74"/>
                    </a:lnTo>
                    <a:lnTo>
                      <a:pt x="198" y="76"/>
                    </a:lnTo>
                    <a:lnTo>
                      <a:pt x="198" y="72"/>
                    </a:lnTo>
                    <a:lnTo>
                      <a:pt x="198" y="60"/>
                    </a:lnTo>
                    <a:lnTo>
                      <a:pt x="200" y="58"/>
                    </a:lnTo>
                    <a:lnTo>
                      <a:pt x="202" y="56"/>
                    </a:lnTo>
                    <a:lnTo>
                      <a:pt x="204" y="54"/>
                    </a:lnTo>
                    <a:lnTo>
                      <a:pt x="204" y="50"/>
                    </a:lnTo>
                    <a:lnTo>
                      <a:pt x="208" y="46"/>
                    </a:lnTo>
                    <a:lnTo>
                      <a:pt x="210" y="42"/>
                    </a:lnTo>
                    <a:lnTo>
                      <a:pt x="204" y="40"/>
                    </a:lnTo>
                    <a:lnTo>
                      <a:pt x="198" y="40"/>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63" name="Finland" descr="© INSCALE GmbH, 05.05.2010&#10;http://www.presentationload.com/">
                <a:extLst>
                  <a:ext uri="{FF2B5EF4-FFF2-40B4-BE49-F238E27FC236}">
                    <a16:creationId xmlns:a16="http://schemas.microsoft.com/office/drawing/2014/main" id="{2BA11D01-E638-EB88-2330-D7F1A7422AC1}"/>
                  </a:ext>
                </a:extLst>
              </p:cNvPr>
              <p:cNvSpPr>
                <a:spLocks/>
              </p:cNvSpPr>
              <p:nvPr/>
            </p:nvSpPr>
            <p:spPr bwMode="gray">
              <a:xfrm>
                <a:off x="2977" y="1177"/>
                <a:ext cx="159" cy="182"/>
              </a:xfrm>
              <a:custGeom>
                <a:avLst/>
                <a:gdLst>
                  <a:gd name="T0" fmla="*/ 2147483647 w 630"/>
                  <a:gd name="T1" fmla="*/ 2147483647 h 714"/>
                  <a:gd name="T2" fmla="*/ 2147483647 w 630"/>
                  <a:gd name="T3" fmla="*/ 2147483647 h 714"/>
                  <a:gd name="T4" fmla="*/ 2147483647 w 630"/>
                  <a:gd name="T5" fmla="*/ 2147483647 h 714"/>
                  <a:gd name="T6" fmla="*/ 2147483647 w 630"/>
                  <a:gd name="T7" fmla="*/ 2147483647 h 714"/>
                  <a:gd name="T8" fmla="*/ 2147483647 w 630"/>
                  <a:gd name="T9" fmla="*/ 2147483647 h 714"/>
                  <a:gd name="T10" fmla="*/ 2147483647 w 630"/>
                  <a:gd name="T11" fmla="*/ 2147483647 h 714"/>
                  <a:gd name="T12" fmla="*/ 2147483647 w 630"/>
                  <a:gd name="T13" fmla="*/ 2147483647 h 714"/>
                  <a:gd name="T14" fmla="*/ 2147483647 w 630"/>
                  <a:gd name="T15" fmla="*/ 2147483647 h 714"/>
                  <a:gd name="T16" fmla="*/ 2147483647 w 630"/>
                  <a:gd name="T17" fmla="*/ 2147483647 h 714"/>
                  <a:gd name="T18" fmla="*/ 2147483647 w 630"/>
                  <a:gd name="T19" fmla="*/ 2147483647 h 714"/>
                  <a:gd name="T20" fmla="*/ 2147483647 w 630"/>
                  <a:gd name="T21" fmla="*/ 2147483647 h 714"/>
                  <a:gd name="T22" fmla="*/ 2147483647 w 630"/>
                  <a:gd name="T23" fmla="*/ 2147483647 h 714"/>
                  <a:gd name="T24" fmla="*/ 2147483647 w 630"/>
                  <a:gd name="T25" fmla="*/ 2147483647 h 714"/>
                  <a:gd name="T26" fmla="*/ 2147483647 w 630"/>
                  <a:gd name="T27" fmla="*/ 2147483647 h 714"/>
                  <a:gd name="T28" fmla="*/ 2147483647 w 630"/>
                  <a:gd name="T29" fmla="*/ 2147483647 h 714"/>
                  <a:gd name="T30" fmla="*/ 2147483647 w 630"/>
                  <a:gd name="T31" fmla="*/ 2147483647 h 714"/>
                  <a:gd name="T32" fmla="*/ 2147483647 w 630"/>
                  <a:gd name="T33" fmla="*/ 2147483647 h 714"/>
                  <a:gd name="T34" fmla="*/ 2147483647 w 630"/>
                  <a:gd name="T35" fmla="*/ 2147483647 h 714"/>
                  <a:gd name="T36" fmla="*/ 2147483647 w 630"/>
                  <a:gd name="T37" fmla="*/ 2147483647 h 714"/>
                  <a:gd name="T38" fmla="*/ 2147483647 w 630"/>
                  <a:gd name="T39" fmla="*/ 2147483647 h 714"/>
                  <a:gd name="T40" fmla="*/ 2147483647 w 630"/>
                  <a:gd name="T41" fmla="*/ 2147483647 h 714"/>
                  <a:gd name="T42" fmla="*/ 2147483647 w 630"/>
                  <a:gd name="T43" fmla="*/ 2147483647 h 714"/>
                  <a:gd name="T44" fmla="*/ 2147483647 w 630"/>
                  <a:gd name="T45" fmla="*/ 2147483647 h 714"/>
                  <a:gd name="T46" fmla="*/ 2147483647 w 630"/>
                  <a:gd name="T47" fmla="*/ 2147483647 h 714"/>
                  <a:gd name="T48" fmla="*/ 2147483647 w 630"/>
                  <a:gd name="T49" fmla="*/ 2147483647 h 714"/>
                  <a:gd name="T50" fmla="*/ 2147483647 w 630"/>
                  <a:gd name="T51" fmla="*/ 2147483647 h 714"/>
                  <a:gd name="T52" fmla="*/ 2147483647 w 630"/>
                  <a:gd name="T53" fmla="*/ 2147483647 h 714"/>
                  <a:gd name="T54" fmla="*/ 2147483647 w 630"/>
                  <a:gd name="T55" fmla="*/ 2147483647 h 714"/>
                  <a:gd name="T56" fmla="*/ 2147483647 w 630"/>
                  <a:gd name="T57" fmla="*/ 2147483647 h 714"/>
                  <a:gd name="T58" fmla="*/ 2147483647 w 630"/>
                  <a:gd name="T59" fmla="*/ 2147483647 h 714"/>
                  <a:gd name="T60" fmla="*/ 2147483647 w 630"/>
                  <a:gd name="T61" fmla="*/ 2147483647 h 714"/>
                  <a:gd name="T62" fmla="*/ 2147483647 w 630"/>
                  <a:gd name="T63" fmla="*/ 2147483647 h 714"/>
                  <a:gd name="T64" fmla="*/ 2147483647 w 630"/>
                  <a:gd name="T65" fmla="*/ 2147483647 h 714"/>
                  <a:gd name="T66" fmla="*/ 2147483647 w 630"/>
                  <a:gd name="T67" fmla="*/ 2147483647 h 714"/>
                  <a:gd name="T68" fmla="*/ 2147483647 w 630"/>
                  <a:gd name="T69" fmla="*/ 2147483647 h 714"/>
                  <a:gd name="T70" fmla="*/ 2147483647 w 630"/>
                  <a:gd name="T71" fmla="*/ 2147483647 h 714"/>
                  <a:gd name="T72" fmla="*/ 2147483647 w 630"/>
                  <a:gd name="T73" fmla="*/ 2147483647 h 714"/>
                  <a:gd name="T74" fmla="*/ 2147483647 w 630"/>
                  <a:gd name="T75" fmla="*/ 2147483647 h 714"/>
                  <a:gd name="T76" fmla="*/ 2147483647 w 630"/>
                  <a:gd name="T77" fmla="*/ 2147483647 h 714"/>
                  <a:gd name="T78" fmla="*/ 2147483647 w 630"/>
                  <a:gd name="T79" fmla="*/ 2147483647 h 714"/>
                  <a:gd name="T80" fmla="*/ 2147483647 w 630"/>
                  <a:gd name="T81" fmla="*/ 2147483647 h 714"/>
                  <a:gd name="T82" fmla="*/ 2147483647 w 630"/>
                  <a:gd name="T83" fmla="*/ 2147483647 h 714"/>
                  <a:gd name="T84" fmla="*/ 2147483647 w 630"/>
                  <a:gd name="T85" fmla="*/ 2147483647 h 714"/>
                  <a:gd name="T86" fmla="*/ 2147483647 w 630"/>
                  <a:gd name="T87" fmla="*/ 2147483647 h 714"/>
                  <a:gd name="T88" fmla="*/ 2147483647 w 630"/>
                  <a:gd name="T89" fmla="*/ 2147483647 h 714"/>
                  <a:gd name="T90" fmla="*/ 2147483647 w 630"/>
                  <a:gd name="T91" fmla="*/ 2147483647 h 714"/>
                  <a:gd name="T92" fmla="*/ 2147483647 w 630"/>
                  <a:gd name="T93" fmla="*/ 2147483647 h 714"/>
                  <a:gd name="T94" fmla="*/ 2147483647 w 630"/>
                  <a:gd name="T95" fmla="*/ 2147483647 h 714"/>
                  <a:gd name="T96" fmla="*/ 2147483647 w 630"/>
                  <a:gd name="T97" fmla="*/ 2147483647 h 714"/>
                  <a:gd name="T98" fmla="*/ 2147483647 w 630"/>
                  <a:gd name="T99" fmla="*/ 2147483647 h 714"/>
                  <a:gd name="T100" fmla="*/ 2147483647 w 630"/>
                  <a:gd name="T101" fmla="*/ 2147483647 h 714"/>
                  <a:gd name="T102" fmla="*/ 2147483647 w 630"/>
                  <a:gd name="T103" fmla="*/ 2147483647 h 714"/>
                  <a:gd name="T104" fmla="*/ 2147483647 w 630"/>
                  <a:gd name="T105" fmla="*/ 2147483647 h 714"/>
                  <a:gd name="T106" fmla="*/ 2147483647 w 630"/>
                  <a:gd name="T107" fmla="*/ 0 h 714"/>
                  <a:gd name="T108" fmla="*/ 2147483647 w 630"/>
                  <a:gd name="T109" fmla="*/ 2147483647 h 714"/>
                  <a:gd name="T110" fmla="*/ 2147483647 w 630"/>
                  <a:gd name="T111" fmla="*/ 2147483647 h 714"/>
                  <a:gd name="T112" fmla="*/ 2147483647 w 630"/>
                  <a:gd name="T113" fmla="*/ 2147483647 h 714"/>
                  <a:gd name="T114" fmla="*/ 2147483647 w 630"/>
                  <a:gd name="T115" fmla="*/ 2147483647 h 714"/>
                  <a:gd name="T116" fmla="*/ 2147483647 w 630"/>
                  <a:gd name="T117" fmla="*/ 2147483647 h 71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630"/>
                  <a:gd name="T178" fmla="*/ 0 h 714"/>
                  <a:gd name="T179" fmla="*/ 630 w 630"/>
                  <a:gd name="T180" fmla="*/ 714 h 71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630" h="714">
                    <a:moveTo>
                      <a:pt x="162" y="84"/>
                    </a:moveTo>
                    <a:lnTo>
                      <a:pt x="156" y="90"/>
                    </a:lnTo>
                    <a:lnTo>
                      <a:pt x="144" y="96"/>
                    </a:lnTo>
                    <a:lnTo>
                      <a:pt x="132" y="96"/>
                    </a:lnTo>
                    <a:lnTo>
                      <a:pt x="126" y="90"/>
                    </a:lnTo>
                    <a:lnTo>
                      <a:pt x="108" y="90"/>
                    </a:lnTo>
                    <a:lnTo>
                      <a:pt x="96" y="84"/>
                    </a:lnTo>
                    <a:lnTo>
                      <a:pt x="84" y="84"/>
                    </a:lnTo>
                    <a:lnTo>
                      <a:pt x="72" y="72"/>
                    </a:lnTo>
                    <a:lnTo>
                      <a:pt x="60" y="66"/>
                    </a:lnTo>
                    <a:lnTo>
                      <a:pt x="54" y="54"/>
                    </a:lnTo>
                    <a:lnTo>
                      <a:pt x="48" y="48"/>
                    </a:lnTo>
                    <a:lnTo>
                      <a:pt x="30" y="48"/>
                    </a:lnTo>
                    <a:lnTo>
                      <a:pt x="24" y="54"/>
                    </a:lnTo>
                    <a:lnTo>
                      <a:pt x="24" y="66"/>
                    </a:lnTo>
                    <a:lnTo>
                      <a:pt x="6" y="60"/>
                    </a:lnTo>
                    <a:lnTo>
                      <a:pt x="0" y="66"/>
                    </a:lnTo>
                    <a:lnTo>
                      <a:pt x="6" y="72"/>
                    </a:lnTo>
                    <a:lnTo>
                      <a:pt x="18" y="78"/>
                    </a:lnTo>
                    <a:lnTo>
                      <a:pt x="24" y="84"/>
                    </a:lnTo>
                    <a:lnTo>
                      <a:pt x="36" y="90"/>
                    </a:lnTo>
                    <a:lnTo>
                      <a:pt x="48" y="90"/>
                    </a:lnTo>
                    <a:lnTo>
                      <a:pt x="54" y="96"/>
                    </a:lnTo>
                    <a:lnTo>
                      <a:pt x="60" y="96"/>
                    </a:lnTo>
                    <a:lnTo>
                      <a:pt x="72" y="108"/>
                    </a:lnTo>
                    <a:lnTo>
                      <a:pt x="108" y="108"/>
                    </a:lnTo>
                    <a:lnTo>
                      <a:pt x="138" y="126"/>
                    </a:lnTo>
                    <a:lnTo>
                      <a:pt x="150" y="126"/>
                    </a:lnTo>
                    <a:lnTo>
                      <a:pt x="156" y="132"/>
                    </a:lnTo>
                    <a:lnTo>
                      <a:pt x="162" y="132"/>
                    </a:lnTo>
                    <a:lnTo>
                      <a:pt x="162" y="156"/>
                    </a:lnTo>
                    <a:lnTo>
                      <a:pt x="156" y="162"/>
                    </a:lnTo>
                    <a:lnTo>
                      <a:pt x="156" y="168"/>
                    </a:lnTo>
                    <a:lnTo>
                      <a:pt x="168" y="174"/>
                    </a:lnTo>
                    <a:lnTo>
                      <a:pt x="162" y="198"/>
                    </a:lnTo>
                    <a:lnTo>
                      <a:pt x="186" y="210"/>
                    </a:lnTo>
                    <a:lnTo>
                      <a:pt x="180" y="222"/>
                    </a:lnTo>
                    <a:lnTo>
                      <a:pt x="174" y="228"/>
                    </a:lnTo>
                    <a:lnTo>
                      <a:pt x="168" y="240"/>
                    </a:lnTo>
                    <a:lnTo>
                      <a:pt x="168" y="246"/>
                    </a:lnTo>
                    <a:lnTo>
                      <a:pt x="180" y="258"/>
                    </a:lnTo>
                    <a:lnTo>
                      <a:pt x="192" y="264"/>
                    </a:lnTo>
                    <a:lnTo>
                      <a:pt x="198" y="270"/>
                    </a:lnTo>
                    <a:lnTo>
                      <a:pt x="210" y="306"/>
                    </a:lnTo>
                    <a:lnTo>
                      <a:pt x="222" y="294"/>
                    </a:lnTo>
                    <a:lnTo>
                      <a:pt x="228" y="294"/>
                    </a:lnTo>
                    <a:lnTo>
                      <a:pt x="234" y="300"/>
                    </a:lnTo>
                    <a:lnTo>
                      <a:pt x="246" y="300"/>
                    </a:lnTo>
                    <a:lnTo>
                      <a:pt x="270" y="324"/>
                    </a:lnTo>
                    <a:lnTo>
                      <a:pt x="270" y="336"/>
                    </a:lnTo>
                    <a:lnTo>
                      <a:pt x="276" y="348"/>
                    </a:lnTo>
                    <a:lnTo>
                      <a:pt x="276" y="354"/>
                    </a:lnTo>
                    <a:lnTo>
                      <a:pt x="264" y="348"/>
                    </a:lnTo>
                    <a:lnTo>
                      <a:pt x="246" y="348"/>
                    </a:lnTo>
                    <a:lnTo>
                      <a:pt x="240" y="354"/>
                    </a:lnTo>
                    <a:lnTo>
                      <a:pt x="234" y="366"/>
                    </a:lnTo>
                    <a:lnTo>
                      <a:pt x="228" y="372"/>
                    </a:lnTo>
                    <a:lnTo>
                      <a:pt x="222" y="384"/>
                    </a:lnTo>
                    <a:lnTo>
                      <a:pt x="216" y="390"/>
                    </a:lnTo>
                    <a:lnTo>
                      <a:pt x="180" y="420"/>
                    </a:lnTo>
                    <a:lnTo>
                      <a:pt x="144" y="432"/>
                    </a:lnTo>
                    <a:lnTo>
                      <a:pt x="138" y="438"/>
                    </a:lnTo>
                    <a:lnTo>
                      <a:pt x="126" y="444"/>
                    </a:lnTo>
                    <a:lnTo>
                      <a:pt x="120" y="456"/>
                    </a:lnTo>
                    <a:lnTo>
                      <a:pt x="120" y="462"/>
                    </a:lnTo>
                    <a:lnTo>
                      <a:pt x="108" y="474"/>
                    </a:lnTo>
                    <a:lnTo>
                      <a:pt x="90" y="474"/>
                    </a:lnTo>
                    <a:lnTo>
                      <a:pt x="66" y="504"/>
                    </a:lnTo>
                    <a:lnTo>
                      <a:pt x="66" y="534"/>
                    </a:lnTo>
                    <a:lnTo>
                      <a:pt x="72" y="540"/>
                    </a:lnTo>
                    <a:lnTo>
                      <a:pt x="72" y="570"/>
                    </a:lnTo>
                    <a:lnTo>
                      <a:pt x="96" y="588"/>
                    </a:lnTo>
                    <a:lnTo>
                      <a:pt x="96" y="594"/>
                    </a:lnTo>
                    <a:lnTo>
                      <a:pt x="90" y="600"/>
                    </a:lnTo>
                    <a:lnTo>
                      <a:pt x="90" y="612"/>
                    </a:lnTo>
                    <a:lnTo>
                      <a:pt x="84" y="630"/>
                    </a:lnTo>
                    <a:lnTo>
                      <a:pt x="84" y="648"/>
                    </a:lnTo>
                    <a:lnTo>
                      <a:pt x="90" y="654"/>
                    </a:lnTo>
                    <a:lnTo>
                      <a:pt x="96" y="666"/>
                    </a:lnTo>
                    <a:lnTo>
                      <a:pt x="108" y="678"/>
                    </a:lnTo>
                    <a:lnTo>
                      <a:pt x="132" y="690"/>
                    </a:lnTo>
                    <a:lnTo>
                      <a:pt x="174" y="690"/>
                    </a:lnTo>
                    <a:lnTo>
                      <a:pt x="174" y="696"/>
                    </a:lnTo>
                    <a:lnTo>
                      <a:pt x="168" y="702"/>
                    </a:lnTo>
                    <a:lnTo>
                      <a:pt x="168" y="708"/>
                    </a:lnTo>
                    <a:lnTo>
                      <a:pt x="174" y="714"/>
                    </a:lnTo>
                    <a:lnTo>
                      <a:pt x="240" y="714"/>
                    </a:lnTo>
                    <a:lnTo>
                      <a:pt x="252" y="708"/>
                    </a:lnTo>
                    <a:lnTo>
                      <a:pt x="270" y="708"/>
                    </a:lnTo>
                    <a:lnTo>
                      <a:pt x="300" y="696"/>
                    </a:lnTo>
                    <a:lnTo>
                      <a:pt x="336" y="696"/>
                    </a:lnTo>
                    <a:lnTo>
                      <a:pt x="384" y="672"/>
                    </a:lnTo>
                    <a:lnTo>
                      <a:pt x="462" y="672"/>
                    </a:lnTo>
                    <a:lnTo>
                      <a:pt x="456" y="660"/>
                    </a:lnTo>
                    <a:lnTo>
                      <a:pt x="516" y="630"/>
                    </a:lnTo>
                    <a:lnTo>
                      <a:pt x="576" y="570"/>
                    </a:lnTo>
                    <a:lnTo>
                      <a:pt x="582" y="570"/>
                    </a:lnTo>
                    <a:lnTo>
                      <a:pt x="618" y="534"/>
                    </a:lnTo>
                    <a:lnTo>
                      <a:pt x="624" y="522"/>
                    </a:lnTo>
                    <a:lnTo>
                      <a:pt x="630" y="516"/>
                    </a:lnTo>
                    <a:lnTo>
                      <a:pt x="630" y="504"/>
                    </a:lnTo>
                    <a:lnTo>
                      <a:pt x="624" y="492"/>
                    </a:lnTo>
                    <a:lnTo>
                      <a:pt x="618" y="486"/>
                    </a:lnTo>
                    <a:lnTo>
                      <a:pt x="612" y="474"/>
                    </a:lnTo>
                    <a:lnTo>
                      <a:pt x="540" y="438"/>
                    </a:lnTo>
                    <a:lnTo>
                      <a:pt x="546" y="438"/>
                    </a:lnTo>
                    <a:lnTo>
                      <a:pt x="570" y="414"/>
                    </a:lnTo>
                    <a:lnTo>
                      <a:pt x="570" y="408"/>
                    </a:lnTo>
                    <a:lnTo>
                      <a:pt x="564" y="402"/>
                    </a:lnTo>
                    <a:lnTo>
                      <a:pt x="552" y="396"/>
                    </a:lnTo>
                    <a:lnTo>
                      <a:pt x="528" y="390"/>
                    </a:lnTo>
                    <a:lnTo>
                      <a:pt x="534" y="378"/>
                    </a:lnTo>
                    <a:lnTo>
                      <a:pt x="540" y="372"/>
                    </a:lnTo>
                    <a:lnTo>
                      <a:pt x="540" y="366"/>
                    </a:lnTo>
                    <a:lnTo>
                      <a:pt x="534" y="360"/>
                    </a:lnTo>
                    <a:lnTo>
                      <a:pt x="528" y="360"/>
                    </a:lnTo>
                    <a:lnTo>
                      <a:pt x="522" y="354"/>
                    </a:lnTo>
                    <a:lnTo>
                      <a:pt x="510" y="354"/>
                    </a:lnTo>
                    <a:lnTo>
                      <a:pt x="510" y="342"/>
                    </a:lnTo>
                    <a:lnTo>
                      <a:pt x="498" y="330"/>
                    </a:lnTo>
                    <a:lnTo>
                      <a:pt x="504" y="300"/>
                    </a:lnTo>
                    <a:lnTo>
                      <a:pt x="510" y="300"/>
                    </a:lnTo>
                    <a:lnTo>
                      <a:pt x="522" y="306"/>
                    </a:lnTo>
                    <a:lnTo>
                      <a:pt x="534" y="306"/>
                    </a:lnTo>
                    <a:lnTo>
                      <a:pt x="540" y="300"/>
                    </a:lnTo>
                    <a:lnTo>
                      <a:pt x="540" y="294"/>
                    </a:lnTo>
                    <a:lnTo>
                      <a:pt x="534" y="288"/>
                    </a:lnTo>
                    <a:lnTo>
                      <a:pt x="522" y="282"/>
                    </a:lnTo>
                    <a:lnTo>
                      <a:pt x="498" y="258"/>
                    </a:lnTo>
                    <a:lnTo>
                      <a:pt x="486" y="252"/>
                    </a:lnTo>
                    <a:lnTo>
                      <a:pt x="480" y="240"/>
                    </a:lnTo>
                    <a:lnTo>
                      <a:pt x="468" y="234"/>
                    </a:lnTo>
                    <a:lnTo>
                      <a:pt x="450" y="216"/>
                    </a:lnTo>
                    <a:lnTo>
                      <a:pt x="456" y="210"/>
                    </a:lnTo>
                    <a:lnTo>
                      <a:pt x="468" y="204"/>
                    </a:lnTo>
                    <a:lnTo>
                      <a:pt x="474" y="204"/>
                    </a:lnTo>
                    <a:lnTo>
                      <a:pt x="474" y="192"/>
                    </a:lnTo>
                    <a:lnTo>
                      <a:pt x="480" y="192"/>
                    </a:lnTo>
                    <a:lnTo>
                      <a:pt x="492" y="186"/>
                    </a:lnTo>
                    <a:lnTo>
                      <a:pt x="498" y="186"/>
                    </a:lnTo>
                    <a:lnTo>
                      <a:pt x="498" y="174"/>
                    </a:lnTo>
                    <a:lnTo>
                      <a:pt x="450" y="126"/>
                    </a:lnTo>
                    <a:lnTo>
                      <a:pt x="432" y="126"/>
                    </a:lnTo>
                    <a:lnTo>
                      <a:pt x="426" y="132"/>
                    </a:lnTo>
                    <a:lnTo>
                      <a:pt x="420" y="132"/>
                    </a:lnTo>
                    <a:lnTo>
                      <a:pt x="414" y="126"/>
                    </a:lnTo>
                    <a:lnTo>
                      <a:pt x="414" y="120"/>
                    </a:lnTo>
                    <a:lnTo>
                      <a:pt x="408" y="108"/>
                    </a:lnTo>
                    <a:lnTo>
                      <a:pt x="408" y="96"/>
                    </a:lnTo>
                    <a:lnTo>
                      <a:pt x="426" y="96"/>
                    </a:lnTo>
                    <a:lnTo>
                      <a:pt x="426" y="90"/>
                    </a:lnTo>
                    <a:lnTo>
                      <a:pt x="414" y="78"/>
                    </a:lnTo>
                    <a:lnTo>
                      <a:pt x="420" y="54"/>
                    </a:lnTo>
                    <a:lnTo>
                      <a:pt x="426" y="54"/>
                    </a:lnTo>
                    <a:lnTo>
                      <a:pt x="426" y="60"/>
                    </a:lnTo>
                    <a:lnTo>
                      <a:pt x="432" y="60"/>
                    </a:lnTo>
                    <a:lnTo>
                      <a:pt x="432" y="42"/>
                    </a:lnTo>
                    <a:lnTo>
                      <a:pt x="426" y="30"/>
                    </a:lnTo>
                    <a:lnTo>
                      <a:pt x="414" y="18"/>
                    </a:lnTo>
                    <a:lnTo>
                      <a:pt x="408" y="18"/>
                    </a:lnTo>
                    <a:lnTo>
                      <a:pt x="372" y="12"/>
                    </a:lnTo>
                    <a:lnTo>
                      <a:pt x="372" y="0"/>
                    </a:lnTo>
                    <a:lnTo>
                      <a:pt x="336" y="0"/>
                    </a:lnTo>
                    <a:lnTo>
                      <a:pt x="324" y="6"/>
                    </a:lnTo>
                    <a:lnTo>
                      <a:pt x="294" y="6"/>
                    </a:lnTo>
                    <a:lnTo>
                      <a:pt x="282" y="12"/>
                    </a:lnTo>
                    <a:lnTo>
                      <a:pt x="276" y="12"/>
                    </a:lnTo>
                    <a:lnTo>
                      <a:pt x="264" y="18"/>
                    </a:lnTo>
                    <a:lnTo>
                      <a:pt x="264" y="30"/>
                    </a:lnTo>
                    <a:lnTo>
                      <a:pt x="258" y="36"/>
                    </a:lnTo>
                    <a:lnTo>
                      <a:pt x="258" y="72"/>
                    </a:lnTo>
                    <a:lnTo>
                      <a:pt x="234" y="72"/>
                    </a:lnTo>
                    <a:lnTo>
                      <a:pt x="234" y="78"/>
                    </a:lnTo>
                    <a:lnTo>
                      <a:pt x="228" y="84"/>
                    </a:lnTo>
                    <a:lnTo>
                      <a:pt x="228" y="96"/>
                    </a:lnTo>
                    <a:lnTo>
                      <a:pt x="210" y="96"/>
                    </a:lnTo>
                    <a:lnTo>
                      <a:pt x="204" y="90"/>
                    </a:lnTo>
                    <a:lnTo>
                      <a:pt x="192" y="84"/>
                    </a:lnTo>
                    <a:lnTo>
                      <a:pt x="162" y="84"/>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64" name="Estonia" descr="© INSCALE GmbH, 05.05.2010&#10;http://www.presentationload.com/">
                <a:extLst>
                  <a:ext uri="{FF2B5EF4-FFF2-40B4-BE49-F238E27FC236}">
                    <a16:creationId xmlns:a16="http://schemas.microsoft.com/office/drawing/2014/main" id="{6842137A-F447-DCE4-E389-9ACE465CE79D}"/>
                  </a:ext>
                </a:extLst>
              </p:cNvPr>
              <p:cNvSpPr>
                <a:spLocks noEditPoints="1"/>
              </p:cNvSpPr>
              <p:nvPr/>
            </p:nvSpPr>
            <p:spPr bwMode="gray">
              <a:xfrm>
                <a:off x="3008" y="1365"/>
                <a:ext cx="88" cy="39"/>
              </a:xfrm>
              <a:custGeom>
                <a:avLst/>
                <a:gdLst>
                  <a:gd name="T0" fmla="*/ 2147483647 w 348"/>
                  <a:gd name="T1" fmla="*/ 2147483647 h 156"/>
                  <a:gd name="T2" fmla="*/ 2147483647 w 348"/>
                  <a:gd name="T3" fmla="*/ 2147483647 h 156"/>
                  <a:gd name="T4" fmla="*/ 2147483647 w 348"/>
                  <a:gd name="T5" fmla="*/ 2147483647 h 156"/>
                  <a:gd name="T6" fmla="*/ 2147483647 w 348"/>
                  <a:gd name="T7" fmla="*/ 2147483647 h 156"/>
                  <a:gd name="T8" fmla="*/ 2147483647 w 348"/>
                  <a:gd name="T9" fmla="*/ 2147483647 h 156"/>
                  <a:gd name="T10" fmla="*/ 2147483647 w 348"/>
                  <a:gd name="T11" fmla="*/ 2147483647 h 156"/>
                  <a:gd name="T12" fmla="*/ 2147483647 w 348"/>
                  <a:gd name="T13" fmla="*/ 2147483647 h 156"/>
                  <a:gd name="T14" fmla="*/ 2147483647 w 348"/>
                  <a:gd name="T15" fmla="*/ 0 h 156"/>
                  <a:gd name="T16" fmla="*/ 2147483647 w 348"/>
                  <a:gd name="T17" fmla="*/ 2147483647 h 156"/>
                  <a:gd name="T18" fmla="*/ 2147483647 w 348"/>
                  <a:gd name="T19" fmla="*/ 2147483647 h 156"/>
                  <a:gd name="T20" fmla="*/ 2147483647 w 348"/>
                  <a:gd name="T21" fmla="*/ 2147483647 h 156"/>
                  <a:gd name="T22" fmla="*/ 2147483647 w 348"/>
                  <a:gd name="T23" fmla="*/ 2147483647 h 156"/>
                  <a:gd name="T24" fmla="*/ 2147483647 w 348"/>
                  <a:gd name="T25" fmla="*/ 2147483647 h 156"/>
                  <a:gd name="T26" fmla="*/ 2147483647 w 348"/>
                  <a:gd name="T27" fmla="*/ 2147483647 h 156"/>
                  <a:gd name="T28" fmla="*/ 2147483647 w 348"/>
                  <a:gd name="T29" fmla="*/ 2147483647 h 156"/>
                  <a:gd name="T30" fmla="*/ 2147483647 w 348"/>
                  <a:gd name="T31" fmla="*/ 2147483647 h 156"/>
                  <a:gd name="T32" fmla="*/ 2147483647 w 348"/>
                  <a:gd name="T33" fmla="*/ 2147483647 h 156"/>
                  <a:gd name="T34" fmla="*/ 2147483647 w 348"/>
                  <a:gd name="T35" fmla="*/ 2147483647 h 156"/>
                  <a:gd name="T36" fmla="*/ 2147483647 w 348"/>
                  <a:gd name="T37" fmla="*/ 2147483647 h 156"/>
                  <a:gd name="T38" fmla="*/ 2147483647 w 348"/>
                  <a:gd name="T39" fmla="*/ 2147483647 h 156"/>
                  <a:gd name="T40" fmla="*/ 2147483647 w 348"/>
                  <a:gd name="T41" fmla="*/ 2147483647 h 156"/>
                  <a:gd name="T42" fmla="*/ 2147483647 w 348"/>
                  <a:gd name="T43" fmla="*/ 2147483647 h 156"/>
                  <a:gd name="T44" fmla="*/ 2147483647 w 348"/>
                  <a:gd name="T45" fmla="*/ 2147483647 h 156"/>
                  <a:gd name="T46" fmla="*/ 2147483647 w 348"/>
                  <a:gd name="T47" fmla="*/ 2147483647 h 156"/>
                  <a:gd name="T48" fmla="*/ 0 w 348"/>
                  <a:gd name="T49" fmla="*/ 2147483647 h 156"/>
                  <a:gd name="T50" fmla="*/ 2147483647 w 348"/>
                  <a:gd name="T51" fmla="*/ 2147483647 h 156"/>
                  <a:gd name="T52" fmla="*/ 2147483647 w 348"/>
                  <a:gd name="T53" fmla="*/ 2147483647 h 156"/>
                  <a:gd name="T54" fmla="*/ 2147483647 w 348"/>
                  <a:gd name="T55" fmla="*/ 2147483647 h 156"/>
                  <a:gd name="T56" fmla="*/ 2147483647 w 348"/>
                  <a:gd name="T57" fmla="*/ 2147483647 h 156"/>
                  <a:gd name="T58" fmla="*/ 2147483647 w 348"/>
                  <a:gd name="T59" fmla="*/ 2147483647 h 156"/>
                  <a:gd name="T60" fmla="*/ 2147483647 w 348"/>
                  <a:gd name="T61" fmla="*/ 2147483647 h 156"/>
                  <a:gd name="T62" fmla="*/ 2147483647 w 348"/>
                  <a:gd name="T63" fmla="*/ 2147483647 h 156"/>
                  <a:gd name="T64" fmla="*/ 2147483647 w 348"/>
                  <a:gd name="T65" fmla="*/ 2147483647 h 156"/>
                  <a:gd name="T66" fmla="*/ 2147483647 w 348"/>
                  <a:gd name="T67" fmla="*/ 2147483647 h 156"/>
                  <a:gd name="T68" fmla="*/ 2147483647 w 348"/>
                  <a:gd name="T69" fmla="*/ 2147483647 h 156"/>
                  <a:gd name="T70" fmla="*/ 2147483647 w 348"/>
                  <a:gd name="T71" fmla="*/ 2147483647 h 15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48"/>
                  <a:gd name="T109" fmla="*/ 0 h 156"/>
                  <a:gd name="T110" fmla="*/ 348 w 348"/>
                  <a:gd name="T111" fmla="*/ 156 h 15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48" h="156">
                    <a:moveTo>
                      <a:pt x="336" y="114"/>
                    </a:moveTo>
                    <a:lnTo>
                      <a:pt x="324" y="108"/>
                    </a:lnTo>
                    <a:lnTo>
                      <a:pt x="336" y="84"/>
                    </a:lnTo>
                    <a:lnTo>
                      <a:pt x="318" y="78"/>
                    </a:lnTo>
                    <a:lnTo>
                      <a:pt x="318" y="60"/>
                    </a:lnTo>
                    <a:lnTo>
                      <a:pt x="330" y="48"/>
                    </a:lnTo>
                    <a:lnTo>
                      <a:pt x="336" y="48"/>
                    </a:lnTo>
                    <a:lnTo>
                      <a:pt x="342" y="42"/>
                    </a:lnTo>
                    <a:lnTo>
                      <a:pt x="336" y="30"/>
                    </a:lnTo>
                    <a:lnTo>
                      <a:pt x="342" y="18"/>
                    </a:lnTo>
                    <a:lnTo>
                      <a:pt x="330" y="12"/>
                    </a:lnTo>
                    <a:lnTo>
                      <a:pt x="312" y="12"/>
                    </a:lnTo>
                    <a:lnTo>
                      <a:pt x="294" y="6"/>
                    </a:lnTo>
                    <a:lnTo>
                      <a:pt x="276" y="6"/>
                    </a:lnTo>
                    <a:lnTo>
                      <a:pt x="264" y="0"/>
                    </a:lnTo>
                    <a:lnTo>
                      <a:pt x="204" y="0"/>
                    </a:lnTo>
                    <a:lnTo>
                      <a:pt x="192" y="6"/>
                    </a:lnTo>
                    <a:lnTo>
                      <a:pt x="156" y="6"/>
                    </a:lnTo>
                    <a:lnTo>
                      <a:pt x="150" y="12"/>
                    </a:lnTo>
                    <a:lnTo>
                      <a:pt x="126" y="24"/>
                    </a:lnTo>
                    <a:lnTo>
                      <a:pt x="108" y="30"/>
                    </a:lnTo>
                    <a:lnTo>
                      <a:pt x="96" y="36"/>
                    </a:lnTo>
                    <a:lnTo>
                      <a:pt x="90" y="36"/>
                    </a:lnTo>
                    <a:lnTo>
                      <a:pt x="84" y="42"/>
                    </a:lnTo>
                    <a:lnTo>
                      <a:pt x="84" y="48"/>
                    </a:lnTo>
                    <a:lnTo>
                      <a:pt x="90" y="60"/>
                    </a:lnTo>
                    <a:lnTo>
                      <a:pt x="90" y="72"/>
                    </a:lnTo>
                    <a:lnTo>
                      <a:pt x="96" y="78"/>
                    </a:lnTo>
                    <a:lnTo>
                      <a:pt x="96" y="84"/>
                    </a:lnTo>
                    <a:lnTo>
                      <a:pt x="150" y="90"/>
                    </a:lnTo>
                    <a:lnTo>
                      <a:pt x="138" y="126"/>
                    </a:lnTo>
                    <a:lnTo>
                      <a:pt x="150" y="126"/>
                    </a:lnTo>
                    <a:lnTo>
                      <a:pt x="180" y="114"/>
                    </a:lnTo>
                    <a:lnTo>
                      <a:pt x="210" y="114"/>
                    </a:lnTo>
                    <a:lnTo>
                      <a:pt x="234" y="126"/>
                    </a:lnTo>
                    <a:lnTo>
                      <a:pt x="240" y="132"/>
                    </a:lnTo>
                    <a:lnTo>
                      <a:pt x="252" y="138"/>
                    </a:lnTo>
                    <a:lnTo>
                      <a:pt x="270" y="156"/>
                    </a:lnTo>
                    <a:lnTo>
                      <a:pt x="288" y="156"/>
                    </a:lnTo>
                    <a:lnTo>
                      <a:pt x="294" y="150"/>
                    </a:lnTo>
                    <a:lnTo>
                      <a:pt x="312" y="150"/>
                    </a:lnTo>
                    <a:lnTo>
                      <a:pt x="318" y="156"/>
                    </a:lnTo>
                    <a:lnTo>
                      <a:pt x="330" y="156"/>
                    </a:lnTo>
                    <a:lnTo>
                      <a:pt x="330" y="144"/>
                    </a:lnTo>
                    <a:lnTo>
                      <a:pt x="348" y="132"/>
                    </a:lnTo>
                    <a:lnTo>
                      <a:pt x="336" y="114"/>
                    </a:lnTo>
                    <a:close/>
                    <a:moveTo>
                      <a:pt x="36" y="78"/>
                    </a:moveTo>
                    <a:lnTo>
                      <a:pt x="6" y="78"/>
                    </a:lnTo>
                    <a:lnTo>
                      <a:pt x="0" y="84"/>
                    </a:lnTo>
                    <a:lnTo>
                      <a:pt x="0" y="102"/>
                    </a:lnTo>
                    <a:lnTo>
                      <a:pt x="6" y="108"/>
                    </a:lnTo>
                    <a:lnTo>
                      <a:pt x="18" y="132"/>
                    </a:lnTo>
                    <a:lnTo>
                      <a:pt x="24" y="126"/>
                    </a:lnTo>
                    <a:lnTo>
                      <a:pt x="30" y="114"/>
                    </a:lnTo>
                    <a:lnTo>
                      <a:pt x="42" y="108"/>
                    </a:lnTo>
                    <a:lnTo>
                      <a:pt x="54" y="108"/>
                    </a:lnTo>
                    <a:lnTo>
                      <a:pt x="60" y="102"/>
                    </a:lnTo>
                    <a:lnTo>
                      <a:pt x="72" y="96"/>
                    </a:lnTo>
                    <a:lnTo>
                      <a:pt x="78" y="90"/>
                    </a:lnTo>
                    <a:lnTo>
                      <a:pt x="72" y="72"/>
                    </a:lnTo>
                    <a:lnTo>
                      <a:pt x="36" y="78"/>
                    </a:lnTo>
                    <a:close/>
                    <a:moveTo>
                      <a:pt x="36" y="66"/>
                    </a:moveTo>
                    <a:lnTo>
                      <a:pt x="48" y="66"/>
                    </a:lnTo>
                    <a:lnTo>
                      <a:pt x="54" y="54"/>
                    </a:lnTo>
                    <a:lnTo>
                      <a:pt x="60" y="48"/>
                    </a:lnTo>
                    <a:lnTo>
                      <a:pt x="60" y="42"/>
                    </a:lnTo>
                    <a:lnTo>
                      <a:pt x="54" y="36"/>
                    </a:lnTo>
                    <a:lnTo>
                      <a:pt x="48" y="36"/>
                    </a:lnTo>
                    <a:lnTo>
                      <a:pt x="36" y="42"/>
                    </a:lnTo>
                    <a:lnTo>
                      <a:pt x="30" y="48"/>
                    </a:lnTo>
                    <a:lnTo>
                      <a:pt x="24" y="60"/>
                    </a:lnTo>
                    <a:lnTo>
                      <a:pt x="30" y="66"/>
                    </a:lnTo>
                    <a:lnTo>
                      <a:pt x="36" y="66"/>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65" name="Denmark" descr="© INSCALE GmbH, 05.05.2010&#10;http://www.presentationload.com/">
                <a:extLst>
                  <a:ext uri="{FF2B5EF4-FFF2-40B4-BE49-F238E27FC236}">
                    <a16:creationId xmlns:a16="http://schemas.microsoft.com/office/drawing/2014/main" id="{A5CE47B2-BFAD-B05B-80DD-9648A7DE19A9}"/>
                  </a:ext>
                </a:extLst>
              </p:cNvPr>
              <p:cNvSpPr>
                <a:spLocks noEditPoints="1"/>
              </p:cNvSpPr>
              <p:nvPr/>
            </p:nvSpPr>
            <p:spPr bwMode="gray">
              <a:xfrm>
                <a:off x="2806" y="1403"/>
                <a:ext cx="70" cy="59"/>
              </a:xfrm>
              <a:custGeom>
                <a:avLst/>
                <a:gdLst>
                  <a:gd name="T0" fmla="*/ 2147483647 w 71"/>
                  <a:gd name="T1" fmla="*/ 2147483647 h 60"/>
                  <a:gd name="T2" fmla="*/ 2147483647 w 71"/>
                  <a:gd name="T3" fmla="*/ 2147483647 h 60"/>
                  <a:gd name="T4" fmla="*/ 2147483647 w 71"/>
                  <a:gd name="T5" fmla="*/ 2147483647 h 60"/>
                  <a:gd name="T6" fmla="*/ 2147483647 w 71"/>
                  <a:gd name="T7" fmla="*/ 2147483647 h 60"/>
                  <a:gd name="T8" fmla="*/ 2147483647 w 71"/>
                  <a:gd name="T9" fmla="*/ 2147483647 h 60"/>
                  <a:gd name="T10" fmla="*/ 2147483647 w 71"/>
                  <a:gd name="T11" fmla="*/ 2147483647 h 60"/>
                  <a:gd name="T12" fmla="*/ 2147483647 w 71"/>
                  <a:gd name="T13" fmla="*/ 2147483647 h 60"/>
                  <a:gd name="T14" fmla="*/ 2147483647 w 71"/>
                  <a:gd name="T15" fmla="*/ 2147483647 h 60"/>
                  <a:gd name="T16" fmla="*/ 2147483647 w 71"/>
                  <a:gd name="T17" fmla="*/ 2147483647 h 60"/>
                  <a:gd name="T18" fmla="*/ 2147483647 w 71"/>
                  <a:gd name="T19" fmla="*/ 2147483647 h 60"/>
                  <a:gd name="T20" fmla="*/ 2147483647 w 71"/>
                  <a:gd name="T21" fmla="*/ 2147483647 h 60"/>
                  <a:gd name="T22" fmla="*/ 2147483647 w 71"/>
                  <a:gd name="T23" fmla="*/ 2147483647 h 60"/>
                  <a:gd name="T24" fmla="*/ 2147483647 w 71"/>
                  <a:gd name="T25" fmla="*/ 2147483647 h 60"/>
                  <a:gd name="T26" fmla="*/ 2147483647 w 71"/>
                  <a:gd name="T27" fmla="*/ 2147483647 h 60"/>
                  <a:gd name="T28" fmla="*/ 2147483647 w 71"/>
                  <a:gd name="T29" fmla="*/ 2147483647 h 60"/>
                  <a:gd name="T30" fmla="*/ 2147483647 w 71"/>
                  <a:gd name="T31" fmla="*/ 2147483647 h 60"/>
                  <a:gd name="T32" fmla="*/ 2147483647 w 71"/>
                  <a:gd name="T33" fmla="*/ 2147483647 h 60"/>
                  <a:gd name="T34" fmla="*/ 2147483647 w 71"/>
                  <a:gd name="T35" fmla="*/ 2147483647 h 60"/>
                  <a:gd name="T36" fmla="*/ 2147483647 w 71"/>
                  <a:gd name="T37" fmla="*/ 2147483647 h 60"/>
                  <a:gd name="T38" fmla="*/ 2147483647 w 71"/>
                  <a:gd name="T39" fmla="*/ 2147483647 h 60"/>
                  <a:gd name="T40" fmla="*/ 2147483647 w 71"/>
                  <a:gd name="T41" fmla="*/ 2147483647 h 60"/>
                  <a:gd name="T42" fmla="*/ 2147483647 w 71"/>
                  <a:gd name="T43" fmla="*/ 2147483647 h 60"/>
                  <a:gd name="T44" fmla="*/ 2147483647 w 71"/>
                  <a:gd name="T45" fmla="*/ 2147483647 h 60"/>
                  <a:gd name="T46" fmla="*/ 2147483647 w 71"/>
                  <a:gd name="T47" fmla="*/ 2147483647 h 60"/>
                  <a:gd name="T48" fmla="*/ 2147483647 w 71"/>
                  <a:gd name="T49" fmla="*/ 2147483647 h 60"/>
                  <a:gd name="T50" fmla="*/ 2147483647 w 71"/>
                  <a:gd name="T51" fmla="*/ 2147483647 h 60"/>
                  <a:gd name="T52" fmla="*/ 2147483647 w 71"/>
                  <a:gd name="T53" fmla="*/ 2147483647 h 60"/>
                  <a:gd name="T54" fmla="*/ 2147483647 w 71"/>
                  <a:gd name="T55" fmla="*/ 2147483647 h 60"/>
                  <a:gd name="T56" fmla="*/ 2147483647 w 71"/>
                  <a:gd name="T57" fmla="*/ 2147483647 h 60"/>
                  <a:gd name="T58" fmla="*/ 2147483647 w 71"/>
                  <a:gd name="T59" fmla="*/ 2147483647 h 60"/>
                  <a:gd name="T60" fmla="*/ 2147483647 w 71"/>
                  <a:gd name="T61" fmla="*/ 2147483647 h 60"/>
                  <a:gd name="T62" fmla="*/ 2147483647 w 71"/>
                  <a:gd name="T63" fmla="*/ 0 h 60"/>
                  <a:gd name="T64" fmla="*/ 2147483647 w 71"/>
                  <a:gd name="T65" fmla="*/ 2147483647 h 60"/>
                  <a:gd name="T66" fmla="*/ 2147483647 w 71"/>
                  <a:gd name="T67" fmla="*/ 2147483647 h 60"/>
                  <a:gd name="T68" fmla="*/ 2147483647 w 71"/>
                  <a:gd name="T69" fmla="*/ 2147483647 h 60"/>
                  <a:gd name="T70" fmla="*/ 2147483647 w 71"/>
                  <a:gd name="T71" fmla="*/ 2147483647 h 60"/>
                  <a:gd name="T72" fmla="*/ 2147483647 w 71"/>
                  <a:gd name="T73" fmla="*/ 2147483647 h 60"/>
                  <a:gd name="T74" fmla="*/ 2147483647 w 71"/>
                  <a:gd name="T75" fmla="*/ 2147483647 h 60"/>
                  <a:gd name="T76" fmla="*/ 2147483647 w 71"/>
                  <a:gd name="T77" fmla="*/ 2147483647 h 60"/>
                  <a:gd name="T78" fmla="*/ 2147483647 w 71"/>
                  <a:gd name="T79" fmla="*/ 2147483647 h 60"/>
                  <a:gd name="T80" fmla="*/ 2147483647 w 71"/>
                  <a:gd name="T81" fmla="*/ 2147483647 h 60"/>
                  <a:gd name="T82" fmla="*/ 0 w 71"/>
                  <a:gd name="T83" fmla="*/ 2147483647 h 60"/>
                  <a:gd name="T84" fmla="*/ 0 w 71"/>
                  <a:gd name="T85" fmla="*/ 2147483647 h 60"/>
                  <a:gd name="T86" fmla="*/ 2147483647 w 71"/>
                  <a:gd name="T87" fmla="*/ 2147483647 h 60"/>
                  <a:gd name="T88" fmla="*/ 2147483647 w 71"/>
                  <a:gd name="T89" fmla="*/ 2147483647 h 60"/>
                  <a:gd name="T90" fmla="*/ 2147483647 w 71"/>
                  <a:gd name="T91" fmla="*/ 2147483647 h 60"/>
                  <a:gd name="T92" fmla="*/ 2147483647 w 71"/>
                  <a:gd name="T93" fmla="*/ 2147483647 h 60"/>
                  <a:gd name="T94" fmla="*/ 2147483647 w 71"/>
                  <a:gd name="T95" fmla="*/ 2147483647 h 60"/>
                  <a:gd name="T96" fmla="*/ 2147483647 w 71"/>
                  <a:gd name="T97" fmla="*/ 2147483647 h 60"/>
                  <a:gd name="T98" fmla="*/ 2147483647 w 71"/>
                  <a:gd name="T99" fmla="*/ 2147483647 h 60"/>
                  <a:gd name="T100" fmla="*/ 2147483647 w 71"/>
                  <a:gd name="T101" fmla="*/ 2147483647 h 60"/>
                  <a:gd name="T102" fmla="*/ 2147483647 w 71"/>
                  <a:gd name="T103" fmla="*/ 2147483647 h 60"/>
                  <a:gd name="T104" fmla="*/ 2147483647 w 71"/>
                  <a:gd name="T105" fmla="*/ 2147483647 h 60"/>
                  <a:gd name="T106" fmla="*/ 2147483647 w 71"/>
                  <a:gd name="T107" fmla="*/ 2147483647 h 60"/>
                  <a:gd name="T108" fmla="*/ 2147483647 w 71"/>
                  <a:gd name="T109" fmla="*/ 2147483647 h 60"/>
                  <a:gd name="T110" fmla="*/ 2147483647 w 71"/>
                  <a:gd name="T111" fmla="*/ 2147483647 h 60"/>
                  <a:gd name="T112" fmla="*/ 2147483647 w 71"/>
                  <a:gd name="T113" fmla="*/ 2147483647 h 60"/>
                  <a:gd name="T114" fmla="*/ 2147483647 w 71"/>
                  <a:gd name="T115" fmla="*/ 2147483647 h 60"/>
                  <a:gd name="T116" fmla="*/ 2147483647 w 71"/>
                  <a:gd name="T117" fmla="*/ 2147483647 h 60"/>
                  <a:gd name="T118" fmla="*/ 2147483647 w 71"/>
                  <a:gd name="T119" fmla="*/ 2147483647 h 60"/>
                  <a:gd name="T120" fmla="*/ 2147483647 w 71"/>
                  <a:gd name="T121" fmla="*/ 2147483647 h 6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1"/>
                  <a:gd name="T184" fmla="*/ 0 h 60"/>
                  <a:gd name="T185" fmla="*/ 71 w 71"/>
                  <a:gd name="T186" fmla="*/ 60 h 6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1" h="60">
                    <a:moveTo>
                      <a:pt x="62" y="48"/>
                    </a:moveTo>
                    <a:lnTo>
                      <a:pt x="67" y="46"/>
                    </a:lnTo>
                    <a:lnTo>
                      <a:pt x="69" y="46"/>
                    </a:lnTo>
                    <a:lnTo>
                      <a:pt x="69" y="43"/>
                    </a:lnTo>
                    <a:lnTo>
                      <a:pt x="67" y="43"/>
                    </a:lnTo>
                    <a:lnTo>
                      <a:pt x="62" y="41"/>
                    </a:lnTo>
                    <a:lnTo>
                      <a:pt x="62" y="38"/>
                    </a:lnTo>
                    <a:lnTo>
                      <a:pt x="64" y="38"/>
                    </a:lnTo>
                    <a:lnTo>
                      <a:pt x="64" y="36"/>
                    </a:lnTo>
                    <a:lnTo>
                      <a:pt x="67" y="34"/>
                    </a:lnTo>
                    <a:lnTo>
                      <a:pt x="67" y="29"/>
                    </a:lnTo>
                    <a:lnTo>
                      <a:pt x="64" y="29"/>
                    </a:lnTo>
                    <a:lnTo>
                      <a:pt x="62" y="29"/>
                    </a:lnTo>
                    <a:lnTo>
                      <a:pt x="60" y="31"/>
                    </a:lnTo>
                    <a:lnTo>
                      <a:pt x="60" y="34"/>
                    </a:lnTo>
                    <a:lnTo>
                      <a:pt x="57" y="36"/>
                    </a:lnTo>
                    <a:lnTo>
                      <a:pt x="57" y="34"/>
                    </a:lnTo>
                    <a:lnTo>
                      <a:pt x="55" y="31"/>
                    </a:lnTo>
                    <a:lnTo>
                      <a:pt x="52" y="34"/>
                    </a:lnTo>
                    <a:lnTo>
                      <a:pt x="45" y="38"/>
                    </a:lnTo>
                    <a:lnTo>
                      <a:pt x="48" y="38"/>
                    </a:lnTo>
                    <a:lnTo>
                      <a:pt x="50" y="41"/>
                    </a:lnTo>
                    <a:lnTo>
                      <a:pt x="50" y="43"/>
                    </a:lnTo>
                    <a:lnTo>
                      <a:pt x="50" y="46"/>
                    </a:lnTo>
                    <a:lnTo>
                      <a:pt x="50" y="48"/>
                    </a:lnTo>
                    <a:lnTo>
                      <a:pt x="48" y="48"/>
                    </a:lnTo>
                    <a:lnTo>
                      <a:pt x="50" y="48"/>
                    </a:lnTo>
                    <a:lnTo>
                      <a:pt x="50" y="50"/>
                    </a:lnTo>
                    <a:lnTo>
                      <a:pt x="55" y="50"/>
                    </a:lnTo>
                    <a:lnTo>
                      <a:pt x="55" y="48"/>
                    </a:lnTo>
                    <a:lnTo>
                      <a:pt x="57" y="48"/>
                    </a:lnTo>
                    <a:lnTo>
                      <a:pt x="57" y="50"/>
                    </a:lnTo>
                    <a:lnTo>
                      <a:pt x="60" y="53"/>
                    </a:lnTo>
                    <a:lnTo>
                      <a:pt x="60" y="55"/>
                    </a:lnTo>
                    <a:lnTo>
                      <a:pt x="62" y="55"/>
                    </a:lnTo>
                    <a:lnTo>
                      <a:pt x="62" y="53"/>
                    </a:lnTo>
                    <a:lnTo>
                      <a:pt x="62" y="48"/>
                    </a:lnTo>
                    <a:close/>
                    <a:moveTo>
                      <a:pt x="71" y="53"/>
                    </a:moveTo>
                    <a:lnTo>
                      <a:pt x="62" y="55"/>
                    </a:lnTo>
                    <a:lnTo>
                      <a:pt x="60" y="58"/>
                    </a:lnTo>
                    <a:lnTo>
                      <a:pt x="57" y="58"/>
                    </a:lnTo>
                    <a:lnTo>
                      <a:pt x="57" y="55"/>
                    </a:lnTo>
                    <a:lnTo>
                      <a:pt x="55" y="55"/>
                    </a:lnTo>
                    <a:lnTo>
                      <a:pt x="50" y="53"/>
                    </a:lnTo>
                    <a:lnTo>
                      <a:pt x="45" y="53"/>
                    </a:lnTo>
                    <a:lnTo>
                      <a:pt x="45" y="58"/>
                    </a:lnTo>
                    <a:lnTo>
                      <a:pt x="50" y="58"/>
                    </a:lnTo>
                    <a:lnTo>
                      <a:pt x="52" y="58"/>
                    </a:lnTo>
                    <a:lnTo>
                      <a:pt x="55" y="60"/>
                    </a:lnTo>
                    <a:lnTo>
                      <a:pt x="57" y="60"/>
                    </a:lnTo>
                    <a:lnTo>
                      <a:pt x="60" y="60"/>
                    </a:lnTo>
                    <a:lnTo>
                      <a:pt x="62" y="60"/>
                    </a:lnTo>
                    <a:lnTo>
                      <a:pt x="69" y="58"/>
                    </a:lnTo>
                    <a:lnTo>
                      <a:pt x="71" y="58"/>
                    </a:lnTo>
                    <a:lnTo>
                      <a:pt x="71" y="53"/>
                    </a:lnTo>
                    <a:close/>
                    <a:moveTo>
                      <a:pt x="31" y="12"/>
                    </a:moveTo>
                    <a:lnTo>
                      <a:pt x="36" y="7"/>
                    </a:lnTo>
                    <a:lnTo>
                      <a:pt x="36" y="3"/>
                    </a:lnTo>
                    <a:lnTo>
                      <a:pt x="36" y="0"/>
                    </a:lnTo>
                    <a:lnTo>
                      <a:pt x="26" y="0"/>
                    </a:lnTo>
                    <a:lnTo>
                      <a:pt x="26" y="3"/>
                    </a:lnTo>
                    <a:lnTo>
                      <a:pt x="21" y="7"/>
                    </a:lnTo>
                    <a:lnTo>
                      <a:pt x="21" y="10"/>
                    </a:lnTo>
                    <a:lnTo>
                      <a:pt x="19" y="10"/>
                    </a:lnTo>
                    <a:lnTo>
                      <a:pt x="19" y="19"/>
                    </a:lnTo>
                    <a:lnTo>
                      <a:pt x="14" y="14"/>
                    </a:lnTo>
                    <a:lnTo>
                      <a:pt x="12" y="7"/>
                    </a:lnTo>
                    <a:lnTo>
                      <a:pt x="7" y="10"/>
                    </a:lnTo>
                    <a:lnTo>
                      <a:pt x="5" y="10"/>
                    </a:lnTo>
                    <a:lnTo>
                      <a:pt x="5" y="12"/>
                    </a:lnTo>
                    <a:lnTo>
                      <a:pt x="5" y="14"/>
                    </a:lnTo>
                    <a:lnTo>
                      <a:pt x="7" y="14"/>
                    </a:lnTo>
                    <a:lnTo>
                      <a:pt x="12" y="19"/>
                    </a:lnTo>
                    <a:lnTo>
                      <a:pt x="12" y="22"/>
                    </a:lnTo>
                    <a:lnTo>
                      <a:pt x="5" y="19"/>
                    </a:lnTo>
                    <a:lnTo>
                      <a:pt x="2" y="24"/>
                    </a:lnTo>
                    <a:lnTo>
                      <a:pt x="0" y="24"/>
                    </a:lnTo>
                    <a:lnTo>
                      <a:pt x="0" y="29"/>
                    </a:lnTo>
                    <a:lnTo>
                      <a:pt x="0" y="31"/>
                    </a:lnTo>
                    <a:lnTo>
                      <a:pt x="5" y="34"/>
                    </a:lnTo>
                    <a:lnTo>
                      <a:pt x="7" y="34"/>
                    </a:lnTo>
                    <a:lnTo>
                      <a:pt x="2" y="38"/>
                    </a:lnTo>
                    <a:lnTo>
                      <a:pt x="2" y="41"/>
                    </a:lnTo>
                    <a:lnTo>
                      <a:pt x="5" y="43"/>
                    </a:lnTo>
                    <a:lnTo>
                      <a:pt x="7" y="43"/>
                    </a:lnTo>
                    <a:lnTo>
                      <a:pt x="7" y="48"/>
                    </a:lnTo>
                    <a:lnTo>
                      <a:pt x="5" y="53"/>
                    </a:lnTo>
                    <a:lnTo>
                      <a:pt x="7" y="53"/>
                    </a:lnTo>
                    <a:lnTo>
                      <a:pt x="17" y="53"/>
                    </a:lnTo>
                    <a:lnTo>
                      <a:pt x="17" y="55"/>
                    </a:lnTo>
                    <a:lnTo>
                      <a:pt x="24" y="55"/>
                    </a:lnTo>
                    <a:lnTo>
                      <a:pt x="26" y="58"/>
                    </a:lnTo>
                    <a:lnTo>
                      <a:pt x="26" y="55"/>
                    </a:lnTo>
                    <a:lnTo>
                      <a:pt x="24" y="53"/>
                    </a:lnTo>
                    <a:lnTo>
                      <a:pt x="24" y="48"/>
                    </a:lnTo>
                    <a:lnTo>
                      <a:pt x="26" y="43"/>
                    </a:lnTo>
                    <a:lnTo>
                      <a:pt x="24" y="41"/>
                    </a:lnTo>
                    <a:lnTo>
                      <a:pt x="24" y="38"/>
                    </a:lnTo>
                    <a:lnTo>
                      <a:pt x="21" y="38"/>
                    </a:lnTo>
                    <a:lnTo>
                      <a:pt x="24" y="38"/>
                    </a:lnTo>
                    <a:lnTo>
                      <a:pt x="31" y="34"/>
                    </a:lnTo>
                    <a:lnTo>
                      <a:pt x="33" y="26"/>
                    </a:lnTo>
                    <a:lnTo>
                      <a:pt x="38" y="26"/>
                    </a:lnTo>
                    <a:lnTo>
                      <a:pt x="41" y="19"/>
                    </a:lnTo>
                    <a:lnTo>
                      <a:pt x="31" y="19"/>
                    </a:lnTo>
                    <a:lnTo>
                      <a:pt x="31" y="12"/>
                    </a:lnTo>
                    <a:close/>
                    <a:moveTo>
                      <a:pt x="29" y="38"/>
                    </a:moveTo>
                    <a:lnTo>
                      <a:pt x="31" y="48"/>
                    </a:lnTo>
                    <a:lnTo>
                      <a:pt x="36" y="53"/>
                    </a:lnTo>
                    <a:lnTo>
                      <a:pt x="38" y="46"/>
                    </a:lnTo>
                    <a:lnTo>
                      <a:pt x="33" y="41"/>
                    </a:lnTo>
                    <a:lnTo>
                      <a:pt x="29" y="38"/>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66" name="Czech Republic" descr="© INSCALE GmbH, 05.05.2010&#10;http://www.presentationload.com/">
                <a:extLst>
                  <a:ext uri="{FF2B5EF4-FFF2-40B4-BE49-F238E27FC236}">
                    <a16:creationId xmlns:a16="http://schemas.microsoft.com/office/drawing/2014/main" id="{F84A232D-DBA4-F102-202E-25F90820D4BA}"/>
                  </a:ext>
                </a:extLst>
              </p:cNvPr>
              <p:cNvSpPr>
                <a:spLocks/>
              </p:cNvSpPr>
              <p:nvPr/>
            </p:nvSpPr>
            <p:spPr bwMode="gray">
              <a:xfrm>
                <a:off x="2869" y="1530"/>
                <a:ext cx="107" cy="49"/>
              </a:xfrm>
              <a:custGeom>
                <a:avLst/>
                <a:gdLst>
                  <a:gd name="T0" fmla="*/ 2147483647 w 420"/>
                  <a:gd name="T1" fmla="*/ 2147483647 h 192"/>
                  <a:gd name="T2" fmla="*/ 2147483647 w 420"/>
                  <a:gd name="T3" fmla="*/ 2147483647 h 192"/>
                  <a:gd name="T4" fmla="*/ 2147483647 w 420"/>
                  <a:gd name="T5" fmla="*/ 2147483647 h 192"/>
                  <a:gd name="T6" fmla="*/ 2147483647 w 420"/>
                  <a:gd name="T7" fmla="*/ 2147483647 h 192"/>
                  <a:gd name="T8" fmla="*/ 2147483647 w 420"/>
                  <a:gd name="T9" fmla="*/ 2147483647 h 192"/>
                  <a:gd name="T10" fmla="*/ 2147483647 w 420"/>
                  <a:gd name="T11" fmla="*/ 2147483647 h 192"/>
                  <a:gd name="T12" fmla="*/ 2147483647 w 420"/>
                  <a:gd name="T13" fmla="*/ 2147483647 h 192"/>
                  <a:gd name="T14" fmla="*/ 2147483647 w 420"/>
                  <a:gd name="T15" fmla="*/ 2147483647 h 192"/>
                  <a:gd name="T16" fmla="*/ 2147483647 w 420"/>
                  <a:gd name="T17" fmla="*/ 2147483647 h 192"/>
                  <a:gd name="T18" fmla="*/ 2147483647 w 420"/>
                  <a:gd name="T19" fmla="*/ 2147483647 h 192"/>
                  <a:gd name="T20" fmla="*/ 2147483647 w 420"/>
                  <a:gd name="T21" fmla="*/ 2147483647 h 192"/>
                  <a:gd name="T22" fmla="*/ 2147483647 w 420"/>
                  <a:gd name="T23" fmla="*/ 2147483647 h 192"/>
                  <a:gd name="T24" fmla="*/ 2147483647 w 420"/>
                  <a:gd name="T25" fmla="*/ 2147483647 h 192"/>
                  <a:gd name="T26" fmla="*/ 2147483647 w 420"/>
                  <a:gd name="T27" fmla="*/ 2147483647 h 192"/>
                  <a:gd name="T28" fmla="*/ 2147483647 w 420"/>
                  <a:gd name="T29" fmla="*/ 0 h 192"/>
                  <a:gd name="T30" fmla="*/ 2147483647 w 420"/>
                  <a:gd name="T31" fmla="*/ 2147483647 h 192"/>
                  <a:gd name="T32" fmla="*/ 2147483647 w 420"/>
                  <a:gd name="T33" fmla="*/ 0 h 192"/>
                  <a:gd name="T34" fmla="*/ 2147483647 w 420"/>
                  <a:gd name="T35" fmla="*/ 2147483647 h 192"/>
                  <a:gd name="T36" fmla="*/ 2147483647 w 420"/>
                  <a:gd name="T37" fmla="*/ 2147483647 h 192"/>
                  <a:gd name="T38" fmla="*/ 2147483647 w 420"/>
                  <a:gd name="T39" fmla="*/ 2147483647 h 192"/>
                  <a:gd name="T40" fmla="*/ 2147483647 w 420"/>
                  <a:gd name="T41" fmla="*/ 2147483647 h 192"/>
                  <a:gd name="T42" fmla="*/ 2147483647 w 420"/>
                  <a:gd name="T43" fmla="*/ 2147483647 h 192"/>
                  <a:gd name="T44" fmla="*/ 2147483647 w 420"/>
                  <a:gd name="T45" fmla="*/ 2147483647 h 192"/>
                  <a:gd name="T46" fmla="*/ 2147483647 w 420"/>
                  <a:gd name="T47" fmla="*/ 2147483647 h 192"/>
                  <a:gd name="T48" fmla="*/ 2147483647 w 420"/>
                  <a:gd name="T49" fmla="*/ 2147483647 h 192"/>
                  <a:gd name="T50" fmla="*/ 2147483647 w 420"/>
                  <a:gd name="T51" fmla="*/ 2147483647 h 192"/>
                  <a:gd name="T52" fmla="*/ 0 w 420"/>
                  <a:gd name="T53" fmla="*/ 2147483647 h 192"/>
                  <a:gd name="T54" fmla="*/ 2147483647 w 420"/>
                  <a:gd name="T55" fmla="*/ 2147483647 h 192"/>
                  <a:gd name="T56" fmla="*/ 2147483647 w 420"/>
                  <a:gd name="T57" fmla="*/ 2147483647 h 192"/>
                  <a:gd name="T58" fmla="*/ 2147483647 w 420"/>
                  <a:gd name="T59" fmla="*/ 2147483647 h 192"/>
                  <a:gd name="T60" fmla="*/ 2147483647 w 420"/>
                  <a:gd name="T61" fmla="*/ 2147483647 h 192"/>
                  <a:gd name="T62" fmla="*/ 2147483647 w 420"/>
                  <a:gd name="T63" fmla="*/ 2147483647 h 192"/>
                  <a:gd name="T64" fmla="*/ 2147483647 w 420"/>
                  <a:gd name="T65" fmla="*/ 2147483647 h 192"/>
                  <a:gd name="T66" fmla="*/ 2147483647 w 420"/>
                  <a:gd name="T67" fmla="*/ 2147483647 h 192"/>
                  <a:gd name="T68" fmla="*/ 2147483647 w 420"/>
                  <a:gd name="T69" fmla="*/ 2147483647 h 192"/>
                  <a:gd name="T70" fmla="*/ 2147483647 w 420"/>
                  <a:gd name="T71" fmla="*/ 2147483647 h 192"/>
                  <a:gd name="T72" fmla="*/ 2147483647 w 420"/>
                  <a:gd name="T73" fmla="*/ 2147483647 h 192"/>
                  <a:gd name="T74" fmla="*/ 2147483647 w 420"/>
                  <a:gd name="T75" fmla="*/ 2147483647 h 192"/>
                  <a:gd name="T76" fmla="*/ 2147483647 w 420"/>
                  <a:gd name="T77" fmla="*/ 2147483647 h 192"/>
                  <a:gd name="T78" fmla="*/ 2147483647 w 420"/>
                  <a:gd name="T79" fmla="*/ 2147483647 h 192"/>
                  <a:gd name="T80" fmla="*/ 2147483647 w 420"/>
                  <a:gd name="T81" fmla="*/ 2147483647 h 192"/>
                  <a:gd name="T82" fmla="*/ 2147483647 w 420"/>
                  <a:gd name="T83" fmla="*/ 2147483647 h 192"/>
                  <a:gd name="T84" fmla="*/ 2147483647 w 420"/>
                  <a:gd name="T85" fmla="*/ 2147483647 h 192"/>
                  <a:gd name="T86" fmla="*/ 2147483647 w 420"/>
                  <a:gd name="T87" fmla="*/ 2147483647 h 192"/>
                  <a:gd name="T88" fmla="*/ 2147483647 w 420"/>
                  <a:gd name="T89" fmla="*/ 2147483647 h 192"/>
                  <a:gd name="T90" fmla="*/ 2147483647 w 420"/>
                  <a:gd name="T91" fmla="*/ 2147483647 h 192"/>
                  <a:gd name="T92" fmla="*/ 2147483647 w 420"/>
                  <a:gd name="T93" fmla="*/ 2147483647 h 192"/>
                  <a:gd name="T94" fmla="*/ 2147483647 w 420"/>
                  <a:gd name="T95" fmla="*/ 2147483647 h 192"/>
                  <a:gd name="T96" fmla="*/ 2147483647 w 420"/>
                  <a:gd name="T97" fmla="*/ 2147483647 h 192"/>
                  <a:gd name="T98" fmla="*/ 2147483647 w 420"/>
                  <a:gd name="T99" fmla="*/ 2147483647 h 192"/>
                  <a:gd name="T100" fmla="*/ 2147483647 w 420"/>
                  <a:gd name="T101" fmla="*/ 2147483647 h 192"/>
                  <a:gd name="T102" fmla="*/ 2147483647 w 420"/>
                  <a:gd name="T103" fmla="*/ 2147483647 h 192"/>
                  <a:gd name="T104" fmla="*/ 2147483647 w 420"/>
                  <a:gd name="T105" fmla="*/ 2147483647 h 19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420"/>
                  <a:gd name="T160" fmla="*/ 0 h 192"/>
                  <a:gd name="T161" fmla="*/ 420 w 420"/>
                  <a:gd name="T162" fmla="*/ 192 h 19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420" h="192">
                    <a:moveTo>
                      <a:pt x="408" y="108"/>
                    </a:moveTo>
                    <a:lnTo>
                      <a:pt x="402" y="96"/>
                    </a:lnTo>
                    <a:lnTo>
                      <a:pt x="402" y="90"/>
                    </a:lnTo>
                    <a:lnTo>
                      <a:pt x="390" y="84"/>
                    </a:lnTo>
                    <a:lnTo>
                      <a:pt x="372" y="84"/>
                    </a:lnTo>
                    <a:lnTo>
                      <a:pt x="372" y="78"/>
                    </a:lnTo>
                    <a:lnTo>
                      <a:pt x="366" y="72"/>
                    </a:lnTo>
                    <a:lnTo>
                      <a:pt x="360" y="84"/>
                    </a:lnTo>
                    <a:lnTo>
                      <a:pt x="354" y="78"/>
                    </a:lnTo>
                    <a:lnTo>
                      <a:pt x="348" y="66"/>
                    </a:lnTo>
                    <a:lnTo>
                      <a:pt x="342" y="60"/>
                    </a:lnTo>
                    <a:lnTo>
                      <a:pt x="324" y="60"/>
                    </a:lnTo>
                    <a:lnTo>
                      <a:pt x="330" y="54"/>
                    </a:lnTo>
                    <a:lnTo>
                      <a:pt x="312" y="54"/>
                    </a:lnTo>
                    <a:lnTo>
                      <a:pt x="300" y="60"/>
                    </a:lnTo>
                    <a:lnTo>
                      <a:pt x="294" y="60"/>
                    </a:lnTo>
                    <a:lnTo>
                      <a:pt x="294" y="66"/>
                    </a:lnTo>
                    <a:lnTo>
                      <a:pt x="276" y="66"/>
                    </a:lnTo>
                    <a:lnTo>
                      <a:pt x="270" y="60"/>
                    </a:lnTo>
                    <a:lnTo>
                      <a:pt x="264" y="60"/>
                    </a:lnTo>
                    <a:lnTo>
                      <a:pt x="264" y="48"/>
                    </a:lnTo>
                    <a:lnTo>
                      <a:pt x="252" y="42"/>
                    </a:lnTo>
                    <a:lnTo>
                      <a:pt x="264" y="36"/>
                    </a:lnTo>
                    <a:lnTo>
                      <a:pt x="258" y="30"/>
                    </a:lnTo>
                    <a:lnTo>
                      <a:pt x="234" y="30"/>
                    </a:lnTo>
                    <a:lnTo>
                      <a:pt x="234" y="24"/>
                    </a:lnTo>
                    <a:lnTo>
                      <a:pt x="228" y="24"/>
                    </a:lnTo>
                    <a:lnTo>
                      <a:pt x="216" y="18"/>
                    </a:lnTo>
                    <a:lnTo>
                      <a:pt x="198" y="18"/>
                    </a:lnTo>
                    <a:lnTo>
                      <a:pt x="192" y="0"/>
                    </a:lnTo>
                    <a:lnTo>
                      <a:pt x="174" y="0"/>
                    </a:lnTo>
                    <a:lnTo>
                      <a:pt x="162" y="12"/>
                    </a:lnTo>
                    <a:lnTo>
                      <a:pt x="156" y="12"/>
                    </a:lnTo>
                    <a:lnTo>
                      <a:pt x="144" y="0"/>
                    </a:lnTo>
                    <a:lnTo>
                      <a:pt x="138" y="6"/>
                    </a:lnTo>
                    <a:lnTo>
                      <a:pt x="132" y="6"/>
                    </a:lnTo>
                    <a:lnTo>
                      <a:pt x="126" y="12"/>
                    </a:lnTo>
                    <a:lnTo>
                      <a:pt x="126" y="18"/>
                    </a:lnTo>
                    <a:lnTo>
                      <a:pt x="108" y="18"/>
                    </a:lnTo>
                    <a:lnTo>
                      <a:pt x="108" y="24"/>
                    </a:lnTo>
                    <a:lnTo>
                      <a:pt x="84" y="24"/>
                    </a:lnTo>
                    <a:lnTo>
                      <a:pt x="84" y="30"/>
                    </a:lnTo>
                    <a:lnTo>
                      <a:pt x="66" y="36"/>
                    </a:lnTo>
                    <a:lnTo>
                      <a:pt x="54" y="48"/>
                    </a:lnTo>
                    <a:lnTo>
                      <a:pt x="42" y="42"/>
                    </a:lnTo>
                    <a:lnTo>
                      <a:pt x="36" y="42"/>
                    </a:lnTo>
                    <a:lnTo>
                      <a:pt x="30" y="48"/>
                    </a:lnTo>
                    <a:lnTo>
                      <a:pt x="30" y="54"/>
                    </a:lnTo>
                    <a:lnTo>
                      <a:pt x="18" y="54"/>
                    </a:lnTo>
                    <a:lnTo>
                      <a:pt x="18" y="60"/>
                    </a:lnTo>
                    <a:lnTo>
                      <a:pt x="6" y="60"/>
                    </a:lnTo>
                    <a:lnTo>
                      <a:pt x="6" y="54"/>
                    </a:lnTo>
                    <a:lnTo>
                      <a:pt x="0" y="54"/>
                    </a:lnTo>
                    <a:lnTo>
                      <a:pt x="0" y="66"/>
                    </a:lnTo>
                    <a:lnTo>
                      <a:pt x="6" y="72"/>
                    </a:lnTo>
                    <a:lnTo>
                      <a:pt x="12" y="72"/>
                    </a:lnTo>
                    <a:lnTo>
                      <a:pt x="24" y="84"/>
                    </a:lnTo>
                    <a:lnTo>
                      <a:pt x="18" y="90"/>
                    </a:lnTo>
                    <a:lnTo>
                      <a:pt x="12" y="90"/>
                    </a:lnTo>
                    <a:lnTo>
                      <a:pt x="12" y="96"/>
                    </a:lnTo>
                    <a:lnTo>
                      <a:pt x="24" y="108"/>
                    </a:lnTo>
                    <a:lnTo>
                      <a:pt x="30" y="120"/>
                    </a:lnTo>
                    <a:lnTo>
                      <a:pt x="36" y="120"/>
                    </a:lnTo>
                    <a:lnTo>
                      <a:pt x="36" y="126"/>
                    </a:lnTo>
                    <a:lnTo>
                      <a:pt x="48" y="132"/>
                    </a:lnTo>
                    <a:lnTo>
                      <a:pt x="60" y="132"/>
                    </a:lnTo>
                    <a:lnTo>
                      <a:pt x="66" y="144"/>
                    </a:lnTo>
                    <a:lnTo>
                      <a:pt x="72" y="144"/>
                    </a:lnTo>
                    <a:lnTo>
                      <a:pt x="78" y="156"/>
                    </a:lnTo>
                    <a:lnTo>
                      <a:pt x="90" y="156"/>
                    </a:lnTo>
                    <a:lnTo>
                      <a:pt x="96" y="162"/>
                    </a:lnTo>
                    <a:lnTo>
                      <a:pt x="102" y="162"/>
                    </a:lnTo>
                    <a:lnTo>
                      <a:pt x="102" y="174"/>
                    </a:lnTo>
                    <a:lnTo>
                      <a:pt x="120" y="192"/>
                    </a:lnTo>
                    <a:lnTo>
                      <a:pt x="132" y="192"/>
                    </a:lnTo>
                    <a:lnTo>
                      <a:pt x="144" y="186"/>
                    </a:lnTo>
                    <a:lnTo>
                      <a:pt x="150" y="186"/>
                    </a:lnTo>
                    <a:lnTo>
                      <a:pt x="162" y="192"/>
                    </a:lnTo>
                    <a:lnTo>
                      <a:pt x="162" y="174"/>
                    </a:lnTo>
                    <a:lnTo>
                      <a:pt x="168" y="174"/>
                    </a:lnTo>
                    <a:lnTo>
                      <a:pt x="174" y="162"/>
                    </a:lnTo>
                    <a:lnTo>
                      <a:pt x="180" y="156"/>
                    </a:lnTo>
                    <a:lnTo>
                      <a:pt x="198" y="156"/>
                    </a:lnTo>
                    <a:lnTo>
                      <a:pt x="210" y="162"/>
                    </a:lnTo>
                    <a:lnTo>
                      <a:pt x="222" y="174"/>
                    </a:lnTo>
                    <a:lnTo>
                      <a:pt x="234" y="168"/>
                    </a:lnTo>
                    <a:lnTo>
                      <a:pt x="246" y="180"/>
                    </a:lnTo>
                    <a:lnTo>
                      <a:pt x="258" y="174"/>
                    </a:lnTo>
                    <a:lnTo>
                      <a:pt x="264" y="168"/>
                    </a:lnTo>
                    <a:lnTo>
                      <a:pt x="276" y="168"/>
                    </a:lnTo>
                    <a:lnTo>
                      <a:pt x="282" y="174"/>
                    </a:lnTo>
                    <a:lnTo>
                      <a:pt x="288" y="174"/>
                    </a:lnTo>
                    <a:lnTo>
                      <a:pt x="300" y="180"/>
                    </a:lnTo>
                    <a:lnTo>
                      <a:pt x="306" y="174"/>
                    </a:lnTo>
                    <a:lnTo>
                      <a:pt x="324" y="174"/>
                    </a:lnTo>
                    <a:lnTo>
                      <a:pt x="330" y="168"/>
                    </a:lnTo>
                    <a:lnTo>
                      <a:pt x="330" y="174"/>
                    </a:lnTo>
                    <a:lnTo>
                      <a:pt x="348" y="174"/>
                    </a:lnTo>
                    <a:lnTo>
                      <a:pt x="360" y="168"/>
                    </a:lnTo>
                    <a:lnTo>
                      <a:pt x="366" y="162"/>
                    </a:lnTo>
                    <a:lnTo>
                      <a:pt x="378" y="156"/>
                    </a:lnTo>
                    <a:lnTo>
                      <a:pt x="378" y="132"/>
                    </a:lnTo>
                    <a:lnTo>
                      <a:pt x="402" y="126"/>
                    </a:lnTo>
                    <a:lnTo>
                      <a:pt x="420" y="114"/>
                    </a:lnTo>
                    <a:lnTo>
                      <a:pt x="414" y="108"/>
                    </a:lnTo>
                    <a:lnTo>
                      <a:pt x="408" y="108"/>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67" name="Cyprus" descr="© INSCALE GmbH, 05.05.2010&#10;http://www.presentationload.com/">
                <a:extLst>
                  <a:ext uri="{FF2B5EF4-FFF2-40B4-BE49-F238E27FC236}">
                    <a16:creationId xmlns:a16="http://schemas.microsoft.com/office/drawing/2014/main" id="{606EB134-7954-2439-E848-BDFF43AD3891}"/>
                  </a:ext>
                </a:extLst>
              </p:cNvPr>
              <p:cNvSpPr>
                <a:spLocks/>
              </p:cNvSpPr>
              <p:nvPr/>
            </p:nvSpPr>
            <p:spPr bwMode="gray">
              <a:xfrm>
                <a:off x="3212" y="1841"/>
                <a:ext cx="38" cy="22"/>
              </a:xfrm>
              <a:custGeom>
                <a:avLst/>
                <a:gdLst>
                  <a:gd name="T0" fmla="*/ 0 w 150"/>
                  <a:gd name="T1" fmla="*/ 2147483647 h 84"/>
                  <a:gd name="T2" fmla="*/ 2147483647 w 150"/>
                  <a:gd name="T3" fmla="*/ 2147483647 h 84"/>
                  <a:gd name="T4" fmla="*/ 2147483647 w 150"/>
                  <a:gd name="T5" fmla="*/ 2147483647 h 84"/>
                  <a:gd name="T6" fmla="*/ 2147483647 w 150"/>
                  <a:gd name="T7" fmla="*/ 2147483647 h 84"/>
                  <a:gd name="T8" fmla="*/ 2147483647 w 150"/>
                  <a:gd name="T9" fmla="*/ 2147483647 h 84"/>
                  <a:gd name="T10" fmla="*/ 2147483647 w 150"/>
                  <a:gd name="T11" fmla="*/ 2147483647 h 84"/>
                  <a:gd name="T12" fmla="*/ 2147483647 w 150"/>
                  <a:gd name="T13" fmla="*/ 2147483647 h 84"/>
                  <a:gd name="T14" fmla="*/ 2147483647 w 150"/>
                  <a:gd name="T15" fmla="*/ 2147483647 h 84"/>
                  <a:gd name="T16" fmla="*/ 2147483647 w 150"/>
                  <a:gd name="T17" fmla="*/ 2147483647 h 84"/>
                  <a:gd name="T18" fmla="*/ 2147483647 w 150"/>
                  <a:gd name="T19" fmla="*/ 2147483647 h 84"/>
                  <a:gd name="T20" fmla="*/ 2147483647 w 150"/>
                  <a:gd name="T21" fmla="*/ 2147483647 h 84"/>
                  <a:gd name="T22" fmla="*/ 2147483647 w 150"/>
                  <a:gd name="T23" fmla="*/ 2147483647 h 84"/>
                  <a:gd name="T24" fmla="*/ 2147483647 w 150"/>
                  <a:gd name="T25" fmla="*/ 2147483647 h 84"/>
                  <a:gd name="T26" fmla="*/ 2147483647 w 150"/>
                  <a:gd name="T27" fmla="*/ 0 h 84"/>
                  <a:gd name="T28" fmla="*/ 2147483647 w 150"/>
                  <a:gd name="T29" fmla="*/ 2147483647 h 84"/>
                  <a:gd name="T30" fmla="*/ 2147483647 w 150"/>
                  <a:gd name="T31" fmla="*/ 2147483647 h 84"/>
                  <a:gd name="T32" fmla="*/ 2147483647 w 150"/>
                  <a:gd name="T33" fmla="*/ 2147483647 h 84"/>
                  <a:gd name="T34" fmla="*/ 2147483647 w 150"/>
                  <a:gd name="T35" fmla="*/ 2147483647 h 84"/>
                  <a:gd name="T36" fmla="*/ 2147483647 w 150"/>
                  <a:gd name="T37" fmla="*/ 2147483647 h 84"/>
                  <a:gd name="T38" fmla="*/ 0 w 150"/>
                  <a:gd name="T39" fmla="*/ 2147483647 h 84"/>
                  <a:gd name="T40" fmla="*/ 0 w 150"/>
                  <a:gd name="T41" fmla="*/ 2147483647 h 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0"/>
                  <a:gd name="T64" fmla="*/ 0 h 84"/>
                  <a:gd name="T65" fmla="*/ 150 w 150"/>
                  <a:gd name="T66" fmla="*/ 84 h 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0" h="84">
                    <a:moveTo>
                      <a:pt x="0" y="48"/>
                    </a:moveTo>
                    <a:lnTo>
                      <a:pt x="6" y="60"/>
                    </a:lnTo>
                    <a:lnTo>
                      <a:pt x="30" y="72"/>
                    </a:lnTo>
                    <a:lnTo>
                      <a:pt x="36" y="84"/>
                    </a:lnTo>
                    <a:lnTo>
                      <a:pt x="54" y="84"/>
                    </a:lnTo>
                    <a:lnTo>
                      <a:pt x="60" y="78"/>
                    </a:lnTo>
                    <a:lnTo>
                      <a:pt x="72" y="72"/>
                    </a:lnTo>
                    <a:lnTo>
                      <a:pt x="78" y="66"/>
                    </a:lnTo>
                    <a:lnTo>
                      <a:pt x="90" y="60"/>
                    </a:lnTo>
                    <a:lnTo>
                      <a:pt x="96" y="54"/>
                    </a:lnTo>
                    <a:lnTo>
                      <a:pt x="102" y="60"/>
                    </a:lnTo>
                    <a:lnTo>
                      <a:pt x="120" y="60"/>
                    </a:lnTo>
                    <a:lnTo>
                      <a:pt x="120" y="36"/>
                    </a:lnTo>
                    <a:lnTo>
                      <a:pt x="150" y="0"/>
                    </a:lnTo>
                    <a:lnTo>
                      <a:pt x="108" y="24"/>
                    </a:lnTo>
                    <a:lnTo>
                      <a:pt x="54" y="24"/>
                    </a:lnTo>
                    <a:lnTo>
                      <a:pt x="48" y="30"/>
                    </a:lnTo>
                    <a:lnTo>
                      <a:pt x="48" y="36"/>
                    </a:lnTo>
                    <a:lnTo>
                      <a:pt x="12" y="36"/>
                    </a:lnTo>
                    <a:lnTo>
                      <a:pt x="0" y="42"/>
                    </a:lnTo>
                    <a:lnTo>
                      <a:pt x="0" y="48"/>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68" name="Croatia" descr="© INSCALE GmbH, 05.05.2010&#10;http://www.presentationload.com/">
                <a:extLst>
                  <a:ext uri="{FF2B5EF4-FFF2-40B4-BE49-F238E27FC236}">
                    <a16:creationId xmlns:a16="http://schemas.microsoft.com/office/drawing/2014/main" id="{CC230A57-55DD-EC0E-66AC-4359020B0A0F}"/>
                  </a:ext>
                </a:extLst>
              </p:cNvPr>
              <p:cNvSpPr>
                <a:spLocks/>
              </p:cNvSpPr>
              <p:nvPr/>
            </p:nvSpPr>
            <p:spPr bwMode="gray">
              <a:xfrm>
                <a:off x="2894" y="1621"/>
                <a:ext cx="93" cy="69"/>
              </a:xfrm>
              <a:custGeom>
                <a:avLst/>
                <a:gdLst>
                  <a:gd name="T0" fmla="*/ 2147483647 w 366"/>
                  <a:gd name="T1" fmla="*/ 2147483647 h 276"/>
                  <a:gd name="T2" fmla="*/ 2147483647 w 366"/>
                  <a:gd name="T3" fmla="*/ 2147483647 h 276"/>
                  <a:gd name="T4" fmla="*/ 2147483647 w 366"/>
                  <a:gd name="T5" fmla="*/ 2147483647 h 276"/>
                  <a:gd name="T6" fmla="*/ 2147483647 w 366"/>
                  <a:gd name="T7" fmla="*/ 2147483647 h 276"/>
                  <a:gd name="T8" fmla="*/ 2147483647 w 366"/>
                  <a:gd name="T9" fmla="*/ 2147483647 h 276"/>
                  <a:gd name="T10" fmla="*/ 2147483647 w 366"/>
                  <a:gd name="T11" fmla="*/ 2147483647 h 276"/>
                  <a:gd name="T12" fmla="*/ 2147483647 w 366"/>
                  <a:gd name="T13" fmla="*/ 2147483647 h 276"/>
                  <a:gd name="T14" fmla="*/ 2147483647 w 366"/>
                  <a:gd name="T15" fmla="*/ 2147483647 h 276"/>
                  <a:gd name="T16" fmla="*/ 2147483647 w 366"/>
                  <a:gd name="T17" fmla="*/ 2147483647 h 276"/>
                  <a:gd name="T18" fmla="*/ 2147483647 w 366"/>
                  <a:gd name="T19" fmla="*/ 2147483647 h 276"/>
                  <a:gd name="T20" fmla="*/ 2147483647 w 366"/>
                  <a:gd name="T21" fmla="*/ 2147483647 h 276"/>
                  <a:gd name="T22" fmla="*/ 2147483647 w 366"/>
                  <a:gd name="T23" fmla="*/ 0 h 276"/>
                  <a:gd name="T24" fmla="*/ 2147483647 w 366"/>
                  <a:gd name="T25" fmla="*/ 2147483647 h 276"/>
                  <a:gd name="T26" fmla="*/ 2147483647 w 366"/>
                  <a:gd name="T27" fmla="*/ 2147483647 h 276"/>
                  <a:gd name="T28" fmla="*/ 2147483647 w 366"/>
                  <a:gd name="T29" fmla="*/ 2147483647 h 276"/>
                  <a:gd name="T30" fmla="*/ 2147483647 w 366"/>
                  <a:gd name="T31" fmla="*/ 2147483647 h 276"/>
                  <a:gd name="T32" fmla="*/ 2147483647 w 366"/>
                  <a:gd name="T33" fmla="*/ 2147483647 h 276"/>
                  <a:gd name="T34" fmla="*/ 2147483647 w 366"/>
                  <a:gd name="T35" fmla="*/ 2147483647 h 276"/>
                  <a:gd name="T36" fmla="*/ 2147483647 w 366"/>
                  <a:gd name="T37" fmla="*/ 2147483647 h 276"/>
                  <a:gd name="T38" fmla="*/ 2147483647 w 366"/>
                  <a:gd name="T39" fmla="*/ 2147483647 h 276"/>
                  <a:gd name="T40" fmla="*/ 0 w 366"/>
                  <a:gd name="T41" fmla="*/ 2147483647 h 276"/>
                  <a:gd name="T42" fmla="*/ 2147483647 w 366"/>
                  <a:gd name="T43" fmla="*/ 2147483647 h 276"/>
                  <a:gd name="T44" fmla="*/ 2147483647 w 366"/>
                  <a:gd name="T45" fmla="*/ 2147483647 h 276"/>
                  <a:gd name="T46" fmla="*/ 2147483647 w 366"/>
                  <a:gd name="T47" fmla="*/ 2147483647 h 276"/>
                  <a:gd name="T48" fmla="*/ 2147483647 w 366"/>
                  <a:gd name="T49" fmla="*/ 2147483647 h 276"/>
                  <a:gd name="T50" fmla="*/ 2147483647 w 366"/>
                  <a:gd name="T51" fmla="*/ 2147483647 h 276"/>
                  <a:gd name="T52" fmla="*/ 2147483647 w 366"/>
                  <a:gd name="T53" fmla="*/ 2147483647 h 276"/>
                  <a:gd name="T54" fmla="*/ 2147483647 w 366"/>
                  <a:gd name="T55" fmla="*/ 2147483647 h 276"/>
                  <a:gd name="T56" fmla="*/ 2147483647 w 366"/>
                  <a:gd name="T57" fmla="*/ 2147483647 h 276"/>
                  <a:gd name="T58" fmla="*/ 2147483647 w 366"/>
                  <a:gd name="T59" fmla="*/ 2147483647 h 276"/>
                  <a:gd name="T60" fmla="*/ 2147483647 w 366"/>
                  <a:gd name="T61" fmla="*/ 2147483647 h 276"/>
                  <a:gd name="T62" fmla="*/ 2147483647 w 366"/>
                  <a:gd name="T63" fmla="*/ 2147483647 h 276"/>
                  <a:gd name="T64" fmla="*/ 2147483647 w 366"/>
                  <a:gd name="T65" fmla="*/ 2147483647 h 276"/>
                  <a:gd name="T66" fmla="*/ 2147483647 w 366"/>
                  <a:gd name="T67" fmla="*/ 2147483647 h 276"/>
                  <a:gd name="T68" fmla="*/ 2147483647 w 366"/>
                  <a:gd name="T69" fmla="*/ 2147483647 h 276"/>
                  <a:gd name="T70" fmla="*/ 2147483647 w 366"/>
                  <a:gd name="T71" fmla="*/ 2147483647 h 276"/>
                  <a:gd name="T72" fmla="*/ 2147483647 w 366"/>
                  <a:gd name="T73" fmla="*/ 2147483647 h 276"/>
                  <a:gd name="T74" fmla="*/ 2147483647 w 366"/>
                  <a:gd name="T75" fmla="*/ 2147483647 h 276"/>
                  <a:gd name="T76" fmla="*/ 2147483647 w 366"/>
                  <a:gd name="T77" fmla="*/ 2147483647 h 276"/>
                  <a:gd name="T78" fmla="*/ 2147483647 w 366"/>
                  <a:gd name="T79" fmla="*/ 2147483647 h 276"/>
                  <a:gd name="T80" fmla="*/ 2147483647 w 366"/>
                  <a:gd name="T81" fmla="*/ 2147483647 h 276"/>
                  <a:gd name="T82" fmla="*/ 2147483647 w 366"/>
                  <a:gd name="T83" fmla="*/ 2147483647 h 276"/>
                  <a:gd name="T84" fmla="*/ 2147483647 w 366"/>
                  <a:gd name="T85" fmla="*/ 2147483647 h 276"/>
                  <a:gd name="T86" fmla="*/ 2147483647 w 366"/>
                  <a:gd name="T87" fmla="*/ 2147483647 h 276"/>
                  <a:gd name="T88" fmla="*/ 2147483647 w 366"/>
                  <a:gd name="T89" fmla="*/ 2147483647 h 276"/>
                  <a:gd name="T90" fmla="*/ 2147483647 w 366"/>
                  <a:gd name="T91" fmla="*/ 2147483647 h 27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66"/>
                  <a:gd name="T139" fmla="*/ 0 h 276"/>
                  <a:gd name="T140" fmla="*/ 366 w 366"/>
                  <a:gd name="T141" fmla="*/ 276 h 27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66" h="276">
                    <a:moveTo>
                      <a:pt x="342" y="126"/>
                    </a:moveTo>
                    <a:lnTo>
                      <a:pt x="342" y="114"/>
                    </a:lnTo>
                    <a:lnTo>
                      <a:pt x="348" y="114"/>
                    </a:lnTo>
                    <a:lnTo>
                      <a:pt x="354" y="108"/>
                    </a:lnTo>
                    <a:lnTo>
                      <a:pt x="360" y="108"/>
                    </a:lnTo>
                    <a:lnTo>
                      <a:pt x="366" y="102"/>
                    </a:lnTo>
                    <a:lnTo>
                      <a:pt x="360" y="102"/>
                    </a:lnTo>
                    <a:lnTo>
                      <a:pt x="348" y="96"/>
                    </a:lnTo>
                    <a:lnTo>
                      <a:pt x="336" y="96"/>
                    </a:lnTo>
                    <a:lnTo>
                      <a:pt x="342" y="78"/>
                    </a:lnTo>
                    <a:lnTo>
                      <a:pt x="336" y="78"/>
                    </a:lnTo>
                    <a:lnTo>
                      <a:pt x="330" y="48"/>
                    </a:lnTo>
                    <a:lnTo>
                      <a:pt x="324" y="48"/>
                    </a:lnTo>
                    <a:lnTo>
                      <a:pt x="312" y="54"/>
                    </a:lnTo>
                    <a:lnTo>
                      <a:pt x="270" y="60"/>
                    </a:lnTo>
                    <a:lnTo>
                      <a:pt x="264" y="48"/>
                    </a:lnTo>
                    <a:lnTo>
                      <a:pt x="246" y="48"/>
                    </a:lnTo>
                    <a:lnTo>
                      <a:pt x="234" y="42"/>
                    </a:lnTo>
                    <a:lnTo>
                      <a:pt x="228" y="36"/>
                    </a:lnTo>
                    <a:lnTo>
                      <a:pt x="216" y="30"/>
                    </a:lnTo>
                    <a:lnTo>
                      <a:pt x="204" y="18"/>
                    </a:lnTo>
                    <a:lnTo>
                      <a:pt x="204" y="12"/>
                    </a:lnTo>
                    <a:lnTo>
                      <a:pt x="198" y="6"/>
                    </a:lnTo>
                    <a:lnTo>
                      <a:pt x="186" y="0"/>
                    </a:lnTo>
                    <a:lnTo>
                      <a:pt x="162" y="0"/>
                    </a:lnTo>
                    <a:lnTo>
                      <a:pt x="162" y="12"/>
                    </a:lnTo>
                    <a:lnTo>
                      <a:pt x="150" y="18"/>
                    </a:lnTo>
                    <a:lnTo>
                      <a:pt x="120" y="18"/>
                    </a:lnTo>
                    <a:lnTo>
                      <a:pt x="120" y="30"/>
                    </a:lnTo>
                    <a:lnTo>
                      <a:pt x="126" y="36"/>
                    </a:lnTo>
                    <a:lnTo>
                      <a:pt x="126" y="42"/>
                    </a:lnTo>
                    <a:lnTo>
                      <a:pt x="114" y="54"/>
                    </a:lnTo>
                    <a:lnTo>
                      <a:pt x="102" y="60"/>
                    </a:lnTo>
                    <a:lnTo>
                      <a:pt x="102" y="78"/>
                    </a:lnTo>
                    <a:lnTo>
                      <a:pt x="60" y="78"/>
                    </a:lnTo>
                    <a:lnTo>
                      <a:pt x="54" y="72"/>
                    </a:lnTo>
                    <a:lnTo>
                      <a:pt x="54" y="66"/>
                    </a:lnTo>
                    <a:lnTo>
                      <a:pt x="48" y="78"/>
                    </a:lnTo>
                    <a:lnTo>
                      <a:pt x="30" y="78"/>
                    </a:lnTo>
                    <a:lnTo>
                      <a:pt x="18" y="72"/>
                    </a:lnTo>
                    <a:lnTo>
                      <a:pt x="18" y="84"/>
                    </a:lnTo>
                    <a:lnTo>
                      <a:pt x="0" y="84"/>
                    </a:lnTo>
                    <a:lnTo>
                      <a:pt x="0" y="132"/>
                    </a:lnTo>
                    <a:lnTo>
                      <a:pt x="6" y="132"/>
                    </a:lnTo>
                    <a:lnTo>
                      <a:pt x="12" y="120"/>
                    </a:lnTo>
                    <a:lnTo>
                      <a:pt x="24" y="114"/>
                    </a:lnTo>
                    <a:lnTo>
                      <a:pt x="30" y="102"/>
                    </a:lnTo>
                    <a:lnTo>
                      <a:pt x="42" y="102"/>
                    </a:lnTo>
                    <a:lnTo>
                      <a:pt x="48" y="114"/>
                    </a:lnTo>
                    <a:lnTo>
                      <a:pt x="48" y="132"/>
                    </a:lnTo>
                    <a:lnTo>
                      <a:pt x="78" y="126"/>
                    </a:lnTo>
                    <a:lnTo>
                      <a:pt x="78" y="132"/>
                    </a:lnTo>
                    <a:lnTo>
                      <a:pt x="72" y="144"/>
                    </a:lnTo>
                    <a:lnTo>
                      <a:pt x="72" y="150"/>
                    </a:lnTo>
                    <a:lnTo>
                      <a:pt x="84" y="162"/>
                    </a:lnTo>
                    <a:lnTo>
                      <a:pt x="96" y="168"/>
                    </a:lnTo>
                    <a:lnTo>
                      <a:pt x="96" y="180"/>
                    </a:lnTo>
                    <a:lnTo>
                      <a:pt x="144" y="216"/>
                    </a:lnTo>
                    <a:lnTo>
                      <a:pt x="144" y="240"/>
                    </a:lnTo>
                    <a:lnTo>
                      <a:pt x="198" y="240"/>
                    </a:lnTo>
                    <a:lnTo>
                      <a:pt x="210" y="246"/>
                    </a:lnTo>
                    <a:lnTo>
                      <a:pt x="216" y="252"/>
                    </a:lnTo>
                    <a:lnTo>
                      <a:pt x="216" y="276"/>
                    </a:lnTo>
                    <a:lnTo>
                      <a:pt x="246" y="276"/>
                    </a:lnTo>
                    <a:lnTo>
                      <a:pt x="252" y="270"/>
                    </a:lnTo>
                    <a:lnTo>
                      <a:pt x="252" y="264"/>
                    </a:lnTo>
                    <a:lnTo>
                      <a:pt x="246" y="252"/>
                    </a:lnTo>
                    <a:lnTo>
                      <a:pt x="234" y="246"/>
                    </a:lnTo>
                    <a:lnTo>
                      <a:pt x="216" y="234"/>
                    </a:lnTo>
                    <a:lnTo>
                      <a:pt x="204" y="228"/>
                    </a:lnTo>
                    <a:lnTo>
                      <a:pt x="192" y="216"/>
                    </a:lnTo>
                    <a:lnTo>
                      <a:pt x="180" y="186"/>
                    </a:lnTo>
                    <a:lnTo>
                      <a:pt x="162" y="180"/>
                    </a:lnTo>
                    <a:lnTo>
                      <a:pt x="162" y="162"/>
                    </a:lnTo>
                    <a:lnTo>
                      <a:pt x="156" y="156"/>
                    </a:lnTo>
                    <a:lnTo>
                      <a:pt x="150" y="156"/>
                    </a:lnTo>
                    <a:lnTo>
                      <a:pt x="150" y="144"/>
                    </a:lnTo>
                    <a:lnTo>
                      <a:pt x="132" y="138"/>
                    </a:lnTo>
                    <a:lnTo>
                      <a:pt x="120" y="126"/>
                    </a:lnTo>
                    <a:lnTo>
                      <a:pt x="138" y="120"/>
                    </a:lnTo>
                    <a:lnTo>
                      <a:pt x="138" y="96"/>
                    </a:lnTo>
                    <a:lnTo>
                      <a:pt x="144" y="96"/>
                    </a:lnTo>
                    <a:lnTo>
                      <a:pt x="150" y="102"/>
                    </a:lnTo>
                    <a:lnTo>
                      <a:pt x="162" y="108"/>
                    </a:lnTo>
                    <a:lnTo>
                      <a:pt x="186" y="102"/>
                    </a:lnTo>
                    <a:lnTo>
                      <a:pt x="210" y="102"/>
                    </a:lnTo>
                    <a:lnTo>
                      <a:pt x="228" y="108"/>
                    </a:lnTo>
                    <a:lnTo>
                      <a:pt x="240" y="102"/>
                    </a:lnTo>
                    <a:lnTo>
                      <a:pt x="252" y="102"/>
                    </a:lnTo>
                    <a:lnTo>
                      <a:pt x="258" y="108"/>
                    </a:lnTo>
                    <a:lnTo>
                      <a:pt x="312" y="108"/>
                    </a:lnTo>
                    <a:lnTo>
                      <a:pt x="324" y="126"/>
                    </a:lnTo>
                    <a:lnTo>
                      <a:pt x="342" y="126"/>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69" name="Bulgaria" descr="© INSCALE GmbH, 05.05.2010&#10;http://www.presentationload.com/">
                <a:extLst>
                  <a:ext uri="{FF2B5EF4-FFF2-40B4-BE49-F238E27FC236}">
                    <a16:creationId xmlns:a16="http://schemas.microsoft.com/office/drawing/2014/main" id="{8BC5E873-7586-C1BD-2ECB-3C4CB6C7AC3D}"/>
                  </a:ext>
                </a:extLst>
              </p:cNvPr>
              <p:cNvSpPr>
                <a:spLocks/>
              </p:cNvSpPr>
              <p:nvPr/>
            </p:nvSpPr>
            <p:spPr bwMode="gray">
              <a:xfrm>
                <a:off x="3038" y="1667"/>
                <a:ext cx="100" cy="58"/>
              </a:xfrm>
              <a:custGeom>
                <a:avLst/>
                <a:gdLst>
                  <a:gd name="T0" fmla="*/ 2147483647 w 396"/>
                  <a:gd name="T1" fmla="*/ 2147483647 h 228"/>
                  <a:gd name="T2" fmla="*/ 2147483647 w 396"/>
                  <a:gd name="T3" fmla="*/ 2147483647 h 228"/>
                  <a:gd name="T4" fmla="*/ 2147483647 w 396"/>
                  <a:gd name="T5" fmla="*/ 2147483647 h 228"/>
                  <a:gd name="T6" fmla="*/ 2147483647 w 396"/>
                  <a:gd name="T7" fmla="*/ 2147483647 h 228"/>
                  <a:gd name="T8" fmla="*/ 2147483647 w 396"/>
                  <a:gd name="T9" fmla="*/ 2147483647 h 228"/>
                  <a:gd name="T10" fmla="*/ 2147483647 w 396"/>
                  <a:gd name="T11" fmla="*/ 2147483647 h 228"/>
                  <a:gd name="T12" fmla="*/ 2147483647 w 396"/>
                  <a:gd name="T13" fmla="*/ 2147483647 h 228"/>
                  <a:gd name="T14" fmla="*/ 2147483647 w 396"/>
                  <a:gd name="T15" fmla="*/ 0 h 228"/>
                  <a:gd name="T16" fmla="*/ 2147483647 w 396"/>
                  <a:gd name="T17" fmla="*/ 2147483647 h 228"/>
                  <a:gd name="T18" fmla="*/ 2147483647 w 396"/>
                  <a:gd name="T19" fmla="*/ 2147483647 h 228"/>
                  <a:gd name="T20" fmla="*/ 2147483647 w 396"/>
                  <a:gd name="T21" fmla="*/ 2147483647 h 228"/>
                  <a:gd name="T22" fmla="*/ 2147483647 w 396"/>
                  <a:gd name="T23" fmla="*/ 2147483647 h 228"/>
                  <a:gd name="T24" fmla="*/ 2147483647 w 396"/>
                  <a:gd name="T25" fmla="*/ 2147483647 h 228"/>
                  <a:gd name="T26" fmla="*/ 2147483647 w 396"/>
                  <a:gd name="T27" fmla="*/ 2147483647 h 228"/>
                  <a:gd name="T28" fmla="*/ 2147483647 w 396"/>
                  <a:gd name="T29" fmla="*/ 2147483647 h 228"/>
                  <a:gd name="T30" fmla="*/ 2147483647 w 396"/>
                  <a:gd name="T31" fmla="*/ 2147483647 h 228"/>
                  <a:gd name="T32" fmla="*/ 2147483647 w 396"/>
                  <a:gd name="T33" fmla="*/ 2147483647 h 228"/>
                  <a:gd name="T34" fmla="*/ 2147483647 w 396"/>
                  <a:gd name="T35" fmla="*/ 2147483647 h 228"/>
                  <a:gd name="T36" fmla="*/ 2147483647 w 396"/>
                  <a:gd name="T37" fmla="*/ 2147483647 h 228"/>
                  <a:gd name="T38" fmla="*/ 2147483647 w 396"/>
                  <a:gd name="T39" fmla="*/ 2147483647 h 228"/>
                  <a:gd name="T40" fmla="*/ 2147483647 w 396"/>
                  <a:gd name="T41" fmla="*/ 2147483647 h 228"/>
                  <a:gd name="T42" fmla="*/ 2147483647 w 396"/>
                  <a:gd name="T43" fmla="*/ 0 h 228"/>
                  <a:gd name="T44" fmla="*/ 0 w 396"/>
                  <a:gd name="T45" fmla="*/ 2147483647 h 228"/>
                  <a:gd name="T46" fmla="*/ 2147483647 w 396"/>
                  <a:gd name="T47" fmla="*/ 2147483647 h 228"/>
                  <a:gd name="T48" fmla="*/ 2147483647 w 396"/>
                  <a:gd name="T49" fmla="*/ 2147483647 h 228"/>
                  <a:gd name="T50" fmla="*/ 2147483647 w 396"/>
                  <a:gd name="T51" fmla="*/ 2147483647 h 228"/>
                  <a:gd name="T52" fmla="*/ 2147483647 w 396"/>
                  <a:gd name="T53" fmla="*/ 2147483647 h 228"/>
                  <a:gd name="T54" fmla="*/ 2147483647 w 396"/>
                  <a:gd name="T55" fmla="*/ 2147483647 h 228"/>
                  <a:gd name="T56" fmla="*/ 0 w 396"/>
                  <a:gd name="T57" fmla="*/ 2147483647 h 228"/>
                  <a:gd name="T58" fmla="*/ 2147483647 w 396"/>
                  <a:gd name="T59" fmla="*/ 2147483647 h 228"/>
                  <a:gd name="T60" fmla="*/ 2147483647 w 396"/>
                  <a:gd name="T61" fmla="*/ 2147483647 h 228"/>
                  <a:gd name="T62" fmla="*/ 2147483647 w 396"/>
                  <a:gd name="T63" fmla="*/ 2147483647 h 228"/>
                  <a:gd name="T64" fmla="*/ 2147483647 w 396"/>
                  <a:gd name="T65" fmla="*/ 2147483647 h 228"/>
                  <a:gd name="T66" fmla="*/ 2147483647 w 396"/>
                  <a:gd name="T67" fmla="*/ 2147483647 h 228"/>
                  <a:gd name="T68" fmla="*/ 2147483647 w 396"/>
                  <a:gd name="T69" fmla="*/ 2147483647 h 228"/>
                  <a:gd name="T70" fmla="*/ 2147483647 w 396"/>
                  <a:gd name="T71" fmla="*/ 2147483647 h 228"/>
                  <a:gd name="T72" fmla="*/ 2147483647 w 396"/>
                  <a:gd name="T73" fmla="*/ 2147483647 h 228"/>
                  <a:gd name="T74" fmla="*/ 2147483647 w 396"/>
                  <a:gd name="T75" fmla="*/ 2147483647 h 228"/>
                  <a:gd name="T76" fmla="*/ 2147483647 w 396"/>
                  <a:gd name="T77" fmla="*/ 2147483647 h 228"/>
                  <a:gd name="T78" fmla="*/ 2147483647 w 396"/>
                  <a:gd name="T79" fmla="*/ 2147483647 h 228"/>
                  <a:gd name="T80" fmla="*/ 2147483647 w 396"/>
                  <a:gd name="T81" fmla="*/ 2147483647 h 228"/>
                  <a:gd name="T82" fmla="*/ 2147483647 w 396"/>
                  <a:gd name="T83" fmla="*/ 2147483647 h 228"/>
                  <a:gd name="T84" fmla="*/ 2147483647 w 396"/>
                  <a:gd name="T85" fmla="*/ 2147483647 h 228"/>
                  <a:gd name="T86" fmla="*/ 2147483647 w 396"/>
                  <a:gd name="T87" fmla="*/ 2147483647 h 228"/>
                  <a:gd name="T88" fmla="*/ 2147483647 w 396"/>
                  <a:gd name="T89" fmla="*/ 2147483647 h 228"/>
                  <a:gd name="T90" fmla="*/ 2147483647 w 396"/>
                  <a:gd name="T91" fmla="*/ 2147483647 h 228"/>
                  <a:gd name="T92" fmla="*/ 2147483647 w 396"/>
                  <a:gd name="T93" fmla="*/ 2147483647 h 228"/>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396"/>
                  <a:gd name="T142" fmla="*/ 0 h 228"/>
                  <a:gd name="T143" fmla="*/ 396 w 396"/>
                  <a:gd name="T144" fmla="*/ 228 h 228"/>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396" h="228">
                    <a:moveTo>
                      <a:pt x="372" y="168"/>
                    </a:moveTo>
                    <a:lnTo>
                      <a:pt x="336" y="126"/>
                    </a:lnTo>
                    <a:lnTo>
                      <a:pt x="354" y="108"/>
                    </a:lnTo>
                    <a:lnTo>
                      <a:pt x="354" y="78"/>
                    </a:lnTo>
                    <a:lnTo>
                      <a:pt x="360" y="72"/>
                    </a:lnTo>
                    <a:lnTo>
                      <a:pt x="372" y="66"/>
                    </a:lnTo>
                    <a:lnTo>
                      <a:pt x="396" y="66"/>
                    </a:lnTo>
                    <a:lnTo>
                      <a:pt x="396" y="48"/>
                    </a:lnTo>
                    <a:lnTo>
                      <a:pt x="390" y="36"/>
                    </a:lnTo>
                    <a:lnTo>
                      <a:pt x="372" y="36"/>
                    </a:lnTo>
                    <a:lnTo>
                      <a:pt x="348" y="12"/>
                    </a:lnTo>
                    <a:lnTo>
                      <a:pt x="324" y="12"/>
                    </a:lnTo>
                    <a:lnTo>
                      <a:pt x="312" y="6"/>
                    </a:lnTo>
                    <a:lnTo>
                      <a:pt x="300" y="6"/>
                    </a:lnTo>
                    <a:lnTo>
                      <a:pt x="288" y="0"/>
                    </a:lnTo>
                    <a:lnTo>
                      <a:pt x="282" y="0"/>
                    </a:lnTo>
                    <a:lnTo>
                      <a:pt x="282" y="12"/>
                    </a:lnTo>
                    <a:lnTo>
                      <a:pt x="252" y="6"/>
                    </a:lnTo>
                    <a:lnTo>
                      <a:pt x="252" y="12"/>
                    </a:lnTo>
                    <a:lnTo>
                      <a:pt x="246" y="12"/>
                    </a:lnTo>
                    <a:lnTo>
                      <a:pt x="234" y="18"/>
                    </a:lnTo>
                    <a:lnTo>
                      <a:pt x="228" y="18"/>
                    </a:lnTo>
                    <a:lnTo>
                      <a:pt x="222" y="24"/>
                    </a:lnTo>
                    <a:lnTo>
                      <a:pt x="222" y="36"/>
                    </a:lnTo>
                    <a:lnTo>
                      <a:pt x="216" y="42"/>
                    </a:lnTo>
                    <a:lnTo>
                      <a:pt x="198" y="42"/>
                    </a:lnTo>
                    <a:lnTo>
                      <a:pt x="186" y="36"/>
                    </a:lnTo>
                    <a:lnTo>
                      <a:pt x="180" y="30"/>
                    </a:lnTo>
                    <a:lnTo>
                      <a:pt x="156" y="30"/>
                    </a:lnTo>
                    <a:lnTo>
                      <a:pt x="138" y="24"/>
                    </a:lnTo>
                    <a:lnTo>
                      <a:pt x="138" y="30"/>
                    </a:lnTo>
                    <a:lnTo>
                      <a:pt x="132" y="36"/>
                    </a:lnTo>
                    <a:lnTo>
                      <a:pt x="108" y="36"/>
                    </a:lnTo>
                    <a:lnTo>
                      <a:pt x="102" y="30"/>
                    </a:lnTo>
                    <a:lnTo>
                      <a:pt x="90" y="30"/>
                    </a:lnTo>
                    <a:lnTo>
                      <a:pt x="66" y="18"/>
                    </a:lnTo>
                    <a:lnTo>
                      <a:pt x="54" y="30"/>
                    </a:lnTo>
                    <a:lnTo>
                      <a:pt x="36" y="30"/>
                    </a:lnTo>
                    <a:lnTo>
                      <a:pt x="30" y="24"/>
                    </a:lnTo>
                    <a:lnTo>
                      <a:pt x="36" y="18"/>
                    </a:lnTo>
                    <a:lnTo>
                      <a:pt x="36" y="12"/>
                    </a:lnTo>
                    <a:lnTo>
                      <a:pt x="42" y="6"/>
                    </a:lnTo>
                    <a:lnTo>
                      <a:pt x="36" y="0"/>
                    </a:lnTo>
                    <a:lnTo>
                      <a:pt x="12" y="0"/>
                    </a:lnTo>
                    <a:lnTo>
                      <a:pt x="12" y="12"/>
                    </a:lnTo>
                    <a:lnTo>
                      <a:pt x="0" y="24"/>
                    </a:lnTo>
                    <a:lnTo>
                      <a:pt x="0" y="42"/>
                    </a:lnTo>
                    <a:lnTo>
                      <a:pt x="18" y="48"/>
                    </a:lnTo>
                    <a:lnTo>
                      <a:pt x="12" y="60"/>
                    </a:lnTo>
                    <a:lnTo>
                      <a:pt x="30" y="66"/>
                    </a:lnTo>
                    <a:lnTo>
                      <a:pt x="36" y="72"/>
                    </a:lnTo>
                    <a:lnTo>
                      <a:pt x="36" y="96"/>
                    </a:lnTo>
                    <a:lnTo>
                      <a:pt x="30" y="102"/>
                    </a:lnTo>
                    <a:lnTo>
                      <a:pt x="6" y="102"/>
                    </a:lnTo>
                    <a:lnTo>
                      <a:pt x="6" y="108"/>
                    </a:lnTo>
                    <a:lnTo>
                      <a:pt x="12" y="114"/>
                    </a:lnTo>
                    <a:lnTo>
                      <a:pt x="12" y="138"/>
                    </a:lnTo>
                    <a:lnTo>
                      <a:pt x="0" y="138"/>
                    </a:lnTo>
                    <a:lnTo>
                      <a:pt x="12" y="156"/>
                    </a:lnTo>
                    <a:lnTo>
                      <a:pt x="18" y="156"/>
                    </a:lnTo>
                    <a:lnTo>
                      <a:pt x="18" y="168"/>
                    </a:lnTo>
                    <a:lnTo>
                      <a:pt x="36" y="180"/>
                    </a:lnTo>
                    <a:lnTo>
                      <a:pt x="42" y="186"/>
                    </a:lnTo>
                    <a:lnTo>
                      <a:pt x="48" y="198"/>
                    </a:lnTo>
                    <a:lnTo>
                      <a:pt x="48" y="210"/>
                    </a:lnTo>
                    <a:lnTo>
                      <a:pt x="42" y="222"/>
                    </a:lnTo>
                    <a:lnTo>
                      <a:pt x="48" y="222"/>
                    </a:lnTo>
                    <a:lnTo>
                      <a:pt x="54" y="228"/>
                    </a:lnTo>
                    <a:lnTo>
                      <a:pt x="66" y="228"/>
                    </a:lnTo>
                    <a:lnTo>
                      <a:pt x="78" y="222"/>
                    </a:lnTo>
                    <a:lnTo>
                      <a:pt x="84" y="216"/>
                    </a:lnTo>
                    <a:lnTo>
                      <a:pt x="108" y="222"/>
                    </a:lnTo>
                    <a:lnTo>
                      <a:pt x="114" y="204"/>
                    </a:lnTo>
                    <a:lnTo>
                      <a:pt x="144" y="198"/>
                    </a:lnTo>
                    <a:lnTo>
                      <a:pt x="144" y="204"/>
                    </a:lnTo>
                    <a:lnTo>
                      <a:pt x="162" y="222"/>
                    </a:lnTo>
                    <a:lnTo>
                      <a:pt x="174" y="222"/>
                    </a:lnTo>
                    <a:lnTo>
                      <a:pt x="180" y="216"/>
                    </a:lnTo>
                    <a:lnTo>
                      <a:pt x="192" y="228"/>
                    </a:lnTo>
                    <a:lnTo>
                      <a:pt x="204" y="228"/>
                    </a:lnTo>
                    <a:lnTo>
                      <a:pt x="216" y="216"/>
                    </a:lnTo>
                    <a:lnTo>
                      <a:pt x="228" y="228"/>
                    </a:lnTo>
                    <a:lnTo>
                      <a:pt x="246" y="228"/>
                    </a:lnTo>
                    <a:lnTo>
                      <a:pt x="252" y="222"/>
                    </a:lnTo>
                    <a:lnTo>
                      <a:pt x="252" y="204"/>
                    </a:lnTo>
                    <a:lnTo>
                      <a:pt x="246" y="198"/>
                    </a:lnTo>
                    <a:lnTo>
                      <a:pt x="264" y="192"/>
                    </a:lnTo>
                    <a:lnTo>
                      <a:pt x="282" y="168"/>
                    </a:lnTo>
                    <a:lnTo>
                      <a:pt x="312" y="174"/>
                    </a:lnTo>
                    <a:lnTo>
                      <a:pt x="324" y="156"/>
                    </a:lnTo>
                    <a:lnTo>
                      <a:pt x="336" y="174"/>
                    </a:lnTo>
                    <a:lnTo>
                      <a:pt x="348" y="174"/>
                    </a:lnTo>
                    <a:lnTo>
                      <a:pt x="360" y="180"/>
                    </a:lnTo>
                    <a:lnTo>
                      <a:pt x="372" y="180"/>
                    </a:lnTo>
                    <a:lnTo>
                      <a:pt x="372" y="168"/>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70" name="Bosnia and Herzegovina" descr="© INSCALE GmbH, 05.05.2010&#10;http://www.presentationload.com/">
                <a:extLst>
                  <a:ext uri="{FF2B5EF4-FFF2-40B4-BE49-F238E27FC236}">
                    <a16:creationId xmlns:a16="http://schemas.microsoft.com/office/drawing/2014/main" id="{B5EE58F9-D566-B9D7-BE93-47070BB1E237}"/>
                  </a:ext>
                </a:extLst>
              </p:cNvPr>
              <p:cNvSpPr>
                <a:spLocks/>
              </p:cNvSpPr>
              <p:nvPr/>
            </p:nvSpPr>
            <p:spPr bwMode="gray">
              <a:xfrm>
                <a:off x="2925" y="1644"/>
                <a:ext cx="67" cy="60"/>
              </a:xfrm>
              <a:custGeom>
                <a:avLst/>
                <a:gdLst>
                  <a:gd name="T0" fmla="*/ 2147483647 w 264"/>
                  <a:gd name="T1" fmla="*/ 2147483647 h 234"/>
                  <a:gd name="T2" fmla="*/ 2147483647 w 264"/>
                  <a:gd name="T3" fmla="*/ 2147483647 h 234"/>
                  <a:gd name="T4" fmla="*/ 2147483647 w 264"/>
                  <a:gd name="T5" fmla="*/ 2147483647 h 234"/>
                  <a:gd name="T6" fmla="*/ 2147483647 w 264"/>
                  <a:gd name="T7" fmla="*/ 2147483647 h 234"/>
                  <a:gd name="T8" fmla="*/ 2147483647 w 264"/>
                  <a:gd name="T9" fmla="*/ 2147483647 h 234"/>
                  <a:gd name="T10" fmla="*/ 2147483647 w 264"/>
                  <a:gd name="T11" fmla="*/ 2147483647 h 234"/>
                  <a:gd name="T12" fmla="*/ 2147483647 w 264"/>
                  <a:gd name="T13" fmla="*/ 2147483647 h 234"/>
                  <a:gd name="T14" fmla="*/ 2147483647 w 264"/>
                  <a:gd name="T15" fmla="*/ 2147483647 h 234"/>
                  <a:gd name="T16" fmla="*/ 2147483647 w 264"/>
                  <a:gd name="T17" fmla="*/ 2147483647 h 234"/>
                  <a:gd name="T18" fmla="*/ 2147483647 w 264"/>
                  <a:gd name="T19" fmla="*/ 2147483647 h 234"/>
                  <a:gd name="T20" fmla="*/ 2147483647 w 264"/>
                  <a:gd name="T21" fmla="*/ 2147483647 h 234"/>
                  <a:gd name="T22" fmla="*/ 2147483647 w 264"/>
                  <a:gd name="T23" fmla="*/ 2147483647 h 234"/>
                  <a:gd name="T24" fmla="*/ 2147483647 w 264"/>
                  <a:gd name="T25" fmla="*/ 2147483647 h 234"/>
                  <a:gd name="T26" fmla="*/ 2147483647 w 264"/>
                  <a:gd name="T27" fmla="*/ 2147483647 h 234"/>
                  <a:gd name="T28" fmla="*/ 2147483647 w 264"/>
                  <a:gd name="T29" fmla="*/ 2147483647 h 234"/>
                  <a:gd name="T30" fmla="*/ 2147483647 w 264"/>
                  <a:gd name="T31" fmla="*/ 2147483647 h 234"/>
                  <a:gd name="T32" fmla="*/ 2147483647 w 264"/>
                  <a:gd name="T33" fmla="*/ 2147483647 h 234"/>
                  <a:gd name="T34" fmla="*/ 2147483647 w 264"/>
                  <a:gd name="T35" fmla="*/ 2147483647 h 234"/>
                  <a:gd name="T36" fmla="*/ 2147483647 w 264"/>
                  <a:gd name="T37" fmla="*/ 2147483647 h 234"/>
                  <a:gd name="T38" fmla="*/ 2147483647 w 264"/>
                  <a:gd name="T39" fmla="*/ 0 h 234"/>
                  <a:gd name="T40" fmla="*/ 2147483647 w 264"/>
                  <a:gd name="T41" fmla="*/ 0 h 234"/>
                  <a:gd name="T42" fmla="*/ 2147483647 w 264"/>
                  <a:gd name="T43" fmla="*/ 2147483647 h 234"/>
                  <a:gd name="T44" fmla="*/ 0 w 264"/>
                  <a:gd name="T45" fmla="*/ 2147483647 h 234"/>
                  <a:gd name="T46" fmla="*/ 2147483647 w 264"/>
                  <a:gd name="T47" fmla="*/ 2147483647 h 234"/>
                  <a:gd name="T48" fmla="*/ 2147483647 w 264"/>
                  <a:gd name="T49" fmla="*/ 2147483647 h 234"/>
                  <a:gd name="T50" fmla="*/ 2147483647 w 264"/>
                  <a:gd name="T51" fmla="*/ 2147483647 h 234"/>
                  <a:gd name="T52" fmla="*/ 2147483647 w 264"/>
                  <a:gd name="T53" fmla="*/ 2147483647 h 234"/>
                  <a:gd name="T54" fmla="*/ 2147483647 w 264"/>
                  <a:gd name="T55" fmla="*/ 2147483647 h 234"/>
                  <a:gd name="T56" fmla="*/ 2147483647 w 264"/>
                  <a:gd name="T57" fmla="*/ 2147483647 h 234"/>
                  <a:gd name="T58" fmla="*/ 2147483647 w 264"/>
                  <a:gd name="T59" fmla="*/ 2147483647 h 234"/>
                  <a:gd name="T60" fmla="*/ 2147483647 w 264"/>
                  <a:gd name="T61" fmla="*/ 2147483647 h 234"/>
                  <a:gd name="T62" fmla="*/ 2147483647 w 264"/>
                  <a:gd name="T63" fmla="*/ 2147483647 h 234"/>
                  <a:gd name="T64" fmla="*/ 2147483647 w 264"/>
                  <a:gd name="T65" fmla="*/ 2147483647 h 234"/>
                  <a:gd name="T66" fmla="*/ 2147483647 w 264"/>
                  <a:gd name="T67" fmla="*/ 2147483647 h 234"/>
                  <a:gd name="T68" fmla="*/ 2147483647 w 264"/>
                  <a:gd name="T69" fmla="*/ 2147483647 h 234"/>
                  <a:gd name="T70" fmla="*/ 2147483647 w 264"/>
                  <a:gd name="T71" fmla="*/ 2147483647 h 234"/>
                  <a:gd name="T72" fmla="*/ 2147483647 w 264"/>
                  <a:gd name="T73" fmla="*/ 2147483647 h 234"/>
                  <a:gd name="T74" fmla="*/ 2147483647 w 264"/>
                  <a:gd name="T75" fmla="*/ 2147483647 h 234"/>
                  <a:gd name="T76" fmla="*/ 2147483647 w 264"/>
                  <a:gd name="T77" fmla="*/ 2147483647 h 234"/>
                  <a:gd name="T78" fmla="*/ 2147483647 w 264"/>
                  <a:gd name="T79" fmla="*/ 2147483647 h 234"/>
                  <a:gd name="T80" fmla="*/ 2147483647 w 264"/>
                  <a:gd name="T81" fmla="*/ 2147483647 h 234"/>
                  <a:gd name="T82" fmla="*/ 2147483647 w 264"/>
                  <a:gd name="T83" fmla="*/ 2147483647 h 234"/>
                  <a:gd name="T84" fmla="*/ 2147483647 w 264"/>
                  <a:gd name="T85" fmla="*/ 2147483647 h 234"/>
                  <a:gd name="T86" fmla="*/ 2147483647 w 264"/>
                  <a:gd name="T87" fmla="*/ 2147483647 h 234"/>
                  <a:gd name="T88" fmla="*/ 2147483647 w 264"/>
                  <a:gd name="T89" fmla="*/ 2147483647 h 234"/>
                  <a:gd name="T90" fmla="*/ 2147483647 w 264"/>
                  <a:gd name="T91" fmla="*/ 2147483647 h 234"/>
                  <a:gd name="T92" fmla="*/ 2147483647 w 264"/>
                  <a:gd name="T93" fmla="*/ 2147483647 h 234"/>
                  <a:gd name="T94" fmla="*/ 2147483647 w 264"/>
                  <a:gd name="T95" fmla="*/ 2147483647 h 234"/>
                  <a:gd name="T96" fmla="*/ 2147483647 w 264"/>
                  <a:gd name="T97" fmla="*/ 2147483647 h 234"/>
                  <a:gd name="T98" fmla="*/ 2147483647 w 264"/>
                  <a:gd name="T99" fmla="*/ 2147483647 h 234"/>
                  <a:gd name="T100" fmla="*/ 2147483647 w 264"/>
                  <a:gd name="T101" fmla="*/ 2147483647 h 234"/>
                  <a:gd name="T102" fmla="*/ 2147483647 w 264"/>
                  <a:gd name="T103" fmla="*/ 2147483647 h 234"/>
                  <a:gd name="T104" fmla="*/ 2147483647 w 264"/>
                  <a:gd name="T105" fmla="*/ 2147483647 h 234"/>
                  <a:gd name="T106" fmla="*/ 2147483647 w 264"/>
                  <a:gd name="T107" fmla="*/ 2147483647 h 234"/>
                  <a:gd name="T108" fmla="*/ 2147483647 w 264"/>
                  <a:gd name="T109" fmla="*/ 2147483647 h 234"/>
                  <a:gd name="T110" fmla="*/ 2147483647 w 264"/>
                  <a:gd name="T111" fmla="*/ 2147483647 h 234"/>
                  <a:gd name="T112" fmla="*/ 2147483647 w 264"/>
                  <a:gd name="T113" fmla="*/ 2147483647 h 234"/>
                  <a:gd name="T114" fmla="*/ 2147483647 w 264"/>
                  <a:gd name="T115" fmla="*/ 2147483647 h 234"/>
                  <a:gd name="T116" fmla="*/ 2147483647 w 264"/>
                  <a:gd name="T117" fmla="*/ 2147483647 h 234"/>
                  <a:gd name="T118" fmla="*/ 2147483647 w 264"/>
                  <a:gd name="T119" fmla="*/ 2147483647 h 234"/>
                  <a:gd name="T120" fmla="*/ 2147483647 w 264"/>
                  <a:gd name="T121" fmla="*/ 2147483647 h 234"/>
                  <a:gd name="T122" fmla="*/ 2147483647 w 264"/>
                  <a:gd name="T123" fmla="*/ 2147483647 h 234"/>
                  <a:gd name="T124" fmla="*/ 2147483647 w 264"/>
                  <a:gd name="T125" fmla="*/ 2147483647 h 23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64"/>
                  <a:gd name="T190" fmla="*/ 0 h 234"/>
                  <a:gd name="T191" fmla="*/ 264 w 264"/>
                  <a:gd name="T192" fmla="*/ 234 h 23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64" h="234">
                    <a:moveTo>
                      <a:pt x="246" y="78"/>
                    </a:moveTo>
                    <a:lnTo>
                      <a:pt x="228" y="78"/>
                    </a:lnTo>
                    <a:lnTo>
                      <a:pt x="228" y="60"/>
                    </a:lnTo>
                    <a:lnTo>
                      <a:pt x="246" y="42"/>
                    </a:lnTo>
                    <a:lnTo>
                      <a:pt x="246" y="30"/>
                    </a:lnTo>
                    <a:lnTo>
                      <a:pt x="234" y="30"/>
                    </a:lnTo>
                    <a:lnTo>
                      <a:pt x="222" y="36"/>
                    </a:lnTo>
                    <a:lnTo>
                      <a:pt x="216" y="36"/>
                    </a:lnTo>
                    <a:lnTo>
                      <a:pt x="216" y="30"/>
                    </a:lnTo>
                    <a:lnTo>
                      <a:pt x="204" y="30"/>
                    </a:lnTo>
                    <a:lnTo>
                      <a:pt x="192" y="12"/>
                    </a:lnTo>
                    <a:lnTo>
                      <a:pt x="138" y="12"/>
                    </a:lnTo>
                    <a:lnTo>
                      <a:pt x="132" y="6"/>
                    </a:lnTo>
                    <a:lnTo>
                      <a:pt x="120" y="6"/>
                    </a:lnTo>
                    <a:lnTo>
                      <a:pt x="108" y="12"/>
                    </a:lnTo>
                    <a:lnTo>
                      <a:pt x="90" y="6"/>
                    </a:lnTo>
                    <a:lnTo>
                      <a:pt x="66" y="6"/>
                    </a:lnTo>
                    <a:lnTo>
                      <a:pt x="42" y="12"/>
                    </a:lnTo>
                    <a:lnTo>
                      <a:pt x="30" y="6"/>
                    </a:lnTo>
                    <a:lnTo>
                      <a:pt x="24" y="0"/>
                    </a:lnTo>
                    <a:lnTo>
                      <a:pt x="18" y="0"/>
                    </a:lnTo>
                    <a:lnTo>
                      <a:pt x="18" y="24"/>
                    </a:lnTo>
                    <a:lnTo>
                      <a:pt x="0" y="30"/>
                    </a:lnTo>
                    <a:lnTo>
                      <a:pt x="12" y="42"/>
                    </a:lnTo>
                    <a:lnTo>
                      <a:pt x="30" y="48"/>
                    </a:lnTo>
                    <a:lnTo>
                      <a:pt x="30" y="60"/>
                    </a:lnTo>
                    <a:lnTo>
                      <a:pt x="36" y="60"/>
                    </a:lnTo>
                    <a:lnTo>
                      <a:pt x="42" y="66"/>
                    </a:lnTo>
                    <a:lnTo>
                      <a:pt x="42" y="84"/>
                    </a:lnTo>
                    <a:lnTo>
                      <a:pt x="60" y="90"/>
                    </a:lnTo>
                    <a:lnTo>
                      <a:pt x="72" y="120"/>
                    </a:lnTo>
                    <a:lnTo>
                      <a:pt x="84" y="132"/>
                    </a:lnTo>
                    <a:lnTo>
                      <a:pt x="96" y="138"/>
                    </a:lnTo>
                    <a:lnTo>
                      <a:pt x="114" y="150"/>
                    </a:lnTo>
                    <a:lnTo>
                      <a:pt x="126" y="156"/>
                    </a:lnTo>
                    <a:lnTo>
                      <a:pt x="132" y="168"/>
                    </a:lnTo>
                    <a:lnTo>
                      <a:pt x="132" y="174"/>
                    </a:lnTo>
                    <a:lnTo>
                      <a:pt x="126" y="180"/>
                    </a:lnTo>
                    <a:lnTo>
                      <a:pt x="138" y="180"/>
                    </a:lnTo>
                    <a:lnTo>
                      <a:pt x="156" y="198"/>
                    </a:lnTo>
                    <a:lnTo>
                      <a:pt x="162" y="210"/>
                    </a:lnTo>
                    <a:lnTo>
                      <a:pt x="174" y="216"/>
                    </a:lnTo>
                    <a:lnTo>
                      <a:pt x="192" y="234"/>
                    </a:lnTo>
                    <a:lnTo>
                      <a:pt x="210" y="204"/>
                    </a:lnTo>
                    <a:lnTo>
                      <a:pt x="198" y="198"/>
                    </a:lnTo>
                    <a:lnTo>
                      <a:pt x="192" y="198"/>
                    </a:lnTo>
                    <a:lnTo>
                      <a:pt x="186" y="192"/>
                    </a:lnTo>
                    <a:lnTo>
                      <a:pt x="186" y="186"/>
                    </a:lnTo>
                    <a:lnTo>
                      <a:pt x="192" y="180"/>
                    </a:lnTo>
                    <a:lnTo>
                      <a:pt x="198" y="180"/>
                    </a:lnTo>
                    <a:lnTo>
                      <a:pt x="204" y="168"/>
                    </a:lnTo>
                    <a:lnTo>
                      <a:pt x="204" y="162"/>
                    </a:lnTo>
                    <a:lnTo>
                      <a:pt x="210" y="156"/>
                    </a:lnTo>
                    <a:lnTo>
                      <a:pt x="228" y="156"/>
                    </a:lnTo>
                    <a:lnTo>
                      <a:pt x="228" y="132"/>
                    </a:lnTo>
                    <a:lnTo>
                      <a:pt x="258" y="132"/>
                    </a:lnTo>
                    <a:lnTo>
                      <a:pt x="258" y="126"/>
                    </a:lnTo>
                    <a:lnTo>
                      <a:pt x="252" y="114"/>
                    </a:lnTo>
                    <a:lnTo>
                      <a:pt x="240" y="102"/>
                    </a:lnTo>
                    <a:lnTo>
                      <a:pt x="264" y="96"/>
                    </a:lnTo>
                    <a:lnTo>
                      <a:pt x="258" y="84"/>
                    </a:lnTo>
                    <a:lnTo>
                      <a:pt x="252" y="78"/>
                    </a:lnTo>
                    <a:lnTo>
                      <a:pt x="246" y="78"/>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71" name="Belgium" descr="© INSCALE GmbH, 05.05.2010&#10;http://www.presentationload.com/">
                <a:extLst>
                  <a:ext uri="{FF2B5EF4-FFF2-40B4-BE49-F238E27FC236}">
                    <a16:creationId xmlns:a16="http://schemas.microsoft.com/office/drawing/2014/main" id="{47E4C2F0-D9C5-EC21-EEE4-536E847EEF38}"/>
                  </a:ext>
                </a:extLst>
              </p:cNvPr>
              <p:cNvSpPr>
                <a:spLocks/>
              </p:cNvSpPr>
              <p:nvPr/>
            </p:nvSpPr>
            <p:spPr bwMode="gray">
              <a:xfrm>
                <a:off x="2723" y="1522"/>
                <a:ext cx="56" cy="39"/>
              </a:xfrm>
              <a:custGeom>
                <a:avLst/>
                <a:gdLst>
                  <a:gd name="T0" fmla="*/ 0 w 222"/>
                  <a:gd name="T1" fmla="*/ 2147483647 h 150"/>
                  <a:gd name="T2" fmla="*/ 2147483647 w 222"/>
                  <a:gd name="T3" fmla="*/ 2147483647 h 150"/>
                  <a:gd name="T4" fmla="*/ 2147483647 w 222"/>
                  <a:gd name="T5" fmla="*/ 2147483647 h 150"/>
                  <a:gd name="T6" fmla="*/ 2147483647 w 222"/>
                  <a:gd name="T7" fmla="*/ 2147483647 h 150"/>
                  <a:gd name="T8" fmla="*/ 2147483647 w 222"/>
                  <a:gd name="T9" fmla="*/ 2147483647 h 150"/>
                  <a:gd name="T10" fmla="*/ 2147483647 w 222"/>
                  <a:gd name="T11" fmla="*/ 2147483647 h 150"/>
                  <a:gd name="T12" fmla="*/ 2147483647 w 222"/>
                  <a:gd name="T13" fmla="*/ 2147483647 h 150"/>
                  <a:gd name="T14" fmla="*/ 2147483647 w 222"/>
                  <a:gd name="T15" fmla="*/ 2147483647 h 150"/>
                  <a:gd name="T16" fmla="*/ 2147483647 w 222"/>
                  <a:gd name="T17" fmla="*/ 2147483647 h 150"/>
                  <a:gd name="T18" fmla="*/ 2147483647 w 222"/>
                  <a:gd name="T19" fmla="*/ 2147483647 h 150"/>
                  <a:gd name="T20" fmla="*/ 2147483647 w 222"/>
                  <a:gd name="T21" fmla="*/ 2147483647 h 150"/>
                  <a:gd name="T22" fmla="*/ 2147483647 w 222"/>
                  <a:gd name="T23" fmla="*/ 2147483647 h 150"/>
                  <a:gd name="T24" fmla="*/ 2147483647 w 222"/>
                  <a:gd name="T25" fmla="*/ 2147483647 h 150"/>
                  <a:gd name="T26" fmla="*/ 2147483647 w 222"/>
                  <a:gd name="T27" fmla="*/ 2147483647 h 150"/>
                  <a:gd name="T28" fmla="*/ 2147483647 w 222"/>
                  <a:gd name="T29" fmla="*/ 2147483647 h 150"/>
                  <a:gd name="T30" fmla="*/ 2147483647 w 222"/>
                  <a:gd name="T31" fmla="*/ 2147483647 h 150"/>
                  <a:gd name="T32" fmla="*/ 2147483647 w 222"/>
                  <a:gd name="T33" fmla="*/ 2147483647 h 150"/>
                  <a:gd name="T34" fmla="*/ 2147483647 w 222"/>
                  <a:gd name="T35" fmla="*/ 2147483647 h 150"/>
                  <a:gd name="T36" fmla="*/ 2147483647 w 222"/>
                  <a:gd name="T37" fmla="*/ 2147483647 h 150"/>
                  <a:gd name="T38" fmla="*/ 2147483647 w 222"/>
                  <a:gd name="T39" fmla="*/ 2147483647 h 150"/>
                  <a:gd name="T40" fmla="*/ 2147483647 w 222"/>
                  <a:gd name="T41" fmla="*/ 2147483647 h 150"/>
                  <a:gd name="T42" fmla="*/ 2147483647 w 222"/>
                  <a:gd name="T43" fmla="*/ 2147483647 h 150"/>
                  <a:gd name="T44" fmla="*/ 2147483647 w 222"/>
                  <a:gd name="T45" fmla="*/ 2147483647 h 150"/>
                  <a:gd name="T46" fmla="*/ 2147483647 w 222"/>
                  <a:gd name="T47" fmla="*/ 2147483647 h 150"/>
                  <a:gd name="T48" fmla="*/ 2147483647 w 222"/>
                  <a:gd name="T49" fmla="*/ 2147483647 h 150"/>
                  <a:gd name="T50" fmla="*/ 2147483647 w 222"/>
                  <a:gd name="T51" fmla="*/ 2147483647 h 150"/>
                  <a:gd name="T52" fmla="*/ 2147483647 w 222"/>
                  <a:gd name="T53" fmla="*/ 2147483647 h 150"/>
                  <a:gd name="T54" fmla="*/ 2147483647 w 222"/>
                  <a:gd name="T55" fmla="*/ 2147483647 h 150"/>
                  <a:gd name="T56" fmla="*/ 2147483647 w 222"/>
                  <a:gd name="T57" fmla="*/ 2147483647 h 150"/>
                  <a:gd name="T58" fmla="*/ 2147483647 w 222"/>
                  <a:gd name="T59" fmla="*/ 2147483647 h 150"/>
                  <a:gd name="T60" fmla="*/ 2147483647 w 222"/>
                  <a:gd name="T61" fmla="*/ 2147483647 h 150"/>
                  <a:gd name="T62" fmla="*/ 2147483647 w 222"/>
                  <a:gd name="T63" fmla="*/ 2147483647 h 150"/>
                  <a:gd name="T64" fmla="*/ 2147483647 w 222"/>
                  <a:gd name="T65" fmla="*/ 2147483647 h 150"/>
                  <a:gd name="T66" fmla="*/ 2147483647 w 222"/>
                  <a:gd name="T67" fmla="*/ 2147483647 h 150"/>
                  <a:gd name="T68" fmla="*/ 2147483647 w 222"/>
                  <a:gd name="T69" fmla="*/ 2147483647 h 150"/>
                  <a:gd name="T70" fmla="*/ 2147483647 w 222"/>
                  <a:gd name="T71" fmla="*/ 2147483647 h 150"/>
                  <a:gd name="T72" fmla="*/ 2147483647 w 222"/>
                  <a:gd name="T73" fmla="*/ 2147483647 h 150"/>
                  <a:gd name="T74" fmla="*/ 2147483647 w 222"/>
                  <a:gd name="T75" fmla="*/ 2147483647 h 150"/>
                  <a:gd name="T76" fmla="*/ 2147483647 w 222"/>
                  <a:gd name="T77" fmla="*/ 2147483647 h 150"/>
                  <a:gd name="T78" fmla="*/ 2147483647 w 222"/>
                  <a:gd name="T79" fmla="*/ 2147483647 h 150"/>
                  <a:gd name="T80" fmla="*/ 2147483647 w 222"/>
                  <a:gd name="T81" fmla="*/ 0 h 150"/>
                  <a:gd name="T82" fmla="*/ 2147483647 w 222"/>
                  <a:gd name="T83" fmla="*/ 0 h 150"/>
                  <a:gd name="T84" fmla="*/ 2147483647 w 222"/>
                  <a:gd name="T85" fmla="*/ 2147483647 h 150"/>
                  <a:gd name="T86" fmla="*/ 2147483647 w 222"/>
                  <a:gd name="T87" fmla="*/ 0 h 150"/>
                  <a:gd name="T88" fmla="*/ 2147483647 w 222"/>
                  <a:gd name="T89" fmla="*/ 2147483647 h 150"/>
                  <a:gd name="T90" fmla="*/ 2147483647 w 222"/>
                  <a:gd name="T91" fmla="*/ 2147483647 h 150"/>
                  <a:gd name="T92" fmla="*/ 2147483647 w 222"/>
                  <a:gd name="T93" fmla="*/ 2147483647 h 150"/>
                  <a:gd name="T94" fmla="*/ 2147483647 w 222"/>
                  <a:gd name="T95" fmla="*/ 2147483647 h 150"/>
                  <a:gd name="T96" fmla="*/ 2147483647 w 222"/>
                  <a:gd name="T97" fmla="*/ 2147483647 h 150"/>
                  <a:gd name="T98" fmla="*/ 2147483647 w 222"/>
                  <a:gd name="T99" fmla="*/ 2147483647 h 150"/>
                  <a:gd name="T100" fmla="*/ 2147483647 w 222"/>
                  <a:gd name="T101" fmla="*/ 2147483647 h 150"/>
                  <a:gd name="T102" fmla="*/ 0 w 222"/>
                  <a:gd name="T103" fmla="*/ 2147483647 h 150"/>
                  <a:gd name="T104" fmla="*/ 0 w 222"/>
                  <a:gd name="T105" fmla="*/ 2147483647 h 15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22"/>
                  <a:gd name="T160" fmla="*/ 0 h 150"/>
                  <a:gd name="T161" fmla="*/ 222 w 222"/>
                  <a:gd name="T162" fmla="*/ 150 h 150"/>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22" h="150">
                    <a:moveTo>
                      <a:pt x="0" y="42"/>
                    </a:moveTo>
                    <a:lnTo>
                      <a:pt x="6" y="60"/>
                    </a:lnTo>
                    <a:lnTo>
                      <a:pt x="30" y="66"/>
                    </a:lnTo>
                    <a:lnTo>
                      <a:pt x="42" y="78"/>
                    </a:lnTo>
                    <a:lnTo>
                      <a:pt x="66" y="78"/>
                    </a:lnTo>
                    <a:lnTo>
                      <a:pt x="78" y="84"/>
                    </a:lnTo>
                    <a:lnTo>
                      <a:pt x="84" y="90"/>
                    </a:lnTo>
                    <a:lnTo>
                      <a:pt x="84" y="114"/>
                    </a:lnTo>
                    <a:lnTo>
                      <a:pt x="108" y="114"/>
                    </a:lnTo>
                    <a:lnTo>
                      <a:pt x="120" y="102"/>
                    </a:lnTo>
                    <a:lnTo>
                      <a:pt x="120" y="126"/>
                    </a:lnTo>
                    <a:lnTo>
                      <a:pt x="132" y="126"/>
                    </a:lnTo>
                    <a:lnTo>
                      <a:pt x="144" y="132"/>
                    </a:lnTo>
                    <a:lnTo>
                      <a:pt x="150" y="132"/>
                    </a:lnTo>
                    <a:lnTo>
                      <a:pt x="162" y="144"/>
                    </a:lnTo>
                    <a:lnTo>
                      <a:pt x="180" y="144"/>
                    </a:lnTo>
                    <a:lnTo>
                      <a:pt x="192" y="150"/>
                    </a:lnTo>
                    <a:lnTo>
                      <a:pt x="192" y="144"/>
                    </a:lnTo>
                    <a:lnTo>
                      <a:pt x="186" y="132"/>
                    </a:lnTo>
                    <a:lnTo>
                      <a:pt x="174" y="120"/>
                    </a:lnTo>
                    <a:lnTo>
                      <a:pt x="174" y="114"/>
                    </a:lnTo>
                    <a:lnTo>
                      <a:pt x="180" y="114"/>
                    </a:lnTo>
                    <a:lnTo>
                      <a:pt x="192" y="108"/>
                    </a:lnTo>
                    <a:lnTo>
                      <a:pt x="198" y="102"/>
                    </a:lnTo>
                    <a:lnTo>
                      <a:pt x="204" y="102"/>
                    </a:lnTo>
                    <a:lnTo>
                      <a:pt x="204" y="96"/>
                    </a:lnTo>
                    <a:lnTo>
                      <a:pt x="210" y="90"/>
                    </a:lnTo>
                    <a:lnTo>
                      <a:pt x="222" y="90"/>
                    </a:lnTo>
                    <a:lnTo>
                      <a:pt x="216" y="84"/>
                    </a:lnTo>
                    <a:lnTo>
                      <a:pt x="216" y="66"/>
                    </a:lnTo>
                    <a:lnTo>
                      <a:pt x="204" y="54"/>
                    </a:lnTo>
                    <a:lnTo>
                      <a:pt x="180" y="54"/>
                    </a:lnTo>
                    <a:lnTo>
                      <a:pt x="180" y="42"/>
                    </a:lnTo>
                    <a:lnTo>
                      <a:pt x="186" y="36"/>
                    </a:lnTo>
                    <a:lnTo>
                      <a:pt x="186" y="18"/>
                    </a:lnTo>
                    <a:lnTo>
                      <a:pt x="180" y="12"/>
                    </a:lnTo>
                    <a:lnTo>
                      <a:pt x="174" y="12"/>
                    </a:lnTo>
                    <a:lnTo>
                      <a:pt x="162" y="18"/>
                    </a:lnTo>
                    <a:lnTo>
                      <a:pt x="150" y="18"/>
                    </a:lnTo>
                    <a:lnTo>
                      <a:pt x="144" y="12"/>
                    </a:lnTo>
                    <a:lnTo>
                      <a:pt x="144" y="0"/>
                    </a:lnTo>
                    <a:lnTo>
                      <a:pt x="108" y="0"/>
                    </a:lnTo>
                    <a:lnTo>
                      <a:pt x="108" y="6"/>
                    </a:lnTo>
                    <a:lnTo>
                      <a:pt x="96" y="0"/>
                    </a:lnTo>
                    <a:lnTo>
                      <a:pt x="96" y="12"/>
                    </a:lnTo>
                    <a:lnTo>
                      <a:pt x="78" y="6"/>
                    </a:lnTo>
                    <a:lnTo>
                      <a:pt x="72" y="18"/>
                    </a:lnTo>
                    <a:lnTo>
                      <a:pt x="66" y="12"/>
                    </a:lnTo>
                    <a:lnTo>
                      <a:pt x="42" y="12"/>
                    </a:lnTo>
                    <a:lnTo>
                      <a:pt x="36" y="6"/>
                    </a:lnTo>
                    <a:lnTo>
                      <a:pt x="24" y="6"/>
                    </a:lnTo>
                    <a:lnTo>
                      <a:pt x="0" y="24"/>
                    </a:lnTo>
                    <a:lnTo>
                      <a:pt x="0" y="42"/>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72" name="Belarus" descr="© INSCALE GmbH, 05.05.2010&#10;http://www.presentationload.com/">
                <a:extLst>
                  <a:ext uri="{FF2B5EF4-FFF2-40B4-BE49-F238E27FC236}">
                    <a16:creationId xmlns:a16="http://schemas.microsoft.com/office/drawing/2014/main" id="{E551119D-4339-C039-794F-EDC30E9A6606}"/>
                  </a:ext>
                </a:extLst>
              </p:cNvPr>
              <p:cNvSpPr>
                <a:spLocks/>
              </p:cNvSpPr>
              <p:nvPr/>
            </p:nvSpPr>
            <p:spPr bwMode="gray">
              <a:xfrm>
                <a:off x="3039" y="1430"/>
                <a:ext cx="145" cy="94"/>
              </a:xfrm>
              <a:custGeom>
                <a:avLst/>
                <a:gdLst>
                  <a:gd name="T0" fmla="*/ 2147483647 w 570"/>
                  <a:gd name="T1" fmla="*/ 2147483647 h 372"/>
                  <a:gd name="T2" fmla="*/ 2147483647 w 570"/>
                  <a:gd name="T3" fmla="*/ 2147483647 h 372"/>
                  <a:gd name="T4" fmla="*/ 2147483647 w 570"/>
                  <a:gd name="T5" fmla="*/ 2147483647 h 372"/>
                  <a:gd name="T6" fmla="*/ 2147483647 w 570"/>
                  <a:gd name="T7" fmla="*/ 2147483647 h 372"/>
                  <a:gd name="T8" fmla="*/ 2147483647 w 570"/>
                  <a:gd name="T9" fmla="*/ 2147483647 h 372"/>
                  <a:gd name="T10" fmla="*/ 2147483647 w 570"/>
                  <a:gd name="T11" fmla="*/ 2147483647 h 372"/>
                  <a:gd name="T12" fmla="*/ 2147483647 w 570"/>
                  <a:gd name="T13" fmla="*/ 2147483647 h 372"/>
                  <a:gd name="T14" fmla="*/ 2147483647 w 570"/>
                  <a:gd name="T15" fmla="*/ 2147483647 h 372"/>
                  <a:gd name="T16" fmla="*/ 2147483647 w 570"/>
                  <a:gd name="T17" fmla="*/ 2147483647 h 372"/>
                  <a:gd name="T18" fmla="*/ 2147483647 w 570"/>
                  <a:gd name="T19" fmla="*/ 2147483647 h 372"/>
                  <a:gd name="T20" fmla="*/ 2147483647 w 570"/>
                  <a:gd name="T21" fmla="*/ 2147483647 h 372"/>
                  <a:gd name="T22" fmla="*/ 2147483647 w 570"/>
                  <a:gd name="T23" fmla="*/ 2147483647 h 372"/>
                  <a:gd name="T24" fmla="*/ 2147483647 w 570"/>
                  <a:gd name="T25" fmla="*/ 2147483647 h 372"/>
                  <a:gd name="T26" fmla="*/ 2147483647 w 570"/>
                  <a:gd name="T27" fmla="*/ 2147483647 h 372"/>
                  <a:gd name="T28" fmla="*/ 2147483647 w 570"/>
                  <a:gd name="T29" fmla="*/ 2147483647 h 372"/>
                  <a:gd name="T30" fmla="*/ 2147483647 w 570"/>
                  <a:gd name="T31" fmla="*/ 2147483647 h 372"/>
                  <a:gd name="T32" fmla="*/ 2147483647 w 570"/>
                  <a:gd name="T33" fmla="*/ 2147483647 h 372"/>
                  <a:gd name="T34" fmla="*/ 2147483647 w 570"/>
                  <a:gd name="T35" fmla="*/ 2147483647 h 372"/>
                  <a:gd name="T36" fmla="*/ 2147483647 w 570"/>
                  <a:gd name="T37" fmla="*/ 2147483647 h 372"/>
                  <a:gd name="T38" fmla="*/ 2147483647 w 570"/>
                  <a:gd name="T39" fmla="*/ 2147483647 h 372"/>
                  <a:gd name="T40" fmla="*/ 2147483647 w 570"/>
                  <a:gd name="T41" fmla="*/ 2147483647 h 372"/>
                  <a:gd name="T42" fmla="*/ 2147483647 w 570"/>
                  <a:gd name="T43" fmla="*/ 2147483647 h 372"/>
                  <a:gd name="T44" fmla="*/ 2147483647 w 570"/>
                  <a:gd name="T45" fmla="*/ 2147483647 h 372"/>
                  <a:gd name="T46" fmla="*/ 2147483647 w 570"/>
                  <a:gd name="T47" fmla="*/ 2147483647 h 372"/>
                  <a:gd name="T48" fmla="*/ 2147483647 w 570"/>
                  <a:gd name="T49" fmla="*/ 2147483647 h 372"/>
                  <a:gd name="T50" fmla="*/ 2147483647 w 570"/>
                  <a:gd name="T51" fmla="*/ 2147483647 h 372"/>
                  <a:gd name="T52" fmla="*/ 2147483647 w 570"/>
                  <a:gd name="T53" fmla="*/ 2147483647 h 372"/>
                  <a:gd name="T54" fmla="*/ 2147483647 w 570"/>
                  <a:gd name="T55" fmla="*/ 2147483647 h 372"/>
                  <a:gd name="T56" fmla="*/ 2147483647 w 570"/>
                  <a:gd name="T57" fmla="*/ 0 h 372"/>
                  <a:gd name="T58" fmla="*/ 2147483647 w 570"/>
                  <a:gd name="T59" fmla="*/ 2147483647 h 372"/>
                  <a:gd name="T60" fmla="*/ 2147483647 w 570"/>
                  <a:gd name="T61" fmla="*/ 2147483647 h 372"/>
                  <a:gd name="T62" fmla="*/ 2147483647 w 570"/>
                  <a:gd name="T63" fmla="*/ 2147483647 h 372"/>
                  <a:gd name="T64" fmla="*/ 2147483647 w 570"/>
                  <a:gd name="T65" fmla="*/ 2147483647 h 372"/>
                  <a:gd name="T66" fmla="*/ 2147483647 w 570"/>
                  <a:gd name="T67" fmla="*/ 2147483647 h 372"/>
                  <a:gd name="T68" fmla="*/ 2147483647 w 570"/>
                  <a:gd name="T69" fmla="*/ 2147483647 h 372"/>
                  <a:gd name="T70" fmla="*/ 2147483647 w 570"/>
                  <a:gd name="T71" fmla="*/ 2147483647 h 372"/>
                  <a:gd name="T72" fmla="*/ 2147483647 w 570"/>
                  <a:gd name="T73" fmla="*/ 2147483647 h 372"/>
                  <a:gd name="T74" fmla="*/ 2147483647 w 570"/>
                  <a:gd name="T75" fmla="*/ 2147483647 h 372"/>
                  <a:gd name="T76" fmla="*/ 2147483647 w 570"/>
                  <a:gd name="T77" fmla="*/ 2147483647 h 372"/>
                  <a:gd name="T78" fmla="*/ 2147483647 w 570"/>
                  <a:gd name="T79" fmla="*/ 2147483647 h 372"/>
                  <a:gd name="T80" fmla="*/ 2147483647 w 570"/>
                  <a:gd name="T81" fmla="*/ 2147483647 h 372"/>
                  <a:gd name="T82" fmla="*/ 2147483647 w 570"/>
                  <a:gd name="T83" fmla="*/ 2147483647 h 372"/>
                  <a:gd name="T84" fmla="*/ 2147483647 w 570"/>
                  <a:gd name="T85" fmla="*/ 2147483647 h 372"/>
                  <a:gd name="T86" fmla="*/ 2147483647 w 570"/>
                  <a:gd name="T87" fmla="*/ 2147483647 h 372"/>
                  <a:gd name="T88" fmla="*/ 2147483647 w 570"/>
                  <a:gd name="T89" fmla="*/ 2147483647 h 372"/>
                  <a:gd name="T90" fmla="*/ 2147483647 w 570"/>
                  <a:gd name="T91" fmla="*/ 2147483647 h 372"/>
                  <a:gd name="T92" fmla="*/ 2147483647 w 570"/>
                  <a:gd name="T93" fmla="*/ 2147483647 h 372"/>
                  <a:gd name="T94" fmla="*/ 2147483647 w 570"/>
                  <a:gd name="T95" fmla="*/ 2147483647 h 372"/>
                  <a:gd name="T96" fmla="*/ 2147483647 w 570"/>
                  <a:gd name="T97" fmla="*/ 2147483647 h 37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570"/>
                  <a:gd name="T148" fmla="*/ 0 h 372"/>
                  <a:gd name="T149" fmla="*/ 570 w 570"/>
                  <a:gd name="T150" fmla="*/ 372 h 37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570" h="372">
                    <a:moveTo>
                      <a:pt x="24" y="312"/>
                    </a:moveTo>
                    <a:lnTo>
                      <a:pt x="24" y="342"/>
                    </a:lnTo>
                    <a:lnTo>
                      <a:pt x="30" y="354"/>
                    </a:lnTo>
                    <a:lnTo>
                      <a:pt x="36" y="360"/>
                    </a:lnTo>
                    <a:lnTo>
                      <a:pt x="48" y="360"/>
                    </a:lnTo>
                    <a:lnTo>
                      <a:pt x="60" y="354"/>
                    </a:lnTo>
                    <a:lnTo>
                      <a:pt x="72" y="342"/>
                    </a:lnTo>
                    <a:lnTo>
                      <a:pt x="72" y="336"/>
                    </a:lnTo>
                    <a:lnTo>
                      <a:pt x="108" y="336"/>
                    </a:lnTo>
                    <a:lnTo>
                      <a:pt x="120" y="330"/>
                    </a:lnTo>
                    <a:lnTo>
                      <a:pt x="126" y="324"/>
                    </a:lnTo>
                    <a:lnTo>
                      <a:pt x="174" y="324"/>
                    </a:lnTo>
                    <a:lnTo>
                      <a:pt x="174" y="330"/>
                    </a:lnTo>
                    <a:lnTo>
                      <a:pt x="180" y="336"/>
                    </a:lnTo>
                    <a:lnTo>
                      <a:pt x="216" y="336"/>
                    </a:lnTo>
                    <a:lnTo>
                      <a:pt x="240" y="342"/>
                    </a:lnTo>
                    <a:lnTo>
                      <a:pt x="258" y="354"/>
                    </a:lnTo>
                    <a:lnTo>
                      <a:pt x="264" y="348"/>
                    </a:lnTo>
                    <a:lnTo>
                      <a:pt x="282" y="360"/>
                    </a:lnTo>
                    <a:lnTo>
                      <a:pt x="294" y="348"/>
                    </a:lnTo>
                    <a:lnTo>
                      <a:pt x="300" y="360"/>
                    </a:lnTo>
                    <a:lnTo>
                      <a:pt x="318" y="354"/>
                    </a:lnTo>
                    <a:lnTo>
                      <a:pt x="324" y="360"/>
                    </a:lnTo>
                    <a:lnTo>
                      <a:pt x="336" y="354"/>
                    </a:lnTo>
                    <a:lnTo>
                      <a:pt x="348" y="366"/>
                    </a:lnTo>
                    <a:lnTo>
                      <a:pt x="348" y="360"/>
                    </a:lnTo>
                    <a:lnTo>
                      <a:pt x="354" y="354"/>
                    </a:lnTo>
                    <a:lnTo>
                      <a:pt x="372" y="354"/>
                    </a:lnTo>
                    <a:lnTo>
                      <a:pt x="378" y="360"/>
                    </a:lnTo>
                    <a:lnTo>
                      <a:pt x="378" y="372"/>
                    </a:lnTo>
                    <a:lnTo>
                      <a:pt x="384" y="372"/>
                    </a:lnTo>
                    <a:lnTo>
                      <a:pt x="396" y="366"/>
                    </a:lnTo>
                    <a:lnTo>
                      <a:pt x="420" y="366"/>
                    </a:lnTo>
                    <a:lnTo>
                      <a:pt x="426" y="372"/>
                    </a:lnTo>
                    <a:lnTo>
                      <a:pt x="444" y="372"/>
                    </a:lnTo>
                    <a:lnTo>
                      <a:pt x="450" y="366"/>
                    </a:lnTo>
                    <a:lnTo>
                      <a:pt x="450" y="354"/>
                    </a:lnTo>
                    <a:lnTo>
                      <a:pt x="444" y="348"/>
                    </a:lnTo>
                    <a:lnTo>
                      <a:pt x="450" y="336"/>
                    </a:lnTo>
                    <a:lnTo>
                      <a:pt x="456" y="330"/>
                    </a:lnTo>
                    <a:lnTo>
                      <a:pt x="468" y="324"/>
                    </a:lnTo>
                    <a:lnTo>
                      <a:pt x="474" y="312"/>
                    </a:lnTo>
                    <a:lnTo>
                      <a:pt x="498" y="312"/>
                    </a:lnTo>
                    <a:lnTo>
                      <a:pt x="516" y="318"/>
                    </a:lnTo>
                    <a:lnTo>
                      <a:pt x="516" y="300"/>
                    </a:lnTo>
                    <a:lnTo>
                      <a:pt x="510" y="288"/>
                    </a:lnTo>
                    <a:lnTo>
                      <a:pt x="504" y="282"/>
                    </a:lnTo>
                    <a:lnTo>
                      <a:pt x="504" y="264"/>
                    </a:lnTo>
                    <a:lnTo>
                      <a:pt x="480" y="240"/>
                    </a:lnTo>
                    <a:lnTo>
                      <a:pt x="480" y="234"/>
                    </a:lnTo>
                    <a:lnTo>
                      <a:pt x="486" y="228"/>
                    </a:lnTo>
                    <a:lnTo>
                      <a:pt x="510" y="228"/>
                    </a:lnTo>
                    <a:lnTo>
                      <a:pt x="510" y="234"/>
                    </a:lnTo>
                    <a:lnTo>
                      <a:pt x="516" y="234"/>
                    </a:lnTo>
                    <a:lnTo>
                      <a:pt x="522" y="240"/>
                    </a:lnTo>
                    <a:lnTo>
                      <a:pt x="528" y="240"/>
                    </a:lnTo>
                    <a:lnTo>
                      <a:pt x="552" y="228"/>
                    </a:lnTo>
                    <a:lnTo>
                      <a:pt x="558" y="216"/>
                    </a:lnTo>
                    <a:lnTo>
                      <a:pt x="570" y="210"/>
                    </a:lnTo>
                    <a:lnTo>
                      <a:pt x="546" y="198"/>
                    </a:lnTo>
                    <a:lnTo>
                      <a:pt x="552" y="192"/>
                    </a:lnTo>
                    <a:lnTo>
                      <a:pt x="552" y="186"/>
                    </a:lnTo>
                    <a:lnTo>
                      <a:pt x="546" y="186"/>
                    </a:lnTo>
                    <a:lnTo>
                      <a:pt x="540" y="180"/>
                    </a:lnTo>
                    <a:lnTo>
                      <a:pt x="504" y="180"/>
                    </a:lnTo>
                    <a:lnTo>
                      <a:pt x="504" y="156"/>
                    </a:lnTo>
                    <a:lnTo>
                      <a:pt x="474" y="144"/>
                    </a:lnTo>
                    <a:lnTo>
                      <a:pt x="474" y="132"/>
                    </a:lnTo>
                    <a:lnTo>
                      <a:pt x="456" y="114"/>
                    </a:lnTo>
                    <a:lnTo>
                      <a:pt x="444" y="108"/>
                    </a:lnTo>
                    <a:lnTo>
                      <a:pt x="438" y="102"/>
                    </a:lnTo>
                    <a:lnTo>
                      <a:pt x="444" y="84"/>
                    </a:lnTo>
                    <a:lnTo>
                      <a:pt x="432" y="66"/>
                    </a:lnTo>
                    <a:lnTo>
                      <a:pt x="438" y="60"/>
                    </a:lnTo>
                    <a:lnTo>
                      <a:pt x="438" y="48"/>
                    </a:lnTo>
                    <a:lnTo>
                      <a:pt x="432" y="42"/>
                    </a:lnTo>
                    <a:lnTo>
                      <a:pt x="396" y="24"/>
                    </a:lnTo>
                    <a:lnTo>
                      <a:pt x="390" y="18"/>
                    </a:lnTo>
                    <a:lnTo>
                      <a:pt x="384" y="18"/>
                    </a:lnTo>
                    <a:lnTo>
                      <a:pt x="354" y="36"/>
                    </a:lnTo>
                    <a:lnTo>
                      <a:pt x="348" y="18"/>
                    </a:lnTo>
                    <a:lnTo>
                      <a:pt x="312" y="12"/>
                    </a:lnTo>
                    <a:lnTo>
                      <a:pt x="300" y="18"/>
                    </a:lnTo>
                    <a:lnTo>
                      <a:pt x="300" y="12"/>
                    </a:lnTo>
                    <a:lnTo>
                      <a:pt x="294" y="6"/>
                    </a:lnTo>
                    <a:lnTo>
                      <a:pt x="276" y="6"/>
                    </a:lnTo>
                    <a:lnTo>
                      <a:pt x="270" y="0"/>
                    </a:lnTo>
                    <a:lnTo>
                      <a:pt x="258" y="0"/>
                    </a:lnTo>
                    <a:lnTo>
                      <a:pt x="252" y="6"/>
                    </a:lnTo>
                    <a:lnTo>
                      <a:pt x="246" y="18"/>
                    </a:lnTo>
                    <a:lnTo>
                      <a:pt x="240" y="24"/>
                    </a:lnTo>
                    <a:lnTo>
                      <a:pt x="234" y="24"/>
                    </a:lnTo>
                    <a:lnTo>
                      <a:pt x="228" y="30"/>
                    </a:lnTo>
                    <a:lnTo>
                      <a:pt x="222" y="24"/>
                    </a:lnTo>
                    <a:lnTo>
                      <a:pt x="198" y="24"/>
                    </a:lnTo>
                    <a:lnTo>
                      <a:pt x="192" y="30"/>
                    </a:lnTo>
                    <a:lnTo>
                      <a:pt x="180" y="36"/>
                    </a:lnTo>
                    <a:lnTo>
                      <a:pt x="174" y="42"/>
                    </a:lnTo>
                    <a:lnTo>
                      <a:pt x="174" y="54"/>
                    </a:lnTo>
                    <a:lnTo>
                      <a:pt x="192" y="72"/>
                    </a:lnTo>
                    <a:lnTo>
                      <a:pt x="186" y="78"/>
                    </a:lnTo>
                    <a:lnTo>
                      <a:pt x="168" y="78"/>
                    </a:lnTo>
                    <a:lnTo>
                      <a:pt x="162" y="72"/>
                    </a:lnTo>
                    <a:lnTo>
                      <a:pt x="156" y="72"/>
                    </a:lnTo>
                    <a:lnTo>
                      <a:pt x="162" y="90"/>
                    </a:lnTo>
                    <a:lnTo>
                      <a:pt x="144" y="90"/>
                    </a:lnTo>
                    <a:lnTo>
                      <a:pt x="138" y="96"/>
                    </a:lnTo>
                    <a:lnTo>
                      <a:pt x="138" y="102"/>
                    </a:lnTo>
                    <a:lnTo>
                      <a:pt x="144" y="114"/>
                    </a:lnTo>
                    <a:lnTo>
                      <a:pt x="144" y="120"/>
                    </a:lnTo>
                    <a:lnTo>
                      <a:pt x="132" y="120"/>
                    </a:lnTo>
                    <a:lnTo>
                      <a:pt x="132" y="126"/>
                    </a:lnTo>
                    <a:lnTo>
                      <a:pt x="138" y="132"/>
                    </a:lnTo>
                    <a:lnTo>
                      <a:pt x="138" y="144"/>
                    </a:lnTo>
                    <a:lnTo>
                      <a:pt x="144" y="150"/>
                    </a:lnTo>
                    <a:lnTo>
                      <a:pt x="144" y="156"/>
                    </a:lnTo>
                    <a:lnTo>
                      <a:pt x="132" y="156"/>
                    </a:lnTo>
                    <a:lnTo>
                      <a:pt x="138" y="150"/>
                    </a:lnTo>
                    <a:lnTo>
                      <a:pt x="138" y="144"/>
                    </a:lnTo>
                    <a:lnTo>
                      <a:pt x="120" y="144"/>
                    </a:lnTo>
                    <a:lnTo>
                      <a:pt x="108" y="150"/>
                    </a:lnTo>
                    <a:lnTo>
                      <a:pt x="102" y="156"/>
                    </a:lnTo>
                    <a:lnTo>
                      <a:pt x="96" y="168"/>
                    </a:lnTo>
                    <a:lnTo>
                      <a:pt x="84" y="156"/>
                    </a:lnTo>
                    <a:lnTo>
                      <a:pt x="84" y="174"/>
                    </a:lnTo>
                    <a:lnTo>
                      <a:pt x="54" y="174"/>
                    </a:lnTo>
                    <a:lnTo>
                      <a:pt x="54" y="168"/>
                    </a:lnTo>
                    <a:lnTo>
                      <a:pt x="48" y="162"/>
                    </a:lnTo>
                    <a:lnTo>
                      <a:pt x="42" y="162"/>
                    </a:lnTo>
                    <a:lnTo>
                      <a:pt x="30" y="168"/>
                    </a:lnTo>
                    <a:lnTo>
                      <a:pt x="18" y="168"/>
                    </a:lnTo>
                    <a:lnTo>
                      <a:pt x="12" y="174"/>
                    </a:lnTo>
                    <a:lnTo>
                      <a:pt x="6" y="174"/>
                    </a:lnTo>
                    <a:lnTo>
                      <a:pt x="12" y="186"/>
                    </a:lnTo>
                    <a:lnTo>
                      <a:pt x="18" y="192"/>
                    </a:lnTo>
                    <a:lnTo>
                      <a:pt x="18" y="204"/>
                    </a:lnTo>
                    <a:lnTo>
                      <a:pt x="24" y="210"/>
                    </a:lnTo>
                    <a:lnTo>
                      <a:pt x="36" y="234"/>
                    </a:lnTo>
                    <a:lnTo>
                      <a:pt x="42" y="240"/>
                    </a:lnTo>
                    <a:lnTo>
                      <a:pt x="42" y="246"/>
                    </a:lnTo>
                    <a:lnTo>
                      <a:pt x="36" y="252"/>
                    </a:lnTo>
                    <a:lnTo>
                      <a:pt x="36" y="264"/>
                    </a:lnTo>
                    <a:lnTo>
                      <a:pt x="12" y="270"/>
                    </a:lnTo>
                    <a:lnTo>
                      <a:pt x="12" y="288"/>
                    </a:lnTo>
                    <a:lnTo>
                      <a:pt x="0" y="288"/>
                    </a:lnTo>
                    <a:lnTo>
                      <a:pt x="0" y="294"/>
                    </a:lnTo>
                    <a:lnTo>
                      <a:pt x="6" y="300"/>
                    </a:lnTo>
                    <a:lnTo>
                      <a:pt x="12" y="300"/>
                    </a:lnTo>
                    <a:lnTo>
                      <a:pt x="24" y="312"/>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73" name="Azerbaijan" descr="© INSCALE GmbH, 05.05.2010&#10;http://www.presentationload.com/">
                <a:extLst>
                  <a:ext uri="{FF2B5EF4-FFF2-40B4-BE49-F238E27FC236}">
                    <a16:creationId xmlns:a16="http://schemas.microsoft.com/office/drawing/2014/main" id="{B7E1AF21-E784-1850-4DE9-31CF01C61CD9}"/>
                  </a:ext>
                </a:extLst>
              </p:cNvPr>
              <p:cNvSpPr>
                <a:spLocks noEditPoints="1"/>
              </p:cNvSpPr>
              <p:nvPr/>
            </p:nvSpPr>
            <p:spPr bwMode="gray">
              <a:xfrm>
                <a:off x="3415" y="1713"/>
                <a:ext cx="91" cy="73"/>
              </a:xfrm>
              <a:custGeom>
                <a:avLst/>
                <a:gdLst>
                  <a:gd name="T0" fmla="*/ 2147483647 w 360"/>
                  <a:gd name="T1" fmla="*/ 2147483647 h 288"/>
                  <a:gd name="T2" fmla="*/ 2147483647 w 360"/>
                  <a:gd name="T3" fmla="*/ 2147483647 h 288"/>
                  <a:gd name="T4" fmla="*/ 2147483647 w 360"/>
                  <a:gd name="T5" fmla="*/ 2147483647 h 288"/>
                  <a:gd name="T6" fmla="*/ 2147483647 w 360"/>
                  <a:gd name="T7" fmla="*/ 2147483647 h 288"/>
                  <a:gd name="T8" fmla="*/ 2147483647 w 360"/>
                  <a:gd name="T9" fmla="*/ 2147483647 h 288"/>
                  <a:gd name="T10" fmla="*/ 2147483647 w 360"/>
                  <a:gd name="T11" fmla="*/ 2147483647 h 288"/>
                  <a:gd name="T12" fmla="*/ 2147483647 w 360"/>
                  <a:gd name="T13" fmla="*/ 2147483647 h 288"/>
                  <a:gd name="T14" fmla="*/ 2147483647 w 360"/>
                  <a:gd name="T15" fmla="*/ 2147483647 h 288"/>
                  <a:gd name="T16" fmla="*/ 2147483647 w 360"/>
                  <a:gd name="T17" fmla="*/ 2147483647 h 288"/>
                  <a:gd name="T18" fmla="*/ 2147483647 w 360"/>
                  <a:gd name="T19" fmla="*/ 2147483647 h 288"/>
                  <a:gd name="T20" fmla="*/ 2147483647 w 360"/>
                  <a:gd name="T21" fmla="*/ 2147483647 h 288"/>
                  <a:gd name="T22" fmla="*/ 2147483647 w 360"/>
                  <a:gd name="T23" fmla="*/ 2147483647 h 288"/>
                  <a:gd name="T24" fmla="*/ 2147483647 w 360"/>
                  <a:gd name="T25" fmla="*/ 2147483647 h 288"/>
                  <a:gd name="T26" fmla="*/ 2147483647 w 360"/>
                  <a:gd name="T27" fmla="*/ 0 h 288"/>
                  <a:gd name="T28" fmla="*/ 2147483647 w 360"/>
                  <a:gd name="T29" fmla="*/ 2147483647 h 288"/>
                  <a:gd name="T30" fmla="*/ 2147483647 w 360"/>
                  <a:gd name="T31" fmla="*/ 2147483647 h 288"/>
                  <a:gd name="T32" fmla="*/ 2147483647 w 360"/>
                  <a:gd name="T33" fmla="*/ 2147483647 h 288"/>
                  <a:gd name="T34" fmla="*/ 2147483647 w 360"/>
                  <a:gd name="T35" fmla="*/ 2147483647 h 288"/>
                  <a:gd name="T36" fmla="*/ 2147483647 w 360"/>
                  <a:gd name="T37" fmla="*/ 2147483647 h 288"/>
                  <a:gd name="T38" fmla="*/ 2147483647 w 360"/>
                  <a:gd name="T39" fmla="*/ 0 h 288"/>
                  <a:gd name="T40" fmla="*/ 2147483647 w 360"/>
                  <a:gd name="T41" fmla="*/ 2147483647 h 288"/>
                  <a:gd name="T42" fmla="*/ 2147483647 w 360"/>
                  <a:gd name="T43" fmla="*/ 2147483647 h 288"/>
                  <a:gd name="T44" fmla="*/ 2147483647 w 360"/>
                  <a:gd name="T45" fmla="*/ 2147483647 h 288"/>
                  <a:gd name="T46" fmla="*/ 2147483647 w 360"/>
                  <a:gd name="T47" fmla="*/ 2147483647 h 288"/>
                  <a:gd name="T48" fmla="*/ 2147483647 w 360"/>
                  <a:gd name="T49" fmla="*/ 2147483647 h 288"/>
                  <a:gd name="T50" fmla="*/ 2147483647 w 360"/>
                  <a:gd name="T51" fmla="*/ 2147483647 h 288"/>
                  <a:gd name="T52" fmla="*/ 2147483647 w 360"/>
                  <a:gd name="T53" fmla="*/ 2147483647 h 288"/>
                  <a:gd name="T54" fmla="*/ 0 w 360"/>
                  <a:gd name="T55" fmla="*/ 2147483647 h 288"/>
                  <a:gd name="T56" fmla="*/ 2147483647 w 360"/>
                  <a:gd name="T57" fmla="*/ 2147483647 h 288"/>
                  <a:gd name="T58" fmla="*/ 2147483647 w 360"/>
                  <a:gd name="T59" fmla="*/ 2147483647 h 288"/>
                  <a:gd name="T60" fmla="*/ 2147483647 w 360"/>
                  <a:gd name="T61" fmla="*/ 2147483647 h 288"/>
                  <a:gd name="T62" fmla="*/ 2147483647 w 360"/>
                  <a:gd name="T63" fmla="*/ 2147483647 h 288"/>
                  <a:gd name="T64" fmla="*/ 2147483647 w 360"/>
                  <a:gd name="T65" fmla="*/ 2147483647 h 288"/>
                  <a:gd name="T66" fmla="*/ 2147483647 w 360"/>
                  <a:gd name="T67" fmla="*/ 2147483647 h 288"/>
                  <a:gd name="T68" fmla="*/ 2147483647 w 360"/>
                  <a:gd name="T69" fmla="*/ 2147483647 h 288"/>
                  <a:gd name="T70" fmla="*/ 2147483647 w 360"/>
                  <a:gd name="T71" fmla="*/ 2147483647 h 288"/>
                  <a:gd name="T72" fmla="*/ 2147483647 w 360"/>
                  <a:gd name="T73" fmla="*/ 2147483647 h 288"/>
                  <a:gd name="T74" fmla="*/ 2147483647 w 360"/>
                  <a:gd name="T75" fmla="*/ 2147483647 h 288"/>
                  <a:gd name="T76" fmla="*/ 2147483647 w 360"/>
                  <a:gd name="T77" fmla="*/ 2147483647 h 288"/>
                  <a:gd name="T78" fmla="*/ 2147483647 w 360"/>
                  <a:gd name="T79" fmla="*/ 2147483647 h 288"/>
                  <a:gd name="T80" fmla="*/ 2147483647 w 360"/>
                  <a:gd name="T81" fmla="*/ 2147483647 h 288"/>
                  <a:gd name="T82" fmla="*/ 2147483647 w 360"/>
                  <a:gd name="T83" fmla="*/ 2147483647 h 288"/>
                  <a:gd name="T84" fmla="*/ 2147483647 w 360"/>
                  <a:gd name="T85" fmla="*/ 2147483647 h 288"/>
                  <a:gd name="T86" fmla="*/ 2147483647 w 360"/>
                  <a:gd name="T87" fmla="*/ 2147483647 h 288"/>
                  <a:gd name="T88" fmla="*/ 2147483647 w 360"/>
                  <a:gd name="T89" fmla="*/ 2147483647 h 288"/>
                  <a:gd name="T90" fmla="*/ 2147483647 w 360"/>
                  <a:gd name="T91" fmla="*/ 2147483647 h 288"/>
                  <a:gd name="T92" fmla="*/ 2147483647 w 360"/>
                  <a:gd name="T93" fmla="*/ 2147483647 h 288"/>
                  <a:gd name="T94" fmla="*/ 2147483647 w 360"/>
                  <a:gd name="T95" fmla="*/ 2147483647 h 288"/>
                  <a:gd name="T96" fmla="*/ 2147483647 w 360"/>
                  <a:gd name="T97" fmla="*/ 2147483647 h 288"/>
                  <a:gd name="T98" fmla="*/ 2147483647 w 360"/>
                  <a:gd name="T99" fmla="*/ 2147483647 h 288"/>
                  <a:gd name="T100" fmla="*/ 2147483647 w 360"/>
                  <a:gd name="T101" fmla="*/ 2147483647 h 288"/>
                  <a:gd name="T102" fmla="*/ 2147483647 w 360"/>
                  <a:gd name="T103" fmla="*/ 2147483647 h 288"/>
                  <a:gd name="T104" fmla="*/ 2147483647 w 360"/>
                  <a:gd name="T105" fmla="*/ 2147483647 h 288"/>
                  <a:gd name="T106" fmla="*/ 2147483647 w 360"/>
                  <a:gd name="T107" fmla="*/ 2147483647 h 288"/>
                  <a:gd name="T108" fmla="*/ 2147483647 w 360"/>
                  <a:gd name="T109" fmla="*/ 2147483647 h 288"/>
                  <a:gd name="T110" fmla="*/ 2147483647 w 360"/>
                  <a:gd name="T111" fmla="*/ 2147483647 h 288"/>
                  <a:gd name="T112" fmla="*/ 2147483647 w 360"/>
                  <a:gd name="T113" fmla="*/ 2147483647 h 288"/>
                  <a:gd name="T114" fmla="*/ 2147483647 w 360"/>
                  <a:gd name="T115" fmla="*/ 2147483647 h 288"/>
                  <a:gd name="T116" fmla="*/ 2147483647 w 360"/>
                  <a:gd name="T117" fmla="*/ 2147483647 h 288"/>
                  <a:gd name="T118" fmla="*/ 2147483647 w 360"/>
                  <a:gd name="T119" fmla="*/ 2147483647 h 288"/>
                  <a:gd name="T120" fmla="*/ 2147483647 w 360"/>
                  <a:gd name="T121" fmla="*/ 2147483647 h 28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60"/>
                  <a:gd name="T184" fmla="*/ 0 h 288"/>
                  <a:gd name="T185" fmla="*/ 360 w 360"/>
                  <a:gd name="T186" fmla="*/ 288 h 28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60" h="288">
                    <a:moveTo>
                      <a:pt x="66" y="186"/>
                    </a:moveTo>
                    <a:lnTo>
                      <a:pt x="36" y="186"/>
                    </a:lnTo>
                    <a:lnTo>
                      <a:pt x="24" y="174"/>
                    </a:lnTo>
                    <a:lnTo>
                      <a:pt x="6" y="174"/>
                    </a:lnTo>
                    <a:lnTo>
                      <a:pt x="12" y="186"/>
                    </a:lnTo>
                    <a:lnTo>
                      <a:pt x="12" y="192"/>
                    </a:lnTo>
                    <a:lnTo>
                      <a:pt x="18" y="204"/>
                    </a:lnTo>
                    <a:lnTo>
                      <a:pt x="36" y="222"/>
                    </a:lnTo>
                    <a:lnTo>
                      <a:pt x="48" y="228"/>
                    </a:lnTo>
                    <a:lnTo>
                      <a:pt x="84" y="240"/>
                    </a:lnTo>
                    <a:lnTo>
                      <a:pt x="90" y="240"/>
                    </a:lnTo>
                    <a:lnTo>
                      <a:pt x="84" y="234"/>
                    </a:lnTo>
                    <a:lnTo>
                      <a:pt x="84" y="222"/>
                    </a:lnTo>
                    <a:lnTo>
                      <a:pt x="78" y="216"/>
                    </a:lnTo>
                    <a:lnTo>
                      <a:pt x="78" y="204"/>
                    </a:lnTo>
                    <a:lnTo>
                      <a:pt x="72" y="198"/>
                    </a:lnTo>
                    <a:lnTo>
                      <a:pt x="72" y="186"/>
                    </a:lnTo>
                    <a:lnTo>
                      <a:pt x="66" y="186"/>
                    </a:lnTo>
                    <a:close/>
                    <a:moveTo>
                      <a:pt x="354" y="108"/>
                    </a:moveTo>
                    <a:lnTo>
                      <a:pt x="348" y="102"/>
                    </a:lnTo>
                    <a:lnTo>
                      <a:pt x="330" y="102"/>
                    </a:lnTo>
                    <a:lnTo>
                      <a:pt x="318" y="108"/>
                    </a:lnTo>
                    <a:lnTo>
                      <a:pt x="306" y="108"/>
                    </a:lnTo>
                    <a:lnTo>
                      <a:pt x="288" y="90"/>
                    </a:lnTo>
                    <a:lnTo>
                      <a:pt x="288" y="84"/>
                    </a:lnTo>
                    <a:lnTo>
                      <a:pt x="264" y="54"/>
                    </a:lnTo>
                    <a:lnTo>
                      <a:pt x="264" y="42"/>
                    </a:lnTo>
                    <a:lnTo>
                      <a:pt x="216" y="0"/>
                    </a:lnTo>
                    <a:lnTo>
                      <a:pt x="216" y="30"/>
                    </a:lnTo>
                    <a:lnTo>
                      <a:pt x="210" y="36"/>
                    </a:lnTo>
                    <a:lnTo>
                      <a:pt x="192" y="36"/>
                    </a:lnTo>
                    <a:lnTo>
                      <a:pt x="192" y="48"/>
                    </a:lnTo>
                    <a:lnTo>
                      <a:pt x="186" y="54"/>
                    </a:lnTo>
                    <a:lnTo>
                      <a:pt x="162" y="54"/>
                    </a:lnTo>
                    <a:lnTo>
                      <a:pt x="156" y="48"/>
                    </a:lnTo>
                    <a:lnTo>
                      <a:pt x="144" y="42"/>
                    </a:lnTo>
                    <a:lnTo>
                      <a:pt x="138" y="30"/>
                    </a:lnTo>
                    <a:lnTo>
                      <a:pt x="120" y="12"/>
                    </a:lnTo>
                    <a:lnTo>
                      <a:pt x="84" y="0"/>
                    </a:lnTo>
                    <a:lnTo>
                      <a:pt x="72" y="0"/>
                    </a:lnTo>
                    <a:lnTo>
                      <a:pt x="60" y="12"/>
                    </a:lnTo>
                    <a:lnTo>
                      <a:pt x="78" y="30"/>
                    </a:lnTo>
                    <a:lnTo>
                      <a:pt x="84" y="30"/>
                    </a:lnTo>
                    <a:lnTo>
                      <a:pt x="90" y="36"/>
                    </a:lnTo>
                    <a:lnTo>
                      <a:pt x="96" y="48"/>
                    </a:lnTo>
                    <a:lnTo>
                      <a:pt x="102" y="54"/>
                    </a:lnTo>
                    <a:lnTo>
                      <a:pt x="108" y="66"/>
                    </a:lnTo>
                    <a:lnTo>
                      <a:pt x="102" y="72"/>
                    </a:lnTo>
                    <a:lnTo>
                      <a:pt x="84" y="54"/>
                    </a:lnTo>
                    <a:lnTo>
                      <a:pt x="72" y="54"/>
                    </a:lnTo>
                    <a:lnTo>
                      <a:pt x="60" y="60"/>
                    </a:lnTo>
                    <a:lnTo>
                      <a:pt x="42" y="42"/>
                    </a:lnTo>
                    <a:lnTo>
                      <a:pt x="42" y="36"/>
                    </a:lnTo>
                    <a:lnTo>
                      <a:pt x="36" y="30"/>
                    </a:lnTo>
                    <a:lnTo>
                      <a:pt x="12" y="30"/>
                    </a:lnTo>
                    <a:lnTo>
                      <a:pt x="0" y="42"/>
                    </a:lnTo>
                    <a:lnTo>
                      <a:pt x="0" y="48"/>
                    </a:lnTo>
                    <a:lnTo>
                      <a:pt x="6" y="48"/>
                    </a:lnTo>
                    <a:lnTo>
                      <a:pt x="12" y="54"/>
                    </a:lnTo>
                    <a:lnTo>
                      <a:pt x="12" y="66"/>
                    </a:lnTo>
                    <a:lnTo>
                      <a:pt x="30" y="66"/>
                    </a:lnTo>
                    <a:lnTo>
                      <a:pt x="36" y="72"/>
                    </a:lnTo>
                    <a:lnTo>
                      <a:pt x="36" y="96"/>
                    </a:lnTo>
                    <a:lnTo>
                      <a:pt x="30" y="102"/>
                    </a:lnTo>
                    <a:lnTo>
                      <a:pt x="36" y="102"/>
                    </a:lnTo>
                    <a:lnTo>
                      <a:pt x="42" y="108"/>
                    </a:lnTo>
                    <a:lnTo>
                      <a:pt x="66" y="120"/>
                    </a:lnTo>
                    <a:lnTo>
                      <a:pt x="72" y="126"/>
                    </a:lnTo>
                    <a:lnTo>
                      <a:pt x="72" y="132"/>
                    </a:lnTo>
                    <a:lnTo>
                      <a:pt x="54" y="150"/>
                    </a:lnTo>
                    <a:lnTo>
                      <a:pt x="42" y="150"/>
                    </a:lnTo>
                    <a:lnTo>
                      <a:pt x="72" y="162"/>
                    </a:lnTo>
                    <a:lnTo>
                      <a:pt x="84" y="180"/>
                    </a:lnTo>
                    <a:lnTo>
                      <a:pt x="114" y="186"/>
                    </a:lnTo>
                    <a:lnTo>
                      <a:pt x="114" y="198"/>
                    </a:lnTo>
                    <a:lnTo>
                      <a:pt x="120" y="210"/>
                    </a:lnTo>
                    <a:lnTo>
                      <a:pt x="120" y="240"/>
                    </a:lnTo>
                    <a:lnTo>
                      <a:pt x="132" y="240"/>
                    </a:lnTo>
                    <a:lnTo>
                      <a:pt x="138" y="228"/>
                    </a:lnTo>
                    <a:lnTo>
                      <a:pt x="144" y="222"/>
                    </a:lnTo>
                    <a:lnTo>
                      <a:pt x="144" y="216"/>
                    </a:lnTo>
                    <a:lnTo>
                      <a:pt x="156" y="204"/>
                    </a:lnTo>
                    <a:lnTo>
                      <a:pt x="174" y="192"/>
                    </a:lnTo>
                    <a:lnTo>
                      <a:pt x="186" y="186"/>
                    </a:lnTo>
                    <a:lnTo>
                      <a:pt x="198" y="174"/>
                    </a:lnTo>
                    <a:lnTo>
                      <a:pt x="210" y="168"/>
                    </a:lnTo>
                    <a:lnTo>
                      <a:pt x="222" y="168"/>
                    </a:lnTo>
                    <a:lnTo>
                      <a:pt x="228" y="180"/>
                    </a:lnTo>
                    <a:lnTo>
                      <a:pt x="234" y="186"/>
                    </a:lnTo>
                    <a:lnTo>
                      <a:pt x="234" y="204"/>
                    </a:lnTo>
                    <a:lnTo>
                      <a:pt x="228" y="210"/>
                    </a:lnTo>
                    <a:lnTo>
                      <a:pt x="228" y="222"/>
                    </a:lnTo>
                    <a:lnTo>
                      <a:pt x="234" y="222"/>
                    </a:lnTo>
                    <a:lnTo>
                      <a:pt x="240" y="228"/>
                    </a:lnTo>
                    <a:lnTo>
                      <a:pt x="240" y="234"/>
                    </a:lnTo>
                    <a:lnTo>
                      <a:pt x="234" y="240"/>
                    </a:lnTo>
                    <a:lnTo>
                      <a:pt x="222" y="240"/>
                    </a:lnTo>
                    <a:lnTo>
                      <a:pt x="222" y="246"/>
                    </a:lnTo>
                    <a:lnTo>
                      <a:pt x="234" y="258"/>
                    </a:lnTo>
                    <a:lnTo>
                      <a:pt x="246" y="264"/>
                    </a:lnTo>
                    <a:lnTo>
                      <a:pt x="252" y="270"/>
                    </a:lnTo>
                    <a:lnTo>
                      <a:pt x="258" y="270"/>
                    </a:lnTo>
                    <a:lnTo>
                      <a:pt x="264" y="276"/>
                    </a:lnTo>
                    <a:lnTo>
                      <a:pt x="264" y="282"/>
                    </a:lnTo>
                    <a:lnTo>
                      <a:pt x="282" y="282"/>
                    </a:lnTo>
                    <a:lnTo>
                      <a:pt x="282" y="288"/>
                    </a:lnTo>
                    <a:lnTo>
                      <a:pt x="288" y="282"/>
                    </a:lnTo>
                    <a:lnTo>
                      <a:pt x="288" y="258"/>
                    </a:lnTo>
                    <a:lnTo>
                      <a:pt x="282" y="252"/>
                    </a:lnTo>
                    <a:lnTo>
                      <a:pt x="276" y="252"/>
                    </a:lnTo>
                    <a:lnTo>
                      <a:pt x="270" y="246"/>
                    </a:lnTo>
                    <a:lnTo>
                      <a:pt x="288" y="240"/>
                    </a:lnTo>
                    <a:lnTo>
                      <a:pt x="288" y="210"/>
                    </a:lnTo>
                    <a:lnTo>
                      <a:pt x="300" y="222"/>
                    </a:lnTo>
                    <a:lnTo>
                      <a:pt x="306" y="222"/>
                    </a:lnTo>
                    <a:lnTo>
                      <a:pt x="318" y="210"/>
                    </a:lnTo>
                    <a:lnTo>
                      <a:pt x="300" y="192"/>
                    </a:lnTo>
                    <a:lnTo>
                      <a:pt x="300" y="138"/>
                    </a:lnTo>
                    <a:lnTo>
                      <a:pt x="318" y="138"/>
                    </a:lnTo>
                    <a:lnTo>
                      <a:pt x="330" y="126"/>
                    </a:lnTo>
                    <a:lnTo>
                      <a:pt x="360" y="132"/>
                    </a:lnTo>
                    <a:lnTo>
                      <a:pt x="360" y="120"/>
                    </a:lnTo>
                    <a:lnTo>
                      <a:pt x="354" y="108"/>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74" name="Austria" descr="© INSCALE GmbH, 05.05.2010&#10;http://www.presentationload.com/">
                <a:extLst>
                  <a:ext uri="{FF2B5EF4-FFF2-40B4-BE49-F238E27FC236}">
                    <a16:creationId xmlns:a16="http://schemas.microsoft.com/office/drawing/2014/main" id="{3CED8622-F689-E573-36B3-B13E65296574}"/>
                  </a:ext>
                </a:extLst>
              </p:cNvPr>
              <p:cNvSpPr>
                <a:spLocks/>
              </p:cNvSpPr>
              <p:nvPr/>
            </p:nvSpPr>
            <p:spPr bwMode="gray">
              <a:xfrm>
                <a:off x="2829" y="1570"/>
                <a:ext cx="116" cy="52"/>
              </a:xfrm>
              <a:custGeom>
                <a:avLst/>
                <a:gdLst>
                  <a:gd name="T0" fmla="*/ 2147483647 w 456"/>
                  <a:gd name="T1" fmla="*/ 2147483647 h 204"/>
                  <a:gd name="T2" fmla="*/ 2147483647 w 456"/>
                  <a:gd name="T3" fmla="*/ 2147483647 h 204"/>
                  <a:gd name="T4" fmla="*/ 2147483647 w 456"/>
                  <a:gd name="T5" fmla="*/ 2147483647 h 204"/>
                  <a:gd name="T6" fmla="*/ 2147483647 w 456"/>
                  <a:gd name="T7" fmla="*/ 2147483647 h 204"/>
                  <a:gd name="T8" fmla="*/ 2147483647 w 456"/>
                  <a:gd name="T9" fmla="*/ 2147483647 h 204"/>
                  <a:gd name="T10" fmla="*/ 2147483647 w 456"/>
                  <a:gd name="T11" fmla="*/ 2147483647 h 204"/>
                  <a:gd name="T12" fmla="*/ 2147483647 w 456"/>
                  <a:gd name="T13" fmla="*/ 2147483647 h 204"/>
                  <a:gd name="T14" fmla="*/ 2147483647 w 456"/>
                  <a:gd name="T15" fmla="*/ 0 h 204"/>
                  <a:gd name="T16" fmla="*/ 2147483647 w 456"/>
                  <a:gd name="T17" fmla="*/ 2147483647 h 204"/>
                  <a:gd name="T18" fmla="*/ 2147483647 w 456"/>
                  <a:gd name="T19" fmla="*/ 2147483647 h 204"/>
                  <a:gd name="T20" fmla="*/ 2147483647 w 456"/>
                  <a:gd name="T21" fmla="*/ 2147483647 h 204"/>
                  <a:gd name="T22" fmla="*/ 2147483647 w 456"/>
                  <a:gd name="T23" fmla="*/ 2147483647 h 204"/>
                  <a:gd name="T24" fmla="*/ 2147483647 w 456"/>
                  <a:gd name="T25" fmla="*/ 2147483647 h 204"/>
                  <a:gd name="T26" fmla="*/ 2147483647 w 456"/>
                  <a:gd name="T27" fmla="*/ 2147483647 h 204"/>
                  <a:gd name="T28" fmla="*/ 2147483647 w 456"/>
                  <a:gd name="T29" fmla="*/ 2147483647 h 204"/>
                  <a:gd name="T30" fmla="*/ 2147483647 w 456"/>
                  <a:gd name="T31" fmla="*/ 2147483647 h 204"/>
                  <a:gd name="T32" fmla="*/ 2147483647 w 456"/>
                  <a:gd name="T33" fmla="*/ 2147483647 h 204"/>
                  <a:gd name="T34" fmla="*/ 2147483647 w 456"/>
                  <a:gd name="T35" fmla="*/ 2147483647 h 204"/>
                  <a:gd name="T36" fmla="*/ 2147483647 w 456"/>
                  <a:gd name="T37" fmla="*/ 2147483647 h 204"/>
                  <a:gd name="T38" fmla="*/ 2147483647 w 456"/>
                  <a:gd name="T39" fmla="*/ 2147483647 h 204"/>
                  <a:gd name="T40" fmla="*/ 2147483647 w 456"/>
                  <a:gd name="T41" fmla="*/ 2147483647 h 204"/>
                  <a:gd name="T42" fmla="*/ 2147483647 w 456"/>
                  <a:gd name="T43" fmla="*/ 2147483647 h 204"/>
                  <a:gd name="T44" fmla="*/ 2147483647 w 456"/>
                  <a:gd name="T45" fmla="*/ 2147483647 h 204"/>
                  <a:gd name="T46" fmla="*/ 2147483647 w 456"/>
                  <a:gd name="T47" fmla="*/ 2147483647 h 204"/>
                  <a:gd name="T48" fmla="*/ 2147483647 w 456"/>
                  <a:gd name="T49" fmla="*/ 2147483647 h 204"/>
                  <a:gd name="T50" fmla="*/ 2147483647 w 456"/>
                  <a:gd name="T51" fmla="*/ 2147483647 h 204"/>
                  <a:gd name="T52" fmla="*/ 2147483647 w 456"/>
                  <a:gd name="T53" fmla="*/ 2147483647 h 204"/>
                  <a:gd name="T54" fmla="*/ 0 w 456"/>
                  <a:gd name="T55" fmla="*/ 2147483647 h 204"/>
                  <a:gd name="T56" fmla="*/ 2147483647 w 456"/>
                  <a:gd name="T57" fmla="*/ 2147483647 h 204"/>
                  <a:gd name="T58" fmla="*/ 2147483647 w 456"/>
                  <a:gd name="T59" fmla="*/ 2147483647 h 204"/>
                  <a:gd name="T60" fmla="*/ 2147483647 w 456"/>
                  <a:gd name="T61" fmla="*/ 2147483647 h 204"/>
                  <a:gd name="T62" fmla="*/ 2147483647 w 456"/>
                  <a:gd name="T63" fmla="*/ 2147483647 h 204"/>
                  <a:gd name="T64" fmla="*/ 2147483647 w 456"/>
                  <a:gd name="T65" fmla="*/ 2147483647 h 204"/>
                  <a:gd name="T66" fmla="*/ 2147483647 w 456"/>
                  <a:gd name="T67" fmla="*/ 2147483647 h 204"/>
                  <a:gd name="T68" fmla="*/ 2147483647 w 456"/>
                  <a:gd name="T69" fmla="*/ 2147483647 h 204"/>
                  <a:gd name="T70" fmla="*/ 2147483647 w 456"/>
                  <a:gd name="T71" fmla="*/ 2147483647 h 204"/>
                  <a:gd name="T72" fmla="*/ 2147483647 w 456"/>
                  <a:gd name="T73" fmla="*/ 2147483647 h 204"/>
                  <a:gd name="T74" fmla="*/ 2147483647 w 456"/>
                  <a:gd name="T75" fmla="*/ 2147483647 h 204"/>
                  <a:gd name="T76" fmla="*/ 2147483647 w 456"/>
                  <a:gd name="T77" fmla="*/ 2147483647 h 204"/>
                  <a:gd name="T78" fmla="*/ 2147483647 w 456"/>
                  <a:gd name="T79" fmla="*/ 2147483647 h 204"/>
                  <a:gd name="T80" fmla="*/ 2147483647 w 456"/>
                  <a:gd name="T81" fmla="*/ 2147483647 h 204"/>
                  <a:gd name="T82" fmla="*/ 2147483647 w 456"/>
                  <a:gd name="T83" fmla="*/ 2147483647 h 204"/>
                  <a:gd name="T84" fmla="*/ 2147483647 w 456"/>
                  <a:gd name="T85" fmla="*/ 2147483647 h 204"/>
                  <a:gd name="T86" fmla="*/ 2147483647 w 456"/>
                  <a:gd name="T87" fmla="*/ 2147483647 h 204"/>
                  <a:gd name="T88" fmla="*/ 2147483647 w 456"/>
                  <a:gd name="T89" fmla="*/ 2147483647 h 204"/>
                  <a:gd name="T90" fmla="*/ 2147483647 w 456"/>
                  <a:gd name="T91" fmla="*/ 2147483647 h 20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56"/>
                  <a:gd name="T139" fmla="*/ 0 h 204"/>
                  <a:gd name="T140" fmla="*/ 456 w 456"/>
                  <a:gd name="T141" fmla="*/ 204 h 20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56" h="204">
                    <a:moveTo>
                      <a:pt x="456" y="102"/>
                    </a:moveTo>
                    <a:lnTo>
                      <a:pt x="456" y="60"/>
                    </a:lnTo>
                    <a:lnTo>
                      <a:pt x="450" y="60"/>
                    </a:lnTo>
                    <a:lnTo>
                      <a:pt x="450" y="48"/>
                    </a:lnTo>
                    <a:lnTo>
                      <a:pt x="456" y="24"/>
                    </a:lnTo>
                    <a:lnTo>
                      <a:pt x="444" y="18"/>
                    </a:lnTo>
                    <a:lnTo>
                      <a:pt x="438" y="18"/>
                    </a:lnTo>
                    <a:lnTo>
                      <a:pt x="432" y="12"/>
                    </a:lnTo>
                    <a:lnTo>
                      <a:pt x="420" y="12"/>
                    </a:lnTo>
                    <a:lnTo>
                      <a:pt x="414" y="18"/>
                    </a:lnTo>
                    <a:lnTo>
                      <a:pt x="402" y="24"/>
                    </a:lnTo>
                    <a:lnTo>
                      <a:pt x="390" y="12"/>
                    </a:lnTo>
                    <a:lnTo>
                      <a:pt x="378" y="18"/>
                    </a:lnTo>
                    <a:lnTo>
                      <a:pt x="366" y="6"/>
                    </a:lnTo>
                    <a:lnTo>
                      <a:pt x="354" y="0"/>
                    </a:lnTo>
                    <a:lnTo>
                      <a:pt x="336" y="0"/>
                    </a:lnTo>
                    <a:lnTo>
                      <a:pt x="330" y="6"/>
                    </a:lnTo>
                    <a:lnTo>
                      <a:pt x="324" y="18"/>
                    </a:lnTo>
                    <a:lnTo>
                      <a:pt x="318" y="18"/>
                    </a:lnTo>
                    <a:lnTo>
                      <a:pt x="318" y="36"/>
                    </a:lnTo>
                    <a:lnTo>
                      <a:pt x="306" y="30"/>
                    </a:lnTo>
                    <a:lnTo>
                      <a:pt x="300" y="30"/>
                    </a:lnTo>
                    <a:lnTo>
                      <a:pt x="288" y="36"/>
                    </a:lnTo>
                    <a:lnTo>
                      <a:pt x="276" y="36"/>
                    </a:lnTo>
                    <a:lnTo>
                      <a:pt x="258" y="18"/>
                    </a:lnTo>
                    <a:lnTo>
                      <a:pt x="252" y="36"/>
                    </a:lnTo>
                    <a:lnTo>
                      <a:pt x="234" y="36"/>
                    </a:lnTo>
                    <a:lnTo>
                      <a:pt x="240" y="48"/>
                    </a:lnTo>
                    <a:lnTo>
                      <a:pt x="240" y="66"/>
                    </a:lnTo>
                    <a:lnTo>
                      <a:pt x="234" y="66"/>
                    </a:lnTo>
                    <a:lnTo>
                      <a:pt x="228" y="60"/>
                    </a:lnTo>
                    <a:lnTo>
                      <a:pt x="210" y="60"/>
                    </a:lnTo>
                    <a:lnTo>
                      <a:pt x="204" y="66"/>
                    </a:lnTo>
                    <a:lnTo>
                      <a:pt x="204" y="72"/>
                    </a:lnTo>
                    <a:lnTo>
                      <a:pt x="198" y="78"/>
                    </a:lnTo>
                    <a:lnTo>
                      <a:pt x="198" y="84"/>
                    </a:lnTo>
                    <a:lnTo>
                      <a:pt x="210" y="84"/>
                    </a:lnTo>
                    <a:lnTo>
                      <a:pt x="210" y="126"/>
                    </a:lnTo>
                    <a:lnTo>
                      <a:pt x="204" y="126"/>
                    </a:lnTo>
                    <a:lnTo>
                      <a:pt x="192" y="114"/>
                    </a:lnTo>
                    <a:lnTo>
                      <a:pt x="174" y="108"/>
                    </a:lnTo>
                    <a:lnTo>
                      <a:pt x="162" y="102"/>
                    </a:lnTo>
                    <a:lnTo>
                      <a:pt x="144" y="114"/>
                    </a:lnTo>
                    <a:lnTo>
                      <a:pt x="126" y="114"/>
                    </a:lnTo>
                    <a:lnTo>
                      <a:pt x="108" y="126"/>
                    </a:lnTo>
                    <a:lnTo>
                      <a:pt x="102" y="132"/>
                    </a:lnTo>
                    <a:lnTo>
                      <a:pt x="84" y="132"/>
                    </a:lnTo>
                    <a:lnTo>
                      <a:pt x="66" y="114"/>
                    </a:lnTo>
                    <a:lnTo>
                      <a:pt x="48" y="114"/>
                    </a:lnTo>
                    <a:lnTo>
                      <a:pt x="48" y="126"/>
                    </a:lnTo>
                    <a:lnTo>
                      <a:pt x="42" y="132"/>
                    </a:lnTo>
                    <a:lnTo>
                      <a:pt x="30" y="132"/>
                    </a:lnTo>
                    <a:lnTo>
                      <a:pt x="30" y="126"/>
                    </a:lnTo>
                    <a:lnTo>
                      <a:pt x="24" y="120"/>
                    </a:lnTo>
                    <a:lnTo>
                      <a:pt x="0" y="120"/>
                    </a:lnTo>
                    <a:lnTo>
                      <a:pt x="0" y="156"/>
                    </a:lnTo>
                    <a:lnTo>
                      <a:pt x="18" y="156"/>
                    </a:lnTo>
                    <a:lnTo>
                      <a:pt x="18" y="174"/>
                    </a:lnTo>
                    <a:lnTo>
                      <a:pt x="24" y="174"/>
                    </a:lnTo>
                    <a:lnTo>
                      <a:pt x="42" y="156"/>
                    </a:lnTo>
                    <a:lnTo>
                      <a:pt x="48" y="156"/>
                    </a:lnTo>
                    <a:lnTo>
                      <a:pt x="60" y="168"/>
                    </a:lnTo>
                    <a:lnTo>
                      <a:pt x="60" y="174"/>
                    </a:lnTo>
                    <a:lnTo>
                      <a:pt x="72" y="174"/>
                    </a:lnTo>
                    <a:lnTo>
                      <a:pt x="84" y="180"/>
                    </a:lnTo>
                    <a:lnTo>
                      <a:pt x="96" y="162"/>
                    </a:lnTo>
                    <a:lnTo>
                      <a:pt x="138" y="162"/>
                    </a:lnTo>
                    <a:lnTo>
                      <a:pt x="138" y="156"/>
                    </a:lnTo>
                    <a:lnTo>
                      <a:pt x="144" y="150"/>
                    </a:lnTo>
                    <a:lnTo>
                      <a:pt x="162" y="150"/>
                    </a:lnTo>
                    <a:lnTo>
                      <a:pt x="168" y="156"/>
                    </a:lnTo>
                    <a:lnTo>
                      <a:pt x="168" y="174"/>
                    </a:lnTo>
                    <a:lnTo>
                      <a:pt x="180" y="174"/>
                    </a:lnTo>
                    <a:lnTo>
                      <a:pt x="186" y="192"/>
                    </a:lnTo>
                    <a:lnTo>
                      <a:pt x="240" y="192"/>
                    </a:lnTo>
                    <a:lnTo>
                      <a:pt x="240" y="204"/>
                    </a:lnTo>
                    <a:lnTo>
                      <a:pt x="258" y="204"/>
                    </a:lnTo>
                    <a:lnTo>
                      <a:pt x="264" y="198"/>
                    </a:lnTo>
                    <a:lnTo>
                      <a:pt x="282" y="198"/>
                    </a:lnTo>
                    <a:lnTo>
                      <a:pt x="288" y="204"/>
                    </a:lnTo>
                    <a:lnTo>
                      <a:pt x="318" y="204"/>
                    </a:lnTo>
                    <a:lnTo>
                      <a:pt x="318" y="192"/>
                    </a:lnTo>
                    <a:lnTo>
                      <a:pt x="366" y="192"/>
                    </a:lnTo>
                    <a:lnTo>
                      <a:pt x="378" y="186"/>
                    </a:lnTo>
                    <a:lnTo>
                      <a:pt x="402" y="192"/>
                    </a:lnTo>
                    <a:lnTo>
                      <a:pt x="414" y="156"/>
                    </a:lnTo>
                    <a:lnTo>
                      <a:pt x="432" y="156"/>
                    </a:lnTo>
                    <a:lnTo>
                      <a:pt x="432" y="132"/>
                    </a:lnTo>
                    <a:lnTo>
                      <a:pt x="444" y="114"/>
                    </a:lnTo>
                    <a:lnTo>
                      <a:pt x="432" y="114"/>
                    </a:lnTo>
                    <a:lnTo>
                      <a:pt x="438" y="102"/>
                    </a:lnTo>
                    <a:lnTo>
                      <a:pt x="456" y="102"/>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75" name="Armenia" descr="© INSCALE GmbH, 05.05.2010&#10;http://www.presentationload.com/">
                <a:extLst>
                  <a:ext uri="{FF2B5EF4-FFF2-40B4-BE49-F238E27FC236}">
                    <a16:creationId xmlns:a16="http://schemas.microsoft.com/office/drawing/2014/main" id="{0A35378E-0ABA-618E-1E36-DD374D9A7BCA}"/>
                  </a:ext>
                </a:extLst>
              </p:cNvPr>
              <p:cNvSpPr>
                <a:spLocks/>
              </p:cNvSpPr>
              <p:nvPr/>
            </p:nvSpPr>
            <p:spPr bwMode="gray">
              <a:xfrm>
                <a:off x="3389" y="1724"/>
                <a:ext cx="56" cy="53"/>
              </a:xfrm>
              <a:custGeom>
                <a:avLst/>
                <a:gdLst>
                  <a:gd name="T0" fmla="*/ 2147483647 w 222"/>
                  <a:gd name="T1" fmla="*/ 2147483647 h 210"/>
                  <a:gd name="T2" fmla="*/ 2147483647 w 222"/>
                  <a:gd name="T3" fmla="*/ 2147483647 h 210"/>
                  <a:gd name="T4" fmla="*/ 2147483647 w 222"/>
                  <a:gd name="T5" fmla="*/ 2147483647 h 210"/>
                  <a:gd name="T6" fmla="*/ 2147483647 w 222"/>
                  <a:gd name="T7" fmla="*/ 2147483647 h 210"/>
                  <a:gd name="T8" fmla="*/ 2147483647 w 222"/>
                  <a:gd name="T9" fmla="*/ 2147483647 h 210"/>
                  <a:gd name="T10" fmla="*/ 2147483647 w 222"/>
                  <a:gd name="T11" fmla="*/ 2147483647 h 210"/>
                  <a:gd name="T12" fmla="*/ 2147483647 w 222"/>
                  <a:gd name="T13" fmla="*/ 2147483647 h 210"/>
                  <a:gd name="T14" fmla="*/ 2147483647 w 222"/>
                  <a:gd name="T15" fmla="*/ 2147483647 h 210"/>
                  <a:gd name="T16" fmla="*/ 2147483647 w 222"/>
                  <a:gd name="T17" fmla="*/ 2147483647 h 210"/>
                  <a:gd name="T18" fmla="*/ 2147483647 w 222"/>
                  <a:gd name="T19" fmla="*/ 2147483647 h 210"/>
                  <a:gd name="T20" fmla="*/ 2147483647 w 222"/>
                  <a:gd name="T21" fmla="*/ 2147483647 h 210"/>
                  <a:gd name="T22" fmla="*/ 2147483647 w 222"/>
                  <a:gd name="T23" fmla="*/ 2147483647 h 210"/>
                  <a:gd name="T24" fmla="*/ 2147483647 w 222"/>
                  <a:gd name="T25" fmla="*/ 2147483647 h 210"/>
                  <a:gd name="T26" fmla="*/ 2147483647 w 222"/>
                  <a:gd name="T27" fmla="*/ 2147483647 h 210"/>
                  <a:gd name="T28" fmla="*/ 2147483647 w 222"/>
                  <a:gd name="T29" fmla="*/ 2147483647 h 210"/>
                  <a:gd name="T30" fmla="*/ 2147483647 w 222"/>
                  <a:gd name="T31" fmla="*/ 2147483647 h 210"/>
                  <a:gd name="T32" fmla="*/ 2147483647 w 222"/>
                  <a:gd name="T33" fmla="*/ 2147483647 h 210"/>
                  <a:gd name="T34" fmla="*/ 2147483647 w 222"/>
                  <a:gd name="T35" fmla="*/ 2147483647 h 210"/>
                  <a:gd name="T36" fmla="*/ 2147483647 w 222"/>
                  <a:gd name="T37" fmla="*/ 2147483647 h 210"/>
                  <a:gd name="T38" fmla="*/ 2147483647 w 222"/>
                  <a:gd name="T39" fmla="*/ 0 h 210"/>
                  <a:gd name="T40" fmla="*/ 2147483647 w 222"/>
                  <a:gd name="T41" fmla="*/ 0 h 210"/>
                  <a:gd name="T42" fmla="*/ 2147483647 w 222"/>
                  <a:gd name="T43" fmla="*/ 2147483647 h 210"/>
                  <a:gd name="T44" fmla="*/ 2147483647 w 222"/>
                  <a:gd name="T45" fmla="*/ 2147483647 h 210"/>
                  <a:gd name="T46" fmla="*/ 2147483647 w 222"/>
                  <a:gd name="T47" fmla="*/ 2147483647 h 210"/>
                  <a:gd name="T48" fmla="*/ 0 w 222"/>
                  <a:gd name="T49" fmla="*/ 2147483647 h 210"/>
                  <a:gd name="T50" fmla="*/ 2147483647 w 222"/>
                  <a:gd name="T51" fmla="*/ 2147483647 h 210"/>
                  <a:gd name="T52" fmla="*/ 2147483647 w 222"/>
                  <a:gd name="T53" fmla="*/ 2147483647 h 210"/>
                  <a:gd name="T54" fmla="*/ 2147483647 w 222"/>
                  <a:gd name="T55" fmla="*/ 2147483647 h 210"/>
                  <a:gd name="T56" fmla="*/ 2147483647 w 222"/>
                  <a:gd name="T57" fmla="*/ 2147483647 h 210"/>
                  <a:gd name="T58" fmla="*/ 2147483647 w 222"/>
                  <a:gd name="T59" fmla="*/ 2147483647 h 210"/>
                  <a:gd name="T60" fmla="*/ 2147483647 w 222"/>
                  <a:gd name="T61" fmla="*/ 2147483647 h 210"/>
                  <a:gd name="T62" fmla="*/ 2147483647 w 222"/>
                  <a:gd name="T63" fmla="*/ 2147483647 h 210"/>
                  <a:gd name="T64" fmla="*/ 2147483647 w 222"/>
                  <a:gd name="T65" fmla="*/ 2147483647 h 210"/>
                  <a:gd name="T66" fmla="*/ 2147483647 w 222"/>
                  <a:gd name="T67" fmla="*/ 2147483647 h 210"/>
                  <a:gd name="T68" fmla="*/ 2147483647 w 222"/>
                  <a:gd name="T69" fmla="*/ 2147483647 h 210"/>
                  <a:gd name="T70" fmla="*/ 2147483647 w 222"/>
                  <a:gd name="T71" fmla="*/ 2147483647 h 210"/>
                  <a:gd name="T72" fmla="*/ 2147483647 w 222"/>
                  <a:gd name="T73" fmla="*/ 2147483647 h 210"/>
                  <a:gd name="T74" fmla="*/ 2147483647 w 222"/>
                  <a:gd name="T75" fmla="*/ 2147483647 h 210"/>
                  <a:gd name="T76" fmla="*/ 2147483647 w 222"/>
                  <a:gd name="T77" fmla="*/ 2147483647 h 210"/>
                  <a:gd name="T78" fmla="*/ 2147483647 w 222"/>
                  <a:gd name="T79" fmla="*/ 2147483647 h 210"/>
                  <a:gd name="T80" fmla="*/ 2147483647 w 222"/>
                  <a:gd name="T81" fmla="*/ 2147483647 h 210"/>
                  <a:gd name="T82" fmla="*/ 2147483647 w 222"/>
                  <a:gd name="T83" fmla="*/ 2147483647 h 210"/>
                  <a:gd name="T84" fmla="*/ 2147483647 w 222"/>
                  <a:gd name="T85" fmla="*/ 2147483647 h 210"/>
                  <a:gd name="T86" fmla="*/ 2147483647 w 222"/>
                  <a:gd name="T87" fmla="*/ 2147483647 h 210"/>
                  <a:gd name="T88" fmla="*/ 2147483647 w 222"/>
                  <a:gd name="T89" fmla="*/ 2147483647 h 210"/>
                  <a:gd name="T90" fmla="*/ 2147483647 w 222"/>
                  <a:gd name="T91" fmla="*/ 2147483647 h 210"/>
                  <a:gd name="T92" fmla="*/ 2147483647 w 222"/>
                  <a:gd name="T93" fmla="*/ 2147483647 h 210"/>
                  <a:gd name="T94" fmla="*/ 2147483647 w 222"/>
                  <a:gd name="T95" fmla="*/ 2147483647 h 210"/>
                  <a:gd name="T96" fmla="*/ 2147483647 w 222"/>
                  <a:gd name="T97" fmla="*/ 2147483647 h 210"/>
                  <a:gd name="T98" fmla="*/ 2147483647 w 222"/>
                  <a:gd name="T99" fmla="*/ 2147483647 h 210"/>
                  <a:gd name="T100" fmla="*/ 2147483647 w 222"/>
                  <a:gd name="T101" fmla="*/ 2147483647 h 210"/>
                  <a:gd name="T102" fmla="*/ 2147483647 w 222"/>
                  <a:gd name="T103" fmla="*/ 2147483647 h 210"/>
                  <a:gd name="T104" fmla="*/ 2147483647 w 222"/>
                  <a:gd name="T105" fmla="*/ 2147483647 h 210"/>
                  <a:gd name="T106" fmla="*/ 2147483647 w 222"/>
                  <a:gd name="T107" fmla="*/ 2147483647 h 21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22"/>
                  <a:gd name="T163" fmla="*/ 0 h 210"/>
                  <a:gd name="T164" fmla="*/ 222 w 222"/>
                  <a:gd name="T165" fmla="*/ 210 h 21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22" h="210">
                    <a:moveTo>
                      <a:pt x="222" y="168"/>
                    </a:moveTo>
                    <a:lnTo>
                      <a:pt x="216" y="156"/>
                    </a:lnTo>
                    <a:lnTo>
                      <a:pt x="216" y="144"/>
                    </a:lnTo>
                    <a:lnTo>
                      <a:pt x="186" y="138"/>
                    </a:lnTo>
                    <a:lnTo>
                      <a:pt x="174" y="120"/>
                    </a:lnTo>
                    <a:lnTo>
                      <a:pt x="144" y="108"/>
                    </a:lnTo>
                    <a:lnTo>
                      <a:pt x="156" y="108"/>
                    </a:lnTo>
                    <a:lnTo>
                      <a:pt x="174" y="90"/>
                    </a:lnTo>
                    <a:lnTo>
                      <a:pt x="174" y="84"/>
                    </a:lnTo>
                    <a:lnTo>
                      <a:pt x="168" y="78"/>
                    </a:lnTo>
                    <a:lnTo>
                      <a:pt x="144" y="66"/>
                    </a:lnTo>
                    <a:lnTo>
                      <a:pt x="138" y="60"/>
                    </a:lnTo>
                    <a:lnTo>
                      <a:pt x="132" y="60"/>
                    </a:lnTo>
                    <a:lnTo>
                      <a:pt x="138" y="54"/>
                    </a:lnTo>
                    <a:lnTo>
                      <a:pt x="138" y="30"/>
                    </a:lnTo>
                    <a:lnTo>
                      <a:pt x="132" y="24"/>
                    </a:lnTo>
                    <a:lnTo>
                      <a:pt x="114" y="24"/>
                    </a:lnTo>
                    <a:lnTo>
                      <a:pt x="114" y="12"/>
                    </a:lnTo>
                    <a:lnTo>
                      <a:pt x="102" y="6"/>
                    </a:lnTo>
                    <a:lnTo>
                      <a:pt x="96" y="0"/>
                    </a:lnTo>
                    <a:lnTo>
                      <a:pt x="84" y="0"/>
                    </a:lnTo>
                    <a:lnTo>
                      <a:pt x="84" y="18"/>
                    </a:lnTo>
                    <a:lnTo>
                      <a:pt x="30" y="12"/>
                    </a:lnTo>
                    <a:lnTo>
                      <a:pt x="24" y="18"/>
                    </a:lnTo>
                    <a:lnTo>
                      <a:pt x="0" y="24"/>
                    </a:lnTo>
                    <a:lnTo>
                      <a:pt x="6" y="30"/>
                    </a:lnTo>
                    <a:lnTo>
                      <a:pt x="6" y="42"/>
                    </a:lnTo>
                    <a:lnTo>
                      <a:pt x="18" y="78"/>
                    </a:lnTo>
                    <a:lnTo>
                      <a:pt x="18" y="90"/>
                    </a:lnTo>
                    <a:lnTo>
                      <a:pt x="24" y="102"/>
                    </a:lnTo>
                    <a:lnTo>
                      <a:pt x="30" y="108"/>
                    </a:lnTo>
                    <a:lnTo>
                      <a:pt x="42" y="114"/>
                    </a:lnTo>
                    <a:lnTo>
                      <a:pt x="54" y="114"/>
                    </a:lnTo>
                    <a:lnTo>
                      <a:pt x="66" y="108"/>
                    </a:lnTo>
                    <a:lnTo>
                      <a:pt x="72" y="108"/>
                    </a:lnTo>
                    <a:lnTo>
                      <a:pt x="72" y="114"/>
                    </a:lnTo>
                    <a:lnTo>
                      <a:pt x="78" y="120"/>
                    </a:lnTo>
                    <a:lnTo>
                      <a:pt x="78" y="132"/>
                    </a:lnTo>
                    <a:lnTo>
                      <a:pt x="84" y="144"/>
                    </a:lnTo>
                    <a:lnTo>
                      <a:pt x="84" y="150"/>
                    </a:lnTo>
                    <a:lnTo>
                      <a:pt x="90" y="156"/>
                    </a:lnTo>
                    <a:lnTo>
                      <a:pt x="108" y="132"/>
                    </a:lnTo>
                    <a:lnTo>
                      <a:pt x="126" y="132"/>
                    </a:lnTo>
                    <a:lnTo>
                      <a:pt x="138" y="144"/>
                    </a:lnTo>
                    <a:lnTo>
                      <a:pt x="174" y="144"/>
                    </a:lnTo>
                    <a:lnTo>
                      <a:pt x="174" y="156"/>
                    </a:lnTo>
                    <a:lnTo>
                      <a:pt x="180" y="162"/>
                    </a:lnTo>
                    <a:lnTo>
                      <a:pt x="180" y="174"/>
                    </a:lnTo>
                    <a:lnTo>
                      <a:pt x="186" y="186"/>
                    </a:lnTo>
                    <a:lnTo>
                      <a:pt x="186" y="198"/>
                    </a:lnTo>
                    <a:lnTo>
                      <a:pt x="192" y="204"/>
                    </a:lnTo>
                    <a:lnTo>
                      <a:pt x="192" y="210"/>
                    </a:lnTo>
                    <a:lnTo>
                      <a:pt x="222" y="210"/>
                    </a:lnTo>
                    <a:lnTo>
                      <a:pt x="222" y="168"/>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76" name="Andorra" descr="© INSCALE GmbH, 05.05.2010&#10;http://www.presentationload.com/">
                <a:extLst>
                  <a:ext uri="{FF2B5EF4-FFF2-40B4-BE49-F238E27FC236}">
                    <a16:creationId xmlns:a16="http://schemas.microsoft.com/office/drawing/2014/main" id="{37FD31AB-326A-0997-37B9-E7D7B174FAE9}"/>
                  </a:ext>
                </a:extLst>
              </p:cNvPr>
              <p:cNvSpPr>
                <a:spLocks/>
              </p:cNvSpPr>
              <p:nvPr/>
            </p:nvSpPr>
            <p:spPr bwMode="gray">
              <a:xfrm>
                <a:off x="2694" y="1698"/>
                <a:ext cx="8" cy="4"/>
              </a:xfrm>
              <a:custGeom>
                <a:avLst/>
                <a:gdLst>
                  <a:gd name="T0" fmla="*/ 2147483647 w 30"/>
                  <a:gd name="T1" fmla="*/ 2147483647 h 18"/>
                  <a:gd name="T2" fmla="*/ 2147483647 w 30"/>
                  <a:gd name="T3" fmla="*/ 2147483647 h 18"/>
                  <a:gd name="T4" fmla="*/ 2147483647 w 30"/>
                  <a:gd name="T5" fmla="*/ 2147483647 h 18"/>
                  <a:gd name="T6" fmla="*/ 2147483647 w 30"/>
                  <a:gd name="T7" fmla="*/ 0 h 18"/>
                  <a:gd name="T8" fmla="*/ 0 w 30"/>
                  <a:gd name="T9" fmla="*/ 0 h 18"/>
                  <a:gd name="T10" fmla="*/ 2147483647 w 30"/>
                  <a:gd name="T11" fmla="*/ 2147483647 h 18"/>
                  <a:gd name="T12" fmla="*/ 0 60000 65536"/>
                  <a:gd name="T13" fmla="*/ 0 60000 65536"/>
                  <a:gd name="T14" fmla="*/ 0 60000 65536"/>
                  <a:gd name="T15" fmla="*/ 0 60000 65536"/>
                  <a:gd name="T16" fmla="*/ 0 60000 65536"/>
                  <a:gd name="T17" fmla="*/ 0 60000 65536"/>
                  <a:gd name="T18" fmla="*/ 0 w 30"/>
                  <a:gd name="T19" fmla="*/ 0 h 18"/>
                  <a:gd name="T20" fmla="*/ 30 w 30"/>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30" h="18">
                    <a:moveTo>
                      <a:pt x="6" y="18"/>
                    </a:moveTo>
                    <a:lnTo>
                      <a:pt x="18" y="12"/>
                    </a:lnTo>
                    <a:lnTo>
                      <a:pt x="30" y="12"/>
                    </a:lnTo>
                    <a:lnTo>
                      <a:pt x="30" y="0"/>
                    </a:lnTo>
                    <a:lnTo>
                      <a:pt x="0" y="0"/>
                    </a:lnTo>
                    <a:lnTo>
                      <a:pt x="6" y="18"/>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77" name="Albania" descr="© INSCALE GmbH, 05.05.2010&#10;http://www.presentationload.com/">
                <a:extLst>
                  <a:ext uri="{FF2B5EF4-FFF2-40B4-BE49-F238E27FC236}">
                    <a16:creationId xmlns:a16="http://schemas.microsoft.com/office/drawing/2014/main" id="{66993BD2-C7BD-9569-1950-2847FB7BDFC6}"/>
                  </a:ext>
                </a:extLst>
              </p:cNvPr>
              <p:cNvSpPr>
                <a:spLocks/>
              </p:cNvSpPr>
              <p:nvPr/>
            </p:nvSpPr>
            <p:spPr bwMode="gray">
              <a:xfrm>
                <a:off x="2983" y="1698"/>
                <a:ext cx="36" cy="62"/>
              </a:xfrm>
              <a:custGeom>
                <a:avLst/>
                <a:gdLst>
                  <a:gd name="T0" fmla="*/ 2147483647 w 144"/>
                  <a:gd name="T1" fmla="*/ 2147483647 h 246"/>
                  <a:gd name="T2" fmla="*/ 2147483647 w 144"/>
                  <a:gd name="T3" fmla="*/ 2147483647 h 246"/>
                  <a:gd name="T4" fmla="*/ 2147483647 w 144"/>
                  <a:gd name="T5" fmla="*/ 2147483647 h 246"/>
                  <a:gd name="T6" fmla="*/ 2147483647 w 144"/>
                  <a:gd name="T7" fmla="*/ 2147483647 h 246"/>
                  <a:gd name="T8" fmla="*/ 2147483647 w 144"/>
                  <a:gd name="T9" fmla="*/ 2147483647 h 246"/>
                  <a:gd name="T10" fmla="*/ 2147483647 w 144"/>
                  <a:gd name="T11" fmla="*/ 2147483647 h 246"/>
                  <a:gd name="T12" fmla="*/ 2147483647 w 144"/>
                  <a:gd name="T13" fmla="*/ 2147483647 h 246"/>
                  <a:gd name="T14" fmla="*/ 2147483647 w 144"/>
                  <a:gd name="T15" fmla="*/ 2147483647 h 246"/>
                  <a:gd name="T16" fmla="*/ 2147483647 w 144"/>
                  <a:gd name="T17" fmla="*/ 2147483647 h 246"/>
                  <a:gd name="T18" fmla="*/ 2147483647 w 144"/>
                  <a:gd name="T19" fmla="*/ 2147483647 h 246"/>
                  <a:gd name="T20" fmla="*/ 2147483647 w 144"/>
                  <a:gd name="T21" fmla="*/ 2147483647 h 246"/>
                  <a:gd name="T22" fmla="*/ 2147483647 w 144"/>
                  <a:gd name="T23" fmla="*/ 2147483647 h 246"/>
                  <a:gd name="T24" fmla="*/ 2147483647 w 144"/>
                  <a:gd name="T25" fmla="*/ 2147483647 h 246"/>
                  <a:gd name="T26" fmla="*/ 2147483647 w 144"/>
                  <a:gd name="T27" fmla="*/ 2147483647 h 246"/>
                  <a:gd name="T28" fmla="*/ 2147483647 w 144"/>
                  <a:gd name="T29" fmla="*/ 2147483647 h 246"/>
                  <a:gd name="T30" fmla="*/ 2147483647 w 144"/>
                  <a:gd name="T31" fmla="*/ 2147483647 h 246"/>
                  <a:gd name="T32" fmla="*/ 2147483647 w 144"/>
                  <a:gd name="T33" fmla="*/ 2147483647 h 246"/>
                  <a:gd name="T34" fmla="*/ 2147483647 w 144"/>
                  <a:gd name="T35" fmla="*/ 2147483647 h 246"/>
                  <a:gd name="T36" fmla="*/ 2147483647 w 144"/>
                  <a:gd name="T37" fmla="*/ 2147483647 h 246"/>
                  <a:gd name="T38" fmla="*/ 2147483647 w 144"/>
                  <a:gd name="T39" fmla="*/ 0 h 246"/>
                  <a:gd name="T40" fmla="*/ 2147483647 w 144"/>
                  <a:gd name="T41" fmla="*/ 2147483647 h 246"/>
                  <a:gd name="T42" fmla="*/ 2147483647 w 144"/>
                  <a:gd name="T43" fmla="*/ 2147483647 h 246"/>
                  <a:gd name="T44" fmla="*/ 0 w 144"/>
                  <a:gd name="T45" fmla="*/ 2147483647 h 246"/>
                  <a:gd name="T46" fmla="*/ 2147483647 w 144"/>
                  <a:gd name="T47" fmla="*/ 2147483647 h 246"/>
                  <a:gd name="T48" fmla="*/ 2147483647 w 144"/>
                  <a:gd name="T49" fmla="*/ 2147483647 h 246"/>
                  <a:gd name="T50" fmla="*/ 2147483647 w 144"/>
                  <a:gd name="T51" fmla="*/ 2147483647 h 246"/>
                  <a:gd name="T52" fmla="*/ 2147483647 w 144"/>
                  <a:gd name="T53" fmla="*/ 2147483647 h 246"/>
                  <a:gd name="T54" fmla="*/ 2147483647 w 144"/>
                  <a:gd name="T55" fmla="*/ 2147483647 h 246"/>
                  <a:gd name="T56" fmla="*/ 2147483647 w 144"/>
                  <a:gd name="T57" fmla="*/ 2147483647 h 246"/>
                  <a:gd name="T58" fmla="*/ 2147483647 w 144"/>
                  <a:gd name="T59" fmla="*/ 2147483647 h 246"/>
                  <a:gd name="T60" fmla="*/ 2147483647 w 144"/>
                  <a:gd name="T61" fmla="*/ 2147483647 h 246"/>
                  <a:gd name="T62" fmla="*/ 2147483647 w 144"/>
                  <a:gd name="T63" fmla="*/ 2147483647 h 246"/>
                  <a:gd name="T64" fmla="*/ 2147483647 w 144"/>
                  <a:gd name="T65" fmla="*/ 2147483647 h 246"/>
                  <a:gd name="T66" fmla="*/ 2147483647 w 144"/>
                  <a:gd name="T67" fmla="*/ 2147483647 h 246"/>
                  <a:gd name="T68" fmla="*/ 2147483647 w 144"/>
                  <a:gd name="T69" fmla="*/ 2147483647 h 246"/>
                  <a:gd name="T70" fmla="*/ 2147483647 w 144"/>
                  <a:gd name="T71" fmla="*/ 2147483647 h 246"/>
                  <a:gd name="T72" fmla="*/ 2147483647 w 144"/>
                  <a:gd name="T73" fmla="*/ 2147483647 h 246"/>
                  <a:gd name="T74" fmla="*/ 2147483647 w 144"/>
                  <a:gd name="T75" fmla="*/ 2147483647 h 246"/>
                  <a:gd name="T76" fmla="*/ 2147483647 w 144"/>
                  <a:gd name="T77" fmla="*/ 2147483647 h 246"/>
                  <a:gd name="T78" fmla="*/ 2147483647 w 144"/>
                  <a:gd name="T79" fmla="*/ 2147483647 h 246"/>
                  <a:gd name="T80" fmla="*/ 2147483647 w 144"/>
                  <a:gd name="T81" fmla="*/ 2147483647 h 246"/>
                  <a:gd name="T82" fmla="*/ 2147483647 w 144"/>
                  <a:gd name="T83" fmla="*/ 2147483647 h 246"/>
                  <a:gd name="T84" fmla="*/ 2147483647 w 144"/>
                  <a:gd name="T85" fmla="*/ 2147483647 h 246"/>
                  <a:gd name="T86" fmla="*/ 2147483647 w 144"/>
                  <a:gd name="T87" fmla="*/ 2147483647 h 246"/>
                  <a:gd name="T88" fmla="*/ 2147483647 w 144"/>
                  <a:gd name="T89" fmla="*/ 2147483647 h 24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44"/>
                  <a:gd name="T136" fmla="*/ 0 h 246"/>
                  <a:gd name="T137" fmla="*/ 144 w 144"/>
                  <a:gd name="T138" fmla="*/ 246 h 24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44" h="246">
                    <a:moveTo>
                      <a:pt x="96" y="210"/>
                    </a:moveTo>
                    <a:lnTo>
                      <a:pt x="96" y="204"/>
                    </a:lnTo>
                    <a:lnTo>
                      <a:pt x="108" y="204"/>
                    </a:lnTo>
                    <a:lnTo>
                      <a:pt x="120" y="198"/>
                    </a:lnTo>
                    <a:lnTo>
                      <a:pt x="120" y="174"/>
                    </a:lnTo>
                    <a:lnTo>
                      <a:pt x="138" y="174"/>
                    </a:lnTo>
                    <a:lnTo>
                      <a:pt x="144" y="168"/>
                    </a:lnTo>
                    <a:lnTo>
                      <a:pt x="144" y="138"/>
                    </a:lnTo>
                    <a:lnTo>
                      <a:pt x="120" y="144"/>
                    </a:lnTo>
                    <a:lnTo>
                      <a:pt x="120" y="126"/>
                    </a:lnTo>
                    <a:lnTo>
                      <a:pt x="114" y="126"/>
                    </a:lnTo>
                    <a:lnTo>
                      <a:pt x="108" y="120"/>
                    </a:lnTo>
                    <a:lnTo>
                      <a:pt x="108" y="96"/>
                    </a:lnTo>
                    <a:lnTo>
                      <a:pt x="102" y="84"/>
                    </a:lnTo>
                    <a:lnTo>
                      <a:pt x="102" y="42"/>
                    </a:lnTo>
                    <a:lnTo>
                      <a:pt x="96" y="24"/>
                    </a:lnTo>
                    <a:lnTo>
                      <a:pt x="84" y="24"/>
                    </a:lnTo>
                    <a:lnTo>
                      <a:pt x="72" y="6"/>
                    </a:lnTo>
                    <a:lnTo>
                      <a:pt x="66" y="12"/>
                    </a:lnTo>
                    <a:lnTo>
                      <a:pt x="36" y="0"/>
                    </a:lnTo>
                    <a:lnTo>
                      <a:pt x="36" y="18"/>
                    </a:lnTo>
                    <a:lnTo>
                      <a:pt x="24" y="24"/>
                    </a:lnTo>
                    <a:lnTo>
                      <a:pt x="0" y="24"/>
                    </a:lnTo>
                    <a:lnTo>
                      <a:pt x="18" y="36"/>
                    </a:lnTo>
                    <a:lnTo>
                      <a:pt x="24" y="30"/>
                    </a:lnTo>
                    <a:lnTo>
                      <a:pt x="30" y="48"/>
                    </a:lnTo>
                    <a:lnTo>
                      <a:pt x="18" y="60"/>
                    </a:lnTo>
                    <a:lnTo>
                      <a:pt x="24" y="66"/>
                    </a:lnTo>
                    <a:lnTo>
                      <a:pt x="48" y="66"/>
                    </a:lnTo>
                    <a:lnTo>
                      <a:pt x="48" y="84"/>
                    </a:lnTo>
                    <a:lnTo>
                      <a:pt x="42" y="96"/>
                    </a:lnTo>
                    <a:lnTo>
                      <a:pt x="42" y="114"/>
                    </a:lnTo>
                    <a:lnTo>
                      <a:pt x="36" y="132"/>
                    </a:lnTo>
                    <a:lnTo>
                      <a:pt x="36" y="156"/>
                    </a:lnTo>
                    <a:lnTo>
                      <a:pt x="24" y="180"/>
                    </a:lnTo>
                    <a:lnTo>
                      <a:pt x="24" y="186"/>
                    </a:lnTo>
                    <a:lnTo>
                      <a:pt x="42" y="204"/>
                    </a:lnTo>
                    <a:lnTo>
                      <a:pt x="54" y="210"/>
                    </a:lnTo>
                    <a:lnTo>
                      <a:pt x="60" y="216"/>
                    </a:lnTo>
                    <a:lnTo>
                      <a:pt x="60" y="234"/>
                    </a:lnTo>
                    <a:lnTo>
                      <a:pt x="66" y="240"/>
                    </a:lnTo>
                    <a:lnTo>
                      <a:pt x="84" y="240"/>
                    </a:lnTo>
                    <a:lnTo>
                      <a:pt x="90" y="246"/>
                    </a:lnTo>
                    <a:lnTo>
                      <a:pt x="96" y="246"/>
                    </a:lnTo>
                    <a:lnTo>
                      <a:pt x="96" y="210"/>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78" name="Zimbabwe" descr="© INSCALE GmbH, 05.05.2010&#10;http://www.presentationload.com/">
                <a:extLst>
                  <a:ext uri="{FF2B5EF4-FFF2-40B4-BE49-F238E27FC236}">
                    <a16:creationId xmlns:a16="http://schemas.microsoft.com/office/drawing/2014/main" id="{EC5C7F7D-705B-949D-BBEF-1C0A5752BC1C}"/>
                  </a:ext>
                </a:extLst>
              </p:cNvPr>
              <p:cNvSpPr>
                <a:spLocks/>
              </p:cNvSpPr>
              <p:nvPr/>
            </p:nvSpPr>
            <p:spPr bwMode="gray">
              <a:xfrm>
                <a:off x="3107" y="2888"/>
                <a:ext cx="139" cy="140"/>
              </a:xfrm>
              <a:custGeom>
                <a:avLst/>
                <a:gdLst>
                  <a:gd name="T0" fmla="*/ 2147483647 w 552"/>
                  <a:gd name="T1" fmla="*/ 2147483647 h 552"/>
                  <a:gd name="T2" fmla="*/ 2147483647 w 552"/>
                  <a:gd name="T3" fmla="*/ 2147483647 h 552"/>
                  <a:gd name="T4" fmla="*/ 2147483647 w 552"/>
                  <a:gd name="T5" fmla="*/ 2147483647 h 552"/>
                  <a:gd name="T6" fmla="*/ 2147483647 w 552"/>
                  <a:gd name="T7" fmla="*/ 2147483647 h 552"/>
                  <a:gd name="T8" fmla="*/ 2147483647 w 552"/>
                  <a:gd name="T9" fmla="*/ 2147483647 h 552"/>
                  <a:gd name="T10" fmla="*/ 2147483647 w 552"/>
                  <a:gd name="T11" fmla="*/ 2147483647 h 552"/>
                  <a:gd name="T12" fmla="*/ 2147483647 w 552"/>
                  <a:gd name="T13" fmla="*/ 2147483647 h 552"/>
                  <a:gd name="T14" fmla="*/ 2147483647 w 552"/>
                  <a:gd name="T15" fmla="*/ 2147483647 h 552"/>
                  <a:gd name="T16" fmla="*/ 2147483647 w 552"/>
                  <a:gd name="T17" fmla="*/ 2147483647 h 552"/>
                  <a:gd name="T18" fmla="*/ 2147483647 w 552"/>
                  <a:gd name="T19" fmla="*/ 2147483647 h 552"/>
                  <a:gd name="T20" fmla="*/ 2147483647 w 552"/>
                  <a:gd name="T21" fmla="*/ 2147483647 h 552"/>
                  <a:gd name="T22" fmla="*/ 2147483647 w 552"/>
                  <a:gd name="T23" fmla="*/ 2147483647 h 552"/>
                  <a:gd name="T24" fmla="*/ 2147483647 w 552"/>
                  <a:gd name="T25" fmla="*/ 2147483647 h 552"/>
                  <a:gd name="T26" fmla="*/ 2147483647 w 552"/>
                  <a:gd name="T27" fmla="*/ 2147483647 h 552"/>
                  <a:gd name="T28" fmla="*/ 2147483647 w 552"/>
                  <a:gd name="T29" fmla="*/ 2147483647 h 552"/>
                  <a:gd name="T30" fmla="*/ 2147483647 w 552"/>
                  <a:gd name="T31" fmla="*/ 2147483647 h 552"/>
                  <a:gd name="T32" fmla="*/ 2147483647 w 552"/>
                  <a:gd name="T33" fmla="*/ 2147483647 h 552"/>
                  <a:gd name="T34" fmla="*/ 2147483647 w 552"/>
                  <a:gd name="T35" fmla="*/ 2147483647 h 552"/>
                  <a:gd name="T36" fmla="*/ 2147483647 w 552"/>
                  <a:gd name="T37" fmla="*/ 2147483647 h 552"/>
                  <a:gd name="T38" fmla="*/ 2147483647 w 552"/>
                  <a:gd name="T39" fmla="*/ 2147483647 h 552"/>
                  <a:gd name="T40" fmla="*/ 2147483647 w 552"/>
                  <a:gd name="T41" fmla="*/ 2147483647 h 552"/>
                  <a:gd name="T42" fmla="*/ 2147483647 w 552"/>
                  <a:gd name="T43" fmla="*/ 2147483647 h 552"/>
                  <a:gd name="T44" fmla="*/ 2147483647 w 552"/>
                  <a:gd name="T45" fmla="*/ 2147483647 h 552"/>
                  <a:gd name="T46" fmla="*/ 2147483647 w 552"/>
                  <a:gd name="T47" fmla="*/ 2147483647 h 552"/>
                  <a:gd name="T48" fmla="*/ 2147483647 w 552"/>
                  <a:gd name="T49" fmla="*/ 2147483647 h 552"/>
                  <a:gd name="T50" fmla="*/ 2147483647 w 552"/>
                  <a:gd name="T51" fmla="*/ 2147483647 h 552"/>
                  <a:gd name="T52" fmla="*/ 2147483647 w 552"/>
                  <a:gd name="T53" fmla="*/ 2147483647 h 552"/>
                  <a:gd name="T54" fmla="*/ 2147483647 w 552"/>
                  <a:gd name="T55" fmla="*/ 2147483647 h 552"/>
                  <a:gd name="T56" fmla="*/ 2147483647 w 552"/>
                  <a:gd name="T57" fmla="*/ 2147483647 h 552"/>
                  <a:gd name="T58" fmla="*/ 2147483647 w 552"/>
                  <a:gd name="T59" fmla="*/ 2147483647 h 552"/>
                  <a:gd name="T60" fmla="*/ 2147483647 w 552"/>
                  <a:gd name="T61" fmla="*/ 2147483647 h 552"/>
                  <a:gd name="T62" fmla="*/ 2147483647 w 552"/>
                  <a:gd name="T63" fmla="*/ 2147483647 h 552"/>
                  <a:gd name="T64" fmla="*/ 2147483647 w 552"/>
                  <a:gd name="T65" fmla="*/ 2147483647 h 552"/>
                  <a:gd name="T66" fmla="*/ 2147483647 w 552"/>
                  <a:gd name="T67" fmla="*/ 2147483647 h 552"/>
                  <a:gd name="T68" fmla="*/ 2147483647 w 552"/>
                  <a:gd name="T69" fmla="*/ 2147483647 h 552"/>
                  <a:gd name="T70" fmla="*/ 2147483647 w 552"/>
                  <a:gd name="T71" fmla="*/ 2147483647 h 552"/>
                  <a:gd name="T72" fmla="*/ 2147483647 w 552"/>
                  <a:gd name="T73" fmla="*/ 2147483647 h 552"/>
                  <a:gd name="T74" fmla="*/ 2147483647 w 552"/>
                  <a:gd name="T75" fmla="*/ 0 h 552"/>
                  <a:gd name="T76" fmla="*/ 2147483647 w 552"/>
                  <a:gd name="T77" fmla="*/ 2147483647 h 552"/>
                  <a:gd name="T78" fmla="*/ 2147483647 w 552"/>
                  <a:gd name="T79" fmla="*/ 2147483647 h 552"/>
                  <a:gd name="T80" fmla="*/ 2147483647 w 552"/>
                  <a:gd name="T81" fmla="*/ 2147483647 h 552"/>
                  <a:gd name="T82" fmla="*/ 2147483647 w 552"/>
                  <a:gd name="T83" fmla="*/ 2147483647 h 552"/>
                  <a:gd name="T84" fmla="*/ 2147483647 w 552"/>
                  <a:gd name="T85" fmla="*/ 2147483647 h 552"/>
                  <a:gd name="T86" fmla="*/ 2147483647 w 552"/>
                  <a:gd name="T87" fmla="*/ 2147483647 h 552"/>
                  <a:gd name="T88" fmla="*/ 2147483647 w 552"/>
                  <a:gd name="T89" fmla="*/ 2147483647 h 552"/>
                  <a:gd name="T90" fmla="*/ 2147483647 w 552"/>
                  <a:gd name="T91" fmla="*/ 2147483647 h 552"/>
                  <a:gd name="T92" fmla="*/ 2147483647 w 552"/>
                  <a:gd name="T93" fmla="*/ 2147483647 h 552"/>
                  <a:gd name="T94" fmla="*/ 2147483647 w 552"/>
                  <a:gd name="T95" fmla="*/ 2147483647 h 552"/>
                  <a:gd name="T96" fmla="*/ 2147483647 w 552"/>
                  <a:gd name="T97" fmla="*/ 2147483647 h 552"/>
                  <a:gd name="T98" fmla="*/ 2147483647 w 552"/>
                  <a:gd name="T99" fmla="*/ 2147483647 h 552"/>
                  <a:gd name="T100" fmla="*/ 2147483647 w 552"/>
                  <a:gd name="T101" fmla="*/ 2147483647 h 552"/>
                  <a:gd name="T102" fmla="*/ 2147483647 w 552"/>
                  <a:gd name="T103" fmla="*/ 2147483647 h 55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52"/>
                  <a:gd name="T157" fmla="*/ 0 h 552"/>
                  <a:gd name="T158" fmla="*/ 552 w 552"/>
                  <a:gd name="T159" fmla="*/ 552 h 55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52" h="552">
                    <a:moveTo>
                      <a:pt x="18" y="204"/>
                    </a:moveTo>
                    <a:lnTo>
                      <a:pt x="18" y="234"/>
                    </a:lnTo>
                    <a:lnTo>
                      <a:pt x="30" y="234"/>
                    </a:lnTo>
                    <a:lnTo>
                      <a:pt x="36" y="240"/>
                    </a:lnTo>
                    <a:lnTo>
                      <a:pt x="48" y="264"/>
                    </a:lnTo>
                    <a:lnTo>
                      <a:pt x="54" y="270"/>
                    </a:lnTo>
                    <a:lnTo>
                      <a:pt x="54" y="294"/>
                    </a:lnTo>
                    <a:lnTo>
                      <a:pt x="72" y="330"/>
                    </a:lnTo>
                    <a:lnTo>
                      <a:pt x="84" y="336"/>
                    </a:lnTo>
                    <a:lnTo>
                      <a:pt x="102" y="354"/>
                    </a:lnTo>
                    <a:lnTo>
                      <a:pt x="132" y="354"/>
                    </a:lnTo>
                    <a:lnTo>
                      <a:pt x="138" y="360"/>
                    </a:lnTo>
                    <a:lnTo>
                      <a:pt x="138" y="390"/>
                    </a:lnTo>
                    <a:lnTo>
                      <a:pt x="168" y="390"/>
                    </a:lnTo>
                    <a:lnTo>
                      <a:pt x="174" y="414"/>
                    </a:lnTo>
                    <a:lnTo>
                      <a:pt x="168" y="420"/>
                    </a:lnTo>
                    <a:lnTo>
                      <a:pt x="168" y="450"/>
                    </a:lnTo>
                    <a:lnTo>
                      <a:pt x="186" y="450"/>
                    </a:lnTo>
                    <a:lnTo>
                      <a:pt x="186" y="480"/>
                    </a:lnTo>
                    <a:lnTo>
                      <a:pt x="198" y="480"/>
                    </a:lnTo>
                    <a:lnTo>
                      <a:pt x="216" y="486"/>
                    </a:lnTo>
                    <a:lnTo>
                      <a:pt x="228" y="486"/>
                    </a:lnTo>
                    <a:lnTo>
                      <a:pt x="246" y="492"/>
                    </a:lnTo>
                    <a:lnTo>
                      <a:pt x="264" y="510"/>
                    </a:lnTo>
                    <a:lnTo>
                      <a:pt x="270" y="522"/>
                    </a:lnTo>
                    <a:lnTo>
                      <a:pt x="270" y="528"/>
                    </a:lnTo>
                    <a:lnTo>
                      <a:pt x="252" y="528"/>
                    </a:lnTo>
                    <a:lnTo>
                      <a:pt x="312" y="528"/>
                    </a:lnTo>
                    <a:lnTo>
                      <a:pt x="324" y="534"/>
                    </a:lnTo>
                    <a:lnTo>
                      <a:pt x="330" y="534"/>
                    </a:lnTo>
                    <a:lnTo>
                      <a:pt x="342" y="540"/>
                    </a:lnTo>
                    <a:lnTo>
                      <a:pt x="402" y="540"/>
                    </a:lnTo>
                    <a:lnTo>
                      <a:pt x="420" y="552"/>
                    </a:lnTo>
                    <a:lnTo>
                      <a:pt x="486" y="468"/>
                    </a:lnTo>
                    <a:lnTo>
                      <a:pt x="504" y="462"/>
                    </a:lnTo>
                    <a:lnTo>
                      <a:pt x="492" y="444"/>
                    </a:lnTo>
                    <a:lnTo>
                      <a:pt x="504" y="432"/>
                    </a:lnTo>
                    <a:lnTo>
                      <a:pt x="504" y="402"/>
                    </a:lnTo>
                    <a:lnTo>
                      <a:pt x="516" y="396"/>
                    </a:lnTo>
                    <a:lnTo>
                      <a:pt x="528" y="384"/>
                    </a:lnTo>
                    <a:lnTo>
                      <a:pt x="528" y="372"/>
                    </a:lnTo>
                    <a:lnTo>
                      <a:pt x="540" y="360"/>
                    </a:lnTo>
                    <a:lnTo>
                      <a:pt x="546" y="348"/>
                    </a:lnTo>
                    <a:lnTo>
                      <a:pt x="546" y="342"/>
                    </a:lnTo>
                    <a:lnTo>
                      <a:pt x="522" y="318"/>
                    </a:lnTo>
                    <a:lnTo>
                      <a:pt x="522" y="306"/>
                    </a:lnTo>
                    <a:lnTo>
                      <a:pt x="540" y="288"/>
                    </a:lnTo>
                    <a:lnTo>
                      <a:pt x="522" y="264"/>
                    </a:lnTo>
                    <a:lnTo>
                      <a:pt x="540" y="252"/>
                    </a:lnTo>
                    <a:lnTo>
                      <a:pt x="540" y="240"/>
                    </a:lnTo>
                    <a:lnTo>
                      <a:pt x="546" y="240"/>
                    </a:lnTo>
                    <a:lnTo>
                      <a:pt x="546" y="234"/>
                    </a:lnTo>
                    <a:lnTo>
                      <a:pt x="552" y="228"/>
                    </a:lnTo>
                    <a:lnTo>
                      <a:pt x="552" y="216"/>
                    </a:lnTo>
                    <a:lnTo>
                      <a:pt x="540" y="192"/>
                    </a:lnTo>
                    <a:lnTo>
                      <a:pt x="540" y="180"/>
                    </a:lnTo>
                    <a:lnTo>
                      <a:pt x="546" y="174"/>
                    </a:lnTo>
                    <a:lnTo>
                      <a:pt x="546" y="168"/>
                    </a:lnTo>
                    <a:lnTo>
                      <a:pt x="552" y="162"/>
                    </a:lnTo>
                    <a:lnTo>
                      <a:pt x="540" y="150"/>
                    </a:lnTo>
                    <a:lnTo>
                      <a:pt x="552" y="138"/>
                    </a:lnTo>
                    <a:lnTo>
                      <a:pt x="540" y="120"/>
                    </a:lnTo>
                    <a:lnTo>
                      <a:pt x="546" y="114"/>
                    </a:lnTo>
                    <a:lnTo>
                      <a:pt x="552" y="102"/>
                    </a:lnTo>
                    <a:lnTo>
                      <a:pt x="552" y="96"/>
                    </a:lnTo>
                    <a:lnTo>
                      <a:pt x="540" y="84"/>
                    </a:lnTo>
                    <a:lnTo>
                      <a:pt x="528" y="84"/>
                    </a:lnTo>
                    <a:lnTo>
                      <a:pt x="510" y="66"/>
                    </a:lnTo>
                    <a:lnTo>
                      <a:pt x="498" y="66"/>
                    </a:lnTo>
                    <a:lnTo>
                      <a:pt x="486" y="72"/>
                    </a:lnTo>
                    <a:lnTo>
                      <a:pt x="480" y="72"/>
                    </a:lnTo>
                    <a:lnTo>
                      <a:pt x="462" y="48"/>
                    </a:lnTo>
                    <a:lnTo>
                      <a:pt x="444" y="48"/>
                    </a:lnTo>
                    <a:lnTo>
                      <a:pt x="432" y="30"/>
                    </a:lnTo>
                    <a:lnTo>
                      <a:pt x="372" y="30"/>
                    </a:lnTo>
                    <a:lnTo>
                      <a:pt x="366" y="0"/>
                    </a:lnTo>
                    <a:lnTo>
                      <a:pt x="330" y="0"/>
                    </a:lnTo>
                    <a:lnTo>
                      <a:pt x="294" y="12"/>
                    </a:lnTo>
                    <a:lnTo>
                      <a:pt x="282" y="24"/>
                    </a:lnTo>
                    <a:lnTo>
                      <a:pt x="258" y="36"/>
                    </a:lnTo>
                    <a:lnTo>
                      <a:pt x="258" y="72"/>
                    </a:lnTo>
                    <a:lnTo>
                      <a:pt x="252" y="78"/>
                    </a:lnTo>
                    <a:lnTo>
                      <a:pt x="240" y="78"/>
                    </a:lnTo>
                    <a:lnTo>
                      <a:pt x="228" y="84"/>
                    </a:lnTo>
                    <a:lnTo>
                      <a:pt x="210" y="90"/>
                    </a:lnTo>
                    <a:lnTo>
                      <a:pt x="198" y="96"/>
                    </a:lnTo>
                    <a:lnTo>
                      <a:pt x="192" y="102"/>
                    </a:lnTo>
                    <a:lnTo>
                      <a:pt x="180" y="126"/>
                    </a:lnTo>
                    <a:lnTo>
                      <a:pt x="174" y="132"/>
                    </a:lnTo>
                    <a:lnTo>
                      <a:pt x="174" y="138"/>
                    </a:lnTo>
                    <a:lnTo>
                      <a:pt x="168" y="144"/>
                    </a:lnTo>
                    <a:lnTo>
                      <a:pt x="162" y="156"/>
                    </a:lnTo>
                    <a:lnTo>
                      <a:pt x="132" y="186"/>
                    </a:lnTo>
                    <a:lnTo>
                      <a:pt x="108" y="198"/>
                    </a:lnTo>
                    <a:lnTo>
                      <a:pt x="90" y="198"/>
                    </a:lnTo>
                    <a:lnTo>
                      <a:pt x="90" y="192"/>
                    </a:lnTo>
                    <a:lnTo>
                      <a:pt x="78" y="180"/>
                    </a:lnTo>
                    <a:lnTo>
                      <a:pt x="66" y="180"/>
                    </a:lnTo>
                    <a:lnTo>
                      <a:pt x="66" y="192"/>
                    </a:lnTo>
                    <a:lnTo>
                      <a:pt x="54" y="192"/>
                    </a:lnTo>
                    <a:lnTo>
                      <a:pt x="42" y="180"/>
                    </a:lnTo>
                    <a:lnTo>
                      <a:pt x="42" y="174"/>
                    </a:lnTo>
                    <a:lnTo>
                      <a:pt x="0" y="174"/>
                    </a:lnTo>
                    <a:lnTo>
                      <a:pt x="6" y="192"/>
                    </a:lnTo>
                    <a:lnTo>
                      <a:pt x="18" y="204"/>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79" name="Zambia" descr="© INSCALE GmbH, 05.05.2010&#10;http://www.presentationload.com/">
                <a:extLst>
                  <a:ext uri="{FF2B5EF4-FFF2-40B4-BE49-F238E27FC236}">
                    <a16:creationId xmlns:a16="http://schemas.microsoft.com/office/drawing/2014/main" id="{439F0174-AC79-AFC5-039D-0E62E8F86ACA}"/>
                  </a:ext>
                </a:extLst>
              </p:cNvPr>
              <p:cNvSpPr>
                <a:spLocks/>
              </p:cNvSpPr>
              <p:nvPr/>
            </p:nvSpPr>
            <p:spPr bwMode="gray">
              <a:xfrm>
                <a:off x="3050" y="2735"/>
                <a:ext cx="211" cy="202"/>
              </a:xfrm>
              <a:custGeom>
                <a:avLst/>
                <a:gdLst>
                  <a:gd name="T0" fmla="*/ 2147483647 w 834"/>
                  <a:gd name="T1" fmla="*/ 2147483647 h 798"/>
                  <a:gd name="T2" fmla="*/ 2147483647 w 834"/>
                  <a:gd name="T3" fmla="*/ 2147483647 h 798"/>
                  <a:gd name="T4" fmla="*/ 2147483647 w 834"/>
                  <a:gd name="T5" fmla="*/ 2147483647 h 798"/>
                  <a:gd name="T6" fmla="*/ 2147483647 w 834"/>
                  <a:gd name="T7" fmla="*/ 2147483647 h 798"/>
                  <a:gd name="T8" fmla="*/ 2147483647 w 834"/>
                  <a:gd name="T9" fmla="*/ 2147483647 h 798"/>
                  <a:gd name="T10" fmla="*/ 2147483647 w 834"/>
                  <a:gd name="T11" fmla="*/ 2147483647 h 798"/>
                  <a:gd name="T12" fmla="*/ 2147483647 w 834"/>
                  <a:gd name="T13" fmla="*/ 2147483647 h 798"/>
                  <a:gd name="T14" fmla="*/ 2147483647 w 834"/>
                  <a:gd name="T15" fmla="*/ 2147483647 h 798"/>
                  <a:gd name="T16" fmla="*/ 2147483647 w 834"/>
                  <a:gd name="T17" fmla="*/ 2147483647 h 798"/>
                  <a:gd name="T18" fmla="*/ 2147483647 w 834"/>
                  <a:gd name="T19" fmla="*/ 2147483647 h 798"/>
                  <a:gd name="T20" fmla="*/ 2147483647 w 834"/>
                  <a:gd name="T21" fmla="*/ 2147483647 h 798"/>
                  <a:gd name="T22" fmla="*/ 2147483647 w 834"/>
                  <a:gd name="T23" fmla="*/ 2147483647 h 798"/>
                  <a:gd name="T24" fmla="*/ 2147483647 w 834"/>
                  <a:gd name="T25" fmla="*/ 2147483647 h 798"/>
                  <a:gd name="T26" fmla="*/ 2147483647 w 834"/>
                  <a:gd name="T27" fmla="*/ 2147483647 h 798"/>
                  <a:gd name="T28" fmla="*/ 2147483647 w 834"/>
                  <a:gd name="T29" fmla="*/ 2147483647 h 798"/>
                  <a:gd name="T30" fmla="*/ 2147483647 w 834"/>
                  <a:gd name="T31" fmla="*/ 2147483647 h 798"/>
                  <a:gd name="T32" fmla="*/ 2147483647 w 834"/>
                  <a:gd name="T33" fmla="*/ 2147483647 h 798"/>
                  <a:gd name="T34" fmla="*/ 2147483647 w 834"/>
                  <a:gd name="T35" fmla="*/ 2147483647 h 798"/>
                  <a:gd name="T36" fmla="*/ 2147483647 w 834"/>
                  <a:gd name="T37" fmla="*/ 2147483647 h 798"/>
                  <a:gd name="T38" fmla="*/ 2147483647 w 834"/>
                  <a:gd name="T39" fmla="*/ 2147483647 h 798"/>
                  <a:gd name="T40" fmla="*/ 2147483647 w 834"/>
                  <a:gd name="T41" fmla="*/ 2147483647 h 798"/>
                  <a:gd name="T42" fmla="*/ 2147483647 w 834"/>
                  <a:gd name="T43" fmla="*/ 2147483647 h 798"/>
                  <a:gd name="T44" fmla="*/ 2147483647 w 834"/>
                  <a:gd name="T45" fmla="*/ 2147483647 h 798"/>
                  <a:gd name="T46" fmla="*/ 2147483647 w 834"/>
                  <a:gd name="T47" fmla="*/ 2147483647 h 798"/>
                  <a:gd name="T48" fmla="*/ 2147483647 w 834"/>
                  <a:gd name="T49" fmla="*/ 2147483647 h 798"/>
                  <a:gd name="T50" fmla="*/ 2147483647 w 834"/>
                  <a:gd name="T51" fmla="*/ 2147483647 h 798"/>
                  <a:gd name="T52" fmla="*/ 2147483647 w 834"/>
                  <a:gd name="T53" fmla="*/ 2147483647 h 798"/>
                  <a:gd name="T54" fmla="*/ 2147483647 w 834"/>
                  <a:gd name="T55" fmla="*/ 2147483647 h 798"/>
                  <a:gd name="T56" fmla="*/ 2147483647 w 834"/>
                  <a:gd name="T57" fmla="*/ 2147483647 h 798"/>
                  <a:gd name="T58" fmla="*/ 2147483647 w 834"/>
                  <a:gd name="T59" fmla="*/ 2147483647 h 798"/>
                  <a:gd name="T60" fmla="*/ 2147483647 w 834"/>
                  <a:gd name="T61" fmla="*/ 2147483647 h 798"/>
                  <a:gd name="T62" fmla="*/ 2147483647 w 834"/>
                  <a:gd name="T63" fmla="*/ 2147483647 h 798"/>
                  <a:gd name="T64" fmla="*/ 2147483647 w 834"/>
                  <a:gd name="T65" fmla="*/ 2147483647 h 798"/>
                  <a:gd name="T66" fmla="*/ 2147483647 w 834"/>
                  <a:gd name="T67" fmla="*/ 2147483647 h 798"/>
                  <a:gd name="T68" fmla="*/ 2147483647 w 834"/>
                  <a:gd name="T69" fmla="*/ 2147483647 h 798"/>
                  <a:gd name="T70" fmla="*/ 2147483647 w 834"/>
                  <a:gd name="T71" fmla="*/ 2147483647 h 798"/>
                  <a:gd name="T72" fmla="*/ 2147483647 w 834"/>
                  <a:gd name="T73" fmla="*/ 2147483647 h 798"/>
                  <a:gd name="T74" fmla="*/ 2147483647 w 834"/>
                  <a:gd name="T75" fmla="*/ 2147483647 h 798"/>
                  <a:gd name="T76" fmla="*/ 2147483647 w 834"/>
                  <a:gd name="T77" fmla="*/ 2147483647 h 798"/>
                  <a:gd name="T78" fmla="*/ 2147483647 w 834"/>
                  <a:gd name="T79" fmla="*/ 2147483647 h 798"/>
                  <a:gd name="T80" fmla="*/ 2147483647 w 834"/>
                  <a:gd name="T81" fmla="*/ 2147483647 h 798"/>
                  <a:gd name="T82" fmla="*/ 2147483647 w 834"/>
                  <a:gd name="T83" fmla="*/ 2147483647 h 798"/>
                  <a:gd name="T84" fmla="*/ 2147483647 w 834"/>
                  <a:gd name="T85" fmla="*/ 2147483647 h 798"/>
                  <a:gd name="T86" fmla="*/ 2147483647 w 834"/>
                  <a:gd name="T87" fmla="*/ 2147483647 h 798"/>
                  <a:gd name="T88" fmla="*/ 2147483647 w 834"/>
                  <a:gd name="T89" fmla="*/ 2147483647 h 798"/>
                  <a:gd name="T90" fmla="*/ 2147483647 w 834"/>
                  <a:gd name="T91" fmla="*/ 2147483647 h 798"/>
                  <a:gd name="T92" fmla="*/ 2147483647 w 834"/>
                  <a:gd name="T93" fmla="*/ 2147483647 h 798"/>
                  <a:gd name="T94" fmla="*/ 2147483647 w 834"/>
                  <a:gd name="T95" fmla="*/ 2147483647 h 798"/>
                  <a:gd name="T96" fmla="*/ 2147483647 w 834"/>
                  <a:gd name="T97" fmla="*/ 2147483647 h 798"/>
                  <a:gd name="T98" fmla="*/ 2147483647 w 834"/>
                  <a:gd name="T99" fmla="*/ 2147483647 h 798"/>
                  <a:gd name="T100" fmla="*/ 2147483647 w 834"/>
                  <a:gd name="T101" fmla="*/ 2147483647 h 798"/>
                  <a:gd name="T102" fmla="*/ 2147483647 w 834"/>
                  <a:gd name="T103" fmla="*/ 2147483647 h 79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834"/>
                  <a:gd name="T157" fmla="*/ 0 h 798"/>
                  <a:gd name="T158" fmla="*/ 834 w 834"/>
                  <a:gd name="T159" fmla="*/ 798 h 79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834" h="798">
                    <a:moveTo>
                      <a:pt x="822" y="186"/>
                    </a:moveTo>
                    <a:lnTo>
                      <a:pt x="822" y="162"/>
                    </a:lnTo>
                    <a:lnTo>
                      <a:pt x="816" y="168"/>
                    </a:lnTo>
                    <a:lnTo>
                      <a:pt x="810" y="168"/>
                    </a:lnTo>
                    <a:lnTo>
                      <a:pt x="810" y="126"/>
                    </a:lnTo>
                    <a:lnTo>
                      <a:pt x="798" y="114"/>
                    </a:lnTo>
                    <a:lnTo>
                      <a:pt x="786" y="114"/>
                    </a:lnTo>
                    <a:lnTo>
                      <a:pt x="786" y="102"/>
                    </a:lnTo>
                    <a:lnTo>
                      <a:pt x="768" y="90"/>
                    </a:lnTo>
                    <a:lnTo>
                      <a:pt x="750" y="90"/>
                    </a:lnTo>
                    <a:lnTo>
                      <a:pt x="750" y="72"/>
                    </a:lnTo>
                    <a:lnTo>
                      <a:pt x="738" y="78"/>
                    </a:lnTo>
                    <a:lnTo>
                      <a:pt x="726" y="78"/>
                    </a:lnTo>
                    <a:lnTo>
                      <a:pt x="708" y="60"/>
                    </a:lnTo>
                    <a:lnTo>
                      <a:pt x="690" y="60"/>
                    </a:lnTo>
                    <a:lnTo>
                      <a:pt x="684" y="54"/>
                    </a:lnTo>
                    <a:lnTo>
                      <a:pt x="684" y="36"/>
                    </a:lnTo>
                    <a:lnTo>
                      <a:pt x="672" y="42"/>
                    </a:lnTo>
                    <a:lnTo>
                      <a:pt x="654" y="42"/>
                    </a:lnTo>
                    <a:lnTo>
                      <a:pt x="648" y="54"/>
                    </a:lnTo>
                    <a:lnTo>
                      <a:pt x="642" y="60"/>
                    </a:lnTo>
                    <a:lnTo>
                      <a:pt x="636" y="60"/>
                    </a:lnTo>
                    <a:lnTo>
                      <a:pt x="624" y="48"/>
                    </a:lnTo>
                    <a:lnTo>
                      <a:pt x="624" y="36"/>
                    </a:lnTo>
                    <a:lnTo>
                      <a:pt x="618" y="30"/>
                    </a:lnTo>
                    <a:lnTo>
                      <a:pt x="606" y="30"/>
                    </a:lnTo>
                    <a:lnTo>
                      <a:pt x="600" y="24"/>
                    </a:lnTo>
                    <a:lnTo>
                      <a:pt x="594" y="24"/>
                    </a:lnTo>
                    <a:lnTo>
                      <a:pt x="594" y="6"/>
                    </a:lnTo>
                    <a:lnTo>
                      <a:pt x="600" y="0"/>
                    </a:lnTo>
                    <a:lnTo>
                      <a:pt x="576" y="12"/>
                    </a:lnTo>
                    <a:lnTo>
                      <a:pt x="558" y="12"/>
                    </a:lnTo>
                    <a:lnTo>
                      <a:pt x="546" y="18"/>
                    </a:lnTo>
                    <a:lnTo>
                      <a:pt x="528" y="18"/>
                    </a:lnTo>
                    <a:lnTo>
                      <a:pt x="510" y="24"/>
                    </a:lnTo>
                    <a:lnTo>
                      <a:pt x="498" y="24"/>
                    </a:lnTo>
                    <a:lnTo>
                      <a:pt x="498" y="54"/>
                    </a:lnTo>
                    <a:lnTo>
                      <a:pt x="480" y="72"/>
                    </a:lnTo>
                    <a:lnTo>
                      <a:pt x="468" y="78"/>
                    </a:lnTo>
                    <a:lnTo>
                      <a:pt x="462" y="84"/>
                    </a:lnTo>
                    <a:lnTo>
                      <a:pt x="456" y="84"/>
                    </a:lnTo>
                    <a:lnTo>
                      <a:pt x="468" y="96"/>
                    </a:lnTo>
                    <a:lnTo>
                      <a:pt x="468" y="102"/>
                    </a:lnTo>
                    <a:lnTo>
                      <a:pt x="474" y="108"/>
                    </a:lnTo>
                    <a:lnTo>
                      <a:pt x="474" y="114"/>
                    </a:lnTo>
                    <a:lnTo>
                      <a:pt x="480" y="120"/>
                    </a:lnTo>
                    <a:lnTo>
                      <a:pt x="480" y="144"/>
                    </a:lnTo>
                    <a:lnTo>
                      <a:pt x="486" y="162"/>
                    </a:lnTo>
                    <a:lnTo>
                      <a:pt x="486" y="216"/>
                    </a:lnTo>
                    <a:lnTo>
                      <a:pt x="474" y="228"/>
                    </a:lnTo>
                    <a:lnTo>
                      <a:pt x="468" y="240"/>
                    </a:lnTo>
                    <a:lnTo>
                      <a:pt x="462" y="258"/>
                    </a:lnTo>
                    <a:lnTo>
                      <a:pt x="456" y="270"/>
                    </a:lnTo>
                    <a:lnTo>
                      <a:pt x="456" y="294"/>
                    </a:lnTo>
                    <a:lnTo>
                      <a:pt x="468" y="306"/>
                    </a:lnTo>
                    <a:lnTo>
                      <a:pt x="474" y="306"/>
                    </a:lnTo>
                    <a:lnTo>
                      <a:pt x="474" y="312"/>
                    </a:lnTo>
                    <a:lnTo>
                      <a:pt x="480" y="312"/>
                    </a:lnTo>
                    <a:lnTo>
                      <a:pt x="510" y="342"/>
                    </a:lnTo>
                    <a:lnTo>
                      <a:pt x="522" y="348"/>
                    </a:lnTo>
                    <a:lnTo>
                      <a:pt x="528" y="348"/>
                    </a:lnTo>
                    <a:lnTo>
                      <a:pt x="534" y="342"/>
                    </a:lnTo>
                    <a:lnTo>
                      <a:pt x="534" y="324"/>
                    </a:lnTo>
                    <a:lnTo>
                      <a:pt x="558" y="324"/>
                    </a:lnTo>
                    <a:lnTo>
                      <a:pt x="558" y="372"/>
                    </a:lnTo>
                    <a:lnTo>
                      <a:pt x="552" y="408"/>
                    </a:lnTo>
                    <a:lnTo>
                      <a:pt x="546" y="426"/>
                    </a:lnTo>
                    <a:lnTo>
                      <a:pt x="540" y="426"/>
                    </a:lnTo>
                    <a:lnTo>
                      <a:pt x="540" y="420"/>
                    </a:lnTo>
                    <a:lnTo>
                      <a:pt x="534" y="408"/>
                    </a:lnTo>
                    <a:lnTo>
                      <a:pt x="516" y="420"/>
                    </a:lnTo>
                    <a:lnTo>
                      <a:pt x="498" y="420"/>
                    </a:lnTo>
                    <a:lnTo>
                      <a:pt x="498" y="408"/>
                    </a:lnTo>
                    <a:lnTo>
                      <a:pt x="492" y="396"/>
                    </a:lnTo>
                    <a:lnTo>
                      <a:pt x="492" y="384"/>
                    </a:lnTo>
                    <a:lnTo>
                      <a:pt x="480" y="372"/>
                    </a:lnTo>
                    <a:lnTo>
                      <a:pt x="468" y="372"/>
                    </a:lnTo>
                    <a:lnTo>
                      <a:pt x="462" y="360"/>
                    </a:lnTo>
                    <a:lnTo>
                      <a:pt x="462" y="354"/>
                    </a:lnTo>
                    <a:lnTo>
                      <a:pt x="456" y="342"/>
                    </a:lnTo>
                    <a:lnTo>
                      <a:pt x="450" y="336"/>
                    </a:lnTo>
                    <a:lnTo>
                      <a:pt x="444" y="336"/>
                    </a:lnTo>
                    <a:lnTo>
                      <a:pt x="438" y="342"/>
                    </a:lnTo>
                    <a:lnTo>
                      <a:pt x="426" y="342"/>
                    </a:lnTo>
                    <a:lnTo>
                      <a:pt x="426" y="330"/>
                    </a:lnTo>
                    <a:lnTo>
                      <a:pt x="420" y="324"/>
                    </a:lnTo>
                    <a:lnTo>
                      <a:pt x="390" y="324"/>
                    </a:lnTo>
                    <a:lnTo>
                      <a:pt x="390" y="312"/>
                    </a:lnTo>
                    <a:lnTo>
                      <a:pt x="396" y="312"/>
                    </a:lnTo>
                    <a:lnTo>
                      <a:pt x="396" y="300"/>
                    </a:lnTo>
                    <a:lnTo>
                      <a:pt x="384" y="300"/>
                    </a:lnTo>
                    <a:lnTo>
                      <a:pt x="378" y="294"/>
                    </a:lnTo>
                    <a:lnTo>
                      <a:pt x="378" y="282"/>
                    </a:lnTo>
                    <a:lnTo>
                      <a:pt x="366" y="270"/>
                    </a:lnTo>
                    <a:lnTo>
                      <a:pt x="360" y="270"/>
                    </a:lnTo>
                    <a:lnTo>
                      <a:pt x="354" y="276"/>
                    </a:lnTo>
                    <a:lnTo>
                      <a:pt x="354" y="294"/>
                    </a:lnTo>
                    <a:lnTo>
                      <a:pt x="348" y="300"/>
                    </a:lnTo>
                    <a:lnTo>
                      <a:pt x="348" y="306"/>
                    </a:lnTo>
                    <a:lnTo>
                      <a:pt x="330" y="306"/>
                    </a:lnTo>
                    <a:lnTo>
                      <a:pt x="300" y="300"/>
                    </a:lnTo>
                    <a:lnTo>
                      <a:pt x="264" y="294"/>
                    </a:lnTo>
                    <a:lnTo>
                      <a:pt x="246" y="282"/>
                    </a:lnTo>
                    <a:lnTo>
                      <a:pt x="240" y="276"/>
                    </a:lnTo>
                    <a:lnTo>
                      <a:pt x="234" y="264"/>
                    </a:lnTo>
                    <a:lnTo>
                      <a:pt x="234" y="246"/>
                    </a:lnTo>
                    <a:lnTo>
                      <a:pt x="192" y="252"/>
                    </a:lnTo>
                    <a:lnTo>
                      <a:pt x="198" y="258"/>
                    </a:lnTo>
                    <a:lnTo>
                      <a:pt x="198" y="264"/>
                    </a:lnTo>
                    <a:lnTo>
                      <a:pt x="180" y="264"/>
                    </a:lnTo>
                    <a:lnTo>
                      <a:pt x="174" y="258"/>
                    </a:lnTo>
                    <a:lnTo>
                      <a:pt x="174" y="228"/>
                    </a:lnTo>
                    <a:lnTo>
                      <a:pt x="156" y="228"/>
                    </a:lnTo>
                    <a:lnTo>
                      <a:pt x="150" y="216"/>
                    </a:lnTo>
                    <a:lnTo>
                      <a:pt x="144" y="234"/>
                    </a:lnTo>
                    <a:lnTo>
                      <a:pt x="144" y="240"/>
                    </a:lnTo>
                    <a:lnTo>
                      <a:pt x="156" y="252"/>
                    </a:lnTo>
                    <a:lnTo>
                      <a:pt x="156" y="270"/>
                    </a:lnTo>
                    <a:lnTo>
                      <a:pt x="150" y="276"/>
                    </a:lnTo>
                    <a:lnTo>
                      <a:pt x="144" y="276"/>
                    </a:lnTo>
                    <a:lnTo>
                      <a:pt x="144" y="330"/>
                    </a:lnTo>
                    <a:lnTo>
                      <a:pt x="156" y="342"/>
                    </a:lnTo>
                    <a:lnTo>
                      <a:pt x="138" y="348"/>
                    </a:lnTo>
                    <a:lnTo>
                      <a:pt x="138" y="354"/>
                    </a:lnTo>
                    <a:lnTo>
                      <a:pt x="144" y="360"/>
                    </a:lnTo>
                    <a:lnTo>
                      <a:pt x="144" y="384"/>
                    </a:lnTo>
                    <a:lnTo>
                      <a:pt x="132" y="396"/>
                    </a:lnTo>
                    <a:lnTo>
                      <a:pt x="126" y="396"/>
                    </a:lnTo>
                    <a:lnTo>
                      <a:pt x="0" y="390"/>
                    </a:lnTo>
                    <a:lnTo>
                      <a:pt x="0" y="642"/>
                    </a:lnTo>
                    <a:lnTo>
                      <a:pt x="6" y="654"/>
                    </a:lnTo>
                    <a:lnTo>
                      <a:pt x="6" y="672"/>
                    </a:lnTo>
                    <a:lnTo>
                      <a:pt x="96" y="762"/>
                    </a:lnTo>
                    <a:lnTo>
                      <a:pt x="114" y="768"/>
                    </a:lnTo>
                    <a:lnTo>
                      <a:pt x="138" y="756"/>
                    </a:lnTo>
                    <a:lnTo>
                      <a:pt x="144" y="756"/>
                    </a:lnTo>
                    <a:lnTo>
                      <a:pt x="150" y="750"/>
                    </a:lnTo>
                    <a:lnTo>
                      <a:pt x="168" y="750"/>
                    </a:lnTo>
                    <a:lnTo>
                      <a:pt x="174" y="756"/>
                    </a:lnTo>
                    <a:lnTo>
                      <a:pt x="174" y="762"/>
                    </a:lnTo>
                    <a:lnTo>
                      <a:pt x="204" y="756"/>
                    </a:lnTo>
                    <a:lnTo>
                      <a:pt x="222" y="774"/>
                    </a:lnTo>
                    <a:lnTo>
                      <a:pt x="264" y="774"/>
                    </a:lnTo>
                    <a:lnTo>
                      <a:pt x="264" y="780"/>
                    </a:lnTo>
                    <a:lnTo>
                      <a:pt x="276" y="792"/>
                    </a:lnTo>
                    <a:lnTo>
                      <a:pt x="288" y="792"/>
                    </a:lnTo>
                    <a:lnTo>
                      <a:pt x="288" y="780"/>
                    </a:lnTo>
                    <a:lnTo>
                      <a:pt x="300" y="780"/>
                    </a:lnTo>
                    <a:lnTo>
                      <a:pt x="312" y="792"/>
                    </a:lnTo>
                    <a:lnTo>
                      <a:pt x="312" y="798"/>
                    </a:lnTo>
                    <a:lnTo>
                      <a:pt x="330" y="798"/>
                    </a:lnTo>
                    <a:lnTo>
                      <a:pt x="354" y="786"/>
                    </a:lnTo>
                    <a:lnTo>
                      <a:pt x="384" y="756"/>
                    </a:lnTo>
                    <a:lnTo>
                      <a:pt x="390" y="744"/>
                    </a:lnTo>
                    <a:lnTo>
                      <a:pt x="396" y="738"/>
                    </a:lnTo>
                    <a:lnTo>
                      <a:pt x="396" y="732"/>
                    </a:lnTo>
                    <a:lnTo>
                      <a:pt x="402" y="726"/>
                    </a:lnTo>
                    <a:lnTo>
                      <a:pt x="414" y="702"/>
                    </a:lnTo>
                    <a:lnTo>
                      <a:pt x="420" y="696"/>
                    </a:lnTo>
                    <a:lnTo>
                      <a:pt x="432" y="690"/>
                    </a:lnTo>
                    <a:lnTo>
                      <a:pt x="450" y="684"/>
                    </a:lnTo>
                    <a:lnTo>
                      <a:pt x="462" y="678"/>
                    </a:lnTo>
                    <a:lnTo>
                      <a:pt x="474" y="678"/>
                    </a:lnTo>
                    <a:lnTo>
                      <a:pt x="480" y="672"/>
                    </a:lnTo>
                    <a:lnTo>
                      <a:pt x="480" y="636"/>
                    </a:lnTo>
                    <a:lnTo>
                      <a:pt x="504" y="624"/>
                    </a:lnTo>
                    <a:lnTo>
                      <a:pt x="516" y="612"/>
                    </a:lnTo>
                    <a:lnTo>
                      <a:pt x="552" y="600"/>
                    </a:lnTo>
                    <a:lnTo>
                      <a:pt x="588" y="600"/>
                    </a:lnTo>
                    <a:lnTo>
                      <a:pt x="588" y="576"/>
                    </a:lnTo>
                    <a:lnTo>
                      <a:pt x="570" y="558"/>
                    </a:lnTo>
                    <a:lnTo>
                      <a:pt x="582" y="546"/>
                    </a:lnTo>
                    <a:lnTo>
                      <a:pt x="612" y="546"/>
                    </a:lnTo>
                    <a:lnTo>
                      <a:pt x="630" y="528"/>
                    </a:lnTo>
                    <a:lnTo>
                      <a:pt x="642" y="528"/>
                    </a:lnTo>
                    <a:lnTo>
                      <a:pt x="654" y="522"/>
                    </a:lnTo>
                    <a:lnTo>
                      <a:pt x="672" y="522"/>
                    </a:lnTo>
                    <a:lnTo>
                      <a:pt x="690" y="516"/>
                    </a:lnTo>
                    <a:lnTo>
                      <a:pt x="702" y="510"/>
                    </a:lnTo>
                    <a:lnTo>
                      <a:pt x="708" y="510"/>
                    </a:lnTo>
                    <a:lnTo>
                      <a:pt x="732" y="498"/>
                    </a:lnTo>
                    <a:lnTo>
                      <a:pt x="750" y="486"/>
                    </a:lnTo>
                    <a:lnTo>
                      <a:pt x="762" y="480"/>
                    </a:lnTo>
                    <a:lnTo>
                      <a:pt x="780" y="474"/>
                    </a:lnTo>
                    <a:lnTo>
                      <a:pt x="786" y="468"/>
                    </a:lnTo>
                    <a:lnTo>
                      <a:pt x="792" y="468"/>
                    </a:lnTo>
                    <a:lnTo>
                      <a:pt x="780" y="462"/>
                    </a:lnTo>
                    <a:lnTo>
                      <a:pt x="768" y="450"/>
                    </a:lnTo>
                    <a:lnTo>
                      <a:pt x="756" y="444"/>
                    </a:lnTo>
                    <a:lnTo>
                      <a:pt x="756" y="438"/>
                    </a:lnTo>
                    <a:lnTo>
                      <a:pt x="762" y="432"/>
                    </a:lnTo>
                    <a:lnTo>
                      <a:pt x="768" y="420"/>
                    </a:lnTo>
                    <a:lnTo>
                      <a:pt x="774" y="414"/>
                    </a:lnTo>
                    <a:lnTo>
                      <a:pt x="780" y="402"/>
                    </a:lnTo>
                    <a:lnTo>
                      <a:pt x="774" y="366"/>
                    </a:lnTo>
                    <a:lnTo>
                      <a:pt x="780" y="366"/>
                    </a:lnTo>
                    <a:lnTo>
                      <a:pt x="786" y="360"/>
                    </a:lnTo>
                    <a:lnTo>
                      <a:pt x="798" y="354"/>
                    </a:lnTo>
                    <a:lnTo>
                      <a:pt x="816" y="336"/>
                    </a:lnTo>
                    <a:lnTo>
                      <a:pt x="816" y="330"/>
                    </a:lnTo>
                    <a:lnTo>
                      <a:pt x="804" y="330"/>
                    </a:lnTo>
                    <a:lnTo>
                      <a:pt x="804" y="258"/>
                    </a:lnTo>
                    <a:lnTo>
                      <a:pt x="810" y="240"/>
                    </a:lnTo>
                    <a:lnTo>
                      <a:pt x="798" y="234"/>
                    </a:lnTo>
                    <a:lnTo>
                      <a:pt x="798" y="216"/>
                    </a:lnTo>
                    <a:lnTo>
                      <a:pt x="804" y="216"/>
                    </a:lnTo>
                    <a:lnTo>
                      <a:pt x="810" y="210"/>
                    </a:lnTo>
                    <a:lnTo>
                      <a:pt x="834" y="198"/>
                    </a:lnTo>
                    <a:lnTo>
                      <a:pt x="834" y="186"/>
                    </a:lnTo>
                    <a:lnTo>
                      <a:pt x="822" y="186"/>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80" name="Yemen" descr="© INSCALE GmbH, 05.05.2010&#10;http://www.presentationload.com/">
                <a:extLst>
                  <a:ext uri="{FF2B5EF4-FFF2-40B4-BE49-F238E27FC236}">
                    <a16:creationId xmlns:a16="http://schemas.microsoft.com/office/drawing/2014/main" id="{A4AEFF4B-A96F-1393-E90B-70A869C16BE7}"/>
                  </a:ext>
                </a:extLst>
              </p:cNvPr>
              <p:cNvSpPr>
                <a:spLocks/>
              </p:cNvSpPr>
              <p:nvPr/>
            </p:nvSpPr>
            <p:spPr bwMode="gray">
              <a:xfrm>
                <a:off x="3418" y="2180"/>
                <a:ext cx="185" cy="127"/>
              </a:xfrm>
              <a:custGeom>
                <a:avLst/>
                <a:gdLst>
                  <a:gd name="T0" fmla="*/ 2147483647 w 732"/>
                  <a:gd name="T1" fmla="*/ 2147483647 h 498"/>
                  <a:gd name="T2" fmla="*/ 2147483647 w 732"/>
                  <a:gd name="T3" fmla="*/ 2147483647 h 498"/>
                  <a:gd name="T4" fmla="*/ 2147483647 w 732"/>
                  <a:gd name="T5" fmla="*/ 2147483647 h 498"/>
                  <a:gd name="T6" fmla="*/ 2147483647 w 732"/>
                  <a:gd name="T7" fmla="*/ 2147483647 h 498"/>
                  <a:gd name="T8" fmla="*/ 2147483647 w 732"/>
                  <a:gd name="T9" fmla="*/ 2147483647 h 498"/>
                  <a:gd name="T10" fmla="*/ 2147483647 w 732"/>
                  <a:gd name="T11" fmla="*/ 2147483647 h 498"/>
                  <a:gd name="T12" fmla="*/ 2147483647 w 732"/>
                  <a:gd name="T13" fmla="*/ 2147483647 h 498"/>
                  <a:gd name="T14" fmla="*/ 2147483647 w 732"/>
                  <a:gd name="T15" fmla="*/ 2147483647 h 498"/>
                  <a:gd name="T16" fmla="*/ 2147483647 w 732"/>
                  <a:gd name="T17" fmla="*/ 2147483647 h 498"/>
                  <a:gd name="T18" fmla="*/ 2147483647 w 732"/>
                  <a:gd name="T19" fmla="*/ 2147483647 h 498"/>
                  <a:gd name="T20" fmla="*/ 2147483647 w 732"/>
                  <a:gd name="T21" fmla="*/ 2147483647 h 498"/>
                  <a:gd name="T22" fmla="*/ 2147483647 w 732"/>
                  <a:gd name="T23" fmla="*/ 2147483647 h 498"/>
                  <a:gd name="T24" fmla="*/ 2147483647 w 732"/>
                  <a:gd name="T25" fmla="*/ 2147483647 h 498"/>
                  <a:gd name="T26" fmla="*/ 2147483647 w 732"/>
                  <a:gd name="T27" fmla="*/ 2147483647 h 498"/>
                  <a:gd name="T28" fmla="*/ 2147483647 w 732"/>
                  <a:gd name="T29" fmla="*/ 2147483647 h 498"/>
                  <a:gd name="T30" fmla="*/ 0 w 732"/>
                  <a:gd name="T31" fmla="*/ 2147483647 h 498"/>
                  <a:gd name="T32" fmla="*/ 2147483647 w 732"/>
                  <a:gd name="T33" fmla="*/ 2147483647 h 498"/>
                  <a:gd name="T34" fmla="*/ 2147483647 w 732"/>
                  <a:gd name="T35" fmla="*/ 2147483647 h 498"/>
                  <a:gd name="T36" fmla="*/ 2147483647 w 732"/>
                  <a:gd name="T37" fmla="*/ 2147483647 h 498"/>
                  <a:gd name="T38" fmla="*/ 2147483647 w 732"/>
                  <a:gd name="T39" fmla="*/ 2147483647 h 498"/>
                  <a:gd name="T40" fmla="*/ 2147483647 w 732"/>
                  <a:gd name="T41" fmla="*/ 2147483647 h 498"/>
                  <a:gd name="T42" fmla="*/ 2147483647 w 732"/>
                  <a:gd name="T43" fmla="*/ 2147483647 h 498"/>
                  <a:gd name="T44" fmla="*/ 2147483647 w 732"/>
                  <a:gd name="T45" fmla="*/ 2147483647 h 498"/>
                  <a:gd name="T46" fmla="*/ 2147483647 w 732"/>
                  <a:gd name="T47" fmla="*/ 2147483647 h 498"/>
                  <a:gd name="T48" fmla="*/ 2147483647 w 732"/>
                  <a:gd name="T49" fmla="*/ 2147483647 h 498"/>
                  <a:gd name="T50" fmla="*/ 2147483647 w 732"/>
                  <a:gd name="T51" fmla="*/ 2147483647 h 498"/>
                  <a:gd name="T52" fmla="*/ 2147483647 w 732"/>
                  <a:gd name="T53" fmla="*/ 2147483647 h 498"/>
                  <a:gd name="T54" fmla="*/ 2147483647 w 732"/>
                  <a:gd name="T55" fmla="*/ 2147483647 h 498"/>
                  <a:gd name="T56" fmla="*/ 2147483647 w 732"/>
                  <a:gd name="T57" fmla="*/ 2147483647 h 498"/>
                  <a:gd name="T58" fmla="*/ 2147483647 w 732"/>
                  <a:gd name="T59" fmla="*/ 2147483647 h 498"/>
                  <a:gd name="T60" fmla="*/ 2147483647 w 732"/>
                  <a:gd name="T61" fmla="*/ 2147483647 h 498"/>
                  <a:gd name="T62" fmla="*/ 2147483647 w 732"/>
                  <a:gd name="T63" fmla="*/ 2147483647 h 498"/>
                  <a:gd name="T64" fmla="*/ 2147483647 w 732"/>
                  <a:gd name="T65" fmla="*/ 2147483647 h 498"/>
                  <a:gd name="T66" fmla="*/ 2147483647 w 732"/>
                  <a:gd name="T67" fmla="*/ 2147483647 h 498"/>
                  <a:gd name="T68" fmla="*/ 2147483647 w 732"/>
                  <a:gd name="T69" fmla="*/ 2147483647 h 498"/>
                  <a:gd name="T70" fmla="*/ 2147483647 w 732"/>
                  <a:gd name="T71" fmla="*/ 2147483647 h 498"/>
                  <a:gd name="T72" fmla="*/ 2147483647 w 732"/>
                  <a:gd name="T73" fmla="*/ 2147483647 h 498"/>
                  <a:gd name="T74" fmla="*/ 2147483647 w 732"/>
                  <a:gd name="T75" fmla="*/ 2147483647 h 498"/>
                  <a:gd name="T76" fmla="*/ 2147483647 w 732"/>
                  <a:gd name="T77" fmla="*/ 0 h 498"/>
                  <a:gd name="T78" fmla="*/ 2147483647 w 732"/>
                  <a:gd name="T79" fmla="*/ 2147483647 h 498"/>
                  <a:gd name="T80" fmla="*/ 2147483647 w 732"/>
                  <a:gd name="T81" fmla="*/ 2147483647 h 49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732"/>
                  <a:gd name="T124" fmla="*/ 0 h 498"/>
                  <a:gd name="T125" fmla="*/ 732 w 732"/>
                  <a:gd name="T126" fmla="*/ 498 h 49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732" h="498">
                    <a:moveTo>
                      <a:pt x="468" y="24"/>
                    </a:moveTo>
                    <a:lnTo>
                      <a:pt x="450" y="30"/>
                    </a:lnTo>
                    <a:lnTo>
                      <a:pt x="420" y="36"/>
                    </a:lnTo>
                    <a:lnTo>
                      <a:pt x="390" y="54"/>
                    </a:lnTo>
                    <a:lnTo>
                      <a:pt x="372" y="72"/>
                    </a:lnTo>
                    <a:lnTo>
                      <a:pt x="366" y="84"/>
                    </a:lnTo>
                    <a:lnTo>
                      <a:pt x="354" y="96"/>
                    </a:lnTo>
                    <a:lnTo>
                      <a:pt x="348" y="108"/>
                    </a:lnTo>
                    <a:lnTo>
                      <a:pt x="342" y="114"/>
                    </a:lnTo>
                    <a:lnTo>
                      <a:pt x="336" y="126"/>
                    </a:lnTo>
                    <a:lnTo>
                      <a:pt x="336" y="144"/>
                    </a:lnTo>
                    <a:lnTo>
                      <a:pt x="330" y="150"/>
                    </a:lnTo>
                    <a:lnTo>
                      <a:pt x="324" y="162"/>
                    </a:lnTo>
                    <a:lnTo>
                      <a:pt x="312" y="162"/>
                    </a:lnTo>
                    <a:lnTo>
                      <a:pt x="300" y="156"/>
                    </a:lnTo>
                    <a:lnTo>
                      <a:pt x="294" y="144"/>
                    </a:lnTo>
                    <a:lnTo>
                      <a:pt x="288" y="138"/>
                    </a:lnTo>
                    <a:lnTo>
                      <a:pt x="210" y="138"/>
                    </a:lnTo>
                    <a:lnTo>
                      <a:pt x="204" y="132"/>
                    </a:lnTo>
                    <a:lnTo>
                      <a:pt x="192" y="126"/>
                    </a:lnTo>
                    <a:lnTo>
                      <a:pt x="102" y="126"/>
                    </a:lnTo>
                    <a:lnTo>
                      <a:pt x="96" y="132"/>
                    </a:lnTo>
                    <a:lnTo>
                      <a:pt x="72" y="138"/>
                    </a:lnTo>
                    <a:lnTo>
                      <a:pt x="54" y="120"/>
                    </a:lnTo>
                    <a:lnTo>
                      <a:pt x="48" y="120"/>
                    </a:lnTo>
                    <a:lnTo>
                      <a:pt x="42" y="126"/>
                    </a:lnTo>
                    <a:lnTo>
                      <a:pt x="36" y="138"/>
                    </a:lnTo>
                    <a:lnTo>
                      <a:pt x="36" y="186"/>
                    </a:lnTo>
                    <a:lnTo>
                      <a:pt x="30" y="192"/>
                    </a:lnTo>
                    <a:lnTo>
                      <a:pt x="24" y="204"/>
                    </a:lnTo>
                    <a:lnTo>
                      <a:pt x="12" y="216"/>
                    </a:lnTo>
                    <a:lnTo>
                      <a:pt x="0" y="252"/>
                    </a:lnTo>
                    <a:lnTo>
                      <a:pt x="0" y="258"/>
                    </a:lnTo>
                    <a:lnTo>
                      <a:pt x="18" y="276"/>
                    </a:lnTo>
                    <a:lnTo>
                      <a:pt x="24" y="288"/>
                    </a:lnTo>
                    <a:lnTo>
                      <a:pt x="36" y="294"/>
                    </a:lnTo>
                    <a:lnTo>
                      <a:pt x="24" y="408"/>
                    </a:lnTo>
                    <a:lnTo>
                      <a:pt x="54" y="444"/>
                    </a:lnTo>
                    <a:lnTo>
                      <a:pt x="54" y="456"/>
                    </a:lnTo>
                    <a:lnTo>
                      <a:pt x="60" y="468"/>
                    </a:lnTo>
                    <a:lnTo>
                      <a:pt x="78" y="486"/>
                    </a:lnTo>
                    <a:lnTo>
                      <a:pt x="90" y="492"/>
                    </a:lnTo>
                    <a:lnTo>
                      <a:pt x="114" y="498"/>
                    </a:lnTo>
                    <a:lnTo>
                      <a:pt x="132" y="498"/>
                    </a:lnTo>
                    <a:lnTo>
                      <a:pt x="150" y="492"/>
                    </a:lnTo>
                    <a:lnTo>
                      <a:pt x="162" y="486"/>
                    </a:lnTo>
                    <a:lnTo>
                      <a:pt x="168" y="480"/>
                    </a:lnTo>
                    <a:lnTo>
                      <a:pt x="186" y="444"/>
                    </a:lnTo>
                    <a:lnTo>
                      <a:pt x="198" y="432"/>
                    </a:lnTo>
                    <a:lnTo>
                      <a:pt x="210" y="432"/>
                    </a:lnTo>
                    <a:lnTo>
                      <a:pt x="228" y="438"/>
                    </a:lnTo>
                    <a:lnTo>
                      <a:pt x="270" y="438"/>
                    </a:lnTo>
                    <a:lnTo>
                      <a:pt x="324" y="432"/>
                    </a:lnTo>
                    <a:lnTo>
                      <a:pt x="366" y="426"/>
                    </a:lnTo>
                    <a:lnTo>
                      <a:pt x="390" y="414"/>
                    </a:lnTo>
                    <a:lnTo>
                      <a:pt x="402" y="402"/>
                    </a:lnTo>
                    <a:lnTo>
                      <a:pt x="414" y="384"/>
                    </a:lnTo>
                    <a:lnTo>
                      <a:pt x="426" y="372"/>
                    </a:lnTo>
                    <a:lnTo>
                      <a:pt x="450" y="360"/>
                    </a:lnTo>
                    <a:lnTo>
                      <a:pt x="462" y="348"/>
                    </a:lnTo>
                    <a:lnTo>
                      <a:pt x="474" y="342"/>
                    </a:lnTo>
                    <a:lnTo>
                      <a:pt x="486" y="330"/>
                    </a:lnTo>
                    <a:lnTo>
                      <a:pt x="504" y="324"/>
                    </a:lnTo>
                    <a:lnTo>
                      <a:pt x="528" y="312"/>
                    </a:lnTo>
                    <a:lnTo>
                      <a:pt x="546" y="306"/>
                    </a:lnTo>
                    <a:lnTo>
                      <a:pt x="558" y="294"/>
                    </a:lnTo>
                    <a:lnTo>
                      <a:pt x="594" y="276"/>
                    </a:lnTo>
                    <a:lnTo>
                      <a:pt x="666" y="276"/>
                    </a:lnTo>
                    <a:lnTo>
                      <a:pt x="666" y="270"/>
                    </a:lnTo>
                    <a:lnTo>
                      <a:pt x="672" y="264"/>
                    </a:lnTo>
                    <a:lnTo>
                      <a:pt x="684" y="240"/>
                    </a:lnTo>
                    <a:lnTo>
                      <a:pt x="690" y="222"/>
                    </a:lnTo>
                    <a:lnTo>
                      <a:pt x="702" y="210"/>
                    </a:lnTo>
                    <a:lnTo>
                      <a:pt x="708" y="198"/>
                    </a:lnTo>
                    <a:lnTo>
                      <a:pt x="720" y="192"/>
                    </a:lnTo>
                    <a:lnTo>
                      <a:pt x="720" y="186"/>
                    </a:lnTo>
                    <a:lnTo>
                      <a:pt x="732" y="186"/>
                    </a:lnTo>
                    <a:lnTo>
                      <a:pt x="648" y="0"/>
                    </a:lnTo>
                    <a:lnTo>
                      <a:pt x="630" y="0"/>
                    </a:lnTo>
                    <a:lnTo>
                      <a:pt x="588" y="6"/>
                    </a:lnTo>
                    <a:lnTo>
                      <a:pt x="540" y="18"/>
                    </a:lnTo>
                    <a:lnTo>
                      <a:pt x="492" y="24"/>
                    </a:lnTo>
                    <a:lnTo>
                      <a:pt x="468" y="24"/>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81" name="Western Sahara" descr="© INSCALE GmbH, 05.05.2010&#10;http://www.presentationload.com/">
                <a:extLst>
                  <a:ext uri="{FF2B5EF4-FFF2-40B4-BE49-F238E27FC236}">
                    <a16:creationId xmlns:a16="http://schemas.microsoft.com/office/drawing/2014/main" id="{6868BE7C-0926-8536-45CA-DDC7DCF9ACA1}"/>
                  </a:ext>
                </a:extLst>
              </p:cNvPr>
              <p:cNvSpPr>
                <a:spLocks/>
              </p:cNvSpPr>
              <p:nvPr/>
            </p:nvSpPr>
            <p:spPr bwMode="gray">
              <a:xfrm>
                <a:off x="2358" y="2003"/>
                <a:ext cx="152" cy="130"/>
              </a:xfrm>
              <a:custGeom>
                <a:avLst/>
                <a:gdLst>
                  <a:gd name="T0" fmla="*/ 2147483647 w 600"/>
                  <a:gd name="T1" fmla="*/ 0 h 510"/>
                  <a:gd name="T2" fmla="*/ 2147483647 w 600"/>
                  <a:gd name="T3" fmla="*/ 0 h 510"/>
                  <a:gd name="T4" fmla="*/ 2147483647 w 600"/>
                  <a:gd name="T5" fmla="*/ 2147483647 h 510"/>
                  <a:gd name="T6" fmla="*/ 2147483647 w 600"/>
                  <a:gd name="T7" fmla="*/ 2147483647 h 510"/>
                  <a:gd name="T8" fmla="*/ 2147483647 w 600"/>
                  <a:gd name="T9" fmla="*/ 2147483647 h 510"/>
                  <a:gd name="T10" fmla="*/ 2147483647 w 600"/>
                  <a:gd name="T11" fmla="*/ 2147483647 h 510"/>
                  <a:gd name="T12" fmla="*/ 2147483647 w 600"/>
                  <a:gd name="T13" fmla="*/ 2147483647 h 510"/>
                  <a:gd name="T14" fmla="*/ 2147483647 w 600"/>
                  <a:gd name="T15" fmla="*/ 2147483647 h 510"/>
                  <a:gd name="T16" fmla="*/ 2147483647 w 600"/>
                  <a:gd name="T17" fmla="*/ 2147483647 h 510"/>
                  <a:gd name="T18" fmla="*/ 2147483647 w 600"/>
                  <a:gd name="T19" fmla="*/ 2147483647 h 510"/>
                  <a:gd name="T20" fmla="*/ 2147483647 w 600"/>
                  <a:gd name="T21" fmla="*/ 2147483647 h 510"/>
                  <a:gd name="T22" fmla="*/ 2147483647 w 600"/>
                  <a:gd name="T23" fmla="*/ 2147483647 h 510"/>
                  <a:gd name="T24" fmla="*/ 2147483647 w 600"/>
                  <a:gd name="T25" fmla="*/ 2147483647 h 510"/>
                  <a:gd name="T26" fmla="*/ 2147483647 w 600"/>
                  <a:gd name="T27" fmla="*/ 2147483647 h 510"/>
                  <a:gd name="T28" fmla="*/ 2147483647 w 600"/>
                  <a:gd name="T29" fmla="*/ 2147483647 h 510"/>
                  <a:gd name="T30" fmla="*/ 2147483647 w 600"/>
                  <a:gd name="T31" fmla="*/ 2147483647 h 510"/>
                  <a:gd name="T32" fmla="*/ 2147483647 w 600"/>
                  <a:gd name="T33" fmla="*/ 2147483647 h 510"/>
                  <a:gd name="T34" fmla="*/ 2147483647 w 600"/>
                  <a:gd name="T35" fmla="*/ 2147483647 h 510"/>
                  <a:gd name="T36" fmla="*/ 2147483647 w 600"/>
                  <a:gd name="T37" fmla="*/ 2147483647 h 510"/>
                  <a:gd name="T38" fmla="*/ 2147483647 w 600"/>
                  <a:gd name="T39" fmla="*/ 2147483647 h 510"/>
                  <a:gd name="T40" fmla="*/ 2147483647 w 600"/>
                  <a:gd name="T41" fmla="*/ 2147483647 h 510"/>
                  <a:gd name="T42" fmla="*/ 2147483647 w 600"/>
                  <a:gd name="T43" fmla="*/ 2147483647 h 510"/>
                  <a:gd name="T44" fmla="*/ 2147483647 w 600"/>
                  <a:gd name="T45" fmla="*/ 2147483647 h 510"/>
                  <a:gd name="T46" fmla="*/ 2147483647 w 600"/>
                  <a:gd name="T47" fmla="*/ 2147483647 h 510"/>
                  <a:gd name="T48" fmla="*/ 2147483647 w 600"/>
                  <a:gd name="T49" fmla="*/ 2147483647 h 510"/>
                  <a:gd name="T50" fmla="*/ 2147483647 w 600"/>
                  <a:gd name="T51" fmla="*/ 2147483647 h 510"/>
                  <a:gd name="T52" fmla="*/ 2147483647 w 600"/>
                  <a:gd name="T53" fmla="*/ 2147483647 h 510"/>
                  <a:gd name="T54" fmla="*/ 2147483647 w 600"/>
                  <a:gd name="T55" fmla="*/ 2147483647 h 510"/>
                  <a:gd name="T56" fmla="*/ 2147483647 w 600"/>
                  <a:gd name="T57" fmla="*/ 2147483647 h 510"/>
                  <a:gd name="T58" fmla="*/ 2147483647 w 600"/>
                  <a:gd name="T59" fmla="*/ 2147483647 h 510"/>
                  <a:gd name="T60" fmla="*/ 2147483647 w 600"/>
                  <a:gd name="T61" fmla="*/ 2147483647 h 510"/>
                  <a:gd name="T62" fmla="*/ 2147483647 w 600"/>
                  <a:gd name="T63" fmla="*/ 2147483647 h 510"/>
                  <a:gd name="T64" fmla="*/ 2147483647 w 600"/>
                  <a:gd name="T65" fmla="*/ 2147483647 h 510"/>
                  <a:gd name="T66" fmla="*/ 2147483647 w 600"/>
                  <a:gd name="T67" fmla="*/ 2147483647 h 510"/>
                  <a:gd name="T68" fmla="*/ 2147483647 w 600"/>
                  <a:gd name="T69" fmla="*/ 2147483647 h 510"/>
                  <a:gd name="T70" fmla="*/ 2147483647 w 600"/>
                  <a:gd name="T71" fmla="*/ 2147483647 h 510"/>
                  <a:gd name="T72" fmla="*/ 2147483647 w 600"/>
                  <a:gd name="T73" fmla="*/ 2147483647 h 510"/>
                  <a:gd name="T74" fmla="*/ 2147483647 w 600"/>
                  <a:gd name="T75" fmla="*/ 2147483647 h 510"/>
                  <a:gd name="T76" fmla="*/ 2147483647 w 600"/>
                  <a:gd name="T77" fmla="*/ 2147483647 h 510"/>
                  <a:gd name="T78" fmla="*/ 0 w 600"/>
                  <a:gd name="T79" fmla="*/ 2147483647 h 510"/>
                  <a:gd name="T80" fmla="*/ 0 w 600"/>
                  <a:gd name="T81" fmla="*/ 2147483647 h 510"/>
                  <a:gd name="T82" fmla="*/ 2147483647 w 600"/>
                  <a:gd name="T83" fmla="*/ 2147483647 h 510"/>
                  <a:gd name="T84" fmla="*/ 2147483647 w 600"/>
                  <a:gd name="T85" fmla="*/ 2147483647 h 510"/>
                  <a:gd name="T86" fmla="*/ 2147483647 w 600"/>
                  <a:gd name="T87" fmla="*/ 2147483647 h 510"/>
                  <a:gd name="T88" fmla="*/ 2147483647 w 600"/>
                  <a:gd name="T89" fmla="*/ 2147483647 h 510"/>
                  <a:gd name="T90" fmla="*/ 2147483647 w 600"/>
                  <a:gd name="T91" fmla="*/ 2147483647 h 510"/>
                  <a:gd name="T92" fmla="*/ 2147483647 w 600"/>
                  <a:gd name="T93" fmla="*/ 2147483647 h 510"/>
                  <a:gd name="T94" fmla="*/ 2147483647 w 600"/>
                  <a:gd name="T95" fmla="*/ 2147483647 h 510"/>
                  <a:gd name="T96" fmla="*/ 2147483647 w 600"/>
                  <a:gd name="T97" fmla="*/ 2147483647 h 510"/>
                  <a:gd name="T98" fmla="*/ 2147483647 w 600"/>
                  <a:gd name="T99" fmla="*/ 2147483647 h 510"/>
                  <a:gd name="T100" fmla="*/ 2147483647 w 600"/>
                  <a:gd name="T101" fmla="*/ 2147483647 h 510"/>
                  <a:gd name="T102" fmla="*/ 2147483647 w 600"/>
                  <a:gd name="T103" fmla="*/ 2147483647 h 510"/>
                  <a:gd name="T104" fmla="*/ 2147483647 w 600"/>
                  <a:gd name="T105" fmla="*/ 2147483647 h 510"/>
                  <a:gd name="T106" fmla="*/ 2147483647 w 600"/>
                  <a:gd name="T107" fmla="*/ 2147483647 h 510"/>
                  <a:gd name="T108" fmla="*/ 2147483647 w 600"/>
                  <a:gd name="T109" fmla="*/ 2147483647 h 510"/>
                  <a:gd name="T110" fmla="*/ 2147483647 w 600"/>
                  <a:gd name="T111" fmla="*/ 2147483647 h 510"/>
                  <a:gd name="T112" fmla="*/ 2147483647 w 600"/>
                  <a:gd name="T113" fmla="*/ 0 h 510"/>
                  <a:gd name="T114" fmla="*/ 2147483647 w 600"/>
                  <a:gd name="T115" fmla="*/ 0 h 51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00"/>
                  <a:gd name="T175" fmla="*/ 0 h 510"/>
                  <a:gd name="T176" fmla="*/ 600 w 600"/>
                  <a:gd name="T177" fmla="*/ 510 h 51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00" h="510">
                    <a:moveTo>
                      <a:pt x="546" y="0"/>
                    </a:moveTo>
                    <a:lnTo>
                      <a:pt x="288" y="0"/>
                    </a:lnTo>
                    <a:lnTo>
                      <a:pt x="282" y="6"/>
                    </a:lnTo>
                    <a:lnTo>
                      <a:pt x="270" y="30"/>
                    </a:lnTo>
                    <a:lnTo>
                      <a:pt x="270" y="42"/>
                    </a:lnTo>
                    <a:lnTo>
                      <a:pt x="264" y="54"/>
                    </a:lnTo>
                    <a:lnTo>
                      <a:pt x="264" y="66"/>
                    </a:lnTo>
                    <a:lnTo>
                      <a:pt x="234" y="96"/>
                    </a:lnTo>
                    <a:lnTo>
                      <a:pt x="198" y="96"/>
                    </a:lnTo>
                    <a:lnTo>
                      <a:pt x="186" y="108"/>
                    </a:lnTo>
                    <a:lnTo>
                      <a:pt x="186" y="144"/>
                    </a:lnTo>
                    <a:lnTo>
                      <a:pt x="156" y="174"/>
                    </a:lnTo>
                    <a:lnTo>
                      <a:pt x="156" y="186"/>
                    </a:lnTo>
                    <a:lnTo>
                      <a:pt x="168" y="210"/>
                    </a:lnTo>
                    <a:lnTo>
                      <a:pt x="168" y="222"/>
                    </a:lnTo>
                    <a:lnTo>
                      <a:pt x="156" y="246"/>
                    </a:lnTo>
                    <a:lnTo>
                      <a:pt x="144" y="252"/>
                    </a:lnTo>
                    <a:lnTo>
                      <a:pt x="138" y="252"/>
                    </a:lnTo>
                    <a:lnTo>
                      <a:pt x="132" y="258"/>
                    </a:lnTo>
                    <a:lnTo>
                      <a:pt x="126" y="270"/>
                    </a:lnTo>
                    <a:lnTo>
                      <a:pt x="114" y="282"/>
                    </a:lnTo>
                    <a:lnTo>
                      <a:pt x="102" y="288"/>
                    </a:lnTo>
                    <a:lnTo>
                      <a:pt x="96" y="294"/>
                    </a:lnTo>
                    <a:lnTo>
                      <a:pt x="84" y="300"/>
                    </a:lnTo>
                    <a:lnTo>
                      <a:pt x="78" y="306"/>
                    </a:lnTo>
                    <a:lnTo>
                      <a:pt x="78" y="318"/>
                    </a:lnTo>
                    <a:lnTo>
                      <a:pt x="90" y="324"/>
                    </a:lnTo>
                    <a:lnTo>
                      <a:pt x="78" y="330"/>
                    </a:lnTo>
                    <a:lnTo>
                      <a:pt x="60" y="366"/>
                    </a:lnTo>
                    <a:lnTo>
                      <a:pt x="60" y="384"/>
                    </a:lnTo>
                    <a:lnTo>
                      <a:pt x="48" y="384"/>
                    </a:lnTo>
                    <a:lnTo>
                      <a:pt x="48" y="390"/>
                    </a:lnTo>
                    <a:lnTo>
                      <a:pt x="54" y="396"/>
                    </a:lnTo>
                    <a:lnTo>
                      <a:pt x="54" y="408"/>
                    </a:lnTo>
                    <a:lnTo>
                      <a:pt x="48" y="420"/>
                    </a:lnTo>
                    <a:lnTo>
                      <a:pt x="36" y="426"/>
                    </a:lnTo>
                    <a:lnTo>
                      <a:pt x="24" y="426"/>
                    </a:lnTo>
                    <a:lnTo>
                      <a:pt x="18" y="432"/>
                    </a:lnTo>
                    <a:lnTo>
                      <a:pt x="6" y="456"/>
                    </a:lnTo>
                    <a:lnTo>
                      <a:pt x="0" y="462"/>
                    </a:lnTo>
                    <a:lnTo>
                      <a:pt x="0" y="510"/>
                    </a:lnTo>
                    <a:lnTo>
                      <a:pt x="276" y="510"/>
                    </a:lnTo>
                    <a:lnTo>
                      <a:pt x="282" y="408"/>
                    </a:lnTo>
                    <a:lnTo>
                      <a:pt x="276" y="396"/>
                    </a:lnTo>
                    <a:lnTo>
                      <a:pt x="276" y="378"/>
                    </a:lnTo>
                    <a:lnTo>
                      <a:pt x="282" y="366"/>
                    </a:lnTo>
                    <a:lnTo>
                      <a:pt x="306" y="354"/>
                    </a:lnTo>
                    <a:lnTo>
                      <a:pt x="336" y="354"/>
                    </a:lnTo>
                    <a:lnTo>
                      <a:pt x="348" y="348"/>
                    </a:lnTo>
                    <a:lnTo>
                      <a:pt x="354" y="342"/>
                    </a:lnTo>
                    <a:lnTo>
                      <a:pt x="354" y="150"/>
                    </a:lnTo>
                    <a:lnTo>
                      <a:pt x="366" y="144"/>
                    </a:lnTo>
                    <a:lnTo>
                      <a:pt x="366" y="132"/>
                    </a:lnTo>
                    <a:lnTo>
                      <a:pt x="588" y="126"/>
                    </a:lnTo>
                    <a:lnTo>
                      <a:pt x="588" y="90"/>
                    </a:lnTo>
                    <a:lnTo>
                      <a:pt x="594" y="84"/>
                    </a:lnTo>
                    <a:lnTo>
                      <a:pt x="600" y="0"/>
                    </a:lnTo>
                    <a:lnTo>
                      <a:pt x="546" y="0"/>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82" name="United Arab Emirates" descr="© INSCALE GmbH, 05.05.2010&#10;http://www.presentationload.com/">
                <a:extLst>
                  <a:ext uri="{FF2B5EF4-FFF2-40B4-BE49-F238E27FC236}">
                    <a16:creationId xmlns:a16="http://schemas.microsoft.com/office/drawing/2014/main" id="{7C540A45-4A8A-059F-3B8F-392007E76483}"/>
                  </a:ext>
                </a:extLst>
              </p:cNvPr>
              <p:cNvSpPr>
                <a:spLocks/>
              </p:cNvSpPr>
              <p:nvPr/>
            </p:nvSpPr>
            <p:spPr bwMode="gray">
              <a:xfrm>
                <a:off x="3567" y="2026"/>
                <a:ext cx="86" cy="81"/>
              </a:xfrm>
              <a:custGeom>
                <a:avLst/>
                <a:gdLst>
                  <a:gd name="T0" fmla="*/ 2147483647 w 336"/>
                  <a:gd name="T1" fmla="*/ 2147483647 h 318"/>
                  <a:gd name="T2" fmla="*/ 2147483647 w 336"/>
                  <a:gd name="T3" fmla="*/ 2147483647 h 318"/>
                  <a:gd name="T4" fmla="*/ 2147483647 w 336"/>
                  <a:gd name="T5" fmla="*/ 2147483647 h 318"/>
                  <a:gd name="T6" fmla="*/ 2147483647 w 336"/>
                  <a:gd name="T7" fmla="*/ 2147483647 h 318"/>
                  <a:gd name="T8" fmla="*/ 2147483647 w 336"/>
                  <a:gd name="T9" fmla="*/ 2147483647 h 318"/>
                  <a:gd name="T10" fmla="*/ 2147483647 w 336"/>
                  <a:gd name="T11" fmla="*/ 0 h 318"/>
                  <a:gd name="T12" fmla="*/ 2147483647 w 336"/>
                  <a:gd name="T13" fmla="*/ 2147483647 h 318"/>
                  <a:gd name="T14" fmla="*/ 2147483647 w 336"/>
                  <a:gd name="T15" fmla="*/ 2147483647 h 318"/>
                  <a:gd name="T16" fmla="*/ 2147483647 w 336"/>
                  <a:gd name="T17" fmla="*/ 2147483647 h 318"/>
                  <a:gd name="T18" fmla="*/ 2147483647 w 336"/>
                  <a:gd name="T19" fmla="*/ 2147483647 h 318"/>
                  <a:gd name="T20" fmla="*/ 2147483647 w 336"/>
                  <a:gd name="T21" fmla="*/ 2147483647 h 318"/>
                  <a:gd name="T22" fmla="*/ 2147483647 w 336"/>
                  <a:gd name="T23" fmla="*/ 2147483647 h 318"/>
                  <a:gd name="T24" fmla="*/ 2147483647 w 336"/>
                  <a:gd name="T25" fmla="*/ 2147483647 h 318"/>
                  <a:gd name="T26" fmla="*/ 2147483647 w 336"/>
                  <a:gd name="T27" fmla="*/ 2147483647 h 318"/>
                  <a:gd name="T28" fmla="*/ 2147483647 w 336"/>
                  <a:gd name="T29" fmla="*/ 2147483647 h 318"/>
                  <a:gd name="T30" fmla="*/ 2147483647 w 336"/>
                  <a:gd name="T31" fmla="*/ 2147483647 h 318"/>
                  <a:gd name="T32" fmla="*/ 2147483647 w 336"/>
                  <a:gd name="T33" fmla="*/ 2147483647 h 318"/>
                  <a:gd name="T34" fmla="*/ 2147483647 w 336"/>
                  <a:gd name="T35" fmla="*/ 2147483647 h 318"/>
                  <a:gd name="T36" fmla="*/ 0 w 336"/>
                  <a:gd name="T37" fmla="*/ 2147483647 h 318"/>
                  <a:gd name="T38" fmla="*/ 2147483647 w 336"/>
                  <a:gd name="T39" fmla="*/ 2147483647 h 318"/>
                  <a:gd name="T40" fmla="*/ 2147483647 w 336"/>
                  <a:gd name="T41" fmla="*/ 2147483647 h 318"/>
                  <a:gd name="T42" fmla="*/ 2147483647 w 336"/>
                  <a:gd name="T43" fmla="*/ 2147483647 h 318"/>
                  <a:gd name="T44" fmla="*/ 2147483647 w 336"/>
                  <a:gd name="T45" fmla="*/ 2147483647 h 318"/>
                  <a:gd name="T46" fmla="*/ 2147483647 w 336"/>
                  <a:gd name="T47" fmla="*/ 2147483647 h 318"/>
                  <a:gd name="T48" fmla="*/ 2147483647 w 336"/>
                  <a:gd name="T49" fmla="*/ 2147483647 h 318"/>
                  <a:gd name="T50" fmla="*/ 2147483647 w 336"/>
                  <a:gd name="T51" fmla="*/ 2147483647 h 318"/>
                  <a:gd name="T52" fmla="*/ 2147483647 w 336"/>
                  <a:gd name="T53" fmla="*/ 2147483647 h 318"/>
                  <a:gd name="T54" fmla="*/ 2147483647 w 336"/>
                  <a:gd name="T55" fmla="*/ 2147483647 h 318"/>
                  <a:gd name="T56" fmla="*/ 2147483647 w 336"/>
                  <a:gd name="T57" fmla="*/ 2147483647 h 318"/>
                  <a:gd name="T58" fmla="*/ 2147483647 w 336"/>
                  <a:gd name="T59" fmla="*/ 2147483647 h 318"/>
                  <a:gd name="T60" fmla="*/ 2147483647 w 336"/>
                  <a:gd name="T61" fmla="*/ 2147483647 h 318"/>
                  <a:gd name="T62" fmla="*/ 2147483647 w 336"/>
                  <a:gd name="T63" fmla="*/ 2147483647 h 318"/>
                  <a:gd name="T64" fmla="*/ 2147483647 w 336"/>
                  <a:gd name="T65" fmla="*/ 2147483647 h 318"/>
                  <a:gd name="T66" fmla="*/ 2147483647 w 336"/>
                  <a:gd name="T67" fmla="*/ 2147483647 h 318"/>
                  <a:gd name="T68" fmla="*/ 2147483647 w 336"/>
                  <a:gd name="T69" fmla="*/ 2147483647 h 31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36"/>
                  <a:gd name="T106" fmla="*/ 0 h 318"/>
                  <a:gd name="T107" fmla="*/ 336 w 336"/>
                  <a:gd name="T108" fmla="*/ 318 h 31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36" h="318">
                    <a:moveTo>
                      <a:pt x="300" y="120"/>
                    </a:moveTo>
                    <a:lnTo>
                      <a:pt x="306" y="120"/>
                    </a:lnTo>
                    <a:lnTo>
                      <a:pt x="306" y="126"/>
                    </a:lnTo>
                    <a:lnTo>
                      <a:pt x="312" y="138"/>
                    </a:lnTo>
                    <a:lnTo>
                      <a:pt x="336" y="132"/>
                    </a:lnTo>
                    <a:lnTo>
                      <a:pt x="330" y="120"/>
                    </a:lnTo>
                    <a:lnTo>
                      <a:pt x="324" y="102"/>
                    </a:lnTo>
                    <a:lnTo>
                      <a:pt x="324" y="60"/>
                    </a:lnTo>
                    <a:lnTo>
                      <a:pt x="330" y="42"/>
                    </a:lnTo>
                    <a:lnTo>
                      <a:pt x="330" y="6"/>
                    </a:lnTo>
                    <a:lnTo>
                      <a:pt x="324" y="0"/>
                    </a:lnTo>
                    <a:lnTo>
                      <a:pt x="318" y="0"/>
                    </a:lnTo>
                    <a:lnTo>
                      <a:pt x="312" y="6"/>
                    </a:lnTo>
                    <a:lnTo>
                      <a:pt x="306" y="18"/>
                    </a:lnTo>
                    <a:lnTo>
                      <a:pt x="300" y="36"/>
                    </a:lnTo>
                    <a:lnTo>
                      <a:pt x="288" y="60"/>
                    </a:lnTo>
                    <a:lnTo>
                      <a:pt x="282" y="66"/>
                    </a:lnTo>
                    <a:lnTo>
                      <a:pt x="282" y="72"/>
                    </a:lnTo>
                    <a:lnTo>
                      <a:pt x="276" y="72"/>
                    </a:lnTo>
                    <a:lnTo>
                      <a:pt x="264" y="78"/>
                    </a:lnTo>
                    <a:lnTo>
                      <a:pt x="234" y="108"/>
                    </a:lnTo>
                    <a:lnTo>
                      <a:pt x="228" y="120"/>
                    </a:lnTo>
                    <a:lnTo>
                      <a:pt x="216" y="132"/>
                    </a:lnTo>
                    <a:lnTo>
                      <a:pt x="204" y="138"/>
                    </a:lnTo>
                    <a:lnTo>
                      <a:pt x="198" y="150"/>
                    </a:lnTo>
                    <a:lnTo>
                      <a:pt x="198" y="168"/>
                    </a:lnTo>
                    <a:lnTo>
                      <a:pt x="192" y="180"/>
                    </a:lnTo>
                    <a:lnTo>
                      <a:pt x="192" y="186"/>
                    </a:lnTo>
                    <a:lnTo>
                      <a:pt x="186" y="192"/>
                    </a:lnTo>
                    <a:lnTo>
                      <a:pt x="150" y="192"/>
                    </a:lnTo>
                    <a:lnTo>
                      <a:pt x="132" y="186"/>
                    </a:lnTo>
                    <a:lnTo>
                      <a:pt x="90" y="186"/>
                    </a:lnTo>
                    <a:lnTo>
                      <a:pt x="72" y="192"/>
                    </a:lnTo>
                    <a:lnTo>
                      <a:pt x="48" y="204"/>
                    </a:lnTo>
                    <a:lnTo>
                      <a:pt x="24" y="204"/>
                    </a:lnTo>
                    <a:lnTo>
                      <a:pt x="12" y="192"/>
                    </a:lnTo>
                    <a:lnTo>
                      <a:pt x="0" y="186"/>
                    </a:lnTo>
                    <a:lnTo>
                      <a:pt x="0" y="198"/>
                    </a:lnTo>
                    <a:lnTo>
                      <a:pt x="18" y="216"/>
                    </a:lnTo>
                    <a:lnTo>
                      <a:pt x="30" y="240"/>
                    </a:lnTo>
                    <a:lnTo>
                      <a:pt x="54" y="264"/>
                    </a:lnTo>
                    <a:lnTo>
                      <a:pt x="60" y="276"/>
                    </a:lnTo>
                    <a:lnTo>
                      <a:pt x="72" y="282"/>
                    </a:lnTo>
                    <a:lnTo>
                      <a:pt x="78" y="294"/>
                    </a:lnTo>
                    <a:lnTo>
                      <a:pt x="96" y="294"/>
                    </a:lnTo>
                    <a:lnTo>
                      <a:pt x="132" y="300"/>
                    </a:lnTo>
                    <a:lnTo>
                      <a:pt x="228" y="312"/>
                    </a:lnTo>
                    <a:lnTo>
                      <a:pt x="270" y="318"/>
                    </a:lnTo>
                    <a:lnTo>
                      <a:pt x="264" y="306"/>
                    </a:lnTo>
                    <a:lnTo>
                      <a:pt x="258" y="300"/>
                    </a:lnTo>
                    <a:lnTo>
                      <a:pt x="252" y="288"/>
                    </a:lnTo>
                    <a:lnTo>
                      <a:pt x="252" y="276"/>
                    </a:lnTo>
                    <a:lnTo>
                      <a:pt x="258" y="270"/>
                    </a:lnTo>
                    <a:lnTo>
                      <a:pt x="264" y="258"/>
                    </a:lnTo>
                    <a:lnTo>
                      <a:pt x="270" y="252"/>
                    </a:lnTo>
                    <a:lnTo>
                      <a:pt x="276" y="240"/>
                    </a:lnTo>
                    <a:lnTo>
                      <a:pt x="276" y="228"/>
                    </a:lnTo>
                    <a:lnTo>
                      <a:pt x="282" y="216"/>
                    </a:lnTo>
                    <a:lnTo>
                      <a:pt x="282" y="204"/>
                    </a:lnTo>
                    <a:lnTo>
                      <a:pt x="288" y="198"/>
                    </a:lnTo>
                    <a:lnTo>
                      <a:pt x="288" y="192"/>
                    </a:lnTo>
                    <a:lnTo>
                      <a:pt x="300" y="192"/>
                    </a:lnTo>
                    <a:lnTo>
                      <a:pt x="300" y="198"/>
                    </a:lnTo>
                    <a:lnTo>
                      <a:pt x="306" y="198"/>
                    </a:lnTo>
                    <a:lnTo>
                      <a:pt x="306" y="192"/>
                    </a:lnTo>
                    <a:lnTo>
                      <a:pt x="288" y="174"/>
                    </a:lnTo>
                    <a:lnTo>
                      <a:pt x="288" y="144"/>
                    </a:lnTo>
                    <a:lnTo>
                      <a:pt x="294" y="132"/>
                    </a:lnTo>
                    <a:lnTo>
                      <a:pt x="294" y="126"/>
                    </a:lnTo>
                    <a:lnTo>
                      <a:pt x="300" y="120"/>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83" name="Uganda" descr="© INSCALE GmbH, 05.05.2010&#10;http://www.presentationload.com/">
                <a:extLst>
                  <a:ext uri="{FF2B5EF4-FFF2-40B4-BE49-F238E27FC236}">
                    <a16:creationId xmlns:a16="http://schemas.microsoft.com/office/drawing/2014/main" id="{CB2B9CB7-DDE7-D62C-5CBA-C2E1D363D90C}"/>
                  </a:ext>
                </a:extLst>
              </p:cNvPr>
              <p:cNvSpPr>
                <a:spLocks noEditPoints="1"/>
              </p:cNvSpPr>
              <p:nvPr/>
            </p:nvSpPr>
            <p:spPr bwMode="gray">
              <a:xfrm>
                <a:off x="3190" y="2483"/>
                <a:ext cx="99" cy="117"/>
              </a:xfrm>
              <a:custGeom>
                <a:avLst/>
                <a:gdLst>
                  <a:gd name="T0" fmla="*/ 2147483647 w 390"/>
                  <a:gd name="T1" fmla="*/ 2147483647 h 462"/>
                  <a:gd name="T2" fmla="*/ 2147483647 w 390"/>
                  <a:gd name="T3" fmla="*/ 2147483647 h 462"/>
                  <a:gd name="T4" fmla="*/ 2147483647 w 390"/>
                  <a:gd name="T5" fmla="*/ 2147483647 h 462"/>
                  <a:gd name="T6" fmla="*/ 2147483647 w 390"/>
                  <a:gd name="T7" fmla="*/ 2147483647 h 462"/>
                  <a:gd name="T8" fmla="*/ 2147483647 w 390"/>
                  <a:gd name="T9" fmla="*/ 2147483647 h 462"/>
                  <a:gd name="T10" fmla="*/ 2147483647 w 390"/>
                  <a:gd name="T11" fmla="*/ 2147483647 h 462"/>
                  <a:gd name="T12" fmla="*/ 2147483647 w 390"/>
                  <a:gd name="T13" fmla="*/ 2147483647 h 462"/>
                  <a:gd name="T14" fmla="*/ 2147483647 w 390"/>
                  <a:gd name="T15" fmla="*/ 2147483647 h 462"/>
                  <a:gd name="T16" fmla="*/ 2147483647 w 390"/>
                  <a:gd name="T17" fmla="*/ 2147483647 h 462"/>
                  <a:gd name="T18" fmla="*/ 2147483647 w 390"/>
                  <a:gd name="T19" fmla="*/ 2147483647 h 462"/>
                  <a:gd name="T20" fmla="*/ 2147483647 w 390"/>
                  <a:gd name="T21" fmla="*/ 2147483647 h 462"/>
                  <a:gd name="T22" fmla="*/ 2147483647 w 390"/>
                  <a:gd name="T23" fmla="*/ 2147483647 h 462"/>
                  <a:gd name="T24" fmla="*/ 2147483647 w 390"/>
                  <a:gd name="T25" fmla="*/ 0 h 462"/>
                  <a:gd name="T26" fmla="*/ 2147483647 w 390"/>
                  <a:gd name="T27" fmla="*/ 2147483647 h 462"/>
                  <a:gd name="T28" fmla="*/ 2147483647 w 390"/>
                  <a:gd name="T29" fmla="*/ 2147483647 h 462"/>
                  <a:gd name="T30" fmla="*/ 2147483647 w 390"/>
                  <a:gd name="T31" fmla="*/ 2147483647 h 462"/>
                  <a:gd name="T32" fmla="*/ 2147483647 w 390"/>
                  <a:gd name="T33" fmla="*/ 2147483647 h 462"/>
                  <a:gd name="T34" fmla="*/ 2147483647 w 390"/>
                  <a:gd name="T35" fmla="*/ 2147483647 h 462"/>
                  <a:gd name="T36" fmla="*/ 2147483647 w 390"/>
                  <a:gd name="T37" fmla="*/ 2147483647 h 462"/>
                  <a:gd name="T38" fmla="*/ 2147483647 w 390"/>
                  <a:gd name="T39" fmla="*/ 2147483647 h 462"/>
                  <a:gd name="T40" fmla="*/ 2147483647 w 390"/>
                  <a:gd name="T41" fmla="*/ 2147483647 h 462"/>
                  <a:gd name="T42" fmla="*/ 2147483647 w 390"/>
                  <a:gd name="T43" fmla="*/ 2147483647 h 462"/>
                  <a:gd name="T44" fmla="*/ 2147483647 w 390"/>
                  <a:gd name="T45" fmla="*/ 2147483647 h 462"/>
                  <a:gd name="T46" fmla="*/ 2147483647 w 390"/>
                  <a:gd name="T47" fmla="*/ 2147483647 h 462"/>
                  <a:gd name="T48" fmla="*/ 2147483647 w 390"/>
                  <a:gd name="T49" fmla="*/ 2147483647 h 462"/>
                  <a:gd name="T50" fmla="*/ 2147483647 w 390"/>
                  <a:gd name="T51" fmla="*/ 2147483647 h 462"/>
                  <a:gd name="T52" fmla="*/ 2147483647 w 390"/>
                  <a:gd name="T53" fmla="*/ 2147483647 h 462"/>
                  <a:gd name="T54" fmla="*/ 2147483647 w 390"/>
                  <a:gd name="T55" fmla="*/ 2147483647 h 462"/>
                  <a:gd name="T56" fmla="*/ 2147483647 w 390"/>
                  <a:gd name="T57" fmla="*/ 2147483647 h 462"/>
                  <a:gd name="T58" fmla="*/ 2147483647 w 390"/>
                  <a:gd name="T59" fmla="*/ 2147483647 h 462"/>
                  <a:gd name="T60" fmla="*/ 2147483647 w 390"/>
                  <a:gd name="T61" fmla="*/ 2147483647 h 462"/>
                  <a:gd name="T62" fmla="*/ 2147483647 w 390"/>
                  <a:gd name="T63" fmla="*/ 2147483647 h 462"/>
                  <a:gd name="T64" fmla="*/ 2147483647 w 390"/>
                  <a:gd name="T65" fmla="*/ 2147483647 h 462"/>
                  <a:gd name="T66" fmla="*/ 2147483647 w 390"/>
                  <a:gd name="T67" fmla="*/ 2147483647 h 462"/>
                  <a:gd name="T68" fmla="*/ 2147483647 w 390"/>
                  <a:gd name="T69" fmla="*/ 2147483647 h 462"/>
                  <a:gd name="T70" fmla="*/ 2147483647 w 390"/>
                  <a:gd name="T71" fmla="*/ 2147483647 h 462"/>
                  <a:gd name="T72" fmla="*/ 2147483647 w 390"/>
                  <a:gd name="T73" fmla="*/ 2147483647 h 462"/>
                  <a:gd name="T74" fmla="*/ 2147483647 w 390"/>
                  <a:gd name="T75" fmla="*/ 2147483647 h 462"/>
                  <a:gd name="T76" fmla="*/ 2147483647 w 390"/>
                  <a:gd name="T77" fmla="*/ 2147483647 h 462"/>
                  <a:gd name="T78" fmla="*/ 2147483647 w 390"/>
                  <a:gd name="T79" fmla="*/ 2147483647 h 462"/>
                  <a:gd name="T80" fmla="*/ 2147483647 w 390"/>
                  <a:gd name="T81" fmla="*/ 2147483647 h 462"/>
                  <a:gd name="T82" fmla="*/ 2147483647 w 390"/>
                  <a:gd name="T83" fmla="*/ 2147483647 h 462"/>
                  <a:gd name="T84" fmla="*/ 2147483647 w 390"/>
                  <a:gd name="T85" fmla="*/ 2147483647 h 462"/>
                  <a:gd name="T86" fmla="*/ 2147483647 w 390"/>
                  <a:gd name="T87" fmla="*/ 2147483647 h 462"/>
                  <a:gd name="T88" fmla="*/ 2147483647 w 390"/>
                  <a:gd name="T89" fmla="*/ 2147483647 h 462"/>
                  <a:gd name="T90" fmla="*/ 2147483647 w 390"/>
                  <a:gd name="T91" fmla="*/ 2147483647 h 462"/>
                  <a:gd name="T92" fmla="*/ 2147483647 w 390"/>
                  <a:gd name="T93" fmla="*/ 2147483647 h 462"/>
                  <a:gd name="T94" fmla="*/ 2147483647 w 390"/>
                  <a:gd name="T95" fmla="*/ 2147483647 h 462"/>
                  <a:gd name="T96" fmla="*/ 2147483647 w 390"/>
                  <a:gd name="T97" fmla="*/ 2147483647 h 462"/>
                  <a:gd name="T98" fmla="*/ 2147483647 w 390"/>
                  <a:gd name="T99" fmla="*/ 2147483647 h 462"/>
                  <a:gd name="T100" fmla="*/ 2147483647 w 390"/>
                  <a:gd name="T101" fmla="*/ 2147483647 h 462"/>
                  <a:gd name="T102" fmla="*/ 2147483647 w 390"/>
                  <a:gd name="T103" fmla="*/ 2147483647 h 462"/>
                  <a:gd name="T104" fmla="*/ 2147483647 w 390"/>
                  <a:gd name="T105" fmla="*/ 2147483647 h 462"/>
                  <a:gd name="T106" fmla="*/ 2147483647 w 390"/>
                  <a:gd name="T107" fmla="*/ 2147483647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90"/>
                  <a:gd name="T163" fmla="*/ 0 h 462"/>
                  <a:gd name="T164" fmla="*/ 390 w 390"/>
                  <a:gd name="T165" fmla="*/ 462 h 46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90" h="462">
                    <a:moveTo>
                      <a:pt x="306" y="426"/>
                    </a:moveTo>
                    <a:lnTo>
                      <a:pt x="318" y="426"/>
                    </a:lnTo>
                    <a:lnTo>
                      <a:pt x="318" y="420"/>
                    </a:lnTo>
                    <a:lnTo>
                      <a:pt x="306" y="420"/>
                    </a:lnTo>
                    <a:lnTo>
                      <a:pt x="306" y="426"/>
                    </a:lnTo>
                    <a:close/>
                    <a:moveTo>
                      <a:pt x="390" y="192"/>
                    </a:moveTo>
                    <a:lnTo>
                      <a:pt x="384" y="180"/>
                    </a:lnTo>
                    <a:lnTo>
                      <a:pt x="378" y="174"/>
                    </a:lnTo>
                    <a:lnTo>
                      <a:pt x="366" y="150"/>
                    </a:lnTo>
                    <a:lnTo>
                      <a:pt x="366" y="144"/>
                    </a:lnTo>
                    <a:lnTo>
                      <a:pt x="372" y="138"/>
                    </a:lnTo>
                    <a:lnTo>
                      <a:pt x="378" y="138"/>
                    </a:lnTo>
                    <a:lnTo>
                      <a:pt x="384" y="132"/>
                    </a:lnTo>
                    <a:lnTo>
                      <a:pt x="348" y="90"/>
                    </a:lnTo>
                    <a:lnTo>
                      <a:pt x="354" y="84"/>
                    </a:lnTo>
                    <a:lnTo>
                      <a:pt x="336" y="66"/>
                    </a:lnTo>
                    <a:lnTo>
                      <a:pt x="336" y="60"/>
                    </a:lnTo>
                    <a:lnTo>
                      <a:pt x="342" y="54"/>
                    </a:lnTo>
                    <a:lnTo>
                      <a:pt x="342" y="42"/>
                    </a:lnTo>
                    <a:lnTo>
                      <a:pt x="336" y="42"/>
                    </a:lnTo>
                    <a:lnTo>
                      <a:pt x="336" y="48"/>
                    </a:lnTo>
                    <a:lnTo>
                      <a:pt x="330" y="42"/>
                    </a:lnTo>
                    <a:lnTo>
                      <a:pt x="324" y="42"/>
                    </a:lnTo>
                    <a:lnTo>
                      <a:pt x="324" y="18"/>
                    </a:lnTo>
                    <a:lnTo>
                      <a:pt x="318" y="6"/>
                    </a:lnTo>
                    <a:lnTo>
                      <a:pt x="312" y="0"/>
                    </a:lnTo>
                    <a:lnTo>
                      <a:pt x="300" y="0"/>
                    </a:lnTo>
                    <a:lnTo>
                      <a:pt x="300" y="6"/>
                    </a:lnTo>
                    <a:lnTo>
                      <a:pt x="294" y="12"/>
                    </a:lnTo>
                    <a:lnTo>
                      <a:pt x="294" y="18"/>
                    </a:lnTo>
                    <a:lnTo>
                      <a:pt x="276" y="36"/>
                    </a:lnTo>
                    <a:lnTo>
                      <a:pt x="252" y="36"/>
                    </a:lnTo>
                    <a:lnTo>
                      <a:pt x="246" y="30"/>
                    </a:lnTo>
                    <a:lnTo>
                      <a:pt x="246" y="24"/>
                    </a:lnTo>
                    <a:lnTo>
                      <a:pt x="234" y="24"/>
                    </a:lnTo>
                    <a:lnTo>
                      <a:pt x="222" y="36"/>
                    </a:lnTo>
                    <a:lnTo>
                      <a:pt x="198" y="36"/>
                    </a:lnTo>
                    <a:lnTo>
                      <a:pt x="180" y="60"/>
                    </a:lnTo>
                    <a:lnTo>
                      <a:pt x="156" y="30"/>
                    </a:lnTo>
                    <a:lnTo>
                      <a:pt x="150" y="30"/>
                    </a:lnTo>
                    <a:lnTo>
                      <a:pt x="144" y="36"/>
                    </a:lnTo>
                    <a:lnTo>
                      <a:pt x="144" y="42"/>
                    </a:lnTo>
                    <a:lnTo>
                      <a:pt x="132" y="42"/>
                    </a:lnTo>
                    <a:lnTo>
                      <a:pt x="120" y="36"/>
                    </a:lnTo>
                    <a:lnTo>
                      <a:pt x="114" y="30"/>
                    </a:lnTo>
                    <a:lnTo>
                      <a:pt x="102" y="30"/>
                    </a:lnTo>
                    <a:lnTo>
                      <a:pt x="84" y="48"/>
                    </a:lnTo>
                    <a:lnTo>
                      <a:pt x="90" y="72"/>
                    </a:lnTo>
                    <a:lnTo>
                      <a:pt x="72" y="90"/>
                    </a:lnTo>
                    <a:lnTo>
                      <a:pt x="84" y="96"/>
                    </a:lnTo>
                    <a:lnTo>
                      <a:pt x="90" y="102"/>
                    </a:lnTo>
                    <a:lnTo>
                      <a:pt x="90" y="108"/>
                    </a:lnTo>
                    <a:lnTo>
                      <a:pt x="84" y="114"/>
                    </a:lnTo>
                    <a:lnTo>
                      <a:pt x="78" y="126"/>
                    </a:lnTo>
                    <a:lnTo>
                      <a:pt x="78" y="138"/>
                    </a:lnTo>
                    <a:lnTo>
                      <a:pt x="84" y="144"/>
                    </a:lnTo>
                    <a:lnTo>
                      <a:pt x="96" y="144"/>
                    </a:lnTo>
                    <a:lnTo>
                      <a:pt x="108" y="150"/>
                    </a:lnTo>
                    <a:lnTo>
                      <a:pt x="114" y="156"/>
                    </a:lnTo>
                    <a:lnTo>
                      <a:pt x="114" y="168"/>
                    </a:lnTo>
                    <a:lnTo>
                      <a:pt x="108" y="180"/>
                    </a:lnTo>
                    <a:lnTo>
                      <a:pt x="96" y="192"/>
                    </a:lnTo>
                    <a:lnTo>
                      <a:pt x="84" y="216"/>
                    </a:lnTo>
                    <a:lnTo>
                      <a:pt x="72" y="222"/>
                    </a:lnTo>
                    <a:lnTo>
                      <a:pt x="66" y="234"/>
                    </a:lnTo>
                    <a:lnTo>
                      <a:pt x="42" y="246"/>
                    </a:lnTo>
                    <a:lnTo>
                      <a:pt x="42" y="258"/>
                    </a:lnTo>
                    <a:lnTo>
                      <a:pt x="24" y="270"/>
                    </a:lnTo>
                    <a:lnTo>
                      <a:pt x="6" y="342"/>
                    </a:lnTo>
                    <a:lnTo>
                      <a:pt x="6" y="372"/>
                    </a:lnTo>
                    <a:lnTo>
                      <a:pt x="0" y="450"/>
                    </a:lnTo>
                    <a:lnTo>
                      <a:pt x="12" y="450"/>
                    </a:lnTo>
                    <a:lnTo>
                      <a:pt x="24" y="462"/>
                    </a:lnTo>
                    <a:lnTo>
                      <a:pt x="30" y="462"/>
                    </a:lnTo>
                    <a:lnTo>
                      <a:pt x="42" y="438"/>
                    </a:lnTo>
                    <a:lnTo>
                      <a:pt x="48" y="432"/>
                    </a:lnTo>
                    <a:lnTo>
                      <a:pt x="48" y="426"/>
                    </a:lnTo>
                    <a:lnTo>
                      <a:pt x="72" y="420"/>
                    </a:lnTo>
                    <a:lnTo>
                      <a:pt x="162" y="426"/>
                    </a:lnTo>
                    <a:lnTo>
                      <a:pt x="162" y="414"/>
                    </a:lnTo>
                    <a:lnTo>
                      <a:pt x="156" y="408"/>
                    </a:lnTo>
                    <a:lnTo>
                      <a:pt x="150" y="396"/>
                    </a:lnTo>
                    <a:lnTo>
                      <a:pt x="162" y="372"/>
                    </a:lnTo>
                    <a:lnTo>
                      <a:pt x="168" y="366"/>
                    </a:lnTo>
                    <a:lnTo>
                      <a:pt x="168" y="342"/>
                    </a:lnTo>
                    <a:lnTo>
                      <a:pt x="174" y="336"/>
                    </a:lnTo>
                    <a:lnTo>
                      <a:pt x="186" y="330"/>
                    </a:lnTo>
                    <a:lnTo>
                      <a:pt x="204" y="324"/>
                    </a:lnTo>
                    <a:lnTo>
                      <a:pt x="240" y="324"/>
                    </a:lnTo>
                    <a:lnTo>
                      <a:pt x="252" y="312"/>
                    </a:lnTo>
                    <a:lnTo>
                      <a:pt x="258" y="300"/>
                    </a:lnTo>
                    <a:lnTo>
                      <a:pt x="264" y="300"/>
                    </a:lnTo>
                    <a:lnTo>
                      <a:pt x="264" y="306"/>
                    </a:lnTo>
                    <a:lnTo>
                      <a:pt x="270" y="312"/>
                    </a:lnTo>
                    <a:lnTo>
                      <a:pt x="270" y="330"/>
                    </a:lnTo>
                    <a:lnTo>
                      <a:pt x="276" y="324"/>
                    </a:lnTo>
                    <a:lnTo>
                      <a:pt x="312" y="324"/>
                    </a:lnTo>
                    <a:lnTo>
                      <a:pt x="312" y="330"/>
                    </a:lnTo>
                    <a:lnTo>
                      <a:pt x="312" y="318"/>
                    </a:lnTo>
                    <a:lnTo>
                      <a:pt x="318" y="306"/>
                    </a:lnTo>
                    <a:lnTo>
                      <a:pt x="324" y="300"/>
                    </a:lnTo>
                    <a:lnTo>
                      <a:pt x="330" y="282"/>
                    </a:lnTo>
                    <a:lnTo>
                      <a:pt x="348" y="270"/>
                    </a:lnTo>
                    <a:lnTo>
                      <a:pt x="348" y="246"/>
                    </a:lnTo>
                    <a:lnTo>
                      <a:pt x="354" y="240"/>
                    </a:lnTo>
                    <a:lnTo>
                      <a:pt x="372" y="240"/>
                    </a:lnTo>
                    <a:lnTo>
                      <a:pt x="378" y="216"/>
                    </a:lnTo>
                    <a:lnTo>
                      <a:pt x="390" y="204"/>
                    </a:lnTo>
                    <a:lnTo>
                      <a:pt x="390" y="192"/>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84" name="Tunisia" descr="© INSCALE GmbH, 05.05.2010&#10;http://www.presentationload.com/">
                <a:extLst>
                  <a:ext uri="{FF2B5EF4-FFF2-40B4-BE49-F238E27FC236}">
                    <a16:creationId xmlns:a16="http://schemas.microsoft.com/office/drawing/2014/main" id="{1CEBD361-7F30-4E3A-4F6F-519C87200853}"/>
                  </a:ext>
                </a:extLst>
              </p:cNvPr>
              <p:cNvSpPr>
                <a:spLocks/>
              </p:cNvSpPr>
              <p:nvPr/>
            </p:nvSpPr>
            <p:spPr bwMode="gray">
              <a:xfrm>
                <a:off x="2793" y="1806"/>
                <a:ext cx="70" cy="145"/>
              </a:xfrm>
              <a:custGeom>
                <a:avLst/>
                <a:gdLst>
                  <a:gd name="T0" fmla="*/ 2147483647 w 276"/>
                  <a:gd name="T1" fmla="*/ 2147483647 h 570"/>
                  <a:gd name="T2" fmla="*/ 2147483647 w 276"/>
                  <a:gd name="T3" fmla="*/ 2147483647 h 570"/>
                  <a:gd name="T4" fmla="*/ 2147483647 w 276"/>
                  <a:gd name="T5" fmla="*/ 2147483647 h 570"/>
                  <a:gd name="T6" fmla="*/ 2147483647 w 276"/>
                  <a:gd name="T7" fmla="*/ 2147483647 h 570"/>
                  <a:gd name="T8" fmla="*/ 2147483647 w 276"/>
                  <a:gd name="T9" fmla="*/ 2147483647 h 570"/>
                  <a:gd name="T10" fmla="*/ 2147483647 w 276"/>
                  <a:gd name="T11" fmla="*/ 2147483647 h 570"/>
                  <a:gd name="T12" fmla="*/ 0 w 276"/>
                  <a:gd name="T13" fmla="*/ 2147483647 h 570"/>
                  <a:gd name="T14" fmla="*/ 2147483647 w 276"/>
                  <a:gd name="T15" fmla="*/ 2147483647 h 570"/>
                  <a:gd name="T16" fmla="*/ 2147483647 w 276"/>
                  <a:gd name="T17" fmla="*/ 2147483647 h 570"/>
                  <a:gd name="T18" fmla="*/ 2147483647 w 276"/>
                  <a:gd name="T19" fmla="*/ 2147483647 h 570"/>
                  <a:gd name="T20" fmla="*/ 2147483647 w 276"/>
                  <a:gd name="T21" fmla="*/ 2147483647 h 570"/>
                  <a:gd name="T22" fmla="*/ 2147483647 w 276"/>
                  <a:gd name="T23" fmla="*/ 2147483647 h 570"/>
                  <a:gd name="T24" fmla="*/ 2147483647 w 276"/>
                  <a:gd name="T25" fmla="*/ 2147483647 h 570"/>
                  <a:gd name="T26" fmla="*/ 2147483647 w 276"/>
                  <a:gd name="T27" fmla="*/ 2147483647 h 570"/>
                  <a:gd name="T28" fmla="*/ 2147483647 w 276"/>
                  <a:gd name="T29" fmla="*/ 2147483647 h 570"/>
                  <a:gd name="T30" fmla="*/ 2147483647 w 276"/>
                  <a:gd name="T31" fmla="*/ 2147483647 h 570"/>
                  <a:gd name="T32" fmla="*/ 2147483647 w 276"/>
                  <a:gd name="T33" fmla="*/ 2147483647 h 570"/>
                  <a:gd name="T34" fmla="*/ 2147483647 w 276"/>
                  <a:gd name="T35" fmla="*/ 2147483647 h 570"/>
                  <a:gd name="T36" fmla="*/ 2147483647 w 276"/>
                  <a:gd name="T37" fmla="*/ 2147483647 h 570"/>
                  <a:gd name="T38" fmla="*/ 2147483647 w 276"/>
                  <a:gd name="T39" fmla="*/ 2147483647 h 570"/>
                  <a:gd name="T40" fmla="*/ 2147483647 w 276"/>
                  <a:gd name="T41" fmla="*/ 2147483647 h 570"/>
                  <a:gd name="T42" fmla="*/ 2147483647 w 276"/>
                  <a:gd name="T43" fmla="*/ 2147483647 h 570"/>
                  <a:gd name="T44" fmla="*/ 2147483647 w 276"/>
                  <a:gd name="T45" fmla="*/ 2147483647 h 570"/>
                  <a:gd name="T46" fmla="*/ 2147483647 w 276"/>
                  <a:gd name="T47" fmla="*/ 2147483647 h 570"/>
                  <a:gd name="T48" fmla="*/ 2147483647 w 276"/>
                  <a:gd name="T49" fmla="*/ 2147483647 h 570"/>
                  <a:gd name="T50" fmla="*/ 2147483647 w 276"/>
                  <a:gd name="T51" fmla="*/ 2147483647 h 570"/>
                  <a:gd name="T52" fmla="*/ 2147483647 w 276"/>
                  <a:gd name="T53" fmla="*/ 2147483647 h 570"/>
                  <a:gd name="T54" fmla="*/ 2147483647 w 276"/>
                  <a:gd name="T55" fmla="*/ 2147483647 h 570"/>
                  <a:gd name="T56" fmla="*/ 2147483647 w 276"/>
                  <a:gd name="T57" fmla="*/ 2147483647 h 570"/>
                  <a:gd name="T58" fmla="*/ 2147483647 w 276"/>
                  <a:gd name="T59" fmla="*/ 2147483647 h 570"/>
                  <a:gd name="T60" fmla="*/ 2147483647 w 276"/>
                  <a:gd name="T61" fmla="*/ 2147483647 h 570"/>
                  <a:gd name="T62" fmla="*/ 2147483647 w 276"/>
                  <a:gd name="T63" fmla="*/ 2147483647 h 570"/>
                  <a:gd name="T64" fmla="*/ 2147483647 w 276"/>
                  <a:gd name="T65" fmla="*/ 2147483647 h 570"/>
                  <a:gd name="T66" fmla="*/ 2147483647 w 276"/>
                  <a:gd name="T67" fmla="*/ 2147483647 h 570"/>
                  <a:gd name="T68" fmla="*/ 2147483647 w 276"/>
                  <a:gd name="T69" fmla="*/ 2147483647 h 570"/>
                  <a:gd name="T70" fmla="*/ 2147483647 w 276"/>
                  <a:gd name="T71" fmla="*/ 2147483647 h 570"/>
                  <a:gd name="T72" fmla="*/ 2147483647 w 276"/>
                  <a:gd name="T73" fmla="*/ 2147483647 h 570"/>
                  <a:gd name="T74" fmla="*/ 2147483647 w 276"/>
                  <a:gd name="T75" fmla="*/ 2147483647 h 570"/>
                  <a:gd name="T76" fmla="*/ 2147483647 w 276"/>
                  <a:gd name="T77" fmla="*/ 2147483647 h 570"/>
                  <a:gd name="T78" fmla="*/ 2147483647 w 276"/>
                  <a:gd name="T79" fmla="*/ 2147483647 h 570"/>
                  <a:gd name="T80" fmla="*/ 2147483647 w 276"/>
                  <a:gd name="T81" fmla="*/ 2147483647 h 570"/>
                  <a:gd name="T82" fmla="*/ 2147483647 w 276"/>
                  <a:gd name="T83" fmla="*/ 2147483647 h 570"/>
                  <a:gd name="T84" fmla="*/ 2147483647 w 276"/>
                  <a:gd name="T85" fmla="*/ 2147483647 h 570"/>
                  <a:gd name="T86" fmla="*/ 2147483647 w 276"/>
                  <a:gd name="T87" fmla="*/ 2147483647 h 570"/>
                  <a:gd name="T88" fmla="*/ 2147483647 w 276"/>
                  <a:gd name="T89" fmla="*/ 0 h 570"/>
                  <a:gd name="T90" fmla="*/ 2147483647 w 276"/>
                  <a:gd name="T91" fmla="*/ 2147483647 h 570"/>
                  <a:gd name="T92" fmla="*/ 2147483647 w 276"/>
                  <a:gd name="T93" fmla="*/ 2147483647 h 570"/>
                  <a:gd name="T94" fmla="*/ 2147483647 w 276"/>
                  <a:gd name="T95" fmla="*/ 2147483647 h 57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76"/>
                  <a:gd name="T145" fmla="*/ 0 h 570"/>
                  <a:gd name="T146" fmla="*/ 276 w 276"/>
                  <a:gd name="T147" fmla="*/ 570 h 57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76" h="570">
                    <a:moveTo>
                      <a:pt x="42" y="60"/>
                    </a:moveTo>
                    <a:lnTo>
                      <a:pt x="60" y="66"/>
                    </a:lnTo>
                    <a:lnTo>
                      <a:pt x="60" y="78"/>
                    </a:lnTo>
                    <a:lnTo>
                      <a:pt x="54" y="90"/>
                    </a:lnTo>
                    <a:lnTo>
                      <a:pt x="54" y="126"/>
                    </a:lnTo>
                    <a:lnTo>
                      <a:pt x="60" y="138"/>
                    </a:lnTo>
                    <a:lnTo>
                      <a:pt x="60" y="180"/>
                    </a:lnTo>
                    <a:lnTo>
                      <a:pt x="54" y="192"/>
                    </a:lnTo>
                    <a:lnTo>
                      <a:pt x="54" y="204"/>
                    </a:lnTo>
                    <a:lnTo>
                      <a:pt x="48" y="210"/>
                    </a:lnTo>
                    <a:lnTo>
                      <a:pt x="48" y="216"/>
                    </a:lnTo>
                    <a:lnTo>
                      <a:pt x="24" y="234"/>
                    </a:lnTo>
                    <a:lnTo>
                      <a:pt x="0" y="258"/>
                    </a:lnTo>
                    <a:lnTo>
                      <a:pt x="0" y="300"/>
                    </a:lnTo>
                    <a:lnTo>
                      <a:pt x="12" y="300"/>
                    </a:lnTo>
                    <a:lnTo>
                      <a:pt x="12" y="330"/>
                    </a:lnTo>
                    <a:lnTo>
                      <a:pt x="24" y="330"/>
                    </a:lnTo>
                    <a:lnTo>
                      <a:pt x="42" y="336"/>
                    </a:lnTo>
                    <a:lnTo>
                      <a:pt x="54" y="348"/>
                    </a:lnTo>
                    <a:lnTo>
                      <a:pt x="54" y="390"/>
                    </a:lnTo>
                    <a:lnTo>
                      <a:pt x="60" y="390"/>
                    </a:lnTo>
                    <a:lnTo>
                      <a:pt x="66" y="396"/>
                    </a:lnTo>
                    <a:lnTo>
                      <a:pt x="90" y="408"/>
                    </a:lnTo>
                    <a:lnTo>
                      <a:pt x="96" y="420"/>
                    </a:lnTo>
                    <a:lnTo>
                      <a:pt x="102" y="426"/>
                    </a:lnTo>
                    <a:lnTo>
                      <a:pt x="108" y="450"/>
                    </a:lnTo>
                    <a:lnTo>
                      <a:pt x="114" y="492"/>
                    </a:lnTo>
                    <a:lnTo>
                      <a:pt x="126" y="540"/>
                    </a:lnTo>
                    <a:lnTo>
                      <a:pt x="138" y="570"/>
                    </a:lnTo>
                    <a:lnTo>
                      <a:pt x="144" y="564"/>
                    </a:lnTo>
                    <a:lnTo>
                      <a:pt x="156" y="564"/>
                    </a:lnTo>
                    <a:lnTo>
                      <a:pt x="186" y="534"/>
                    </a:lnTo>
                    <a:lnTo>
                      <a:pt x="186" y="510"/>
                    </a:lnTo>
                    <a:lnTo>
                      <a:pt x="174" y="486"/>
                    </a:lnTo>
                    <a:lnTo>
                      <a:pt x="174" y="468"/>
                    </a:lnTo>
                    <a:lnTo>
                      <a:pt x="192" y="450"/>
                    </a:lnTo>
                    <a:lnTo>
                      <a:pt x="198" y="450"/>
                    </a:lnTo>
                    <a:lnTo>
                      <a:pt x="204" y="438"/>
                    </a:lnTo>
                    <a:lnTo>
                      <a:pt x="210" y="432"/>
                    </a:lnTo>
                    <a:lnTo>
                      <a:pt x="216" y="420"/>
                    </a:lnTo>
                    <a:lnTo>
                      <a:pt x="222" y="414"/>
                    </a:lnTo>
                    <a:lnTo>
                      <a:pt x="234" y="408"/>
                    </a:lnTo>
                    <a:lnTo>
                      <a:pt x="246" y="408"/>
                    </a:lnTo>
                    <a:lnTo>
                      <a:pt x="270" y="396"/>
                    </a:lnTo>
                    <a:lnTo>
                      <a:pt x="276" y="390"/>
                    </a:lnTo>
                    <a:lnTo>
                      <a:pt x="276" y="384"/>
                    </a:lnTo>
                    <a:lnTo>
                      <a:pt x="264" y="372"/>
                    </a:lnTo>
                    <a:lnTo>
                      <a:pt x="258" y="372"/>
                    </a:lnTo>
                    <a:lnTo>
                      <a:pt x="264" y="330"/>
                    </a:lnTo>
                    <a:lnTo>
                      <a:pt x="252" y="330"/>
                    </a:lnTo>
                    <a:lnTo>
                      <a:pt x="240" y="300"/>
                    </a:lnTo>
                    <a:lnTo>
                      <a:pt x="228" y="294"/>
                    </a:lnTo>
                    <a:lnTo>
                      <a:pt x="222" y="306"/>
                    </a:lnTo>
                    <a:lnTo>
                      <a:pt x="216" y="294"/>
                    </a:lnTo>
                    <a:lnTo>
                      <a:pt x="198" y="294"/>
                    </a:lnTo>
                    <a:lnTo>
                      <a:pt x="186" y="288"/>
                    </a:lnTo>
                    <a:lnTo>
                      <a:pt x="180" y="282"/>
                    </a:lnTo>
                    <a:lnTo>
                      <a:pt x="168" y="276"/>
                    </a:lnTo>
                    <a:lnTo>
                      <a:pt x="168" y="246"/>
                    </a:lnTo>
                    <a:lnTo>
                      <a:pt x="174" y="240"/>
                    </a:lnTo>
                    <a:lnTo>
                      <a:pt x="180" y="240"/>
                    </a:lnTo>
                    <a:lnTo>
                      <a:pt x="234" y="186"/>
                    </a:lnTo>
                    <a:lnTo>
                      <a:pt x="240" y="174"/>
                    </a:lnTo>
                    <a:lnTo>
                      <a:pt x="240" y="156"/>
                    </a:lnTo>
                    <a:lnTo>
                      <a:pt x="234" y="144"/>
                    </a:lnTo>
                    <a:lnTo>
                      <a:pt x="216" y="126"/>
                    </a:lnTo>
                    <a:lnTo>
                      <a:pt x="204" y="120"/>
                    </a:lnTo>
                    <a:lnTo>
                      <a:pt x="198" y="120"/>
                    </a:lnTo>
                    <a:lnTo>
                      <a:pt x="198" y="102"/>
                    </a:lnTo>
                    <a:lnTo>
                      <a:pt x="204" y="90"/>
                    </a:lnTo>
                    <a:lnTo>
                      <a:pt x="204" y="78"/>
                    </a:lnTo>
                    <a:lnTo>
                      <a:pt x="210" y="72"/>
                    </a:lnTo>
                    <a:lnTo>
                      <a:pt x="222" y="66"/>
                    </a:lnTo>
                    <a:lnTo>
                      <a:pt x="228" y="60"/>
                    </a:lnTo>
                    <a:lnTo>
                      <a:pt x="234" y="48"/>
                    </a:lnTo>
                    <a:lnTo>
                      <a:pt x="234" y="36"/>
                    </a:lnTo>
                    <a:lnTo>
                      <a:pt x="240" y="30"/>
                    </a:lnTo>
                    <a:lnTo>
                      <a:pt x="240" y="18"/>
                    </a:lnTo>
                    <a:lnTo>
                      <a:pt x="228" y="18"/>
                    </a:lnTo>
                    <a:lnTo>
                      <a:pt x="222" y="30"/>
                    </a:lnTo>
                    <a:lnTo>
                      <a:pt x="210" y="36"/>
                    </a:lnTo>
                    <a:lnTo>
                      <a:pt x="204" y="48"/>
                    </a:lnTo>
                    <a:lnTo>
                      <a:pt x="192" y="60"/>
                    </a:lnTo>
                    <a:lnTo>
                      <a:pt x="186" y="60"/>
                    </a:lnTo>
                    <a:lnTo>
                      <a:pt x="174" y="54"/>
                    </a:lnTo>
                    <a:lnTo>
                      <a:pt x="162" y="42"/>
                    </a:lnTo>
                    <a:lnTo>
                      <a:pt x="174" y="30"/>
                    </a:lnTo>
                    <a:lnTo>
                      <a:pt x="174" y="24"/>
                    </a:lnTo>
                    <a:lnTo>
                      <a:pt x="180" y="12"/>
                    </a:lnTo>
                    <a:lnTo>
                      <a:pt x="168" y="0"/>
                    </a:lnTo>
                    <a:lnTo>
                      <a:pt x="138" y="0"/>
                    </a:lnTo>
                    <a:lnTo>
                      <a:pt x="126" y="6"/>
                    </a:lnTo>
                    <a:lnTo>
                      <a:pt x="108" y="12"/>
                    </a:lnTo>
                    <a:lnTo>
                      <a:pt x="96" y="18"/>
                    </a:lnTo>
                    <a:lnTo>
                      <a:pt x="84" y="30"/>
                    </a:lnTo>
                    <a:lnTo>
                      <a:pt x="84" y="42"/>
                    </a:lnTo>
                    <a:lnTo>
                      <a:pt x="42" y="60"/>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85" name="Togo" descr="© INSCALE GmbH, 05.05.2010&#10;http://www.presentationload.com/">
                <a:extLst>
                  <a:ext uri="{FF2B5EF4-FFF2-40B4-BE49-F238E27FC236}">
                    <a16:creationId xmlns:a16="http://schemas.microsoft.com/office/drawing/2014/main" id="{1775FB71-4B31-545D-816B-11F702D53526}"/>
                  </a:ext>
                </a:extLst>
              </p:cNvPr>
              <p:cNvSpPr>
                <a:spLocks/>
              </p:cNvSpPr>
              <p:nvPr/>
            </p:nvSpPr>
            <p:spPr bwMode="gray">
              <a:xfrm>
                <a:off x="2652" y="2342"/>
                <a:ext cx="36" cy="103"/>
              </a:xfrm>
              <a:custGeom>
                <a:avLst/>
                <a:gdLst>
                  <a:gd name="T0" fmla="*/ 2147483647 w 138"/>
                  <a:gd name="T1" fmla="*/ 2147483647 h 402"/>
                  <a:gd name="T2" fmla="*/ 2147483647 w 138"/>
                  <a:gd name="T3" fmla="*/ 2147483647 h 402"/>
                  <a:gd name="T4" fmla="*/ 2147483647 w 138"/>
                  <a:gd name="T5" fmla="*/ 2147483647 h 402"/>
                  <a:gd name="T6" fmla="*/ 2147483647 w 138"/>
                  <a:gd name="T7" fmla="*/ 2147483647 h 402"/>
                  <a:gd name="T8" fmla="*/ 2147483647 w 138"/>
                  <a:gd name="T9" fmla="*/ 2147483647 h 402"/>
                  <a:gd name="T10" fmla="*/ 2147483647 w 138"/>
                  <a:gd name="T11" fmla="*/ 2147483647 h 402"/>
                  <a:gd name="T12" fmla="*/ 2147483647 w 138"/>
                  <a:gd name="T13" fmla="*/ 2147483647 h 402"/>
                  <a:gd name="T14" fmla="*/ 2147483647 w 138"/>
                  <a:gd name="T15" fmla="*/ 2147483647 h 402"/>
                  <a:gd name="T16" fmla="*/ 2147483647 w 138"/>
                  <a:gd name="T17" fmla="*/ 2147483647 h 402"/>
                  <a:gd name="T18" fmla="*/ 2147483647 w 138"/>
                  <a:gd name="T19" fmla="*/ 2147483647 h 402"/>
                  <a:gd name="T20" fmla="*/ 2147483647 w 138"/>
                  <a:gd name="T21" fmla="*/ 2147483647 h 402"/>
                  <a:gd name="T22" fmla="*/ 2147483647 w 138"/>
                  <a:gd name="T23" fmla="*/ 2147483647 h 402"/>
                  <a:gd name="T24" fmla="*/ 2147483647 w 138"/>
                  <a:gd name="T25" fmla="*/ 2147483647 h 402"/>
                  <a:gd name="T26" fmla="*/ 2147483647 w 138"/>
                  <a:gd name="T27" fmla="*/ 2147483647 h 402"/>
                  <a:gd name="T28" fmla="*/ 2147483647 w 138"/>
                  <a:gd name="T29" fmla="*/ 2147483647 h 402"/>
                  <a:gd name="T30" fmla="*/ 2147483647 w 138"/>
                  <a:gd name="T31" fmla="*/ 2147483647 h 402"/>
                  <a:gd name="T32" fmla="*/ 2147483647 w 138"/>
                  <a:gd name="T33" fmla="*/ 0 h 402"/>
                  <a:gd name="T34" fmla="*/ 2147483647 w 138"/>
                  <a:gd name="T35" fmla="*/ 0 h 402"/>
                  <a:gd name="T36" fmla="*/ 2147483647 w 138"/>
                  <a:gd name="T37" fmla="*/ 2147483647 h 402"/>
                  <a:gd name="T38" fmla="*/ 0 w 138"/>
                  <a:gd name="T39" fmla="*/ 2147483647 h 402"/>
                  <a:gd name="T40" fmla="*/ 2147483647 w 138"/>
                  <a:gd name="T41" fmla="*/ 2147483647 h 402"/>
                  <a:gd name="T42" fmla="*/ 2147483647 w 138"/>
                  <a:gd name="T43" fmla="*/ 2147483647 h 402"/>
                  <a:gd name="T44" fmla="*/ 2147483647 w 138"/>
                  <a:gd name="T45" fmla="*/ 2147483647 h 402"/>
                  <a:gd name="T46" fmla="*/ 2147483647 w 138"/>
                  <a:gd name="T47" fmla="*/ 2147483647 h 402"/>
                  <a:gd name="T48" fmla="*/ 2147483647 w 138"/>
                  <a:gd name="T49" fmla="*/ 2147483647 h 402"/>
                  <a:gd name="T50" fmla="*/ 2147483647 w 138"/>
                  <a:gd name="T51" fmla="*/ 2147483647 h 402"/>
                  <a:gd name="T52" fmla="*/ 2147483647 w 138"/>
                  <a:gd name="T53" fmla="*/ 2147483647 h 402"/>
                  <a:gd name="T54" fmla="*/ 2147483647 w 138"/>
                  <a:gd name="T55" fmla="*/ 2147483647 h 402"/>
                  <a:gd name="T56" fmla="*/ 2147483647 w 138"/>
                  <a:gd name="T57" fmla="*/ 2147483647 h 402"/>
                  <a:gd name="T58" fmla="*/ 2147483647 w 138"/>
                  <a:gd name="T59" fmla="*/ 2147483647 h 402"/>
                  <a:gd name="T60" fmla="*/ 2147483647 w 138"/>
                  <a:gd name="T61" fmla="*/ 2147483647 h 402"/>
                  <a:gd name="T62" fmla="*/ 2147483647 w 138"/>
                  <a:gd name="T63" fmla="*/ 2147483647 h 402"/>
                  <a:gd name="T64" fmla="*/ 2147483647 w 138"/>
                  <a:gd name="T65" fmla="*/ 2147483647 h 402"/>
                  <a:gd name="T66" fmla="*/ 2147483647 w 138"/>
                  <a:gd name="T67" fmla="*/ 2147483647 h 402"/>
                  <a:gd name="T68" fmla="*/ 2147483647 w 138"/>
                  <a:gd name="T69" fmla="*/ 2147483647 h 402"/>
                  <a:gd name="T70" fmla="*/ 2147483647 w 138"/>
                  <a:gd name="T71" fmla="*/ 2147483647 h 402"/>
                  <a:gd name="T72" fmla="*/ 2147483647 w 138"/>
                  <a:gd name="T73" fmla="*/ 2147483647 h 402"/>
                  <a:gd name="T74" fmla="*/ 2147483647 w 138"/>
                  <a:gd name="T75" fmla="*/ 2147483647 h 402"/>
                  <a:gd name="T76" fmla="*/ 2147483647 w 138"/>
                  <a:gd name="T77" fmla="*/ 2147483647 h 402"/>
                  <a:gd name="T78" fmla="*/ 2147483647 w 138"/>
                  <a:gd name="T79" fmla="*/ 2147483647 h 402"/>
                  <a:gd name="T80" fmla="*/ 2147483647 w 138"/>
                  <a:gd name="T81" fmla="*/ 2147483647 h 402"/>
                  <a:gd name="T82" fmla="*/ 2147483647 w 138"/>
                  <a:gd name="T83" fmla="*/ 2147483647 h 402"/>
                  <a:gd name="T84" fmla="*/ 2147483647 w 138"/>
                  <a:gd name="T85" fmla="*/ 2147483647 h 402"/>
                  <a:gd name="T86" fmla="*/ 2147483647 w 138"/>
                  <a:gd name="T87" fmla="*/ 2147483647 h 402"/>
                  <a:gd name="T88" fmla="*/ 2147483647 w 138"/>
                  <a:gd name="T89" fmla="*/ 2147483647 h 402"/>
                  <a:gd name="T90" fmla="*/ 2147483647 w 138"/>
                  <a:gd name="T91" fmla="*/ 2147483647 h 402"/>
                  <a:gd name="T92" fmla="*/ 2147483647 w 138"/>
                  <a:gd name="T93" fmla="*/ 2147483647 h 402"/>
                  <a:gd name="T94" fmla="*/ 2147483647 w 138"/>
                  <a:gd name="T95" fmla="*/ 2147483647 h 402"/>
                  <a:gd name="T96" fmla="*/ 2147483647 w 138"/>
                  <a:gd name="T97" fmla="*/ 2147483647 h 402"/>
                  <a:gd name="T98" fmla="*/ 2147483647 w 138"/>
                  <a:gd name="T99" fmla="*/ 2147483647 h 402"/>
                  <a:gd name="T100" fmla="*/ 2147483647 w 138"/>
                  <a:gd name="T101" fmla="*/ 2147483647 h 402"/>
                  <a:gd name="T102" fmla="*/ 2147483647 w 138"/>
                  <a:gd name="T103" fmla="*/ 2147483647 h 40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38"/>
                  <a:gd name="T157" fmla="*/ 0 h 402"/>
                  <a:gd name="T158" fmla="*/ 138 w 138"/>
                  <a:gd name="T159" fmla="*/ 402 h 40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38" h="402">
                    <a:moveTo>
                      <a:pt x="126" y="354"/>
                    </a:moveTo>
                    <a:lnTo>
                      <a:pt x="120" y="288"/>
                    </a:lnTo>
                    <a:lnTo>
                      <a:pt x="132" y="282"/>
                    </a:lnTo>
                    <a:lnTo>
                      <a:pt x="120" y="270"/>
                    </a:lnTo>
                    <a:lnTo>
                      <a:pt x="120" y="210"/>
                    </a:lnTo>
                    <a:lnTo>
                      <a:pt x="132" y="198"/>
                    </a:lnTo>
                    <a:lnTo>
                      <a:pt x="126" y="186"/>
                    </a:lnTo>
                    <a:lnTo>
                      <a:pt x="126" y="156"/>
                    </a:lnTo>
                    <a:lnTo>
                      <a:pt x="120" y="144"/>
                    </a:lnTo>
                    <a:lnTo>
                      <a:pt x="108" y="132"/>
                    </a:lnTo>
                    <a:lnTo>
                      <a:pt x="108" y="90"/>
                    </a:lnTo>
                    <a:lnTo>
                      <a:pt x="78" y="60"/>
                    </a:lnTo>
                    <a:lnTo>
                      <a:pt x="66" y="54"/>
                    </a:lnTo>
                    <a:lnTo>
                      <a:pt x="66" y="24"/>
                    </a:lnTo>
                    <a:lnTo>
                      <a:pt x="72" y="6"/>
                    </a:lnTo>
                    <a:lnTo>
                      <a:pt x="54" y="6"/>
                    </a:lnTo>
                    <a:lnTo>
                      <a:pt x="30" y="0"/>
                    </a:lnTo>
                    <a:lnTo>
                      <a:pt x="12" y="0"/>
                    </a:lnTo>
                    <a:lnTo>
                      <a:pt x="12" y="18"/>
                    </a:lnTo>
                    <a:lnTo>
                      <a:pt x="0" y="30"/>
                    </a:lnTo>
                    <a:lnTo>
                      <a:pt x="36" y="54"/>
                    </a:lnTo>
                    <a:lnTo>
                      <a:pt x="24" y="132"/>
                    </a:lnTo>
                    <a:lnTo>
                      <a:pt x="36" y="120"/>
                    </a:lnTo>
                    <a:lnTo>
                      <a:pt x="42" y="120"/>
                    </a:lnTo>
                    <a:lnTo>
                      <a:pt x="48" y="126"/>
                    </a:lnTo>
                    <a:lnTo>
                      <a:pt x="48" y="150"/>
                    </a:lnTo>
                    <a:lnTo>
                      <a:pt x="42" y="162"/>
                    </a:lnTo>
                    <a:lnTo>
                      <a:pt x="54" y="174"/>
                    </a:lnTo>
                    <a:lnTo>
                      <a:pt x="54" y="180"/>
                    </a:lnTo>
                    <a:lnTo>
                      <a:pt x="48" y="180"/>
                    </a:lnTo>
                    <a:lnTo>
                      <a:pt x="36" y="192"/>
                    </a:lnTo>
                    <a:lnTo>
                      <a:pt x="42" y="198"/>
                    </a:lnTo>
                    <a:lnTo>
                      <a:pt x="54" y="204"/>
                    </a:lnTo>
                    <a:lnTo>
                      <a:pt x="60" y="210"/>
                    </a:lnTo>
                    <a:lnTo>
                      <a:pt x="60" y="222"/>
                    </a:lnTo>
                    <a:lnTo>
                      <a:pt x="54" y="228"/>
                    </a:lnTo>
                    <a:lnTo>
                      <a:pt x="54" y="270"/>
                    </a:lnTo>
                    <a:lnTo>
                      <a:pt x="48" y="276"/>
                    </a:lnTo>
                    <a:lnTo>
                      <a:pt x="48" y="294"/>
                    </a:lnTo>
                    <a:lnTo>
                      <a:pt x="54" y="294"/>
                    </a:lnTo>
                    <a:lnTo>
                      <a:pt x="60" y="300"/>
                    </a:lnTo>
                    <a:lnTo>
                      <a:pt x="60" y="312"/>
                    </a:lnTo>
                    <a:lnTo>
                      <a:pt x="54" y="324"/>
                    </a:lnTo>
                    <a:lnTo>
                      <a:pt x="54" y="336"/>
                    </a:lnTo>
                    <a:lnTo>
                      <a:pt x="66" y="378"/>
                    </a:lnTo>
                    <a:lnTo>
                      <a:pt x="96" y="402"/>
                    </a:lnTo>
                    <a:lnTo>
                      <a:pt x="108" y="396"/>
                    </a:lnTo>
                    <a:lnTo>
                      <a:pt x="120" y="384"/>
                    </a:lnTo>
                    <a:lnTo>
                      <a:pt x="138" y="384"/>
                    </a:lnTo>
                    <a:lnTo>
                      <a:pt x="138" y="372"/>
                    </a:lnTo>
                    <a:lnTo>
                      <a:pt x="126" y="360"/>
                    </a:lnTo>
                    <a:lnTo>
                      <a:pt x="126" y="354"/>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86" name="Tanzania" descr="© INSCALE GmbH, 05.05.2010&#10;http://www.presentationload.com/">
                <a:extLst>
                  <a:ext uri="{FF2B5EF4-FFF2-40B4-BE49-F238E27FC236}">
                    <a16:creationId xmlns:a16="http://schemas.microsoft.com/office/drawing/2014/main" id="{E86B073C-AB77-E6F8-681C-317522CEC928}"/>
                  </a:ext>
                </a:extLst>
              </p:cNvPr>
              <p:cNvSpPr>
                <a:spLocks noEditPoints="1"/>
              </p:cNvSpPr>
              <p:nvPr/>
            </p:nvSpPr>
            <p:spPr bwMode="gray">
              <a:xfrm>
                <a:off x="3189" y="2589"/>
                <a:ext cx="194" cy="220"/>
              </a:xfrm>
              <a:custGeom>
                <a:avLst/>
                <a:gdLst>
                  <a:gd name="T0" fmla="*/ 2147483647 w 768"/>
                  <a:gd name="T1" fmla="*/ 2147483647 h 870"/>
                  <a:gd name="T2" fmla="*/ 2147483647 w 768"/>
                  <a:gd name="T3" fmla="*/ 2147483647 h 870"/>
                  <a:gd name="T4" fmla="*/ 2147483647 w 768"/>
                  <a:gd name="T5" fmla="*/ 2147483647 h 870"/>
                  <a:gd name="T6" fmla="*/ 2147483647 w 768"/>
                  <a:gd name="T7" fmla="*/ 2147483647 h 870"/>
                  <a:gd name="T8" fmla="*/ 2147483647 w 768"/>
                  <a:gd name="T9" fmla="*/ 2147483647 h 870"/>
                  <a:gd name="T10" fmla="*/ 2147483647 w 768"/>
                  <a:gd name="T11" fmla="*/ 2147483647 h 870"/>
                  <a:gd name="T12" fmla="*/ 2147483647 w 768"/>
                  <a:gd name="T13" fmla="*/ 2147483647 h 870"/>
                  <a:gd name="T14" fmla="*/ 2147483647 w 768"/>
                  <a:gd name="T15" fmla="*/ 2147483647 h 870"/>
                  <a:gd name="T16" fmla="*/ 2147483647 w 768"/>
                  <a:gd name="T17" fmla="*/ 2147483647 h 870"/>
                  <a:gd name="T18" fmla="*/ 2147483647 w 768"/>
                  <a:gd name="T19" fmla="*/ 2147483647 h 870"/>
                  <a:gd name="T20" fmla="*/ 2147483647 w 768"/>
                  <a:gd name="T21" fmla="*/ 2147483647 h 870"/>
                  <a:gd name="T22" fmla="*/ 2147483647 w 768"/>
                  <a:gd name="T23" fmla="*/ 2147483647 h 870"/>
                  <a:gd name="T24" fmla="*/ 2147483647 w 768"/>
                  <a:gd name="T25" fmla="*/ 2147483647 h 870"/>
                  <a:gd name="T26" fmla="*/ 2147483647 w 768"/>
                  <a:gd name="T27" fmla="*/ 2147483647 h 870"/>
                  <a:gd name="T28" fmla="*/ 2147483647 w 768"/>
                  <a:gd name="T29" fmla="*/ 2147483647 h 870"/>
                  <a:gd name="T30" fmla="*/ 2147483647 w 768"/>
                  <a:gd name="T31" fmla="*/ 2147483647 h 870"/>
                  <a:gd name="T32" fmla="*/ 2147483647 w 768"/>
                  <a:gd name="T33" fmla="*/ 2147483647 h 870"/>
                  <a:gd name="T34" fmla="*/ 2147483647 w 768"/>
                  <a:gd name="T35" fmla="*/ 2147483647 h 870"/>
                  <a:gd name="T36" fmla="*/ 2147483647 w 768"/>
                  <a:gd name="T37" fmla="*/ 2147483647 h 870"/>
                  <a:gd name="T38" fmla="*/ 2147483647 w 768"/>
                  <a:gd name="T39" fmla="*/ 2147483647 h 870"/>
                  <a:gd name="T40" fmla="*/ 2147483647 w 768"/>
                  <a:gd name="T41" fmla="*/ 2147483647 h 870"/>
                  <a:gd name="T42" fmla="*/ 2147483647 w 768"/>
                  <a:gd name="T43" fmla="*/ 2147483647 h 870"/>
                  <a:gd name="T44" fmla="*/ 2147483647 w 768"/>
                  <a:gd name="T45" fmla="*/ 2147483647 h 870"/>
                  <a:gd name="T46" fmla="*/ 2147483647 w 768"/>
                  <a:gd name="T47" fmla="*/ 2147483647 h 870"/>
                  <a:gd name="T48" fmla="*/ 2147483647 w 768"/>
                  <a:gd name="T49" fmla="*/ 2147483647 h 870"/>
                  <a:gd name="T50" fmla="*/ 2147483647 w 768"/>
                  <a:gd name="T51" fmla="*/ 2147483647 h 870"/>
                  <a:gd name="T52" fmla="*/ 2147483647 w 768"/>
                  <a:gd name="T53" fmla="*/ 2147483647 h 870"/>
                  <a:gd name="T54" fmla="*/ 2147483647 w 768"/>
                  <a:gd name="T55" fmla="*/ 2147483647 h 870"/>
                  <a:gd name="T56" fmla="*/ 2147483647 w 768"/>
                  <a:gd name="T57" fmla="*/ 2147483647 h 870"/>
                  <a:gd name="T58" fmla="*/ 2147483647 w 768"/>
                  <a:gd name="T59" fmla="*/ 2147483647 h 870"/>
                  <a:gd name="T60" fmla="*/ 2147483647 w 768"/>
                  <a:gd name="T61" fmla="*/ 2147483647 h 870"/>
                  <a:gd name="T62" fmla="*/ 2147483647 w 768"/>
                  <a:gd name="T63" fmla="*/ 2147483647 h 870"/>
                  <a:gd name="T64" fmla="*/ 2147483647 w 768"/>
                  <a:gd name="T65" fmla="*/ 2147483647 h 870"/>
                  <a:gd name="T66" fmla="*/ 2147483647 w 768"/>
                  <a:gd name="T67" fmla="*/ 2147483647 h 870"/>
                  <a:gd name="T68" fmla="*/ 2147483647 w 768"/>
                  <a:gd name="T69" fmla="*/ 2147483647 h 870"/>
                  <a:gd name="T70" fmla="*/ 2147483647 w 768"/>
                  <a:gd name="T71" fmla="*/ 2147483647 h 870"/>
                  <a:gd name="T72" fmla="*/ 2147483647 w 768"/>
                  <a:gd name="T73" fmla="*/ 2147483647 h 870"/>
                  <a:gd name="T74" fmla="*/ 2147483647 w 768"/>
                  <a:gd name="T75" fmla="*/ 2147483647 h 870"/>
                  <a:gd name="T76" fmla="*/ 2147483647 w 768"/>
                  <a:gd name="T77" fmla="*/ 2147483647 h 870"/>
                  <a:gd name="T78" fmla="*/ 2147483647 w 768"/>
                  <a:gd name="T79" fmla="*/ 2147483647 h 870"/>
                  <a:gd name="T80" fmla="*/ 2147483647 w 768"/>
                  <a:gd name="T81" fmla="*/ 2147483647 h 870"/>
                  <a:gd name="T82" fmla="*/ 2147483647 w 768"/>
                  <a:gd name="T83" fmla="*/ 2147483647 h 870"/>
                  <a:gd name="T84" fmla="*/ 2147483647 w 768"/>
                  <a:gd name="T85" fmla="*/ 2147483647 h 870"/>
                  <a:gd name="T86" fmla="*/ 2147483647 w 768"/>
                  <a:gd name="T87" fmla="*/ 2147483647 h 870"/>
                  <a:gd name="T88" fmla="*/ 2147483647 w 768"/>
                  <a:gd name="T89" fmla="*/ 2147483647 h 870"/>
                  <a:gd name="T90" fmla="*/ 2147483647 w 768"/>
                  <a:gd name="T91" fmla="*/ 2147483647 h 870"/>
                  <a:gd name="T92" fmla="*/ 2147483647 w 768"/>
                  <a:gd name="T93" fmla="*/ 2147483647 h 870"/>
                  <a:gd name="T94" fmla="*/ 2147483647 w 768"/>
                  <a:gd name="T95" fmla="*/ 2147483647 h 870"/>
                  <a:gd name="T96" fmla="*/ 2147483647 w 768"/>
                  <a:gd name="T97" fmla="*/ 2147483647 h 870"/>
                  <a:gd name="T98" fmla="*/ 2147483647 w 768"/>
                  <a:gd name="T99" fmla="*/ 2147483647 h 870"/>
                  <a:gd name="T100" fmla="*/ 2147483647 w 768"/>
                  <a:gd name="T101" fmla="*/ 2147483647 h 870"/>
                  <a:gd name="T102" fmla="*/ 2147483647 w 768"/>
                  <a:gd name="T103" fmla="*/ 2147483647 h 87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768"/>
                  <a:gd name="T157" fmla="*/ 0 h 870"/>
                  <a:gd name="T158" fmla="*/ 768 w 768"/>
                  <a:gd name="T159" fmla="*/ 870 h 870"/>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768" h="870">
                    <a:moveTo>
                      <a:pt x="762" y="744"/>
                    </a:moveTo>
                    <a:lnTo>
                      <a:pt x="750" y="744"/>
                    </a:lnTo>
                    <a:lnTo>
                      <a:pt x="744" y="738"/>
                    </a:lnTo>
                    <a:lnTo>
                      <a:pt x="732" y="732"/>
                    </a:lnTo>
                    <a:lnTo>
                      <a:pt x="720" y="720"/>
                    </a:lnTo>
                    <a:lnTo>
                      <a:pt x="720" y="708"/>
                    </a:lnTo>
                    <a:lnTo>
                      <a:pt x="714" y="690"/>
                    </a:lnTo>
                    <a:lnTo>
                      <a:pt x="714" y="654"/>
                    </a:lnTo>
                    <a:lnTo>
                      <a:pt x="690" y="612"/>
                    </a:lnTo>
                    <a:lnTo>
                      <a:pt x="702" y="564"/>
                    </a:lnTo>
                    <a:lnTo>
                      <a:pt x="684" y="540"/>
                    </a:lnTo>
                    <a:lnTo>
                      <a:pt x="690" y="528"/>
                    </a:lnTo>
                    <a:lnTo>
                      <a:pt x="696" y="522"/>
                    </a:lnTo>
                    <a:lnTo>
                      <a:pt x="708" y="498"/>
                    </a:lnTo>
                    <a:lnTo>
                      <a:pt x="708" y="480"/>
                    </a:lnTo>
                    <a:lnTo>
                      <a:pt x="702" y="474"/>
                    </a:lnTo>
                    <a:lnTo>
                      <a:pt x="690" y="468"/>
                    </a:lnTo>
                    <a:lnTo>
                      <a:pt x="672" y="456"/>
                    </a:lnTo>
                    <a:lnTo>
                      <a:pt x="660" y="450"/>
                    </a:lnTo>
                    <a:lnTo>
                      <a:pt x="654" y="438"/>
                    </a:lnTo>
                    <a:lnTo>
                      <a:pt x="654" y="426"/>
                    </a:lnTo>
                    <a:lnTo>
                      <a:pt x="660" y="414"/>
                    </a:lnTo>
                    <a:lnTo>
                      <a:pt x="666" y="396"/>
                    </a:lnTo>
                    <a:lnTo>
                      <a:pt x="666" y="384"/>
                    </a:lnTo>
                    <a:lnTo>
                      <a:pt x="672" y="366"/>
                    </a:lnTo>
                    <a:lnTo>
                      <a:pt x="678" y="354"/>
                    </a:lnTo>
                    <a:lnTo>
                      <a:pt x="678" y="330"/>
                    </a:lnTo>
                    <a:lnTo>
                      <a:pt x="684" y="318"/>
                    </a:lnTo>
                    <a:lnTo>
                      <a:pt x="684" y="300"/>
                    </a:lnTo>
                    <a:lnTo>
                      <a:pt x="570" y="192"/>
                    </a:lnTo>
                    <a:lnTo>
                      <a:pt x="576" y="186"/>
                    </a:lnTo>
                    <a:lnTo>
                      <a:pt x="582" y="186"/>
                    </a:lnTo>
                    <a:lnTo>
                      <a:pt x="588" y="180"/>
                    </a:lnTo>
                    <a:lnTo>
                      <a:pt x="588" y="174"/>
                    </a:lnTo>
                    <a:lnTo>
                      <a:pt x="576" y="162"/>
                    </a:lnTo>
                    <a:lnTo>
                      <a:pt x="324" y="6"/>
                    </a:lnTo>
                    <a:lnTo>
                      <a:pt x="312" y="6"/>
                    </a:lnTo>
                    <a:lnTo>
                      <a:pt x="312" y="18"/>
                    </a:lnTo>
                    <a:lnTo>
                      <a:pt x="318" y="24"/>
                    </a:lnTo>
                    <a:lnTo>
                      <a:pt x="318" y="36"/>
                    </a:lnTo>
                    <a:lnTo>
                      <a:pt x="294" y="48"/>
                    </a:lnTo>
                    <a:lnTo>
                      <a:pt x="276" y="66"/>
                    </a:lnTo>
                    <a:lnTo>
                      <a:pt x="264" y="84"/>
                    </a:lnTo>
                    <a:lnTo>
                      <a:pt x="264" y="90"/>
                    </a:lnTo>
                    <a:lnTo>
                      <a:pt x="270" y="96"/>
                    </a:lnTo>
                    <a:lnTo>
                      <a:pt x="294" y="96"/>
                    </a:lnTo>
                    <a:lnTo>
                      <a:pt x="306" y="90"/>
                    </a:lnTo>
                    <a:lnTo>
                      <a:pt x="312" y="90"/>
                    </a:lnTo>
                    <a:lnTo>
                      <a:pt x="306" y="96"/>
                    </a:lnTo>
                    <a:lnTo>
                      <a:pt x="294" y="102"/>
                    </a:lnTo>
                    <a:lnTo>
                      <a:pt x="276" y="120"/>
                    </a:lnTo>
                    <a:lnTo>
                      <a:pt x="270" y="120"/>
                    </a:lnTo>
                    <a:lnTo>
                      <a:pt x="264" y="114"/>
                    </a:lnTo>
                    <a:lnTo>
                      <a:pt x="252" y="108"/>
                    </a:lnTo>
                    <a:lnTo>
                      <a:pt x="246" y="108"/>
                    </a:lnTo>
                    <a:lnTo>
                      <a:pt x="234" y="120"/>
                    </a:lnTo>
                    <a:lnTo>
                      <a:pt x="234" y="138"/>
                    </a:lnTo>
                    <a:lnTo>
                      <a:pt x="246" y="150"/>
                    </a:lnTo>
                    <a:lnTo>
                      <a:pt x="216" y="150"/>
                    </a:lnTo>
                    <a:lnTo>
                      <a:pt x="216" y="138"/>
                    </a:lnTo>
                    <a:lnTo>
                      <a:pt x="222" y="132"/>
                    </a:lnTo>
                    <a:lnTo>
                      <a:pt x="222" y="126"/>
                    </a:lnTo>
                    <a:lnTo>
                      <a:pt x="228" y="114"/>
                    </a:lnTo>
                    <a:lnTo>
                      <a:pt x="210" y="120"/>
                    </a:lnTo>
                    <a:lnTo>
                      <a:pt x="192" y="102"/>
                    </a:lnTo>
                    <a:lnTo>
                      <a:pt x="186" y="102"/>
                    </a:lnTo>
                    <a:lnTo>
                      <a:pt x="174" y="114"/>
                    </a:lnTo>
                    <a:lnTo>
                      <a:pt x="174" y="132"/>
                    </a:lnTo>
                    <a:lnTo>
                      <a:pt x="168" y="138"/>
                    </a:lnTo>
                    <a:lnTo>
                      <a:pt x="162" y="138"/>
                    </a:lnTo>
                    <a:lnTo>
                      <a:pt x="156" y="132"/>
                    </a:lnTo>
                    <a:lnTo>
                      <a:pt x="156" y="48"/>
                    </a:lnTo>
                    <a:lnTo>
                      <a:pt x="162" y="36"/>
                    </a:lnTo>
                    <a:lnTo>
                      <a:pt x="162" y="24"/>
                    </a:lnTo>
                    <a:lnTo>
                      <a:pt x="168" y="12"/>
                    </a:lnTo>
                    <a:lnTo>
                      <a:pt x="168" y="6"/>
                    </a:lnTo>
                    <a:lnTo>
                      <a:pt x="78" y="0"/>
                    </a:lnTo>
                    <a:lnTo>
                      <a:pt x="72" y="24"/>
                    </a:lnTo>
                    <a:lnTo>
                      <a:pt x="78" y="30"/>
                    </a:lnTo>
                    <a:lnTo>
                      <a:pt x="84" y="42"/>
                    </a:lnTo>
                    <a:lnTo>
                      <a:pt x="90" y="48"/>
                    </a:lnTo>
                    <a:lnTo>
                      <a:pt x="90" y="66"/>
                    </a:lnTo>
                    <a:lnTo>
                      <a:pt x="96" y="72"/>
                    </a:lnTo>
                    <a:lnTo>
                      <a:pt x="96" y="96"/>
                    </a:lnTo>
                    <a:lnTo>
                      <a:pt x="78" y="114"/>
                    </a:lnTo>
                    <a:lnTo>
                      <a:pt x="66" y="114"/>
                    </a:lnTo>
                    <a:lnTo>
                      <a:pt x="66" y="126"/>
                    </a:lnTo>
                    <a:lnTo>
                      <a:pt x="60" y="138"/>
                    </a:lnTo>
                    <a:lnTo>
                      <a:pt x="60" y="156"/>
                    </a:lnTo>
                    <a:lnTo>
                      <a:pt x="66" y="156"/>
                    </a:lnTo>
                    <a:lnTo>
                      <a:pt x="72" y="162"/>
                    </a:lnTo>
                    <a:lnTo>
                      <a:pt x="90" y="162"/>
                    </a:lnTo>
                    <a:lnTo>
                      <a:pt x="90" y="180"/>
                    </a:lnTo>
                    <a:lnTo>
                      <a:pt x="78" y="186"/>
                    </a:lnTo>
                    <a:lnTo>
                      <a:pt x="84" y="198"/>
                    </a:lnTo>
                    <a:lnTo>
                      <a:pt x="72" y="198"/>
                    </a:lnTo>
                    <a:lnTo>
                      <a:pt x="54" y="216"/>
                    </a:lnTo>
                    <a:lnTo>
                      <a:pt x="48" y="228"/>
                    </a:lnTo>
                    <a:lnTo>
                      <a:pt x="48" y="246"/>
                    </a:lnTo>
                    <a:lnTo>
                      <a:pt x="42" y="258"/>
                    </a:lnTo>
                    <a:lnTo>
                      <a:pt x="30" y="270"/>
                    </a:lnTo>
                    <a:lnTo>
                      <a:pt x="6" y="282"/>
                    </a:lnTo>
                    <a:lnTo>
                      <a:pt x="0" y="294"/>
                    </a:lnTo>
                    <a:lnTo>
                      <a:pt x="6" y="306"/>
                    </a:lnTo>
                    <a:lnTo>
                      <a:pt x="18" y="318"/>
                    </a:lnTo>
                    <a:lnTo>
                      <a:pt x="18" y="330"/>
                    </a:lnTo>
                    <a:lnTo>
                      <a:pt x="12" y="342"/>
                    </a:lnTo>
                    <a:lnTo>
                      <a:pt x="12" y="348"/>
                    </a:lnTo>
                    <a:lnTo>
                      <a:pt x="18" y="354"/>
                    </a:lnTo>
                    <a:lnTo>
                      <a:pt x="18" y="366"/>
                    </a:lnTo>
                    <a:lnTo>
                      <a:pt x="24" y="378"/>
                    </a:lnTo>
                    <a:lnTo>
                      <a:pt x="24" y="396"/>
                    </a:lnTo>
                    <a:lnTo>
                      <a:pt x="18" y="402"/>
                    </a:lnTo>
                    <a:lnTo>
                      <a:pt x="18" y="432"/>
                    </a:lnTo>
                    <a:lnTo>
                      <a:pt x="30" y="444"/>
                    </a:lnTo>
                    <a:lnTo>
                      <a:pt x="36" y="444"/>
                    </a:lnTo>
                    <a:lnTo>
                      <a:pt x="48" y="450"/>
                    </a:lnTo>
                    <a:lnTo>
                      <a:pt x="72" y="474"/>
                    </a:lnTo>
                    <a:lnTo>
                      <a:pt x="78" y="486"/>
                    </a:lnTo>
                    <a:lnTo>
                      <a:pt x="78" y="546"/>
                    </a:lnTo>
                    <a:lnTo>
                      <a:pt x="84" y="558"/>
                    </a:lnTo>
                    <a:lnTo>
                      <a:pt x="114" y="594"/>
                    </a:lnTo>
                    <a:lnTo>
                      <a:pt x="114" y="600"/>
                    </a:lnTo>
                    <a:lnTo>
                      <a:pt x="108" y="612"/>
                    </a:lnTo>
                    <a:lnTo>
                      <a:pt x="108" y="618"/>
                    </a:lnTo>
                    <a:lnTo>
                      <a:pt x="126" y="618"/>
                    </a:lnTo>
                    <a:lnTo>
                      <a:pt x="138" y="612"/>
                    </a:lnTo>
                    <a:lnTo>
                      <a:pt x="138" y="630"/>
                    </a:lnTo>
                    <a:lnTo>
                      <a:pt x="144" y="636"/>
                    </a:lnTo>
                    <a:lnTo>
                      <a:pt x="162" y="636"/>
                    </a:lnTo>
                    <a:lnTo>
                      <a:pt x="180" y="654"/>
                    </a:lnTo>
                    <a:lnTo>
                      <a:pt x="192" y="654"/>
                    </a:lnTo>
                    <a:lnTo>
                      <a:pt x="204" y="648"/>
                    </a:lnTo>
                    <a:lnTo>
                      <a:pt x="204" y="666"/>
                    </a:lnTo>
                    <a:lnTo>
                      <a:pt x="222" y="666"/>
                    </a:lnTo>
                    <a:lnTo>
                      <a:pt x="240" y="678"/>
                    </a:lnTo>
                    <a:lnTo>
                      <a:pt x="264" y="678"/>
                    </a:lnTo>
                    <a:lnTo>
                      <a:pt x="270" y="696"/>
                    </a:lnTo>
                    <a:lnTo>
                      <a:pt x="300" y="696"/>
                    </a:lnTo>
                    <a:lnTo>
                      <a:pt x="300" y="690"/>
                    </a:lnTo>
                    <a:lnTo>
                      <a:pt x="312" y="678"/>
                    </a:lnTo>
                    <a:lnTo>
                      <a:pt x="318" y="684"/>
                    </a:lnTo>
                    <a:lnTo>
                      <a:pt x="330" y="690"/>
                    </a:lnTo>
                    <a:lnTo>
                      <a:pt x="336" y="702"/>
                    </a:lnTo>
                    <a:lnTo>
                      <a:pt x="348" y="714"/>
                    </a:lnTo>
                    <a:lnTo>
                      <a:pt x="348" y="774"/>
                    </a:lnTo>
                    <a:lnTo>
                      <a:pt x="354" y="774"/>
                    </a:lnTo>
                    <a:lnTo>
                      <a:pt x="360" y="780"/>
                    </a:lnTo>
                    <a:lnTo>
                      <a:pt x="360" y="792"/>
                    </a:lnTo>
                    <a:lnTo>
                      <a:pt x="354" y="798"/>
                    </a:lnTo>
                    <a:lnTo>
                      <a:pt x="354" y="804"/>
                    </a:lnTo>
                    <a:lnTo>
                      <a:pt x="348" y="810"/>
                    </a:lnTo>
                    <a:lnTo>
                      <a:pt x="348" y="816"/>
                    </a:lnTo>
                    <a:lnTo>
                      <a:pt x="366" y="834"/>
                    </a:lnTo>
                    <a:lnTo>
                      <a:pt x="378" y="840"/>
                    </a:lnTo>
                    <a:lnTo>
                      <a:pt x="372" y="858"/>
                    </a:lnTo>
                    <a:lnTo>
                      <a:pt x="408" y="858"/>
                    </a:lnTo>
                    <a:lnTo>
                      <a:pt x="414" y="852"/>
                    </a:lnTo>
                    <a:lnTo>
                      <a:pt x="420" y="852"/>
                    </a:lnTo>
                    <a:lnTo>
                      <a:pt x="432" y="840"/>
                    </a:lnTo>
                    <a:lnTo>
                      <a:pt x="444" y="840"/>
                    </a:lnTo>
                    <a:lnTo>
                      <a:pt x="456" y="846"/>
                    </a:lnTo>
                    <a:lnTo>
                      <a:pt x="462" y="858"/>
                    </a:lnTo>
                    <a:lnTo>
                      <a:pt x="474" y="864"/>
                    </a:lnTo>
                    <a:lnTo>
                      <a:pt x="480" y="870"/>
                    </a:lnTo>
                    <a:lnTo>
                      <a:pt x="492" y="870"/>
                    </a:lnTo>
                    <a:lnTo>
                      <a:pt x="510" y="852"/>
                    </a:lnTo>
                    <a:lnTo>
                      <a:pt x="516" y="852"/>
                    </a:lnTo>
                    <a:lnTo>
                      <a:pt x="522" y="858"/>
                    </a:lnTo>
                    <a:lnTo>
                      <a:pt x="534" y="864"/>
                    </a:lnTo>
                    <a:lnTo>
                      <a:pt x="552" y="864"/>
                    </a:lnTo>
                    <a:lnTo>
                      <a:pt x="564" y="852"/>
                    </a:lnTo>
                    <a:lnTo>
                      <a:pt x="576" y="846"/>
                    </a:lnTo>
                    <a:lnTo>
                      <a:pt x="582" y="834"/>
                    </a:lnTo>
                    <a:lnTo>
                      <a:pt x="588" y="828"/>
                    </a:lnTo>
                    <a:lnTo>
                      <a:pt x="612" y="828"/>
                    </a:lnTo>
                    <a:lnTo>
                      <a:pt x="618" y="834"/>
                    </a:lnTo>
                    <a:lnTo>
                      <a:pt x="618" y="840"/>
                    </a:lnTo>
                    <a:lnTo>
                      <a:pt x="630" y="840"/>
                    </a:lnTo>
                    <a:lnTo>
                      <a:pt x="642" y="834"/>
                    </a:lnTo>
                    <a:lnTo>
                      <a:pt x="654" y="822"/>
                    </a:lnTo>
                    <a:lnTo>
                      <a:pt x="660" y="822"/>
                    </a:lnTo>
                    <a:lnTo>
                      <a:pt x="690" y="816"/>
                    </a:lnTo>
                    <a:lnTo>
                      <a:pt x="768" y="762"/>
                    </a:lnTo>
                    <a:lnTo>
                      <a:pt x="762" y="744"/>
                    </a:lnTo>
                    <a:close/>
                    <a:moveTo>
                      <a:pt x="726" y="360"/>
                    </a:moveTo>
                    <a:lnTo>
                      <a:pt x="732" y="354"/>
                    </a:lnTo>
                    <a:lnTo>
                      <a:pt x="732" y="324"/>
                    </a:lnTo>
                    <a:lnTo>
                      <a:pt x="720" y="312"/>
                    </a:lnTo>
                    <a:lnTo>
                      <a:pt x="714" y="312"/>
                    </a:lnTo>
                    <a:lnTo>
                      <a:pt x="708" y="318"/>
                    </a:lnTo>
                    <a:lnTo>
                      <a:pt x="708" y="348"/>
                    </a:lnTo>
                    <a:lnTo>
                      <a:pt x="714" y="354"/>
                    </a:lnTo>
                    <a:lnTo>
                      <a:pt x="726" y="360"/>
                    </a:lnTo>
                    <a:close/>
                    <a:moveTo>
                      <a:pt x="678" y="420"/>
                    </a:moveTo>
                    <a:lnTo>
                      <a:pt x="690" y="426"/>
                    </a:lnTo>
                    <a:lnTo>
                      <a:pt x="696" y="438"/>
                    </a:lnTo>
                    <a:lnTo>
                      <a:pt x="708" y="444"/>
                    </a:lnTo>
                    <a:lnTo>
                      <a:pt x="720" y="444"/>
                    </a:lnTo>
                    <a:lnTo>
                      <a:pt x="726" y="438"/>
                    </a:lnTo>
                    <a:lnTo>
                      <a:pt x="720" y="432"/>
                    </a:lnTo>
                    <a:lnTo>
                      <a:pt x="720" y="426"/>
                    </a:lnTo>
                    <a:lnTo>
                      <a:pt x="708" y="414"/>
                    </a:lnTo>
                    <a:lnTo>
                      <a:pt x="708" y="390"/>
                    </a:lnTo>
                    <a:lnTo>
                      <a:pt x="702" y="378"/>
                    </a:lnTo>
                    <a:lnTo>
                      <a:pt x="684" y="378"/>
                    </a:lnTo>
                    <a:lnTo>
                      <a:pt x="678" y="384"/>
                    </a:lnTo>
                    <a:lnTo>
                      <a:pt x="678" y="420"/>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187" name="Swaziland" descr="© INSCALE GmbH, 05.05.2010&#10;http://www.presentationload.com/">
                <a:extLst>
                  <a:ext uri="{FF2B5EF4-FFF2-40B4-BE49-F238E27FC236}">
                    <a16:creationId xmlns:a16="http://schemas.microsoft.com/office/drawing/2014/main" id="{A0A2C372-5F0F-CC08-2B61-24B4DCC68D1B}"/>
                  </a:ext>
                </a:extLst>
              </p:cNvPr>
              <p:cNvSpPr>
                <a:spLocks/>
              </p:cNvSpPr>
              <p:nvPr/>
            </p:nvSpPr>
            <p:spPr bwMode="gray">
              <a:xfrm>
                <a:off x="3201" y="3094"/>
                <a:ext cx="25" cy="34"/>
              </a:xfrm>
              <a:custGeom>
                <a:avLst/>
                <a:gdLst>
                  <a:gd name="T0" fmla="*/ 2147483647 w 102"/>
                  <a:gd name="T1" fmla="*/ 2147483647 h 132"/>
                  <a:gd name="T2" fmla="*/ 2147483647 w 102"/>
                  <a:gd name="T3" fmla="*/ 2147483647 h 132"/>
                  <a:gd name="T4" fmla="*/ 2147483647 w 102"/>
                  <a:gd name="T5" fmla="*/ 2147483647 h 132"/>
                  <a:gd name="T6" fmla="*/ 2147483647 w 102"/>
                  <a:gd name="T7" fmla="*/ 2147483647 h 132"/>
                  <a:gd name="T8" fmla="*/ 2147483647 w 102"/>
                  <a:gd name="T9" fmla="*/ 2147483647 h 132"/>
                  <a:gd name="T10" fmla="*/ 2147483647 w 102"/>
                  <a:gd name="T11" fmla="*/ 0 h 132"/>
                  <a:gd name="T12" fmla="*/ 2147483647 w 102"/>
                  <a:gd name="T13" fmla="*/ 0 h 132"/>
                  <a:gd name="T14" fmla="*/ 2147483647 w 102"/>
                  <a:gd name="T15" fmla="*/ 2147483647 h 132"/>
                  <a:gd name="T16" fmla="*/ 2147483647 w 102"/>
                  <a:gd name="T17" fmla="*/ 2147483647 h 132"/>
                  <a:gd name="T18" fmla="*/ 2147483647 w 102"/>
                  <a:gd name="T19" fmla="*/ 2147483647 h 132"/>
                  <a:gd name="T20" fmla="*/ 2147483647 w 102"/>
                  <a:gd name="T21" fmla="*/ 2147483647 h 132"/>
                  <a:gd name="T22" fmla="*/ 0 w 102"/>
                  <a:gd name="T23" fmla="*/ 2147483647 h 132"/>
                  <a:gd name="T24" fmla="*/ 0 w 102"/>
                  <a:gd name="T25" fmla="*/ 2147483647 h 132"/>
                  <a:gd name="T26" fmla="*/ 2147483647 w 102"/>
                  <a:gd name="T27" fmla="*/ 2147483647 h 132"/>
                  <a:gd name="T28" fmla="*/ 2147483647 w 102"/>
                  <a:gd name="T29" fmla="*/ 2147483647 h 132"/>
                  <a:gd name="T30" fmla="*/ 2147483647 w 102"/>
                  <a:gd name="T31" fmla="*/ 2147483647 h 132"/>
                  <a:gd name="T32" fmla="*/ 2147483647 w 102"/>
                  <a:gd name="T33" fmla="*/ 2147483647 h 132"/>
                  <a:gd name="T34" fmla="*/ 2147483647 w 102"/>
                  <a:gd name="T35" fmla="*/ 2147483647 h 132"/>
                  <a:gd name="T36" fmla="*/ 2147483647 w 102"/>
                  <a:gd name="T37" fmla="*/ 2147483647 h 132"/>
                  <a:gd name="T38" fmla="*/ 2147483647 w 102"/>
                  <a:gd name="T39" fmla="*/ 2147483647 h 132"/>
                  <a:gd name="T40" fmla="*/ 2147483647 w 102"/>
                  <a:gd name="T41" fmla="*/ 2147483647 h 132"/>
                  <a:gd name="T42" fmla="*/ 2147483647 w 102"/>
                  <a:gd name="T43" fmla="*/ 2147483647 h 132"/>
                  <a:gd name="T44" fmla="*/ 2147483647 w 102"/>
                  <a:gd name="T45" fmla="*/ 2147483647 h 132"/>
                  <a:gd name="T46" fmla="*/ 2147483647 w 102"/>
                  <a:gd name="T47" fmla="*/ 2147483647 h 132"/>
                  <a:gd name="T48" fmla="*/ 2147483647 w 102"/>
                  <a:gd name="T49" fmla="*/ 2147483647 h 1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2"/>
                  <a:gd name="T76" fmla="*/ 0 h 132"/>
                  <a:gd name="T77" fmla="*/ 102 w 102"/>
                  <a:gd name="T78" fmla="*/ 132 h 1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2" h="132">
                    <a:moveTo>
                      <a:pt x="84" y="54"/>
                    </a:moveTo>
                    <a:lnTo>
                      <a:pt x="84" y="30"/>
                    </a:lnTo>
                    <a:lnTo>
                      <a:pt x="90" y="18"/>
                    </a:lnTo>
                    <a:lnTo>
                      <a:pt x="66" y="18"/>
                    </a:lnTo>
                    <a:lnTo>
                      <a:pt x="54" y="6"/>
                    </a:lnTo>
                    <a:lnTo>
                      <a:pt x="42" y="0"/>
                    </a:lnTo>
                    <a:lnTo>
                      <a:pt x="36" y="0"/>
                    </a:lnTo>
                    <a:lnTo>
                      <a:pt x="24" y="12"/>
                    </a:lnTo>
                    <a:lnTo>
                      <a:pt x="18" y="24"/>
                    </a:lnTo>
                    <a:lnTo>
                      <a:pt x="18" y="36"/>
                    </a:lnTo>
                    <a:lnTo>
                      <a:pt x="6" y="48"/>
                    </a:lnTo>
                    <a:lnTo>
                      <a:pt x="0" y="60"/>
                    </a:lnTo>
                    <a:lnTo>
                      <a:pt x="0" y="84"/>
                    </a:lnTo>
                    <a:lnTo>
                      <a:pt x="12" y="108"/>
                    </a:lnTo>
                    <a:lnTo>
                      <a:pt x="24" y="114"/>
                    </a:lnTo>
                    <a:lnTo>
                      <a:pt x="36" y="126"/>
                    </a:lnTo>
                    <a:lnTo>
                      <a:pt x="54" y="126"/>
                    </a:lnTo>
                    <a:lnTo>
                      <a:pt x="66" y="132"/>
                    </a:lnTo>
                    <a:lnTo>
                      <a:pt x="78" y="132"/>
                    </a:lnTo>
                    <a:lnTo>
                      <a:pt x="90" y="90"/>
                    </a:lnTo>
                    <a:lnTo>
                      <a:pt x="96" y="90"/>
                    </a:lnTo>
                    <a:lnTo>
                      <a:pt x="102" y="84"/>
                    </a:lnTo>
                    <a:lnTo>
                      <a:pt x="96" y="60"/>
                    </a:lnTo>
                    <a:lnTo>
                      <a:pt x="90" y="60"/>
                    </a:lnTo>
                    <a:lnTo>
                      <a:pt x="84" y="54"/>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214" name="Sudan" descr="© INSCALE GmbH, 05.05.2010&#10;http://www.presentationload.com/">
                <a:extLst>
                  <a:ext uri="{FF2B5EF4-FFF2-40B4-BE49-F238E27FC236}">
                    <a16:creationId xmlns:a16="http://schemas.microsoft.com/office/drawing/2014/main" id="{06249EDC-768A-89BF-FB38-00DA54ECB249}"/>
                  </a:ext>
                </a:extLst>
              </p:cNvPr>
              <p:cNvSpPr>
                <a:spLocks/>
              </p:cNvSpPr>
              <p:nvPr/>
            </p:nvSpPr>
            <p:spPr bwMode="gray">
              <a:xfrm>
                <a:off x="3048" y="2097"/>
                <a:ext cx="295" cy="401"/>
              </a:xfrm>
              <a:custGeom>
                <a:avLst/>
                <a:gdLst>
                  <a:gd name="T0" fmla="*/ 2147483647 w 1164"/>
                  <a:gd name="T1" fmla="*/ 2147483647 h 1584"/>
                  <a:gd name="T2" fmla="*/ 2147483647 w 1164"/>
                  <a:gd name="T3" fmla="*/ 2147483647 h 1584"/>
                  <a:gd name="T4" fmla="*/ 2147483647 w 1164"/>
                  <a:gd name="T5" fmla="*/ 2147483647 h 1584"/>
                  <a:gd name="T6" fmla="*/ 2147483647 w 1164"/>
                  <a:gd name="T7" fmla="*/ 2147483647 h 1584"/>
                  <a:gd name="T8" fmla="*/ 2147483647 w 1164"/>
                  <a:gd name="T9" fmla="*/ 2147483647 h 1584"/>
                  <a:gd name="T10" fmla="*/ 2147483647 w 1164"/>
                  <a:gd name="T11" fmla="*/ 2147483647 h 1584"/>
                  <a:gd name="T12" fmla="*/ 2147483647 w 1164"/>
                  <a:gd name="T13" fmla="*/ 2147483647 h 1584"/>
                  <a:gd name="T14" fmla="*/ 2147483647 w 1164"/>
                  <a:gd name="T15" fmla="*/ 2147483647 h 1584"/>
                  <a:gd name="T16" fmla="*/ 0 w 1164"/>
                  <a:gd name="T17" fmla="*/ 2147483647 h 1584"/>
                  <a:gd name="T18" fmla="*/ 2147483647 w 1164"/>
                  <a:gd name="T19" fmla="*/ 2147483647 h 1584"/>
                  <a:gd name="T20" fmla="*/ 2147483647 w 1164"/>
                  <a:gd name="T21" fmla="*/ 2147483647 h 1584"/>
                  <a:gd name="T22" fmla="*/ 2147483647 w 1164"/>
                  <a:gd name="T23" fmla="*/ 2147483647 h 1584"/>
                  <a:gd name="T24" fmla="*/ 2147483647 w 1164"/>
                  <a:gd name="T25" fmla="*/ 2147483647 h 1584"/>
                  <a:gd name="T26" fmla="*/ 2147483647 w 1164"/>
                  <a:gd name="T27" fmla="*/ 2147483647 h 1584"/>
                  <a:gd name="T28" fmla="*/ 2147483647 w 1164"/>
                  <a:gd name="T29" fmla="*/ 2147483647 h 1584"/>
                  <a:gd name="T30" fmla="*/ 2147483647 w 1164"/>
                  <a:gd name="T31" fmla="*/ 2147483647 h 1584"/>
                  <a:gd name="T32" fmla="*/ 2147483647 w 1164"/>
                  <a:gd name="T33" fmla="*/ 2147483647 h 1584"/>
                  <a:gd name="T34" fmla="*/ 2147483647 w 1164"/>
                  <a:gd name="T35" fmla="*/ 2147483647 h 1584"/>
                  <a:gd name="T36" fmla="*/ 2147483647 w 1164"/>
                  <a:gd name="T37" fmla="*/ 2147483647 h 1584"/>
                  <a:gd name="T38" fmla="*/ 2147483647 w 1164"/>
                  <a:gd name="T39" fmla="*/ 2147483647 h 1584"/>
                  <a:gd name="T40" fmla="*/ 2147483647 w 1164"/>
                  <a:gd name="T41" fmla="*/ 2147483647 h 1584"/>
                  <a:gd name="T42" fmla="*/ 2147483647 w 1164"/>
                  <a:gd name="T43" fmla="*/ 2147483647 h 1584"/>
                  <a:gd name="T44" fmla="*/ 2147483647 w 1164"/>
                  <a:gd name="T45" fmla="*/ 2147483647 h 1584"/>
                  <a:gd name="T46" fmla="*/ 2147483647 w 1164"/>
                  <a:gd name="T47" fmla="*/ 2147483647 h 1584"/>
                  <a:gd name="T48" fmla="*/ 2147483647 w 1164"/>
                  <a:gd name="T49" fmla="*/ 2147483647 h 1584"/>
                  <a:gd name="T50" fmla="*/ 2147483647 w 1164"/>
                  <a:gd name="T51" fmla="*/ 2147483647 h 1584"/>
                  <a:gd name="T52" fmla="*/ 2147483647 w 1164"/>
                  <a:gd name="T53" fmla="*/ 2147483647 h 1584"/>
                  <a:gd name="T54" fmla="*/ 2147483647 w 1164"/>
                  <a:gd name="T55" fmla="*/ 2147483647 h 1584"/>
                  <a:gd name="T56" fmla="*/ 2147483647 w 1164"/>
                  <a:gd name="T57" fmla="*/ 2147483647 h 1584"/>
                  <a:gd name="T58" fmla="*/ 2147483647 w 1164"/>
                  <a:gd name="T59" fmla="*/ 2147483647 h 1584"/>
                  <a:gd name="T60" fmla="*/ 2147483647 w 1164"/>
                  <a:gd name="T61" fmla="*/ 2147483647 h 1584"/>
                  <a:gd name="T62" fmla="*/ 2147483647 w 1164"/>
                  <a:gd name="T63" fmla="*/ 2147483647 h 1584"/>
                  <a:gd name="T64" fmla="*/ 2147483647 w 1164"/>
                  <a:gd name="T65" fmla="*/ 2147483647 h 1584"/>
                  <a:gd name="T66" fmla="*/ 2147483647 w 1164"/>
                  <a:gd name="T67" fmla="*/ 2147483647 h 1584"/>
                  <a:gd name="T68" fmla="*/ 2147483647 w 1164"/>
                  <a:gd name="T69" fmla="*/ 2147483647 h 1584"/>
                  <a:gd name="T70" fmla="*/ 2147483647 w 1164"/>
                  <a:gd name="T71" fmla="*/ 2147483647 h 1584"/>
                  <a:gd name="T72" fmla="*/ 2147483647 w 1164"/>
                  <a:gd name="T73" fmla="*/ 2147483647 h 1584"/>
                  <a:gd name="T74" fmla="*/ 2147483647 w 1164"/>
                  <a:gd name="T75" fmla="*/ 2147483647 h 1584"/>
                  <a:gd name="T76" fmla="*/ 2147483647 w 1164"/>
                  <a:gd name="T77" fmla="*/ 2147483647 h 1584"/>
                  <a:gd name="T78" fmla="*/ 2147483647 w 1164"/>
                  <a:gd name="T79" fmla="*/ 2147483647 h 1584"/>
                  <a:gd name="T80" fmla="*/ 2147483647 w 1164"/>
                  <a:gd name="T81" fmla="*/ 2147483647 h 1584"/>
                  <a:gd name="T82" fmla="*/ 2147483647 w 1164"/>
                  <a:gd name="T83" fmla="*/ 2147483647 h 1584"/>
                  <a:gd name="T84" fmla="*/ 2147483647 w 1164"/>
                  <a:gd name="T85" fmla="*/ 2147483647 h 1584"/>
                  <a:gd name="T86" fmla="*/ 2147483647 w 1164"/>
                  <a:gd name="T87" fmla="*/ 2147483647 h 1584"/>
                  <a:gd name="T88" fmla="*/ 2147483647 w 1164"/>
                  <a:gd name="T89" fmla="*/ 2147483647 h 1584"/>
                  <a:gd name="T90" fmla="*/ 2147483647 w 1164"/>
                  <a:gd name="T91" fmla="*/ 2147483647 h 1584"/>
                  <a:gd name="T92" fmla="*/ 2147483647 w 1164"/>
                  <a:gd name="T93" fmla="*/ 2147483647 h 1584"/>
                  <a:gd name="T94" fmla="*/ 2147483647 w 1164"/>
                  <a:gd name="T95" fmla="*/ 2147483647 h 1584"/>
                  <a:gd name="T96" fmla="*/ 2147483647 w 1164"/>
                  <a:gd name="T97" fmla="*/ 2147483647 h 1584"/>
                  <a:gd name="T98" fmla="*/ 2147483647 w 1164"/>
                  <a:gd name="T99" fmla="*/ 2147483647 h 1584"/>
                  <a:gd name="T100" fmla="*/ 2147483647 w 1164"/>
                  <a:gd name="T101" fmla="*/ 2147483647 h 1584"/>
                  <a:gd name="T102" fmla="*/ 2147483647 w 1164"/>
                  <a:gd name="T103" fmla="*/ 2147483647 h 1584"/>
                  <a:gd name="T104" fmla="*/ 2147483647 w 1164"/>
                  <a:gd name="T105" fmla="*/ 2147483647 h 1584"/>
                  <a:gd name="T106" fmla="*/ 2147483647 w 1164"/>
                  <a:gd name="T107" fmla="*/ 2147483647 h 1584"/>
                  <a:gd name="T108" fmla="*/ 2147483647 w 1164"/>
                  <a:gd name="T109" fmla="*/ 2147483647 h 1584"/>
                  <a:gd name="T110" fmla="*/ 2147483647 w 1164"/>
                  <a:gd name="T111" fmla="*/ 2147483647 h 158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164"/>
                  <a:gd name="T169" fmla="*/ 0 h 1584"/>
                  <a:gd name="T170" fmla="*/ 1164 w 1164"/>
                  <a:gd name="T171" fmla="*/ 1584 h 158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164" h="1584">
                    <a:moveTo>
                      <a:pt x="894" y="24"/>
                    </a:moveTo>
                    <a:lnTo>
                      <a:pt x="894" y="48"/>
                    </a:lnTo>
                    <a:lnTo>
                      <a:pt x="888" y="60"/>
                    </a:lnTo>
                    <a:lnTo>
                      <a:pt x="882" y="66"/>
                    </a:lnTo>
                    <a:lnTo>
                      <a:pt x="864" y="66"/>
                    </a:lnTo>
                    <a:lnTo>
                      <a:pt x="858" y="72"/>
                    </a:lnTo>
                    <a:lnTo>
                      <a:pt x="846" y="72"/>
                    </a:lnTo>
                    <a:lnTo>
                      <a:pt x="834" y="84"/>
                    </a:lnTo>
                    <a:lnTo>
                      <a:pt x="822" y="108"/>
                    </a:lnTo>
                    <a:lnTo>
                      <a:pt x="816" y="114"/>
                    </a:lnTo>
                    <a:lnTo>
                      <a:pt x="798" y="114"/>
                    </a:lnTo>
                    <a:lnTo>
                      <a:pt x="792" y="108"/>
                    </a:lnTo>
                    <a:lnTo>
                      <a:pt x="786" y="96"/>
                    </a:lnTo>
                    <a:lnTo>
                      <a:pt x="780" y="90"/>
                    </a:lnTo>
                    <a:lnTo>
                      <a:pt x="660" y="84"/>
                    </a:lnTo>
                    <a:lnTo>
                      <a:pt x="660" y="72"/>
                    </a:lnTo>
                    <a:lnTo>
                      <a:pt x="654" y="72"/>
                    </a:lnTo>
                    <a:lnTo>
                      <a:pt x="636" y="90"/>
                    </a:lnTo>
                    <a:lnTo>
                      <a:pt x="210" y="84"/>
                    </a:lnTo>
                    <a:lnTo>
                      <a:pt x="210" y="246"/>
                    </a:lnTo>
                    <a:lnTo>
                      <a:pt x="138" y="246"/>
                    </a:lnTo>
                    <a:lnTo>
                      <a:pt x="144" y="600"/>
                    </a:lnTo>
                    <a:lnTo>
                      <a:pt x="132" y="600"/>
                    </a:lnTo>
                    <a:lnTo>
                      <a:pt x="120" y="594"/>
                    </a:lnTo>
                    <a:lnTo>
                      <a:pt x="78" y="594"/>
                    </a:lnTo>
                    <a:lnTo>
                      <a:pt x="66" y="606"/>
                    </a:lnTo>
                    <a:lnTo>
                      <a:pt x="72" y="612"/>
                    </a:lnTo>
                    <a:lnTo>
                      <a:pt x="72" y="624"/>
                    </a:lnTo>
                    <a:lnTo>
                      <a:pt x="78" y="630"/>
                    </a:lnTo>
                    <a:lnTo>
                      <a:pt x="78" y="636"/>
                    </a:lnTo>
                    <a:lnTo>
                      <a:pt x="72" y="642"/>
                    </a:lnTo>
                    <a:lnTo>
                      <a:pt x="60" y="648"/>
                    </a:lnTo>
                    <a:lnTo>
                      <a:pt x="48" y="660"/>
                    </a:lnTo>
                    <a:lnTo>
                      <a:pt x="48" y="678"/>
                    </a:lnTo>
                    <a:lnTo>
                      <a:pt x="36" y="678"/>
                    </a:lnTo>
                    <a:lnTo>
                      <a:pt x="42" y="702"/>
                    </a:lnTo>
                    <a:lnTo>
                      <a:pt x="48" y="720"/>
                    </a:lnTo>
                    <a:lnTo>
                      <a:pt x="30" y="732"/>
                    </a:lnTo>
                    <a:lnTo>
                      <a:pt x="12" y="750"/>
                    </a:lnTo>
                    <a:lnTo>
                      <a:pt x="18" y="756"/>
                    </a:lnTo>
                    <a:lnTo>
                      <a:pt x="30" y="780"/>
                    </a:lnTo>
                    <a:lnTo>
                      <a:pt x="30" y="792"/>
                    </a:lnTo>
                    <a:lnTo>
                      <a:pt x="18" y="804"/>
                    </a:lnTo>
                    <a:lnTo>
                      <a:pt x="6" y="810"/>
                    </a:lnTo>
                    <a:lnTo>
                      <a:pt x="0" y="822"/>
                    </a:lnTo>
                    <a:lnTo>
                      <a:pt x="0" y="840"/>
                    </a:lnTo>
                    <a:lnTo>
                      <a:pt x="6" y="846"/>
                    </a:lnTo>
                    <a:lnTo>
                      <a:pt x="18" y="846"/>
                    </a:lnTo>
                    <a:lnTo>
                      <a:pt x="24" y="840"/>
                    </a:lnTo>
                    <a:lnTo>
                      <a:pt x="36" y="840"/>
                    </a:lnTo>
                    <a:lnTo>
                      <a:pt x="42" y="846"/>
                    </a:lnTo>
                    <a:lnTo>
                      <a:pt x="42" y="888"/>
                    </a:lnTo>
                    <a:lnTo>
                      <a:pt x="60" y="900"/>
                    </a:lnTo>
                    <a:lnTo>
                      <a:pt x="42" y="906"/>
                    </a:lnTo>
                    <a:lnTo>
                      <a:pt x="48" y="930"/>
                    </a:lnTo>
                    <a:lnTo>
                      <a:pt x="54" y="930"/>
                    </a:lnTo>
                    <a:lnTo>
                      <a:pt x="66" y="936"/>
                    </a:lnTo>
                    <a:lnTo>
                      <a:pt x="78" y="954"/>
                    </a:lnTo>
                    <a:lnTo>
                      <a:pt x="84" y="960"/>
                    </a:lnTo>
                    <a:lnTo>
                      <a:pt x="84" y="966"/>
                    </a:lnTo>
                    <a:lnTo>
                      <a:pt x="72" y="966"/>
                    </a:lnTo>
                    <a:lnTo>
                      <a:pt x="72" y="990"/>
                    </a:lnTo>
                    <a:lnTo>
                      <a:pt x="102" y="1020"/>
                    </a:lnTo>
                    <a:lnTo>
                      <a:pt x="108" y="1032"/>
                    </a:lnTo>
                    <a:lnTo>
                      <a:pt x="120" y="1044"/>
                    </a:lnTo>
                    <a:lnTo>
                      <a:pt x="126" y="1062"/>
                    </a:lnTo>
                    <a:lnTo>
                      <a:pt x="132" y="1074"/>
                    </a:lnTo>
                    <a:lnTo>
                      <a:pt x="132" y="1104"/>
                    </a:lnTo>
                    <a:lnTo>
                      <a:pt x="126" y="1110"/>
                    </a:lnTo>
                    <a:lnTo>
                      <a:pt x="120" y="1122"/>
                    </a:lnTo>
                    <a:lnTo>
                      <a:pt x="114" y="1128"/>
                    </a:lnTo>
                    <a:lnTo>
                      <a:pt x="114" y="1134"/>
                    </a:lnTo>
                    <a:lnTo>
                      <a:pt x="120" y="1140"/>
                    </a:lnTo>
                    <a:lnTo>
                      <a:pt x="126" y="1140"/>
                    </a:lnTo>
                    <a:lnTo>
                      <a:pt x="120" y="1158"/>
                    </a:lnTo>
                    <a:lnTo>
                      <a:pt x="168" y="1164"/>
                    </a:lnTo>
                    <a:lnTo>
                      <a:pt x="168" y="1194"/>
                    </a:lnTo>
                    <a:lnTo>
                      <a:pt x="192" y="1206"/>
                    </a:lnTo>
                    <a:lnTo>
                      <a:pt x="222" y="1206"/>
                    </a:lnTo>
                    <a:lnTo>
                      <a:pt x="222" y="1224"/>
                    </a:lnTo>
                    <a:lnTo>
                      <a:pt x="228" y="1224"/>
                    </a:lnTo>
                    <a:lnTo>
                      <a:pt x="240" y="1230"/>
                    </a:lnTo>
                    <a:lnTo>
                      <a:pt x="252" y="1242"/>
                    </a:lnTo>
                    <a:lnTo>
                      <a:pt x="252" y="1248"/>
                    </a:lnTo>
                    <a:lnTo>
                      <a:pt x="246" y="1248"/>
                    </a:lnTo>
                    <a:lnTo>
                      <a:pt x="246" y="1254"/>
                    </a:lnTo>
                    <a:lnTo>
                      <a:pt x="240" y="1254"/>
                    </a:lnTo>
                    <a:lnTo>
                      <a:pt x="240" y="1260"/>
                    </a:lnTo>
                    <a:lnTo>
                      <a:pt x="252" y="1272"/>
                    </a:lnTo>
                    <a:lnTo>
                      <a:pt x="264" y="1278"/>
                    </a:lnTo>
                    <a:lnTo>
                      <a:pt x="270" y="1278"/>
                    </a:lnTo>
                    <a:lnTo>
                      <a:pt x="282" y="1284"/>
                    </a:lnTo>
                    <a:lnTo>
                      <a:pt x="294" y="1296"/>
                    </a:lnTo>
                    <a:lnTo>
                      <a:pt x="300" y="1308"/>
                    </a:lnTo>
                    <a:lnTo>
                      <a:pt x="306" y="1314"/>
                    </a:lnTo>
                    <a:lnTo>
                      <a:pt x="306" y="1320"/>
                    </a:lnTo>
                    <a:lnTo>
                      <a:pt x="324" y="1320"/>
                    </a:lnTo>
                    <a:lnTo>
                      <a:pt x="330" y="1326"/>
                    </a:lnTo>
                    <a:lnTo>
                      <a:pt x="330" y="1338"/>
                    </a:lnTo>
                    <a:lnTo>
                      <a:pt x="318" y="1338"/>
                    </a:lnTo>
                    <a:lnTo>
                      <a:pt x="318" y="1344"/>
                    </a:lnTo>
                    <a:lnTo>
                      <a:pt x="330" y="1356"/>
                    </a:lnTo>
                    <a:lnTo>
                      <a:pt x="330" y="1374"/>
                    </a:lnTo>
                    <a:lnTo>
                      <a:pt x="354" y="1380"/>
                    </a:lnTo>
                    <a:lnTo>
                      <a:pt x="360" y="1386"/>
                    </a:lnTo>
                    <a:lnTo>
                      <a:pt x="372" y="1392"/>
                    </a:lnTo>
                    <a:lnTo>
                      <a:pt x="378" y="1398"/>
                    </a:lnTo>
                    <a:lnTo>
                      <a:pt x="384" y="1410"/>
                    </a:lnTo>
                    <a:lnTo>
                      <a:pt x="384" y="1434"/>
                    </a:lnTo>
                    <a:lnTo>
                      <a:pt x="390" y="1446"/>
                    </a:lnTo>
                    <a:lnTo>
                      <a:pt x="420" y="1470"/>
                    </a:lnTo>
                    <a:lnTo>
                      <a:pt x="420" y="1494"/>
                    </a:lnTo>
                    <a:lnTo>
                      <a:pt x="468" y="1518"/>
                    </a:lnTo>
                    <a:lnTo>
                      <a:pt x="474" y="1512"/>
                    </a:lnTo>
                    <a:lnTo>
                      <a:pt x="480" y="1500"/>
                    </a:lnTo>
                    <a:lnTo>
                      <a:pt x="486" y="1494"/>
                    </a:lnTo>
                    <a:lnTo>
                      <a:pt x="498" y="1494"/>
                    </a:lnTo>
                    <a:lnTo>
                      <a:pt x="510" y="1500"/>
                    </a:lnTo>
                    <a:lnTo>
                      <a:pt x="510" y="1506"/>
                    </a:lnTo>
                    <a:lnTo>
                      <a:pt x="522" y="1512"/>
                    </a:lnTo>
                    <a:lnTo>
                      <a:pt x="528" y="1512"/>
                    </a:lnTo>
                    <a:lnTo>
                      <a:pt x="540" y="1500"/>
                    </a:lnTo>
                    <a:lnTo>
                      <a:pt x="540" y="1494"/>
                    </a:lnTo>
                    <a:lnTo>
                      <a:pt x="552" y="1482"/>
                    </a:lnTo>
                    <a:lnTo>
                      <a:pt x="558" y="1488"/>
                    </a:lnTo>
                    <a:lnTo>
                      <a:pt x="570" y="1494"/>
                    </a:lnTo>
                    <a:lnTo>
                      <a:pt x="576" y="1512"/>
                    </a:lnTo>
                    <a:lnTo>
                      <a:pt x="582" y="1524"/>
                    </a:lnTo>
                    <a:lnTo>
                      <a:pt x="594" y="1536"/>
                    </a:lnTo>
                    <a:lnTo>
                      <a:pt x="606" y="1542"/>
                    </a:lnTo>
                    <a:lnTo>
                      <a:pt x="612" y="1548"/>
                    </a:lnTo>
                    <a:lnTo>
                      <a:pt x="618" y="1548"/>
                    </a:lnTo>
                    <a:lnTo>
                      <a:pt x="624" y="1572"/>
                    </a:lnTo>
                    <a:lnTo>
                      <a:pt x="642" y="1572"/>
                    </a:lnTo>
                    <a:lnTo>
                      <a:pt x="660" y="1554"/>
                    </a:lnTo>
                    <a:lnTo>
                      <a:pt x="672" y="1554"/>
                    </a:lnTo>
                    <a:lnTo>
                      <a:pt x="678" y="1560"/>
                    </a:lnTo>
                    <a:lnTo>
                      <a:pt x="690" y="1566"/>
                    </a:lnTo>
                    <a:lnTo>
                      <a:pt x="702" y="1566"/>
                    </a:lnTo>
                    <a:lnTo>
                      <a:pt x="702" y="1560"/>
                    </a:lnTo>
                    <a:lnTo>
                      <a:pt x="708" y="1554"/>
                    </a:lnTo>
                    <a:lnTo>
                      <a:pt x="714" y="1554"/>
                    </a:lnTo>
                    <a:lnTo>
                      <a:pt x="738" y="1584"/>
                    </a:lnTo>
                    <a:lnTo>
                      <a:pt x="756" y="1560"/>
                    </a:lnTo>
                    <a:lnTo>
                      <a:pt x="780" y="1560"/>
                    </a:lnTo>
                    <a:lnTo>
                      <a:pt x="792" y="1548"/>
                    </a:lnTo>
                    <a:lnTo>
                      <a:pt x="804" y="1548"/>
                    </a:lnTo>
                    <a:lnTo>
                      <a:pt x="804" y="1554"/>
                    </a:lnTo>
                    <a:lnTo>
                      <a:pt x="810" y="1560"/>
                    </a:lnTo>
                    <a:lnTo>
                      <a:pt x="834" y="1560"/>
                    </a:lnTo>
                    <a:lnTo>
                      <a:pt x="852" y="1542"/>
                    </a:lnTo>
                    <a:lnTo>
                      <a:pt x="852" y="1536"/>
                    </a:lnTo>
                    <a:lnTo>
                      <a:pt x="858" y="1530"/>
                    </a:lnTo>
                    <a:lnTo>
                      <a:pt x="858" y="1524"/>
                    </a:lnTo>
                    <a:lnTo>
                      <a:pt x="870" y="1524"/>
                    </a:lnTo>
                    <a:lnTo>
                      <a:pt x="888" y="1494"/>
                    </a:lnTo>
                    <a:lnTo>
                      <a:pt x="978" y="1494"/>
                    </a:lnTo>
                    <a:lnTo>
                      <a:pt x="1002" y="1482"/>
                    </a:lnTo>
                    <a:lnTo>
                      <a:pt x="996" y="1464"/>
                    </a:lnTo>
                    <a:lnTo>
                      <a:pt x="996" y="1446"/>
                    </a:lnTo>
                    <a:lnTo>
                      <a:pt x="990" y="1434"/>
                    </a:lnTo>
                    <a:lnTo>
                      <a:pt x="984" y="1428"/>
                    </a:lnTo>
                    <a:lnTo>
                      <a:pt x="966" y="1428"/>
                    </a:lnTo>
                    <a:lnTo>
                      <a:pt x="954" y="1422"/>
                    </a:lnTo>
                    <a:lnTo>
                      <a:pt x="936" y="1386"/>
                    </a:lnTo>
                    <a:lnTo>
                      <a:pt x="936" y="1368"/>
                    </a:lnTo>
                    <a:lnTo>
                      <a:pt x="924" y="1362"/>
                    </a:lnTo>
                    <a:lnTo>
                      <a:pt x="924" y="1326"/>
                    </a:lnTo>
                    <a:lnTo>
                      <a:pt x="912" y="1326"/>
                    </a:lnTo>
                    <a:lnTo>
                      <a:pt x="906" y="1302"/>
                    </a:lnTo>
                    <a:lnTo>
                      <a:pt x="882" y="1302"/>
                    </a:lnTo>
                    <a:lnTo>
                      <a:pt x="876" y="1290"/>
                    </a:lnTo>
                    <a:lnTo>
                      <a:pt x="876" y="1272"/>
                    </a:lnTo>
                    <a:lnTo>
                      <a:pt x="864" y="1266"/>
                    </a:lnTo>
                    <a:lnTo>
                      <a:pt x="858" y="1254"/>
                    </a:lnTo>
                    <a:lnTo>
                      <a:pt x="846" y="1248"/>
                    </a:lnTo>
                    <a:lnTo>
                      <a:pt x="840" y="1242"/>
                    </a:lnTo>
                    <a:lnTo>
                      <a:pt x="816" y="1242"/>
                    </a:lnTo>
                    <a:lnTo>
                      <a:pt x="804" y="1236"/>
                    </a:lnTo>
                    <a:lnTo>
                      <a:pt x="798" y="1236"/>
                    </a:lnTo>
                    <a:lnTo>
                      <a:pt x="798" y="1224"/>
                    </a:lnTo>
                    <a:lnTo>
                      <a:pt x="804" y="1212"/>
                    </a:lnTo>
                    <a:lnTo>
                      <a:pt x="810" y="1206"/>
                    </a:lnTo>
                    <a:lnTo>
                      <a:pt x="804" y="1182"/>
                    </a:lnTo>
                    <a:lnTo>
                      <a:pt x="840" y="1182"/>
                    </a:lnTo>
                    <a:lnTo>
                      <a:pt x="846" y="1188"/>
                    </a:lnTo>
                    <a:lnTo>
                      <a:pt x="852" y="1182"/>
                    </a:lnTo>
                    <a:lnTo>
                      <a:pt x="864" y="1182"/>
                    </a:lnTo>
                    <a:lnTo>
                      <a:pt x="870" y="1176"/>
                    </a:lnTo>
                    <a:lnTo>
                      <a:pt x="870" y="1164"/>
                    </a:lnTo>
                    <a:lnTo>
                      <a:pt x="876" y="1152"/>
                    </a:lnTo>
                    <a:lnTo>
                      <a:pt x="876" y="1116"/>
                    </a:lnTo>
                    <a:lnTo>
                      <a:pt x="870" y="1110"/>
                    </a:lnTo>
                    <a:lnTo>
                      <a:pt x="870" y="1098"/>
                    </a:lnTo>
                    <a:lnTo>
                      <a:pt x="864" y="1086"/>
                    </a:lnTo>
                    <a:lnTo>
                      <a:pt x="864" y="1074"/>
                    </a:lnTo>
                    <a:lnTo>
                      <a:pt x="870" y="1062"/>
                    </a:lnTo>
                    <a:lnTo>
                      <a:pt x="882" y="1056"/>
                    </a:lnTo>
                    <a:lnTo>
                      <a:pt x="888" y="1050"/>
                    </a:lnTo>
                    <a:lnTo>
                      <a:pt x="888" y="1032"/>
                    </a:lnTo>
                    <a:lnTo>
                      <a:pt x="882" y="1020"/>
                    </a:lnTo>
                    <a:lnTo>
                      <a:pt x="882" y="1002"/>
                    </a:lnTo>
                    <a:lnTo>
                      <a:pt x="900" y="984"/>
                    </a:lnTo>
                    <a:lnTo>
                      <a:pt x="906" y="984"/>
                    </a:lnTo>
                    <a:lnTo>
                      <a:pt x="906" y="996"/>
                    </a:lnTo>
                    <a:lnTo>
                      <a:pt x="912" y="1002"/>
                    </a:lnTo>
                    <a:lnTo>
                      <a:pt x="924" y="1002"/>
                    </a:lnTo>
                    <a:lnTo>
                      <a:pt x="930" y="996"/>
                    </a:lnTo>
                    <a:lnTo>
                      <a:pt x="930" y="960"/>
                    </a:lnTo>
                    <a:lnTo>
                      <a:pt x="924" y="954"/>
                    </a:lnTo>
                    <a:lnTo>
                      <a:pt x="924" y="948"/>
                    </a:lnTo>
                    <a:lnTo>
                      <a:pt x="936" y="930"/>
                    </a:lnTo>
                    <a:lnTo>
                      <a:pt x="936" y="906"/>
                    </a:lnTo>
                    <a:lnTo>
                      <a:pt x="942" y="900"/>
                    </a:lnTo>
                    <a:lnTo>
                      <a:pt x="954" y="900"/>
                    </a:lnTo>
                    <a:lnTo>
                      <a:pt x="960" y="894"/>
                    </a:lnTo>
                    <a:lnTo>
                      <a:pt x="960" y="858"/>
                    </a:lnTo>
                    <a:lnTo>
                      <a:pt x="966" y="852"/>
                    </a:lnTo>
                    <a:lnTo>
                      <a:pt x="972" y="840"/>
                    </a:lnTo>
                    <a:lnTo>
                      <a:pt x="978" y="834"/>
                    </a:lnTo>
                    <a:lnTo>
                      <a:pt x="1008" y="834"/>
                    </a:lnTo>
                    <a:lnTo>
                      <a:pt x="1008" y="786"/>
                    </a:lnTo>
                    <a:lnTo>
                      <a:pt x="1014" y="774"/>
                    </a:lnTo>
                    <a:lnTo>
                      <a:pt x="1020" y="768"/>
                    </a:lnTo>
                    <a:lnTo>
                      <a:pt x="1026" y="756"/>
                    </a:lnTo>
                    <a:lnTo>
                      <a:pt x="1032" y="750"/>
                    </a:lnTo>
                    <a:lnTo>
                      <a:pt x="1032" y="708"/>
                    </a:lnTo>
                    <a:lnTo>
                      <a:pt x="1026" y="660"/>
                    </a:lnTo>
                    <a:lnTo>
                      <a:pt x="1020" y="654"/>
                    </a:lnTo>
                    <a:lnTo>
                      <a:pt x="1020" y="636"/>
                    </a:lnTo>
                    <a:lnTo>
                      <a:pt x="1032" y="630"/>
                    </a:lnTo>
                    <a:lnTo>
                      <a:pt x="1038" y="630"/>
                    </a:lnTo>
                    <a:lnTo>
                      <a:pt x="1038" y="594"/>
                    </a:lnTo>
                    <a:lnTo>
                      <a:pt x="1044" y="594"/>
                    </a:lnTo>
                    <a:lnTo>
                      <a:pt x="1050" y="588"/>
                    </a:lnTo>
                    <a:lnTo>
                      <a:pt x="1056" y="576"/>
                    </a:lnTo>
                    <a:lnTo>
                      <a:pt x="1056" y="534"/>
                    </a:lnTo>
                    <a:lnTo>
                      <a:pt x="1050" y="528"/>
                    </a:lnTo>
                    <a:lnTo>
                      <a:pt x="1050" y="516"/>
                    </a:lnTo>
                    <a:lnTo>
                      <a:pt x="1062" y="516"/>
                    </a:lnTo>
                    <a:lnTo>
                      <a:pt x="1068" y="510"/>
                    </a:lnTo>
                    <a:lnTo>
                      <a:pt x="1068" y="492"/>
                    </a:lnTo>
                    <a:lnTo>
                      <a:pt x="1086" y="492"/>
                    </a:lnTo>
                    <a:lnTo>
                      <a:pt x="1092" y="486"/>
                    </a:lnTo>
                    <a:lnTo>
                      <a:pt x="1092" y="480"/>
                    </a:lnTo>
                    <a:lnTo>
                      <a:pt x="1098" y="474"/>
                    </a:lnTo>
                    <a:lnTo>
                      <a:pt x="1098" y="462"/>
                    </a:lnTo>
                    <a:lnTo>
                      <a:pt x="1110" y="462"/>
                    </a:lnTo>
                    <a:lnTo>
                      <a:pt x="1128" y="456"/>
                    </a:lnTo>
                    <a:lnTo>
                      <a:pt x="1152" y="444"/>
                    </a:lnTo>
                    <a:lnTo>
                      <a:pt x="1164" y="420"/>
                    </a:lnTo>
                    <a:lnTo>
                      <a:pt x="1164" y="408"/>
                    </a:lnTo>
                    <a:lnTo>
                      <a:pt x="1128" y="384"/>
                    </a:lnTo>
                    <a:lnTo>
                      <a:pt x="1128" y="378"/>
                    </a:lnTo>
                    <a:lnTo>
                      <a:pt x="1122" y="372"/>
                    </a:lnTo>
                    <a:lnTo>
                      <a:pt x="1122" y="360"/>
                    </a:lnTo>
                    <a:lnTo>
                      <a:pt x="1116" y="354"/>
                    </a:lnTo>
                    <a:lnTo>
                      <a:pt x="1092" y="354"/>
                    </a:lnTo>
                    <a:lnTo>
                      <a:pt x="1080" y="342"/>
                    </a:lnTo>
                    <a:lnTo>
                      <a:pt x="1080" y="330"/>
                    </a:lnTo>
                    <a:lnTo>
                      <a:pt x="1074" y="312"/>
                    </a:lnTo>
                    <a:lnTo>
                      <a:pt x="1074" y="294"/>
                    </a:lnTo>
                    <a:lnTo>
                      <a:pt x="1068" y="282"/>
                    </a:lnTo>
                    <a:lnTo>
                      <a:pt x="1068" y="264"/>
                    </a:lnTo>
                    <a:lnTo>
                      <a:pt x="1062" y="264"/>
                    </a:lnTo>
                    <a:lnTo>
                      <a:pt x="1062" y="240"/>
                    </a:lnTo>
                    <a:lnTo>
                      <a:pt x="1056" y="222"/>
                    </a:lnTo>
                    <a:lnTo>
                      <a:pt x="1056" y="180"/>
                    </a:lnTo>
                    <a:lnTo>
                      <a:pt x="1050" y="168"/>
                    </a:lnTo>
                    <a:lnTo>
                      <a:pt x="1068" y="162"/>
                    </a:lnTo>
                    <a:lnTo>
                      <a:pt x="1038" y="132"/>
                    </a:lnTo>
                    <a:lnTo>
                      <a:pt x="1038" y="90"/>
                    </a:lnTo>
                    <a:lnTo>
                      <a:pt x="1032" y="78"/>
                    </a:lnTo>
                    <a:lnTo>
                      <a:pt x="1026" y="72"/>
                    </a:lnTo>
                    <a:lnTo>
                      <a:pt x="1014" y="66"/>
                    </a:lnTo>
                    <a:lnTo>
                      <a:pt x="984" y="36"/>
                    </a:lnTo>
                    <a:lnTo>
                      <a:pt x="972" y="36"/>
                    </a:lnTo>
                    <a:lnTo>
                      <a:pt x="954" y="18"/>
                    </a:lnTo>
                    <a:lnTo>
                      <a:pt x="948" y="0"/>
                    </a:lnTo>
                    <a:lnTo>
                      <a:pt x="924" y="24"/>
                    </a:lnTo>
                    <a:lnTo>
                      <a:pt x="894" y="24"/>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217" name="Somalia" descr="© INSCALE GmbH, 05.05.2010&#10;http://www.presentationload.com/">
                <a:extLst>
                  <a:ext uri="{FF2B5EF4-FFF2-40B4-BE49-F238E27FC236}">
                    <a16:creationId xmlns:a16="http://schemas.microsoft.com/office/drawing/2014/main" id="{393F98D1-A56A-0D32-7550-1815B51CBA12}"/>
                  </a:ext>
                </a:extLst>
              </p:cNvPr>
              <p:cNvSpPr>
                <a:spLocks/>
              </p:cNvSpPr>
              <p:nvPr/>
            </p:nvSpPr>
            <p:spPr bwMode="gray">
              <a:xfrm>
                <a:off x="3395" y="2323"/>
                <a:ext cx="181" cy="280"/>
              </a:xfrm>
              <a:custGeom>
                <a:avLst/>
                <a:gdLst>
                  <a:gd name="T0" fmla="*/ 2147483647 w 714"/>
                  <a:gd name="T1" fmla="*/ 2147483647 h 1104"/>
                  <a:gd name="T2" fmla="*/ 2147483647 w 714"/>
                  <a:gd name="T3" fmla="*/ 2147483647 h 1104"/>
                  <a:gd name="T4" fmla="*/ 2147483647 w 714"/>
                  <a:gd name="T5" fmla="*/ 2147483647 h 1104"/>
                  <a:gd name="T6" fmla="*/ 2147483647 w 714"/>
                  <a:gd name="T7" fmla="*/ 2147483647 h 1104"/>
                  <a:gd name="T8" fmla="*/ 2147483647 w 714"/>
                  <a:gd name="T9" fmla="*/ 2147483647 h 1104"/>
                  <a:gd name="T10" fmla="*/ 2147483647 w 714"/>
                  <a:gd name="T11" fmla="*/ 2147483647 h 1104"/>
                  <a:gd name="T12" fmla="*/ 2147483647 w 714"/>
                  <a:gd name="T13" fmla="*/ 2147483647 h 1104"/>
                  <a:gd name="T14" fmla="*/ 2147483647 w 714"/>
                  <a:gd name="T15" fmla="*/ 2147483647 h 1104"/>
                  <a:gd name="T16" fmla="*/ 2147483647 w 714"/>
                  <a:gd name="T17" fmla="*/ 2147483647 h 1104"/>
                  <a:gd name="T18" fmla="*/ 2147483647 w 714"/>
                  <a:gd name="T19" fmla="*/ 2147483647 h 1104"/>
                  <a:gd name="T20" fmla="*/ 2147483647 w 714"/>
                  <a:gd name="T21" fmla="*/ 2147483647 h 1104"/>
                  <a:gd name="T22" fmla="*/ 2147483647 w 714"/>
                  <a:gd name="T23" fmla="*/ 2147483647 h 1104"/>
                  <a:gd name="T24" fmla="*/ 0 w 714"/>
                  <a:gd name="T25" fmla="*/ 2147483647 h 1104"/>
                  <a:gd name="T26" fmla="*/ 2147483647 w 714"/>
                  <a:gd name="T27" fmla="*/ 2147483647 h 1104"/>
                  <a:gd name="T28" fmla="*/ 2147483647 w 714"/>
                  <a:gd name="T29" fmla="*/ 2147483647 h 1104"/>
                  <a:gd name="T30" fmla="*/ 2147483647 w 714"/>
                  <a:gd name="T31" fmla="*/ 2147483647 h 1104"/>
                  <a:gd name="T32" fmla="*/ 2147483647 w 714"/>
                  <a:gd name="T33" fmla="*/ 2147483647 h 1104"/>
                  <a:gd name="T34" fmla="*/ 2147483647 w 714"/>
                  <a:gd name="T35" fmla="*/ 2147483647 h 1104"/>
                  <a:gd name="T36" fmla="*/ 2147483647 w 714"/>
                  <a:gd name="T37" fmla="*/ 2147483647 h 1104"/>
                  <a:gd name="T38" fmla="*/ 2147483647 w 714"/>
                  <a:gd name="T39" fmla="*/ 2147483647 h 1104"/>
                  <a:gd name="T40" fmla="*/ 2147483647 w 714"/>
                  <a:gd name="T41" fmla="*/ 2147483647 h 1104"/>
                  <a:gd name="T42" fmla="*/ 2147483647 w 714"/>
                  <a:gd name="T43" fmla="*/ 2147483647 h 1104"/>
                  <a:gd name="T44" fmla="*/ 2147483647 w 714"/>
                  <a:gd name="T45" fmla="*/ 2147483647 h 1104"/>
                  <a:gd name="T46" fmla="*/ 2147483647 w 714"/>
                  <a:gd name="T47" fmla="*/ 2147483647 h 1104"/>
                  <a:gd name="T48" fmla="*/ 2147483647 w 714"/>
                  <a:gd name="T49" fmla="*/ 2147483647 h 1104"/>
                  <a:gd name="T50" fmla="*/ 2147483647 w 714"/>
                  <a:gd name="T51" fmla="*/ 2147483647 h 1104"/>
                  <a:gd name="T52" fmla="*/ 2147483647 w 714"/>
                  <a:gd name="T53" fmla="*/ 2147483647 h 1104"/>
                  <a:gd name="T54" fmla="*/ 2147483647 w 714"/>
                  <a:gd name="T55" fmla="*/ 2147483647 h 1104"/>
                  <a:gd name="T56" fmla="*/ 2147483647 w 714"/>
                  <a:gd name="T57" fmla="*/ 2147483647 h 1104"/>
                  <a:gd name="T58" fmla="*/ 2147483647 w 714"/>
                  <a:gd name="T59" fmla="*/ 2147483647 h 1104"/>
                  <a:gd name="T60" fmla="*/ 2147483647 w 714"/>
                  <a:gd name="T61" fmla="*/ 2147483647 h 1104"/>
                  <a:gd name="T62" fmla="*/ 2147483647 w 714"/>
                  <a:gd name="T63" fmla="*/ 2147483647 h 1104"/>
                  <a:gd name="T64" fmla="*/ 2147483647 w 714"/>
                  <a:gd name="T65" fmla="*/ 2147483647 h 1104"/>
                  <a:gd name="T66" fmla="*/ 2147483647 w 714"/>
                  <a:gd name="T67" fmla="*/ 2147483647 h 1104"/>
                  <a:gd name="T68" fmla="*/ 2147483647 w 714"/>
                  <a:gd name="T69" fmla="*/ 2147483647 h 1104"/>
                  <a:gd name="T70" fmla="*/ 2147483647 w 714"/>
                  <a:gd name="T71" fmla="*/ 2147483647 h 1104"/>
                  <a:gd name="T72" fmla="*/ 2147483647 w 714"/>
                  <a:gd name="T73" fmla="*/ 2147483647 h 1104"/>
                  <a:gd name="T74" fmla="*/ 2147483647 w 714"/>
                  <a:gd name="T75" fmla="*/ 2147483647 h 1104"/>
                  <a:gd name="T76" fmla="*/ 2147483647 w 714"/>
                  <a:gd name="T77" fmla="*/ 2147483647 h 1104"/>
                  <a:gd name="T78" fmla="*/ 2147483647 w 714"/>
                  <a:gd name="T79" fmla="*/ 2147483647 h 1104"/>
                  <a:gd name="T80" fmla="*/ 2147483647 w 714"/>
                  <a:gd name="T81" fmla="*/ 2147483647 h 1104"/>
                  <a:gd name="T82" fmla="*/ 2147483647 w 714"/>
                  <a:gd name="T83" fmla="*/ 2147483647 h 1104"/>
                  <a:gd name="T84" fmla="*/ 2147483647 w 714"/>
                  <a:gd name="T85" fmla="*/ 2147483647 h 1104"/>
                  <a:gd name="T86" fmla="*/ 2147483647 w 714"/>
                  <a:gd name="T87" fmla="*/ 2147483647 h 110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714"/>
                  <a:gd name="T133" fmla="*/ 0 h 1104"/>
                  <a:gd name="T134" fmla="*/ 714 w 714"/>
                  <a:gd name="T135" fmla="*/ 1104 h 110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714" h="1104">
                    <a:moveTo>
                      <a:pt x="108" y="114"/>
                    </a:moveTo>
                    <a:lnTo>
                      <a:pt x="120" y="126"/>
                    </a:lnTo>
                    <a:lnTo>
                      <a:pt x="120" y="138"/>
                    </a:lnTo>
                    <a:lnTo>
                      <a:pt x="126" y="150"/>
                    </a:lnTo>
                    <a:lnTo>
                      <a:pt x="132" y="156"/>
                    </a:lnTo>
                    <a:lnTo>
                      <a:pt x="138" y="168"/>
                    </a:lnTo>
                    <a:lnTo>
                      <a:pt x="144" y="174"/>
                    </a:lnTo>
                    <a:lnTo>
                      <a:pt x="156" y="198"/>
                    </a:lnTo>
                    <a:lnTo>
                      <a:pt x="162" y="204"/>
                    </a:lnTo>
                    <a:lnTo>
                      <a:pt x="162" y="210"/>
                    </a:lnTo>
                    <a:lnTo>
                      <a:pt x="186" y="210"/>
                    </a:lnTo>
                    <a:lnTo>
                      <a:pt x="192" y="222"/>
                    </a:lnTo>
                    <a:lnTo>
                      <a:pt x="198" y="228"/>
                    </a:lnTo>
                    <a:lnTo>
                      <a:pt x="204" y="240"/>
                    </a:lnTo>
                    <a:lnTo>
                      <a:pt x="240" y="258"/>
                    </a:lnTo>
                    <a:lnTo>
                      <a:pt x="312" y="282"/>
                    </a:lnTo>
                    <a:lnTo>
                      <a:pt x="336" y="288"/>
                    </a:lnTo>
                    <a:lnTo>
                      <a:pt x="348" y="294"/>
                    </a:lnTo>
                    <a:lnTo>
                      <a:pt x="366" y="300"/>
                    </a:lnTo>
                    <a:lnTo>
                      <a:pt x="378" y="312"/>
                    </a:lnTo>
                    <a:lnTo>
                      <a:pt x="414" y="330"/>
                    </a:lnTo>
                    <a:lnTo>
                      <a:pt x="486" y="324"/>
                    </a:lnTo>
                    <a:lnTo>
                      <a:pt x="276" y="570"/>
                    </a:lnTo>
                    <a:lnTo>
                      <a:pt x="192" y="570"/>
                    </a:lnTo>
                    <a:lnTo>
                      <a:pt x="186" y="576"/>
                    </a:lnTo>
                    <a:lnTo>
                      <a:pt x="174" y="576"/>
                    </a:lnTo>
                    <a:lnTo>
                      <a:pt x="162" y="582"/>
                    </a:lnTo>
                    <a:lnTo>
                      <a:pt x="156" y="588"/>
                    </a:lnTo>
                    <a:lnTo>
                      <a:pt x="144" y="594"/>
                    </a:lnTo>
                    <a:lnTo>
                      <a:pt x="144" y="606"/>
                    </a:lnTo>
                    <a:lnTo>
                      <a:pt x="126" y="624"/>
                    </a:lnTo>
                    <a:lnTo>
                      <a:pt x="102" y="624"/>
                    </a:lnTo>
                    <a:lnTo>
                      <a:pt x="90" y="630"/>
                    </a:lnTo>
                    <a:lnTo>
                      <a:pt x="78" y="630"/>
                    </a:lnTo>
                    <a:lnTo>
                      <a:pt x="66" y="642"/>
                    </a:lnTo>
                    <a:lnTo>
                      <a:pt x="66" y="654"/>
                    </a:lnTo>
                    <a:lnTo>
                      <a:pt x="60" y="660"/>
                    </a:lnTo>
                    <a:lnTo>
                      <a:pt x="42" y="696"/>
                    </a:lnTo>
                    <a:lnTo>
                      <a:pt x="0" y="738"/>
                    </a:lnTo>
                    <a:lnTo>
                      <a:pt x="0" y="1038"/>
                    </a:lnTo>
                    <a:lnTo>
                      <a:pt x="42" y="1104"/>
                    </a:lnTo>
                    <a:lnTo>
                      <a:pt x="48" y="1086"/>
                    </a:lnTo>
                    <a:lnTo>
                      <a:pt x="84" y="1032"/>
                    </a:lnTo>
                    <a:lnTo>
                      <a:pt x="96" y="1008"/>
                    </a:lnTo>
                    <a:lnTo>
                      <a:pt x="114" y="996"/>
                    </a:lnTo>
                    <a:lnTo>
                      <a:pt x="144" y="966"/>
                    </a:lnTo>
                    <a:lnTo>
                      <a:pt x="150" y="954"/>
                    </a:lnTo>
                    <a:lnTo>
                      <a:pt x="162" y="936"/>
                    </a:lnTo>
                    <a:lnTo>
                      <a:pt x="192" y="906"/>
                    </a:lnTo>
                    <a:lnTo>
                      <a:pt x="216" y="876"/>
                    </a:lnTo>
                    <a:lnTo>
                      <a:pt x="246" y="846"/>
                    </a:lnTo>
                    <a:lnTo>
                      <a:pt x="264" y="840"/>
                    </a:lnTo>
                    <a:lnTo>
                      <a:pt x="276" y="828"/>
                    </a:lnTo>
                    <a:lnTo>
                      <a:pt x="294" y="816"/>
                    </a:lnTo>
                    <a:lnTo>
                      <a:pt x="318" y="804"/>
                    </a:lnTo>
                    <a:lnTo>
                      <a:pt x="336" y="786"/>
                    </a:lnTo>
                    <a:lnTo>
                      <a:pt x="372" y="756"/>
                    </a:lnTo>
                    <a:lnTo>
                      <a:pt x="420" y="708"/>
                    </a:lnTo>
                    <a:lnTo>
                      <a:pt x="438" y="684"/>
                    </a:lnTo>
                    <a:lnTo>
                      <a:pt x="462" y="654"/>
                    </a:lnTo>
                    <a:lnTo>
                      <a:pt x="492" y="618"/>
                    </a:lnTo>
                    <a:lnTo>
                      <a:pt x="516" y="570"/>
                    </a:lnTo>
                    <a:lnTo>
                      <a:pt x="528" y="540"/>
                    </a:lnTo>
                    <a:lnTo>
                      <a:pt x="546" y="516"/>
                    </a:lnTo>
                    <a:lnTo>
                      <a:pt x="558" y="498"/>
                    </a:lnTo>
                    <a:lnTo>
                      <a:pt x="564" y="492"/>
                    </a:lnTo>
                    <a:lnTo>
                      <a:pt x="570" y="480"/>
                    </a:lnTo>
                    <a:lnTo>
                      <a:pt x="576" y="474"/>
                    </a:lnTo>
                    <a:lnTo>
                      <a:pt x="576" y="450"/>
                    </a:lnTo>
                    <a:lnTo>
                      <a:pt x="582" y="432"/>
                    </a:lnTo>
                    <a:lnTo>
                      <a:pt x="588" y="420"/>
                    </a:lnTo>
                    <a:lnTo>
                      <a:pt x="588" y="402"/>
                    </a:lnTo>
                    <a:lnTo>
                      <a:pt x="594" y="390"/>
                    </a:lnTo>
                    <a:lnTo>
                      <a:pt x="606" y="378"/>
                    </a:lnTo>
                    <a:lnTo>
                      <a:pt x="612" y="366"/>
                    </a:lnTo>
                    <a:lnTo>
                      <a:pt x="624" y="354"/>
                    </a:lnTo>
                    <a:lnTo>
                      <a:pt x="624" y="324"/>
                    </a:lnTo>
                    <a:lnTo>
                      <a:pt x="636" y="318"/>
                    </a:lnTo>
                    <a:lnTo>
                      <a:pt x="642" y="306"/>
                    </a:lnTo>
                    <a:lnTo>
                      <a:pt x="660" y="252"/>
                    </a:lnTo>
                    <a:lnTo>
                      <a:pt x="672" y="252"/>
                    </a:lnTo>
                    <a:lnTo>
                      <a:pt x="672" y="246"/>
                    </a:lnTo>
                    <a:lnTo>
                      <a:pt x="684" y="234"/>
                    </a:lnTo>
                    <a:lnTo>
                      <a:pt x="684" y="138"/>
                    </a:lnTo>
                    <a:lnTo>
                      <a:pt x="708" y="126"/>
                    </a:lnTo>
                    <a:lnTo>
                      <a:pt x="702" y="54"/>
                    </a:lnTo>
                    <a:lnTo>
                      <a:pt x="708" y="42"/>
                    </a:lnTo>
                    <a:lnTo>
                      <a:pt x="708" y="36"/>
                    </a:lnTo>
                    <a:lnTo>
                      <a:pt x="714" y="24"/>
                    </a:lnTo>
                    <a:lnTo>
                      <a:pt x="714" y="12"/>
                    </a:lnTo>
                    <a:lnTo>
                      <a:pt x="690" y="0"/>
                    </a:lnTo>
                    <a:lnTo>
                      <a:pt x="672" y="0"/>
                    </a:lnTo>
                    <a:lnTo>
                      <a:pt x="666" y="12"/>
                    </a:lnTo>
                    <a:lnTo>
                      <a:pt x="654" y="18"/>
                    </a:lnTo>
                    <a:lnTo>
                      <a:pt x="648" y="30"/>
                    </a:lnTo>
                    <a:lnTo>
                      <a:pt x="624" y="42"/>
                    </a:lnTo>
                    <a:lnTo>
                      <a:pt x="612" y="42"/>
                    </a:lnTo>
                    <a:lnTo>
                      <a:pt x="594" y="48"/>
                    </a:lnTo>
                    <a:lnTo>
                      <a:pt x="582" y="54"/>
                    </a:lnTo>
                    <a:lnTo>
                      <a:pt x="564" y="54"/>
                    </a:lnTo>
                    <a:lnTo>
                      <a:pt x="546" y="48"/>
                    </a:lnTo>
                    <a:lnTo>
                      <a:pt x="534" y="42"/>
                    </a:lnTo>
                    <a:lnTo>
                      <a:pt x="516" y="48"/>
                    </a:lnTo>
                    <a:lnTo>
                      <a:pt x="510" y="54"/>
                    </a:lnTo>
                    <a:lnTo>
                      <a:pt x="498" y="60"/>
                    </a:lnTo>
                    <a:lnTo>
                      <a:pt x="492" y="72"/>
                    </a:lnTo>
                    <a:lnTo>
                      <a:pt x="486" y="78"/>
                    </a:lnTo>
                    <a:lnTo>
                      <a:pt x="474" y="78"/>
                    </a:lnTo>
                    <a:lnTo>
                      <a:pt x="462" y="72"/>
                    </a:lnTo>
                    <a:lnTo>
                      <a:pt x="456" y="60"/>
                    </a:lnTo>
                    <a:lnTo>
                      <a:pt x="444" y="60"/>
                    </a:lnTo>
                    <a:lnTo>
                      <a:pt x="438" y="66"/>
                    </a:lnTo>
                    <a:lnTo>
                      <a:pt x="426" y="72"/>
                    </a:lnTo>
                    <a:lnTo>
                      <a:pt x="396" y="102"/>
                    </a:lnTo>
                    <a:lnTo>
                      <a:pt x="384" y="108"/>
                    </a:lnTo>
                    <a:lnTo>
                      <a:pt x="372" y="108"/>
                    </a:lnTo>
                    <a:lnTo>
                      <a:pt x="360" y="102"/>
                    </a:lnTo>
                    <a:lnTo>
                      <a:pt x="354" y="96"/>
                    </a:lnTo>
                    <a:lnTo>
                      <a:pt x="342" y="90"/>
                    </a:lnTo>
                    <a:lnTo>
                      <a:pt x="330" y="90"/>
                    </a:lnTo>
                    <a:lnTo>
                      <a:pt x="306" y="102"/>
                    </a:lnTo>
                    <a:lnTo>
                      <a:pt x="294" y="114"/>
                    </a:lnTo>
                    <a:lnTo>
                      <a:pt x="270" y="126"/>
                    </a:lnTo>
                    <a:lnTo>
                      <a:pt x="210" y="126"/>
                    </a:lnTo>
                    <a:lnTo>
                      <a:pt x="192" y="108"/>
                    </a:lnTo>
                    <a:lnTo>
                      <a:pt x="186" y="96"/>
                    </a:lnTo>
                    <a:lnTo>
                      <a:pt x="174" y="90"/>
                    </a:lnTo>
                    <a:lnTo>
                      <a:pt x="168" y="78"/>
                    </a:lnTo>
                    <a:lnTo>
                      <a:pt x="168" y="66"/>
                    </a:lnTo>
                    <a:lnTo>
                      <a:pt x="156" y="54"/>
                    </a:lnTo>
                    <a:lnTo>
                      <a:pt x="150" y="54"/>
                    </a:lnTo>
                    <a:lnTo>
                      <a:pt x="126" y="78"/>
                    </a:lnTo>
                    <a:lnTo>
                      <a:pt x="108" y="114"/>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218" name="Sierra Leone" descr="© INSCALE GmbH, 05.05.2010&#10;http://www.presentationload.com/">
                <a:extLst>
                  <a:ext uri="{FF2B5EF4-FFF2-40B4-BE49-F238E27FC236}">
                    <a16:creationId xmlns:a16="http://schemas.microsoft.com/office/drawing/2014/main" id="{E1C31101-7D43-B639-3E44-8B33AEBE1D01}"/>
                  </a:ext>
                </a:extLst>
              </p:cNvPr>
              <p:cNvSpPr>
                <a:spLocks/>
              </p:cNvSpPr>
              <p:nvPr/>
            </p:nvSpPr>
            <p:spPr bwMode="gray">
              <a:xfrm>
                <a:off x="2418" y="2362"/>
                <a:ext cx="52" cy="69"/>
              </a:xfrm>
              <a:custGeom>
                <a:avLst/>
                <a:gdLst>
                  <a:gd name="T0" fmla="*/ 2147483647 w 210"/>
                  <a:gd name="T1" fmla="*/ 2147483647 h 270"/>
                  <a:gd name="T2" fmla="*/ 2147483647 w 210"/>
                  <a:gd name="T3" fmla="*/ 2147483647 h 270"/>
                  <a:gd name="T4" fmla="*/ 2147483647 w 210"/>
                  <a:gd name="T5" fmla="*/ 2147483647 h 270"/>
                  <a:gd name="T6" fmla="*/ 2147483647 w 210"/>
                  <a:gd name="T7" fmla="*/ 2147483647 h 270"/>
                  <a:gd name="T8" fmla="*/ 2147483647 w 210"/>
                  <a:gd name="T9" fmla="*/ 2147483647 h 270"/>
                  <a:gd name="T10" fmla="*/ 2147483647 w 210"/>
                  <a:gd name="T11" fmla="*/ 2147483647 h 270"/>
                  <a:gd name="T12" fmla="*/ 2147483647 w 210"/>
                  <a:gd name="T13" fmla="*/ 2147483647 h 270"/>
                  <a:gd name="T14" fmla="*/ 2147483647 w 210"/>
                  <a:gd name="T15" fmla="*/ 2147483647 h 270"/>
                  <a:gd name="T16" fmla="*/ 2147483647 w 210"/>
                  <a:gd name="T17" fmla="*/ 2147483647 h 270"/>
                  <a:gd name="T18" fmla="*/ 2147483647 w 210"/>
                  <a:gd name="T19" fmla="*/ 2147483647 h 270"/>
                  <a:gd name="T20" fmla="*/ 2147483647 w 210"/>
                  <a:gd name="T21" fmla="*/ 2147483647 h 270"/>
                  <a:gd name="T22" fmla="*/ 2147483647 w 210"/>
                  <a:gd name="T23" fmla="*/ 0 h 270"/>
                  <a:gd name="T24" fmla="*/ 2147483647 w 210"/>
                  <a:gd name="T25" fmla="*/ 0 h 270"/>
                  <a:gd name="T26" fmla="*/ 2147483647 w 210"/>
                  <a:gd name="T27" fmla="*/ 2147483647 h 270"/>
                  <a:gd name="T28" fmla="*/ 2147483647 w 210"/>
                  <a:gd name="T29" fmla="*/ 2147483647 h 270"/>
                  <a:gd name="T30" fmla="*/ 2147483647 w 210"/>
                  <a:gd name="T31" fmla="*/ 2147483647 h 270"/>
                  <a:gd name="T32" fmla="*/ 2147483647 w 210"/>
                  <a:gd name="T33" fmla="*/ 2147483647 h 270"/>
                  <a:gd name="T34" fmla="*/ 2147483647 w 210"/>
                  <a:gd name="T35" fmla="*/ 2147483647 h 270"/>
                  <a:gd name="T36" fmla="*/ 2147483647 w 210"/>
                  <a:gd name="T37" fmla="*/ 2147483647 h 270"/>
                  <a:gd name="T38" fmla="*/ 2147483647 w 210"/>
                  <a:gd name="T39" fmla="*/ 2147483647 h 270"/>
                  <a:gd name="T40" fmla="*/ 2147483647 w 210"/>
                  <a:gd name="T41" fmla="*/ 2147483647 h 270"/>
                  <a:gd name="T42" fmla="*/ 2147483647 w 210"/>
                  <a:gd name="T43" fmla="*/ 2147483647 h 270"/>
                  <a:gd name="T44" fmla="*/ 0 w 210"/>
                  <a:gd name="T45" fmla="*/ 2147483647 h 270"/>
                  <a:gd name="T46" fmla="*/ 2147483647 w 210"/>
                  <a:gd name="T47" fmla="*/ 2147483647 h 270"/>
                  <a:gd name="T48" fmla="*/ 2147483647 w 210"/>
                  <a:gd name="T49" fmla="*/ 2147483647 h 270"/>
                  <a:gd name="T50" fmla="*/ 0 w 210"/>
                  <a:gd name="T51" fmla="*/ 2147483647 h 270"/>
                  <a:gd name="T52" fmla="*/ 0 w 210"/>
                  <a:gd name="T53" fmla="*/ 2147483647 h 270"/>
                  <a:gd name="T54" fmla="*/ 2147483647 w 210"/>
                  <a:gd name="T55" fmla="*/ 2147483647 h 270"/>
                  <a:gd name="T56" fmla="*/ 2147483647 w 210"/>
                  <a:gd name="T57" fmla="*/ 2147483647 h 270"/>
                  <a:gd name="T58" fmla="*/ 2147483647 w 210"/>
                  <a:gd name="T59" fmla="*/ 2147483647 h 270"/>
                  <a:gd name="T60" fmla="*/ 2147483647 w 210"/>
                  <a:gd name="T61" fmla="*/ 2147483647 h 270"/>
                  <a:gd name="T62" fmla="*/ 2147483647 w 210"/>
                  <a:gd name="T63" fmla="*/ 2147483647 h 270"/>
                  <a:gd name="T64" fmla="*/ 2147483647 w 210"/>
                  <a:gd name="T65" fmla="*/ 2147483647 h 270"/>
                  <a:gd name="T66" fmla="*/ 2147483647 w 210"/>
                  <a:gd name="T67" fmla="*/ 2147483647 h 270"/>
                  <a:gd name="T68" fmla="*/ 2147483647 w 210"/>
                  <a:gd name="T69" fmla="*/ 2147483647 h 270"/>
                  <a:gd name="T70" fmla="*/ 2147483647 w 210"/>
                  <a:gd name="T71" fmla="*/ 2147483647 h 270"/>
                  <a:gd name="T72" fmla="*/ 2147483647 w 210"/>
                  <a:gd name="T73" fmla="*/ 2147483647 h 270"/>
                  <a:gd name="T74" fmla="*/ 2147483647 w 210"/>
                  <a:gd name="T75" fmla="*/ 2147483647 h 270"/>
                  <a:gd name="T76" fmla="*/ 2147483647 w 210"/>
                  <a:gd name="T77" fmla="*/ 2147483647 h 270"/>
                  <a:gd name="T78" fmla="*/ 2147483647 w 210"/>
                  <a:gd name="T79" fmla="*/ 2147483647 h 270"/>
                  <a:gd name="T80" fmla="*/ 2147483647 w 210"/>
                  <a:gd name="T81" fmla="*/ 2147483647 h 270"/>
                  <a:gd name="T82" fmla="*/ 2147483647 w 210"/>
                  <a:gd name="T83" fmla="*/ 2147483647 h 270"/>
                  <a:gd name="T84" fmla="*/ 2147483647 w 210"/>
                  <a:gd name="T85" fmla="*/ 2147483647 h 270"/>
                  <a:gd name="T86" fmla="*/ 2147483647 w 210"/>
                  <a:gd name="T87" fmla="*/ 2147483647 h 27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10"/>
                  <a:gd name="T133" fmla="*/ 0 h 270"/>
                  <a:gd name="T134" fmla="*/ 210 w 210"/>
                  <a:gd name="T135" fmla="*/ 270 h 27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10" h="270">
                    <a:moveTo>
                      <a:pt x="186" y="180"/>
                    </a:moveTo>
                    <a:lnTo>
                      <a:pt x="186" y="162"/>
                    </a:lnTo>
                    <a:lnTo>
                      <a:pt x="210" y="156"/>
                    </a:lnTo>
                    <a:lnTo>
                      <a:pt x="204" y="132"/>
                    </a:lnTo>
                    <a:lnTo>
                      <a:pt x="174" y="144"/>
                    </a:lnTo>
                    <a:lnTo>
                      <a:pt x="180" y="126"/>
                    </a:lnTo>
                    <a:lnTo>
                      <a:pt x="186" y="120"/>
                    </a:lnTo>
                    <a:lnTo>
                      <a:pt x="192" y="108"/>
                    </a:lnTo>
                    <a:lnTo>
                      <a:pt x="192" y="90"/>
                    </a:lnTo>
                    <a:lnTo>
                      <a:pt x="180" y="78"/>
                    </a:lnTo>
                    <a:lnTo>
                      <a:pt x="180" y="60"/>
                    </a:lnTo>
                    <a:lnTo>
                      <a:pt x="138" y="0"/>
                    </a:lnTo>
                    <a:lnTo>
                      <a:pt x="102" y="0"/>
                    </a:lnTo>
                    <a:lnTo>
                      <a:pt x="96" y="18"/>
                    </a:lnTo>
                    <a:lnTo>
                      <a:pt x="60" y="18"/>
                    </a:lnTo>
                    <a:lnTo>
                      <a:pt x="60" y="24"/>
                    </a:lnTo>
                    <a:lnTo>
                      <a:pt x="54" y="30"/>
                    </a:lnTo>
                    <a:lnTo>
                      <a:pt x="48" y="42"/>
                    </a:lnTo>
                    <a:lnTo>
                      <a:pt x="36" y="54"/>
                    </a:lnTo>
                    <a:lnTo>
                      <a:pt x="30" y="66"/>
                    </a:lnTo>
                    <a:lnTo>
                      <a:pt x="18" y="72"/>
                    </a:lnTo>
                    <a:lnTo>
                      <a:pt x="12" y="78"/>
                    </a:lnTo>
                    <a:lnTo>
                      <a:pt x="0" y="84"/>
                    </a:lnTo>
                    <a:lnTo>
                      <a:pt x="12" y="96"/>
                    </a:lnTo>
                    <a:lnTo>
                      <a:pt x="6" y="102"/>
                    </a:lnTo>
                    <a:lnTo>
                      <a:pt x="0" y="114"/>
                    </a:lnTo>
                    <a:lnTo>
                      <a:pt x="0" y="132"/>
                    </a:lnTo>
                    <a:lnTo>
                      <a:pt x="6" y="138"/>
                    </a:lnTo>
                    <a:lnTo>
                      <a:pt x="18" y="144"/>
                    </a:lnTo>
                    <a:lnTo>
                      <a:pt x="24" y="150"/>
                    </a:lnTo>
                    <a:lnTo>
                      <a:pt x="18" y="180"/>
                    </a:lnTo>
                    <a:lnTo>
                      <a:pt x="42" y="198"/>
                    </a:lnTo>
                    <a:lnTo>
                      <a:pt x="42" y="204"/>
                    </a:lnTo>
                    <a:lnTo>
                      <a:pt x="48" y="210"/>
                    </a:lnTo>
                    <a:lnTo>
                      <a:pt x="54" y="222"/>
                    </a:lnTo>
                    <a:lnTo>
                      <a:pt x="78" y="234"/>
                    </a:lnTo>
                    <a:lnTo>
                      <a:pt x="96" y="234"/>
                    </a:lnTo>
                    <a:lnTo>
                      <a:pt x="126" y="270"/>
                    </a:lnTo>
                    <a:lnTo>
                      <a:pt x="126" y="234"/>
                    </a:lnTo>
                    <a:lnTo>
                      <a:pt x="144" y="216"/>
                    </a:lnTo>
                    <a:lnTo>
                      <a:pt x="156" y="210"/>
                    </a:lnTo>
                    <a:lnTo>
                      <a:pt x="168" y="198"/>
                    </a:lnTo>
                    <a:lnTo>
                      <a:pt x="180" y="192"/>
                    </a:lnTo>
                    <a:lnTo>
                      <a:pt x="186" y="180"/>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223" name="Senegal" descr="© INSCALE GmbH, 05.05.2010&#10;http://www.presentationload.com/">
                <a:extLst>
                  <a:ext uri="{FF2B5EF4-FFF2-40B4-BE49-F238E27FC236}">
                    <a16:creationId xmlns:a16="http://schemas.microsoft.com/office/drawing/2014/main" id="{0F9617D9-2778-6581-87C7-481C5639975A}"/>
                  </a:ext>
                </a:extLst>
              </p:cNvPr>
              <p:cNvSpPr>
                <a:spLocks/>
              </p:cNvSpPr>
              <p:nvPr/>
            </p:nvSpPr>
            <p:spPr bwMode="gray">
              <a:xfrm>
                <a:off x="2365" y="2224"/>
                <a:ext cx="105" cy="94"/>
              </a:xfrm>
              <a:custGeom>
                <a:avLst/>
                <a:gdLst>
                  <a:gd name="T0" fmla="*/ 2147483647 w 414"/>
                  <a:gd name="T1" fmla="*/ 2147483647 h 366"/>
                  <a:gd name="T2" fmla="*/ 2147483647 w 414"/>
                  <a:gd name="T3" fmla="*/ 2147483647 h 366"/>
                  <a:gd name="T4" fmla="*/ 2147483647 w 414"/>
                  <a:gd name="T5" fmla="*/ 2147483647 h 366"/>
                  <a:gd name="T6" fmla="*/ 2147483647 w 414"/>
                  <a:gd name="T7" fmla="*/ 2147483647 h 366"/>
                  <a:gd name="T8" fmla="*/ 2147483647 w 414"/>
                  <a:gd name="T9" fmla="*/ 2147483647 h 366"/>
                  <a:gd name="T10" fmla="*/ 2147483647 w 414"/>
                  <a:gd name="T11" fmla="*/ 2147483647 h 366"/>
                  <a:gd name="T12" fmla="*/ 2147483647 w 414"/>
                  <a:gd name="T13" fmla="*/ 2147483647 h 366"/>
                  <a:gd name="T14" fmla="*/ 2147483647 w 414"/>
                  <a:gd name="T15" fmla="*/ 2147483647 h 366"/>
                  <a:gd name="T16" fmla="*/ 2147483647 w 414"/>
                  <a:gd name="T17" fmla="*/ 2147483647 h 366"/>
                  <a:gd name="T18" fmla="*/ 2147483647 w 414"/>
                  <a:gd name="T19" fmla="*/ 2147483647 h 366"/>
                  <a:gd name="T20" fmla="*/ 2147483647 w 414"/>
                  <a:gd name="T21" fmla="*/ 2147483647 h 366"/>
                  <a:gd name="T22" fmla="*/ 2147483647 w 414"/>
                  <a:gd name="T23" fmla="*/ 2147483647 h 366"/>
                  <a:gd name="T24" fmla="*/ 2147483647 w 414"/>
                  <a:gd name="T25" fmla="*/ 2147483647 h 366"/>
                  <a:gd name="T26" fmla="*/ 2147483647 w 414"/>
                  <a:gd name="T27" fmla="*/ 2147483647 h 366"/>
                  <a:gd name="T28" fmla="*/ 2147483647 w 414"/>
                  <a:gd name="T29" fmla="*/ 0 h 366"/>
                  <a:gd name="T30" fmla="*/ 2147483647 w 414"/>
                  <a:gd name="T31" fmla="*/ 2147483647 h 366"/>
                  <a:gd name="T32" fmla="*/ 2147483647 w 414"/>
                  <a:gd name="T33" fmla="*/ 2147483647 h 366"/>
                  <a:gd name="T34" fmla="*/ 2147483647 w 414"/>
                  <a:gd name="T35" fmla="*/ 2147483647 h 366"/>
                  <a:gd name="T36" fmla="*/ 2147483647 w 414"/>
                  <a:gd name="T37" fmla="*/ 2147483647 h 366"/>
                  <a:gd name="T38" fmla="*/ 2147483647 w 414"/>
                  <a:gd name="T39" fmla="*/ 2147483647 h 366"/>
                  <a:gd name="T40" fmla="*/ 2147483647 w 414"/>
                  <a:gd name="T41" fmla="*/ 2147483647 h 366"/>
                  <a:gd name="T42" fmla="*/ 0 w 414"/>
                  <a:gd name="T43" fmla="*/ 2147483647 h 366"/>
                  <a:gd name="T44" fmla="*/ 2147483647 w 414"/>
                  <a:gd name="T45" fmla="*/ 2147483647 h 366"/>
                  <a:gd name="T46" fmla="*/ 2147483647 w 414"/>
                  <a:gd name="T47" fmla="*/ 2147483647 h 366"/>
                  <a:gd name="T48" fmla="*/ 2147483647 w 414"/>
                  <a:gd name="T49" fmla="*/ 2147483647 h 366"/>
                  <a:gd name="T50" fmla="*/ 2147483647 w 414"/>
                  <a:gd name="T51" fmla="*/ 2147483647 h 366"/>
                  <a:gd name="T52" fmla="*/ 2147483647 w 414"/>
                  <a:gd name="T53" fmla="*/ 2147483647 h 366"/>
                  <a:gd name="T54" fmla="*/ 2147483647 w 414"/>
                  <a:gd name="T55" fmla="*/ 2147483647 h 366"/>
                  <a:gd name="T56" fmla="*/ 2147483647 w 414"/>
                  <a:gd name="T57" fmla="*/ 2147483647 h 366"/>
                  <a:gd name="T58" fmla="*/ 2147483647 w 414"/>
                  <a:gd name="T59" fmla="*/ 2147483647 h 366"/>
                  <a:gd name="T60" fmla="*/ 2147483647 w 414"/>
                  <a:gd name="T61" fmla="*/ 2147483647 h 366"/>
                  <a:gd name="T62" fmla="*/ 2147483647 w 414"/>
                  <a:gd name="T63" fmla="*/ 2147483647 h 366"/>
                  <a:gd name="T64" fmla="*/ 2147483647 w 414"/>
                  <a:gd name="T65" fmla="*/ 2147483647 h 366"/>
                  <a:gd name="T66" fmla="*/ 2147483647 w 414"/>
                  <a:gd name="T67" fmla="*/ 2147483647 h 366"/>
                  <a:gd name="T68" fmla="*/ 2147483647 w 414"/>
                  <a:gd name="T69" fmla="*/ 2147483647 h 366"/>
                  <a:gd name="T70" fmla="*/ 2147483647 w 414"/>
                  <a:gd name="T71" fmla="*/ 2147483647 h 366"/>
                  <a:gd name="T72" fmla="*/ 2147483647 w 414"/>
                  <a:gd name="T73" fmla="*/ 2147483647 h 366"/>
                  <a:gd name="T74" fmla="*/ 2147483647 w 414"/>
                  <a:gd name="T75" fmla="*/ 2147483647 h 366"/>
                  <a:gd name="T76" fmla="*/ 2147483647 w 414"/>
                  <a:gd name="T77" fmla="*/ 2147483647 h 366"/>
                  <a:gd name="T78" fmla="*/ 2147483647 w 414"/>
                  <a:gd name="T79" fmla="*/ 2147483647 h 366"/>
                  <a:gd name="T80" fmla="*/ 2147483647 w 414"/>
                  <a:gd name="T81" fmla="*/ 2147483647 h 366"/>
                  <a:gd name="T82" fmla="*/ 2147483647 w 414"/>
                  <a:gd name="T83" fmla="*/ 2147483647 h 366"/>
                  <a:gd name="T84" fmla="*/ 2147483647 w 414"/>
                  <a:gd name="T85" fmla="*/ 2147483647 h 366"/>
                  <a:gd name="T86" fmla="*/ 2147483647 w 414"/>
                  <a:gd name="T87" fmla="*/ 2147483647 h 366"/>
                  <a:gd name="T88" fmla="*/ 2147483647 w 414"/>
                  <a:gd name="T89" fmla="*/ 2147483647 h 366"/>
                  <a:gd name="T90" fmla="*/ 2147483647 w 414"/>
                  <a:gd name="T91" fmla="*/ 2147483647 h 366"/>
                  <a:gd name="T92" fmla="*/ 2147483647 w 414"/>
                  <a:gd name="T93" fmla="*/ 2147483647 h 366"/>
                  <a:gd name="T94" fmla="*/ 2147483647 w 414"/>
                  <a:gd name="T95" fmla="*/ 2147483647 h 366"/>
                  <a:gd name="T96" fmla="*/ 2147483647 w 414"/>
                  <a:gd name="T97" fmla="*/ 2147483647 h 366"/>
                  <a:gd name="T98" fmla="*/ 2147483647 w 414"/>
                  <a:gd name="T99" fmla="*/ 2147483647 h 366"/>
                  <a:gd name="T100" fmla="*/ 2147483647 w 414"/>
                  <a:gd name="T101" fmla="*/ 2147483647 h 366"/>
                  <a:gd name="T102" fmla="*/ 2147483647 w 414"/>
                  <a:gd name="T103" fmla="*/ 2147483647 h 366"/>
                  <a:gd name="T104" fmla="*/ 2147483647 w 414"/>
                  <a:gd name="T105" fmla="*/ 2147483647 h 36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414"/>
                  <a:gd name="T160" fmla="*/ 0 h 366"/>
                  <a:gd name="T161" fmla="*/ 414 w 414"/>
                  <a:gd name="T162" fmla="*/ 366 h 36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414" h="366">
                    <a:moveTo>
                      <a:pt x="402" y="270"/>
                    </a:moveTo>
                    <a:lnTo>
                      <a:pt x="396" y="270"/>
                    </a:lnTo>
                    <a:lnTo>
                      <a:pt x="396" y="276"/>
                    </a:lnTo>
                    <a:lnTo>
                      <a:pt x="384" y="276"/>
                    </a:lnTo>
                    <a:lnTo>
                      <a:pt x="378" y="270"/>
                    </a:lnTo>
                    <a:lnTo>
                      <a:pt x="378" y="246"/>
                    </a:lnTo>
                    <a:lnTo>
                      <a:pt x="384" y="240"/>
                    </a:lnTo>
                    <a:lnTo>
                      <a:pt x="384" y="222"/>
                    </a:lnTo>
                    <a:lnTo>
                      <a:pt x="372" y="210"/>
                    </a:lnTo>
                    <a:lnTo>
                      <a:pt x="372" y="204"/>
                    </a:lnTo>
                    <a:lnTo>
                      <a:pt x="360" y="186"/>
                    </a:lnTo>
                    <a:lnTo>
                      <a:pt x="360" y="162"/>
                    </a:lnTo>
                    <a:lnTo>
                      <a:pt x="348" y="138"/>
                    </a:lnTo>
                    <a:lnTo>
                      <a:pt x="318" y="132"/>
                    </a:lnTo>
                    <a:lnTo>
                      <a:pt x="318" y="108"/>
                    </a:lnTo>
                    <a:lnTo>
                      <a:pt x="312" y="102"/>
                    </a:lnTo>
                    <a:lnTo>
                      <a:pt x="294" y="102"/>
                    </a:lnTo>
                    <a:lnTo>
                      <a:pt x="294" y="72"/>
                    </a:lnTo>
                    <a:lnTo>
                      <a:pt x="288" y="60"/>
                    </a:lnTo>
                    <a:lnTo>
                      <a:pt x="288" y="54"/>
                    </a:lnTo>
                    <a:lnTo>
                      <a:pt x="282" y="48"/>
                    </a:lnTo>
                    <a:lnTo>
                      <a:pt x="264" y="48"/>
                    </a:lnTo>
                    <a:lnTo>
                      <a:pt x="252" y="54"/>
                    </a:lnTo>
                    <a:lnTo>
                      <a:pt x="246" y="42"/>
                    </a:lnTo>
                    <a:lnTo>
                      <a:pt x="234" y="30"/>
                    </a:lnTo>
                    <a:lnTo>
                      <a:pt x="228" y="18"/>
                    </a:lnTo>
                    <a:lnTo>
                      <a:pt x="222" y="18"/>
                    </a:lnTo>
                    <a:lnTo>
                      <a:pt x="210" y="12"/>
                    </a:lnTo>
                    <a:lnTo>
                      <a:pt x="186" y="12"/>
                    </a:lnTo>
                    <a:lnTo>
                      <a:pt x="162" y="0"/>
                    </a:lnTo>
                    <a:lnTo>
                      <a:pt x="162" y="18"/>
                    </a:lnTo>
                    <a:lnTo>
                      <a:pt x="132" y="12"/>
                    </a:lnTo>
                    <a:lnTo>
                      <a:pt x="120" y="18"/>
                    </a:lnTo>
                    <a:lnTo>
                      <a:pt x="114" y="18"/>
                    </a:lnTo>
                    <a:lnTo>
                      <a:pt x="108" y="12"/>
                    </a:lnTo>
                    <a:lnTo>
                      <a:pt x="102" y="12"/>
                    </a:lnTo>
                    <a:lnTo>
                      <a:pt x="90" y="18"/>
                    </a:lnTo>
                    <a:lnTo>
                      <a:pt x="84" y="24"/>
                    </a:lnTo>
                    <a:lnTo>
                      <a:pt x="66" y="60"/>
                    </a:lnTo>
                    <a:lnTo>
                      <a:pt x="60" y="66"/>
                    </a:lnTo>
                    <a:lnTo>
                      <a:pt x="60" y="90"/>
                    </a:lnTo>
                    <a:lnTo>
                      <a:pt x="48" y="96"/>
                    </a:lnTo>
                    <a:lnTo>
                      <a:pt x="30" y="132"/>
                    </a:lnTo>
                    <a:lnTo>
                      <a:pt x="0" y="162"/>
                    </a:lnTo>
                    <a:lnTo>
                      <a:pt x="6" y="168"/>
                    </a:lnTo>
                    <a:lnTo>
                      <a:pt x="12" y="168"/>
                    </a:lnTo>
                    <a:lnTo>
                      <a:pt x="18" y="174"/>
                    </a:lnTo>
                    <a:lnTo>
                      <a:pt x="24" y="186"/>
                    </a:lnTo>
                    <a:lnTo>
                      <a:pt x="24" y="204"/>
                    </a:lnTo>
                    <a:lnTo>
                      <a:pt x="42" y="222"/>
                    </a:lnTo>
                    <a:lnTo>
                      <a:pt x="42" y="246"/>
                    </a:lnTo>
                    <a:lnTo>
                      <a:pt x="48" y="252"/>
                    </a:lnTo>
                    <a:lnTo>
                      <a:pt x="126" y="252"/>
                    </a:lnTo>
                    <a:lnTo>
                      <a:pt x="126" y="240"/>
                    </a:lnTo>
                    <a:lnTo>
                      <a:pt x="180" y="240"/>
                    </a:lnTo>
                    <a:lnTo>
                      <a:pt x="180" y="252"/>
                    </a:lnTo>
                    <a:lnTo>
                      <a:pt x="192" y="246"/>
                    </a:lnTo>
                    <a:lnTo>
                      <a:pt x="198" y="252"/>
                    </a:lnTo>
                    <a:lnTo>
                      <a:pt x="204" y="264"/>
                    </a:lnTo>
                    <a:lnTo>
                      <a:pt x="216" y="264"/>
                    </a:lnTo>
                    <a:lnTo>
                      <a:pt x="222" y="258"/>
                    </a:lnTo>
                    <a:lnTo>
                      <a:pt x="246" y="258"/>
                    </a:lnTo>
                    <a:lnTo>
                      <a:pt x="252" y="264"/>
                    </a:lnTo>
                    <a:lnTo>
                      <a:pt x="252" y="270"/>
                    </a:lnTo>
                    <a:lnTo>
                      <a:pt x="246" y="276"/>
                    </a:lnTo>
                    <a:lnTo>
                      <a:pt x="234" y="282"/>
                    </a:lnTo>
                    <a:lnTo>
                      <a:pt x="228" y="288"/>
                    </a:lnTo>
                    <a:lnTo>
                      <a:pt x="204" y="288"/>
                    </a:lnTo>
                    <a:lnTo>
                      <a:pt x="186" y="282"/>
                    </a:lnTo>
                    <a:lnTo>
                      <a:pt x="180" y="270"/>
                    </a:lnTo>
                    <a:lnTo>
                      <a:pt x="168" y="264"/>
                    </a:lnTo>
                    <a:lnTo>
                      <a:pt x="162" y="258"/>
                    </a:lnTo>
                    <a:lnTo>
                      <a:pt x="156" y="264"/>
                    </a:lnTo>
                    <a:lnTo>
                      <a:pt x="150" y="276"/>
                    </a:lnTo>
                    <a:lnTo>
                      <a:pt x="126" y="276"/>
                    </a:lnTo>
                    <a:lnTo>
                      <a:pt x="120" y="282"/>
                    </a:lnTo>
                    <a:lnTo>
                      <a:pt x="108" y="282"/>
                    </a:lnTo>
                    <a:lnTo>
                      <a:pt x="108" y="294"/>
                    </a:lnTo>
                    <a:lnTo>
                      <a:pt x="36" y="294"/>
                    </a:lnTo>
                    <a:lnTo>
                      <a:pt x="36" y="318"/>
                    </a:lnTo>
                    <a:lnTo>
                      <a:pt x="30" y="324"/>
                    </a:lnTo>
                    <a:lnTo>
                      <a:pt x="30" y="336"/>
                    </a:lnTo>
                    <a:lnTo>
                      <a:pt x="36" y="342"/>
                    </a:lnTo>
                    <a:lnTo>
                      <a:pt x="42" y="354"/>
                    </a:lnTo>
                    <a:lnTo>
                      <a:pt x="48" y="360"/>
                    </a:lnTo>
                    <a:lnTo>
                      <a:pt x="60" y="366"/>
                    </a:lnTo>
                    <a:lnTo>
                      <a:pt x="66" y="366"/>
                    </a:lnTo>
                    <a:lnTo>
                      <a:pt x="72" y="360"/>
                    </a:lnTo>
                    <a:lnTo>
                      <a:pt x="78" y="360"/>
                    </a:lnTo>
                    <a:lnTo>
                      <a:pt x="90" y="348"/>
                    </a:lnTo>
                    <a:lnTo>
                      <a:pt x="126" y="348"/>
                    </a:lnTo>
                    <a:lnTo>
                      <a:pt x="156" y="324"/>
                    </a:lnTo>
                    <a:lnTo>
                      <a:pt x="294" y="330"/>
                    </a:lnTo>
                    <a:lnTo>
                      <a:pt x="294" y="336"/>
                    </a:lnTo>
                    <a:lnTo>
                      <a:pt x="300" y="348"/>
                    </a:lnTo>
                    <a:lnTo>
                      <a:pt x="318" y="348"/>
                    </a:lnTo>
                    <a:lnTo>
                      <a:pt x="324" y="342"/>
                    </a:lnTo>
                    <a:lnTo>
                      <a:pt x="330" y="348"/>
                    </a:lnTo>
                    <a:lnTo>
                      <a:pt x="336" y="360"/>
                    </a:lnTo>
                    <a:lnTo>
                      <a:pt x="342" y="366"/>
                    </a:lnTo>
                    <a:lnTo>
                      <a:pt x="354" y="366"/>
                    </a:lnTo>
                    <a:lnTo>
                      <a:pt x="366" y="360"/>
                    </a:lnTo>
                    <a:lnTo>
                      <a:pt x="372" y="354"/>
                    </a:lnTo>
                    <a:lnTo>
                      <a:pt x="414" y="354"/>
                    </a:lnTo>
                    <a:lnTo>
                      <a:pt x="414" y="288"/>
                    </a:lnTo>
                    <a:lnTo>
                      <a:pt x="408" y="276"/>
                    </a:lnTo>
                    <a:lnTo>
                      <a:pt x="402" y="270"/>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00" name="Saudi Arabia" descr="© INSCALE GmbH, 05.05.2010&#10;http://www.presentationload.com/">
                <a:extLst>
                  <a:ext uri="{FF2B5EF4-FFF2-40B4-BE49-F238E27FC236}">
                    <a16:creationId xmlns:a16="http://schemas.microsoft.com/office/drawing/2014/main" id="{F7BF0764-7668-85D1-3573-8F1C49EE4177}"/>
                  </a:ext>
                </a:extLst>
              </p:cNvPr>
              <p:cNvSpPr>
                <a:spLocks/>
              </p:cNvSpPr>
              <p:nvPr/>
            </p:nvSpPr>
            <p:spPr bwMode="gray">
              <a:xfrm>
                <a:off x="3266" y="1911"/>
                <a:ext cx="377" cy="323"/>
              </a:xfrm>
              <a:custGeom>
                <a:avLst/>
                <a:gdLst>
                  <a:gd name="T0" fmla="*/ 2147483647 w 1488"/>
                  <a:gd name="T1" fmla="*/ 2147483647 h 1278"/>
                  <a:gd name="T2" fmla="*/ 2147483647 w 1488"/>
                  <a:gd name="T3" fmla="*/ 2147483647 h 1278"/>
                  <a:gd name="T4" fmla="*/ 2147483647 w 1488"/>
                  <a:gd name="T5" fmla="*/ 2147483647 h 1278"/>
                  <a:gd name="T6" fmla="*/ 2147483647 w 1488"/>
                  <a:gd name="T7" fmla="*/ 2147483647 h 1278"/>
                  <a:gd name="T8" fmla="*/ 2147483647 w 1488"/>
                  <a:gd name="T9" fmla="*/ 2147483647 h 1278"/>
                  <a:gd name="T10" fmla="*/ 2147483647 w 1488"/>
                  <a:gd name="T11" fmla="*/ 2147483647 h 1278"/>
                  <a:gd name="T12" fmla="*/ 2147483647 w 1488"/>
                  <a:gd name="T13" fmla="*/ 2147483647 h 1278"/>
                  <a:gd name="T14" fmla="*/ 2147483647 w 1488"/>
                  <a:gd name="T15" fmla="*/ 2147483647 h 1278"/>
                  <a:gd name="T16" fmla="*/ 2147483647 w 1488"/>
                  <a:gd name="T17" fmla="*/ 2147483647 h 1278"/>
                  <a:gd name="T18" fmla="*/ 2147483647 w 1488"/>
                  <a:gd name="T19" fmla="*/ 2147483647 h 1278"/>
                  <a:gd name="T20" fmla="*/ 2147483647 w 1488"/>
                  <a:gd name="T21" fmla="*/ 2147483647 h 1278"/>
                  <a:gd name="T22" fmla="*/ 2147483647 w 1488"/>
                  <a:gd name="T23" fmla="*/ 2147483647 h 1278"/>
                  <a:gd name="T24" fmla="*/ 2147483647 w 1488"/>
                  <a:gd name="T25" fmla="*/ 2147483647 h 1278"/>
                  <a:gd name="T26" fmla="*/ 2147483647 w 1488"/>
                  <a:gd name="T27" fmla="*/ 2147483647 h 1278"/>
                  <a:gd name="T28" fmla="*/ 2147483647 w 1488"/>
                  <a:gd name="T29" fmla="*/ 2147483647 h 1278"/>
                  <a:gd name="T30" fmla="*/ 2147483647 w 1488"/>
                  <a:gd name="T31" fmla="*/ 2147483647 h 1278"/>
                  <a:gd name="T32" fmla="*/ 2147483647 w 1488"/>
                  <a:gd name="T33" fmla="*/ 2147483647 h 1278"/>
                  <a:gd name="T34" fmla="*/ 2147483647 w 1488"/>
                  <a:gd name="T35" fmla="*/ 2147483647 h 1278"/>
                  <a:gd name="T36" fmla="*/ 2147483647 w 1488"/>
                  <a:gd name="T37" fmla="*/ 2147483647 h 1278"/>
                  <a:gd name="T38" fmla="*/ 2147483647 w 1488"/>
                  <a:gd name="T39" fmla="*/ 0 h 1278"/>
                  <a:gd name="T40" fmla="*/ 2147483647 w 1488"/>
                  <a:gd name="T41" fmla="*/ 2147483647 h 1278"/>
                  <a:gd name="T42" fmla="*/ 2147483647 w 1488"/>
                  <a:gd name="T43" fmla="*/ 2147483647 h 1278"/>
                  <a:gd name="T44" fmla="*/ 2147483647 w 1488"/>
                  <a:gd name="T45" fmla="*/ 2147483647 h 1278"/>
                  <a:gd name="T46" fmla="*/ 2147483647 w 1488"/>
                  <a:gd name="T47" fmla="*/ 2147483647 h 1278"/>
                  <a:gd name="T48" fmla="*/ 2147483647 w 1488"/>
                  <a:gd name="T49" fmla="*/ 2147483647 h 1278"/>
                  <a:gd name="T50" fmla="*/ 2147483647 w 1488"/>
                  <a:gd name="T51" fmla="*/ 2147483647 h 1278"/>
                  <a:gd name="T52" fmla="*/ 2147483647 w 1488"/>
                  <a:gd name="T53" fmla="*/ 2147483647 h 1278"/>
                  <a:gd name="T54" fmla="*/ 2147483647 w 1488"/>
                  <a:gd name="T55" fmla="*/ 2147483647 h 1278"/>
                  <a:gd name="T56" fmla="*/ 2147483647 w 1488"/>
                  <a:gd name="T57" fmla="*/ 2147483647 h 1278"/>
                  <a:gd name="T58" fmla="*/ 2147483647 w 1488"/>
                  <a:gd name="T59" fmla="*/ 2147483647 h 1278"/>
                  <a:gd name="T60" fmla="*/ 2147483647 w 1488"/>
                  <a:gd name="T61" fmla="*/ 2147483647 h 1278"/>
                  <a:gd name="T62" fmla="*/ 0 w 1488"/>
                  <a:gd name="T63" fmla="*/ 2147483647 h 1278"/>
                  <a:gd name="T64" fmla="*/ 2147483647 w 1488"/>
                  <a:gd name="T65" fmla="*/ 2147483647 h 1278"/>
                  <a:gd name="T66" fmla="*/ 2147483647 w 1488"/>
                  <a:gd name="T67" fmla="*/ 2147483647 h 1278"/>
                  <a:gd name="T68" fmla="*/ 2147483647 w 1488"/>
                  <a:gd name="T69" fmla="*/ 2147483647 h 1278"/>
                  <a:gd name="T70" fmla="*/ 2147483647 w 1488"/>
                  <a:gd name="T71" fmla="*/ 2147483647 h 1278"/>
                  <a:gd name="T72" fmla="*/ 2147483647 w 1488"/>
                  <a:gd name="T73" fmla="*/ 2147483647 h 1278"/>
                  <a:gd name="T74" fmla="*/ 2147483647 w 1488"/>
                  <a:gd name="T75" fmla="*/ 2147483647 h 1278"/>
                  <a:gd name="T76" fmla="*/ 2147483647 w 1488"/>
                  <a:gd name="T77" fmla="*/ 2147483647 h 1278"/>
                  <a:gd name="T78" fmla="*/ 2147483647 w 1488"/>
                  <a:gd name="T79" fmla="*/ 2147483647 h 1278"/>
                  <a:gd name="T80" fmla="*/ 2147483647 w 1488"/>
                  <a:gd name="T81" fmla="*/ 2147483647 h 1278"/>
                  <a:gd name="T82" fmla="*/ 2147483647 w 1488"/>
                  <a:gd name="T83" fmla="*/ 2147483647 h 1278"/>
                  <a:gd name="T84" fmla="*/ 2147483647 w 1488"/>
                  <a:gd name="T85" fmla="*/ 2147483647 h 1278"/>
                  <a:gd name="T86" fmla="*/ 2147483647 w 1488"/>
                  <a:gd name="T87" fmla="*/ 2147483647 h 1278"/>
                  <a:gd name="T88" fmla="*/ 2147483647 w 1488"/>
                  <a:gd name="T89" fmla="*/ 2147483647 h 1278"/>
                  <a:gd name="T90" fmla="*/ 2147483647 w 1488"/>
                  <a:gd name="T91" fmla="*/ 2147483647 h 1278"/>
                  <a:gd name="T92" fmla="*/ 2147483647 w 1488"/>
                  <a:gd name="T93" fmla="*/ 2147483647 h 1278"/>
                  <a:gd name="T94" fmla="*/ 2147483647 w 1488"/>
                  <a:gd name="T95" fmla="*/ 2147483647 h 1278"/>
                  <a:gd name="T96" fmla="*/ 2147483647 w 1488"/>
                  <a:gd name="T97" fmla="*/ 2147483647 h 1278"/>
                  <a:gd name="T98" fmla="*/ 2147483647 w 1488"/>
                  <a:gd name="T99" fmla="*/ 2147483647 h 1278"/>
                  <a:gd name="T100" fmla="*/ 2147483647 w 1488"/>
                  <a:gd name="T101" fmla="*/ 2147483647 h 1278"/>
                  <a:gd name="T102" fmla="*/ 2147483647 w 1488"/>
                  <a:gd name="T103" fmla="*/ 2147483647 h 1278"/>
                  <a:gd name="T104" fmla="*/ 2147483647 w 1488"/>
                  <a:gd name="T105" fmla="*/ 2147483647 h 1278"/>
                  <a:gd name="T106" fmla="*/ 2147483647 w 1488"/>
                  <a:gd name="T107" fmla="*/ 2147483647 h 1278"/>
                  <a:gd name="T108" fmla="*/ 2147483647 w 1488"/>
                  <a:gd name="T109" fmla="*/ 2147483647 h 1278"/>
                  <a:gd name="T110" fmla="*/ 2147483647 w 1488"/>
                  <a:gd name="T111" fmla="*/ 2147483647 h 1278"/>
                  <a:gd name="T112" fmla="*/ 2147483647 w 1488"/>
                  <a:gd name="T113" fmla="*/ 2147483647 h 1278"/>
                  <a:gd name="T114" fmla="*/ 2147483647 w 1488"/>
                  <a:gd name="T115" fmla="*/ 2147483647 h 1278"/>
                  <a:gd name="T116" fmla="*/ 2147483647 w 1488"/>
                  <a:gd name="T117" fmla="*/ 2147483647 h 127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488"/>
                  <a:gd name="T178" fmla="*/ 0 h 1278"/>
                  <a:gd name="T179" fmla="*/ 1488 w 1488"/>
                  <a:gd name="T180" fmla="*/ 1278 h 127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488" h="1278">
                    <a:moveTo>
                      <a:pt x="1464" y="792"/>
                    </a:moveTo>
                    <a:lnTo>
                      <a:pt x="1464" y="780"/>
                    </a:lnTo>
                    <a:lnTo>
                      <a:pt x="1458" y="774"/>
                    </a:lnTo>
                    <a:lnTo>
                      <a:pt x="1416" y="768"/>
                    </a:lnTo>
                    <a:lnTo>
                      <a:pt x="1320" y="756"/>
                    </a:lnTo>
                    <a:lnTo>
                      <a:pt x="1284" y="750"/>
                    </a:lnTo>
                    <a:lnTo>
                      <a:pt x="1266" y="750"/>
                    </a:lnTo>
                    <a:lnTo>
                      <a:pt x="1260" y="738"/>
                    </a:lnTo>
                    <a:lnTo>
                      <a:pt x="1248" y="732"/>
                    </a:lnTo>
                    <a:lnTo>
                      <a:pt x="1242" y="720"/>
                    </a:lnTo>
                    <a:lnTo>
                      <a:pt x="1218" y="696"/>
                    </a:lnTo>
                    <a:lnTo>
                      <a:pt x="1206" y="672"/>
                    </a:lnTo>
                    <a:lnTo>
                      <a:pt x="1188" y="654"/>
                    </a:lnTo>
                    <a:lnTo>
                      <a:pt x="1188" y="642"/>
                    </a:lnTo>
                    <a:lnTo>
                      <a:pt x="1182" y="636"/>
                    </a:lnTo>
                    <a:lnTo>
                      <a:pt x="1182" y="618"/>
                    </a:lnTo>
                    <a:lnTo>
                      <a:pt x="1176" y="624"/>
                    </a:lnTo>
                    <a:lnTo>
                      <a:pt x="1164" y="612"/>
                    </a:lnTo>
                    <a:lnTo>
                      <a:pt x="1146" y="612"/>
                    </a:lnTo>
                    <a:lnTo>
                      <a:pt x="1140" y="600"/>
                    </a:lnTo>
                    <a:lnTo>
                      <a:pt x="1134" y="594"/>
                    </a:lnTo>
                    <a:lnTo>
                      <a:pt x="1128" y="582"/>
                    </a:lnTo>
                    <a:lnTo>
                      <a:pt x="1122" y="564"/>
                    </a:lnTo>
                    <a:lnTo>
                      <a:pt x="1116" y="552"/>
                    </a:lnTo>
                    <a:lnTo>
                      <a:pt x="1116" y="540"/>
                    </a:lnTo>
                    <a:lnTo>
                      <a:pt x="1110" y="534"/>
                    </a:lnTo>
                    <a:lnTo>
                      <a:pt x="1098" y="528"/>
                    </a:lnTo>
                    <a:lnTo>
                      <a:pt x="1086" y="516"/>
                    </a:lnTo>
                    <a:lnTo>
                      <a:pt x="1074" y="510"/>
                    </a:lnTo>
                    <a:lnTo>
                      <a:pt x="1068" y="498"/>
                    </a:lnTo>
                    <a:lnTo>
                      <a:pt x="1068" y="462"/>
                    </a:lnTo>
                    <a:lnTo>
                      <a:pt x="1062" y="450"/>
                    </a:lnTo>
                    <a:lnTo>
                      <a:pt x="1062" y="438"/>
                    </a:lnTo>
                    <a:lnTo>
                      <a:pt x="1050" y="426"/>
                    </a:lnTo>
                    <a:lnTo>
                      <a:pt x="1002" y="402"/>
                    </a:lnTo>
                    <a:lnTo>
                      <a:pt x="996" y="396"/>
                    </a:lnTo>
                    <a:lnTo>
                      <a:pt x="990" y="384"/>
                    </a:lnTo>
                    <a:lnTo>
                      <a:pt x="990" y="360"/>
                    </a:lnTo>
                    <a:lnTo>
                      <a:pt x="972" y="342"/>
                    </a:lnTo>
                    <a:lnTo>
                      <a:pt x="966" y="330"/>
                    </a:lnTo>
                    <a:lnTo>
                      <a:pt x="960" y="324"/>
                    </a:lnTo>
                    <a:lnTo>
                      <a:pt x="960" y="300"/>
                    </a:lnTo>
                    <a:lnTo>
                      <a:pt x="954" y="300"/>
                    </a:lnTo>
                    <a:lnTo>
                      <a:pt x="948" y="294"/>
                    </a:lnTo>
                    <a:lnTo>
                      <a:pt x="882" y="294"/>
                    </a:lnTo>
                    <a:lnTo>
                      <a:pt x="876" y="288"/>
                    </a:lnTo>
                    <a:lnTo>
                      <a:pt x="876" y="252"/>
                    </a:lnTo>
                    <a:lnTo>
                      <a:pt x="852" y="246"/>
                    </a:lnTo>
                    <a:lnTo>
                      <a:pt x="804" y="246"/>
                    </a:lnTo>
                    <a:lnTo>
                      <a:pt x="750" y="240"/>
                    </a:lnTo>
                    <a:lnTo>
                      <a:pt x="684" y="240"/>
                    </a:lnTo>
                    <a:lnTo>
                      <a:pt x="492" y="96"/>
                    </a:lnTo>
                    <a:lnTo>
                      <a:pt x="480" y="90"/>
                    </a:lnTo>
                    <a:lnTo>
                      <a:pt x="474" y="84"/>
                    </a:lnTo>
                    <a:lnTo>
                      <a:pt x="426" y="60"/>
                    </a:lnTo>
                    <a:lnTo>
                      <a:pt x="414" y="48"/>
                    </a:lnTo>
                    <a:lnTo>
                      <a:pt x="402" y="42"/>
                    </a:lnTo>
                    <a:lnTo>
                      <a:pt x="372" y="12"/>
                    </a:lnTo>
                    <a:lnTo>
                      <a:pt x="306" y="12"/>
                    </a:lnTo>
                    <a:lnTo>
                      <a:pt x="294" y="0"/>
                    </a:lnTo>
                    <a:lnTo>
                      <a:pt x="288" y="6"/>
                    </a:lnTo>
                    <a:lnTo>
                      <a:pt x="276" y="12"/>
                    </a:lnTo>
                    <a:lnTo>
                      <a:pt x="270" y="12"/>
                    </a:lnTo>
                    <a:lnTo>
                      <a:pt x="264" y="18"/>
                    </a:lnTo>
                    <a:lnTo>
                      <a:pt x="252" y="24"/>
                    </a:lnTo>
                    <a:lnTo>
                      <a:pt x="210" y="24"/>
                    </a:lnTo>
                    <a:lnTo>
                      <a:pt x="198" y="48"/>
                    </a:lnTo>
                    <a:lnTo>
                      <a:pt x="132" y="48"/>
                    </a:lnTo>
                    <a:lnTo>
                      <a:pt x="120" y="54"/>
                    </a:lnTo>
                    <a:lnTo>
                      <a:pt x="108" y="54"/>
                    </a:lnTo>
                    <a:lnTo>
                      <a:pt x="108" y="60"/>
                    </a:lnTo>
                    <a:lnTo>
                      <a:pt x="132" y="60"/>
                    </a:lnTo>
                    <a:lnTo>
                      <a:pt x="144" y="66"/>
                    </a:lnTo>
                    <a:lnTo>
                      <a:pt x="156" y="66"/>
                    </a:lnTo>
                    <a:lnTo>
                      <a:pt x="180" y="90"/>
                    </a:lnTo>
                    <a:lnTo>
                      <a:pt x="192" y="114"/>
                    </a:lnTo>
                    <a:lnTo>
                      <a:pt x="198" y="120"/>
                    </a:lnTo>
                    <a:lnTo>
                      <a:pt x="198" y="132"/>
                    </a:lnTo>
                    <a:lnTo>
                      <a:pt x="192" y="138"/>
                    </a:lnTo>
                    <a:lnTo>
                      <a:pt x="192" y="150"/>
                    </a:lnTo>
                    <a:lnTo>
                      <a:pt x="186" y="156"/>
                    </a:lnTo>
                    <a:lnTo>
                      <a:pt x="180" y="168"/>
                    </a:lnTo>
                    <a:lnTo>
                      <a:pt x="174" y="174"/>
                    </a:lnTo>
                    <a:lnTo>
                      <a:pt x="162" y="180"/>
                    </a:lnTo>
                    <a:lnTo>
                      <a:pt x="150" y="180"/>
                    </a:lnTo>
                    <a:lnTo>
                      <a:pt x="138" y="186"/>
                    </a:lnTo>
                    <a:lnTo>
                      <a:pt x="132" y="186"/>
                    </a:lnTo>
                    <a:lnTo>
                      <a:pt x="120" y="198"/>
                    </a:lnTo>
                    <a:lnTo>
                      <a:pt x="120" y="210"/>
                    </a:lnTo>
                    <a:lnTo>
                      <a:pt x="108" y="234"/>
                    </a:lnTo>
                    <a:lnTo>
                      <a:pt x="96" y="246"/>
                    </a:lnTo>
                    <a:lnTo>
                      <a:pt x="60" y="246"/>
                    </a:lnTo>
                    <a:lnTo>
                      <a:pt x="36" y="234"/>
                    </a:lnTo>
                    <a:lnTo>
                      <a:pt x="6" y="234"/>
                    </a:lnTo>
                    <a:lnTo>
                      <a:pt x="6" y="264"/>
                    </a:lnTo>
                    <a:lnTo>
                      <a:pt x="0" y="306"/>
                    </a:lnTo>
                    <a:lnTo>
                      <a:pt x="0" y="348"/>
                    </a:lnTo>
                    <a:lnTo>
                      <a:pt x="6" y="372"/>
                    </a:lnTo>
                    <a:lnTo>
                      <a:pt x="24" y="378"/>
                    </a:lnTo>
                    <a:lnTo>
                      <a:pt x="36" y="390"/>
                    </a:lnTo>
                    <a:lnTo>
                      <a:pt x="54" y="390"/>
                    </a:lnTo>
                    <a:lnTo>
                      <a:pt x="72" y="408"/>
                    </a:lnTo>
                    <a:lnTo>
                      <a:pt x="90" y="438"/>
                    </a:lnTo>
                    <a:lnTo>
                      <a:pt x="102" y="474"/>
                    </a:lnTo>
                    <a:lnTo>
                      <a:pt x="120" y="504"/>
                    </a:lnTo>
                    <a:lnTo>
                      <a:pt x="132" y="516"/>
                    </a:lnTo>
                    <a:lnTo>
                      <a:pt x="150" y="528"/>
                    </a:lnTo>
                    <a:lnTo>
                      <a:pt x="162" y="540"/>
                    </a:lnTo>
                    <a:lnTo>
                      <a:pt x="174" y="558"/>
                    </a:lnTo>
                    <a:lnTo>
                      <a:pt x="180" y="570"/>
                    </a:lnTo>
                    <a:lnTo>
                      <a:pt x="186" y="594"/>
                    </a:lnTo>
                    <a:lnTo>
                      <a:pt x="192" y="612"/>
                    </a:lnTo>
                    <a:lnTo>
                      <a:pt x="198" y="636"/>
                    </a:lnTo>
                    <a:lnTo>
                      <a:pt x="210" y="648"/>
                    </a:lnTo>
                    <a:lnTo>
                      <a:pt x="234" y="660"/>
                    </a:lnTo>
                    <a:lnTo>
                      <a:pt x="264" y="660"/>
                    </a:lnTo>
                    <a:lnTo>
                      <a:pt x="282" y="666"/>
                    </a:lnTo>
                    <a:lnTo>
                      <a:pt x="294" y="678"/>
                    </a:lnTo>
                    <a:lnTo>
                      <a:pt x="312" y="708"/>
                    </a:lnTo>
                    <a:lnTo>
                      <a:pt x="330" y="756"/>
                    </a:lnTo>
                    <a:lnTo>
                      <a:pt x="336" y="804"/>
                    </a:lnTo>
                    <a:lnTo>
                      <a:pt x="342" y="840"/>
                    </a:lnTo>
                    <a:lnTo>
                      <a:pt x="348" y="870"/>
                    </a:lnTo>
                    <a:lnTo>
                      <a:pt x="366" y="906"/>
                    </a:lnTo>
                    <a:lnTo>
                      <a:pt x="384" y="924"/>
                    </a:lnTo>
                    <a:lnTo>
                      <a:pt x="390" y="936"/>
                    </a:lnTo>
                    <a:lnTo>
                      <a:pt x="414" y="936"/>
                    </a:lnTo>
                    <a:lnTo>
                      <a:pt x="438" y="948"/>
                    </a:lnTo>
                    <a:lnTo>
                      <a:pt x="456" y="972"/>
                    </a:lnTo>
                    <a:lnTo>
                      <a:pt x="480" y="1008"/>
                    </a:lnTo>
                    <a:lnTo>
                      <a:pt x="504" y="1056"/>
                    </a:lnTo>
                    <a:lnTo>
                      <a:pt x="552" y="1128"/>
                    </a:lnTo>
                    <a:lnTo>
                      <a:pt x="582" y="1170"/>
                    </a:lnTo>
                    <a:lnTo>
                      <a:pt x="606" y="1206"/>
                    </a:lnTo>
                    <a:lnTo>
                      <a:pt x="618" y="1236"/>
                    </a:lnTo>
                    <a:lnTo>
                      <a:pt x="618" y="1266"/>
                    </a:lnTo>
                    <a:lnTo>
                      <a:pt x="612" y="1278"/>
                    </a:lnTo>
                    <a:lnTo>
                      <a:pt x="624" y="1266"/>
                    </a:lnTo>
                    <a:lnTo>
                      <a:pt x="630" y="1254"/>
                    </a:lnTo>
                    <a:lnTo>
                      <a:pt x="636" y="1248"/>
                    </a:lnTo>
                    <a:lnTo>
                      <a:pt x="636" y="1200"/>
                    </a:lnTo>
                    <a:lnTo>
                      <a:pt x="642" y="1188"/>
                    </a:lnTo>
                    <a:lnTo>
                      <a:pt x="648" y="1182"/>
                    </a:lnTo>
                    <a:lnTo>
                      <a:pt x="654" y="1182"/>
                    </a:lnTo>
                    <a:lnTo>
                      <a:pt x="672" y="1200"/>
                    </a:lnTo>
                    <a:lnTo>
                      <a:pt x="696" y="1194"/>
                    </a:lnTo>
                    <a:lnTo>
                      <a:pt x="702" y="1188"/>
                    </a:lnTo>
                    <a:lnTo>
                      <a:pt x="792" y="1188"/>
                    </a:lnTo>
                    <a:lnTo>
                      <a:pt x="804" y="1194"/>
                    </a:lnTo>
                    <a:lnTo>
                      <a:pt x="810" y="1200"/>
                    </a:lnTo>
                    <a:lnTo>
                      <a:pt x="888" y="1200"/>
                    </a:lnTo>
                    <a:lnTo>
                      <a:pt x="894" y="1206"/>
                    </a:lnTo>
                    <a:lnTo>
                      <a:pt x="900" y="1218"/>
                    </a:lnTo>
                    <a:lnTo>
                      <a:pt x="912" y="1224"/>
                    </a:lnTo>
                    <a:lnTo>
                      <a:pt x="924" y="1224"/>
                    </a:lnTo>
                    <a:lnTo>
                      <a:pt x="930" y="1212"/>
                    </a:lnTo>
                    <a:lnTo>
                      <a:pt x="936" y="1206"/>
                    </a:lnTo>
                    <a:lnTo>
                      <a:pt x="936" y="1188"/>
                    </a:lnTo>
                    <a:lnTo>
                      <a:pt x="942" y="1176"/>
                    </a:lnTo>
                    <a:lnTo>
                      <a:pt x="948" y="1170"/>
                    </a:lnTo>
                    <a:lnTo>
                      <a:pt x="954" y="1158"/>
                    </a:lnTo>
                    <a:lnTo>
                      <a:pt x="966" y="1146"/>
                    </a:lnTo>
                    <a:lnTo>
                      <a:pt x="972" y="1134"/>
                    </a:lnTo>
                    <a:lnTo>
                      <a:pt x="990" y="1116"/>
                    </a:lnTo>
                    <a:lnTo>
                      <a:pt x="1020" y="1098"/>
                    </a:lnTo>
                    <a:lnTo>
                      <a:pt x="1050" y="1092"/>
                    </a:lnTo>
                    <a:lnTo>
                      <a:pt x="1068" y="1086"/>
                    </a:lnTo>
                    <a:lnTo>
                      <a:pt x="1092" y="1086"/>
                    </a:lnTo>
                    <a:lnTo>
                      <a:pt x="1140" y="1080"/>
                    </a:lnTo>
                    <a:lnTo>
                      <a:pt x="1188" y="1068"/>
                    </a:lnTo>
                    <a:lnTo>
                      <a:pt x="1230" y="1062"/>
                    </a:lnTo>
                    <a:lnTo>
                      <a:pt x="1248" y="1062"/>
                    </a:lnTo>
                    <a:lnTo>
                      <a:pt x="1452" y="990"/>
                    </a:lnTo>
                    <a:lnTo>
                      <a:pt x="1488" y="816"/>
                    </a:lnTo>
                    <a:lnTo>
                      <a:pt x="1482" y="810"/>
                    </a:lnTo>
                    <a:lnTo>
                      <a:pt x="1470" y="804"/>
                    </a:lnTo>
                    <a:lnTo>
                      <a:pt x="1464" y="798"/>
                    </a:lnTo>
                    <a:lnTo>
                      <a:pt x="1464" y="792"/>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02" name="Rwanda" descr="© INSCALE GmbH, 05.05.2010&#10;http://www.presentationload.com/">
                <a:extLst>
                  <a:ext uri="{FF2B5EF4-FFF2-40B4-BE49-F238E27FC236}">
                    <a16:creationId xmlns:a16="http://schemas.microsoft.com/office/drawing/2014/main" id="{54025E04-F887-2C8D-E19A-75F469BF14A7}"/>
                  </a:ext>
                </a:extLst>
              </p:cNvPr>
              <p:cNvSpPr>
                <a:spLocks/>
              </p:cNvSpPr>
              <p:nvPr/>
            </p:nvSpPr>
            <p:spPr bwMode="gray">
              <a:xfrm>
                <a:off x="3175" y="2589"/>
                <a:ext cx="38" cy="38"/>
              </a:xfrm>
              <a:custGeom>
                <a:avLst/>
                <a:gdLst>
                  <a:gd name="T0" fmla="*/ 2147483647 w 150"/>
                  <a:gd name="T1" fmla="*/ 2147483647 h 150"/>
                  <a:gd name="T2" fmla="*/ 2147483647 w 150"/>
                  <a:gd name="T3" fmla="*/ 2147483647 h 150"/>
                  <a:gd name="T4" fmla="*/ 2147483647 w 150"/>
                  <a:gd name="T5" fmla="*/ 2147483647 h 150"/>
                  <a:gd name="T6" fmla="*/ 2147483647 w 150"/>
                  <a:gd name="T7" fmla="*/ 2147483647 h 150"/>
                  <a:gd name="T8" fmla="*/ 2147483647 w 150"/>
                  <a:gd name="T9" fmla="*/ 2147483647 h 150"/>
                  <a:gd name="T10" fmla="*/ 2147483647 w 150"/>
                  <a:gd name="T11" fmla="*/ 2147483647 h 150"/>
                  <a:gd name="T12" fmla="*/ 2147483647 w 150"/>
                  <a:gd name="T13" fmla="*/ 2147483647 h 150"/>
                  <a:gd name="T14" fmla="*/ 2147483647 w 150"/>
                  <a:gd name="T15" fmla="*/ 2147483647 h 150"/>
                  <a:gd name="T16" fmla="*/ 2147483647 w 150"/>
                  <a:gd name="T17" fmla="*/ 2147483647 h 150"/>
                  <a:gd name="T18" fmla="*/ 2147483647 w 150"/>
                  <a:gd name="T19" fmla="*/ 2147483647 h 150"/>
                  <a:gd name="T20" fmla="*/ 2147483647 w 150"/>
                  <a:gd name="T21" fmla="*/ 2147483647 h 150"/>
                  <a:gd name="T22" fmla="*/ 2147483647 w 150"/>
                  <a:gd name="T23" fmla="*/ 2147483647 h 150"/>
                  <a:gd name="T24" fmla="*/ 2147483647 w 150"/>
                  <a:gd name="T25" fmla="*/ 2147483647 h 150"/>
                  <a:gd name="T26" fmla="*/ 2147483647 w 150"/>
                  <a:gd name="T27" fmla="*/ 0 h 150"/>
                  <a:gd name="T28" fmla="*/ 2147483647 w 150"/>
                  <a:gd name="T29" fmla="*/ 2147483647 h 150"/>
                  <a:gd name="T30" fmla="*/ 2147483647 w 150"/>
                  <a:gd name="T31" fmla="*/ 2147483647 h 150"/>
                  <a:gd name="T32" fmla="*/ 2147483647 w 150"/>
                  <a:gd name="T33" fmla="*/ 2147483647 h 150"/>
                  <a:gd name="T34" fmla="*/ 2147483647 w 150"/>
                  <a:gd name="T35" fmla="*/ 2147483647 h 150"/>
                  <a:gd name="T36" fmla="*/ 2147483647 w 150"/>
                  <a:gd name="T37" fmla="*/ 2147483647 h 150"/>
                  <a:gd name="T38" fmla="*/ 2147483647 w 150"/>
                  <a:gd name="T39" fmla="*/ 2147483647 h 150"/>
                  <a:gd name="T40" fmla="*/ 2147483647 w 150"/>
                  <a:gd name="T41" fmla="*/ 2147483647 h 150"/>
                  <a:gd name="T42" fmla="*/ 2147483647 w 150"/>
                  <a:gd name="T43" fmla="*/ 2147483647 h 150"/>
                  <a:gd name="T44" fmla="*/ 2147483647 w 150"/>
                  <a:gd name="T45" fmla="*/ 2147483647 h 150"/>
                  <a:gd name="T46" fmla="*/ 2147483647 w 150"/>
                  <a:gd name="T47" fmla="*/ 2147483647 h 150"/>
                  <a:gd name="T48" fmla="*/ 2147483647 w 150"/>
                  <a:gd name="T49" fmla="*/ 2147483647 h 150"/>
                  <a:gd name="T50" fmla="*/ 2147483647 w 150"/>
                  <a:gd name="T51" fmla="*/ 2147483647 h 150"/>
                  <a:gd name="T52" fmla="*/ 2147483647 w 150"/>
                  <a:gd name="T53" fmla="*/ 2147483647 h 150"/>
                  <a:gd name="T54" fmla="*/ 2147483647 w 150"/>
                  <a:gd name="T55" fmla="*/ 2147483647 h 150"/>
                  <a:gd name="T56" fmla="*/ 2147483647 w 150"/>
                  <a:gd name="T57" fmla="*/ 2147483647 h 150"/>
                  <a:gd name="T58" fmla="*/ 2147483647 w 150"/>
                  <a:gd name="T59" fmla="*/ 2147483647 h 150"/>
                  <a:gd name="T60" fmla="*/ 0 w 150"/>
                  <a:gd name="T61" fmla="*/ 2147483647 h 150"/>
                  <a:gd name="T62" fmla="*/ 0 w 150"/>
                  <a:gd name="T63" fmla="*/ 2147483647 h 150"/>
                  <a:gd name="T64" fmla="*/ 2147483647 w 150"/>
                  <a:gd name="T65" fmla="*/ 2147483647 h 150"/>
                  <a:gd name="T66" fmla="*/ 2147483647 w 150"/>
                  <a:gd name="T67" fmla="*/ 2147483647 h 150"/>
                  <a:gd name="T68" fmla="*/ 2147483647 w 150"/>
                  <a:gd name="T69" fmla="*/ 2147483647 h 150"/>
                  <a:gd name="T70" fmla="*/ 2147483647 w 150"/>
                  <a:gd name="T71" fmla="*/ 2147483647 h 150"/>
                  <a:gd name="T72" fmla="*/ 2147483647 w 150"/>
                  <a:gd name="T73" fmla="*/ 2147483647 h 15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0"/>
                  <a:gd name="T112" fmla="*/ 0 h 150"/>
                  <a:gd name="T113" fmla="*/ 150 w 150"/>
                  <a:gd name="T114" fmla="*/ 150 h 15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0" h="150">
                    <a:moveTo>
                      <a:pt x="48" y="150"/>
                    </a:moveTo>
                    <a:lnTo>
                      <a:pt x="54" y="150"/>
                    </a:lnTo>
                    <a:lnTo>
                      <a:pt x="60" y="144"/>
                    </a:lnTo>
                    <a:lnTo>
                      <a:pt x="72" y="138"/>
                    </a:lnTo>
                    <a:lnTo>
                      <a:pt x="78" y="114"/>
                    </a:lnTo>
                    <a:lnTo>
                      <a:pt x="138" y="114"/>
                    </a:lnTo>
                    <a:lnTo>
                      <a:pt x="150" y="102"/>
                    </a:lnTo>
                    <a:lnTo>
                      <a:pt x="150" y="72"/>
                    </a:lnTo>
                    <a:lnTo>
                      <a:pt x="144" y="66"/>
                    </a:lnTo>
                    <a:lnTo>
                      <a:pt x="144" y="48"/>
                    </a:lnTo>
                    <a:lnTo>
                      <a:pt x="138" y="42"/>
                    </a:lnTo>
                    <a:lnTo>
                      <a:pt x="132" y="30"/>
                    </a:lnTo>
                    <a:lnTo>
                      <a:pt x="126" y="24"/>
                    </a:lnTo>
                    <a:lnTo>
                      <a:pt x="132" y="0"/>
                    </a:lnTo>
                    <a:lnTo>
                      <a:pt x="108" y="6"/>
                    </a:lnTo>
                    <a:lnTo>
                      <a:pt x="108" y="12"/>
                    </a:lnTo>
                    <a:lnTo>
                      <a:pt x="102" y="18"/>
                    </a:lnTo>
                    <a:lnTo>
                      <a:pt x="90" y="42"/>
                    </a:lnTo>
                    <a:lnTo>
                      <a:pt x="84" y="42"/>
                    </a:lnTo>
                    <a:lnTo>
                      <a:pt x="72" y="30"/>
                    </a:lnTo>
                    <a:lnTo>
                      <a:pt x="54" y="30"/>
                    </a:lnTo>
                    <a:lnTo>
                      <a:pt x="48" y="36"/>
                    </a:lnTo>
                    <a:lnTo>
                      <a:pt x="24" y="48"/>
                    </a:lnTo>
                    <a:lnTo>
                      <a:pt x="18" y="54"/>
                    </a:lnTo>
                    <a:lnTo>
                      <a:pt x="18" y="60"/>
                    </a:lnTo>
                    <a:lnTo>
                      <a:pt x="24" y="72"/>
                    </a:lnTo>
                    <a:lnTo>
                      <a:pt x="30" y="78"/>
                    </a:lnTo>
                    <a:lnTo>
                      <a:pt x="30" y="90"/>
                    </a:lnTo>
                    <a:lnTo>
                      <a:pt x="18" y="102"/>
                    </a:lnTo>
                    <a:lnTo>
                      <a:pt x="6" y="108"/>
                    </a:lnTo>
                    <a:lnTo>
                      <a:pt x="0" y="120"/>
                    </a:lnTo>
                    <a:lnTo>
                      <a:pt x="0" y="126"/>
                    </a:lnTo>
                    <a:lnTo>
                      <a:pt x="6" y="132"/>
                    </a:lnTo>
                    <a:lnTo>
                      <a:pt x="30" y="132"/>
                    </a:lnTo>
                    <a:lnTo>
                      <a:pt x="36" y="144"/>
                    </a:lnTo>
                    <a:lnTo>
                      <a:pt x="42" y="150"/>
                    </a:lnTo>
                    <a:lnTo>
                      <a:pt x="48" y="150"/>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03" name="Qatar" descr="© INSCALE GmbH, 05.05.2010&#10;http://www.presentationload.com/">
                <a:extLst>
                  <a:ext uri="{FF2B5EF4-FFF2-40B4-BE49-F238E27FC236}">
                    <a16:creationId xmlns:a16="http://schemas.microsoft.com/office/drawing/2014/main" id="{716E5747-B65D-3A6C-CC47-44558B3EADA7}"/>
                  </a:ext>
                </a:extLst>
              </p:cNvPr>
              <p:cNvSpPr>
                <a:spLocks/>
              </p:cNvSpPr>
              <p:nvPr/>
            </p:nvSpPr>
            <p:spPr bwMode="gray">
              <a:xfrm>
                <a:off x="3555" y="2032"/>
                <a:ext cx="16" cy="37"/>
              </a:xfrm>
              <a:custGeom>
                <a:avLst/>
                <a:gdLst>
                  <a:gd name="T0" fmla="*/ 2147483647 w 66"/>
                  <a:gd name="T1" fmla="*/ 2147483647 h 144"/>
                  <a:gd name="T2" fmla="*/ 2147483647 w 66"/>
                  <a:gd name="T3" fmla="*/ 2147483647 h 144"/>
                  <a:gd name="T4" fmla="*/ 2147483647 w 66"/>
                  <a:gd name="T5" fmla="*/ 2147483647 h 144"/>
                  <a:gd name="T6" fmla="*/ 2147483647 w 66"/>
                  <a:gd name="T7" fmla="*/ 2147483647 h 144"/>
                  <a:gd name="T8" fmla="*/ 2147483647 w 66"/>
                  <a:gd name="T9" fmla="*/ 2147483647 h 144"/>
                  <a:gd name="T10" fmla="*/ 2147483647 w 66"/>
                  <a:gd name="T11" fmla="*/ 2147483647 h 144"/>
                  <a:gd name="T12" fmla="*/ 2147483647 w 66"/>
                  <a:gd name="T13" fmla="*/ 2147483647 h 144"/>
                  <a:gd name="T14" fmla="*/ 2147483647 w 66"/>
                  <a:gd name="T15" fmla="*/ 2147483647 h 144"/>
                  <a:gd name="T16" fmla="*/ 2147483647 w 66"/>
                  <a:gd name="T17" fmla="*/ 2147483647 h 144"/>
                  <a:gd name="T18" fmla="*/ 2147483647 w 66"/>
                  <a:gd name="T19" fmla="*/ 0 h 144"/>
                  <a:gd name="T20" fmla="*/ 2147483647 w 66"/>
                  <a:gd name="T21" fmla="*/ 0 h 144"/>
                  <a:gd name="T22" fmla="*/ 2147483647 w 66"/>
                  <a:gd name="T23" fmla="*/ 2147483647 h 144"/>
                  <a:gd name="T24" fmla="*/ 2147483647 w 66"/>
                  <a:gd name="T25" fmla="*/ 2147483647 h 144"/>
                  <a:gd name="T26" fmla="*/ 2147483647 w 66"/>
                  <a:gd name="T27" fmla="*/ 2147483647 h 144"/>
                  <a:gd name="T28" fmla="*/ 2147483647 w 66"/>
                  <a:gd name="T29" fmla="*/ 2147483647 h 144"/>
                  <a:gd name="T30" fmla="*/ 0 w 66"/>
                  <a:gd name="T31" fmla="*/ 2147483647 h 144"/>
                  <a:gd name="T32" fmla="*/ 2147483647 w 66"/>
                  <a:gd name="T33" fmla="*/ 2147483647 h 144"/>
                  <a:gd name="T34" fmla="*/ 2147483647 w 66"/>
                  <a:gd name="T35" fmla="*/ 2147483647 h 14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6"/>
                  <a:gd name="T55" fmla="*/ 0 h 144"/>
                  <a:gd name="T56" fmla="*/ 66 w 66"/>
                  <a:gd name="T57" fmla="*/ 144 h 14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6" h="144">
                    <a:moveTo>
                      <a:pt x="24" y="132"/>
                    </a:moveTo>
                    <a:lnTo>
                      <a:pt x="36" y="144"/>
                    </a:lnTo>
                    <a:lnTo>
                      <a:pt x="48" y="132"/>
                    </a:lnTo>
                    <a:lnTo>
                      <a:pt x="54" y="114"/>
                    </a:lnTo>
                    <a:lnTo>
                      <a:pt x="60" y="102"/>
                    </a:lnTo>
                    <a:lnTo>
                      <a:pt x="66" y="84"/>
                    </a:lnTo>
                    <a:lnTo>
                      <a:pt x="66" y="30"/>
                    </a:lnTo>
                    <a:lnTo>
                      <a:pt x="54" y="18"/>
                    </a:lnTo>
                    <a:lnTo>
                      <a:pt x="48" y="6"/>
                    </a:lnTo>
                    <a:lnTo>
                      <a:pt x="36" y="0"/>
                    </a:lnTo>
                    <a:lnTo>
                      <a:pt x="30" y="0"/>
                    </a:lnTo>
                    <a:lnTo>
                      <a:pt x="24" y="6"/>
                    </a:lnTo>
                    <a:lnTo>
                      <a:pt x="18" y="18"/>
                    </a:lnTo>
                    <a:lnTo>
                      <a:pt x="12" y="36"/>
                    </a:lnTo>
                    <a:lnTo>
                      <a:pt x="12" y="108"/>
                    </a:lnTo>
                    <a:lnTo>
                      <a:pt x="0" y="120"/>
                    </a:lnTo>
                    <a:lnTo>
                      <a:pt x="6" y="132"/>
                    </a:lnTo>
                    <a:lnTo>
                      <a:pt x="24" y="132"/>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04" name="Oman" descr="© INSCALE GmbH, 05.05.2010&#10;http://www.presentationload.com/">
                <a:extLst>
                  <a:ext uri="{FF2B5EF4-FFF2-40B4-BE49-F238E27FC236}">
                    <a16:creationId xmlns:a16="http://schemas.microsoft.com/office/drawing/2014/main" id="{34C200CD-0631-77BC-92BC-21C24301A8F4}"/>
                  </a:ext>
                </a:extLst>
              </p:cNvPr>
              <p:cNvSpPr>
                <a:spLocks/>
              </p:cNvSpPr>
              <p:nvPr/>
            </p:nvSpPr>
            <p:spPr bwMode="gray">
              <a:xfrm>
                <a:off x="3582" y="2057"/>
                <a:ext cx="137" cy="170"/>
              </a:xfrm>
              <a:custGeom>
                <a:avLst/>
                <a:gdLst>
                  <a:gd name="T0" fmla="*/ 2147483647 w 540"/>
                  <a:gd name="T1" fmla="*/ 2147483647 h 672"/>
                  <a:gd name="T2" fmla="*/ 2147483647 w 540"/>
                  <a:gd name="T3" fmla="*/ 2147483647 h 672"/>
                  <a:gd name="T4" fmla="*/ 2147483647 w 540"/>
                  <a:gd name="T5" fmla="*/ 2147483647 h 672"/>
                  <a:gd name="T6" fmla="*/ 2147483647 w 540"/>
                  <a:gd name="T7" fmla="*/ 2147483647 h 672"/>
                  <a:gd name="T8" fmla="*/ 2147483647 w 540"/>
                  <a:gd name="T9" fmla="*/ 2147483647 h 672"/>
                  <a:gd name="T10" fmla="*/ 2147483647 w 540"/>
                  <a:gd name="T11" fmla="*/ 2147483647 h 672"/>
                  <a:gd name="T12" fmla="*/ 2147483647 w 540"/>
                  <a:gd name="T13" fmla="*/ 2147483647 h 672"/>
                  <a:gd name="T14" fmla="*/ 2147483647 w 540"/>
                  <a:gd name="T15" fmla="*/ 2147483647 h 672"/>
                  <a:gd name="T16" fmla="*/ 2147483647 w 540"/>
                  <a:gd name="T17" fmla="*/ 2147483647 h 672"/>
                  <a:gd name="T18" fmla="*/ 2147483647 w 540"/>
                  <a:gd name="T19" fmla="*/ 2147483647 h 672"/>
                  <a:gd name="T20" fmla="*/ 2147483647 w 540"/>
                  <a:gd name="T21" fmla="*/ 2147483647 h 672"/>
                  <a:gd name="T22" fmla="*/ 2147483647 w 540"/>
                  <a:gd name="T23" fmla="*/ 2147483647 h 672"/>
                  <a:gd name="T24" fmla="*/ 2147483647 w 540"/>
                  <a:gd name="T25" fmla="*/ 2147483647 h 672"/>
                  <a:gd name="T26" fmla="*/ 2147483647 w 540"/>
                  <a:gd name="T27" fmla="*/ 2147483647 h 672"/>
                  <a:gd name="T28" fmla="*/ 2147483647 w 540"/>
                  <a:gd name="T29" fmla="*/ 2147483647 h 672"/>
                  <a:gd name="T30" fmla="*/ 2147483647 w 540"/>
                  <a:gd name="T31" fmla="*/ 2147483647 h 672"/>
                  <a:gd name="T32" fmla="*/ 2147483647 w 540"/>
                  <a:gd name="T33" fmla="*/ 2147483647 h 672"/>
                  <a:gd name="T34" fmla="*/ 2147483647 w 540"/>
                  <a:gd name="T35" fmla="*/ 2147483647 h 672"/>
                  <a:gd name="T36" fmla="*/ 2147483647 w 540"/>
                  <a:gd name="T37" fmla="*/ 2147483647 h 672"/>
                  <a:gd name="T38" fmla="*/ 2147483647 w 540"/>
                  <a:gd name="T39" fmla="*/ 2147483647 h 672"/>
                  <a:gd name="T40" fmla="*/ 2147483647 w 540"/>
                  <a:gd name="T41" fmla="*/ 2147483647 h 672"/>
                  <a:gd name="T42" fmla="*/ 2147483647 w 540"/>
                  <a:gd name="T43" fmla="*/ 2147483647 h 672"/>
                  <a:gd name="T44" fmla="*/ 2147483647 w 540"/>
                  <a:gd name="T45" fmla="*/ 2147483647 h 672"/>
                  <a:gd name="T46" fmla="*/ 2147483647 w 540"/>
                  <a:gd name="T47" fmla="*/ 2147483647 h 672"/>
                  <a:gd name="T48" fmla="*/ 2147483647 w 540"/>
                  <a:gd name="T49" fmla="*/ 2147483647 h 672"/>
                  <a:gd name="T50" fmla="*/ 2147483647 w 540"/>
                  <a:gd name="T51" fmla="*/ 0 h 672"/>
                  <a:gd name="T52" fmla="*/ 2147483647 w 540"/>
                  <a:gd name="T53" fmla="*/ 2147483647 h 672"/>
                  <a:gd name="T54" fmla="*/ 2147483647 w 540"/>
                  <a:gd name="T55" fmla="*/ 2147483647 h 672"/>
                  <a:gd name="T56" fmla="*/ 2147483647 w 540"/>
                  <a:gd name="T57" fmla="*/ 2147483647 h 672"/>
                  <a:gd name="T58" fmla="*/ 2147483647 w 540"/>
                  <a:gd name="T59" fmla="*/ 2147483647 h 672"/>
                  <a:gd name="T60" fmla="*/ 2147483647 w 540"/>
                  <a:gd name="T61" fmla="*/ 2147483647 h 672"/>
                  <a:gd name="T62" fmla="*/ 2147483647 w 540"/>
                  <a:gd name="T63" fmla="*/ 2147483647 h 672"/>
                  <a:gd name="T64" fmla="*/ 2147483647 w 540"/>
                  <a:gd name="T65" fmla="*/ 2147483647 h 672"/>
                  <a:gd name="T66" fmla="*/ 2147483647 w 540"/>
                  <a:gd name="T67" fmla="*/ 2147483647 h 672"/>
                  <a:gd name="T68" fmla="*/ 2147483647 w 540"/>
                  <a:gd name="T69" fmla="*/ 2147483647 h 672"/>
                  <a:gd name="T70" fmla="*/ 2147483647 w 540"/>
                  <a:gd name="T71" fmla="*/ 2147483647 h 672"/>
                  <a:gd name="T72" fmla="*/ 2147483647 w 540"/>
                  <a:gd name="T73" fmla="*/ 2147483647 h 672"/>
                  <a:gd name="T74" fmla="*/ 2147483647 w 540"/>
                  <a:gd name="T75" fmla="*/ 2147483647 h 672"/>
                  <a:gd name="T76" fmla="*/ 2147483647 w 540"/>
                  <a:gd name="T77" fmla="*/ 2147483647 h 672"/>
                  <a:gd name="T78" fmla="*/ 2147483647 w 540"/>
                  <a:gd name="T79" fmla="*/ 2147483647 h 672"/>
                  <a:gd name="T80" fmla="*/ 2147483647 w 540"/>
                  <a:gd name="T81" fmla="*/ 2147483647 h 672"/>
                  <a:gd name="T82" fmla="*/ 2147483647 w 540"/>
                  <a:gd name="T83" fmla="*/ 2147483647 h 672"/>
                  <a:gd name="T84" fmla="*/ 2147483647 w 540"/>
                  <a:gd name="T85" fmla="*/ 2147483647 h 672"/>
                  <a:gd name="T86" fmla="*/ 2147483647 w 540"/>
                  <a:gd name="T87" fmla="*/ 2147483647 h 67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540"/>
                  <a:gd name="T133" fmla="*/ 0 h 672"/>
                  <a:gd name="T134" fmla="*/ 540 w 540"/>
                  <a:gd name="T135" fmla="*/ 672 h 67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540" h="672">
                    <a:moveTo>
                      <a:pt x="258" y="564"/>
                    </a:moveTo>
                    <a:lnTo>
                      <a:pt x="276" y="564"/>
                    </a:lnTo>
                    <a:lnTo>
                      <a:pt x="288" y="558"/>
                    </a:lnTo>
                    <a:lnTo>
                      <a:pt x="306" y="552"/>
                    </a:lnTo>
                    <a:lnTo>
                      <a:pt x="330" y="540"/>
                    </a:lnTo>
                    <a:lnTo>
                      <a:pt x="336" y="528"/>
                    </a:lnTo>
                    <a:lnTo>
                      <a:pt x="342" y="510"/>
                    </a:lnTo>
                    <a:lnTo>
                      <a:pt x="342" y="498"/>
                    </a:lnTo>
                    <a:lnTo>
                      <a:pt x="348" y="498"/>
                    </a:lnTo>
                    <a:lnTo>
                      <a:pt x="354" y="492"/>
                    </a:lnTo>
                    <a:lnTo>
                      <a:pt x="366" y="486"/>
                    </a:lnTo>
                    <a:lnTo>
                      <a:pt x="384" y="480"/>
                    </a:lnTo>
                    <a:lnTo>
                      <a:pt x="408" y="456"/>
                    </a:lnTo>
                    <a:lnTo>
                      <a:pt x="414" y="444"/>
                    </a:lnTo>
                    <a:lnTo>
                      <a:pt x="414" y="426"/>
                    </a:lnTo>
                    <a:lnTo>
                      <a:pt x="420" y="408"/>
                    </a:lnTo>
                    <a:lnTo>
                      <a:pt x="420" y="378"/>
                    </a:lnTo>
                    <a:lnTo>
                      <a:pt x="426" y="372"/>
                    </a:lnTo>
                    <a:lnTo>
                      <a:pt x="432" y="372"/>
                    </a:lnTo>
                    <a:lnTo>
                      <a:pt x="444" y="378"/>
                    </a:lnTo>
                    <a:lnTo>
                      <a:pt x="450" y="384"/>
                    </a:lnTo>
                    <a:lnTo>
                      <a:pt x="462" y="384"/>
                    </a:lnTo>
                    <a:lnTo>
                      <a:pt x="468" y="378"/>
                    </a:lnTo>
                    <a:lnTo>
                      <a:pt x="480" y="354"/>
                    </a:lnTo>
                    <a:lnTo>
                      <a:pt x="480" y="330"/>
                    </a:lnTo>
                    <a:lnTo>
                      <a:pt x="534" y="276"/>
                    </a:lnTo>
                    <a:lnTo>
                      <a:pt x="534" y="264"/>
                    </a:lnTo>
                    <a:lnTo>
                      <a:pt x="540" y="252"/>
                    </a:lnTo>
                    <a:lnTo>
                      <a:pt x="540" y="204"/>
                    </a:lnTo>
                    <a:lnTo>
                      <a:pt x="528" y="192"/>
                    </a:lnTo>
                    <a:lnTo>
                      <a:pt x="510" y="192"/>
                    </a:lnTo>
                    <a:lnTo>
                      <a:pt x="510" y="186"/>
                    </a:lnTo>
                    <a:lnTo>
                      <a:pt x="492" y="168"/>
                    </a:lnTo>
                    <a:lnTo>
                      <a:pt x="486" y="150"/>
                    </a:lnTo>
                    <a:lnTo>
                      <a:pt x="462" y="126"/>
                    </a:lnTo>
                    <a:lnTo>
                      <a:pt x="456" y="114"/>
                    </a:lnTo>
                    <a:lnTo>
                      <a:pt x="432" y="96"/>
                    </a:lnTo>
                    <a:lnTo>
                      <a:pt x="396" y="84"/>
                    </a:lnTo>
                    <a:lnTo>
                      <a:pt x="366" y="78"/>
                    </a:lnTo>
                    <a:lnTo>
                      <a:pt x="348" y="78"/>
                    </a:lnTo>
                    <a:lnTo>
                      <a:pt x="342" y="72"/>
                    </a:lnTo>
                    <a:lnTo>
                      <a:pt x="330" y="72"/>
                    </a:lnTo>
                    <a:lnTo>
                      <a:pt x="318" y="60"/>
                    </a:lnTo>
                    <a:lnTo>
                      <a:pt x="294" y="48"/>
                    </a:lnTo>
                    <a:lnTo>
                      <a:pt x="288" y="36"/>
                    </a:lnTo>
                    <a:lnTo>
                      <a:pt x="288" y="30"/>
                    </a:lnTo>
                    <a:lnTo>
                      <a:pt x="282" y="18"/>
                    </a:lnTo>
                    <a:lnTo>
                      <a:pt x="276" y="12"/>
                    </a:lnTo>
                    <a:lnTo>
                      <a:pt x="252" y="18"/>
                    </a:lnTo>
                    <a:lnTo>
                      <a:pt x="246" y="6"/>
                    </a:lnTo>
                    <a:lnTo>
                      <a:pt x="246" y="0"/>
                    </a:lnTo>
                    <a:lnTo>
                      <a:pt x="240" y="0"/>
                    </a:lnTo>
                    <a:lnTo>
                      <a:pt x="234" y="6"/>
                    </a:lnTo>
                    <a:lnTo>
                      <a:pt x="234" y="12"/>
                    </a:lnTo>
                    <a:lnTo>
                      <a:pt x="228" y="24"/>
                    </a:lnTo>
                    <a:lnTo>
                      <a:pt x="228" y="54"/>
                    </a:lnTo>
                    <a:lnTo>
                      <a:pt x="246" y="72"/>
                    </a:lnTo>
                    <a:lnTo>
                      <a:pt x="246" y="78"/>
                    </a:lnTo>
                    <a:lnTo>
                      <a:pt x="240" y="78"/>
                    </a:lnTo>
                    <a:lnTo>
                      <a:pt x="240" y="72"/>
                    </a:lnTo>
                    <a:lnTo>
                      <a:pt x="228" y="72"/>
                    </a:lnTo>
                    <a:lnTo>
                      <a:pt x="228" y="78"/>
                    </a:lnTo>
                    <a:lnTo>
                      <a:pt x="222" y="84"/>
                    </a:lnTo>
                    <a:lnTo>
                      <a:pt x="222" y="96"/>
                    </a:lnTo>
                    <a:lnTo>
                      <a:pt x="216" y="108"/>
                    </a:lnTo>
                    <a:lnTo>
                      <a:pt x="216" y="120"/>
                    </a:lnTo>
                    <a:lnTo>
                      <a:pt x="210" y="132"/>
                    </a:lnTo>
                    <a:lnTo>
                      <a:pt x="204" y="138"/>
                    </a:lnTo>
                    <a:lnTo>
                      <a:pt x="198" y="150"/>
                    </a:lnTo>
                    <a:lnTo>
                      <a:pt x="192" y="156"/>
                    </a:lnTo>
                    <a:lnTo>
                      <a:pt x="192" y="168"/>
                    </a:lnTo>
                    <a:lnTo>
                      <a:pt x="210" y="204"/>
                    </a:lnTo>
                    <a:lnTo>
                      <a:pt x="216" y="210"/>
                    </a:lnTo>
                    <a:lnTo>
                      <a:pt x="216" y="222"/>
                    </a:lnTo>
                    <a:lnTo>
                      <a:pt x="222" y="228"/>
                    </a:lnTo>
                    <a:lnTo>
                      <a:pt x="234" y="234"/>
                    </a:lnTo>
                    <a:lnTo>
                      <a:pt x="240" y="240"/>
                    </a:lnTo>
                    <a:lnTo>
                      <a:pt x="204" y="414"/>
                    </a:lnTo>
                    <a:lnTo>
                      <a:pt x="0" y="486"/>
                    </a:lnTo>
                    <a:lnTo>
                      <a:pt x="84" y="672"/>
                    </a:lnTo>
                    <a:lnTo>
                      <a:pt x="114" y="660"/>
                    </a:lnTo>
                    <a:lnTo>
                      <a:pt x="198" y="636"/>
                    </a:lnTo>
                    <a:lnTo>
                      <a:pt x="228" y="624"/>
                    </a:lnTo>
                    <a:lnTo>
                      <a:pt x="246" y="618"/>
                    </a:lnTo>
                    <a:lnTo>
                      <a:pt x="252" y="606"/>
                    </a:lnTo>
                    <a:lnTo>
                      <a:pt x="252" y="594"/>
                    </a:lnTo>
                    <a:lnTo>
                      <a:pt x="258" y="582"/>
                    </a:lnTo>
                    <a:lnTo>
                      <a:pt x="258" y="564"/>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05" name="Nigeria" descr="© INSCALE GmbH, 05.05.2010&#10;http://www.presentationload.com/">
                <a:extLst>
                  <a:ext uri="{FF2B5EF4-FFF2-40B4-BE49-F238E27FC236}">
                    <a16:creationId xmlns:a16="http://schemas.microsoft.com/office/drawing/2014/main" id="{DA2B9611-51D1-C242-C453-EA4F97C6D671}"/>
                  </a:ext>
                </a:extLst>
              </p:cNvPr>
              <p:cNvSpPr>
                <a:spLocks/>
              </p:cNvSpPr>
              <p:nvPr/>
            </p:nvSpPr>
            <p:spPr bwMode="gray">
              <a:xfrm>
                <a:off x="2705" y="2285"/>
                <a:ext cx="212" cy="195"/>
              </a:xfrm>
              <a:custGeom>
                <a:avLst/>
                <a:gdLst>
                  <a:gd name="T0" fmla="*/ 2147483647 w 840"/>
                  <a:gd name="T1" fmla="*/ 2147483647 h 768"/>
                  <a:gd name="T2" fmla="*/ 2147483647 w 840"/>
                  <a:gd name="T3" fmla="*/ 2147483647 h 768"/>
                  <a:gd name="T4" fmla="*/ 2147483647 w 840"/>
                  <a:gd name="T5" fmla="*/ 2147483647 h 768"/>
                  <a:gd name="T6" fmla="*/ 2147483647 w 840"/>
                  <a:gd name="T7" fmla="*/ 2147483647 h 768"/>
                  <a:gd name="T8" fmla="*/ 2147483647 w 840"/>
                  <a:gd name="T9" fmla="*/ 2147483647 h 768"/>
                  <a:gd name="T10" fmla="*/ 2147483647 w 840"/>
                  <a:gd name="T11" fmla="*/ 2147483647 h 768"/>
                  <a:gd name="T12" fmla="*/ 2147483647 w 840"/>
                  <a:gd name="T13" fmla="*/ 2147483647 h 768"/>
                  <a:gd name="T14" fmla="*/ 2147483647 w 840"/>
                  <a:gd name="T15" fmla="*/ 2147483647 h 768"/>
                  <a:gd name="T16" fmla="*/ 2147483647 w 840"/>
                  <a:gd name="T17" fmla="*/ 2147483647 h 768"/>
                  <a:gd name="T18" fmla="*/ 2147483647 w 840"/>
                  <a:gd name="T19" fmla="*/ 2147483647 h 768"/>
                  <a:gd name="T20" fmla="*/ 2147483647 w 840"/>
                  <a:gd name="T21" fmla="*/ 2147483647 h 768"/>
                  <a:gd name="T22" fmla="*/ 2147483647 w 840"/>
                  <a:gd name="T23" fmla="*/ 2147483647 h 768"/>
                  <a:gd name="T24" fmla="*/ 2147483647 w 840"/>
                  <a:gd name="T25" fmla="*/ 2147483647 h 768"/>
                  <a:gd name="T26" fmla="*/ 2147483647 w 840"/>
                  <a:gd name="T27" fmla="*/ 2147483647 h 768"/>
                  <a:gd name="T28" fmla="*/ 2147483647 w 840"/>
                  <a:gd name="T29" fmla="*/ 2147483647 h 768"/>
                  <a:gd name="T30" fmla="*/ 2147483647 w 840"/>
                  <a:gd name="T31" fmla="*/ 2147483647 h 768"/>
                  <a:gd name="T32" fmla="*/ 2147483647 w 840"/>
                  <a:gd name="T33" fmla="*/ 2147483647 h 768"/>
                  <a:gd name="T34" fmla="*/ 2147483647 w 840"/>
                  <a:gd name="T35" fmla="*/ 2147483647 h 768"/>
                  <a:gd name="T36" fmla="*/ 2147483647 w 840"/>
                  <a:gd name="T37" fmla="*/ 2147483647 h 768"/>
                  <a:gd name="T38" fmla="*/ 2147483647 w 840"/>
                  <a:gd name="T39" fmla="*/ 2147483647 h 768"/>
                  <a:gd name="T40" fmla="*/ 2147483647 w 840"/>
                  <a:gd name="T41" fmla="*/ 2147483647 h 768"/>
                  <a:gd name="T42" fmla="*/ 2147483647 w 840"/>
                  <a:gd name="T43" fmla="*/ 2147483647 h 768"/>
                  <a:gd name="T44" fmla="*/ 2147483647 w 840"/>
                  <a:gd name="T45" fmla="*/ 2147483647 h 768"/>
                  <a:gd name="T46" fmla="*/ 2147483647 w 840"/>
                  <a:gd name="T47" fmla="*/ 2147483647 h 768"/>
                  <a:gd name="T48" fmla="*/ 2147483647 w 840"/>
                  <a:gd name="T49" fmla="*/ 2147483647 h 768"/>
                  <a:gd name="T50" fmla="*/ 2147483647 w 840"/>
                  <a:gd name="T51" fmla="*/ 2147483647 h 768"/>
                  <a:gd name="T52" fmla="*/ 2147483647 w 840"/>
                  <a:gd name="T53" fmla="*/ 2147483647 h 768"/>
                  <a:gd name="T54" fmla="*/ 2147483647 w 840"/>
                  <a:gd name="T55" fmla="*/ 2147483647 h 768"/>
                  <a:gd name="T56" fmla="*/ 2147483647 w 840"/>
                  <a:gd name="T57" fmla="*/ 2147483647 h 768"/>
                  <a:gd name="T58" fmla="*/ 2147483647 w 840"/>
                  <a:gd name="T59" fmla="*/ 2147483647 h 768"/>
                  <a:gd name="T60" fmla="*/ 2147483647 w 840"/>
                  <a:gd name="T61" fmla="*/ 2147483647 h 768"/>
                  <a:gd name="T62" fmla="*/ 2147483647 w 840"/>
                  <a:gd name="T63" fmla="*/ 2147483647 h 768"/>
                  <a:gd name="T64" fmla="*/ 2147483647 w 840"/>
                  <a:gd name="T65" fmla="*/ 2147483647 h 768"/>
                  <a:gd name="T66" fmla="*/ 2147483647 w 840"/>
                  <a:gd name="T67" fmla="*/ 2147483647 h 768"/>
                  <a:gd name="T68" fmla="*/ 2147483647 w 840"/>
                  <a:gd name="T69" fmla="*/ 2147483647 h 768"/>
                  <a:gd name="T70" fmla="*/ 2147483647 w 840"/>
                  <a:gd name="T71" fmla="*/ 2147483647 h 768"/>
                  <a:gd name="T72" fmla="*/ 2147483647 w 840"/>
                  <a:gd name="T73" fmla="*/ 2147483647 h 768"/>
                  <a:gd name="T74" fmla="*/ 2147483647 w 840"/>
                  <a:gd name="T75" fmla="*/ 2147483647 h 768"/>
                  <a:gd name="T76" fmla="*/ 2147483647 w 840"/>
                  <a:gd name="T77" fmla="*/ 2147483647 h 768"/>
                  <a:gd name="T78" fmla="*/ 2147483647 w 840"/>
                  <a:gd name="T79" fmla="*/ 2147483647 h 768"/>
                  <a:gd name="T80" fmla="*/ 2147483647 w 840"/>
                  <a:gd name="T81" fmla="*/ 2147483647 h 768"/>
                  <a:gd name="T82" fmla="*/ 2147483647 w 840"/>
                  <a:gd name="T83" fmla="*/ 2147483647 h 768"/>
                  <a:gd name="T84" fmla="*/ 2147483647 w 840"/>
                  <a:gd name="T85" fmla="*/ 2147483647 h 768"/>
                  <a:gd name="T86" fmla="*/ 2147483647 w 840"/>
                  <a:gd name="T87" fmla="*/ 2147483647 h 768"/>
                  <a:gd name="T88" fmla="*/ 2147483647 w 840"/>
                  <a:gd name="T89" fmla="*/ 2147483647 h 768"/>
                  <a:gd name="T90" fmla="*/ 2147483647 w 840"/>
                  <a:gd name="T91" fmla="*/ 2147483647 h 768"/>
                  <a:gd name="T92" fmla="*/ 2147483647 w 840"/>
                  <a:gd name="T93" fmla="*/ 2147483647 h 768"/>
                  <a:gd name="T94" fmla="*/ 2147483647 w 840"/>
                  <a:gd name="T95" fmla="*/ 2147483647 h 768"/>
                  <a:gd name="T96" fmla="*/ 2147483647 w 840"/>
                  <a:gd name="T97" fmla="*/ 2147483647 h 768"/>
                  <a:gd name="T98" fmla="*/ 2147483647 w 840"/>
                  <a:gd name="T99" fmla="*/ 2147483647 h 768"/>
                  <a:gd name="T100" fmla="*/ 2147483647 w 840"/>
                  <a:gd name="T101" fmla="*/ 2147483647 h 768"/>
                  <a:gd name="T102" fmla="*/ 2147483647 w 840"/>
                  <a:gd name="T103" fmla="*/ 2147483647 h 768"/>
                  <a:gd name="T104" fmla="*/ 2147483647 w 840"/>
                  <a:gd name="T105" fmla="*/ 2147483647 h 768"/>
                  <a:gd name="T106" fmla="*/ 2147483647 w 840"/>
                  <a:gd name="T107" fmla="*/ 2147483647 h 768"/>
                  <a:gd name="T108" fmla="*/ 2147483647 w 840"/>
                  <a:gd name="T109" fmla="*/ 2147483647 h 768"/>
                  <a:gd name="T110" fmla="*/ 2147483647 w 840"/>
                  <a:gd name="T111" fmla="*/ 2147483647 h 768"/>
                  <a:gd name="T112" fmla="*/ 2147483647 w 840"/>
                  <a:gd name="T113" fmla="*/ 2147483647 h 768"/>
                  <a:gd name="T114" fmla="*/ 2147483647 w 840"/>
                  <a:gd name="T115" fmla="*/ 2147483647 h 768"/>
                  <a:gd name="T116" fmla="*/ 2147483647 w 840"/>
                  <a:gd name="T117" fmla="*/ 2147483647 h 768"/>
                  <a:gd name="T118" fmla="*/ 2147483647 w 840"/>
                  <a:gd name="T119" fmla="*/ 2147483647 h 76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840"/>
                  <a:gd name="T181" fmla="*/ 0 h 768"/>
                  <a:gd name="T182" fmla="*/ 840 w 840"/>
                  <a:gd name="T183" fmla="*/ 768 h 76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840" h="768">
                    <a:moveTo>
                      <a:pt x="420" y="738"/>
                    </a:moveTo>
                    <a:lnTo>
                      <a:pt x="420" y="732"/>
                    </a:lnTo>
                    <a:lnTo>
                      <a:pt x="426" y="726"/>
                    </a:lnTo>
                    <a:lnTo>
                      <a:pt x="426" y="714"/>
                    </a:lnTo>
                    <a:lnTo>
                      <a:pt x="432" y="702"/>
                    </a:lnTo>
                    <a:lnTo>
                      <a:pt x="432" y="648"/>
                    </a:lnTo>
                    <a:lnTo>
                      <a:pt x="498" y="594"/>
                    </a:lnTo>
                    <a:lnTo>
                      <a:pt x="498" y="588"/>
                    </a:lnTo>
                    <a:lnTo>
                      <a:pt x="504" y="582"/>
                    </a:lnTo>
                    <a:lnTo>
                      <a:pt x="516" y="558"/>
                    </a:lnTo>
                    <a:lnTo>
                      <a:pt x="522" y="552"/>
                    </a:lnTo>
                    <a:lnTo>
                      <a:pt x="528" y="552"/>
                    </a:lnTo>
                    <a:lnTo>
                      <a:pt x="534" y="558"/>
                    </a:lnTo>
                    <a:lnTo>
                      <a:pt x="546" y="564"/>
                    </a:lnTo>
                    <a:lnTo>
                      <a:pt x="552" y="564"/>
                    </a:lnTo>
                    <a:lnTo>
                      <a:pt x="558" y="558"/>
                    </a:lnTo>
                    <a:lnTo>
                      <a:pt x="558" y="546"/>
                    </a:lnTo>
                    <a:lnTo>
                      <a:pt x="552" y="540"/>
                    </a:lnTo>
                    <a:lnTo>
                      <a:pt x="564" y="540"/>
                    </a:lnTo>
                    <a:lnTo>
                      <a:pt x="570" y="552"/>
                    </a:lnTo>
                    <a:lnTo>
                      <a:pt x="582" y="564"/>
                    </a:lnTo>
                    <a:lnTo>
                      <a:pt x="588" y="576"/>
                    </a:lnTo>
                    <a:lnTo>
                      <a:pt x="588" y="582"/>
                    </a:lnTo>
                    <a:lnTo>
                      <a:pt x="594" y="594"/>
                    </a:lnTo>
                    <a:lnTo>
                      <a:pt x="600" y="600"/>
                    </a:lnTo>
                    <a:lnTo>
                      <a:pt x="606" y="600"/>
                    </a:lnTo>
                    <a:lnTo>
                      <a:pt x="624" y="582"/>
                    </a:lnTo>
                    <a:lnTo>
                      <a:pt x="624" y="570"/>
                    </a:lnTo>
                    <a:lnTo>
                      <a:pt x="630" y="558"/>
                    </a:lnTo>
                    <a:lnTo>
                      <a:pt x="642" y="552"/>
                    </a:lnTo>
                    <a:lnTo>
                      <a:pt x="648" y="546"/>
                    </a:lnTo>
                    <a:lnTo>
                      <a:pt x="648" y="516"/>
                    </a:lnTo>
                    <a:lnTo>
                      <a:pt x="672" y="486"/>
                    </a:lnTo>
                    <a:lnTo>
                      <a:pt x="684" y="438"/>
                    </a:lnTo>
                    <a:lnTo>
                      <a:pt x="696" y="432"/>
                    </a:lnTo>
                    <a:lnTo>
                      <a:pt x="702" y="426"/>
                    </a:lnTo>
                    <a:lnTo>
                      <a:pt x="714" y="420"/>
                    </a:lnTo>
                    <a:lnTo>
                      <a:pt x="720" y="414"/>
                    </a:lnTo>
                    <a:lnTo>
                      <a:pt x="720" y="402"/>
                    </a:lnTo>
                    <a:lnTo>
                      <a:pt x="726" y="384"/>
                    </a:lnTo>
                    <a:lnTo>
                      <a:pt x="726" y="354"/>
                    </a:lnTo>
                    <a:lnTo>
                      <a:pt x="744" y="354"/>
                    </a:lnTo>
                    <a:lnTo>
                      <a:pt x="750" y="348"/>
                    </a:lnTo>
                    <a:lnTo>
                      <a:pt x="756" y="330"/>
                    </a:lnTo>
                    <a:lnTo>
                      <a:pt x="756" y="300"/>
                    </a:lnTo>
                    <a:lnTo>
                      <a:pt x="762" y="294"/>
                    </a:lnTo>
                    <a:lnTo>
                      <a:pt x="768" y="264"/>
                    </a:lnTo>
                    <a:lnTo>
                      <a:pt x="774" y="252"/>
                    </a:lnTo>
                    <a:lnTo>
                      <a:pt x="786" y="240"/>
                    </a:lnTo>
                    <a:lnTo>
                      <a:pt x="786" y="234"/>
                    </a:lnTo>
                    <a:lnTo>
                      <a:pt x="792" y="228"/>
                    </a:lnTo>
                    <a:lnTo>
                      <a:pt x="792" y="222"/>
                    </a:lnTo>
                    <a:lnTo>
                      <a:pt x="798" y="216"/>
                    </a:lnTo>
                    <a:lnTo>
                      <a:pt x="798" y="210"/>
                    </a:lnTo>
                    <a:lnTo>
                      <a:pt x="810" y="210"/>
                    </a:lnTo>
                    <a:lnTo>
                      <a:pt x="822" y="204"/>
                    </a:lnTo>
                    <a:lnTo>
                      <a:pt x="840" y="186"/>
                    </a:lnTo>
                    <a:lnTo>
                      <a:pt x="840" y="174"/>
                    </a:lnTo>
                    <a:lnTo>
                      <a:pt x="834" y="168"/>
                    </a:lnTo>
                    <a:lnTo>
                      <a:pt x="834" y="162"/>
                    </a:lnTo>
                    <a:lnTo>
                      <a:pt x="840" y="156"/>
                    </a:lnTo>
                    <a:lnTo>
                      <a:pt x="840" y="126"/>
                    </a:lnTo>
                    <a:lnTo>
                      <a:pt x="810" y="126"/>
                    </a:lnTo>
                    <a:lnTo>
                      <a:pt x="810" y="120"/>
                    </a:lnTo>
                    <a:lnTo>
                      <a:pt x="804" y="108"/>
                    </a:lnTo>
                    <a:lnTo>
                      <a:pt x="804" y="60"/>
                    </a:lnTo>
                    <a:lnTo>
                      <a:pt x="774" y="12"/>
                    </a:lnTo>
                    <a:lnTo>
                      <a:pt x="756" y="12"/>
                    </a:lnTo>
                    <a:lnTo>
                      <a:pt x="750" y="18"/>
                    </a:lnTo>
                    <a:lnTo>
                      <a:pt x="750" y="24"/>
                    </a:lnTo>
                    <a:lnTo>
                      <a:pt x="744" y="30"/>
                    </a:lnTo>
                    <a:lnTo>
                      <a:pt x="744" y="36"/>
                    </a:lnTo>
                    <a:lnTo>
                      <a:pt x="720" y="36"/>
                    </a:lnTo>
                    <a:lnTo>
                      <a:pt x="714" y="42"/>
                    </a:lnTo>
                    <a:lnTo>
                      <a:pt x="702" y="48"/>
                    </a:lnTo>
                    <a:lnTo>
                      <a:pt x="696" y="54"/>
                    </a:lnTo>
                    <a:lnTo>
                      <a:pt x="684" y="60"/>
                    </a:lnTo>
                    <a:lnTo>
                      <a:pt x="654" y="60"/>
                    </a:lnTo>
                    <a:lnTo>
                      <a:pt x="648" y="54"/>
                    </a:lnTo>
                    <a:lnTo>
                      <a:pt x="636" y="48"/>
                    </a:lnTo>
                    <a:lnTo>
                      <a:pt x="600" y="36"/>
                    </a:lnTo>
                    <a:lnTo>
                      <a:pt x="546" y="36"/>
                    </a:lnTo>
                    <a:lnTo>
                      <a:pt x="528" y="42"/>
                    </a:lnTo>
                    <a:lnTo>
                      <a:pt x="516" y="54"/>
                    </a:lnTo>
                    <a:lnTo>
                      <a:pt x="504" y="60"/>
                    </a:lnTo>
                    <a:lnTo>
                      <a:pt x="492" y="84"/>
                    </a:lnTo>
                    <a:lnTo>
                      <a:pt x="486" y="90"/>
                    </a:lnTo>
                    <a:lnTo>
                      <a:pt x="480" y="90"/>
                    </a:lnTo>
                    <a:lnTo>
                      <a:pt x="468" y="84"/>
                    </a:lnTo>
                    <a:lnTo>
                      <a:pt x="438" y="84"/>
                    </a:lnTo>
                    <a:lnTo>
                      <a:pt x="414" y="72"/>
                    </a:lnTo>
                    <a:lnTo>
                      <a:pt x="402" y="60"/>
                    </a:lnTo>
                    <a:lnTo>
                      <a:pt x="390" y="54"/>
                    </a:lnTo>
                    <a:lnTo>
                      <a:pt x="384" y="48"/>
                    </a:lnTo>
                    <a:lnTo>
                      <a:pt x="372" y="42"/>
                    </a:lnTo>
                    <a:lnTo>
                      <a:pt x="360" y="42"/>
                    </a:lnTo>
                    <a:lnTo>
                      <a:pt x="336" y="54"/>
                    </a:lnTo>
                    <a:lnTo>
                      <a:pt x="324" y="66"/>
                    </a:lnTo>
                    <a:lnTo>
                      <a:pt x="312" y="72"/>
                    </a:lnTo>
                    <a:lnTo>
                      <a:pt x="306" y="72"/>
                    </a:lnTo>
                    <a:lnTo>
                      <a:pt x="294" y="66"/>
                    </a:lnTo>
                    <a:lnTo>
                      <a:pt x="288" y="60"/>
                    </a:lnTo>
                    <a:lnTo>
                      <a:pt x="288" y="54"/>
                    </a:lnTo>
                    <a:lnTo>
                      <a:pt x="282" y="48"/>
                    </a:lnTo>
                    <a:lnTo>
                      <a:pt x="282" y="42"/>
                    </a:lnTo>
                    <a:lnTo>
                      <a:pt x="258" y="18"/>
                    </a:lnTo>
                    <a:lnTo>
                      <a:pt x="222" y="18"/>
                    </a:lnTo>
                    <a:lnTo>
                      <a:pt x="222" y="12"/>
                    </a:lnTo>
                    <a:lnTo>
                      <a:pt x="210" y="0"/>
                    </a:lnTo>
                    <a:lnTo>
                      <a:pt x="198" y="0"/>
                    </a:lnTo>
                    <a:lnTo>
                      <a:pt x="186" y="6"/>
                    </a:lnTo>
                    <a:lnTo>
                      <a:pt x="180" y="6"/>
                    </a:lnTo>
                    <a:lnTo>
                      <a:pt x="180" y="12"/>
                    </a:lnTo>
                    <a:lnTo>
                      <a:pt x="126" y="12"/>
                    </a:lnTo>
                    <a:lnTo>
                      <a:pt x="102" y="36"/>
                    </a:lnTo>
                    <a:lnTo>
                      <a:pt x="102" y="60"/>
                    </a:lnTo>
                    <a:lnTo>
                      <a:pt x="96" y="78"/>
                    </a:lnTo>
                    <a:lnTo>
                      <a:pt x="90" y="90"/>
                    </a:lnTo>
                    <a:lnTo>
                      <a:pt x="84" y="96"/>
                    </a:lnTo>
                    <a:lnTo>
                      <a:pt x="78" y="108"/>
                    </a:lnTo>
                    <a:lnTo>
                      <a:pt x="72" y="114"/>
                    </a:lnTo>
                    <a:lnTo>
                      <a:pt x="66" y="114"/>
                    </a:lnTo>
                    <a:lnTo>
                      <a:pt x="66" y="168"/>
                    </a:lnTo>
                    <a:lnTo>
                      <a:pt x="60" y="180"/>
                    </a:lnTo>
                    <a:lnTo>
                      <a:pt x="60" y="186"/>
                    </a:lnTo>
                    <a:lnTo>
                      <a:pt x="54" y="192"/>
                    </a:lnTo>
                    <a:lnTo>
                      <a:pt x="66" y="216"/>
                    </a:lnTo>
                    <a:lnTo>
                      <a:pt x="72" y="222"/>
                    </a:lnTo>
                    <a:lnTo>
                      <a:pt x="78" y="234"/>
                    </a:lnTo>
                    <a:lnTo>
                      <a:pt x="78" y="246"/>
                    </a:lnTo>
                    <a:lnTo>
                      <a:pt x="84" y="252"/>
                    </a:lnTo>
                    <a:lnTo>
                      <a:pt x="84" y="264"/>
                    </a:lnTo>
                    <a:lnTo>
                      <a:pt x="78" y="270"/>
                    </a:lnTo>
                    <a:lnTo>
                      <a:pt x="72" y="270"/>
                    </a:lnTo>
                    <a:lnTo>
                      <a:pt x="60" y="276"/>
                    </a:lnTo>
                    <a:lnTo>
                      <a:pt x="60" y="318"/>
                    </a:lnTo>
                    <a:lnTo>
                      <a:pt x="48" y="324"/>
                    </a:lnTo>
                    <a:lnTo>
                      <a:pt x="42" y="336"/>
                    </a:lnTo>
                    <a:lnTo>
                      <a:pt x="36" y="342"/>
                    </a:lnTo>
                    <a:lnTo>
                      <a:pt x="36" y="372"/>
                    </a:lnTo>
                    <a:lnTo>
                      <a:pt x="24" y="396"/>
                    </a:lnTo>
                    <a:lnTo>
                      <a:pt x="6" y="396"/>
                    </a:lnTo>
                    <a:lnTo>
                      <a:pt x="0" y="426"/>
                    </a:lnTo>
                    <a:lnTo>
                      <a:pt x="6" y="462"/>
                    </a:lnTo>
                    <a:lnTo>
                      <a:pt x="0" y="492"/>
                    </a:lnTo>
                    <a:lnTo>
                      <a:pt x="0" y="606"/>
                    </a:lnTo>
                    <a:lnTo>
                      <a:pt x="6" y="612"/>
                    </a:lnTo>
                    <a:lnTo>
                      <a:pt x="30" y="612"/>
                    </a:lnTo>
                    <a:lnTo>
                      <a:pt x="54" y="600"/>
                    </a:lnTo>
                    <a:lnTo>
                      <a:pt x="60" y="594"/>
                    </a:lnTo>
                    <a:lnTo>
                      <a:pt x="66" y="600"/>
                    </a:lnTo>
                    <a:lnTo>
                      <a:pt x="108" y="600"/>
                    </a:lnTo>
                    <a:lnTo>
                      <a:pt x="126" y="606"/>
                    </a:lnTo>
                    <a:lnTo>
                      <a:pt x="138" y="618"/>
                    </a:lnTo>
                    <a:lnTo>
                      <a:pt x="150" y="636"/>
                    </a:lnTo>
                    <a:lnTo>
                      <a:pt x="156" y="648"/>
                    </a:lnTo>
                    <a:lnTo>
                      <a:pt x="168" y="660"/>
                    </a:lnTo>
                    <a:lnTo>
                      <a:pt x="186" y="660"/>
                    </a:lnTo>
                    <a:lnTo>
                      <a:pt x="180" y="666"/>
                    </a:lnTo>
                    <a:lnTo>
                      <a:pt x="180" y="678"/>
                    </a:lnTo>
                    <a:lnTo>
                      <a:pt x="174" y="684"/>
                    </a:lnTo>
                    <a:lnTo>
                      <a:pt x="186" y="684"/>
                    </a:lnTo>
                    <a:lnTo>
                      <a:pt x="198" y="678"/>
                    </a:lnTo>
                    <a:lnTo>
                      <a:pt x="198" y="684"/>
                    </a:lnTo>
                    <a:lnTo>
                      <a:pt x="192" y="690"/>
                    </a:lnTo>
                    <a:lnTo>
                      <a:pt x="186" y="702"/>
                    </a:lnTo>
                    <a:lnTo>
                      <a:pt x="186" y="714"/>
                    </a:lnTo>
                    <a:lnTo>
                      <a:pt x="204" y="750"/>
                    </a:lnTo>
                    <a:lnTo>
                      <a:pt x="216" y="762"/>
                    </a:lnTo>
                    <a:lnTo>
                      <a:pt x="234" y="768"/>
                    </a:lnTo>
                    <a:lnTo>
                      <a:pt x="270" y="768"/>
                    </a:lnTo>
                    <a:lnTo>
                      <a:pt x="276" y="762"/>
                    </a:lnTo>
                    <a:lnTo>
                      <a:pt x="282" y="762"/>
                    </a:lnTo>
                    <a:lnTo>
                      <a:pt x="288" y="738"/>
                    </a:lnTo>
                    <a:lnTo>
                      <a:pt x="312" y="750"/>
                    </a:lnTo>
                    <a:lnTo>
                      <a:pt x="336" y="744"/>
                    </a:lnTo>
                    <a:lnTo>
                      <a:pt x="354" y="756"/>
                    </a:lnTo>
                    <a:lnTo>
                      <a:pt x="396" y="756"/>
                    </a:lnTo>
                    <a:lnTo>
                      <a:pt x="396" y="732"/>
                    </a:lnTo>
                    <a:lnTo>
                      <a:pt x="420" y="732"/>
                    </a:lnTo>
                    <a:lnTo>
                      <a:pt x="420" y="738"/>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06" name="Niger" descr="© INSCALE GmbH, 05.05.2010&#10;http://www.presentationload.com/">
                <a:extLst>
                  <a:ext uri="{FF2B5EF4-FFF2-40B4-BE49-F238E27FC236}">
                    <a16:creationId xmlns:a16="http://schemas.microsoft.com/office/drawing/2014/main" id="{9E6FE61C-735B-E5FE-0D4C-889DFD1C99C7}"/>
                  </a:ext>
                </a:extLst>
              </p:cNvPr>
              <p:cNvSpPr>
                <a:spLocks/>
              </p:cNvSpPr>
              <p:nvPr/>
            </p:nvSpPr>
            <p:spPr bwMode="gray">
              <a:xfrm>
                <a:off x="2660" y="2089"/>
                <a:ext cx="282" cy="239"/>
              </a:xfrm>
              <a:custGeom>
                <a:avLst/>
                <a:gdLst>
                  <a:gd name="T0" fmla="*/ 2147483647 w 1110"/>
                  <a:gd name="T1" fmla="*/ 2147483647 h 942"/>
                  <a:gd name="T2" fmla="*/ 2147483647 w 1110"/>
                  <a:gd name="T3" fmla="*/ 2147483647 h 942"/>
                  <a:gd name="T4" fmla="*/ 2147483647 w 1110"/>
                  <a:gd name="T5" fmla="*/ 2147483647 h 942"/>
                  <a:gd name="T6" fmla="*/ 2147483647 w 1110"/>
                  <a:gd name="T7" fmla="*/ 2147483647 h 942"/>
                  <a:gd name="T8" fmla="*/ 2147483647 w 1110"/>
                  <a:gd name="T9" fmla="*/ 2147483647 h 942"/>
                  <a:gd name="T10" fmla="*/ 2147483647 w 1110"/>
                  <a:gd name="T11" fmla="*/ 2147483647 h 942"/>
                  <a:gd name="T12" fmla="*/ 2147483647 w 1110"/>
                  <a:gd name="T13" fmla="*/ 2147483647 h 942"/>
                  <a:gd name="T14" fmla="*/ 2147483647 w 1110"/>
                  <a:gd name="T15" fmla="*/ 2147483647 h 942"/>
                  <a:gd name="T16" fmla="*/ 2147483647 w 1110"/>
                  <a:gd name="T17" fmla="*/ 2147483647 h 942"/>
                  <a:gd name="T18" fmla="*/ 2147483647 w 1110"/>
                  <a:gd name="T19" fmla="*/ 2147483647 h 942"/>
                  <a:gd name="T20" fmla="*/ 2147483647 w 1110"/>
                  <a:gd name="T21" fmla="*/ 2147483647 h 942"/>
                  <a:gd name="T22" fmla="*/ 2147483647 w 1110"/>
                  <a:gd name="T23" fmla="*/ 2147483647 h 942"/>
                  <a:gd name="T24" fmla="*/ 2147483647 w 1110"/>
                  <a:gd name="T25" fmla="*/ 2147483647 h 942"/>
                  <a:gd name="T26" fmla="*/ 2147483647 w 1110"/>
                  <a:gd name="T27" fmla="*/ 2147483647 h 942"/>
                  <a:gd name="T28" fmla="*/ 2147483647 w 1110"/>
                  <a:gd name="T29" fmla="*/ 2147483647 h 942"/>
                  <a:gd name="T30" fmla="*/ 2147483647 w 1110"/>
                  <a:gd name="T31" fmla="*/ 2147483647 h 942"/>
                  <a:gd name="T32" fmla="*/ 2147483647 w 1110"/>
                  <a:gd name="T33" fmla="*/ 2147483647 h 942"/>
                  <a:gd name="T34" fmla="*/ 2147483647 w 1110"/>
                  <a:gd name="T35" fmla="*/ 2147483647 h 942"/>
                  <a:gd name="T36" fmla="*/ 2147483647 w 1110"/>
                  <a:gd name="T37" fmla="*/ 2147483647 h 942"/>
                  <a:gd name="T38" fmla="*/ 2147483647 w 1110"/>
                  <a:gd name="T39" fmla="*/ 2147483647 h 942"/>
                  <a:gd name="T40" fmla="*/ 2147483647 w 1110"/>
                  <a:gd name="T41" fmla="*/ 2147483647 h 942"/>
                  <a:gd name="T42" fmla="*/ 2147483647 w 1110"/>
                  <a:gd name="T43" fmla="*/ 2147483647 h 942"/>
                  <a:gd name="T44" fmla="*/ 2147483647 w 1110"/>
                  <a:gd name="T45" fmla="*/ 2147483647 h 942"/>
                  <a:gd name="T46" fmla="*/ 2147483647 w 1110"/>
                  <a:gd name="T47" fmla="*/ 2147483647 h 942"/>
                  <a:gd name="T48" fmla="*/ 2147483647 w 1110"/>
                  <a:gd name="T49" fmla="*/ 2147483647 h 942"/>
                  <a:gd name="T50" fmla="*/ 2147483647 w 1110"/>
                  <a:gd name="T51" fmla="*/ 2147483647 h 942"/>
                  <a:gd name="T52" fmla="*/ 2147483647 w 1110"/>
                  <a:gd name="T53" fmla="*/ 2147483647 h 942"/>
                  <a:gd name="T54" fmla="*/ 2147483647 w 1110"/>
                  <a:gd name="T55" fmla="*/ 2147483647 h 942"/>
                  <a:gd name="T56" fmla="*/ 2147483647 w 1110"/>
                  <a:gd name="T57" fmla="*/ 2147483647 h 942"/>
                  <a:gd name="T58" fmla="*/ 2147483647 w 1110"/>
                  <a:gd name="T59" fmla="*/ 2147483647 h 942"/>
                  <a:gd name="T60" fmla="*/ 2147483647 w 1110"/>
                  <a:gd name="T61" fmla="*/ 2147483647 h 942"/>
                  <a:gd name="T62" fmla="*/ 2147483647 w 1110"/>
                  <a:gd name="T63" fmla="*/ 2147483647 h 942"/>
                  <a:gd name="T64" fmla="*/ 2147483647 w 1110"/>
                  <a:gd name="T65" fmla="*/ 2147483647 h 942"/>
                  <a:gd name="T66" fmla="*/ 2147483647 w 1110"/>
                  <a:gd name="T67" fmla="*/ 2147483647 h 942"/>
                  <a:gd name="T68" fmla="*/ 2147483647 w 1110"/>
                  <a:gd name="T69" fmla="*/ 2147483647 h 942"/>
                  <a:gd name="T70" fmla="*/ 2147483647 w 1110"/>
                  <a:gd name="T71" fmla="*/ 2147483647 h 942"/>
                  <a:gd name="T72" fmla="*/ 2147483647 w 1110"/>
                  <a:gd name="T73" fmla="*/ 2147483647 h 942"/>
                  <a:gd name="T74" fmla="*/ 2147483647 w 1110"/>
                  <a:gd name="T75" fmla="*/ 2147483647 h 942"/>
                  <a:gd name="T76" fmla="*/ 2147483647 w 1110"/>
                  <a:gd name="T77" fmla="*/ 2147483647 h 942"/>
                  <a:gd name="T78" fmla="*/ 2147483647 w 1110"/>
                  <a:gd name="T79" fmla="*/ 2147483647 h 942"/>
                  <a:gd name="T80" fmla="*/ 2147483647 w 1110"/>
                  <a:gd name="T81" fmla="*/ 2147483647 h 942"/>
                  <a:gd name="T82" fmla="*/ 2147483647 w 1110"/>
                  <a:gd name="T83" fmla="*/ 2147483647 h 942"/>
                  <a:gd name="T84" fmla="*/ 2147483647 w 1110"/>
                  <a:gd name="T85" fmla="*/ 2147483647 h 942"/>
                  <a:gd name="T86" fmla="*/ 2147483647 w 1110"/>
                  <a:gd name="T87" fmla="*/ 2147483647 h 942"/>
                  <a:gd name="T88" fmla="*/ 2147483647 w 1110"/>
                  <a:gd name="T89" fmla="*/ 2147483647 h 942"/>
                  <a:gd name="T90" fmla="*/ 2147483647 w 1110"/>
                  <a:gd name="T91" fmla="*/ 2147483647 h 942"/>
                  <a:gd name="T92" fmla="*/ 2147483647 w 1110"/>
                  <a:gd name="T93" fmla="*/ 2147483647 h 942"/>
                  <a:gd name="T94" fmla="*/ 2147483647 w 1110"/>
                  <a:gd name="T95" fmla="*/ 2147483647 h 942"/>
                  <a:gd name="T96" fmla="*/ 2147483647 w 1110"/>
                  <a:gd name="T97" fmla="*/ 2147483647 h 942"/>
                  <a:gd name="T98" fmla="*/ 0 w 1110"/>
                  <a:gd name="T99" fmla="*/ 2147483647 h 942"/>
                  <a:gd name="T100" fmla="*/ 2147483647 w 1110"/>
                  <a:gd name="T101" fmla="*/ 2147483647 h 9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10"/>
                  <a:gd name="T154" fmla="*/ 0 h 942"/>
                  <a:gd name="T155" fmla="*/ 1110 w 1110"/>
                  <a:gd name="T156" fmla="*/ 942 h 9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10" h="942">
                    <a:moveTo>
                      <a:pt x="54" y="792"/>
                    </a:moveTo>
                    <a:lnTo>
                      <a:pt x="54" y="810"/>
                    </a:lnTo>
                    <a:lnTo>
                      <a:pt x="66" y="810"/>
                    </a:lnTo>
                    <a:lnTo>
                      <a:pt x="48" y="828"/>
                    </a:lnTo>
                    <a:lnTo>
                      <a:pt x="48" y="834"/>
                    </a:lnTo>
                    <a:lnTo>
                      <a:pt x="72" y="858"/>
                    </a:lnTo>
                    <a:lnTo>
                      <a:pt x="84" y="864"/>
                    </a:lnTo>
                    <a:lnTo>
                      <a:pt x="90" y="876"/>
                    </a:lnTo>
                    <a:lnTo>
                      <a:pt x="108" y="876"/>
                    </a:lnTo>
                    <a:lnTo>
                      <a:pt x="120" y="864"/>
                    </a:lnTo>
                    <a:lnTo>
                      <a:pt x="132" y="864"/>
                    </a:lnTo>
                    <a:lnTo>
                      <a:pt x="144" y="876"/>
                    </a:lnTo>
                    <a:lnTo>
                      <a:pt x="150" y="888"/>
                    </a:lnTo>
                    <a:lnTo>
                      <a:pt x="126" y="894"/>
                    </a:lnTo>
                    <a:lnTo>
                      <a:pt x="150" y="930"/>
                    </a:lnTo>
                    <a:lnTo>
                      <a:pt x="150" y="906"/>
                    </a:lnTo>
                    <a:lnTo>
                      <a:pt x="180" y="894"/>
                    </a:lnTo>
                    <a:lnTo>
                      <a:pt x="192" y="906"/>
                    </a:lnTo>
                    <a:lnTo>
                      <a:pt x="198" y="918"/>
                    </a:lnTo>
                    <a:lnTo>
                      <a:pt x="204" y="924"/>
                    </a:lnTo>
                    <a:lnTo>
                      <a:pt x="210" y="924"/>
                    </a:lnTo>
                    <a:lnTo>
                      <a:pt x="216" y="930"/>
                    </a:lnTo>
                    <a:lnTo>
                      <a:pt x="222" y="930"/>
                    </a:lnTo>
                    <a:lnTo>
                      <a:pt x="234" y="936"/>
                    </a:lnTo>
                    <a:lnTo>
                      <a:pt x="240" y="942"/>
                    </a:lnTo>
                    <a:lnTo>
                      <a:pt x="240" y="888"/>
                    </a:lnTo>
                    <a:lnTo>
                      <a:pt x="246" y="888"/>
                    </a:lnTo>
                    <a:lnTo>
                      <a:pt x="252" y="882"/>
                    </a:lnTo>
                    <a:lnTo>
                      <a:pt x="258" y="870"/>
                    </a:lnTo>
                    <a:lnTo>
                      <a:pt x="264" y="864"/>
                    </a:lnTo>
                    <a:lnTo>
                      <a:pt x="270" y="852"/>
                    </a:lnTo>
                    <a:lnTo>
                      <a:pt x="276" y="834"/>
                    </a:lnTo>
                    <a:lnTo>
                      <a:pt x="276" y="810"/>
                    </a:lnTo>
                    <a:lnTo>
                      <a:pt x="300" y="786"/>
                    </a:lnTo>
                    <a:lnTo>
                      <a:pt x="354" y="786"/>
                    </a:lnTo>
                    <a:lnTo>
                      <a:pt x="354" y="780"/>
                    </a:lnTo>
                    <a:lnTo>
                      <a:pt x="360" y="780"/>
                    </a:lnTo>
                    <a:lnTo>
                      <a:pt x="372" y="774"/>
                    </a:lnTo>
                    <a:lnTo>
                      <a:pt x="384" y="774"/>
                    </a:lnTo>
                    <a:lnTo>
                      <a:pt x="396" y="786"/>
                    </a:lnTo>
                    <a:lnTo>
                      <a:pt x="396" y="792"/>
                    </a:lnTo>
                    <a:lnTo>
                      <a:pt x="432" y="792"/>
                    </a:lnTo>
                    <a:lnTo>
                      <a:pt x="456" y="816"/>
                    </a:lnTo>
                    <a:lnTo>
                      <a:pt x="456" y="822"/>
                    </a:lnTo>
                    <a:lnTo>
                      <a:pt x="462" y="828"/>
                    </a:lnTo>
                    <a:lnTo>
                      <a:pt x="462" y="834"/>
                    </a:lnTo>
                    <a:lnTo>
                      <a:pt x="468" y="840"/>
                    </a:lnTo>
                    <a:lnTo>
                      <a:pt x="480" y="846"/>
                    </a:lnTo>
                    <a:lnTo>
                      <a:pt x="486" y="846"/>
                    </a:lnTo>
                    <a:lnTo>
                      <a:pt x="498" y="840"/>
                    </a:lnTo>
                    <a:lnTo>
                      <a:pt x="510" y="828"/>
                    </a:lnTo>
                    <a:lnTo>
                      <a:pt x="534" y="816"/>
                    </a:lnTo>
                    <a:lnTo>
                      <a:pt x="546" y="816"/>
                    </a:lnTo>
                    <a:lnTo>
                      <a:pt x="558" y="822"/>
                    </a:lnTo>
                    <a:lnTo>
                      <a:pt x="564" y="828"/>
                    </a:lnTo>
                    <a:lnTo>
                      <a:pt x="576" y="834"/>
                    </a:lnTo>
                    <a:lnTo>
                      <a:pt x="588" y="846"/>
                    </a:lnTo>
                    <a:lnTo>
                      <a:pt x="612" y="858"/>
                    </a:lnTo>
                    <a:lnTo>
                      <a:pt x="642" y="858"/>
                    </a:lnTo>
                    <a:lnTo>
                      <a:pt x="654" y="864"/>
                    </a:lnTo>
                    <a:lnTo>
                      <a:pt x="660" y="864"/>
                    </a:lnTo>
                    <a:lnTo>
                      <a:pt x="666" y="858"/>
                    </a:lnTo>
                    <a:lnTo>
                      <a:pt x="678" y="834"/>
                    </a:lnTo>
                    <a:lnTo>
                      <a:pt x="690" y="828"/>
                    </a:lnTo>
                    <a:lnTo>
                      <a:pt x="702" y="816"/>
                    </a:lnTo>
                    <a:lnTo>
                      <a:pt x="720" y="810"/>
                    </a:lnTo>
                    <a:lnTo>
                      <a:pt x="774" y="810"/>
                    </a:lnTo>
                    <a:lnTo>
                      <a:pt x="810" y="822"/>
                    </a:lnTo>
                    <a:lnTo>
                      <a:pt x="822" y="828"/>
                    </a:lnTo>
                    <a:lnTo>
                      <a:pt x="828" y="834"/>
                    </a:lnTo>
                    <a:lnTo>
                      <a:pt x="858" y="834"/>
                    </a:lnTo>
                    <a:lnTo>
                      <a:pt x="870" y="828"/>
                    </a:lnTo>
                    <a:lnTo>
                      <a:pt x="876" y="822"/>
                    </a:lnTo>
                    <a:lnTo>
                      <a:pt x="888" y="816"/>
                    </a:lnTo>
                    <a:lnTo>
                      <a:pt x="894" y="810"/>
                    </a:lnTo>
                    <a:lnTo>
                      <a:pt x="918" y="810"/>
                    </a:lnTo>
                    <a:lnTo>
                      <a:pt x="918" y="804"/>
                    </a:lnTo>
                    <a:lnTo>
                      <a:pt x="924" y="798"/>
                    </a:lnTo>
                    <a:lnTo>
                      <a:pt x="924" y="792"/>
                    </a:lnTo>
                    <a:lnTo>
                      <a:pt x="930" y="786"/>
                    </a:lnTo>
                    <a:lnTo>
                      <a:pt x="936" y="786"/>
                    </a:lnTo>
                    <a:lnTo>
                      <a:pt x="930" y="726"/>
                    </a:lnTo>
                    <a:lnTo>
                      <a:pt x="948" y="720"/>
                    </a:lnTo>
                    <a:lnTo>
                      <a:pt x="948" y="714"/>
                    </a:lnTo>
                    <a:lnTo>
                      <a:pt x="954" y="708"/>
                    </a:lnTo>
                    <a:lnTo>
                      <a:pt x="954" y="696"/>
                    </a:lnTo>
                    <a:lnTo>
                      <a:pt x="960" y="678"/>
                    </a:lnTo>
                    <a:lnTo>
                      <a:pt x="966" y="666"/>
                    </a:lnTo>
                    <a:lnTo>
                      <a:pt x="978" y="648"/>
                    </a:lnTo>
                    <a:lnTo>
                      <a:pt x="984" y="636"/>
                    </a:lnTo>
                    <a:lnTo>
                      <a:pt x="1002" y="618"/>
                    </a:lnTo>
                    <a:lnTo>
                      <a:pt x="1026" y="588"/>
                    </a:lnTo>
                    <a:lnTo>
                      <a:pt x="1050" y="564"/>
                    </a:lnTo>
                    <a:lnTo>
                      <a:pt x="1068" y="540"/>
                    </a:lnTo>
                    <a:lnTo>
                      <a:pt x="1074" y="534"/>
                    </a:lnTo>
                    <a:lnTo>
                      <a:pt x="1092" y="288"/>
                    </a:lnTo>
                    <a:lnTo>
                      <a:pt x="1110" y="252"/>
                    </a:lnTo>
                    <a:lnTo>
                      <a:pt x="1080" y="216"/>
                    </a:lnTo>
                    <a:lnTo>
                      <a:pt x="1074" y="192"/>
                    </a:lnTo>
                    <a:lnTo>
                      <a:pt x="1044" y="156"/>
                    </a:lnTo>
                    <a:lnTo>
                      <a:pt x="1056" y="108"/>
                    </a:lnTo>
                    <a:lnTo>
                      <a:pt x="1038" y="42"/>
                    </a:lnTo>
                    <a:lnTo>
                      <a:pt x="1020" y="48"/>
                    </a:lnTo>
                    <a:lnTo>
                      <a:pt x="1002" y="60"/>
                    </a:lnTo>
                    <a:lnTo>
                      <a:pt x="990" y="66"/>
                    </a:lnTo>
                    <a:lnTo>
                      <a:pt x="984" y="66"/>
                    </a:lnTo>
                    <a:lnTo>
                      <a:pt x="978" y="60"/>
                    </a:lnTo>
                    <a:lnTo>
                      <a:pt x="966" y="54"/>
                    </a:lnTo>
                    <a:lnTo>
                      <a:pt x="960" y="42"/>
                    </a:lnTo>
                    <a:lnTo>
                      <a:pt x="954" y="36"/>
                    </a:lnTo>
                    <a:lnTo>
                      <a:pt x="942" y="30"/>
                    </a:lnTo>
                    <a:lnTo>
                      <a:pt x="936" y="24"/>
                    </a:lnTo>
                    <a:lnTo>
                      <a:pt x="930" y="24"/>
                    </a:lnTo>
                    <a:lnTo>
                      <a:pt x="918" y="18"/>
                    </a:lnTo>
                    <a:lnTo>
                      <a:pt x="900" y="12"/>
                    </a:lnTo>
                    <a:lnTo>
                      <a:pt x="888" y="12"/>
                    </a:lnTo>
                    <a:lnTo>
                      <a:pt x="876" y="6"/>
                    </a:lnTo>
                    <a:lnTo>
                      <a:pt x="864" y="6"/>
                    </a:lnTo>
                    <a:lnTo>
                      <a:pt x="828" y="0"/>
                    </a:lnTo>
                    <a:lnTo>
                      <a:pt x="816" y="6"/>
                    </a:lnTo>
                    <a:lnTo>
                      <a:pt x="786" y="30"/>
                    </a:lnTo>
                    <a:lnTo>
                      <a:pt x="738" y="66"/>
                    </a:lnTo>
                    <a:lnTo>
                      <a:pt x="684" y="102"/>
                    </a:lnTo>
                    <a:lnTo>
                      <a:pt x="624" y="144"/>
                    </a:lnTo>
                    <a:lnTo>
                      <a:pt x="576" y="180"/>
                    </a:lnTo>
                    <a:lnTo>
                      <a:pt x="534" y="210"/>
                    </a:lnTo>
                    <a:lnTo>
                      <a:pt x="510" y="222"/>
                    </a:lnTo>
                    <a:lnTo>
                      <a:pt x="480" y="246"/>
                    </a:lnTo>
                    <a:lnTo>
                      <a:pt x="450" y="282"/>
                    </a:lnTo>
                    <a:lnTo>
                      <a:pt x="414" y="312"/>
                    </a:lnTo>
                    <a:lnTo>
                      <a:pt x="390" y="330"/>
                    </a:lnTo>
                    <a:lnTo>
                      <a:pt x="366" y="336"/>
                    </a:lnTo>
                    <a:lnTo>
                      <a:pt x="324" y="342"/>
                    </a:lnTo>
                    <a:lnTo>
                      <a:pt x="282" y="354"/>
                    </a:lnTo>
                    <a:lnTo>
                      <a:pt x="282" y="558"/>
                    </a:lnTo>
                    <a:lnTo>
                      <a:pt x="264" y="582"/>
                    </a:lnTo>
                    <a:lnTo>
                      <a:pt x="264" y="594"/>
                    </a:lnTo>
                    <a:lnTo>
                      <a:pt x="258" y="606"/>
                    </a:lnTo>
                    <a:lnTo>
                      <a:pt x="258" y="624"/>
                    </a:lnTo>
                    <a:lnTo>
                      <a:pt x="252" y="636"/>
                    </a:lnTo>
                    <a:lnTo>
                      <a:pt x="240" y="642"/>
                    </a:lnTo>
                    <a:lnTo>
                      <a:pt x="222" y="648"/>
                    </a:lnTo>
                    <a:lnTo>
                      <a:pt x="198" y="648"/>
                    </a:lnTo>
                    <a:lnTo>
                      <a:pt x="186" y="654"/>
                    </a:lnTo>
                    <a:lnTo>
                      <a:pt x="138" y="648"/>
                    </a:lnTo>
                    <a:lnTo>
                      <a:pt x="138" y="666"/>
                    </a:lnTo>
                    <a:lnTo>
                      <a:pt x="72" y="660"/>
                    </a:lnTo>
                    <a:lnTo>
                      <a:pt x="48" y="678"/>
                    </a:lnTo>
                    <a:lnTo>
                      <a:pt x="0" y="690"/>
                    </a:lnTo>
                    <a:lnTo>
                      <a:pt x="0" y="726"/>
                    </a:lnTo>
                    <a:lnTo>
                      <a:pt x="6" y="738"/>
                    </a:lnTo>
                    <a:lnTo>
                      <a:pt x="6" y="762"/>
                    </a:lnTo>
                    <a:lnTo>
                      <a:pt x="18" y="786"/>
                    </a:lnTo>
                    <a:lnTo>
                      <a:pt x="30" y="792"/>
                    </a:lnTo>
                    <a:lnTo>
                      <a:pt x="54" y="792"/>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07" name="Namibia" descr="© INSCALE GmbH, 05.05.2010&#10;http://www.presentationload.com/">
                <a:extLst>
                  <a:ext uri="{FF2B5EF4-FFF2-40B4-BE49-F238E27FC236}">
                    <a16:creationId xmlns:a16="http://schemas.microsoft.com/office/drawing/2014/main" id="{F382ABB6-6B91-BC9F-4C43-665061FC4163}"/>
                  </a:ext>
                </a:extLst>
              </p:cNvPr>
              <p:cNvSpPr>
                <a:spLocks/>
              </p:cNvSpPr>
              <p:nvPr/>
            </p:nvSpPr>
            <p:spPr bwMode="gray">
              <a:xfrm>
                <a:off x="2865" y="2915"/>
                <a:ext cx="242" cy="247"/>
              </a:xfrm>
              <a:custGeom>
                <a:avLst/>
                <a:gdLst>
                  <a:gd name="T0" fmla="*/ 2147483647 w 954"/>
                  <a:gd name="T1" fmla="*/ 2147483647 h 972"/>
                  <a:gd name="T2" fmla="*/ 2147483647 w 954"/>
                  <a:gd name="T3" fmla="*/ 2147483647 h 972"/>
                  <a:gd name="T4" fmla="*/ 2147483647 w 954"/>
                  <a:gd name="T5" fmla="*/ 2147483647 h 972"/>
                  <a:gd name="T6" fmla="*/ 2147483647 w 954"/>
                  <a:gd name="T7" fmla="*/ 2147483647 h 972"/>
                  <a:gd name="T8" fmla="*/ 2147483647 w 954"/>
                  <a:gd name="T9" fmla="*/ 2147483647 h 972"/>
                  <a:gd name="T10" fmla="*/ 2147483647 w 954"/>
                  <a:gd name="T11" fmla="*/ 2147483647 h 972"/>
                  <a:gd name="T12" fmla="*/ 2147483647 w 954"/>
                  <a:gd name="T13" fmla="*/ 2147483647 h 972"/>
                  <a:gd name="T14" fmla="*/ 2147483647 w 954"/>
                  <a:gd name="T15" fmla="*/ 2147483647 h 972"/>
                  <a:gd name="T16" fmla="*/ 2147483647 w 954"/>
                  <a:gd name="T17" fmla="*/ 2147483647 h 972"/>
                  <a:gd name="T18" fmla="*/ 2147483647 w 954"/>
                  <a:gd name="T19" fmla="*/ 2147483647 h 972"/>
                  <a:gd name="T20" fmla="*/ 2147483647 w 954"/>
                  <a:gd name="T21" fmla="*/ 2147483647 h 972"/>
                  <a:gd name="T22" fmla="*/ 2147483647 w 954"/>
                  <a:gd name="T23" fmla="*/ 2147483647 h 972"/>
                  <a:gd name="T24" fmla="*/ 2147483647 w 954"/>
                  <a:gd name="T25" fmla="*/ 2147483647 h 972"/>
                  <a:gd name="T26" fmla="*/ 2147483647 w 954"/>
                  <a:gd name="T27" fmla="*/ 2147483647 h 972"/>
                  <a:gd name="T28" fmla="*/ 2147483647 w 954"/>
                  <a:gd name="T29" fmla="*/ 2147483647 h 972"/>
                  <a:gd name="T30" fmla="*/ 2147483647 w 954"/>
                  <a:gd name="T31" fmla="*/ 2147483647 h 972"/>
                  <a:gd name="T32" fmla="*/ 2147483647 w 954"/>
                  <a:gd name="T33" fmla="*/ 2147483647 h 972"/>
                  <a:gd name="T34" fmla="*/ 2147483647 w 954"/>
                  <a:gd name="T35" fmla="*/ 2147483647 h 972"/>
                  <a:gd name="T36" fmla="*/ 2147483647 w 954"/>
                  <a:gd name="T37" fmla="*/ 2147483647 h 972"/>
                  <a:gd name="T38" fmla="*/ 2147483647 w 954"/>
                  <a:gd name="T39" fmla="*/ 2147483647 h 972"/>
                  <a:gd name="T40" fmla="*/ 2147483647 w 954"/>
                  <a:gd name="T41" fmla="*/ 2147483647 h 972"/>
                  <a:gd name="T42" fmla="*/ 2147483647 w 954"/>
                  <a:gd name="T43" fmla="*/ 2147483647 h 972"/>
                  <a:gd name="T44" fmla="*/ 2147483647 w 954"/>
                  <a:gd name="T45" fmla="*/ 2147483647 h 972"/>
                  <a:gd name="T46" fmla="*/ 2147483647 w 954"/>
                  <a:gd name="T47" fmla="*/ 2147483647 h 972"/>
                  <a:gd name="T48" fmla="*/ 2147483647 w 954"/>
                  <a:gd name="T49" fmla="*/ 2147483647 h 972"/>
                  <a:gd name="T50" fmla="*/ 2147483647 w 954"/>
                  <a:gd name="T51" fmla="*/ 2147483647 h 972"/>
                  <a:gd name="T52" fmla="*/ 2147483647 w 954"/>
                  <a:gd name="T53" fmla="*/ 2147483647 h 972"/>
                  <a:gd name="T54" fmla="*/ 2147483647 w 954"/>
                  <a:gd name="T55" fmla="*/ 2147483647 h 972"/>
                  <a:gd name="T56" fmla="*/ 2147483647 w 954"/>
                  <a:gd name="T57" fmla="*/ 2147483647 h 972"/>
                  <a:gd name="T58" fmla="*/ 2147483647 w 954"/>
                  <a:gd name="T59" fmla="*/ 2147483647 h 972"/>
                  <a:gd name="T60" fmla="*/ 2147483647 w 954"/>
                  <a:gd name="T61" fmla="*/ 2147483647 h 972"/>
                  <a:gd name="T62" fmla="*/ 2147483647 w 954"/>
                  <a:gd name="T63" fmla="*/ 2147483647 h 972"/>
                  <a:gd name="T64" fmla="*/ 2147483647 w 954"/>
                  <a:gd name="T65" fmla="*/ 2147483647 h 972"/>
                  <a:gd name="T66" fmla="*/ 2147483647 w 954"/>
                  <a:gd name="T67" fmla="*/ 0 h 972"/>
                  <a:gd name="T68" fmla="*/ 2147483647 w 954"/>
                  <a:gd name="T69" fmla="*/ 2147483647 h 972"/>
                  <a:gd name="T70" fmla="*/ 2147483647 w 954"/>
                  <a:gd name="T71" fmla="*/ 2147483647 h 972"/>
                  <a:gd name="T72" fmla="*/ 0 w 954"/>
                  <a:gd name="T73" fmla="*/ 2147483647 h 972"/>
                  <a:gd name="T74" fmla="*/ 2147483647 w 954"/>
                  <a:gd name="T75" fmla="*/ 2147483647 h 972"/>
                  <a:gd name="T76" fmla="*/ 2147483647 w 954"/>
                  <a:gd name="T77" fmla="*/ 2147483647 h 972"/>
                  <a:gd name="T78" fmla="*/ 2147483647 w 954"/>
                  <a:gd name="T79" fmla="*/ 2147483647 h 972"/>
                  <a:gd name="T80" fmla="*/ 2147483647 w 954"/>
                  <a:gd name="T81" fmla="*/ 2147483647 h 972"/>
                  <a:gd name="T82" fmla="*/ 2147483647 w 954"/>
                  <a:gd name="T83" fmla="*/ 2147483647 h 972"/>
                  <a:gd name="T84" fmla="*/ 2147483647 w 954"/>
                  <a:gd name="T85" fmla="*/ 2147483647 h 972"/>
                  <a:gd name="T86" fmla="*/ 2147483647 w 954"/>
                  <a:gd name="T87" fmla="*/ 2147483647 h 972"/>
                  <a:gd name="T88" fmla="*/ 2147483647 w 954"/>
                  <a:gd name="T89" fmla="*/ 2147483647 h 972"/>
                  <a:gd name="T90" fmla="*/ 2147483647 w 954"/>
                  <a:gd name="T91" fmla="*/ 2147483647 h 972"/>
                  <a:gd name="T92" fmla="*/ 2147483647 w 954"/>
                  <a:gd name="T93" fmla="*/ 2147483647 h 972"/>
                  <a:gd name="T94" fmla="*/ 2147483647 w 954"/>
                  <a:gd name="T95" fmla="*/ 2147483647 h 972"/>
                  <a:gd name="T96" fmla="*/ 2147483647 w 954"/>
                  <a:gd name="T97" fmla="*/ 2147483647 h 972"/>
                  <a:gd name="T98" fmla="*/ 2147483647 w 954"/>
                  <a:gd name="T99" fmla="*/ 2147483647 h 972"/>
                  <a:gd name="T100" fmla="*/ 2147483647 w 954"/>
                  <a:gd name="T101" fmla="*/ 2147483647 h 972"/>
                  <a:gd name="T102" fmla="*/ 2147483647 w 954"/>
                  <a:gd name="T103" fmla="*/ 2147483647 h 972"/>
                  <a:gd name="T104" fmla="*/ 2147483647 w 954"/>
                  <a:gd name="T105" fmla="*/ 2147483647 h 972"/>
                  <a:gd name="T106" fmla="*/ 2147483647 w 954"/>
                  <a:gd name="T107" fmla="*/ 2147483647 h 972"/>
                  <a:gd name="T108" fmla="*/ 2147483647 w 954"/>
                  <a:gd name="T109" fmla="*/ 2147483647 h 972"/>
                  <a:gd name="T110" fmla="*/ 2147483647 w 954"/>
                  <a:gd name="T111" fmla="*/ 2147483647 h 972"/>
                  <a:gd name="T112" fmla="*/ 2147483647 w 954"/>
                  <a:gd name="T113" fmla="*/ 2147483647 h 972"/>
                  <a:gd name="T114" fmla="*/ 2147483647 w 954"/>
                  <a:gd name="T115" fmla="*/ 2147483647 h 972"/>
                  <a:gd name="T116" fmla="*/ 2147483647 w 954"/>
                  <a:gd name="T117" fmla="*/ 2147483647 h 972"/>
                  <a:gd name="T118" fmla="*/ 2147483647 w 954"/>
                  <a:gd name="T119" fmla="*/ 2147483647 h 97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54"/>
                  <a:gd name="T181" fmla="*/ 0 h 972"/>
                  <a:gd name="T182" fmla="*/ 954 w 954"/>
                  <a:gd name="T183" fmla="*/ 972 h 972"/>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54" h="972">
                    <a:moveTo>
                      <a:pt x="366" y="894"/>
                    </a:moveTo>
                    <a:lnTo>
                      <a:pt x="372" y="894"/>
                    </a:lnTo>
                    <a:lnTo>
                      <a:pt x="390" y="912"/>
                    </a:lnTo>
                    <a:lnTo>
                      <a:pt x="390" y="936"/>
                    </a:lnTo>
                    <a:lnTo>
                      <a:pt x="396" y="948"/>
                    </a:lnTo>
                    <a:lnTo>
                      <a:pt x="402" y="954"/>
                    </a:lnTo>
                    <a:lnTo>
                      <a:pt x="426" y="954"/>
                    </a:lnTo>
                    <a:lnTo>
                      <a:pt x="432" y="960"/>
                    </a:lnTo>
                    <a:lnTo>
                      <a:pt x="432" y="966"/>
                    </a:lnTo>
                    <a:lnTo>
                      <a:pt x="438" y="972"/>
                    </a:lnTo>
                    <a:lnTo>
                      <a:pt x="462" y="972"/>
                    </a:lnTo>
                    <a:lnTo>
                      <a:pt x="474" y="960"/>
                    </a:lnTo>
                    <a:lnTo>
                      <a:pt x="486" y="960"/>
                    </a:lnTo>
                    <a:lnTo>
                      <a:pt x="498" y="972"/>
                    </a:lnTo>
                    <a:lnTo>
                      <a:pt x="522" y="972"/>
                    </a:lnTo>
                    <a:lnTo>
                      <a:pt x="522" y="948"/>
                    </a:lnTo>
                    <a:lnTo>
                      <a:pt x="534" y="948"/>
                    </a:lnTo>
                    <a:lnTo>
                      <a:pt x="534" y="942"/>
                    </a:lnTo>
                    <a:lnTo>
                      <a:pt x="540" y="936"/>
                    </a:lnTo>
                    <a:lnTo>
                      <a:pt x="552" y="930"/>
                    </a:lnTo>
                    <a:lnTo>
                      <a:pt x="570" y="930"/>
                    </a:lnTo>
                    <a:lnTo>
                      <a:pt x="582" y="414"/>
                    </a:lnTo>
                    <a:lnTo>
                      <a:pt x="654" y="414"/>
                    </a:lnTo>
                    <a:lnTo>
                      <a:pt x="648" y="288"/>
                    </a:lnTo>
                    <a:lnTo>
                      <a:pt x="654" y="282"/>
                    </a:lnTo>
                    <a:lnTo>
                      <a:pt x="654" y="108"/>
                    </a:lnTo>
                    <a:lnTo>
                      <a:pt x="690" y="108"/>
                    </a:lnTo>
                    <a:lnTo>
                      <a:pt x="708" y="102"/>
                    </a:lnTo>
                    <a:lnTo>
                      <a:pt x="744" y="102"/>
                    </a:lnTo>
                    <a:lnTo>
                      <a:pt x="792" y="90"/>
                    </a:lnTo>
                    <a:lnTo>
                      <a:pt x="804" y="84"/>
                    </a:lnTo>
                    <a:lnTo>
                      <a:pt x="822" y="84"/>
                    </a:lnTo>
                    <a:lnTo>
                      <a:pt x="828" y="90"/>
                    </a:lnTo>
                    <a:lnTo>
                      <a:pt x="828" y="108"/>
                    </a:lnTo>
                    <a:lnTo>
                      <a:pt x="834" y="108"/>
                    </a:lnTo>
                    <a:lnTo>
                      <a:pt x="834" y="126"/>
                    </a:lnTo>
                    <a:lnTo>
                      <a:pt x="840" y="126"/>
                    </a:lnTo>
                    <a:lnTo>
                      <a:pt x="882" y="84"/>
                    </a:lnTo>
                    <a:lnTo>
                      <a:pt x="906" y="84"/>
                    </a:lnTo>
                    <a:lnTo>
                      <a:pt x="918" y="72"/>
                    </a:lnTo>
                    <a:lnTo>
                      <a:pt x="954" y="66"/>
                    </a:lnTo>
                    <a:lnTo>
                      <a:pt x="936" y="48"/>
                    </a:lnTo>
                    <a:lnTo>
                      <a:pt x="906" y="54"/>
                    </a:lnTo>
                    <a:lnTo>
                      <a:pt x="906" y="48"/>
                    </a:lnTo>
                    <a:lnTo>
                      <a:pt x="900" y="42"/>
                    </a:lnTo>
                    <a:lnTo>
                      <a:pt x="882" y="42"/>
                    </a:lnTo>
                    <a:lnTo>
                      <a:pt x="876" y="48"/>
                    </a:lnTo>
                    <a:lnTo>
                      <a:pt x="870" y="48"/>
                    </a:lnTo>
                    <a:lnTo>
                      <a:pt x="846" y="60"/>
                    </a:lnTo>
                    <a:lnTo>
                      <a:pt x="828" y="54"/>
                    </a:lnTo>
                    <a:lnTo>
                      <a:pt x="816" y="60"/>
                    </a:lnTo>
                    <a:lnTo>
                      <a:pt x="780" y="72"/>
                    </a:lnTo>
                    <a:lnTo>
                      <a:pt x="732" y="78"/>
                    </a:lnTo>
                    <a:lnTo>
                      <a:pt x="696" y="84"/>
                    </a:lnTo>
                    <a:lnTo>
                      <a:pt x="624" y="84"/>
                    </a:lnTo>
                    <a:lnTo>
                      <a:pt x="618" y="72"/>
                    </a:lnTo>
                    <a:lnTo>
                      <a:pt x="546" y="78"/>
                    </a:lnTo>
                    <a:lnTo>
                      <a:pt x="540" y="66"/>
                    </a:lnTo>
                    <a:lnTo>
                      <a:pt x="504" y="66"/>
                    </a:lnTo>
                    <a:lnTo>
                      <a:pt x="480" y="42"/>
                    </a:lnTo>
                    <a:lnTo>
                      <a:pt x="480" y="36"/>
                    </a:lnTo>
                    <a:lnTo>
                      <a:pt x="174" y="36"/>
                    </a:lnTo>
                    <a:lnTo>
                      <a:pt x="168" y="30"/>
                    </a:lnTo>
                    <a:lnTo>
                      <a:pt x="156" y="30"/>
                    </a:lnTo>
                    <a:lnTo>
                      <a:pt x="132" y="18"/>
                    </a:lnTo>
                    <a:lnTo>
                      <a:pt x="126" y="6"/>
                    </a:lnTo>
                    <a:lnTo>
                      <a:pt x="120" y="0"/>
                    </a:lnTo>
                    <a:lnTo>
                      <a:pt x="90" y="0"/>
                    </a:lnTo>
                    <a:lnTo>
                      <a:pt x="90" y="6"/>
                    </a:lnTo>
                    <a:lnTo>
                      <a:pt x="72" y="24"/>
                    </a:lnTo>
                    <a:lnTo>
                      <a:pt x="42" y="24"/>
                    </a:lnTo>
                    <a:lnTo>
                      <a:pt x="36" y="18"/>
                    </a:lnTo>
                    <a:lnTo>
                      <a:pt x="18" y="24"/>
                    </a:lnTo>
                    <a:lnTo>
                      <a:pt x="0" y="24"/>
                    </a:lnTo>
                    <a:lnTo>
                      <a:pt x="6" y="96"/>
                    </a:lnTo>
                    <a:lnTo>
                      <a:pt x="12" y="108"/>
                    </a:lnTo>
                    <a:lnTo>
                      <a:pt x="30" y="126"/>
                    </a:lnTo>
                    <a:lnTo>
                      <a:pt x="36" y="138"/>
                    </a:lnTo>
                    <a:lnTo>
                      <a:pt x="54" y="162"/>
                    </a:lnTo>
                    <a:lnTo>
                      <a:pt x="72" y="192"/>
                    </a:lnTo>
                    <a:lnTo>
                      <a:pt x="96" y="228"/>
                    </a:lnTo>
                    <a:lnTo>
                      <a:pt x="102" y="258"/>
                    </a:lnTo>
                    <a:lnTo>
                      <a:pt x="102" y="276"/>
                    </a:lnTo>
                    <a:lnTo>
                      <a:pt x="114" y="294"/>
                    </a:lnTo>
                    <a:lnTo>
                      <a:pt x="120" y="312"/>
                    </a:lnTo>
                    <a:lnTo>
                      <a:pt x="138" y="348"/>
                    </a:lnTo>
                    <a:lnTo>
                      <a:pt x="156" y="366"/>
                    </a:lnTo>
                    <a:lnTo>
                      <a:pt x="156" y="390"/>
                    </a:lnTo>
                    <a:lnTo>
                      <a:pt x="162" y="396"/>
                    </a:lnTo>
                    <a:lnTo>
                      <a:pt x="174" y="402"/>
                    </a:lnTo>
                    <a:lnTo>
                      <a:pt x="180" y="414"/>
                    </a:lnTo>
                    <a:lnTo>
                      <a:pt x="192" y="420"/>
                    </a:lnTo>
                    <a:lnTo>
                      <a:pt x="198" y="432"/>
                    </a:lnTo>
                    <a:lnTo>
                      <a:pt x="198" y="582"/>
                    </a:lnTo>
                    <a:lnTo>
                      <a:pt x="222" y="630"/>
                    </a:lnTo>
                    <a:lnTo>
                      <a:pt x="222" y="678"/>
                    </a:lnTo>
                    <a:lnTo>
                      <a:pt x="216" y="678"/>
                    </a:lnTo>
                    <a:lnTo>
                      <a:pt x="228" y="726"/>
                    </a:lnTo>
                    <a:lnTo>
                      <a:pt x="228" y="762"/>
                    </a:lnTo>
                    <a:lnTo>
                      <a:pt x="240" y="762"/>
                    </a:lnTo>
                    <a:lnTo>
                      <a:pt x="240" y="804"/>
                    </a:lnTo>
                    <a:lnTo>
                      <a:pt x="252" y="810"/>
                    </a:lnTo>
                    <a:lnTo>
                      <a:pt x="258" y="816"/>
                    </a:lnTo>
                    <a:lnTo>
                      <a:pt x="258" y="846"/>
                    </a:lnTo>
                    <a:lnTo>
                      <a:pt x="264" y="858"/>
                    </a:lnTo>
                    <a:lnTo>
                      <a:pt x="270" y="864"/>
                    </a:lnTo>
                    <a:lnTo>
                      <a:pt x="276" y="876"/>
                    </a:lnTo>
                    <a:lnTo>
                      <a:pt x="282" y="894"/>
                    </a:lnTo>
                    <a:lnTo>
                      <a:pt x="282" y="900"/>
                    </a:lnTo>
                    <a:lnTo>
                      <a:pt x="288" y="912"/>
                    </a:lnTo>
                    <a:lnTo>
                      <a:pt x="294" y="918"/>
                    </a:lnTo>
                    <a:lnTo>
                      <a:pt x="318" y="930"/>
                    </a:lnTo>
                    <a:lnTo>
                      <a:pt x="324" y="936"/>
                    </a:lnTo>
                    <a:lnTo>
                      <a:pt x="330" y="936"/>
                    </a:lnTo>
                    <a:lnTo>
                      <a:pt x="330" y="942"/>
                    </a:lnTo>
                    <a:lnTo>
                      <a:pt x="348" y="930"/>
                    </a:lnTo>
                    <a:lnTo>
                      <a:pt x="348" y="924"/>
                    </a:lnTo>
                    <a:lnTo>
                      <a:pt x="354" y="918"/>
                    </a:lnTo>
                    <a:lnTo>
                      <a:pt x="360" y="906"/>
                    </a:lnTo>
                    <a:lnTo>
                      <a:pt x="360" y="900"/>
                    </a:lnTo>
                    <a:lnTo>
                      <a:pt x="366" y="894"/>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08" name="Mozambique" descr="© INSCALE GmbH, 05.05.2010&#10;http://www.presentationload.com/">
                <a:extLst>
                  <a:ext uri="{FF2B5EF4-FFF2-40B4-BE49-F238E27FC236}">
                    <a16:creationId xmlns:a16="http://schemas.microsoft.com/office/drawing/2014/main" id="{18BC2715-C7B4-1EFC-8803-7E084A816C70}"/>
                  </a:ext>
                </a:extLst>
              </p:cNvPr>
              <p:cNvSpPr>
                <a:spLocks/>
              </p:cNvSpPr>
              <p:nvPr/>
            </p:nvSpPr>
            <p:spPr bwMode="gray">
              <a:xfrm>
                <a:off x="3195" y="2783"/>
                <a:ext cx="193" cy="339"/>
              </a:xfrm>
              <a:custGeom>
                <a:avLst/>
                <a:gdLst>
                  <a:gd name="T0" fmla="*/ 2147483647 w 762"/>
                  <a:gd name="T1" fmla="*/ 2147483647 h 1338"/>
                  <a:gd name="T2" fmla="*/ 2147483647 w 762"/>
                  <a:gd name="T3" fmla="*/ 2147483647 h 1338"/>
                  <a:gd name="T4" fmla="*/ 2147483647 w 762"/>
                  <a:gd name="T5" fmla="*/ 2147483647 h 1338"/>
                  <a:gd name="T6" fmla="*/ 2147483647 w 762"/>
                  <a:gd name="T7" fmla="*/ 2147483647 h 1338"/>
                  <a:gd name="T8" fmla="*/ 2147483647 w 762"/>
                  <a:gd name="T9" fmla="*/ 2147483647 h 1338"/>
                  <a:gd name="T10" fmla="*/ 2147483647 w 762"/>
                  <a:gd name="T11" fmla="*/ 2147483647 h 1338"/>
                  <a:gd name="T12" fmla="*/ 2147483647 w 762"/>
                  <a:gd name="T13" fmla="*/ 2147483647 h 1338"/>
                  <a:gd name="T14" fmla="*/ 2147483647 w 762"/>
                  <a:gd name="T15" fmla="*/ 2147483647 h 1338"/>
                  <a:gd name="T16" fmla="*/ 2147483647 w 762"/>
                  <a:gd name="T17" fmla="*/ 2147483647 h 1338"/>
                  <a:gd name="T18" fmla="*/ 2147483647 w 762"/>
                  <a:gd name="T19" fmla="*/ 2147483647 h 1338"/>
                  <a:gd name="T20" fmla="*/ 2147483647 w 762"/>
                  <a:gd name="T21" fmla="*/ 2147483647 h 1338"/>
                  <a:gd name="T22" fmla="*/ 2147483647 w 762"/>
                  <a:gd name="T23" fmla="*/ 2147483647 h 1338"/>
                  <a:gd name="T24" fmla="*/ 2147483647 w 762"/>
                  <a:gd name="T25" fmla="*/ 2147483647 h 1338"/>
                  <a:gd name="T26" fmla="*/ 2147483647 w 762"/>
                  <a:gd name="T27" fmla="*/ 2147483647 h 1338"/>
                  <a:gd name="T28" fmla="*/ 2147483647 w 762"/>
                  <a:gd name="T29" fmla="*/ 2147483647 h 1338"/>
                  <a:gd name="T30" fmla="*/ 2147483647 w 762"/>
                  <a:gd name="T31" fmla="*/ 2147483647 h 1338"/>
                  <a:gd name="T32" fmla="*/ 2147483647 w 762"/>
                  <a:gd name="T33" fmla="*/ 2147483647 h 1338"/>
                  <a:gd name="T34" fmla="*/ 2147483647 w 762"/>
                  <a:gd name="T35" fmla="*/ 2147483647 h 1338"/>
                  <a:gd name="T36" fmla="*/ 2147483647 w 762"/>
                  <a:gd name="T37" fmla="*/ 2147483647 h 1338"/>
                  <a:gd name="T38" fmla="*/ 2147483647 w 762"/>
                  <a:gd name="T39" fmla="*/ 2147483647 h 1338"/>
                  <a:gd name="T40" fmla="*/ 2147483647 w 762"/>
                  <a:gd name="T41" fmla="*/ 2147483647 h 1338"/>
                  <a:gd name="T42" fmla="*/ 2147483647 w 762"/>
                  <a:gd name="T43" fmla="*/ 2147483647 h 1338"/>
                  <a:gd name="T44" fmla="*/ 2147483647 w 762"/>
                  <a:gd name="T45" fmla="*/ 2147483647 h 1338"/>
                  <a:gd name="T46" fmla="*/ 2147483647 w 762"/>
                  <a:gd name="T47" fmla="*/ 2147483647 h 1338"/>
                  <a:gd name="T48" fmla="*/ 2147483647 w 762"/>
                  <a:gd name="T49" fmla="*/ 2147483647 h 1338"/>
                  <a:gd name="T50" fmla="*/ 2147483647 w 762"/>
                  <a:gd name="T51" fmla="*/ 2147483647 h 1338"/>
                  <a:gd name="T52" fmla="*/ 2147483647 w 762"/>
                  <a:gd name="T53" fmla="*/ 2147483647 h 1338"/>
                  <a:gd name="T54" fmla="*/ 2147483647 w 762"/>
                  <a:gd name="T55" fmla="*/ 2147483647 h 1338"/>
                  <a:gd name="T56" fmla="*/ 0 w 762"/>
                  <a:gd name="T57" fmla="*/ 2147483647 h 1338"/>
                  <a:gd name="T58" fmla="*/ 2147483647 w 762"/>
                  <a:gd name="T59" fmla="*/ 2147483647 h 1338"/>
                  <a:gd name="T60" fmla="*/ 2147483647 w 762"/>
                  <a:gd name="T61" fmla="*/ 2147483647 h 1338"/>
                  <a:gd name="T62" fmla="*/ 2147483647 w 762"/>
                  <a:gd name="T63" fmla="*/ 2147483647 h 1338"/>
                  <a:gd name="T64" fmla="*/ 2147483647 w 762"/>
                  <a:gd name="T65" fmla="*/ 2147483647 h 1338"/>
                  <a:gd name="T66" fmla="*/ 2147483647 w 762"/>
                  <a:gd name="T67" fmla="*/ 2147483647 h 1338"/>
                  <a:gd name="T68" fmla="*/ 2147483647 w 762"/>
                  <a:gd name="T69" fmla="*/ 2147483647 h 1338"/>
                  <a:gd name="T70" fmla="*/ 2147483647 w 762"/>
                  <a:gd name="T71" fmla="*/ 2147483647 h 1338"/>
                  <a:gd name="T72" fmla="*/ 2147483647 w 762"/>
                  <a:gd name="T73" fmla="*/ 2147483647 h 1338"/>
                  <a:gd name="T74" fmla="*/ 2147483647 w 762"/>
                  <a:gd name="T75" fmla="*/ 2147483647 h 1338"/>
                  <a:gd name="T76" fmla="*/ 2147483647 w 762"/>
                  <a:gd name="T77" fmla="*/ 2147483647 h 1338"/>
                  <a:gd name="T78" fmla="*/ 2147483647 w 762"/>
                  <a:gd name="T79" fmla="*/ 2147483647 h 1338"/>
                  <a:gd name="T80" fmla="*/ 2147483647 w 762"/>
                  <a:gd name="T81" fmla="*/ 2147483647 h 1338"/>
                  <a:gd name="T82" fmla="*/ 2147483647 w 762"/>
                  <a:gd name="T83" fmla="*/ 2147483647 h 1338"/>
                  <a:gd name="T84" fmla="*/ 2147483647 w 762"/>
                  <a:gd name="T85" fmla="*/ 2147483647 h 1338"/>
                  <a:gd name="T86" fmla="*/ 2147483647 w 762"/>
                  <a:gd name="T87" fmla="*/ 2147483647 h 1338"/>
                  <a:gd name="T88" fmla="*/ 2147483647 w 762"/>
                  <a:gd name="T89" fmla="*/ 2147483647 h 1338"/>
                  <a:gd name="T90" fmla="*/ 2147483647 w 762"/>
                  <a:gd name="T91" fmla="*/ 2147483647 h 1338"/>
                  <a:gd name="T92" fmla="*/ 2147483647 w 762"/>
                  <a:gd name="T93" fmla="*/ 2147483647 h 1338"/>
                  <a:gd name="T94" fmla="*/ 2147483647 w 762"/>
                  <a:gd name="T95" fmla="*/ 2147483647 h 1338"/>
                  <a:gd name="T96" fmla="*/ 2147483647 w 762"/>
                  <a:gd name="T97" fmla="*/ 2147483647 h 1338"/>
                  <a:gd name="T98" fmla="*/ 2147483647 w 762"/>
                  <a:gd name="T99" fmla="*/ 2147483647 h 1338"/>
                  <a:gd name="T100" fmla="*/ 2147483647 w 762"/>
                  <a:gd name="T101" fmla="*/ 2147483647 h 1338"/>
                  <a:gd name="T102" fmla="*/ 2147483647 w 762"/>
                  <a:gd name="T103" fmla="*/ 2147483647 h 1338"/>
                  <a:gd name="T104" fmla="*/ 2147483647 w 762"/>
                  <a:gd name="T105" fmla="*/ 2147483647 h 1338"/>
                  <a:gd name="T106" fmla="*/ 2147483647 w 762"/>
                  <a:gd name="T107" fmla="*/ 2147483647 h 1338"/>
                  <a:gd name="T108" fmla="*/ 2147483647 w 762"/>
                  <a:gd name="T109" fmla="*/ 2147483647 h 1338"/>
                  <a:gd name="T110" fmla="*/ 2147483647 w 762"/>
                  <a:gd name="T111" fmla="*/ 2147483647 h 1338"/>
                  <a:gd name="T112" fmla="*/ 2147483647 w 762"/>
                  <a:gd name="T113" fmla="*/ 2147483647 h 1338"/>
                  <a:gd name="T114" fmla="*/ 2147483647 w 762"/>
                  <a:gd name="T115" fmla="*/ 2147483647 h 1338"/>
                  <a:gd name="T116" fmla="*/ 2147483647 w 762"/>
                  <a:gd name="T117" fmla="*/ 2147483647 h 1338"/>
                  <a:gd name="T118" fmla="*/ 2147483647 w 762"/>
                  <a:gd name="T119" fmla="*/ 2147483647 h 1338"/>
                  <a:gd name="T120" fmla="*/ 2147483647 w 762"/>
                  <a:gd name="T121" fmla="*/ 2147483647 h 1338"/>
                  <a:gd name="T122" fmla="*/ 2147483647 w 762"/>
                  <a:gd name="T123" fmla="*/ 2147483647 h 133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762"/>
                  <a:gd name="T187" fmla="*/ 0 h 1338"/>
                  <a:gd name="T188" fmla="*/ 762 w 762"/>
                  <a:gd name="T189" fmla="*/ 1338 h 133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762" h="1338">
                    <a:moveTo>
                      <a:pt x="762" y="342"/>
                    </a:moveTo>
                    <a:lnTo>
                      <a:pt x="762" y="324"/>
                    </a:lnTo>
                    <a:lnTo>
                      <a:pt x="756" y="318"/>
                    </a:lnTo>
                    <a:lnTo>
                      <a:pt x="744" y="318"/>
                    </a:lnTo>
                    <a:lnTo>
                      <a:pt x="744" y="258"/>
                    </a:lnTo>
                    <a:lnTo>
                      <a:pt x="732" y="246"/>
                    </a:lnTo>
                    <a:lnTo>
                      <a:pt x="750" y="234"/>
                    </a:lnTo>
                    <a:lnTo>
                      <a:pt x="738" y="186"/>
                    </a:lnTo>
                    <a:lnTo>
                      <a:pt x="750" y="156"/>
                    </a:lnTo>
                    <a:lnTo>
                      <a:pt x="738" y="120"/>
                    </a:lnTo>
                    <a:lnTo>
                      <a:pt x="738" y="108"/>
                    </a:lnTo>
                    <a:lnTo>
                      <a:pt x="750" y="72"/>
                    </a:lnTo>
                    <a:lnTo>
                      <a:pt x="756" y="42"/>
                    </a:lnTo>
                    <a:lnTo>
                      <a:pt x="756" y="12"/>
                    </a:lnTo>
                    <a:lnTo>
                      <a:pt x="744" y="0"/>
                    </a:lnTo>
                    <a:lnTo>
                      <a:pt x="666" y="54"/>
                    </a:lnTo>
                    <a:lnTo>
                      <a:pt x="636" y="60"/>
                    </a:lnTo>
                    <a:lnTo>
                      <a:pt x="630" y="60"/>
                    </a:lnTo>
                    <a:lnTo>
                      <a:pt x="618" y="72"/>
                    </a:lnTo>
                    <a:lnTo>
                      <a:pt x="606" y="78"/>
                    </a:lnTo>
                    <a:lnTo>
                      <a:pt x="594" y="78"/>
                    </a:lnTo>
                    <a:lnTo>
                      <a:pt x="594" y="72"/>
                    </a:lnTo>
                    <a:lnTo>
                      <a:pt x="588" y="66"/>
                    </a:lnTo>
                    <a:lnTo>
                      <a:pt x="564" y="66"/>
                    </a:lnTo>
                    <a:lnTo>
                      <a:pt x="558" y="72"/>
                    </a:lnTo>
                    <a:lnTo>
                      <a:pt x="552" y="84"/>
                    </a:lnTo>
                    <a:lnTo>
                      <a:pt x="540" y="90"/>
                    </a:lnTo>
                    <a:lnTo>
                      <a:pt x="528" y="102"/>
                    </a:lnTo>
                    <a:lnTo>
                      <a:pt x="510" y="102"/>
                    </a:lnTo>
                    <a:lnTo>
                      <a:pt x="498" y="96"/>
                    </a:lnTo>
                    <a:lnTo>
                      <a:pt x="492" y="90"/>
                    </a:lnTo>
                    <a:lnTo>
                      <a:pt x="486" y="90"/>
                    </a:lnTo>
                    <a:lnTo>
                      <a:pt x="468" y="108"/>
                    </a:lnTo>
                    <a:lnTo>
                      <a:pt x="456" y="108"/>
                    </a:lnTo>
                    <a:lnTo>
                      <a:pt x="450" y="102"/>
                    </a:lnTo>
                    <a:lnTo>
                      <a:pt x="438" y="96"/>
                    </a:lnTo>
                    <a:lnTo>
                      <a:pt x="432" y="84"/>
                    </a:lnTo>
                    <a:lnTo>
                      <a:pt x="420" y="78"/>
                    </a:lnTo>
                    <a:lnTo>
                      <a:pt x="408" y="78"/>
                    </a:lnTo>
                    <a:lnTo>
                      <a:pt x="396" y="90"/>
                    </a:lnTo>
                    <a:lnTo>
                      <a:pt x="390" y="90"/>
                    </a:lnTo>
                    <a:lnTo>
                      <a:pt x="384" y="96"/>
                    </a:lnTo>
                    <a:lnTo>
                      <a:pt x="354" y="96"/>
                    </a:lnTo>
                    <a:lnTo>
                      <a:pt x="354" y="114"/>
                    </a:lnTo>
                    <a:lnTo>
                      <a:pt x="330" y="138"/>
                    </a:lnTo>
                    <a:lnTo>
                      <a:pt x="330" y="150"/>
                    </a:lnTo>
                    <a:lnTo>
                      <a:pt x="342" y="162"/>
                    </a:lnTo>
                    <a:lnTo>
                      <a:pt x="348" y="174"/>
                    </a:lnTo>
                    <a:lnTo>
                      <a:pt x="348" y="204"/>
                    </a:lnTo>
                    <a:lnTo>
                      <a:pt x="342" y="216"/>
                    </a:lnTo>
                    <a:lnTo>
                      <a:pt x="336" y="234"/>
                    </a:lnTo>
                    <a:lnTo>
                      <a:pt x="336" y="246"/>
                    </a:lnTo>
                    <a:lnTo>
                      <a:pt x="342" y="246"/>
                    </a:lnTo>
                    <a:lnTo>
                      <a:pt x="342" y="252"/>
                    </a:lnTo>
                    <a:lnTo>
                      <a:pt x="348" y="252"/>
                    </a:lnTo>
                    <a:lnTo>
                      <a:pt x="372" y="276"/>
                    </a:lnTo>
                    <a:lnTo>
                      <a:pt x="384" y="300"/>
                    </a:lnTo>
                    <a:lnTo>
                      <a:pt x="390" y="306"/>
                    </a:lnTo>
                    <a:lnTo>
                      <a:pt x="396" y="318"/>
                    </a:lnTo>
                    <a:lnTo>
                      <a:pt x="408" y="336"/>
                    </a:lnTo>
                    <a:lnTo>
                      <a:pt x="420" y="348"/>
                    </a:lnTo>
                    <a:lnTo>
                      <a:pt x="420" y="366"/>
                    </a:lnTo>
                    <a:lnTo>
                      <a:pt x="414" y="372"/>
                    </a:lnTo>
                    <a:lnTo>
                      <a:pt x="408" y="384"/>
                    </a:lnTo>
                    <a:lnTo>
                      <a:pt x="402" y="390"/>
                    </a:lnTo>
                    <a:lnTo>
                      <a:pt x="402" y="450"/>
                    </a:lnTo>
                    <a:lnTo>
                      <a:pt x="396" y="456"/>
                    </a:lnTo>
                    <a:lnTo>
                      <a:pt x="372" y="456"/>
                    </a:lnTo>
                    <a:lnTo>
                      <a:pt x="360" y="462"/>
                    </a:lnTo>
                    <a:lnTo>
                      <a:pt x="354" y="474"/>
                    </a:lnTo>
                    <a:lnTo>
                      <a:pt x="354" y="492"/>
                    </a:lnTo>
                    <a:lnTo>
                      <a:pt x="360" y="492"/>
                    </a:lnTo>
                    <a:lnTo>
                      <a:pt x="366" y="498"/>
                    </a:lnTo>
                    <a:lnTo>
                      <a:pt x="366" y="528"/>
                    </a:lnTo>
                    <a:lnTo>
                      <a:pt x="354" y="534"/>
                    </a:lnTo>
                    <a:lnTo>
                      <a:pt x="348" y="540"/>
                    </a:lnTo>
                    <a:lnTo>
                      <a:pt x="342" y="534"/>
                    </a:lnTo>
                    <a:lnTo>
                      <a:pt x="342" y="522"/>
                    </a:lnTo>
                    <a:lnTo>
                      <a:pt x="348" y="516"/>
                    </a:lnTo>
                    <a:lnTo>
                      <a:pt x="348" y="504"/>
                    </a:lnTo>
                    <a:lnTo>
                      <a:pt x="336" y="498"/>
                    </a:lnTo>
                    <a:lnTo>
                      <a:pt x="330" y="492"/>
                    </a:lnTo>
                    <a:lnTo>
                      <a:pt x="318" y="486"/>
                    </a:lnTo>
                    <a:lnTo>
                      <a:pt x="312" y="480"/>
                    </a:lnTo>
                    <a:lnTo>
                      <a:pt x="300" y="474"/>
                    </a:lnTo>
                    <a:lnTo>
                      <a:pt x="300" y="444"/>
                    </a:lnTo>
                    <a:lnTo>
                      <a:pt x="288" y="444"/>
                    </a:lnTo>
                    <a:lnTo>
                      <a:pt x="288" y="438"/>
                    </a:lnTo>
                    <a:lnTo>
                      <a:pt x="294" y="432"/>
                    </a:lnTo>
                    <a:lnTo>
                      <a:pt x="306" y="426"/>
                    </a:lnTo>
                    <a:lnTo>
                      <a:pt x="312" y="420"/>
                    </a:lnTo>
                    <a:lnTo>
                      <a:pt x="300" y="402"/>
                    </a:lnTo>
                    <a:lnTo>
                      <a:pt x="312" y="396"/>
                    </a:lnTo>
                    <a:lnTo>
                      <a:pt x="318" y="366"/>
                    </a:lnTo>
                    <a:lnTo>
                      <a:pt x="312" y="366"/>
                    </a:lnTo>
                    <a:lnTo>
                      <a:pt x="312" y="330"/>
                    </a:lnTo>
                    <a:lnTo>
                      <a:pt x="306" y="324"/>
                    </a:lnTo>
                    <a:lnTo>
                      <a:pt x="288" y="324"/>
                    </a:lnTo>
                    <a:lnTo>
                      <a:pt x="282" y="330"/>
                    </a:lnTo>
                    <a:lnTo>
                      <a:pt x="252" y="330"/>
                    </a:lnTo>
                    <a:lnTo>
                      <a:pt x="222" y="282"/>
                    </a:lnTo>
                    <a:lnTo>
                      <a:pt x="216" y="282"/>
                    </a:lnTo>
                    <a:lnTo>
                      <a:pt x="210" y="288"/>
                    </a:lnTo>
                    <a:lnTo>
                      <a:pt x="192" y="294"/>
                    </a:lnTo>
                    <a:lnTo>
                      <a:pt x="180" y="300"/>
                    </a:lnTo>
                    <a:lnTo>
                      <a:pt x="162" y="312"/>
                    </a:lnTo>
                    <a:lnTo>
                      <a:pt x="138" y="324"/>
                    </a:lnTo>
                    <a:lnTo>
                      <a:pt x="132" y="324"/>
                    </a:lnTo>
                    <a:lnTo>
                      <a:pt x="120" y="330"/>
                    </a:lnTo>
                    <a:lnTo>
                      <a:pt x="102" y="336"/>
                    </a:lnTo>
                    <a:lnTo>
                      <a:pt x="84" y="336"/>
                    </a:lnTo>
                    <a:lnTo>
                      <a:pt x="72" y="342"/>
                    </a:lnTo>
                    <a:lnTo>
                      <a:pt x="60" y="342"/>
                    </a:lnTo>
                    <a:lnTo>
                      <a:pt x="42" y="360"/>
                    </a:lnTo>
                    <a:lnTo>
                      <a:pt x="12" y="360"/>
                    </a:lnTo>
                    <a:lnTo>
                      <a:pt x="0" y="372"/>
                    </a:lnTo>
                    <a:lnTo>
                      <a:pt x="18" y="390"/>
                    </a:lnTo>
                    <a:lnTo>
                      <a:pt x="24" y="444"/>
                    </a:lnTo>
                    <a:lnTo>
                      <a:pt x="84" y="444"/>
                    </a:lnTo>
                    <a:lnTo>
                      <a:pt x="96" y="462"/>
                    </a:lnTo>
                    <a:lnTo>
                      <a:pt x="114" y="462"/>
                    </a:lnTo>
                    <a:lnTo>
                      <a:pt x="132" y="486"/>
                    </a:lnTo>
                    <a:lnTo>
                      <a:pt x="138" y="486"/>
                    </a:lnTo>
                    <a:lnTo>
                      <a:pt x="150" y="480"/>
                    </a:lnTo>
                    <a:lnTo>
                      <a:pt x="162" y="480"/>
                    </a:lnTo>
                    <a:lnTo>
                      <a:pt x="180" y="498"/>
                    </a:lnTo>
                    <a:lnTo>
                      <a:pt x="192" y="498"/>
                    </a:lnTo>
                    <a:lnTo>
                      <a:pt x="204" y="510"/>
                    </a:lnTo>
                    <a:lnTo>
                      <a:pt x="204" y="516"/>
                    </a:lnTo>
                    <a:lnTo>
                      <a:pt x="198" y="528"/>
                    </a:lnTo>
                    <a:lnTo>
                      <a:pt x="192" y="534"/>
                    </a:lnTo>
                    <a:lnTo>
                      <a:pt x="204" y="552"/>
                    </a:lnTo>
                    <a:lnTo>
                      <a:pt x="192" y="564"/>
                    </a:lnTo>
                    <a:lnTo>
                      <a:pt x="204" y="576"/>
                    </a:lnTo>
                    <a:lnTo>
                      <a:pt x="198" y="582"/>
                    </a:lnTo>
                    <a:lnTo>
                      <a:pt x="198" y="588"/>
                    </a:lnTo>
                    <a:lnTo>
                      <a:pt x="192" y="594"/>
                    </a:lnTo>
                    <a:lnTo>
                      <a:pt x="192" y="606"/>
                    </a:lnTo>
                    <a:lnTo>
                      <a:pt x="204" y="630"/>
                    </a:lnTo>
                    <a:lnTo>
                      <a:pt x="204" y="642"/>
                    </a:lnTo>
                    <a:lnTo>
                      <a:pt x="198" y="648"/>
                    </a:lnTo>
                    <a:lnTo>
                      <a:pt x="198" y="654"/>
                    </a:lnTo>
                    <a:lnTo>
                      <a:pt x="192" y="654"/>
                    </a:lnTo>
                    <a:lnTo>
                      <a:pt x="192" y="666"/>
                    </a:lnTo>
                    <a:lnTo>
                      <a:pt x="174" y="678"/>
                    </a:lnTo>
                    <a:lnTo>
                      <a:pt x="192" y="702"/>
                    </a:lnTo>
                    <a:lnTo>
                      <a:pt x="174" y="720"/>
                    </a:lnTo>
                    <a:lnTo>
                      <a:pt x="174" y="732"/>
                    </a:lnTo>
                    <a:lnTo>
                      <a:pt x="198" y="756"/>
                    </a:lnTo>
                    <a:lnTo>
                      <a:pt x="198" y="762"/>
                    </a:lnTo>
                    <a:lnTo>
                      <a:pt x="192" y="774"/>
                    </a:lnTo>
                    <a:lnTo>
                      <a:pt x="180" y="786"/>
                    </a:lnTo>
                    <a:lnTo>
                      <a:pt x="180" y="798"/>
                    </a:lnTo>
                    <a:lnTo>
                      <a:pt x="168" y="810"/>
                    </a:lnTo>
                    <a:lnTo>
                      <a:pt x="156" y="816"/>
                    </a:lnTo>
                    <a:lnTo>
                      <a:pt x="156" y="846"/>
                    </a:lnTo>
                    <a:lnTo>
                      <a:pt x="144" y="858"/>
                    </a:lnTo>
                    <a:lnTo>
                      <a:pt x="156" y="876"/>
                    </a:lnTo>
                    <a:lnTo>
                      <a:pt x="138" y="882"/>
                    </a:lnTo>
                    <a:lnTo>
                      <a:pt x="72" y="966"/>
                    </a:lnTo>
                    <a:lnTo>
                      <a:pt x="72" y="996"/>
                    </a:lnTo>
                    <a:lnTo>
                      <a:pt x="78" y="1014"/>
                    </a:lnTo>
                    <a:lnTo>
                      <a:pt x="78" y="1032"/>
                    </a:lnTo>
                    <a:lnTo>
                      <a:pt x="84" y="1044"/>
                    </a:lnTo>
                    <a:lnTo>
                      <a:pt x="84" y="1062"/>
                    </a:lnTo>
                    <a:lnTo>
                      <a:pt x="114" y="1122"/>
                    </a:lnTo>
                    <a:lnTo>
                      <a:pt x="114" y="1212"/>
                    </a:lnTo>
                    <a:lnTo>
                      <a:pt x="90" y="1248"/>
                    </a:lnTo>
                    <a:lnTo>
                      <a:pt x="114" y="1248"/>
                    </a:lnTo>
                    <a:lnTo>
                      <a:pt x="108" y="1260"/>
                    </a:lnTo>
                    <a:lnTo>
                      <a:pt x="108" y="1284"/>
                    </a:lnTo>
                    <a:lnTo>
                      <a:pt x="114" y="1290"/>
                    </a:lnTo>
                    <a:lnTo>
                      <a:pt x="120" y="1290"/>
                    </a:lnTo>
                    <a:lnTo>
                      <a:pt x="126" y="1314"/>
                    </a:lnTo>
                    <a:lnTo>
                      <a:pt x="144" y="1314"/>
                    </a:lnTo>
                    <a:lnTo>
                      <a:pt x="156" y="1326"/>
                    </a:lnTo>
                    <a:lnTo>
                      <a:pt x="162" y="1338"/>
                    </a:lnTo>
                    <a:lnTo>
                      <a:pt x="168" y="1320"/>
                    </a:lnTo>
                    <a:lnTo>
                      <a:pt x="168" y="1284"/>
                    </a:lnTo>
                    <a:lnTo>
                      <a:pt x="162" y="1272"/>
                    </a:lnTo>
                    <a:lnTo>
                      <a:pt x="156" y="1266"/>
                    </a:lnTo>
                    <a:lnTo>
                      <a:pt x="150" y="1266"/>
                    </a:lnTo>
                    <a:lnTo>
                      <a:pt x="150" y="1242"/>
                    </a:lnTo>
                    <a:lnTo>
                      <a:pt x="162" y="1230"/>
                    </a:lnTo>
                    <a:lnTo>
                      <a:pt x="222" y="1188"/>
                    </a:lnTo>
                    <a:lnTo>
                      <a:pt x="276" y="1158"/>
                    </a:lnTo>
                    <a:lnTo>
                      <a:pt x="294" y="1146"/>
                    </a:lnTo>
                    <a:lnTo>
                      <a:pt x="312" y="1140"/>
                    </a:lnTo>
                    <a:lnTo>
                      <a:pt x="330" y="1128"/>
                    </a:lnTo>
                    <a:lnTo>
                      <a:pt x="342" y="1122"/>
                    </a:lnTo>
                    <a:lnTo>
                      <a:pt x="360" y="1104"/>
                    </a:lnTo>
                    <a:lnTo>
                      <a:pt x="360" y="1080"/>
                    </a:lnTo>
                    <a:lnTo>
                      <a:pt x="354" y="1080"/>
                    </a:lnTo>
                    <a:lnTo>
                      <a:pt x="354" y="1086"/>
                    </a:lnTo>
                    <a:lnTo>
                      <a:pt x="348" y="1080"/>
                    </a:lnTo>
                    <a:lnTo>
                      <a:pt x="342" y="1080"/>
                    </a:lnTo>
                    <a:lnTo>
                      <a:pt x="342" y="1068"/>
                    </a:lnTo>
                    <a:lnTo>
                      <a:pt x="366" y="1020"/>
                    </a:lnTo>
                    <a:lnTo>
                      <a:pt x="366" y="990"/>
                    </a:lnTo>
                    <a:lnTo>
                      <a:pt x="360" y="984"/>
                    </a:lnTo>
                    <a:lnTo>
                      <a:pt x="360" y="978"/>
                    </a:lnTo>
                    <a:lnTo>
                      <a:pt x="372" y="948"/>
                    </a:lnTo>
                    <a:lnTo>
                      <a:pt x="366" y="942"/>
                    </a:lnTo>
                    <a:lnTo>
                      <a:pt x="348" y="960"/>
                    </a:lnTo>
                    <a:lnTo>
                      <a:pt x="354" y="918"/>
                    </a:lnTo>
                    <a:lnTo>
                      <a:pt x="348" y="906"/>
                    </a:lnTo>
                    <a:lnTo>
                      <a:pt x="336" y="900"/>
                    </a:lnTo>
                    <a:lnTo>
                      <a:pt x="330" y="888"/>
                    </a:lnTo>
                    <a:lnTo>
                      <a:pt x="330" y="870"/>
                    </a:lnTo>
                    <a:lnTo>
                      <a:pt x="336" y="858"/>
                    </a:lnTo>
                    <a:lnTo>
                      <a:pt x="336" y="834"/>
                    </a:lnTo>
                    <a:lnTo>
                      <a:pt x="324" y="822"/>
                    </a:lnTo>
                    <a:lnTo>
                      <a:pt x="318" y="822"/>
                    </a:lnTo>
                    <a:lnTo>
                      <a:pt x="312" y="816"/>
                    </a:lnTo>
                    <a:lnTo>
                      <a:pt x="312" y="792"/>
                    </a:lnTo>
                    <a:lnTo>
                      <a:pt x="318" y="780"/>
                    </a:lnTo>
                    <a:lnTo>
                      <a:pt x="324" y="762"/>
                    </a:lnTo>
                    <a:lnTo>
                      <a:pt x="336" y="750"/>
                    </a:lnTo>
                    <a:lnTo>
                      <a:pt x="372" y="732"/>
                    </a:lnTo>
                    <a:lnTo>
                      <a:pt x="378" y="726"/>
                    </a:lnTo>
                    <a:lnTo>
                      <a:pt x="378" y="714"/>
                    </a:lnTo>
                    <a:lnTo>
                      <a:pt x="390" y="690"/>
                    </a:lnTo>
                    <a:lnTo>
                      <a:pt x="396" y="684"/>
                    </a:lnTo>
                    <a:lnTo>
                      <a:pt x="402" y="684"/>
                    </a:lnTo>
                    <a:lnTo>
                      <a:pt x="414" y="678"/>
                    </a:lnTo>
                    <a:lnTo>
                      <a:pt x="420" y="678"/>
                    </a:lnTo>
                    <a:lnTo>
                      <a:pt x="426" y="672"/>
                    </a:lnTo>
                    <a:lnTo>
                      <a:pt x="450" y="660"/>
                    </a:lnTo>
                    <a:lnTo>
                      <a:pt x="462" y="648"/>
                    </a:lnTo>
                    <a:lnTo>
                      <a:pt x="474" y="612"/>
                    </a:lnTo>
                    <a:lnTo>
                      <a:pt x="498" y="576"/>
                    </a:lnTo>
                    <a:lnTo>
                      <a:pt x="522" y="564"/>
                    </a:lnTo>
                    <a:lnTo>
                      <a:pt x="558" y="552"/>
                    </a:lnTo>
                    <a:lnTo>
                      <a:pt x="600" y="534"/>
                    </a:lnTo>
                    <a:lnTo>
                      <a:pt x="624" y="522"/>
                    </a:lnTo>
                    <a:lnTo>
                      <a:pt x="630" y="516"/>
                    </a:lnTo>
                    <a:lnTo>
                      <a:pt x="666" y="498"/>
                    </a:lnTo>
                    <a:lnTo>
                      <a:pt x="672" y="492"/>
                    </a:lnTo>
                    <a:lnTo>
                      <a:pt x="684" y="486"/>
                    </a:lnTo>
                    <a:lnTo>
                      <a:pt x="684" y="474"/>
                    </a:lnTo>
                    <a:lnTo>
                      <a:pt x="714" y="444"/>
                    </a:lnTo>
                    <a:lnTo>
                      <a:pt x="714" y="432"/>
                    </a:lnTo>
                    <a:lnTo>
                      <a:pt x="720" y="420"/>
                    </a:lnTo>
                    <a:lnTo>
                      <a:pt x="732" y="414"/>
                    </a:lnTo>
                    <a:lnTo>
                      <a:pt x="738" y="402"/>
                    </a:lnTo>
                    <a:lnTo>
                      <a:pt x="744" y="396"/>
                    </a:lnTo>
                    <a:lnTo>
                      <a:pt x="744" y="378"/>
                    </a:lnTo>
                    <a:lnTo>
                      <a:pt x="750" y="372"/>
                    </a:lnTo>
                    <a:lnTo>
                      <a:pt x="762" y="348"/>
                    </a:lnTo>
                    <a:lnTo>
                      <a:pt x="762" y="342"/>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09" name="Morocco" descr="© INSCALE GmbH, 05.05.2010&#10;http://www.presentationload.com/">
                <a:extLst>
                  <a:ext uri="{FF2B5EF4-FFF2-40B4-BE49-F238E27FC236}">
                    <a16:creationId xmlns:a16="http://schemas.microsoft.com/office/drawing/2014/main" id="{0D12562E-7017-5590-EA49-52C3CF6C45AC}"/>
                  </a:ext>
                </a:extLst>
              </p:cNvPr>
              <p:cNvSpPr>
                <a:spLocks/>
              </p:cNvSpPr>
              <p:nvPr/>
            </p:nvSpPr>
            <p:spPr bwMode="gray">
              <a:xfrm>
                <a:off x="2430" y="1836"/>
                <a:ext cx="216" cy="167"/>
              </a:xfrm>
              <a:custGeom>
                <a:avLst/>
                <a:gdLst>
                  <a:gd name="T0" fmla="*/ 2147483647 w 846"/>
                  <a:gd name="T1" fmla="*/ 2147483647 h 660"/>
                  <a:gd name="T2" fmla="*/ 2147483647 w 846"/>
                  <a:gd name="T3" fmla="*/ 2147483647 h 660"/>
                  <a:gd name="T4" fmla="*/ 2147483647 w 846"/>
                  <a:gd name="T5" fmla="*/ 2147483647 h 660"/>
                  <a:gd name="T6" fmla="*/ 2147483647 w 846"/>
                  <a:gd name="T7" fmla="*/ 2147483647 h 660"/>
                  <a:gd name="T8" fmla="*/ 2147483647 w 846"/>
                  <a:gd name="T9" fmla="*/ 2147483647 h 660"/>
                  <a:gd name="T10" fmla="*/ 2147483647 w 846"/>
                  <a:gd name="T11" fmla="*/ 2147483647 h 660"/>
                  <a:gd name="T12" fmla="*/ 2147483647 w 846"/>
                  <a:gd name="T13" fmla="*/ 2147483647 h 660"/>
                  <a:gd name="T14" fmla="*/ 2147483647 w 846"/>
                  <a:gd name="T15" fmla="*/ 2147483647 h 660"/>
                  <a:gd name="T16" fmla="*/ 2147483647 w 846"/>
                  <a:gd name="T17" fmla="*/ 2147483647 h 660"/>
                  <a:gd name="T18" fmla="*/ 2147483647 w 846"/>
                  <a:gd name="T19" fmla="*/ 0 h 660"/>
                  <a:gd name="T20" fmla="*/ 2147483647 w 846"/>
                  <a:gd name="T21" fmla="*/ 2147483647 h 660"/>
                  <a:gd name="T22" fmla="*/ 2147483647 w 846"/>
                  <a:gd name="T23" fmla="*/ 2147483647 h 660"/>
                  <a:gd name="T24" fmla="*/ 2147483647 w 846"/>
                  <a:gd name="T25" fmla="*/ 2147483647 h 660"/>
                  <a:gd name="T26" fmla="*/ 2147483647 w 846"/>
                  <a:gd name="T27" fmla="*/ 2147483647 h 660"/>
                  <a:gd name="T28" fmla="*/ 2147483647 w 846"/>
                  <a:gd name="T29" fmla="*/ 2147483647 h 660"/>
                  <a:gd name="T30" fmla="*/ 2147483647 w 846"/>
                  <a:gd name="T31" fmla="*/ 2147483647 h 660"/>
                  <a:gd name="T32" fmla="*/ 2147483647 w 846"/>
                  <a:gd name="T33" fmla="*/ 2147483647 h 660"/>
                  <a:gd name="T34" fmla="*/ 2147483647 w 846"/>
                  <a:gd name="T35" fmla="*/ 2147483647 h 660"/>
                  <a:gd name="T36" fmla="*/ 2147483647 w 846"/>
                  <a:gd name="T37" fmla="*/ 2147483647 h 660"/>
                  <a:gd name="T38" fmla="*/ 2147483647 w 846"/>
                  <a:gd name="T39" fmla="*/ 2147483647 h 660"/>
                  <a:gd name="T40" fmla="*/ 2147483647 w 846"/>
                  <a:gd name="T41" fmla="*/ 2147483647 h 660"/>
                  <a:gd name="T42" fmla="*/ 2147483647 w 846"/>
                  <a:gd name="T43" fmla="*/ 2147483647 h 660"/>
                  <a:gd name="T44" fmla="*/ 2147483647 w 846"/>
                  <a:gd name="T45" fmla="*/ 2147483647 h 660"/>
                  <a:gd name="T46" fmla="*/ 2147483647 w 846"/>
                  <a:gd name="T47" fmla="*/ 2147483647 h 660"/>
                  <a:gd name="T48" fmla="*/ 2147483647 w 846"/>
                  <a:gd name="T49" fmla="*/ 2147483647 h 660"/>
                  <a:gd name="T50" fmla="*/ 2147483647 w 846"/>
                  <a:gd name="T51" fmla="*/ 2147483647 h 660"/>
                  <a:gd name="T52" fmla="*/ 2147483647 w 846"/>
                  <a:gd name="T53" fmla="*/ 2147483647 h 660"/>
                  <a:gd name="T54" fmla="*/ 2147483647 w 846"/>
                  <a:gd name="T55" fmla="*/ 2147483647 h 660"/>
                  <a:gd name="T56" fmla="*/ 2147483647 w 846"/>
                  <a:gd name="T57" fmla="*/ 2147483647 h 660"/>
                  <a:gd name="T58" fmla="*/ 2147483647 w 846"/>
                  <a:gd name="T59" fmla="*/ 2147483647 h 660"/>
                  <a:gd name="T60" fmla="*/ 2147483647 w 846"/>
                  <a:gd name="T61" fmla="*/ 2147483647 h 660"/>
                  <a:gd name="T62" fmla="*/ 2147483647 w 846"/>
                  <a:gd name="T63" fmla="*/ 2147483647 h 660"/>
                  <a:gd name="T64" fmla="*/ 2147483647 w 846"/>
                  <a:gd name="T65" fmla="*/ 2147483647 h 660"/>
                  <a:gd name="T66" fmla="*/ 2147483647 w 846"/>
                  <a:gd name="T67" fmla="*/ 2147483647 h 660"/>
                  <a:gd name="T68" fmla="*/ 2147483647 w 846"/>
                  <a:gd name="T69" fmla="*/ 2147483647 h 660"/>
                  <a:gd name="T70" fmla="*/ 2147483647 w 846"/>
                  <a:gd name="T71" fmla="*/ 2147483647 h 660"/>
                  <a:gd name="T72" fmla="*/ 2147483647 w 846"/>
                  <a:gd name="T73" fmla="*/ 2147483647 h 660"/>
                  <a:gd name="T74" fmla="*/ 2147483647 w 846"/>
                  <a:gd name="T75" fmla="*/ 2147483647 h 660"/>
                  <a:gd name="T76" fmla="*/ 2147483647 w 846"/>
                  <a:gd name="T77" fmla="*/ 2147483647 h 660"/>
                  <a:gd name="T78" fmla="*/ 2147483647 w 846"/>
                  <a:gd name="T79" fmla="*/ 2147483647 h 660"/>
                  <a:gd name="T80" fmla="*/ 2147483647 w 846"/>
                  <a:gd name="T81" fmla="*/ 2147483647 h 660"/>
                  <a:gd name="T82" fmla="*/ 2147483647 w 846"/>
                  <a:gd name="T83" fmla="*/ 2147483647 h 660"/>
                  <a:gd name="T84" fmla="*/ 2147483647 w 846"/>
                  <a:gd name="T85" fmla="*/ 2147483647 h 660"/>
                  <a:gd name="T86" fmla="*/ 2147483647 w 846"/>
                  <a:gd name="T87" fmla="*/ 2147483647 h 660"/>
                  <a:gd name="T88" fmla="*/ 2147483647 w 846"/>
                  <a:gd name="T89" fmla="*/ 2147483647 h 66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846"/>
                  <a:gd name="T136" fmla="*/ 0 h 660"/>
                  <a:gd name="T137" fmla="*/ 846 w 846"/>
                  <a:gd name="T138" fmla="*/ 660 h 66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846" h="660">
                    <a:moveTo>
                      <a:pt x="822" y="246"/>
                    </a:moveTo>
                    <a:lnTo>
                      <a:pt x="822" y="216"/>
                    </a:lnTo>
                    <a:lnTo>
                      <a:pt x="804" y="216"/>
                    </a:lnTo>
                    <a:lnTo>
                      <a:pt x="816" y="186"/>
                    </a:lnTo>
                    <a:lnTo>
                      <a:pt x="804" y="168"/>
                    </a:lnTo>
                    <a:lnTo>
                      <a:pt x="810" y="102"/>
                    </a:lnTo>
                    <a:lnTo>
                      <a:pt x="798" y="102"/>
                    </a:lnTo>
                    <a:lnTo>
                      <a:pt x="798" y="90"/>
                    </a:lnTo>
                    <a:lnTo>
                      <a:pt x="804" y="84"/>
                    </a:lnTo>
                    <a:lnTo>
                      <a:pt x="792" y="78"/>
                    </a:lnTo>
                    <a:lnTo>
                      <a:pt x="786" y="66"/>
                    </a:lnTo>
                    <a:lnTo>
                      <a:pt x="780" y="60"/>
                    </a:lnTo>
                    <a:lnTo>
                      <a:pt x="744" y="42"/>
                    </a:lnTo>
                    <a:lnTo>
                      <a:pt x="720" y="42"/>
                    </a:lnTo>
                    <a:lnTo>
                      <a:pt x="708" y="48"/>
                    </a:lnTo>
                    <a:lnTo>
                      <a:pt x="702" y="54"/>
                    </a:lnTo>
                    <a:lnTo>
                      <a:pt x="696" y="54"/>
                    </a:lnTo>
                    <a:lnTo>
                      <a:pt x="690" y="48"/>
                    </a:lnTo>
                    <a:lnTo>
                      <a:pt x="678" y="48"/>
                    </a:lnTo>
                    <a:lnTo>
                      <a:pt x="666" y="42"/>
                    </a:lnTo>
                    <a:lnTo>
                      <a:pt x="654" y="42"/>
                    </a:lnTo>
                    <a:lnTo>
                      <a:pt x="642" y="48"/>
                    </a:lnTo>
                    <a:lnTo>
                      <a:pt x="636" y="54"/>
                    </a:lnTo>
                    <a:lnTo>
                      <a:pt x="624" y="54"/>
                    </a:lnTo>
                    <a:lnTo>
                      <a:pt x="588" y="36"/>
                    </a:lnTo>
                    <a:lnTo>
                      <a:pt x="570" y="18"/>
                    </a:lnTo>
                    <a:lnTo>
                      <a:pt x="564" y="6"/>
                    </a:lnTo>
                    <a:lnTo>
                      <a:pt x="558" y="6"/>
                    </a:lnTo>
                    <a:lnTo>
                      <a:pt x="552" y="0"/>
                    </a:lnTo>
                    <a:lnTo>
                      <a:pt x="528" y="0"/>
                    </a:lnTo>
                    <a:lnTo>
                      <a:pt x="528" y="6"/>
                    </a:lnTo>
                    <a:lnTo>
                      <a:pt x="522" y="12"/>
                    </a:lnTo>
                    <a:lnTo>
                      <a:pt x="522" y="30"/>
                    </a:lnTo>
                    <a:lnTo>
                      <a:pt x="516" y="48"/>
                    </a:lnTo>
                    <a:lnTo>
                      <a:pt x="498" y="84"/>
                    </a:lnTo>
                    <a:lnTo>
                      <a:pt x="492" y="102"/>
                    </a:lnTo>
                    <a:lnTo>
                      <a:pt x="468" y="138"/>
                    </a:lnTo>
                    <a:lnTo>
                      <a:pt x="462" y="150"/>
                    </a:lnTo>
                    <a:lnTo>
                      <a:pt x="450" y="162"/>
                    </a:lnTo>
                    <a:lnTo>
                      <a:pt x="438" y="168"/>
                    </a:lnTo>
                    <a:lnTo>
                      <a:pt x="420" y="168"/>
                    </a:lnTo>
                    <a:lnTo>
                      <a:pt x="408" y="174"/>
                    </a:lnTo>
                    <a:lnTo>
                      <a:pt x="402" y="174"/>
                    </a:lnTo>
                    <a:lnTo>
                      <a:pt x="396" y="180"/>
                    </a:lnTo>
                    <a:lnTo>
                      <a:pt x="384" y="186"/>
                    </a:lnTo>
                    <a:lnTo>
                      <a:pt x="378" y="198"/>
                    </a:lnTo>
                    <a:lnTo>
                      <a:pt x="360" y="192"/>
                    </a:lnTo>
                    <a:lnTo>
                      <a:pt x="330" y="204"/>
                    </a:lnTo>
                    <a:lnTo>
                      <a:pt x="330" y="210"/>
                    </a:lnTo>
                    <a:lnTo>
                      <a:pt x="324" y="216"/>
                    </a:lnTo>
                    <a:lnTo>
                      <a:pt x="324" y="228"/>
                    </a:lnTo>
                    <a:lnTo>
                      <a:pt x="318" y="240"/>
                    </a:lnTo>
                    <a:lnTo>
                      <a:pt x="312" y="240"/>
                    </a:lnTo>
                    <a:lnTo>
                      <a:pt x="288" y="264"/>
                    </a:lnTo>
                    <a:lnTo>
                      <a:pt x="288" y="288"/>
                    </a:lnTo>
                    <a:lnTo>
                      <a:pt x="276" y="312"/>
                    </a:lnTo>
                    <a:lnTo>
                      <a:pt x="264" y="324"/>
                    </a:lnTo>
                    <a:lnTo>
                      <a:pt x="258" y="336"/>
                    </a:lnTo>
                    <a:lnTo>
                      <a:pt x="246" y="354"/>
                    </a:lnTo>
                    <a:lnTo>
                      <a:pt x="246" y="402"/>
                    </a:lnTo>
                    <a:lnTo>
                      <a:pt x="240" y="408"/>
                    </a:lnTo>
                    <a:lnTo>
                      <a:pt x="234" y="408"/>
                    </a:lnTo>
                    <a:lnTo>
                      <a:pt x="234" y="414"/>
                    </a:lnTo>
                    <a:lnTo>
                      <a:pt x="240" y="420"/>
                    </a:lnTo>
                    <a:lnTo>
                      <a:pt x="252" y="420"/>
                    </a:lnTo>
                    <a:lnTo>
                      <a:pt x="252" y="474"/>
                    </a:lnTo>
                    <a:lnTo>
                      <a:pt x="240" y="474"/>
                    </a:lnTo>
                    <a:lnTo>
                      <a:pt x="228" y="480"/>
                    </a:lnTo>
                    <a:lnTo>
                      <a:pt x="192" y="540"/>
                    </a:lnTo>
                    <a:lnTo>
                      <a:pt x="180" y="552"/>
                    </a:lnTo>
                    <a:lnTo>
                      <a:pt x="168" y="552"/>
                    </a:lnTo>
                    <a:lnTo>
                      <a:pt x="162" y="558"/>
                    </a:lnTo>
                    <a:lnTo>
                      <a:pt x="150" y="564"/>
                    </a:lnTo>
                    <a:lnTo>
                      <a:pt x="144" y="576"/>
                    </a:lnTo>
                    <a:lnTo>
                      <a:pt x="132" y="588"/>
                    </a:lnTo>
                    <a:lnTo>
                      <a:pt x="126" y="600"/>
                    </a:lnTo>
                    <a:lnTo>
                      <a:pt x="120" y="606"/>
                    </a:lnTo>
                    <a:lnTo>
                      <a:pt x="84" y="624"/>
                    </a:lnTo>
                    <a:lnTo>
                      <a:pt x="66" y="624"/>
                    </a:lnTo>
                    <a:lnTo>
                      <a:pt x="54" y="630"/>
                    </a:lnTo>
                    <a:lnTo>
                      <a:pt x="48" y="630"/>
                    </a:lnTo>
                    <a:lnTo>
                      <a:pt x="42" y="636"/>
                    </a:lnTo>
                    <a:lnTo>
                      <a:pt x="12" y="636"/>
                    </a:lnTo>
                    <a:lnTo>
                      <a:pt x="6" y="642"/>
                    </a:lnTo>
                    <a:lnTo>
                      <a:pt x="6" y="654"/>
                    </a:lnTo>
                    <a:lnTo>
                      <a:pt x="0" y="660"/>
                    </a:lnTo>
                    <a:lnTo>
                      <a:pt x="312" y="660"/>
                    </a:lnTo>
                    <a:lnTo>
                      <a:pt x="312" y="600"/>
                    </a:lnTo>
                    <a:lnTo>
                      <a:pt x="318" y="570"/>
                    </a:lnTo>
                    <a:lnTo>
                      <a:pt x="330" y="564"/>
                    </a:lnTo>
                    <a:lnTo>
                      <a:pt x="336" y="558"/>
                    </a:lnTo>
                    <a:lnTo>
                      <a:pt x="348" y="552"/>
                    </a:lnTo>
                    <a:lnTo>
                      <a:pt x="378" y="522"/>
                    </a:lnTo>
                    <a:lnTo>
                      <a:pt x="378" y="516"/>
                    </a:lnTo>
                    <a:lnTo>
                      <a:pt x="396" y="516"/>
                    </a:lnTo>
                    <a:lnTo>
                      <a:pt x="426" y="498"/>
                    </a:lnTo>
                    <a:lnTo>
                      <a:pt x="438" y="504"/>
                    </a:lnTo>
                    <a:lnTo>
                      <a:pt x="444" y="510"/>
                    </a:lnTo>
                    <a:lnTo>
                      <a:pt x="456" y="510"/>
                    </a:lnTo>
                    <a:lnTo>
                      <a:pt x="462" y="498"/>
                    </a:lnTo>
                    <a:lnTo>
                      <a:pt x="462" y="492"/>
                    </a:lnTo>
                    <a:lnTo>
                      <a:pt x="486" y="486"/>
                    </a:lnTo>
                    <a:lnTo>
                      <a:pt x="492" y="474"/>
                    </a:lnTo>
                    <a:lnTo>
                      <a:pt x="504" y="474"/>
                    </a:lnTo>
                    <a:lnTo>
                      <a:pt x="516" y="480"/>
                    </a:lnTo>
                    <a:lnTo>
                      <a:pt x="540" y="480"/>
                    </a:lnTo>
                    <a:lnTo>
                      <a:pt x="552" y="468"/>
                    </a:lnTo>
                    <a:lnTo>
                      <a:pt x="564" y="444"/>
                    </a:lnTo>
                    <a:lnTo>
                      <a:pt x="570" y="438"/>
                    </a:lnTo>
                    <a:lnTo>
                      <a:pt x="576" y="426"/>
                    </a:lnTo>
                    <a:lnTo>
                      <a:pt x="618" y="426"/>
                    </a:lnTo>
                    <a:lnTo>
                      <a:pt x="624" y="420"/>
                    </a:lnTo>
                    <a:lnTo>
                      <a:pt x="636" y="414"/>
                    </a:lnTo>
                    <a:lnTo>
                      <a:pt x="648" y="402"/>
                    </a:lnTo>
                    <a:lnTo>
                      <a:pt x="648" y="396"/>
                    </a:lnTo>
                    <a:lnTo>
                      <a:pt x="672" y="384"/>
                    </a:lnTo>
                    <a:lnTo>
                      <a:pt x="660" y="366"/>
                    </a:lnTo>
                    <a:lnTo>
                      <a:pt x="654" y="354"/>
                    </a:lnTo>
                    <a:lnTo>
                      <a:pt x="648" y="348"/>
                    </a:lnTo>
                    <a:lnTo>
                      <a:pt x="648" y="336"/>
                    </a:lnTo>
                    <a:lnTo>
                      <a:pt x="654" y="330"/>
                    </a:lnTo>
                    <a:lnTo>
                      <a:pt x="678" y="330"/>
                    </a:lnTo>
                    <a:lnTo>
                      <a:pt x="690" y="324"/>
                    </a:lnTo>
                    <a:lnTo>
                      <a:pt x="714" y="324"/>
                    </a:lnTo>
                    <a:lnTo>
                      <a:pt x="714" y="312"/>
                    </a:lnTo>
                    <a:lnTo>
                      <a:pt x="720" y="306"/>
                    </a:lnTo>
                    <a:lnTo>
                      <a:pt x="720" y="300"/>
                    </a:lnTo>
                    <a:lnTo>
                      <a:pt x="732" y="300"/>
                    </a:lnTo>
                    <a:lnTo>
                      <a:pt x="738" y="306"/>
                    </a:lnTo>
                    <a:lnTo>
                      <a:pt x="744" y="300"/>
                    </a:lnTo>
                    <a:lnTo>
                      <a:pt x="744" y="294"/>
                    </a:lnTo>
                    <a:lnTo>
                      <a:pt x="762" y="294"/>
                    </a:lnTo>
                    <a:lnTo>
                      <a:pt x="774" y="300"/>
                    </a:lnTo>
                    <a:lnTo>
                      <a:pt x="828" y="294"/>
                    </a:lnTo>
                    <a:lnTo>
                      <a:pt x="828" y="282"/>
                    </a:lnTo>
                    <a:lnTo>
                      <a:pt x="846" y="264"/>
                    </a:lnTo>
                    <a:lnTo>
                      <a:pt x="822" y="246"/>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10" name="Mauritania" descr="© INSCALE GmbH, 05.05.2010&#10;http://www.presentationload.com/">
                <a:extLst>
                  <a:ext uri="{FF2B5EF4-FFF2-40B4-BE49-F238E27FC236}">
                    <a16:creationId xmlns:a16="http://schemas.microsoft.com/office/drawing/2014/main" id="{888F8710-CBCC-2B19-EAB3-6CC6B3499352}"/>
                  </a:ext>
                </a:extLst>
              </p:cNvPr>
              <p:cNvSpPr>
                <a:spLocks/>
              </p:cNvSpPr>
              <p:nvPr/>
            </p:nvSpPr>
            <p:spPr bwMode="gray">
              <a:xfrm>
                <a:off x="2358" y="2012"/>
                <a:ext cx="217" cy="255"/>
              </a:xfrm>
              <a:custGeom>
                <a:avLst/>
                <a:gdLst>
                  <a:gd name="T0" fmla="*/ 2147483647 w 858"/>
                  <a:gd name="T1" fmla="*/ 2147483647 h 1002"/>
                  <a:gd name="T2" fmla="*/ 2147483647 w 858"/>
                  <a:gd name="T3" fmla="*/ 2147483647 h 1002"/>
                  <a:gd name="T4" fmla="*/ 2147483647 w 858"/>
                  <a:gd name="T5" fmla="*/ 2147483647 h 1002"/>
                  <a:gd name="T6" fmla="*/ 2147483647 w 858"/>
                  <a:gd name="T7" fmla="*/ 2147483647 h 1002"/>
                  <a:gd name="T8" fmla="*/ 2147483647 w 858"/>
                  <a:gd name="T9" fmla="*/ 2147483647 h 1002"/>
                  <a:gd name="T10" fmla="*/ 2147483647 w 858"/>
                  <a:gd name="T11" fmla="*/ 2147483647 h 1002"/>
                  <a:gd name="T12" fmla="*/ 2147483647 w 858"/>
                  <a:gd name="T13" fmla="*/ 2147483647 h 1002"/>
                  <a:gd name="T14" fmla="*/ 2147483647 w 858"/>
                  <a:gd name="T15" fmla="*/ 2147483647 h 1002"/>
                  <a:gd name="T16" fmla="*/ 2147483647 w 858"/>
                  <a:gd name="T17" fmla="*/ 2147483647 h 1002"/>
                  <a:gd name="T18" fmla="*/ 2147483647 w 858"/>
                  <a:gd name="T19" fmla="*/ 2147483647 h 1002"/>
                  <a:gd name="T20" fmla="*/ 2147483647 w 858"/>
                  <a:gd name="T21" fmla="*/ 2147483647 h 1002"/>
                  <a:gd name="T22" fmla="*/ 2147483647 w 858"/>
                  <a:gd name="T23" fmla="*/ 2147483647 h 1002"/>
                  <a:gd name="T24" fmla="*/ 2147483647 w 858"/>
                  <a:gd name="T25" fmla="*/ 2147483647 h 1002"/>
                  <a:gd name="T26" fmla="*/ 2147483647 w 858"/>
                  <a:gd name="T27" fmla="*/ 2147483647 h 1002"/>
                  <a:gd name="T28" fmla="*/ 2147483647 w 858"/>
                  <a:gd name="T29" fmla="*/ 2147483647 h 1002"/>
                  <a:gd name="T30" fmla="*/ 2147483647 w 858"/>
                  <a:gd name="T31" fmla="*/ 2147483647 h 1002"/>
                  <a:gd name="T32" fmla="*/ 2147483647 w 858"/>
                  <a:gd name="T33" fmla="*/ 2147483647 h 1002"/>
                  <a:gd name="T34" fmla="*/ 2147483647 w 858"/>
                  <a:gd name="T35" fmla="*/ 2147483647 h 1002"/>
                  <a:gd name="T36" fmla="*/ 2147483647 w 858"/>
                  <a:gd name="T37" fmla="*/ 2147483647 h 1002"/>
                  <a:gd name="T38" fmla="*/ 2147483647 w 858"/>
                  <a:gd name="T39" fmla="*/ 2147483647 h 1002"/>
                  <a:gd name="T40" fmla="*/ 2147483647 w 858"/>
                  <a:gd name="T41" fmla="*/ 2147483647 h 1002"/>
                  <a:gd name="T42" fmla="*/ 2147483647 w 858"/>
                  <a:gd name="T43" fmla="*/ 2147483647 h 1002"/>
                  <a:gd name="T44" fmla="*/ 2147483647 w 858"/>
                  <a:gd name="T45" fmla="*/ 2147483647 h 1002"/>
                  <a:gd name="T46" fmla="*/ 2147483647 w 858"/>
                  <a:gd name="T47" fmla="*/ 2147483647 h 1002"/>
                  <a:gd name="T48" fmla="*/ 2147483647 w 858"/>
                  <a:gd name="T49" fmla="*/ 2147483647 h 1002"/>
                  <a:gd name="T50" fmla="*/ 2147483647 w 858"/>
                  <a:gd name="T51" fmla="*/ 2147483647 h 1002"/>
                  <a:gd name="T52" fmla="*/ 2147483647 w 858"/>
                  <a:gd name="T53" fmla="*/ 2147483647 h 1002"/>
                  <a:gd name="T54" fmla="*/ 2147483647 w 858"/>
                  <a:gd name="T55" fmla="*/ 2147483647 h 1002"/>
                  <a:gd name="T56" fmla="*/ 2147483647 w 858"/>
                  <a:gd name="T57" fmla="*/ 2147483647 h 1002"/>
                  <a:gd name="T58" fmla="*/ 2147483647 w 858"/>
                  <a:gd name="T59" fmla="*/ 2147483647 h 1002"/>
                  <a:gd name="T60" fmla="*/ 2147483647 w 858"/>
                  <a:gd name="T61" fmla="*/ 2147483647 h 1002"/>
                  <a:gd name="T62" fmla="*/ 2147483647 w 858"/>
                  <a:gd name="T63" fmla="*/ 2147483647 h 1002"/>
                  <a:gd name="T64" fmla="*/ 2147483647 w 858"/>
                  <a:gd name="T65" fmla="*/ 2147483647 h 1002"/>
                  <a:gd name="T66" fmla="*/ 2147483647 w 858"/>
                  <a:gd name="T67" fmla="*/ 2147483647 h 1002"/>
                  <a:gd name="T68" fmla="*/ 2147483647 w 858"/>
                  <a:gd name="T69" fmla="*/ 2147483647 h 1002"/>
                  <a:gd name="T70" fmla="*/ 2147483647 w 858"/>
                  <a:gd name="T71" fmla="*/ 2147483647 h 1002"/>
                  <a:gd name="T72" fmla="*/ 2147483647 w 858"/>
                  <a:gd name="T73" fmla="*/ 2147483647 h 1002"/>
                  <a:gd name="T74" fmla="*/ 2147483647 w 858"/>
                  <a:gd name="T75" fmla="*/ 2147483647 h 1002"/>
                  <a:gd name="T76" fmla="*/ 2147483647 w 858"/>
                  <a:gd name="T77" fmla="*/ 2147483647 h 1002"/>
                  <a:gd name="T78" fmla="*/ 2147483647 w 858"/>
                  <a:gd name="T79" fmla="*/ 2147483647 h 1002"/>
                  <a:gd name="T80" fmla="*/ 2147483647 w 858"/>
                  <a:gd name="T81" fmla="*/ 2147483647 h 1002"/>
                  <a:gd name="T82" fmla="*/ 2147483647 w 858"/>
                  <a:gd name="T83" fmla="*/ 2147483647 h 1002"/>
                  <a:gd name="T84" fmla="*/ 2147483647 w 858"/>
                  <a:gd name="T85" fmla="*/ 2147483647 h 1002"/>
                  <a:gd name="T86" fmla="*/ 2147483647 w 858"/>
                  <a:gd name="T87" fmla="*/ 2147483647 h 1002"/>
                  <a:gd name="T88" fmla="*/ 2147483647 w 858"/>
                  <a:gd name="T89" fmla="*/ 2147483647 h 1002"/>
                  <a:gd name="T90" fmla="*/ 2147483647 w 858"/>
                  <a:gd name="T91" fmla="*/ 2147483647 h 1002"/>
                  <a:gd name="T92" fmla="*/ 2147483647 w 858"/>
                  <a:gd name="T93" fmla="*/ 2147483647 h 1002"/>
                  <a:gd name="T94" fmla="*/ 2147483647 w 858"/>
                  <a:gd name="T95" fmla="*/ 2147483647 h 1002"/>
                  <a:gd name="T96" fmla="*/ 2147483647 w 858"/>
                  <a:gd name="T97" fmla="*/ 2147483647 h 1002"/>
                  <a:gd name="T98" fmla="*/ 0 w 858"/>
                  <a:gd name="T99" fmla="*/ 2147483647 h 100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858"/>
                  <a:gd name="T151" fmla="*/ 0 h 1002"/>
                  <a:gd name="T152" fmla="*/ 858 w 858"/>
                  <a:gd name="T153" fmla="*/ 1002 h 100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858" h="1002">
                    <a:moveTo>
                      <a:pt x="0" y="498"/>
                    </a:moveTo>
                    <a:lnTo>
                      <a:pt x="18" y="498"/>
                    </a:lnTo>
                    <a:lnTo>
                      <a:pt x="18" y="528"/>
                    </a:lnTo>
                    <a:lnTo>
                      <a:pt x="24" y="534"/>
                    </a:lnTo>
                    <a:lnTo>
                      <a:pt x="30" y="534"/>
                    </a:lnTo>
                    <a:lnTo>
                      <a:pt x="30" y="528"/>
                    </a:lnTo>
                    <a:lnTo>
                      <a:pt x="36" y="522"/>
                    </a:lnTo>
                    <a:lnTo>
                      <a:pt x="48" y="558"/>
                    </a:lnTo>
                    <a:lnTo>
                      <a:pt x="42" y="600"/>
                    </a:lnTo>
                    <a:lnTo>
                      <a:pt x="30" y="600"/>
                    </a:lnTo>
                    <a:lnTo>
                      <a:pt x="36" y="624"/>
                    </a:lnTo>
                    <a:lnTo>
                      <a:pt x="24" y="630"/>
                    </a:lnTo>
                    <a:lnTo>
                      <a:pt x="30" y="642"/>
                    </a:lnTo>
                    <a:lnTo>
                      <a:pt x="36" y="648"/>
                    </a:lnTo>
                    <a:lnTo>
                      <a:pt x="48" y="666"/>
                    </a:lnTo>
                    <a:lnTo>
                      <a:pt x="60" y="690"/>
                    </a:lnTo>
                    <a:lnTo>
                      <a:pt x="60" y="720"/>
                    </a:lnTo>
                    <a:lnTo>
                      <a:pt x="54" y="738"/>
                    </a:lnTo>
                    <a:lnTo>
                      <a:pt x="54" y="750"/>
                    </a:lnTo>
                    <a:lnTo>
                      <a:pt x="48" y="756"/>
                    </a:lnTo>
                    <a:lnTo>
                      <a:pt x="48" y="804"/>
                    </a:lnTo>
                    <a:lnTo>
                      <a:pt x="42" y="816"/>
                    </a:lnTo>
                    <a:lnTo>
                      <a:pt x="30" y="822"/>
                    </a:lnTo>
                    <a:lnTo>
                      <a:pt x="24" y="840"/>
                    </a:lnTo>
                    <a:lnTo>
                      <a:pt x="18" y="852"/>
                    </a:lnTo>
                    <a:lnTo>
                      <a:pt x="18" y="864"/>
                    </a:lnTo>
                    <a:lnTo>
                      <a:pt x="12" y="876"/>
                    </a:lnTo>
                    <a:lnTo>
                      <a:pt x="12" y="906"/>
                    </a:lnTo>
                    <a:lnTo>
                      <a:pt x="18" y="900"/>
                    </a:lnTo>
                    <a:lnTo>
                      <a:pt x="36" y="864"/>
                    </a:lnTo>
                    <a:lnTo>
                      <a:pt x="42" y="858"/>
                    </a:lnTo>
                    <a:lnTo>
                      <a:pt x="54" y="852"/>
                    </a:lnTo>
                    <a:lnTo>
                      <a:pt x="60" y="852"/>
                    </a:lnTo>
                    <a:lnTo>
                      <a:pt x="66" y="858"/>
                    </a:lnTo>
                    <a:lnTo>
                      <a:pt x="72" y="858"/>
                    </a:lnTo>
                    <a:lnTo>
                      <a:pt x="84" y="852"/>
                    </a:lnTo>
                    <a:lnTo>
                      <a:pt x="114" y="858"/>
                    </a:lnTo>
                    <a:lnTo>
                      <a:pt x="114" y="840"/>
                    </a:lnTo>
                    <a:lnTo>
                      <a:pt x="138" y="852"/>
                    </a:lnTo>
                    <a:lnTo>
                      <a:pt x="162" y="852"/>
                    </a:lnTo>
                    <a:lnTo>
                      <a:pt x="174" y="858"/>
                    </a:lnTo>
                    <a:lnTo>
                      <a:pt x="180" y="858"/>
                    </a:lnTo>
                    <a:lnTo>
                      <a:pt x="186" y="870"/>
                    </a:lnTo>
                    <a:lnTo>
                      <a:pt x="198" y="882"/>
                    </a:lnTo>
                    <a:lnTo>
                      <a:pt x="204" y="894"/>
                    </a:lnTo>
                    <a:lnTo>
                      <a:pt x="216" y="888"/>
                    </a:lnTo>
                    <a:lnTo>
                      <a:pt x="234" y="888"/>
                    </a:lnTo>
                    <a:lnTo>
                      <a:pt x="240" y="894"/>
                    </a:lnTo>
                    <a:lnTo>
                      <a:pt x="240" y="900"/>
                    </a:lnTo>
                    <a:lnTo>
                      <a:pt x="246" y="912"/>
                    </a:lnTo>
                    <a:lnTo>
                      <a:pt x="246" y="942"/>
                    </a:lnTo>
                    <a:lnTo>
                      <a:pt x="264" y="942"/>
                    </a:lnTo>
                    <a:lnTo>
                      <a:pt x="270" y="948"/>
                    </a:lnTo>
                    <a:lnTo>
                      <a:pt x="270" y="972"/>
                    </a:lnTo>
                    <a:lnTo>
                      <a:pt x="300" y="978"/>
                    </a:lnTo>
                    <a:lnTo>
                      <a:pt x="312" y="1002"/>
                    </a:lnTo>
                    <a:lnTo>
                      <a:pt x="330" y="1002"/>
                    </a:lnTo>
                    <a:lnTo>
                      <a:pt x="342" y="996"/>
                    </a:lnTo>
                    <a:lnTo>
                      <a:pt x="348" y="996"/>
                    </a:lnTo>
                    <a:lnTo>
                      <a:pt x="348" y="948"/>
                    </a:lnTo>
                    <a:lnTo>
                      <a:pt x="360" y="936"/>
                    </a:lnTo>
                    <a:lnTo>
                      <a:pt x="378" y="936"/>
                    </a:lnTo>
                    <a:lnTo>
                      <a:pt x="402" y="960"/>
                    </a:lnTo>
                    <a:lnTo>
                      <a:pt x="408" y="972"/>
                    </a:lnTo>
                    <a:lnTo>
                      <a:pt x="420" y="948"/>
                    </a:lnTo>
                    <a:lnTo>
                      <a:pt x="456" y="948"/>
                    </a:lnTo>
                    <a:lnTo>
                      <a:pt x="462" y="954"/>
                    </a:lnTo>
                    <a:lnTo>
                      <a:pt x="492" y="954"/>
                    </a:lnTo>
                    <a:lnTo>
                      <a:pt x="504" y="948"/>
                    </a:lnTo>
                    <a:lnTo>
                      <a:pt x="510" y="948"/>
                    </a:lnTo>
                    <a:lnTo>
                      <a:pt x="510" y="936"/>
                    </a:lnTo>
                    <a:lnTo>
                      <a:pt x="516" y="930"/>
                    </a:lnTo>
                    <a:lnTo>
                      <a:pt x="522" y="930"/>
                    </a:lnTo>
                    <a:lnTo>
                      <a:pt x="522" y="942"/>
                    </a:lnTo>
                    <a:lnTo>
                      <a:pt x="786" y="942"/>
                    </a:lnTo>
                    <a:lnTo>
                      <a:pt x="798" y="900"/>
                    </a:lnTo>
                    <a:lnTo>
                      <a:pt x="804" y="894"/>
                    </a:lnTo>
                    <a:lnTo>
                      <a:pt x="804" y="882"/>
                    </a:lnTo>
                    <a:lnTo>
                      <a:pt x="786" y="864"/>
                    </a:lnTo>
                    <a:lnTo>
                      <a:pt x="780" y="864"/>
                    </a:lnTo>
                    <a:lnTo>
                      <a:pt x="738" y="174"/>
                    </a:lnTo>
                    <a:lnTo>
                      <a:pt x="858" y="180"/>
                    </a:lnTo>
                    <a:lnTo>
                      <a:pt x="600" y="0"/>
                    </a:lnTo>
                    <a:lnTo>
                      <a:pt x="594" y="48"/>
                    </a:lnTo>
                    <a:lnTo>
                      <a:pt x="588" y="54"/>
                    </a:lnTo>
                    <a:lnTo>
                      <a:pt x="588" y="90"/>
                    </a:lnTo>
                    <a:lnTo>
                      <a:pt x="366" y="96"/>
                    </a:lnTo>
                    <a:lnTo>
                      <a:pt x="366" y="108"/>
                    </a:lnTo>
                    <a:lnTo>
                      <a:pt x="354" y="114"/>
                    </a:lnTo>
                    <a:lnTo>
                      <a:pt x="354" y="306"/>
                    </a:lnTo>
                    <a:lnTo>
                      <a:pt x="348" y="312"/>
                    </a:lnTo>
                    <a:lnTo>
                      <a:pt x="336" y="318"/>
                    </a:lnTo>
                    <a:lnTo>
                      <a:pt x="306" y="318"/>
                    </a:lnTo>
                    <a:lnTo>
                      <a:pt x="282" y="330"/>
                    </a:lnTo>
                    <a:lnTo>
                      <a:pt x="276" y="342"/>
                    </a:lnTo>
                    <a:lnTo>
                      <a:pt x="276" y="360"/>
                    </a:lnTo>
                    <a:lnTo>
                      <a:pt x="282" y="372"/>
                    </a:lnTo>
                    <a:lnTo>
                      <a:pt x="276" y="474"/>
                    </a:lnTo>
                    <a:lnTo>
                      <a:pt x="0" y="474"/>
                    </a:lnTo>
                    <a:lnTo>
                      <a:pt x="0" y="498"/>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11" name="Mali" descr="© INSCALE GmbH, 05.05.2010&#10;http://www.presentationload.com/">
                <a:extLst>
                  <a:ext uri="{FF2B5EF4-FFF2-40B4-BE49-F238E27FC236}">
                    <a16:creationId xmlns:a16="http://schemas.microsoft.com/office/drawing/2014/main" id="{5A2B639B-9093-1C56-B736-6A3E33D95667}"/>
                  </a:ext>
                </a:extLst>
              </p:cNvPr>
              <p:cNvSpPr>
                <a:spLocks/>
              </p:cNvSpPr>
              <p:nvPr/>
            </p:nvSpPr>
            <p:spPr bwMode="gray">
              <a:xfrm>
                <a:off x="2437" y="2057"/>
                <a:ext cx="295" cy="304"/>
              </a:xfrm>
              <a:custGeom>
                <a:avLst/>
                <a:gdLst>
                  <a:gd name="T0" fmla="*/ 2147483647 w 1164"/>
                  <a:gd name="T1" fmla="*/ 2147483647 h 1200"/>
                  <a:gd name="T2" fmla="*/ 2147483647 w 1164"/>
                  <a:gd name="T3" fmla="*/ 2147483647 h 1200"/>
                  <a:gd name="T4" fmla="*/ 2147483647 w 1164"/>
                  <a:gd name="T5" fmla="*/ 2147483647 h 1200"/>
                  <a:gd name="T6" fmla="*/ 2147483647 w 1164"/>
                  <a:gd name="T7" fmla="*/ 2147483647 h 1200"/>
                  <a:gd name="T8" fmla="*/ 2147483647 w 1164"/>
                  <a:gd name="T9" fmla="*/ 2147483647 h 1200"/>
                  <a:gd name="T10" fmla="*/ 2147483647 w 1164"/>
                  <a:gd name="T11" fmla="*/ 2147483647 h 1200"/>
                  <a:gd name="T12" fmla="*/ 2147483647 w 1164"/>
                  <a:gd name="T13" fmla="*/ 2147483647 h 1200"/>
                  <a:gd name="T14" fmla="*/ 2147483647 w 1164"/>
                  <a:gd name="T15" fmla="*/ 2147483647 h 1200"/>
                  <a:gd name="T16" fmla="*/ 2147483647 w 1164"/>
                  <a:gd name="T17" fmla="*/ 2147483647 h 1200"/>
                  <a:gd name="T18" fmla="*/ 2147483647 w 1164"/>
                  <a:gd name="T19" fmla="*/ 2147483647 h 1200"/>
                  <a:gd name="T20" fmla="*/ 2147483647 w 1164"/>
                  <a:gd name="T21" fmla="*/ 2147483647 h 1200"/>
                  <a:gd name="T22" fmla="*/ 2147483647 w 1164"/>
                  <a:gd name="T23" fmla="*/ 2147483647 h 1200"/>
                  <a:gd name="T24" fmla="*/ 2147483647 w 1164"/>
                  <a:gd name="T25" fmla="*/ 2147483647 h 1200"/>
                  <a:gd name="T26" fmla="*/ 2147483647 w 1164"/>
                  <a:gd name="T27" fmla="*/ 2147483647 h 1200"/>
                  <a:gd name="T28" fmla="*/ 2147483647 w 1164"/>
                  <a:gd name="T29" fmla="*/ 2147483647 h 1200"/>
                  <a:gd name="T30" fmla="*/ 2147483647 w 1164"/>
                  <a:gd name="T31" fmla="*/ 2147483647 h 1200"/>
                  <a:gd name="T32" fmla="*/ 2147483647 w 1164"/>
                  <a:gd name="T33" fmla="*/ 2147483647 h 1200"/>
                  <a:gd name="T34" fmla="*/ 2147483647 w 1164"/>
                  <a:gd name="T35" fmla="*/ 2147483647 h 1200"/>
                  <a:gd name="T36" fmla="*/ 2147483647 w 1164"/>
                  <a:gd name="T37" fmla="*/ 2147483647 h 1200"/>
                  <a:gd name="T38" fmla="*/ 2147483647 w 1164"/>
                  <a:gd name="T39" fmla="*/ 2147483647 h 1200"/>
                  <a:gd name="T40" fmla="*/ 2147483647 w 1164"/>
                  <a:gd name="T41" fmla="*/ 2147483647 h 1200"/>
                  <a:gd name="T42" fmla="*/ 2147483647 w 1164"/>
                  <a:gd name="T43" fmla="*/ 2147483647 h 1200"/>
                  <a:gd name="T44" fmla="*/ 2147483647 w 1164"/>
                  <a:gd name="T45" fmla="*/ 2147483647 h 1200"/>
                  <a:gd name="T46" fmla="*/ 2147483647 w 1164"/>
                  <a:gd name="T47" fmla="*/ 2147483647 h 1200"/>
                  <a:gd name="T48" fmla="*/ 2147483647 w 1164"/>
                  <a:gd name="T49" fmla="*/ 2147483647 h 1200"/>
                  <a:gd name="T50" fmla="*/ 2147483647 w 1164"/>
                  <a:gd name="T51" fmla="*/ 2147483647 h 1200"/>
                  <a:gd name="T52" fmla="*/ 2147483647 w 1164"/>
                  <a:gd name="T53" fmla="*/ 2147483647 h 1200"/>
                  <a:gd name="T54" fmla="*/ 0 w 1164"/>
                  <a:gd name="T55" fmla="*/ 2147483647 h 1200"/>
                  <a:gd name="T56" fmla="*/ 2147483647 w 1164"/>
                  <a:gd name="T57" fmla="*/ 2147483647 h 1200"/>
                  <a:gd name="T58" fmla="*/ 2147483647 w 1164"/>
                  <a:gd name="T59" fmla="*/ 2147483647 h 1200"/>
                  <a:gd name="T60" fmla="*/ 2147483647 w 1164"/>
                  <a:gd name="T61" fmla="*/ 2147483647 h 1200"/>
                  <a:gd name="T62" fmla="*/ 2147483647 w 1164"/>
                  <a:gd name="T63" fmla="*/ 2147483647 h 1200"/>
                  <a:gd name="T64" fmla="*/ 2147483647 w 1164"/>
                  <a:gd name="T65" fmla="*/ 2147483647 h 1200"/>
                  <a:gd name="T66" fmla="*/ 2147483647 w 1164"/>
                  <a:gd name="T67" fmla="*/ 2147483647 h 1200"/>
                  <a:gd name="T68" fmla="*/ 2147483647 w 1164"/>
                  <a:gd name="T69" fmla="*/ 2147483647 h 1200"/>
                  <a:gd name="T70" fmla="*/ 2147483647 w 1164"/>
                  <a:gd name="T71" fmla="*/ 2147483647 h 1200"/>
                  <a:gd name="T72" fmla="*/ 2147483647 w 1164"/>
                  <a:gd name="T73" fmla="*/ 2147483647 h 1200"/>
                  <a:gd name="T74" fmla="*/ 2147483647 w 1164"/>
                  <a:gd name="T75" fmla="*/ 2147483647 h 1200"/>
                  <a:gd name="T76" fmla="*/ 2147483647 w 1164"/>
                  <a:gd name="T77" fmla="*/ 2147483647 h 1200"/>
                  <a:gd name="T78" fmla="*/ 2147483647 w 1164"/>
                  <a:gd name="T79" fmla="*/ 2147483647 h 1200"/>
                  <a:gd name="T80" fmla="*/ 2147483647 w 1164"/>
                  <a:gd name="T81" fmla="*/ 2147483647 h 1200"/>
                  <a:gd name="T82" fmla="*/ 2147483647 w 1164"/>
                  <a:gd name="T83" fmla="*/ 2147483647 h 1200"/>
                  <a:gd name="T84" fmla="*/ 2147483647 w 1164"/>
                  <a:gd name="T85" fmla="*/ 2147483647 h 1200"/>
                  <a:gd name="T86" fmla="*/ 2147483647 w 1164"/>
                  <a:gd name="T87" fmla="*/ 2147483647 h 1200"/>
                  <a:gd name="T88" fmla="*/ 2147483647 w 1164"/>
                  <a:gd name="T89" fmla="*/ 2147483647 h 1200"/>
                  <a:gd name="T90" fmla="*/ 2147483647 w 1164"/>
                  <a:gd name="T91" fmla="*/ 2147483647 h 1200"/>
                  <a:gd name="T92" fmla="*/ 2147483647 w 1164"/>
                  <a:gd name="T93" fmla="*/ 2147483647 h 1200"/>
                  <a:gd name="T94" fmla="*/ 2147483647 w 1164"/>
                  <a:gd name="T95" fmla="*/ 2147483647 h 1200"/>
                  <a:gd name="T96" fmla="*/ 2147483647 w 1164"/>
                  <a:gd name="T97" fmla="*/ 2147483647 h 1200"/>
                  <a:gd name="T98" fmla="*/ 2147483647 w 1164"/>
                  <a:gd name="T99" fmla="*/ 2147483647 h 1200"/>
                  <a:gd name="T100" fmla="*/ 2147483647 w 1164"/>
                  <a:gd name="T101" fmla="*/ 2147483647 h 1200"/>
                  <a:gd name="T102" fmla="*/ 2147483647 w 1164"/>
                  <a:gd name="T103" fmla="*/ 2147483647 h 1200"/>
                  <a:gd name="T104" fmla="*/ 2147483647 w 1164"/>
                  <a:gd name="T105" fmla="*/ 2147483647 h 1200"/>
                  <a:gd name="T106" fmla="*/ 2147483647 w 1164"/>
                  <a:gd name="T107" fmla="*/ 2147483647 h 120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164"/>
                  <a:gd name="T163" fmla="*/ 0 h 1200"/>
                  <a:gd name="T164" fmla="*/ 1164 w 1164"/>
                  <a:gd name="T165" fmla="*/ 1200 h 120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164" h="1200">
                    <a:moveTo>
                      <a:pt x="612" y="954"/>
                    </a:moveTo>
                    <a:lnTo>
                      <a:pt x="636" y="948"/>
                    </a:lnTo>
                    <a:lnTo>
                      <a:pt x="636" y="912"/>
                    </a:lnTo>
                    <a:lnTo>
                      <a:pt x="654" y="912"/>
                    </a:lnTo>
                    <a:lnTo>
                      <a:pt x="654" y="906"/>
                    </a:lnTo>
                    <a:lnTo>
                      <a:pt x="660" y="900"/>
                    </a:lnTo>
                    <a:lnTo>
                      <a:pt x="666" y="888"/>
                    </a:lnTo>
                    <a:lnTo>
                      <a:pt x="678" y="882"/>
                    </a:lnTo>
                    <a:lnTo>
                      <a:pt x="684" y="870"/>
                    </a:lnTo>
                    <a:lnTo>
                      <a:pt x="690" y="864"/>
                    </a:lnTo>
                    <a:lnTo>
                      <a:pt x="696" y="864"/>
                    </a:lnTo>
                    <a:lnTo>
                      <a:pt x="708" y="876"/>
                    </a:lnTo>
                    <a:lnTo>
                      <a:pt x="720" y="876"/>
                    </a:lnTo>
                    <a:lnTo>
                      <a:pt x="720" y="870"/>
                    </a:lnTo>
                    <a:lnTo>
                      <a:pt x="726" y="864"/>
                    </a:lnTo>
                    <a:lnTo>
                      <a:pt x="726" y="846"/>
                    </a:lnTo>
                    <a:lnTo>
                      <a:pt x="750" y="846"/>
                    </a:lnTo>
                    <a:lnTo>
                      <a:pt x="768" y="822"/>
                    </a:lnTo>
                    <a:lnTo>
                      <a:pt x="792" y="822"/>
                    </a:lnTo>
                    <a:lnTo>
                      <a:pt x="810" y="804"/>
                    </a:lnTo>
                    <a:lnTo>
                      <a:pt x="858" y="804"/>
                    </a:lnTo>
                    <a:lnTo>
                      <a:pt x="882" y="816"/>
                    </a:lnTo>
                    <a:lnTo>
                      <a:pt x="930" y="804"/>
                    </a:lnTo>
                    <a:lnTo>
                      <a:pt x="954" y="786"/>
                    </a:lnTo>
                    <a:lnTo>
                      <a:pt x="1020" y="792"/>
                    </a:lnTo>
                    <a:lnTo>
                      <a:pt x="1020" y="774"/>
                    </a:lnTo>
                    <a:lnTo>
                      <a:pt x="1068" y="780"/>
                    </a:lnTo>
                    <a:lnTo>
                      <a:pt x="1080" y="774"/>
                    </a:lnTo>
                    <a:lnTo>
                      <a:pt x="1104" y="774"/>
                    </a:lnTo>
                    <a:lnTo>
                      <a:pt x="1122" y="768"/>
                    </a:lnTo>
                    <a:lnTo>
                      <a:pt x="1134" y="762"/>
                    </a:lnTo>
                    <a:lnTo>
                      <a:pt x="1140" y="750"/>
                    </a:lnTo>
                    <a:lnTo>
                      <a:pt x="1140" y="732"/>
                    </a:lnTo>
                    <a:lnTo>
                      <a:pt x="1146" y="720"/>
                    </a:lnTo>
                    <a:lnTo>
                      <a:pt x="1146" y="708"/>
                    </a:lnTo>
                    <a:lnTo>
                      <a:pt x="1164" y="684"/>
                    </a:lnTo>
                    <a:lnTo>
                      <a:pt x="1164" y="480"/>
                    </a:lnTo>
                    <a:lnTo>
                      <a:pt x="1140" y="480"/>
                    </a:lnTo>
                    <a:lnTo>
                      <a:pt x="1134" y="486"/>
                    </a:lnTo>
                    <a:lnTo>
                      <a:pt x="1104" y="486"/>
                    </a:lnTo>
                    <a:lnTo>
                      <a:pt x="1092" y="480"/>
                    </a:lnTo>
                    <a:lnTo>
                      <a:pt x="1086" y="474"/>
                    </a:lnTo>
                    <a:lnTo>
                      <a:pt x="1086" y="468"/>
                    </a:lnTo>
                    <a:lnTo>
                      <a:pt x="1104" y="450"/>
                    </a:lnTo>
                    <a:lnTo>
                      <a:pt x="1104" y="432"/>
                    </a:lnTo>
                    <a:lnTo>
                      <a:pt x="1092" y="408"/>
                    </a:lnTo>
                    <a:lnTo>
                      <a:pt x="1080" y="402"/>
                    </a:lnTo>
                    <a:lnTo>
                      <a:pt x="1050" y="402"/>
                    </a:lnTo>
                    <a:lnTo>
                      <a:pt x="1044" y="408"/>
                    </a:lnTo>
                    <a:lnTo>
                      <a:pt x="1038" y="408"/>
                    </a:lnTo>
                    <a:lnTo>
                      <a:pt x="1032" y="378"/>
                    </a:lnTo>
                    <a:lnTo>
                      <a:pt x="996" y="378"/>
                    </a:lnTo>
                    <a:lnTo>
                      <a:pt x="984" y="366"/>
                    </a:lnTo>
                    <a:lnTo>
                      <a:pt x="984" y="348"/>
                    </a:lnTo>
                    <a:lnTo>
                      <a:pt x="978" y="342"/>
                    </a:lnTo>
                    <a:lnTo>
                      <a:pt x="954" y="342"/>
                    </a:lnTo>
                    <a:lnTo>
                      <a:pt x="954" y="318"/>
                    </a:lnTo>
                    <a:lnTo>
                      <a:pt x="546" y="6"/>
                    </a:lnTo>
                    <a:lnTo>
                      <a:pt x="426" y="0"/>
                    </a:lnTo>
                    <a:lnTo>
                      <a:pt x="468" y="690"/>
                    </a:lnTo>
                    <a:lnTo>
                      <a:pt x="474" y="690"/>
                    </a:lnTo>
                    <a:lnTo>
                      <a:pt x="492" y="708"/>
                    </a:lnTo>
                    <a:lnTo>
                      <a:pt x="492" y="720"/>
                    </a:lnTo>
                    <a:lnTo>
                      <a:pt x="486" y="726"/>
                    </a:lnTo>
                    <a:lnTo>
                      <a:pt x="474" y="768"/>
                    </a:lnTo>
                    <a:lnTo>
                      <a:pt x="210" y="768"/>
                    </a:lnTo>
                    <a:lnTo>
                      <a:pt x="210" y="756"/>
                    </a:lnTo>
                    <a:lnTo>
                      <a:pt x="204" y="756"/>
                    </a:lnTo>
                    <a:lnTo>
                      <a:pt x="198" y="762"/>
                    </a:lnTo>
                    <a:lnTo>
                      <a:pt x="198" y="774"/>
                    </a:lnTo>
                    <a:lnTo>
                      <a:pt x="192" y="774"/>
                    </a:lnTo>
                    <a:lnTo>
                      <a:pt x="180" y="780"/>
                    </a:lnTo>
                    <a:lnTo>
                      <a:pt x="150" y="780"/>
                    </a:lnTo>
                    <a:lnTo>
                      <a:pt x="144" y="774"/>
                    </a:lnTo>
                    <a:lnTo>
                      <a:pt x="108" y="774"/>
                    </a:lnTo>
                    <a:lnTo>
                      <a:pt x="96" y="798"/>
                    </a:lnTo>
                    <a:lnTo>
                      <a:pt x="90" y="786"/>
                    </a:lnTo>
                    <a:lnTo>
                      <a:pt x="66" y="762"/>
                    </a:lnTo>
                    <a:lnTo>
                      <a:pt x="48" y="762"/>
                    </a:lnTo>
                    <a:lnTo>
                      <a:pt x="36" y="774"/>
                    </a:lnTo>
                    <a:lnTo>
                      <a:pt x="36" y="822"/>
                    </a:lnTo>
                    <a:lnTo>
                      <a:pt x="30" y="822"/>
                    </a:lnTo>
                    <a:lnTo>
                      <a:pt x="18" y="828"/>
                    </a:lnTo>
                    <a:lnTo>
                      <a:pt x="0" y="828"/>
                    </a:lnTo>
                    <a:lnTo>
                      <a:pt x="0" y="852"/>
                    </a:lnTo>
                    <a:lnTo>
                      <a:pt x="12" y="870"/>
                    </a:lnTo>
                    <a:lnTo>
                      <a:pt x="12" y="876"/>
                    </a:lnTo>
                    <a:lnTo>
                      <a:pt x="24" y="888"/>
                    </a:lnTo>
                    <a:lnTo>
                      <a:pt x="24" y="906"/>
                    </a:lnTo>
                    <a:lnTo>
                      <a:pt x="18" y="912"/>
                    </a:lnTo>
                    <a:lnTo>
                      <a:pt x="18" y="936"/>
                    </a:lnTo>
                    <a:lnTo>
                      <a:pt x="24" y="942"/>
                    </a:lnTo>
                    <a:lnTo>
                      <a:pt x="36" y="942"/>
                    </a:lnTo>
                    <a:lnTo>
                      <a:pt x="36" y="936"/>
                    </a:lnTo>
                    <a:lnTo>
                      <a:pt x="42" y="936"/>
                    </a:lnTo>
                    <a:lnTo>
                      <a:pt x="48" y="942"/>
                    </a:lnTo>
                    <a:lnTo>
                      <a:pt x="54" y="954"/>
                    </a:lnTo>
                    <a:lnTo>
                      <a:pt x="54" y="1032"/>
                    </a:lnTo>
                    <a:lnTo>
                      <a:pt x="60" y="1044"/>
                    </a:lnTo>
                    <a:lnTo>
                      <a:pt x="60" y="1050"/>
                    </a:lnTo>
                    <a:lnTo>
                      <a:pt x="66" y="1056"/>
                    </a:lnTo>
                    <a:lnTo>
                      <a:pt x="72" y="1050"/>
                    </a:lnTo>
                    <a:lnTo>
                      <a:pt x="78" y="1038"/>
                    </a:lnTo>
                    <a:lnTo>
                      <a:pt x="90" y="1026"/>
                    </a:lnTo>
                    <a:lnTo>
                      <a:pt x="102" y="1038"/>
                    </a:lnTo>
                    <a:lnTo>
                      <a:pt x="108" y="1050"/>
                    </a:lnTo>
                    <a:lnTo>
                      <a:pt x="108" y="1062"/>
                    </a:lnTo>
                    <a:lnTo>
                      <a:pt x="114" y="1050"/>
                    </a:lnTo>
                    <a:lnTo>
                      <a:pt x="126" y="1038"/>
                    </a:lnTo>
                    <a:lnTo>
                      <a:pt x="132" y="1026"/>
                    </a:lnTo>
                    <a:lnTo>
                      <a:pt x="138" y="1026"/>
                    </a:lnTo>
                    <a:lnTo>
                      <a:pt x="144" y="1032"/>
                    </a:lnTo>
                    <a:lnTo>
                      <a:pt x="150" y="1032"/>
                    </a:lnTo>
                    <a:lnTo>
                      <a:pt x="162" y="1038"/>
                    </a:lnTo>
                    <a:lnTo>
                      <a:pt x="168" y="1044"/>
                    </a:lnTo>
                    <a:lnTo>
                      <a:pt x="180" y="1050"/>
                    </a:lnTo>
                    <a:lnTo>
                      <a:pt x="198" y="1032"/>
                    </a:lnTo>
                    <a:lnTo>
                      <a:pt x="198" y="1014"/>
                    </a:lnTo>
                    <a:lnTo>
                      <a:pt x="204" y="1008"/>
                    </a:lnTo>
                    <a:lnTo>
                      <a:pt x="216" y="1008"/>
                    </a:lnTo>
                    <a:lnTo>
                      <a:pt x="228" y="1014"/>
                    </a:lnTo>
                    <a:lnTo>
                      <a:pt x="228" y="1032"/>
                    </a:lnTo>
                    <a:lnTo>
                      <a:pt x="246" y="1044"/>
                    </a:lnTo>
                    <a:lnTo>
                      <a:pt x="234" y="1074"/>
                    </a:lnTo>
                    <a:lnTo>
                      <a:pt x="270" y="1092"/>
                    </a:lnTo>
                    <a:lnTo>
                      <a:pt x="246" y="1128"/>
                    </a:lnTo>
                    <a:lnTo>
                      <a:pt x="270" y="1128"/>
                    </a:lnTo>
                    <a:lnTo>
                      <a:pt x="270" y="1164"/>
                    </a:lnTo>
                    <a:lnTo>
                      <a:pt x="300" y="1194"/>
                    </a:lnTo>
                    <a:lnTo>
                      <a:pt x="312" y="1200"/>
                    </a:lnTo>
                    <a:lnTo>
                      <a:pt x="312" y="1182"/>
                    </a:lnTo>
                    <a:lnTo>
                      <a:pt x="318" y="1176"/>
                    </a:lnTo>
                    <a:lnTo>
                      <a:pt x="330" y="1176"/>
                    </a:lnTo>
                    <a:lnTo>
                      <a:pt x="348" y="1182"/>
                    </a:lnTo>
                    <a:lnTo>
                      <a:pt x="366" y="1200"/>
                    </a:lnTo>
                    <a:lnTo>
                      <a:pt x="372" y="1182"/>
                    </a:lnTo>
                    <a:lnTo>
                      <a:pt x="390" y="1182"/>
                    </a:lnTo>
                    <a:lnTo>
                      <a:pt x="396" y="1158"/>
                    </a:lnTo>
                    <a:lnTo>
                      <a:pt x="408" y="1176"/>
                    </a:lnTo>
                    <a:lnTo>
                      <a:pt x="420" y="1152"/>
                    </a:lnTo>
                    <a:lnTo>
                      <a:pt x="420" y="1188"/>
                    </a:lnTo>
                    <a:lnTo>
                      <a:pt x="444" y="1194"/>
                    </a:lnTo>
                    <a:lnTo>
                      <a:pt x="450" y="1188"/>
                    </a:lnTo>
                    <a:lnTo>
                      <a:pt x="456" y="1176"/>
                    </a:lnTo>
                    <a:lnTo>
                      <a:pt x="462" y="1170"/>
                    </a:lnTo>
                    <a:lnTo>
                      <a:pt x="474" y="1170"/>
                    </a:lnTo>
                    <a:lnTo>
                      <a:pt x="468" y="1116"/>
                    </a:lnTo>
                    <a:lnTo>
                      <a:pt x="492" y="1116"/>
                    </a:lnTo>
                    <a:lnTo>
                      <a:pt x="504" y="1092"/>
                    </a:lnTo>
                    <a:lnTo>
                      <a:pt x="480" y="1062"/>
                    </a:lnTo>
                    <a:lnTo>
                      <a:pt x="498" y="1050"/>
                    </a:lnTo>
                    <a:lnTo>
                      <a:pt x="504" y="1050"/>
                    </a:lnTo>
                    <a:lnTo>
                      <a:pt x="510" y="1044"/>
                    </a:lnTo>
                    <a:lnTo>
                      <a:pt x="546" y="1044"/>
                    </a:lnTo>
                    <a:lnTo>
                      <a:pt x="546" y="1032"/>
                    </a:lnTo>
                    <a:lnTo>
                      <a:pt x="540" y="1026"/>
                    </a:lnTo>
                    <a:lnTo>
                      <a:pt x="546" y="1026"/>
                    </a:lnTo>
                    <a:lnTo>
                      <a:pt x="552" y="1020"/>
                    </a:lnTo>
                    <a:lnTo>
                      <a:pt x="552" y="990"/>
                    </a:lnTo>
                    <a:lnTo>
                      <a:pt x="570" y="990"/>
                    </a:lnTo>
                    <a:lnTo>
                      <a:pt x="570" y="960"/>
                    </a:lnTo>
                    <a:lnTo>
                      <a:pt x="564" y="954"/>
                    </a:lnTo>
                    <a:lnTo>
                      <a:pt x="582" y="924"/>
                    </a:lnTo>
                    <a:lnTo>
                      <a:pt x="612" y="954"/>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12" name="Malawi" descr="© INSCALE GmbH, 05.05.2010&#10;http://www.presentationload.com/">
                <a:extLst>
                  <a:ext uri="{FF2B5EF4-FFF2-40B4-BE49-F238E27FC236}">
                    <a16:creationId xmlns:a16="http://schemas.microsoft.com/office/drawing/2014/main" id="{A185CF10-FFC8-9A00-4300-A85F2FE53B7B}"/>
                  </a:ext>
                </a:extLst>
              </p:cNvPr>
              <p:cNvSpPr>
                <a:spLocks/>
              </p:cNvSpPr>
              <p:nvPr/>
            </p:nvSpPr>
            <p:spPr bwMode="gray">
              <a:xfrm>
                <a:off x="3241" y="2761"/>
                <a:ext cx="60" cy="159"/>
              </a:xfrm>
              <a:custGeom>
                <a:avLst/>
                <a:gdLst>
                  <a:gd name="T0" fmla="*/ 2147483647 w 234"/>
                  <a:gd name="T1" fmla="*/ 2147483647 h 624"/>
                  <a:gd name="T2" fmla="*/ 2147483647 w 234"/>
                  <a:gd name="T3" fmla="*/ 2147483647 h 624"/>
                  <a:gd name="T4" fmla="*/ 2147483647 w 234"/>
                  <a:gd name="T5" fmla="*/ 2147483647 h 624"/>
                  <a:gd name="T6" fmla="*/ 2147483647 w 234"/>
                  <a:gd name="T7" fmla="*/ 2147483647 h 624"/>
                  <a:gd name="T8" fmla="*/ 2147483647 w 234"/>
                  <a:gd name="T9" fmla="*/ 2147483647 h 624"/>
                  <a:gd name="T10" fmla="*/ 2147483647 w 234"/>
                  <a:gd name="T11" fmla="*/ 2147483647 h 624"/>
                  <a:gd name="T12" fmla="*/ 2147483647 w 234"/>
                  <a:gd name="T13" fmla="*/ 2147483647 h 624"/>
                  <a:gd name="T14" fmla="*/ 2147483647 w 234"/>
                  <a:gd name="T15" fmla="*/ 2147483647 h 624"/>
                  <a:gd name="T16" fmla="*/ 2147483647 w 234"/>
                  <a:gd name="T17" fmla="*/ 2147483647 h 624"/>
                  <a:gd name="T18" fmla="*/ 2147483647 w 234"/>
                  <a:gd name="T19" fmla="*/ 2147483647 h 624"/>
                  <a:gd name="T20" fmla="*/ 2147483647 w 234"/>
                  <a:gd name="T21" fmla="*/ 2147483647 h 624"/>
                  <a:gd name="T22" fmla="*/ 2147483647 w 234"/>
                  <a:gd name="T23" fmla="*/ 2147483647 h 624"/>
                  <a:gd name="T24" fmla="*/ 2147483647 w 234"/>
                  <a:gd name="T25" fmla="*/ 2147483647 h 624"/>
                  <a:gd name="T26" fmla="*/ 2147483647 w 234"/>
                  <a:gd name="T27" fmla="*/ 2147483647 h 624"/>
                  <a:gd name="T28" fmla="*/ 2147483647 w 234"/>
                  <a:gd name="T29" fmla="*/ 2147483647 h 624"/>
                  <a:gd name="T30" fmla="*/ 2147483647 w 234"/>
                  <a:gd name="T31" fmla="*/ 2147483647 h 624"/>
                  <a:gd name="T32" fmla="*/ 2147483647 w 234"/>
                  <a:gd name="T33" fmla="*/ 2147483647 h 624"/>
                  <a:gd name="T34" fmla="*/ 2147483647 w 234"/>
                  <a:gd name="T35" fmla="*/ 2147483647 h 624"/>
                  <a:gd name="T36" fmla="*/ 2147483647 w 234"/>
                  <a:gd name="T37" fmla="*/ 2147483647 h 624"/>
                  <a:gd name="T38" fmla="*/ 2147483647 w 234"/>
                  <a:gd name="T39" fmla="*/ 2147483647 h 624"/>
                  <a:gd name="T40" fmla="*/ 2147483647 w 234"/>
                  <a:gd name="T41" fmla="*/ 2147483647 h 624"/>
                  <a:gd name="T42" fmla="*/ 2147483647 w 234"/>
                  <a:gd name="T43" fmla="*/ 2147483647 h 624"/>
                  <a:gd name="T44" fmla="*/ 2147483647 w 234"/>
                  <a:gd name="T45" fmla="*/ 2147483647 h 624"/>
                  <a:gd name="T46" fmla="*/ 2147483647 w 234"/>
                  <a:gd name="T47" fmla="*/ 0 h 624"/>
                  <a:gd name="T48" fmla="*/ 2147483647 w 234"/>
                  <a:gd name="T49" fmla="*/ 2147483647 h 624"/>
                  <a:gd name="T50" fmla="*/ 2147483647 w 234"/>
                  <a:gd name="T51" fmla="*/ 2147483647 h 624"/>
                  <a:gd name="T52" fmla="*/ 2147483647 w 234"/>
                  <a:gd name="T53" fmla="*/ 2147483647 h 624"/>
                  <a:gd name="T54" fmla="*/ 2147483647 w 234"/>
                  <a:gd name="T55" fmla="*/ 2147483647 h 624"/>
                  <a:gd name="T56" fmla="*/ 2147483647 w 234"/>
                  <a:gd name="T57" fmla="*/ 2147483647 h 624"/>
                  <a:gd name="T58" fmla="*/ 2147483647 w 234"/>
                  <a:gd name="T59" fmla="*/ 2147483647 h 624"/>
                  <a:gd name="T60" fmla="*/ 2147483647 w 234"/>
                  <a:gd name="T61" fmla="*/ 2147483647 h 624"/>
                  <a:gd name="T62" fmla="*/ 2147483647 w 234"/>
                  <a:gd name="T63" fmla="*/ 2147483647 h 624"/>
                  <a:gd name="T64" fmla="*/ 2147483647 w 234"/>
                  <a:gd name="T65" fmla="*/ 2147483647 h 624"/>
                  <a:gd name="T66" fmla="*/ 2147483647 w 234"/>
                  <a:gd name="T67" fmla="*/ 2147483647 h 624"/>
                  <a:gd name="T68" fmla="*/ 2147483647 w 234"/>
                  <a:gd name="T69" fmla="*/ 2147483647 h 624"/>
                  <a:gd name="T70" fmla="*/ 2147483647 w 234"/>
                  <a:gd name="T71" fmla="*/ 2147483647 h 624"/>
                  <a:gd name="T72" fmla="*/ 2147483647 w 234"/>
                  <a:gd name="T73" fmla="*/ 2147483647 h 624"/>
                  <a:gd name="T74" fmla="*/ 0 w 234"/>
                  <a:gd name="T75" fmla="*/ 2147483647 h 624"/>
                  <a:gd name="T76" fmla="*/ 2147483647 w 234"/>
                  <a:gd name="T77" fmla="*/ 2147483647 h 624"/>
                  <a:gd name="T78" fmla="*/ 2147483647 w 234"/>
                  <a:gd name="T79" fmla="*/ 2147483647 h 624"/>
                  <a:gd name="T80" fmla="*/ 2147483647 w 234"/>
                  <a:gd name="T81" fmla="*/ 2147483647 h 624"/>
                  <a:gd name="T82" fmla="*/ 2147483647 w 234"/>
                  <a:gd name="T83" fmla="*/ 2147483647 h 624"/>
                  <a:gd name="T84" fmla="*/ 2147483647 w 234"/>
                  <a:gd name="T85" fmla="*/ 2147483647 h 624"/>
                  <a:gd name="T86" fmla="*/ 2147483647 w 234"/>
                  <a:gd name="T87" fmla="*/ 2147483647 h 624"/>
                  <a:gd name="T88" fmla="*/ 2147483647 w 234"/>
                  <a:gd name="T89" fmla="*/ 2147483647 h 624"/>
                  <a:gd name="T90" fmla="*/ 2147483647 w 234"/>
                  <a:gd name="T91" fmla="*/ 2147483647 h 624"/>
                  <a:gd name="T92" fmla="*/ 2147483647 w 234"/>
                  <a:gd name="T93" fmla="*/ 2147483647 h 624"/>
                  <a:gd name="T94" fmla="*/ 2147483647 w 234"/>
                  <a:gd name="T95" fmla="*/ 2147483647 h 624"/>
                  <a:gd name="T96" fmla="*/ 2147483647 w 234"/>
                  <a:gd name="T97" fmla="*/ 2147483647 h 624"/>
                  <a:gd name="T98" fmla="*/ 2147483647 w 234"/>
                  <a:gd name="T99" fmla="*/ 2147483647 h 624"/>
                  <a:gd name="T100" fmla="*/ 2147483647 w 234"/>
                  <a:gd name="T101" fmla="*/ 2147483647 h 624"/>
                  <a:gd name="T102" fmla="*/ 2147483647 w 234"/>
                  <a:gd name="T103" fmla="*/ 2147483647 h 624"/>
                  <a:gd name="T104" fmla="*/ 2147483647 w 234"/>
                  <a:gd name="T105" fmla="*/ 2147483647 h 624"/>
                  <a:gd name="T106" fmla="*/ 2147483647 w 234"/>
                  <a:gd name="T107" fmla="*/ 2147483647 h 624"/>
                  <a:gd name="T108" fmla="*/ 2147483647 w 234"/>
                  <a:gd name="T109" fmla="*/ 2147483647 h 624"/>
                  <a:gd name="T110" fmla="*/ 2147483647 w 234"/>
                  <a:gd name="T111" fmla="*/ 2147483647 h 624"/>
                  <a:gd name="T112" fmla="*/ 2147483647 w 234"/>
                  <a:gd name="T113" fmla="*/ 2147483647 h 624"/>
                  <a:gd name="T114" fmla="*/ 2147483647 w 234"/>
                  <a:gd name="T115" fmla="*/ 2147483647 h 624"/>
                  <a:gd name="T116" fmla="*/ 2147483647 w 234"/>
                  <a:gd name="T117" fmla="*/ 2147483647 h 62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34"/>
                  <a:gd name="T178" fmla="*/ 0 h 624"/>
                  <a:gd name="T179" fmla="*/ 234 w 234"/>
                  <a:gd name="T180" fmla="*/ 624 h 62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34" h="624">
                    <a:moveTo>
                      <a:pt x="234" y="432"/>
                    </a:moveTo>
                    <a:lnTo>
                      <a:pt x="222" y="420"/>
                    </a:lnTo>
                    <a:lnTo>
                      <a:pt x="210" y="402"/>
                    </a:lnTo>
                    <a:lnTo>
                      <a:pt x="204" y="390"/>
                    </a:lnTo>
                    <a:lnTo>
                      <a:pt x="198" y="384"/>
                    </a:lnTo>
                    <a:lnTo>
                      <a:pt x="186" y="360"/>
                    </a:lnTo>
                    <a:lnTo>
                      <a:pt x="162" y="336"/>
                    </a:lnTo>
                    <a:lnTo>
                      <a:pt x="156" y="336"/>
                    </a:lnTo>
                    <a:lnTo>
                      <a:pt x="156" y="330"/>
                    </a:lnTo>
                    <a:lnTo>
                      <a:pt x="150" y="330"/>
                    </a:lnTo>
                    <a:lnTo>
                      <a:pt x="150" y="342"/>
                    </a:lnTo>
                    <a:lnTo>
                      <a:pt x="156" y="342"/>
                    </a:lnTo>
                    <a:lnTo>
                      <a:pt x="168" y="354"/>
                    </a:lnTo>
                    <a:lnTo>
                      <a:pt x="168" y="366"/>
                    </a:lnTo>
                    <a:lnTo>
                      <a:pt x="174" y="378"/>
                    </a:lnTo>
                    <a:lnTo>
                      <a:pt x="174" y="390"/>
                    </a:lnTo>
                    <a:lnTo>
                      <a:pt x="168" y="396"/>
                    </a:lnTo>
                    <a:lnTo>
                      <a:pt x="162" y="396"/>
                    </a:lnTo>
                    <a:lnTo>
                      <a:pt x="162" y="390"/>
                    </a:lnTo>
                    <a:lnTo>
                      <a:pt x="156" y="384"/>
                    </a:lnTo>
                    <a:lnTo>
                      <a:pt x="156" y="378"/>
                    </a:lnTo>
                    <a:lnTo>
                      <a:pt x="144" y="384"/>
                    </a:lnTo>
                    <a:lnTo>
                      <a:pt x="132" y="384"/>
                    </a:lnTo>
                    <a:lnTo>
                      <a:pt x="132" y="360"/>
                    </a:lnTo>
                    <a:lnTo>
                      <a:pt x="126" y="354"/>
                    </a:lnTo>
                    <a:lnTo>
                      <a:pt x="126" y="342"/>
                    </a:lnTo>
                    <a:lnTo>
                      <a:pt x="120" y="330"/>
                    </a:lnTo>
                    <a:lnTo>
                      <a:pt x="120" y="282"/>
                    </a:lnTo>
                    <a:lnTo>
                      <a:pt x="84" y="246"/>
                    </a:lnTo>
                    <a:lnTo>
                      <a:pt x="90" y="240"/>
                    </a:lnTo>
                    <a:lnTo>
                      <a:pt x="90" y="222"/>
                    </a:lnTo>
                    <a:lnTo>
                      <a:pt x="96" y="210"/>
                    </a:lnTo>
                    <a:lnTo>
                      <a:pt x="114" y="192"/>
                    </a:lnTo>
                    <a:lnTo>
                      <a:pt x="120" y="180"/>
                    </a:lnTo>
                    <a:lnTo>
                      <a:pt x="126" y="174"/>
                    </a:lnTo>
                    <a:lnTo>
                      <a:pt x="126" y="156"/>
                    </a:lnTo>
                    <a:lnTo>
                      <a:pt x="120" y="150"/>
                    </a:lnTo>
                    <a:lnTo>
                      <a:pt x="120" y="102"/>
                    </a:lnTo>
                    <a:lnTo>
                      <a:pt x="114" y="78"/>
                    </a:lnTo>
                    <a:lnTo>
                      <a:pt x="114" y="60"/>
                    </a:lnTo>
                    <a:lnTo>
                      <a:pt x="102" y="60"/>
                    </a:lnTo>
                    <a:lnTo>
                      <a:pt x="84" y="42"/>
                    </a:lnTo>
                    <a:lnTo>
                      <a:pt x="84" y="36"/>
                    </a:lnTo>
                    <a:lnTo>
                      <a:pt x="90" y="24"/>
                    </a:lnTo>
                    <a:lnTo>
                      <a:pt x="90" y="18"/>
                    </a:lnTo>
                    <a:lnTo>
                      <a:pt x="60" y="18"/>
                    </a:lnTo>
                    <a:lnTo>
                      <a:pt x="54" y="0"/>
                    </a:lnTo>
                    <a:lnTo>
                      <a:pt x="30" y="0"/>
                    </a:lnTo>
                    <a:lnTo>
                      <a:pt x="30" y="12"/>
                    </a:lnTo>
                    <a:lnTo>
                      <a:pt x="42" y="12"/>
                    </a:lnTo>
                    <a:lnTo>
                      <a:pt x="54" y="24"/>
                    </a:lnTo>
                    <a:lnTo>
                      <a:pt x="54" y="66"/>
                    </a:lnTo>
                    <a:lnTo>
                      <a:pt x="60" y="66"/>
                    </a:lnTo>
                    <a:lnTo>
                      <a:pt x="66" y="60"/>
                    </a:lnTo>
                    <a:lnTo>
                      <a:pt x="66" y="84"/>
                    </a:lnTo>
                    <a:lnTo>
                      <a:pt x="78" y="84"/>
                    </a:lnTo>
                    <a:lnTo>
                      <a:pt x="78" y="96"/>
                    </a:lnTo>
                    <a:lnTo>
                      <a:pt x="54" y="108"/>
                    </a:lnTo>
                    <a:lnTo>
                      <a:pt x="48" y="114"/>
                    </a:lnTo>
                    <a:lnTo>
                      <a:pt x="42" y="114"/>
                    </a:lnTo>
                    <a:lnTo>
                      <a:pt x="42" y="132"/>
                    </a:lnTo>
                    <a:lnTo>
                      <a:pt x="54" y="138"/>
                    </a:lnTo>
                    <a:lnTo>
                      <a:pt x="48" y="156"/>
                    </a:lnTo>
                    <a:lnTo>
                      <a:pt x="48" y="228"/>
                    </a:lnTo>
                    <a:lnTo>
                      <a:pt x="60" y="228"/>
                    </a:lnTo>
                    <a:lnTo>
                      <a:pt x="60" y="234"/>
                    </a:lnTo>
                    <a:lnTo>
                      <a:pt x="42" y="252"/>
                    </a:lnTo>
                    <a:lnTo>
                      <a:pt x="30" y="258"/>
                    </a:lnTo>
                    <a:lnTo>
                      <a:pt x="24" y="264"/>
                    </a:lnTo>
                    <a:lnTo>
                      <a:pt x="18" y="264"/>
                    </a:lnTo>
                    <a:lnTo>
                      <a:pt x="24" y="300"/>
                    </a:lnTo>
                    <a:lnTo>
                      <a:pt x="18" y="312"/>
                    </a:lnTo>
                    <a:lnTo>
                      <a:pt x="12" y="318"/>
                    </a:lnTo>
                    <a:lnTo>
                      <a:pt x="6" y="330"/>
                    </a:lnTo>
                    <a:lnTo>
                      <a:pt x="0" y="336"/>
                    </a:lnTo>
                    <a:lnTo>
                      <a:pt x="0" y="342"/>
                    </a:lnTo>
                    <a:lnTo>
                      <a:pt x="12" y="348"/>
                    </a:lnTo>
                    <a:lnTo>
                      <a:pt x="24" y="360"/>
                    </a:lnTo>
                    <a:lnTo>
                      <a:pt x="36" y="366"/>
                    </a:lnTo>
                    <a:lnTo>
                      <a:pt x="66" y="414"/>
                    </a:lnTo>
                    <a:lnTo>
                      <a:pt x="96" y="414"/>
                    </a:lnTo>
                    <a:lnTo>
                      <a:pt x="102" y="408"/>
                    </a:lnTo>
                    <a:lnTo>
                      <a:pt x="120" y="408"/>
                    </a:lnTo>
                    <a:lnTo>
                      <a:pt x="126" y="414"/>
                    </a:lnTo>
                    <a:lnTo>
                      <a:pt x="126" y="450"/>
                    </a:lnTo>
                    <a:lnTo>
                      <a:pt x="132" y="450"/>
                    </a:lnTo>
                    <a:lnTo>
                      <a:pt x="126" y="480"/>
                    </a:lnTo>
                    <a:lnTo>
                      <a:pt x="114" y="486"/>
                    </a:lnTo>
                    <a:lnTo>
                      <a:pt x="126" y="504"/>
                    </a:lnTo>
                    <a:lnTo>
                      <a:pt x="120" y="510"/>
                    </a:lnTo>
                    <a:lnTo>
                      <a:pt x="108" y="516"/>
                    </a:lnTo>
                    <a:lnTo>
                      <a:pt x="102" y="522"/>
                    </a:lnTo>
                    <a:lnTo>
                      <a:pt x="102" y="528"/>
                    </a:lnTo>
                    <a:lnTo>
                      <a:pt x="114" y="528"/>
                    </a:lnTo>
                    <a:lnTo>
                      <a:pt x="114" y="558"/>
                    </a:lnTo>
                    <a:lnTo>
                      <a:pt x="126" y="564"/>
                    </a:lnTo>
                    <a:lnTo>
                      <a:pt x="132" y="570"/>
                    </a:lnTo>
                    <a:lnTo>
                      <a:pt x="144" y="576"/>
                    </a:lnTo>
                    <a:lnTo>
                      <a:pt x="150" y="582"/>
                    </a:lnTo>
                    <a:lnTo>
                      <a:pt x="162" y="588"/>
                    </a:lnTo>
                    <a:lnTo>
                      <a:pt x="162" y="600"/>
                    </a:lnTo>
                    <a:lnTo>
                      <a:pt x="156" y="606"/>
                    </a:lnTo>
                    <a:lnTo>
                      <a:pt x="156" y="618"/>
                    </a:lnTo>
                    <a:lnTo>
                      <a:pt x="162" y="624"/>
                    </a:lnTo>
                    <a:lnTo>
                      <a:pt x="168" y="618"/>
                    </a:lnTo>
                    <a:lnTo>
                      <a:pt x="180" y="612"/>
                    </a:lnTo>
                    <a:lnTo>
                      <a:pt x="180" y="582"/>
                    </a:lnTo>
                    <a:lnTo>
                      <a:pt x="174" y="576"/>
                    </a:lnTo>
                    <a:lnTo>
                      <a:pt x="168" y="576"/>
                    </a:lnTo>
                    <a:lnTo>
                      <a:pt x="168" y="558"/>
                    </a:lnTo>
                    <a:lnTo>
                      <a:pt x="174" y="546"/>
                    </a:lnTo>
                    <a:lnTo>
                      <a:pt x="186" y="540"/>
                    </a:lnTo>
                    <a:lnTo>
                      <a:pt x="210" y="540"/>
                    </a:lnTo>
                    <a:lnTo>
                      <a:pt x="216" y="534"/>
                    </a:lnTo>
                    <a:lnTo>
                      <a:pt x="216" y="474"/>
                    </a:lnTo>
                    <a:lnTo>
                      <a:pt x="222" y="468"/>
                    </a:lnTo>
                    <a:lnTo>
                      <a:pt x="228" y="456"/>
                    </a:lnTo>
                    <a:lnTo>
                      <a:pt x="234" y="450"/>
                    </a:lnTo>
                    <a:lnTo>
                      <a:pt x="234" y="432"/>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13" name="Madagascar" descr="© INSCALE GmbH, 05.05.2010&#10;http://www.presentationload.com/">
                <a:extLst>
                  <a:ext uri="{FF2B5EF4-FFF2-40B4-BE49-F238E27FC236}">
                    <a16:creationId xmlns:a16="http://schemas.microsoft.com/office/drawing/2014/main" id="{364BCDBF-DF4A-50E5-C54D-7656A577E003}"/>
                  </a:ext>
                </a:extLst>
              </p:cNvPr>
              <p:cNvSpPr>
                <a:spLocks/>
              </p:cNvSpPr>
              <p:nvPr/>
            </p:nvSpPr>
            <p:spPr bwMode="gray">
              <a:xfrm>
                <a:off x="3415" y="2819"/>
                <a:ext cx="150" cy="277"/>
              </a:xfrm>
              <a:custGeom>
                <a:avLst/>
                <a:gdLst>
                  <a:gd name="T0" fmla="*/ 2147483647 w 594"/>
                  <a:gd name="T1" fmla="*/ 2147483647 h 1092"/>
                  <a:gd name="T2" fmla="*/ 2147483647 w 594"/>
                  <a:gd name="T3" fmla="*/ 2147483647 h 1092"/>
                  <a:gd name="T4" fmla="*/ 2147483647 w 594"/>
                  <a:gd name="T5" fmla="*/ 2147483647 h 1092"/>
                  <a:gd name="T6" fmla="*/ 2147483647 w 594"/>
                  <a:gd name="T7" fmla="*/ 2147483647 h 1092"/>
                  <a:gd name="T8" fmla="*/ 2147483647 w 594"/>
                  <a:gd name="T9" fmla="*/ 2147483647 h 1092"/>
                  <a:gd name="T10" fmla="*/ 2147483647 w 594"/>
                  <a:gd name="T11" fmla="*/ 2147483647 h 1092"/>
                  <a:gd name="T12" fmla="*/ 2147483647 w 594"/>
                  <a:gd name="T13" fmla="*/ 2147483647 h 1092"/>
                  <a:gd name="T14" fmla="*/ 2147483647 w 594"/>
                  <a:gd name="T15" fmla="*/ 2147483647 h 1092"/>
                  <a:gd name="T16" fmla="*/ 2147483647 w 594"/>
                  <a:gd name="T17" fmla="*/ 2147483647 h 1092"/>
                  <a:gd name="T18" fmla="*/ 2147483647 w 594"/>
                  <a:gd name="T19" fmla="*/ 2147483647 h 1092"/>
                  <a:gd name="T20" fmla="*/ 2147483647 w 594"/>
                  <a:gd name="T21" fmla="*/ 2147483647 h 1092"/>
                  <a:gd name="T22" fmla="*/ 2147483647 w 594"/>
                  <a:gd name="T23" fmla="*/ 2147483647 h 1092"/>
                  <a:gd name="T24" fmla="*/ 2147483647 w 594"/>
                  <a:gd name="T25" fmla="*/ 2147483647 h 1092"/>
                  <a:gd name="T26" fmla="*/ 2147483647 w 594"/>
                  <a:gd name="T27" fmla="*/ 2147483647 h 1092"/>
                  <a:gd name="T28" fmla="*/ 2147483647 w 594"/>
                  <a:gd name="T29" fmla="*/ 2147483647 h 1092"/>
                  <a:gd name="T30" fmla="*/ 2147483647 w 594"/>
                  <a:gd name="T31" fmla="*/ 2147483647 h 1092"/>
                  <a:gd name="T32" fmla="*/ 2147483647 w 594"/>
                  <a:gd name="T33" fmla="*/ 0 h 1092"/>
                  <a:gd name="T34" fmla="*/ 2147483647 w 594"/>
                  <a:gd name="T35" fmla="*/ 2147483647 h 1092"/>
                  <a:gd name="T36" fmla="*/ 2147483647 w 594"/>
                  <a:gd name="T37" fmla="*/ 2147483647 h 1092"/>
                  <a:gd name="T38" fmla="*/ 2147483647 w 594"/>
                  <a:gd name="T39" fmla="*/ 2147483647 h 1092"/>
                  <a:gd name="T40" fmla="*/ 2147483647 w 594"/>
                  <a:gd name="T41" fmla="*/ 2147483647 h 1092"/>
                  <a:gd name="T42" fmla="*/ 2147483647 w 594"/>
                  <a:gd name="T43" fmla="*/ 2147483647 h 1092"/>
                  <a:gd name="T44" fmla="*/ 2147483647 w 594"/>
                  <a:gd name="T45" fmla="*/ 2147483647 h 1092"/>
                  <a:gd name="T46" fmla="*/ 2147483647 w 594"/>
                  <a:gd name="T47" fmla="*/ 2147483647 h 1092"/>
                  <a:gd name="T48" fmla="*/ 2147483647 w 594"/>
                  <a:gd name="T49" fmla="*/ 2147483647 h 1092"/>
                  <a:gd name="T50" fmla="*/ 2147483647 w 594"/>
                  <a:gd name="T51" fmla="*/ 2147483647 h 1092"/>
                  <a:gd name="T52" fmla="*/ 2147483647 w 594"/>
                  <a:gd name="T53" fmla="*/ 2147483647 h 1092"/>
                  <a:gd name="T54" fmla="*/ 2147483647 w 594"/>
                  <a:gd name="T55" fmla="*/ 2147483647 h 1092"/>
                  <a:gd name="T56" fmla="*/ 2147483647 w 594"/>
                  <a:gd name="T57" fmla="*/ 2147483647 h 1092"/>
                  <a:gd name="T58" fmla="*/ 2147483647 w 594"/>
                  <a:gd name="T59" fmla="*/ 2147483647 h 1092"/>
                  <a:gd name="T60" fmla="*/ 2147483647 w 594"/>
                  <a:gd name="T61" fmla="*/ 2147483647 h 1092"/>
                  <a:gd name="T62" fmla="*/ 2147483647 w 594"/>
                  <a:gd name="T63" fmla="*/ 2147483647 h 1092"/>
                  <a:gd name="T64" fmla="*/ 2147483647 w 594"/>
                  <a:gd name="T65" fmla="*/ 2147483647 h 1092"/>
                  <a:gd name="T66" fmla="*/ 2147483647 w 594"/>
                  <a:gd name="T67" fmla="*/ 2147483647 h 1092"/>
                  <a:gd name="T68" fmla="*/ 2147483647 w 594"/>
                  <a:gd name="T69" fmla="*/ 2147483647 h 1092"/>
                  <a:gd name="T70" fmla="*/ 2147483647 w 594"/>
                  <a:gd name="T71" fmla="*/ 2147483647 h 1092"/>
                  <a:gd name="T72" fmla="*/ 2147483647 w 594"/>
                  <a:gd name="T73" fmla="*/ 2147483647 h 1092"/>
                  <a:gd name="T74" fmla="*/ 2147483647 w 594"/>
                  <a:gd name="T75" fmla="*/ 2147483647 h 1092"/>
                  <a:gd name="T76" fmla="*/ 2147483647 w 594"/>
                  <a:gd name="T77" fmla="*/ 2147483647 h 1092"/>
                  <a:gd name="T78" fmla="*/ 2147483647 w 594"/>
                  <a:gd name="T79" fmla="*/ 2147483647 h 1092"/>
                  <a:gd name="T80" fmla="*/ 2147483647 w 594"/>
                  <a:gd name="T81" fmla="*/ 2147483647 h 1092"/>
                  <a:gd name="T82" fmla="*/ 2147483647 w 594"/>
                  <a:gd name="T83" fmla="*/ 2147483647 h 1092"/>
                  <a:gd name="T84" fmla="*/ 2147483647 w 594"/>
                  <a:gd name="T85" fmla="*/ 2147483647 h 1092"/>
                  <a:gd name="T86" fmla="*/ 0 w 594"/>
                  <a:gd name="T87" fmla="*/ 2147483647 h 1092"/>
                  <a:gd name="T88" fmla="*/ 2147483647 w 594"/>
                  <a:gd name="T89" fmla="*/ 2147483647 h 1092"/>
                  <a:gd name="T90" fmla="*/ 2147483647 w 594"/>
                  <a:gd name="T91" fmla="*/ 2147483647 h 1092"/>
                  <a:gd name="T92" fmla="*/ 2147483647 w 594"/>
                  <a:gd name="T93" fmla="*/ 2147483647 h 1092"/>
                  <a:gd name="T94" fmla="*/ 2147483647 w 594"/>
                  <a:gd name="T95" fmla="*/ 2147483647 h 1092"/>
                  <a:gd name="T96" fmla="*/ 2147483647 w 594"/>
                  <a:gd name="T97" fmla="*/ 2147483647 h 1092"/>
                  <a:gd name="T98" fmla="*/ 2147483647 w 594"/>
                  <a:gd name="T99" fmla="*/ 2147483647 h 1092"/>
                  <a:gd name="T100" fmla="*/ 2147483647 w 594"/>
                  <a:gd name="T101" fmla="*/ 2147483647 h 1092"/>
                  <a:gd name="T102" fmla="*/ 2147483647 w 594"/>
                  <a:gd name="T103" fmla="*/ 2147483647 h 109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94"/>
                  <a:gd name="T157" fmla="*/ 0 h 1092"/>
                  <a:gd name="T158" fmla="*/ 594 w 594"/>
                  <a:gd name="T159" fmla="*/ 1092 h 109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94" h="1092">
                    <a:moveTo>
                      <a:pt x="120" y="330"/>
                    </a:moveTo>
                    <a:lnTo>
                      <a:pt x="144" y="324"/>
                    </a:lnTo>
                    <a:lnTo>
                      <a:pt x="192" y="324"/>
                    </a:lnTo>
                    <a:lnTo>
                      <a:pt x="192" y="300"/>
                    </a:lnTo>
                    <a:lnTo>
                      <a:pt x="252" y="312"/>
                    </a:lnTo>
                    <a:lnTo>
                      <a:pt x="270" y="282"/>
                    </a:lnTo>
                    <a:lnTo>
                      <a:pt x="312" y="288"/>
                    </a:lnTo>
                    <a:lnTo>
                      <a:pt x="312" y="258"/>
                    </a:lnTo>
                    <a:lnTo>
                      <a:pt x="324" y="228"/>
                    </a:lnTo>
                    <a:lnTo>
                      <a:pt x="324" y="258"/>
                    </a:lnTo>
                    <a:lnTo>
                      <a:pt x="336" y="276"/>
                    </a:lnTo>
                    <a:lnTo>
                      <a:pt x="348" y="240"/>
                    </a:lnTo>
                    <a:lnTo>
                      <a:pt x="348" y="210"/>
                    </a:lnTo>
                    <a:lnTo>
                      <a:pt x="354" y="192"/>
                    </a:lnTo>
                    <a:lnTo>
                      <a:pt x="354" y="186"/>
                    </a:lnTo>
                    <a:lnTo>
                      <a:pt x="360" y="186"/>
                    </a:lnTo>
                    <a:lnTo>
                      <a:pt x="372" y="198"/>
                    </a:lnTo>
                    <a:lnTo>
                      <a:pt x="372" y="204"/>
                    </a:lnTo>
                    <a:lnTo>
                      <a:pt x="378" y="204"/>
                    </a:lnTo>
                    <a:lnTo>
                      <a:pt x="402" y="180"/>
                    </a:lnTo>
                    <a:lnTo>
                      <a:pt x="396" y="168"/>
                    </a:lnTo>
                    <a:lnTo>
                      <a:pt x="396" y="150"/>
                    </a:lnTo>
                    <a:lnTo>
                      <a:pt x="390" y="138"/>
                    </a:lnTo>
                    <a:lnTo>
                      <a:pt x="402" y="126"/>
                    </a:lnTo>
                    <a:lnTo>
                      <a:pt x="414" y="126"/>
                    </a:lnTo>
                    <a:lnTo>
                      <a:pt x="420" y="132"/>
                    </a:lnTo>
                    <a:lnTo>
                      <a:pt x="426" y="132"/>
                    </a:lnTo>
                    <a:lnTo>
                      <a:pt x="432" y="126"/>
                    </a:lnTo>
                    <a:lnTo>
                      <a:pt x="438" y="114"/>
                    </a:lnTo>
                    <a:lnTo>
                      <a:pt x="450" y="102"/>
                    </a:lnTo>
                    <a:lnTo>
                      <a:pt x="456" y="90"/>
                    </a:lnTo>
                    <a:lnTo>
                      <a:pt x="462" y="72"/>
                    </a:lnTo>
                    <a:lnTo>
                      <a:pt x="462" y="42"/>
                    </a:lnTo>
                    <a:lnTo>
                      <a:pt x="492" y="0"/>
                    </a:lnTo>
                    <a:lnTo>
                      <a:pt x="546" y="60"/>
                    </a:lnTo>
                    <a:lnTo>
                      <a:pt x="546" y="90"/>
                    </a:lnTo>
                    <a:lnTo>
                      <a:pt x="552" y="96"/>
                    </a:lnTo>
                    <a:lnTo>
                      <a:pt x="558" y="114"/>
                    </a:lnTo>
                    <a:lnTo>
                      <a:pt x="576" y="150"/>
                    </a:lnTo>
                    <a:lnTo>
                      <a:pt x="582" y="156"/>
                    </a:lnTo>
                    <a:lnTo>
                      <a:pt x="582" y="162"/>
                    </a:lnTo>
                    <a:lnTo>
                      <a:pt x="564" y="216"/>
                    </a:lnTo>
                    <a:lnTo>
                      <a:pt x="594" y="276"/>
                    </a:lnTo>
                    <a:lnTo>
                      <a:pt x="594" y="288"/>
                    </a:lnTo>
                    <a:lnTo>
                      <a:pt x="588" y="294"/>
                    </a:lnTo>
                    <a:lnTo>
                      <a:pt x="576" y="294"/>
                    </a:lnTo>
                    <a:lnTo>
                      <a:pt x="564" y="288"/>
                    </a:lnTo>
                    <a:lnTo>
                      <a:pt x="558" y="282"/>
                    </a:lnTo>
                    <a:lnTo>
                      <a:pt x="552" y="282"/>
                    </a:lnTo>
                    <a:lnTo>
                      <a:pt x="522" y="288"/>
                    </a:lnTo>
                    <a:lnTo>
                      <a:pt x="528" y="330"/>
                    </a:lnTo>
                    <a:lnTo>
                      <a:pt x="522" y="336"/>
                    </a:lnTo>
                    <a:lnTo>
                      <a:pt x="516" y="348"/>
                    </a:lnTo>
                    <a:lnTo>
                      <a:pt x="504" y="354"/>
                    </a:lnTo>
                    <a:lnTo>
                      <a:pt x="486" y="390"/>
                    </a:lnTo>
                    <a:lnTo>
                      <a:pt x="486" y="402"/>
                    </a:lnTo>
                    <a:lnTo>
                      <a:pt x="492" y="414"/>
                    </a:lnTo>
                    <a:lnTo>
                      <a:pt x="504" y="450"/>
                    </a:lnTo>
                    <a:lnTo>
                      <a:pt x="498" y="468"/>
                    </a:lnTo>
                    <a:lnTo>
                      <a:pt x="486" y="510"/>
                    </a:lnTo>
                    <a:lnTo>
                      <a:pt x="462" y="570"/>
                    </a:lnTo>
                    <a:lnTo>
                      <a:pt x="432" y="642"/>
                    </a:lnTo>
                    <a:lnTo>
                      <a:pt x="390" y="720"/>
                    </a:lnTo>
                    <a:lnTo>
                      <a:pt x="324" y="852"/>
                    </a:lnTo>
                    <a:lnTo>
                      <a:pt x="312" y="894"/>
                    </a:lnTo>
                    <a:lnTo>
                      <a:pt x="306" y="912"/>
                    </a:lnTo>
                    <a:lnTo>
                      <a:pt x="306" y="948"/>
                    </a:lnTo>
                    <a:lnTo>
                      <a:pt x="294" y="984"/>
                    </a:lnTo>
                    <a:lnTo>
                      <a:pt x="276" y="1014"/>
                    </a:lnTo>
                    <a:lnTo>
                      <a:pt x="258" y="1032"/>
                    </a:lnTo>
                    <a:lnTo>
                      <a:pt x="240" y="1044"/>
                    </a:lnTo>
                    <a:lnTo>
                      <a:pt x="222" y="1062"/>
                    </a:lnTo>
                    <a:lnTo>
                      <a:pt x="216" y="1062"/>
                    </a:lnTo>
                    <a:lnTo>
                      <a:pt x="210" y="1068"/>
                    </a:lnTo>
                    <a:lnTo>
                      <a:pt x="186" y="1068"/>
                    </a:lnTo>
                    <a:lnTo>
                      <a:pt x="150" y="1086"/>
                    </a:lnTo>
                    <a:lnTo>
                      <a:pt x="114" y="1092"/>
                    </a:lnTo>
                    <a:lnTo>
                      <a:pt x="78" y="1074"/>
                    </a:lnTo>
                    <a:lnTo>
                      <a:pt x="60" y="1056"/>
                    </a:lnTo>
                    <a:lnTo>
                      <a:pt x="48" y="1038"/>
                    </a:lnTo>
                    <a:lnTo>
                      <a:pt x="36" y="1026"/>
                    </a:lnTo>
                    <a:lnTo>
                      <a:pt x="36" y="1020"/>
                    </a:lnTo>
                    <a:lnTo>
                      <a:pt x="30" y="1014"/>
                    </a:lnTo>
                    <a:lnTo>
                      <a:pt x="48" y="990"/>
                    </a:lnTo>
                    <a:lnTo>
                      <a:pt x="42" y="978"/>
                    </a:lnTo>
                    <a:lnTo>
                      <a:pt x="24" y="948"/>
                    </a:lnTo>
                    <a:lnTo>
                      <a:pt x="12" y="900"/>
                    </a:lnTo>
                    <a:lnTo>
                      <a:pt x="0" y="834"/>
                    </a:lnTo>
                    <a:lnTo>
                      <a:pt x="0" y="786"/>
                    </a:lnTo>
                    <a:lnTo>
                      <a:pt x="6" y="756"/>
                    </a:lnTo>
                    <a:lnTo>
                      <a:pt x="18" y="738"/>
                    </a:lnTo>
                    <a:lnTo>
                      <a:pt x="60" y="696"/>
                    </a:lnTo>
                    <a:lnTo>
                      <a:pt x="72" y="678"/>
                    </a:lnTo>
                    <a:lnTo>
                      <a:pt x="90" y="672"/>
                    </a:lnTo>
                    <a:lnTo>
                      <a:pt x="96" y="660"/>
                    </a:lnTo>
                    <a:lnTo>
                      <a:pt x="108" y="654"/>
                    </a:lnTo>
                    <a:lnTo>
                      <a:pt x="108" y="636"/>
                    </a:lnTo>
                    <a:lnTo>
                      <a:pt x="102" y="600"/>
                    </a:lnTo>
                    <a:lnTo>
                      <a:pt x="96" y="558"/>
                    </a:lnTo>
                    <a:lnTo>
                      <a:pt x="96" y="522"/>
                    </a:lnTo>
                    <a:lnTo>
                      <a:pt x="78" y="432"/>
                    </a:lnTo>
                    <a:lnTo>
                      <a:pt x="90" y="408"/>
                    </a:lnTo>
                    <a:lnTo>
                      <a:pt x="132" y="366"/>
                    </a:lnTo>
                    <a:lnTo>
                      <a:pt x="132" y="360"/>
                    </a:lnTo>
                    <a:lnTo>
                      <a:pt x="120" y="330"/>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14" name="Libya" descr="© INSCALE GmbH, 05.05.2010&#10;http://www.presentationload.com/">
                <a:extLst>
                  <a:ext uri="{FF2B5EF4-FFF2-40B4-BE49-F238E27FC236}">
                    <a16:creationId xmlns:a16="http://schemas.microsoft.com/office/drawing/2014/main" id="{4340BDA1-5E71-37CA-AC79-E0A77B03415D}"/>
                  </a:ext>
                </a:extLst>
              </p:cNvPr>
              <p:cNvSpPr>
                <a:spLocks/>
              </p:cNvSpPr>
              <p:nvPr/>
            </p:nvSpPr>
            <p:spPr bwMode="gray">
              <a:xfrm>
                <a:off x="2823" y="1889"/>
                <a:ext cx="279" cy="282"/>
              </a:xfrm>
              <a:custGeom>
                <a:avLst/>
                <a:gdLst>
                  <a:gd name="T0" fmla="*/ 2147483647 w 1098"/>
                  <a:gd name="T1" fmla="*/ 2147483647 h 1110"/>
                  <a:gd name="T2" fmla="*/ 2147483647 w 1098"/>
                  <a:gd name="T3" fmla="*/ 2147483647 h 1110"/>
                  <a:gd name="T4" fmla="*/ 2147483647 w 1098"/>
                  <a:gd name="T5" fmla="*/ 2147483647 h 1110"/>
                  <a:gd name="T6" fmla="*/ 2147483647 w 1098"/>
                  <a:gd name="T7" fmla="*/ 2147483647 h 1110"/>
                  <a:gd name="T8" fmla="*/ 2147483647 w 1098"/>
                  <a:gd name="T9" fmla="*/ 2147483647 h 1110"/>
                  <a:gd name="T10" fmla="*/ 2147483647 w 1098"/>
                  <a:gd name="T11" fmla="*/ 2147483647 h 1110"/>
                  <a:gd name="T12" fmla="*/ 2147483647 w 1098"/>
                  <a:gd name="T13" fmla="*/ 2147483647 h 1110"/>
                  <a:gd name="T14" fmla="*/ 2147483647 w 1098"/>
                  <a:gd name="T15" fmla="*/ 2147483647 h 1110"/>
                  <a:gd name="T16" fmla="*/ 2147483647 w 1098"/>
                  <a:gd name="T17" fmla="*/ 2147483647 h 1110"/>
                  <a:gd name="T18" fmla="*/ 2147483647 w 1098"/>
                  <a:gd name="T19" fmla="*/ 2147483647 h 1110"/>
                  <a:gd name="T20" fmla="*/ 2147483647 w 1098"/>
                  <a:gd name="T21" fmla="*/ 2147483647 h 1110"/>
                  <a:gd name="T22" fmla="*/ 2147483647 w 1098"/>
                  <a:gd name="T23" fmla="*/ 2147483647 h 1110"/>
                  <a:gd name="T24" fmla="*/ 0 w 1098"/>
                  <a:gd name="T25" fmla="*/ 2147483647 h 1110"/>
                  <a:gd name="T26" fmla="*/ 2147483647 w 1098"/>
                  <a:gd name="T27" fmla="*/ 2147483647 h 1110"/>
                  <a:gd name="T28" fmla="*/ 2147483647 w 1098"/>
                  <a:gd name="T29" fmla="*/ 2147483647 h 1110"/>
                  <a:gd name="T30" fmla="*/ 2147483647 w 1098"/>
                  <a:gd name="T31" fmla="*/ 2147483647 h 1110"/>
                  <a:gd name="T32" fmla="*/ 2147483647 w 1098"/>
                  <a:gd name="T33" fmla="*/ 2147483647 h 1110"/>
                  <a:gd name="T34" fmla="*/ 2147483647 w 1098"/>
                  <a:gd name="T35" fmla="*/ 2147483647 h 1110"/>
                  <a:gd name="T36" fmla="*/ 2147483647 w 1098"/>
                  <a:gd name="T37" fmla="*/ 2147483647 h 1110"/>
                  <a:gd name="T38" fmla="*/ 2147483647 w 1098"/>
                  <a:gd name="T39" fmla="*/ 2147483647 h 1110"/>
                  <a:gd name="T40" fmla="*/ 2147483647 w 1098"/>
                  <a:gd name="T41" fmla="*/ 2147483647 h 1110"/>
                  <a:gd name="T42" fmla="*/ 2147483647 w 1098"/>
                  <a:gd name="T43" fmla="*/ 2147483647 h 1110"/>
                  <a:gd name="T44" fmla="*/ 2147483647 w 1098"/>
                  <a:gd name="T45" fmla="*/ 2147483647 h 1110"/>
                  <a:gd name="T46" fmla="*/ 2147483647 w 1098"/>
                  <a:gd name="T47" fmla="*/ 2147483647 h 1110"/>
                  <a:gd name="T48" fmla="*/ 2147483647 w 1098"/>
                  <a:gd name="T49" fmla="*/ 2147483647 h 1110"/>
                  <a:gd name="T50" fmla="*/ 2147483647 w 1098"/>
                  <a:gd name="T51" fmla="*/ 2147483647 h 1110"/>
                  <a:gd name="T52" fmla="*/ 2147483647 w 1098"/>
                  <a:gd name="T53" fmla="*/ 2147483647 h 1110"/>
                  <a:gd name="T54" fmla="*/ 2147483647 w 1098"/>
                  <a:gd name="T55" fmla="*/ 2147483647 h 1110"/>
                  <a:gd name="T56" fmla="*/ 2147483647 w 1098"/>
                  <a:gd name="T57" fmla="*/ 2147483647 h 1110"/>
                  <a:gd name="T58" fmla="*/ 2147483647 w 1098"/>
                  <a:gd name="T59" fmla="*/ 2147483647 h 1110"/>
                  <a:gd name="T60" fmla="*/ 2147483647 w 1098"/>
                  <a:gd name="T61" fmla="*/ 2147483647 h 1110"/>
                  <a:gd name="T62" fmla="*/ 2147483647 w 1098"/>
                  <a:gd name="T63" fmla="*/ 2147483647 h 1110"/>
                  <a:gd name="T64" fmla="*/ 2147483647 w 1098"/>
                  <a:gd name="T65" fmla="*/ 2147483647 h 1110"/>
                  <a:gd name="T66" fmla="*/ 2147483647 w 1098"/>
                  <a:gd name="T67" fmla="*/ 2147483647 h 1110"/>
                  <a:gd name="T68" fmla="*/ 2147483647 w 1098"/>
                  <a:gd name="T69" fmla="*/ 2147483647 h 1110"/>
                  <a:gd name="T70" fmla="*/ 2147483647 w 1098"/>
                  <a:gd name="T71" fmla="*/ 2147483647 h 1110"/>
                  <a:gd name="T72" fmla="*/ 2147483647 w 1098"/>
                  <a:gd name="T73" fmla="*/ 2147483647 h 1110"/>
                  <a:gd name="T74" fmla="*/ 2147483647 w 1098"/>
                  <a:gd name="T75" fmla="*/ 2147483647 h 1110"/>
                  <a:gd name="T76" fmla="*/ 2147483647 w 1098"/>
                  <a:gd name="T77" fmla="*/ 2147483647 h 1110"/>
                  <a:gd name="T78" fmla="*/ 2147483647 w 1098"/>
                  <a:gd name="T79" fmla="*/ 2147483647 h 1110"/>
                  <a:gd name="T80" fmla="*/ 2147483647 w 1098"/>
                  <a:gd name="T81" fmla="*/ 2147483647 h 1110"/>
                  <a:gd name="T82" fmla="*/ 2147483647 w 1098"/>
                  <a:gd name="T83" fmla="*/ 2147483647 h 1110"/>
                  <a:gd name="T84" fmla="*/ 2147483647 w 1098"/>
                  <a:gd name="T85" fmla="*/ 2147483647 h 1110"/>
                  <a:gd name="T86" fmla="*/ 2147483647 w 1098"/>
                  <a:gd name="T87" fmla="*/ 2147483647 h 1110"/>
                  <a:gd name="T88" fmla="*/ 2147483647 w 1098"/>
                  <a:gd name="T89" fmla="*/ 2147483647 h 1110"/>
                  <a:gd name="T90" fmla="*/ 2147483647 w 1098"/>
                  <a:gd name="T91" fmla="*/ 2147483647 h 1110"/>
                  <a:gd name="T92" fmla="*/ 2147483647 w 1098"/>
                  <a:gd name="T93" fmla="*/ 2147483647 h 1110"/>
                  <a:gd name="T94" fmla="*/ 2147483647 w 1098"/>
                  <a:gd name="T95" fmla="*/ 2147483647 h 1110"/>
                  <a:gd name="T96" fmla="*/ 2147483647 w 1098"/>
                  <a:gd name="T97" fmla="*/ 2147483647 h 1110"/>
                  <a:gd name="T98" fmla="*/ 2147483647 w 1098"/>
                  <a:gd name="T99" fmla="*/ 2147483647 h 1110"/>
                  <a:gd name="T100" fmla="*/ 2147483647 w 1098"/>
                  <a:gd name="T101" fmla="*/ 2147483647 h 1110"/>
                  <a:gd name="T102" fmla="*/ 2147483647 w 1098"/>
                  <a:gd name="T103" fmla="*/ 2147483647 h 1110"/>
                  <a:gd name="T104" fmla="*/ 2147483647 w 1098"/>
                  <a:gd name="T105" fmla="*/ 2147483647 h 1110"/>
                  <a:gd name="T106" fmla="*/ 2147483647 w 1098"/>
                  <a:gd name="T107" fmla="*/ 2147483647 h 1110"/>
                  <a:gd name="T108" fmla="*/ 2147483647 w 1098"/>
                  <a:gd name="T109" fmla="*/ 2147483647 h 1110"/>
                  <a:gd name="T110" fmla="*/ 2147483647 w 1098"/>
                  <a:gd name="T111" fmla="*/ 2147483647 h 1110"/>
                  <a:gd name="T112" fmla="*/ 2147483647 w 1098"/>
                  <a:gd name="T113" fmla="*/ 2147483647 h 111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098"/>
                  <a:gd name="T172" fmla="*/ 0 h 1110"/>
                  <a:gd name="T173" fmla="*/ 1098 w 1098"/>
                  <a:gd name="T174" fmla="*/ 1110 h 111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098" h="1110">
                    <a:moveTo>
                      <a:pt x="156" y="60"/>
                    </a:moveTo>
                    <a:lnTo>
                      <a:pt x="150" y="66"/>
                    </a:lnTo>
                    <a:lnTo>
                      <a:pt x="126" y="78"/>
                    </a:lnTo>
                    <a:lnTo>
                      <a:pt x="114" y="78"/>
                    </a:lnTo>
                    <a:lnTo>
                      <a:pt x="102" y="84"/>
                    </a:lnTo>
                    <a:lnTo>
                      <a:pt x="96" y="90"/>
                    </a:lnTo>
                    <a:lnTo>
                      <a:pt x="90" y="102"/>
                    </a:lnTo>
                    <a:lnTo>
                      <a:pt x="84" y="108"/>
                    </a:lnTo>
                    <a:lnTo>
                      <a:pt x="78" y="120"/>
                    </a:lnTo>
                    <a:lnTo>
                      <a:pt x="72" y="120"/>
                    </a:lnTo>
                    <a:lnTo>
                      <a:pt x="54" y="138"/>
                    </a:lnTo>
                    <a:lnTo>
                      <a:pt x="54" y="156"/>
                    </a:lnTo>
                    <a:lnTo>
                      <a:pt x="66" y="180"/>
                    </a:lnTo>
                    <a:lnTo>
                      <a:pt x="66" y="204"/>
                    </a:lnTo>
                    <a:lnTo>
                      <a:pt x="36" y="234"/>
                    </a:lnTo>
                    <a:lnTo>
                      <a:pt x="30" y="234"/>
                    </a:lnTo>
                    <a:lnTo>
                      <a:pt x="24" y="240"/>
                    </a:lnTo>
                    <a:lnTo>
                      <a:pt x="12" y="246"/>
                    </a:lnTo>
                    <a:lnTo>
                      <a:pt x="6" y="246"/>
                    </a:lnTo>
                    <a:lnTo>
                      <a:pt x="0" y="252"/>
                    </a:lnTo>
                    <a:lnTo>
                      <a:pt x="12" y="270"/>
                    </a:lnTo>
                    <a:lnTo>
                      <a:pt x="36" y="330"/>
                    </a:lnTo>
                    <a:lnTo>
                      <a:pt x="48" y="354"/>
                    </a:lnTo>
                    <a:lnTo>
                      <a:pt x="48" y="360"/>
                    </a:lnTo>
                    <a:lnTo>
                      <a:pt x="42" y="372"/>
                    </a:lnTo>
                    <a:lnTo>
                      <a:pt x="42" y="402"/>
                    </a:lnTo>
                    <a:lnTo>
                      <a:pt x="36" y="408"/>
                    </a:lnTo>
                    <a:lnTo>
                      <a:pt x="36" y="414"/>
                    </a:lnTo>
                    <a:lnTo>
                      <a:pt x="42" y="432"/>
                    </a:lnTo>
                    <a:lnTo>
                      <a:pt x="30" y="456"/>
                    </a:lnTo>
                    <a:lnTo>
                      <a:pt x="36" y="510"/>
                    </a:lnTo>
                    <a:lnTo>
                      <a:pt x="36" y="516"/>
                    </a:lnTo>
                    <a:lnTo>
                      <a:pt x="42" y="522"/>
                    </a:lnTo>
                    <a:lnTo>
                      <a:pt x="42" y="534"/>
                    </a:lnTo>
                    <a:lnTo>
                      <a:pt x="36" y="546"/>
                    </a:lnTo>
                    <a:lnTo>
                      <a:pt x="30" y="552"/>
                    </a:lnTo>
                    <a:lnTo>
                      <a:pt x="18" y="558"/>
                    </a:lnTo>
                    <a:lnTo>
                      <a:pt x="6" y="558"/>
                    </a:lnTo>
                    <a:lnTo>
                      <a:pt x="0" y="564"/>
                    </a:lnTo>
                    <a:lnTo>
                      <a:pt x="0" y="570"/>
                    </a:lnTo>
                    <a:lnTo>
                      <a:pt x="6" y="582"/>
                    </a:lnTo>
                    <a:lnTo>
                      <a:pt x="18" y="594"/>
                    </a:lnTo>
                    <a:lnTo>
                      <a:pt x="24" y="612"/>
                    </a:lnTo>
                    <a:lnTo>
                      <a:pt x="36" y="624"/>
                    </a:lnTo>
                    <a:lnTo>
                      <a:pt x="42" y="636"/>
                    </a:lnTo>
                    <a:lnTo>
                      <a:pt x="48" y="642"/>
                    </a:lnTo>
                    <a:lnTo>
                      <a:pt x="48" y="684"/>
                    </a:lnTo>
                    <a:lnTo>
                      <a:pt x="72" y="708"/>
                    </a:lnTo>
                    <a:lnTo>
                      <a:pt x="96" y="696"/>
                    </a:lnTo>
                    <a:lnTo>
                      <a:pt x="102" y="696"/>
                    </a:lnTo>
                    <a:lnTo>
                      <a:pt x="138" y="714"/>
                    </a:lnTo>
                    <a:lnTo>
                      <a:pt x="150" y="714"/>
                    </a:lnTo>
                    <a:lnTo>
                      <a:pt x="162" y="726"/>
                    </a:lnTo>
                    <a:lnTo>
                      <a:pt x="162" y="732"/>
                    </a:lnTo>
                    <a:lnTo>
                      <a:pt x="168" y="744"/>
                    </a:lnTo>
                    <a:lnTo>
                      <a:pt x="174" y="762"/>
                    </a:lnTo>
                    <a:lnTo>
                      <a:pt x="180" y="774"/>
                    </a:lnTo>
                    <a:lnTo>
                      <a:pt x="186" y="780"/>
                    </a:lnTo>
                    <a:lnTo>
                      <a:pt x="186" y="786"/>
                    </a:lnTo>
                    <a:lnTo>
                      <a:pt x="222" y="792"/>
                    </a:lnTo>
                    <a:lnTo>
                      <a:pt x="234" y="792"/>
                    </a:lnTo>
                    <a:lnTo>
                      <a:pt x="246" y="798"/>
                    </a:lnTo>
                    <a:lnTo>
                      <a:pt x="258" y="798"/>
                    </a:lnTo>
                    <a:lnTo>
                      <a:pt x="276" y="804"/>
                    </a:lnTo>
                    <a:lnTo>
                      <a:pt x="288" y="810"/>
                    </a:lnTo>
                    <a:lnTo>
                      <a:pt x="294" y="810"/>
                    </a:lnTo>
                    <a:lnTo>
                      <a:pt x="300" y="816"/>
                    </a:lnTo>
                    <a:lnTo>
                      <a:pt x="312" y="822"/>
                    </a:lnTo>
                    <a:lnTo>
                      <a:pt x="318" y="828"/>
                    </a:lnTo>
                    <a:lnTo>
                      <a:pt x="324" y="840"/>
                    </a:lnTo>
                    <a:lnTo>
                      <a:pt x="336" y="846"/>
                    </a:lnTo>
                    <a:lnTo>
                      <a:pt x="342" y="852"/>
                    </a:lnTo>
                    <a:lnTo>
                      <a:pt x="360" y="846"/>
                    </a:lnTo>
                    <a:lnTo>
                      <a:pt x="396" y="828"/>
                    </a:lnTo>
                    <a:lnTo>
                      <a:pt x="456" y="792"/>
                    </a:lnTo>
                    <a:lnTo>
                      <a:pt x="468" y="786"/>
                    </a:lnTo>
                    <a:lnTo>
                      <a:pt x="1026" y="1110"/>
                    </a:lnTo>
                    <a:lnTo>
                      <a:pt x="1026" y="1062"/>
                    </a:lnTo>
                    <a:lnTo>
                      <a:pt x="1098" y="1062"/>
                    </a:lnTo>
                    <a:lnTo>
                      <a:pt x="1098" y="828"/>
                    </a:lnTo>
                    <a:lnTo>
                      <a:pt x="1092" y="750"/>
                    </a:lnTo>
                    <a:lnTo>
                      <a:pt x="1092" y="660"/>
                    </a:lnTo>
                    <a:lnTo>
                      <a:pt x="1086" y="564"/>
                    </a:lnTo>
                    <a:lnTo>
                      <a:pt x="1086" y="468"/>
                    </a:lnTo>
                    <a:lnTo>
                      <a:pt x="1080" y="390"/>
                    </a:lnTo>
                    <a:lnTo>
                      <a:pt x="1080" y="306"/>
                    </a:lnTo>
                    <a:lnTo>
                      <a:pt x="1068" y="270"/>
                    </a:lnTo>
                    <a:lnTo>
                      <a:pt x="1056" y="258"/>
                    </a:lnTo>
                    <a:lnTo>
                      <a:pt x="1050" y="246"/>
                    </a:lnTo>
                    <a:lnTo>
                      <a:pt x="1050" y="240"/>
                    </a:lnTo>
                    <a:lnTo>
                      <a:pt x="1056" y="228"/>
                    </a:lnTo>
                    <a:lnTo>
                      <a:pt x="1062" y="222"/>
                    </a:lnTo>
                    <a:lnTo>
                      <a:pt x="1068" y="210"/>
                    </a:lnTo>
                    <a:lnTo>
                      <a:pt x="1074" y="204"/>
                    </a:lnTo>
                    <a:lnTo>
                      <a:pt x="1074" y="198"/>
                    </a:lnTo>
                    <a:lnTo>
                      <a:pt x="1068" y="186"/>
                    </a:lnTo>
                    <a:lnTo>
                      <a:pt x="1056" y="180"/>
                    </a:lnTo>
                    <a:lnTo>
                      <a:pt x="1056" y="150"/>
                    </a:lnTo>
                    <a:lnTo>
                      <a:pt x="1080" y="126"/>
                    </a:lnTo>
                    <a:lnTo>
                      <a:pt x="1074" y="114"/>
                    </a:lnTo>
                    <a:lnTo>
                      <a:pt x="1074" y="96"/>
                    </a:lnTo>
                    <a:lnTo>
                      <a:pt x="1056" y="102"/>
                    </a:lnTo>
                    <a:lnTo>
                      <a:pt x="1044" y="90"/>
                    </a:lnTo>
                    <a:lnTo>
                      <a:pt x="1032" y="102"/>
                    </a:lnTo>
                    <a:lnTo>
                      <a:pt x="1026" y="102"/>
                    </a:lnTo>
                    <a:lnTo>
                      <a:pt x="1020" y="96"/>
                    </a:lnTo>
                    <a:lnTo>
                      <a:pt x="1008" y="90"/>
                    </a:lnTo>
                    <a:lnTo>
                      <a:pt x="1002" y="84"/>
                    </a:lnTo>
                    <a:lnTo>
                      <a:pt x="990" y="78"/>
                    </a:lnTo>
                    <a:lnTo>
                      <a:pt x="978" y="78"/>
                    </a:lnTo>
                    <a:lnTo>
                      <a:pt x="966" y="84"/>
                    </a:lnTo>
                    <a:lnTo>
                      <a:pt x="954" y="84"/>
                    </a:lnTo>
                    <a:lnTo>
                      <a:pt x="942" y="78"/>
                    </a:lnTo>
                    <a:lnTo>
                      <a:pt x="936" y="72"/>
                    </a:lnTo>
                    <a:lnTo>
                      <a:pt x="936" y="48"/>
                    </a:lnTo>
                    <a:lnTo>
                      <a:pt x="930" y="42"/>
                    </a:lnTo>
                    <a:lnTo>
                      <a:pt x="918" y="36"/>
                    </a:lnTo>
                    <a:lnTo>
                      <a:pt x="882" y="36"/>
                    </a:lnTo>
                    <a:lnTo>
                      <a:pt x="876" y="30"/>
                    </a:lnTo>
                    <a:lnTo>
                      <a:pt x="864" y="30"/>
                    </a:lnTo>
                    <a:lnTo>
                      <a:pt x="852" y="24"/>
                    </a:lnTo>
                    <a:lnTo>
                      <a:pt x="840" y="24"/>
                    </a:lnTo>
                    <a:lnTo>
                      <a:pt x="834" y="30"/>
                    </a:lnTo>
                    <a:lnTo>
                      <a:pt x="834" y="36"/>
                    </a:lnTo>
                    <a:lnTo>
                      <a:pt x="798" y="36"/>
                    </a:lnTo>
                    <a:lnTo>
                      <a:pt x="780" y="42"/>
                    </a:lnTo>
                    <a:lnTo>
                      <a:pt x="768" y="48"/>
                    </a:lnTo>
                    <a:lnTo>
                      <a:pt x="732" y="84"/>
                    </a:lnTo>
                    <a:lnTo>
                      <a:pt x="720" y="108"/>
                    </a:lnTo>
                    <a:lnTo>
                      <a:pt x="720" y="120"/>
                    </a:lnTo>
                    <a:lnTo>
                      <a:pt x="726" y="138"/>
                    </a:lnTo>
                    <a:lnTo>
                      <a:pt x="738" y="150"/>
                    </a:lnTo>
                    <a:lnTo>
                      <a:pt x="744" y="162"/>
                    </a:lnTo>
                    <a:lnTo>
                      <a:pt x="744" y="180"/>
                    </a:lnTo>
                    <a:lnTo>
                      <a:pt x="738" y="192"/>
                    </a:lnTo>
                    <a:lnTo>
                      <a:pt x="714" y="216"/>
                    </a:lnTo>
                    <a:lnTo>
                      <a:pt x="708" y="228"/>
                    </a:lnTo>
                    <a:lnTo>
                      <a:pt x="696" y="234"/>
                    </a:lnTo>
                    <a:lnTo>
                      <a:pt x="666" y="234"/>
                    </a:lnTo>
                    <a:lnTo>
                      <a:pt x="648" y="228"/>
                    </a:lnTo>
                    <a:lnTo>
                      <a:pt x="630" y="216"/>
                    </a:lnTo>
                    <a:lnTo>
                      <a:pt x="612" y="198"/>
                    </a:lnTo>
                    <a:lnTo>
                      <a:pt x="582" y="180"/>
                    </a:lnTo>
                    <a:lnTo>
                      <a:pt x="552" y="168"/>
                    </a:lnTo>
                    <a:lnTo>
                      <a:pt x="528" y="162"/>
                    </a:lnTo>
                    <a:lnTo>
                      <a:pt x="462" y="162"/>
                    </a:lnTo>
                    <a:lnTo>
                      <a:pt x="438" y="150"/>
                    </a:lnTo>
                    <a:lnTo>
                      <a:pt x="426" y="138"/>
                    </a:lnTo>
                    <a:lnTo>
                      <a:pt x="420" y="126"/>
                    </a:lnTo>
                    <a:lnTo>
                      <a:pt x="414" y="108"/>
                    </a:lnTo>
                    <a:lnTo>
                      <a:pt x="414" y="96"/>
                    </a:lnTo>
                    <a:lnTo>
                      <a:pt x="402" y="72"/>
                    </a:lnTo>
                    <a:lnTo>
                      <a:pt x="378" y="60"/>
                    </a:lnTo>
                    <a:lnTo>
                      <a:pt x="366" y="60"/>
                    </a:lnTo>
                    <a:lnTo>
                      <a:pt x="354" y="54"/>
                    </a:lnTo>
                    <a:lnTo>
                      <a:pt x="348" y="48"/>
                    </a:lnTo>
                    <a:lnTo>
                      <a:pt x="324" y="36"/>
                    </a:lnTo>
                    <a:lnTo>
                      <a:pt x="318" y="36"/>
                    </a:lnTo>
                    <a:lnTo>
                      <a:pt x="306" y="30"/>
                    </a:lnTo>
                    <a:lnTo>
                      <a:pt x="264" y="30"/>
                    </a:lnTo>
                    <a:lnTo>
                      <a:pt x="252" y="36"/>
                    </a:lnTo>
                    <a:lnTo>
                      <a:pt x="216" y="36"/>
                    </a:lnTo>
                    <a:lnTo>
                      <a:pt x="192" y="24"/>
                    </a:lnTo>
                    <a:lnTo>
                      <a:pt x="180" y="12"/>
                    </a:lnTo>
                    <a:lnTo>
                      <a:pt x="168" y="6"/>
                    </a:lnTo>
                    <a:lnTo>
                      <a:pt x="150" y="6"/>
                    </a:lnTo>
                    <a:lnTo>
                      <a:pt x="144" y="0"/>
                    </a:lnTo>
                    <a:lnTo>
                      <a:pt x="138" y="42"/>
                    </a:lnTo>
                    <a:lnTo>
                      <a:pt x="144" y="42"/>
                    </a:lnTo>
                    <a:lnTo>
                      <a:pt x="156" y="54"/>
                    </a:lnTo>
                    <a:lnTo>
                      <a:pt x="156" y="60"/>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15" name="Liberia" descr="© INSCALE GmbH, 05.05.2010&#10;http://www.presentationload.com/">
                <a:extLst>
                  <a:ext uri="{FF2B5EF4-FFF2-40B4-BE49-F238E27FC236}">
                    <a16:creationId xmlns:a16="http://schemas.microsoft.com/office/drawing/2014/main" id="{E1FFB9DB-637E-726B-0D77-93142EEE426D}"/>
                  </a:ext>
                </a:extLst>
              </p:cNvPr>
              <p:cNvSpPr>
                <a:spLocks/>
              </p:cNvSpPr>
              <p:nvPr/>
            </p:nvSpPr>
            <p:spPr bwMode="gray">
              <a:xfrm>
                <a:off x="2443" y="2393"/>
                <a:ext cx="79" cy="87"/>
              </a:xfrm>
              <a:custGeom>
                <a:avLst/>
                <a:gdLst>
                  <a:gd name="T0" fmla="*/ 2147483647 w 312"/>
                  <a:gd name="T1" fmla="*/ 2147483647 h 342"/>
                  <a:gd name="T2" fmla="*/ 2147483647 w 312"/>
                  <a:gd name="T3" fmla="*/ 2147483647 h 342"/>
                  <a:gd name="T4" fmla="*/ 2147483647 w 312"/>
                  <a:gd name="T5" fmla="*/ 2147483647 h 342"/>
                  <a:gd name="T6" fmla="*/ 2147483647 w 312"/>
                  <a:gd name="T7" fmla="*/ 2147483647 h 342"/>
                  <a:gd name="T8" fmla="*/ 2147483647 w 312"/>
                  <a:gd name="T9" fmla="*/ 2147483647 h 342"/>
                  <a:gd name="T10" fmla="*/ 2147483647 w 312"/>
                  <a:gd name="T11" fmla="*/ 2147483647 h 342"/>
                  <a:gd name="T12" fmla="*/ 2147483647 w 312"/>
                  <a:gd name="T13" fmla="*/ 2147483647 h 342"/>
                  <a:gd name="T14" fmla="*/ 2147483647 w 312"/>
                  <a:gd name="T15" fmla="*/ 2147483647 h 342"/>
                  <a:gd name="T16" fmla="*/ 2147483647 w 312"/>
                  <a:gd name="T17" fmla="*/ 2147483647 h 342"/>
                  <a:gd name="T18" fmla="*/ 2147483647 w 312"/>
                  <a:gd name="T19" fmla="*/ 2147483647 h 342"/>
                  <a:gd name="T20" fmla="*/ 2147483647 w 312"/>
                  <a:gd name="T21" fmla="*/ 2147483647 h 342"/>
                  <a:gd name="T22" fmla="*/ 2147483647 w 312"/>
                  <a:gd name="T23" fmla="*/ 2147483647 h 342"/>
                  <a:gd name="T24" fmla="*/ 2147483647 w 312"/>
                  <a:gd name="T25" fmla="*/ 2147483647 h 342"/>
                  <a:gd name="T26" fmla="*/ 2147483647 w 312"/>
                  <a:gd name="T27" fmla="*/ 2147483647 h 342"/>
                  <a:gd name="T28" fmla="*/ 2147483647 w 312"/>
                  <a:gd name="T29" fmla="*/ 2147483647 h 342"/>
                  <a:gd name="T30" fmla="*/ 2147483647 w 312"/>
                  <a:gd name="T31" fmla="*/ 2147483647 h 342"/>
                  <a:gd name="T32" fmla="*/ 2147483647 w 312"/>
                  <a:gd name="T33" fmla="*/ 2147483647 h 342"/>
                  <a:gd name="T34" fmla="*/ 2147483647 w 312"/>
                  <a:gd name="T35" fmla="*/ 2147483647 h 342"/>
                  <a:gd name="T36" fmla="*/ 2147483647 w 312"/>
                  <a:gd name="T37" fmla="*/ 2147483647 h 342"/>
                  <a:gd name="T38" fmla="*/ 2147483647 w 312"/>
                  <a:gd name="T39" fmla="*/ 2147483647 h 342"/>
                  <a:gd name="T40" fmla="*/ 2147483647 w 312"/>
                  <a:gd name="T41" fmla="*/ 2147483647 h 342"/>
                  <a:gd name="T42" fmla="*/ 2147483647 w 312"/>
                  <a:gd name="T43" fmla="*/ 2147483647 h 342"/>
                  <a:gd name="T44" fmla="*/ 2147483647 w 312"/>
                  <a:gd name="T45" fmla="*/ 2147483647 h 342"/>
                  <a:gd name="T46" fmla="*/ 2147483647 w 312"/>
                  <a:gd name="T47" fmla="*/ 2147483647 h 342"/>
                  <a:gd name="T48" fmla="*/ 2147483647 w 312"/>
                  <a:gd name="T49" fmla="*/ 2147483647 h 342"/>
                  <a:gd name="T50" fmla="*/ 2147483647 w 312"/>
                  <a:gd name="T51" fmla="*/ 0 h 342"/>
                  <a:gd name="T52" fmla="*/ 2147483647 w 312"/>
                  <a:gd name="T53" fmla="*/ 0 h 342"/>
                  <a:gd name="T54" fmla="*/ 2147483647 w 312"/>
                  <a:gd name="T55" fmla="*/ 2147483647 h 342"/>
                  <a:gd name="T56" fmla="*/ 2147483647 w 312"/>
                  <a:gd name="T57" fmla="*/ 2147483647 h 342"/>
                  <a:gd name="T58" fmla="*/ 2147483647 w 312"/>
                  <a:gd name="T59" fmla="*/ 2147483647 h 342"/>
                  <a:gd name="T60" fmla="*/ 2147483647 w 312"/>
                  <a:gd name="T61" fmla="*/ 2147483647 h 342"/>
                  <a:gd name="T62" fmla="*/ 2147483647 w 312"/>
                  <a:gd name="T63" fmla="*/ 2147483647 h 342"/>
                  <a:gd name="T64" fmla="*/ 2147483647 w 312"/>
                  <a:gd name="T65" fmla="*/ 2147483647 h 342"/>
                  <a:gd name="T66" fmla="*/ 2147483647 w 312"/>
                  <a:gd name="T67" fmla="*/ 2147483647 h 342"/>
                  <a:gd name="T68" fmla="*/ 2147483647 w 312"/>
                  <a:gd name="T69" fmla="*/ 2147483647 h 342"/>
                  <a:gd name="T70" fmla="*/ 2147483647 w 312"/>
                  <a:gd name="T71" fmla="*/ 2147483647 h 342"/>
                  <a:gd name="T72" fmla="*/ 2147483647 w 312"/>
                  <a:gd name="T73" fmla="*/ 2147483647 h 342"/>
                  <a:gd name="T74" fmla="*/ 2147483647 w 312"/>
                  <a:gd name="T75" fmla="*/ 2147483647 h 342"/>
                  <a:gd name="T76" fmla="*/ 2147483647 w 312"/>
                  <a:gd name="T77" fmla="*/ 2147483647 h 342"/>
                  <a:gd name="T78" fmla="*/ 0 w 312"/>
                  <a:gd name="T79" fmla="*/ 2147483647 h 342"/>
                  <a:gd name="T80" fmla="*/ 2147483647 w 312"/>
                  <a:gd name="T81" fmla="*/ 2147483647 h 342"/>
                  <a:gd name="T82" fmla="*/ 2147483647 w 312"/>
                  <a:gd name="T83" fmla="*/ 2147483647 h 342"/>
                  <a:gd name="T84" fmla="*/ 2147483647 w 312"/>
                  <a:gd name="T85" fmla="*/ 2147483647 h 342"/>
                  <a:gd name="T86" fmla="*/ 2147483647 w 312"/>
                  <a:gd name="T87" fmla="*/ 2147483647 h 342"/>
                  <a:gd name="T88" fmla="*/ 2147483647 w 312"/>
                  <a:gd name="T89" fmla="*/ 2147483647 h 342"/>
                  <a:gd name="T90" fmla="*/ 2147483647 w 312"/>
                  <a:gd name="T91" fmla="*/ 2147483647 h 342"/>
                  <a:gd name="T92" fmla="*/ 2147483647 w 312"/>
                  <a:gd name="T93" fmla="*/ 2147483647 h 342"/>
                  <a:gd name="T94" fmla="*/ 2147483647 w 312"/>
                  <a:gd name="T95" fmla="*/ 2147483647 h 342"/>
                  <a:gd name="T96" fmla="*/ 2147483647 w 312"/>
                  <a:gd name="T97" fmla="*/ 2147483647 h 342"/>
                  <a:gd name="T98" fmla="*/ 2147483647 w 312"/>
                  <a:gd name="T99" fmla="*/ 2147483647 h 342"/>
                  <a:gd name="T100" fmla="*/ 2147483647 w 312"/>
                  <a:gd name="T101" fmla="*/ 2147483647 h 342"/>
                  <a:gd name="T102" fmla="*/ 2147483647 w 312"/>
                  <a:gd name="T103" fmla="*/ 2147483647 h 342"/>
                  <a:gd name="T104" fmla="*/ 2147483647 w 312"/>
                  <a:gd name="T105" fmla="*/ 2147483647 h 342"/>
                  <a:gd name="T106" fmla="*/ 2147483647 w 312"/>
                  <a:gd name="T107" fmla="*/ 2147483647 h 342"/>
                  <a:gd name="T108" fmla="*/ 2147483647 w 312"/>
                  <a:gd name="T109" fmla="*/ 2147483647 h 342"/>
                  <a:gd name="T110" fmla="*/ 2147483647 w 312"/>
                  <a:gd name="T111" fmla="*/ 2147483647 h 342"/>
                  <a:gd name="T112" fmla="*/ 2147483647 w 312"/>
                  <a:gd name="T113" fmla="*/ 2147483647 h 342"/>
                  <a:gd name="T114" fmla="*/ 2147483647 w 312"/>
                  <a:gd name="T115" fmla="*/ 2147483647 h 342"/>
                  <a:gd name="T116" fmla="*/ 2147483647 w 312"/>
                  <a:gd name="T117" fmla="*/ 2147483647 h 342"/>
                  <a:gd name="T118" fmla="*/ 2147483647 w 312"/>
                  <a:gd name="T119" fmla="*/ 2147483647 h 342"/>
                  <a:gd name="T120" fmla="*/ 2147483647 w 312"/>
                  <a:gd name="T121" fmla="*/ 2147483647 h 34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12"/>
                  <a:gd name="T184" fmla="*/ 0 h 342"/>
                  <a:gd name="T185" fmla="*/ 312 w 312"/>
                  <a:gd name="T186" fmla="*/ 342 h 34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12" h="342">
                    <a:moveTo>
                      <a:pt x="312" y="252"/>
                    </a:moveTo>
                    <a:lnTo>
                      <a:pt x="312" y="240"/>
                    </a:lnTo>
                    <a:lnTo>
                      <a:pt x="282" y="210"/>
                    </a:lnTo>
                    <a:lnTo>
                      <a:pt x="282" y="180"/>
                    </a:lnTo>
                    <a:lnTo>
                      <a:pt x="246" y="186"/>
                    </a:lnTo>
                    <a:lnTo>
                      <a:pt x="246" y="174"/>
                    </a:lnTo>
                    <a:lnTo>
                      <a:pt x="228" y="174"/>
                    </a:lnTo>
                    <a:lnTo>
                      <a:pt x="222" y="168"/>
                    </a:lnTo>
                    <a:lnTo>
                      <a:pt x="228" y="156"/>
                    </a:lnTo>
                    <a:lnTo>
                      <a:pt x="240" y="150"/>
                    </a:lnTo>
                    <a:lnTo>
                      <a:pt x="246" y="132"/>
                    </a:lnTo>
                    <a:lnTo>
                      <a:pt x="246" y="108"/>
                    </a:lnTo>
                    <a:lnTo>
                      <a:pt x="228" y="72"/>
                    </a:lnTo>
                    <a:lnTo>
                      <a:pt x="222" y="72"/>
                    </a:lnTo>
                    <a:lnTo>
                      <a:pt x="216" y="78"/>
                    </a:lnTo>
                    <a:lnTo>
                      <a:pt x="210" y="90"/>
                    </a:lnTo>
                    <a:lnTo>
                      <a:pt x="210" y="102"/>
                    </a:lnTo>
                    <a:lnTo>
                      <a:pt x="198" y="114"/>
                    </a:lnTo>
                    <a:lnTo>
                      <a:pt x="192" y="114"/>
                    </a:lnTo>
                    <a:lnTo>
                      <a:pt x="180" y="102"/>
                    </a:lnTo>
                    <a:lnTo>
                      <a:pt x="180" y="96"/>
                    </a:lnTo>
                    <a:lnTo>
                      <a:pt x="168" y="96"/>
                    </a:lnTo>
                    <a:lnTo>
                      <a:pt x="168" y="36"/>
                    </a:lnTo>
                    <a:lnTo>
                      <a:pt x="162" y="18"/>
                    </a:lnTo>
                    <a:lnTo>
                      <a:pt x="150" y="6"/>
                    </a:lnTo>
                    <a:lnTo>
                      <a:pt x="138" y="0"/>
                    </a:lnTo>
                    <a:lnTo>
                      <a:pt x="132" y="0"/>
                    </a:lnTo>
                    <a:lnTo>
                      <a:pt x="126" y="6"/>
                    </a:lnTo>
                    <a:lnTo>
                      <a:pt x="126" y="18"/>
                    </a:lnTo>
                    <a:lnTo>
                      <a:pt x="102" y="12"/>
                    </a:lnTo>
                    <a:lnTo>
                      <a:pt x="108" y="36"/>
                    </a:lnTo>
                    <a:lnTo>
                      <a:pt x="84" y="42"/>
                    </a:lnTo>
                    <a:lnTo>
                      <a:pt x="84" y="60"/>
                    </a:lnTo>
                    <a:lnTo>
                      <a:pt x="78" y="72"/>
                    </a:lnTo>
                    <a:lnTo>
                      <a:pt x="66" y="78"/>
                    </a:lnTo>
                    <a:lnTo>
                      <a:pt x="54" y="90"/>
                    </a:lnTo>
                    <a:lnTo>
                      <a:pt x="42" y="96"/>
                    </a:lnTo>
                    <a:lnTo>
                      <a:pt x="24" y="114"/>
                    </a:lnTo>
                    <a:lnTo>
                      <a:pt x="24" y="150"/>
                    </a:lnTo>
                    <a:lnTo>
                      <a:pt x="0" y="126"/>
                    </a:lnTo>
                    <a:lnTo>
                      <a:pt x="36" y="162"/>
                    </a:lnTo>
                    <a:lnTo>
                      <a:pt x="60" y="162"/>
                    </a:lnTo>
                    <a:lnTo>
                      <a:pt x="72" y="192"/>
                    </a:lnTo>
                    <a:lnTo>
                      <a:pt x="102" y="192"/>
                    </a:lnTo>
                    <a:lnTo>
                      <a:pt x="108" y="198"/>
                    </a:lnTo>
                    <a:lnTo>
                      <a:pt x="120" y="222"/>
                    </a:lnTo>
                    <a:lnTo>
                      <a:pt x="132" y="240"/>
                    </a:lnTo>
                    <a:lnTo>
                      <a:pt x="150" y="252"/>
                    </a:lnTo>
                    <a:lnTo>
                      <a:pt x="162" y="270"/>
                    </a:lnTo>
                    <a:lnTo>
                      <a:pt x="180" y="282"/>
                    </a:lnTo>
                    <a:lnTo>
                      <a:pt x="198" y="288"/>
                    </a:lnTo>
                    <a:lnTo>
                      <a:pt x="210" y="294"/>
                    </a:lnTo>
                    <a:lnTo>
                      <a:pt x="228" y="300"/>
                    </a:lnTo>
                    <a:lnTo>
                      <a:pt x="258" y="330"/>
                    </a:lnTo>
                    <a:lnTo>
                      <a:pt x="294" y="342"/>
                    </a:lnTo>
                    <a:lnTo>
                      <a:pt x="300" y="342"/>
                    </a:lnTo>
                    <a:lnTo>
                      <a:pt x="300" y="294"/>
                    </a:lnTo>
                    <a:lnTo>
                      <a:pt x="306" y="288"/>
                    </a:lnTo>
                    <a:lnTo>
                      <a:pt x="306" y="276"/>
                    </a:lnTo>
                    <a:lnTo>
                      <a:pt x="312" y="264"/>
                    </a:lnTo>
                    <a:lnTo>
                      <a:pt x="312" y="252"/>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16" name="Lesotho" descr="© INSCALE GmbH, 05.05.2010&#10;http://www.presentationload.com/">
                <a:extLst>
                  <a:ext uri="{FF2B5EF4-FFF2-40B4-BE49-F238E27FC236}">
                    <a16:creationId xmlns:a16="http://schemas.microsoft.com/office/drawing/2014/main" id="{BC16BFAA-BEAA-0042-BD1C-13C69694F2EA}"/>
                  </a:ext>
                </a:extLst>
              </p:cNvPr>
              <p:cNvSpPr>
                <a:spLocks/>
              </p:cNvSpPr>
              <p:nvPr/>
            </p:nvSpPr>
            <p:spPr bwMode="gray">
              <a:xfrm>
                <a:off x="3130" y="3154"/>
                <a:ext cx="43" cy="41"/>
              </a:xfrm>
              <a:custGeom>
                <a:avLst/>
                <a:gdLst>
                  <a:gd name="T0" fmla="*/ 0 w 168"/>
                  <a:gd name="T1" fmla="*/ 2147483647 h 162"/>
                  <a:gd name="T2" fmla="*/ 2147483647 w 168"/>
                  <a:gd name="T3" fmla="*/ 2147483647 h 162"/>
                  <a:gd name="T4" fmla="*/ 2147483647 w 168"/>
                  <a:gd name="T5" fmla="*/ 2147483647 h 162"/>
                  <a:gd name="T6" fmla="*/ 2147483647 w 168"/>
                  <a:gd name="T7" fmla="*/ 2147483647 h 162"/>
                  <a:gd name="T8" fmla="*/ 2147483647 w 168"/>
                  <a:gd name="T9" fmla="*/ 2147483647 h 162"/>
                  <a:gd name="T10" fmla="*/ 2147483647 w 168"/>
                  <a:gd name="T11" fmla="*/ 2147483647 h 162"/>
                  <a:gd name="T12" fmla="*/ 2147483647 w 168"/>
                  <a:gd name="T13" fmla="*/ 2147483647 h 162"/>
                  <a:gd name="T14" fmla="*/ 2147483647 w 168"/>
                  <a:gd name="T15" fmla="*/ 2147483647 h 162"/>
                  <a:gd name="T16" fmla="*/ 2147483647 w 168"/>
                  <a:gd name="T17" fmla="*/ 2147483647 h 162"/>
                  <a:gd name="T18" fmla="*/ 2147483647 w 168"/>
                  <a:gd name="T19" fmla="*/ 2147483647 h 162"/>
                  <a:gd name="T20" fmla="*/ 2147483647 w 168"/>
                  <a:gd name="T21" fmla="*/ 2147483647 h 162"/>
                  <a:gd name="T22" fmla="*/ 2147483647 w 168"/>
                  <a:gd name="T23" fmla="*/ 2147483647 h 162"/>
                  <a:gd name="T24" fmla="*/ 2147483647 w 168"/>
                  <a:gd name="T25" fmla="*/ 2147483647 h 162"/>
                  <a:gd name="T26" fmla="*/ 2147483647 w 168"/>
                  <a:gd name="T27" fmla="*/ 2147483647 h 162"/>
                  <a:gd name="T28" fmla="*/ 2147483647 w 168"/>
                  <a:gd name="T29" fmla="*/ 2147483647 h 162"/>
                  <a:gd name="T30" fmla="*/ 2147483647 w 168"/>
                  <a:gd name="T31" fmla="*/ 2147483647 h 162"/>
                  <a:gd name="T32" fmla="*/ 2147483647 w 168"/>
                  <a:gd name="T33" fmla="*/ 2147483647 h 162"/>
                  <a:gd name="T34" fmla="*/ 2147483647 w 168"/>
                  <a:gd name="T35" fmla="*/ 2147483647 h 162"/>
                  <a:gd name="T36" fmla="*/ 2147483647 w 168"/>
                  <a:gd name="T37" fmla="*/ 2147483647 h 162"/>
                  <a:gd name="T38" fmla="*/ 2147483647 w 168"/>
                  <a:gd name="T39" fmla="*/ 2147483647 h 162"/>
                  <a:gd name="T40" fmla="*/ 2147483647 w 168"/>
                  <a:gd name="T41" fmla="*/ 2147483647 h 162"/>
                  <a:gd name="T42" fmla="*/ 2147483647 w 168"/>
                  <a:gd name="T43" fmla="*/ 0 h 162"/>
                  <a:gd name="T44" fmla="*/ 2147483647 w 168"/>
                  <a:gd name="T45" fmla="*/ 0 h 162"/>
                  <a:gd name="T46" fmla="*/ 2147483647 w 168"/>
                  <a:gd name="T47" fmla="*/ 2147483647 h 162"/>
                  <a:gd name="T48" fmla="*/ 2147483647 w 168"/>
                  <a:gd name="T49" fmla="*/ 2147483647 h 162"/>
                  <a:gd name="T50" fmla="*/ 2147483647 w 168"/>
                  <a:gd name="T51" fmla="*/ 2147483647 h 162"/>
                  <a:gd name="T52" fmla="*/ 2147483647 w 168"/>
                  <a:gd name="T53" fmla="*/ 2147483647 h 162"/>
                  <a:gd name="T54" fmla="*/ 2147483647 w 168"/>
                  <a:gd name="T55" fmla="*/ 2147483647 h 162"/>
                  <a:gd name="T56" fmla="*/ 2147483647 w 168"/>
                  <a:gd name="T57" fmla="*/ 2147483647 h 162"/>
                  <a:gd name="T58" fmla="*/ 2147483647 w 168"/>
                  <a:gd name="T59" fmla="*/ 2147483647 h 162"/>
                  <a:gd name="T60" fmla="*/ 0 w 168"/>
                  <a:gd name="T61" fmla="*/ 2147483647 h 16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8"/>
                  <a:gd name="T94" fmla="*/ 0 h 162"/>
                  <a:gd name="T95" fmla="*/ 168 w 168"/>
                  <a:gd name="T96" fmla="*/ 162 h 16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8" h="162">
                    <a:moveTo>
                      <a:pt x="0" y="78"/>
                    </a:moveTo>
                    <a:lnTo>
                      <a:pt x="24" y="114"/>
                    </a:lnTo>
                    <a:lnTo>
                      <a:pt x="24" y="132"/>
                    </a:lnTo>
                    <a:lnTo>
                      <a:pt x="54" y="162"/>
                    </a:lnTo>
                    <a:lnTo>
                      <a:pt x="72" y="162"/>
                    </a:lnTo>
                    <a:lnTo>
                      <a:pt x="72" y="150"/>
                    </a:lnTo>
                    <a:lnTo>
                      <a:pt x="78" y="144"/>
                    </a:lnTo>
                    <a:lnTo>
                      <a:pt x="84" y="132"/>
                    </a:lnTo>
                    <a:lnTo>
                      <a:pt x="90" y="126"/>
                    </a:lnTo>
                    <a:lnTo>
                      <a:pt x="102" y="120"/>
                    </a:lnTo>
                    <a:lnTo>
                      <a:pt x="120" y="120"/>
                    </a:lnTo>
                    <a:lnTo>
                      <a:pt x="132" y="114"/>
                    </a:lnTo>
                    <a:lnTo>
                      <a:pt x="138" y="108"/>
                    </a:lnTo>
                    <a:lnTo>
                      <a:pt x="150" y="102"/>
                    </a:lnTo>
                    <a:lnTo>
                      <a:pt x="144" y="84"/>
                    </a:lnTo>
                    <a:lnTo>
                      <a:pt x="168" y="66"/>
                    </a:lnTo>
                    <a:lnTo>
                      <a:pt x="162" y="42"/>
                    </a:lnTo>
                    <a:lnTo>
                      <a:pt x="150" y="36"/>
                    </a:lnTo>
                    <a:lnTo>
                      <a:pt x="144" y="24"/>
                    </a:lnTo>
                    <a:lnTo>
                      <a:pt x="138" y="18"/>
                    </a:lnTo>
                    <a:lnTo>
                      <a:pt x="132" y="6"/>
                    </a:lnTo>
                    <a:lnTo>
                      <a:pt x="126" y="0"/>
                    </a:lnTo>
                    <a:lnTo>
                      <a:pt x="90" y="0"/>
                    </a:lnTo>
                    <a:lnTo>
                      <a:pt x="78" y="6"/>
                    </a:lnTo>
                    <a:lnTo>
                      <a:pt x="78" y="18"/>
                    </a:lnTo>
                    <a:lnTo>
                      <a:pt x="54" y="18"/>
                    </a:lnTo>
                    <a:lnTo>
                      <a:pt x="48" y="24"/>
                    </a:lnTo>
                    <a:lnTo>
                      <a:pt x="48" y="42"/>
                    </a:lnTo>
                    <a:lnTo>
                      <a:pt x="30" y="60"/>
                    </a:lnTo>
                    <a:lnTo>
                      <a:pt x="24" y="78"/>
                    </a:lnTo>
                    <a:lnTo>
                      <a:pt x="0" y="78"/>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17" name="Kuwait" descr="© INSCALE GmbH, 05.05.2010&#10;http://www.presentationload.com/">
                <a:extLst>
                  <a:ext uri="{FF2B5EF4-FFF2-40B4-BE49-F238E27FC236}">
                    <a16:creationId xmlns:a16="http://schemas.microsoft.com/office/drawing/2014/main" id="{82DA567F-AC9F-D653-7615-157E0CE78F76}"/>
                  </a:ext>
                </a:extLst>
              </p:cNvPr>
              <p:cNvSpPr>
                <a:spLocks/>
              </p:cNvSpPr>
              <p:nvPr/>
            </p:nvSpPr>
            <p:spPr bwMode="gray">
              <a:xfrm>
                <a:off x="3471" y="1955"/>
                <a:ext cx="35" cy="30"/>
              </a:xfrm>
              <a:custGeom>
                <a:avLst/>
                <a:gdLst>
                  <a:gd name="T0" fmla="*/ 2147483647 w 138"/>
                  <a:gd name="T1" fmla="*/ 0 h 120"/>
                  <a:gd name="T2" fmla="*/ 2147483647 w 138"/>
                  <a:gd name="T3" fmla="*/ 0 h 120"/>
                  <a:gd name="T4" fmla="*/ 2147483647 w 138"/>
                  <a:gd name="T5" fmla="*/ 2147483647 h 120"/>
                  <a:gd name="T6" fmla="*/ 2147483647 w 138"/>
                  <a:gd name="T7" fmla="*/ 2147483647 h 120"/>
                  <a:gd name="T8" fmla="*/ 2147483647 w 138"/>
                  <a:gd name="T9" fmla="*/ 2147483647 h 120"/>
                  <a:gd name="T10" fmla="*/ 2147483647 w 138"/>
                  <a:gd name="T11" fmla="*/ 2147483647 h 120"/>
                  <a:gd name="T12" fmla="*/ 0 w 138"/>
                  <a:gd name="T13" fmla="*/ 2147483647 h 120"/>
                  <a:gd name="T14" fmla="*/ 2147483647 w 138"/>
                  <a:gd name="T15" fmla="*/ 2147483647 h 120"/>
                  <a:gd name="T16" fmla="*/ 2147483647 w 138"/>
                  <a:gd name="T17" fmla="*/ 2147483647 h 120"/>
                  <a:gd name="T18" fmla="*/ 2147483647 w 138"/>
                  <a:gd name="T19" fmla="*/ 2147483647 h 120"/>
                  <a:gd name="T20" fmla="*/ 2147483647 w 138"/>
                  <a:gd name="T21" fmla="*/ 2147483647 h 120"/>
                  <a:gd name="T22" fmla="*/ 2147483647 w 138"/>
                  <a:gd name="T23" fmla="*/ 2147483647 h 120"/>
                  <a:gd name="T24" fmla="*/ 2147483647 w 138"/>
                  <a:gd name="T25" fmla="*/ 2147483647 h 120"/>
                  <a:gd name="T26" fmla="*/ 2147483647 w 138"/>
                  <a:gd name="T27" fmla="*/ 2147483647 h 120"/>
                  <a:gd name="T28" fmla="*/ 2147483647 w 138"/>
                  <a:gd name="T29" fmla="*/ 2147483647 h 120"/>
                  <a:gd name="T30" fmla="*/ 2147483647 w 138"/>
                  <a:gd name="T31" fmla="*/ 2147483647 h 120"/>
                  <a:gd name="T32" fmla="*/ 2147483647 w 138"/>
                  <a:gd name="T33" fmla="*/ 2147483647 h 120"/>
                  <a:gd name="T34" fmla="*/ 2147483647 w 138"/>
                  <a:gd name="T35" fmla="*/ 2147483647 h 120"/>
                  <a:gd name="T36" fmla="*/ 2147483647 w 138"/>
                  <a:gd name="T37" fmla="*/ 2147483647 h 120"/>
                  <a:gd name="T38" fmla="*/ 2147483647 w 138"/>
                  <a:gd name="T39" fmla="*/ 2147483647 h 120"/>
                  <a:gd name="T40" fmla="*/ 2147483647 w 138"/>
                  <a:gd name="T41" fmla="*/ 2147483647 h 120"/>
                  <a:gd name="T42" fmla="*/ 2147483647 w 138"/>
                  <a:gd name="T43" fmla="*/ 2147483647 h 120"/>
                  <a:gd name="T44" fmla="*/ 2147483647 w 138"/>
                  <a:gd name="T45" fmla="*/ 2147483647 h 120"/>
                  <a:gd name="T46" fmla="*/ 2147483647 w 138"/>
                  <a:gd name="T47" fmla="*/ 2147483647 h 120"/>
                  <a:gd name="T48" fmla="*/ 2147483647 w 138"/>
                  <a:gd name="T49" fmla="*/ 0 h 120"/>
                  <a:gd name="T50" fmla="*/ 2147483647 w 138"/>
                  <a:gd name="T51" fmla="*/ 0 h 12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8"/>
                  <a:gd name="T79" fmla="*/ 0 h 120"/>
                  <a:gd name="T80" fmla="*/ 138 w 138"/>
                  <a:gd name="T81" fmla="*/ 120 h 12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8" h="120">
                    <a:moveTo>
                      <a:pt x="54" y="0"/>
                    </a:moveTo>
                    <a:lnTo>
                      <a:pt x="36" y="0"/>
                    </a:lnTo>
                    <a:lnTo>
                      <a:pt x="30" y="12"/>
                    </a:lnTo>
                    <a:lnTo>
                      <a:pt x="24" y="18"/>
                    </a:lnTo>
                    <a:lnTo>
                      <a:pt x="24" y="30"/>
                    </a:lnTo>
                    <a:lnTo>
                      <a:pt x="6" y="66"/>
                    </a:lnTo>
                    <a:lnTo>
                      <a:pt x="0" y="72"/>
                    </a:lnTo>
                    <a:lnTo>
                      <a:pt x="42" y="72"/>
                    </a:lnTo>
                    <a:lnTo>
                      <a:pt x="60" y="78"/>
                    </a:lnTo>
                    <a:lnTo>
                      <a:pt x="66" y="78"/>
                    </a:lnTo>
                    <a:lnTo>
                      <a:pt x="66" y="114"/>
                    </a:lnTo>
                    <a:lnTo>
                      <a:pt x="72" y="120"/>
                    </a:lnTo>
                    <a:lnTo>
                      <a:pt x="138" y="120"/>
                    </a:lnTo>
                    <a:lnTo>
                      <a:pt x="126" y="114"/>
                    </a:lnTo>
                    <a:lnTo>
                      <a:pt x="114" y="102"/>
                    </a:lnTo>
                    <a:lnTo>
                      <a:pt x="102" y="78"/>
                    </a:lnTo>
                    <a:lnTo>
                      <a:pt x="102" y="66"/>
                    </a:lnTo>
                    <a:lnTo>
                      <a:pt x="90" y="60"/>
                    </a:lnTo>
                    <a:lnTo>
                      <a:pt x="84" y="36"/>
                    </a:lnTo>
                    <a:lnTo>
                      <a:pt x="120" y="36"/>
                    </a:lnTo>
                    <a:lnTo>
                      <a:pt x="120" y="18"/>
                    </a:lnTo>
                    <a:lnTo>
                      <a:pt x="114" y="12"/>
                    </a:lnTo>
                    <a:lnTo>
                      <a:pt x="90" y="12"/>
                    </a:lnTo>
                    <a:lnTo>
                      <a:pt x="90" y="18"/>
                    </a:lnTo>
                    <a:lnTo>
                      <a:pt x="84" y="0"/>
                    </a:lnTo>
                    <a:lnTo>
                      <a:pt x="54" y="0"/>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18" name="Kenya" descr="© INSCALE GmbH, 05.05.2010&#10;http://www.presentationload.com/">
                <a:extLst>
                  <a:ext uri="{FF2B5EF4-FFF2-40B4-BE49-F238E27FC236}">
                    <a16:creationId xmlns:a16="http://schemas.microsoft.com/office/drawing/2014/main" id="{DEDA6BF4-B068-FBFE-51F1-A35C58ADE92F}"/>
                  </a:ext>
                </a:extLst>
              </p:cNvPr>
              <p:cNvSpPr>
                <a:spLocks/>
              </p:cNvSpPr>
              <p:nvPr/>
            </p:nvSpPr>
            <p:spPr bwMode="gray">
              <a:xfrm>
                <a:off x="3269" y="2472"/>
                <a:ext cx="143" cy="194"/>
              </a:xfrm>
              <a:custGeom>
                <a:avLst/>
                <a:gdLst>
                  <a:gd name="T0" fmla="*/ 2147483647 w 564"/>
                  <a:gd name="T1" fmla="*/ 2147483647 h 762"/>
                  <a:gd name="T2" fmla="*/ 2147483647 w 564"/>
                  <a:gd name="T3" fmla="*/ 2147483647 h 762"/>
                  <a:gd name="T4" fmla="*/ 2147483647 w 564"/>
                  <a:gd name="T5" fmla="*/ 2147483647 h 762"/>
                  <a:gd name="T6" fmla="*/ 2147483647 w 564"/>
                  <a:gd name="T7" fmla="*/ 2147483647 h 762"/>
                  <a:gd name="T8" fmla="*/ 2147483647 w 564"/>
                  <a:gd name="T9" fmla="*/ 2147483647 h 762"/>
                  <a:gd name="T10" fmla="*/ 2147483647 w 564"/>
                  <a:gd name="T11" fmla="*/ 2147483647 h 762"/>
                  <a:gd name="T12" fmla="*/ 2147483647 w 564"/>
                  <a:gd name="T13" fmla="*/ 2147483647 h 762"/>
                  <a:gd name="T14" fmla="*/ 2147483647 w 564"/>
                  <a:gd name="T15" fmla="*/ 2147483647 h 762"/>
                  <a:gd name="T16" fmla="*/ 2147483647 w 564"/>
                  <a:gd name="T17" fmla="*/ 2147483647 h 762"/>
                  <a:gd name="T18" fmla="*/ 2147483647 w 564"/>
                  <a:gd name="T19" fmla="*/ 2147483647 h 762"/>
                  <a:gd name="T20" fmla="*/ 2147483647 w 564"/>
                  <a:gd name="T21" fmla="*/ 2147483647 h 762"/>
                  <a:gd name="T22" fmla="*/ 2147483647 w 564"/>
                  <a:gd name="T23" fmla="*/ 2147483647 h 762"/>
                  <a:gd name="T24" fmla="*/ 2147483647 w 564"/>
                  <a:gd name="T25" fmla="*/ 0 h 762"/>
                  <a:gd name="T26" fmla="*/ 2147483647 w 564"/>
                  <a:gd name="T27" fmla="*/ 2147483647 h 762"/>
                  <a:gd name="T28" fmla="*/ 2147483647 w 564"/>
                  <a:gd name="T29" fmla="*/ 2147483647 h 762"/>
                  <a:gd name="T30" fmla="*/ 2147483647 w 564"/>
                  <a:gd name="T31" fmla="*/ 2147483647 h 762"/>
                  <a:gd name="T32" fmla="*/ 2147483647 w 564"/>
                  <a:gd name="T33" fmla="*/ 2147483647 h 762"/>
                  <a:gd name="T34" fmla="*/ 2147483647 w 564"/>
                  <a:gd name="T35" fmla="*/ 2147483647 h 762"/>
                  <a:gd name="T36" fmla="*/ 2147483647 w 564"/>
                  <a:gd name="T37" fmla="*/ 2147483647 h 762"/>
                  <a:gd name="T38" fmla="*/ 2147483647 w 564"/>
                  <a:gd name="T39" fmla="*/ 2147483647 h 762"/>
                  <a:gd name="T40" fmla="*/ 2147483647 w 564"/>
                  <a:gd name="T41" fmla="*/ 2147483647 h 762"/>
                  <a:gd name="T42" fmla="*/ 2147483647 w 564"/>
                  <a:gd name="T43" fmla="*/ 2147483647 h 762"/>
                  <a:gd name="T44" fmla="*/ 2147483647 w 564"/>
                  <a:gd name="T45" fmla="*/ 2147483647 h 762"/>
                  <a:gd name="T46" fmla="*/ 2147483647 w 564"/>
                  <a:gd name="T47" fmla="*/ 2147483647 h 762"/>
                  <a:gd name="T48" fmla="*/ 2147483647 w 564"/>
                  <a:gd name="T49" fmla="*/ 2147483647 h 762"/>
                  <a:gd name="T50" fmla="*/ 2147483647 w 564"/>
                  <a:gd name="T51" fmla="*/ 2147483647 h 762"/>
                  <a:gd name="T52" fmla="*/ 2147483647 w 564"/>
                  <a:gd name="T53" fmla="*/ 2147483647 h 762"/>
                  <a:gd name="T54" fmla="*/ 2147483647 w 564"/>
                  <a:gd name="T55" fmla="*/ 2147483647 h 762"/>
                  <a:gd name="T56" fmla="*/ 2147483647 w 564"/>
                  <a:gd name="T57" fmla="*/ 2147483647 h 762"/>
                  <a:gd name="T58" fmla="*/ 0 w 564"/>
                  <a:gd name="T59" fmla="*/ 2147483647 h 762"/>
                  <a:gd name="T60" fmla="*/ 2147483647 w 564"/>
                  <a:gd name="T61" fmla="*/ 2147483647 h 762"/>
                  <a:gd name="T62" fmla="*/ 2147483647 w 564"/>
                  <a:gd name="T63" fmla="*/ 2147483647 h 762"/>
                  <a:gd name="T64" fmla="*/ 2147483647 w 564"/>
                  <a:gd name="T65" fmla="*/ 2147483647 h 762"/>
                  <a:gd name="T66" fmla="*/ 2147483647 w 564"/>
                  <a:gd name="T67" fmla="*/ 2147483647 h 762"/>
                  <a:gd name="T68" fmla="*/ 2147483647 w 564"/>
                  <a:gd name="T69" fmla="*/ 2147483647 h 762"/>
                  <a:gd name="T70" fmla="*/ 0 w 564"/>
                  <a:gd name="T71" fmla="*/ 2147483647 h 762"/>
                  <a:gd name="T72" fmla="*/ 2147483647 w 564"/>
                  <a:gd name="T73" fmla="*/ 2147483647 h 762"/>
                  <a:gd name="T74" fmla="*/ 2147483647 w 564"/>
                  <a:gd name="T75" fmla="*/ 2147483647 h 762"/>
                  <a:gd name="T76" fmla="*/ 2147483647 w 564"/>
                  <a:gd name="T77" fmla="*/ 2147483647 h 762"/>
                  <a:gd name="T78" fmla="*/ 2147483647 w 564"/>
                  <a:gd name="T79" fmla="*/ 2147483647 h 762"/>
                  <a:gd name="T80" fmla="*/ 2147483647 w 564"/>
                  <a:gd name="T81" fmla="*/ 2147483647 h 762"/>
                  <a:gd name="T82" fmla="*/ 2147483647 w 564"/>
                  <a:gd name="T83" fmla="*/ 2147483647 h 762"/>
                  <a:gd name="T84" fmla="*/ 2147483647 w 564"/>
                  <a:gd name="T85" fmla="*/ 2147483647 h 762"/>
                  <a:gd name="T86" fmla="*/ 2147483647 w 564"/>
                  <a:gd name="T87" fmla="*/ 2147483647 h 762"/>
                  <a:gd name="T88" fmla="*/ 2147483647 w 564"/>
                  <a:gd name="T89" fmla="*/ 2147483647 h 762"/>
                  <a:gd name="T90" fmla="*/ 2147483647 w 564"/>
                  <a:gd name="T91" fmla="*/ 2147483647 h 762"/>
                  <a:gd name="T92" fmla="*/ 2147483647 w 564"/>
                  <a:gd name="T93" fmla="*/ 2147483647 h 762"/>
                  <a:gd name="T94" fmla="*/ 2147483647 w 564"/>
                  <a:gd name="T95" fmla="*/ 2147483647 h 762"/>
                  <a:gd name="T96" fmla="*/ 2147483647 w 564"/>
                  <a:gd name="T97" fmla="*/ 2147483647 h 762"/>
                  <a:gd name="T98" fmla="*/ 2147483647 w 564"/>
                  <a:gd name="T99" fmla="*/ 2147483647 h 762"/>
                  <a:gd name="T100" fmla="*/ 2147483647 w 564"/>
                  <a:gd name="T101" fmla="*/ 2147483647 h 76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64"/>
                  <a:gd name="T154" fmla="*/ 0 h 762"/>
                  <a:gd name="T155" fmla="*/ 564 w 564"/>
                  <a:gd name="T156" fmla="*/ 762 h 76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64" h="762">
                    <a:moveTo>
                      <a:pt x="498" y="150"/>
                    </a:moveTo>
                    <a:lnTo>
                      <a:pt x="540" y="108"/>
                    </a:lnTo>
                    <a:lnTo>
                      <a:pt x="558" y="72"/>
                    </a:lnTo>
                    <a:lnTo>
                      <a:pt x="564" y="66"/>
                    </a:lnTo>
                    <a:lnTo>
                      <a:pt x="564" y="60"/>
                    </a:lnTo>
                    <a:lnTo>
                      <a:pt x="540" y="54"/>
                    </a:lnTo>
                    <a:lnTo>
                      <a:pt x="534" y="60"/>
                    </a:lnTo>
                    <a:lnTo>
                      <a:pt x="504" y="60"/>
                    </a:lnTo>
                    <a:lnTo>
                      <a:pt x="480" y="30"/>
                    </a:lnTo>
                    <a:lnTo>
                      <a:pt x="462" y="48"/>
                    </a:lnTo>
                    <a:lnTo>
                      <a:pt x="456" y="48"/>
                    </a:lnTo>
                    <a:lnTo>
                      <a:pt x="450" y="54"/>
                    </a:lnTo>
                    <a:lnTo>
                      <a:pt x="438" y="60"/>
                    </a:lnTo>
                    <a:lnTo>
                      <a:pt x="426" y="60"/>
                    </a:lnTo>
                    <a:lnTo>
                      <a:pt x="414" y="72"/>
                    </a:lnTo>
                    <a:lnTo>
                      <a:pt x="414" y="84"/>
                    </a:lnTo>
                    <a:lnTo>
                      <a:pt x="390" y="102"/>
                    </a:lnTo>
                    <a:lnTo>
                      <a:pt x="378" y="96"/>
                    </a:lnTo>
                    <a:lnTo>
                      <a:pt x="372" y="96"/>
                    </a:lnTo>
                    <a:lnTo>
                      <a:pt x="360" y="90"/>
                    </a:lnTo>
                    <a:lnTo>
                      <a:pt x="330" y="90"/>
                    </a:lnTo>
                    <a:lnTo>
                      <a:pt x="318" y="84"/>
                    </a:lnTo>
                    <a:lnTo>
                      <a:pt x="288" y="84"/>
                    </a:lnTo>
                    <a:lnTo>
                      <a:pt x="210" y="24"/>
                    </a:lnTo>
                    <a:lnTo>
                      <a:pt x="138" y="18"/>
                    </a:lnTo>
                    <a:lnTo>
                      <a:pt x="132" y="0"/>
                    </a:lnTo>
                    <a:lnTo>
                      <a:pt x="108" y="12"/>
                    </a:lnTo>
                    <a:lnTo>
                      <a:pt x="18" y="12"/>
                    </a:lnTo>
                    <a:lnTo>
                      <a:pt x="0" y="42"/>
                    </a:lnTo>
                    <a:lnTo>
                      <a:pt x="6" y="48"/>
                    </a:lnTo>
                    <a:lnTo>
                      <a:pt x="12" y="60"/>
                    </a:lnTo>
                    <a:lnTo>
                      <a:pt x="12" y="84"/>
                    </a:lnTo>
                    <a:lnTo>
                      <a:pt x="18" y="84"/>
                    </a:lnTo>
                    <a:lnTo>
                      <a:pt x="24" y="90"/>
                    </a:lnTo>
                    <a:lnTo>
                      <a:pt x="24" y="84"/>
                    </a:lnTo>
                    <a:lnTo>
                      <a:pt x="30" y="84"/>
                    </a:lnTo>
                    <a:lnTo>
                      <a:pt x="30" y="96"/>
                    </a:lnTo>
                    <a:lnTo>
                      <a:pt x="24" y="102"/>
                    </a:lnTo>
                    <a:lnTo>
                      <a:pt x="24" y="108"/>
                    </a:lnTo>
                    <a:lnTo>
                      <a:pt x="42" y="126"/>
                    </a:lnTo>
                    <a:lnTo>
                      <a:pt x="36" y="132"/>
                    </a:lnTo>
                    <a:lnTo>
                      <a:pt x="72" y="174"/>
                    </a:lnTo>
                    <a:lnTo>
                      <a:pt x="66" y="180"/>
                    </a:lnTo>
                    <a:lnTo>
                      <a:pt x="60" y="180"/>
                    </a:lnTo>
                    <a:lnTo>
                      <a:pt x="54" y="186"/>
                    </a:lnTo>
                    <a:lnTo>
                      <a:pt x="54" y="192"/>
                    </a:lnTo>
                    <a:lnTo>
                      <a:pt x="66" y="216"/>
                    </a:lnTo>
                    <a:lnTo>
                      <a:pt x="72" y="222"/>
                    </a:lnTo>
                    <a:lnTo>
                      <a:pt x="78" y="234"/>
                    </a:lnTo>
                    <a:lnTo>
                      <a:pt x="78" y="246"/>
                    </a:lnTo>
                    <a:lnTo>
                      <a:pt x="66" y="258"/>
                    </a:lnTo>
                    <a:lnTo>
                      <a:pt x="60" y="282"/>
                    </a:lnTo>
                    <a:lnTo>
                      <a:pt x="42" y="282"/>
                    </a:lnTo>
                    <a:lnTo>
                      <a:pt x="36" y="288"/>
                    </a:lnTo>
                    <a:lnTo>
                      <a:pt x="36" y="312"/>
                    </a:lnTo>
                    <a:lnTo>
                      <a:pt x="18" y="324"/>
                    </a:lnTo>
                    <a:lnTo>
                      <a:pt x="12" y="342"/>
                    </a:lnTo>
                    <a:lnTo>
                      <a:pt x="6" y="348"/>
                    </a:lnTo>
                    <a:lnTo>
                      <a:pt x="0" y="360"/>
                    </a:lnTo>
                    <a:lnTo>
                      <a:pt x="0" y="384"/>
                    </a:lnTo>
                    <a:lnTo>
                      <a:pt x="18" y="402"/>
                    </a:lnTo>
                    <a:lnTo>
                      <a:pt x="30" y="402"/>
                    </a:lnTo>
                    <a:lnTo>
                      <a:pt x="30" y="390"/>
                    </a:lnTo>
                    <a:lnTo>
                      <a:pt x="54" y="390"/>
                    </a:lnTo>
                    <a:lnTo>
                      <a:pt x="60" y="408"/>
                    </a:lnTo>
                    <a:lnTo>
                      <a:pt x="42" y="408"/>
                    </a:lnTo>
                    <a:lnTo>
                      <a:pt x="30" y="420"/>
                    </a:lnTo>
                    <a:lnTo>
                      <a:pt x="24" y="414"/>
                    </a:lnTo>
                    <a:lnTo>
                      <a:pt x="18" y="414"/>
                    </a:lnTo>
                    <a:lnTo>
                      <a:pt x="6" y="420"/>
                    </a:lnTo>
                    <a:lnTo>
                      <a:pt x="0" y="432"/>
                    </a:lnTo>
                    <a:lnTo>
                      <a:pt x="0" y="438"/>
                    </a:lnTo>
                    <a:lnTo>
                      <a:pt x="12" y="450"/>
                    </a:lnTo>
                    <a:lnTo>
                      <a:pt x="6" y="468"/>
                    </a:lnTo>
                    <a:lnTo>
                      <a:pt x="258" y="624"/>
                    </a:lnTo>
                    <a:lnTo>
                      <a:pt x="270" y="636"/>
                    </a:lnTo>
                    <a:lnTo>
                      <a:pt x="270" y="642"/>
                    </a:lnTo>
                    <a:lnTo>
                      <a:pt x="264" y="648"/>
                    </a:lnTo>
                    <a:lnTo>
                      <a:pt x="258" y="648"/>
                    </a:lnTo>
                    <a:lnTo>
                      <a:pt x="252" y="654"/>
                    </a:lnTo>
                    <a:lnTo>
                      <a:pt x="366" y="762"/>
                    </a:lnTo>
                    <a:lnTo>
                      <a:pt x="384" y="756"/>
                    </a:lnTo>
                    <a:lnTo>
                      <a:pt x="414" y="690"/>
                    </a:lnTo>
                    <a:lnTo>
                      <a:pt x="414" y="660"/>
                    </a:lnTo>
                    <a:lnTo>
                      <a:pt x="426" y="648"/>
                    </a:lnTo>
                    <a:lnTo>
                      <a:pt x="432" y="648"/>
                    </a:lnTo>
                    <a:lnTo>
                      <a:pt x="444" y="636"/>
                    </a:lnTo>
                    <a:lnTo>
                      <a:pt x="444" y="624"/>
                    </a:lnTo>
                    <a:lnTo>
                      <a:pt x="438" y="618"/>
                    </a:lnTo>
                    <a:lnTo>
                      <a:pt x="438" y="600"/>
                    </a:lnTo>
                    <a:lnTo>
                      <a:pt x="444" y="594"/>
                    </a:lnTo>
                    <a:lnTo>
                      <a:pt x="456" y="588"/>
                    </a:lnTo>
                    <a:lnTo>
                      <a:pt x="468" y="588"/>
                    </a:lnTo>
                    <a:lnTo>
                      <a:pt x="474" y="582"/>
                    </a:lnTo>
                    <a:lnTo>
                      <a:pt x="480" y="582"/>
                    </a:lnTo>
                    <a:lnTo>
                      <a:pt x="486" y="540"/>
                    </a:lnTo>
                    <a:lnTo>
                      <a:pt x="516" y="540"/>
                    </a:lnTo>
                    <a:lnTo>
                      <a:pt x="528" y="534"/>
                    </a:lnTo>
                    <a:lnTo>
                      <a:pt x="534" y="522"/>
                    </a:lnTo>
                    <a:lnTo>
                      <a:pt x="540" y="516"/>
                    </a:lnTo>
                    <a:lnTo>
                      <a:pt x="498" y="450"/>
                    </a:lnTo>
                    <a:lnTo>
                      <a:pt x="498" y="150"/>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19" name="Iraq" descr="© INSCALE GmbH, 05.05.2010&#10;http://www.presentationload.com/">
                <a:extLst>
                  <a:ext uri="{FF2B5EF4-FFF2-40B4-BE49-F238E27FC236}">
                    <a16:creationId xmlns:a16="http://schemas.microsoft.com/office/drawing/2014/main" id="{C32886E3-2266-7DFB-34F9-7D739128D68B}"/>
                  </a:ext>
                </a:extLst>
              </p:cNvPr>
              <p:cNvSpPr>
                <a:spLocks/>
              </p:cNvSpPr>
              <p:nvPr/>
            </p:nvSpPr>
            <p:spPr bwMode="gray">
              <a:xfrm>
                <a:off x="3329" y="1806"/>
                <a:ext cx="173" cy="168"/>
              </a:xfrm>
              <a:custGeom>
                <a:avLst/>
                <a:gdLst>
                  <a:gd name="T0" fmla="*/ 2147483647 w 684"/>
                  <a:gd name="T1" fmla="*/ 2147483647 h 660"/>
                  <a:gd name="T2" fmla="*/ 2147483647 w 684"/>
                  <a:gd name="T3" fmla="*/ 2147483647 h 660"/>
                  <a:gd name="T4" fmla="*/ 2147483647 w 684"/>
                  <a:gd name="T5" fmla="*/ 2147483647 h 660"/>
                  <a:gd name="T6" fmla="*/ 2147483647 w 684"/>
                  <a:gd name="T7" fmla="*/ 2147483647 h 660"/>
                  <a:gd name="T8" fmla="*/ 2147483647 w 684"/>
                  <a:gd name="T9" fmla="*/ 2147483647 h 660"/>
                  <a:gd name="T10" fmla="*/ 2147483647 w 684"/>
                  <a:gd name="T11" fmla="*/ 2147483647 h 660"/>
                  <a:gd name="T12" fmla="*/ 2147483647 w 684"/>
                  <a:gd name="T13" fmla="*/ 2147483647 h 660"/>
                  <a:gd name="T14" fmla="*/ 2147483647 w 684"/>
                  <a:gd name="T15" fmla="*/ 2147483647 h 660"/>
                  <a:gd name="T16" fmla="*/ 2147483647 w 684"/>
                  <a:gd name="T17" fmla="*/ 2147483647 h 660"/>
                  <a:gd name="T18" fmla="*/ 2147483647 w 684"/>
                  <a:gd name="T19" fmla="*/ 2147483647 h 660"/>
                  <a:gd name="T20" fmla="*/ 2147483647 w 684"/>
                  <a:gd name="T21" fmla="*/ 2147483647 h 660"/>
                  <a:gd name="T22" fmla="*/ 2147483647 w 684"/>
                  <a:gd name="T23" fmla="*/ 2147483647 h 660"/>
                  <a:gd name="T24" fmla="*/ 2147483647 w 684"/>
                  <a:gd name="T25" fmla="*/ 2147483647 h 660"/>
                  <a:gd name="T26" fmla="*/ 2147483647 w 684"/>
                  <a:gd name="T27" fmla="*/ 2147483647 h 660"/>
                  <a:gd name="T28" fmla="*/ 2147483647 w 684"/>
                  <a:gd name="T29" fmla="*/ 2147483647 h 660"/>
                  <a:gd name="T30" fmla="*/ 2147483647 w 684"/>
                  <a:gd name="T31" fmla="*/ 2147483647 h 660"/>
                  <a:gd name="T32" fmla="*/ 2147483647 w 684"/>
                  <a:gd name="T33" fmla="*/ 2147483647 h 660"/>
                  <a:gd name="T34" fmla="*/ 2147483647 w 684"/>
                  <a:gd name="T35" fmla="*/ 2147483647 h 660"/>
                  <a:gd name="T36" fmla="*/ 2147483647 w 684"/>
                  <a:gd name="T37" fmla="*/ 2147483647 h 660"/>
                  <a:gd name="T38" fmla="*/ 2147483647 w 684"/>
                  <a:gd name="T39" fmla="*/ 2147483647 h 660"/>
                  <a:gd name="T40" fmla="*/ 2147483647 w 684"/>
                  <a:gd name="T41" fmla="*/ 2147483647 h 660"/>
                  <a:gd name="T42" fmla="*/ 2147483647 w 684"/>
                  <a:gd name="T43" fmla="*/ 2147483647 h 660"/>
                  <a:gd name="T44" fmla="*/ 2147483647 w 684"/>
                  <a:gd name="T45" fmla="*/ 2147483647 h 660"/>
                  <a:gd name="T46" fmla="*/ 2147483647 w 684"/>
                  <a:gd name="T47" fmla="*/ 2147483647 h 660"/>
                  <a:gd name="T48" fmla="*/ 2147483647 w 684"/>
                  <a:gd name="T49" fmla="*/ 2147483647 h 660"/>
                  <a:gd name="T50" fmla="*/ 2147483647 w 684"/>
                  <a:gd name="T51" fmla="*/ 2147483647 h 660"/>
                  <a:gd name="T52" fmla="*/ 2147483647 w 684"/>
                  <a:gd name="T53" fmla="*/ 0 h 660"/>
                  <a:gd name="T54" fmla="*/ 2147483647 w 684"/>
                  <a:gd name="T55" fmla="*/ 2147483647 h 660"/>
                  <a:gd name="T56" fmla="*/ 2147483647 w 684"/>
                  <a:gd name="T57" fmla="*/ 2147483647 h 660"/>
                  <a:gd name="T58" fmla="*/ 2147483647 w 684"/>
                  <a:gd name="T59" fmla="*/ 0 h 660"/>
                  <a:gd name="T60" fmla="*/ 2147483647 w 684"/>
                  <a:gd name="T61" fmla="*/ 2147483647 h 660"/>
                  <a:gd name="T62" fmla="*/ 2147483647 w 684"/>
                  <a:gd name="T63" fmla="*/ 2147483647 h 660"/>
                  <a:gd name="T64" fmla="*/ 2147483647 w 684"/>
                  <a:gd name="T65" fmla="*/ 2147483647 h 660"/>
                  <a:gd name="T66" fmla="*/ 2147483647 w 684"/>
                  <a:gd name="T67" fmla="*/ 2147483647 h 660"/>
                  <a:gd name="T68" fmla="*/ 2147483647 w 684"/>
                  <a:gd name="T69" fmla="*/ 2147483647 h 660"/>
                  <a:gd name="T70" fmla="*/ 2147483647 w 684"/>
                  <a:gd name="T71" fmla="*/ 2147483647 h 660"/>
                  <a:gd name="T72" fmla="*/ 2147483647 w 684"/>
                  <a:gd name="T73" fmla="*/ 2147483647 h 660"/>
                  <a:gd name="T74" fmla="*/ 2147483647 w 684"/>
                  <a:gd name="T75" fmla="*/ 2147483647 h 660"/>
                  <a:gd name="T76" fmla="*/ 2147483647 w 684"/>
                  <a:gd name="T77" fmla="*/ 2147483647 h 660"/>
                  <a:gd name="T78" fmla="*/ 2147483647 w 684"/>
                  <a:gd name="T79" fmla="*/ 2147483647 h 660"/>
                  <a:gd name="T80" fmla="*/ 2147483647 w 684"/>
                  <a:gd name="T81" fmla="*/ 2147483647 h 660"/>
                  <a:gd name="T82" fmla="*/ 2147483647 w 684"/>
                  <a:gd name="T83" fmla="*/ 2147483647 h 660"/>
                  <a:gd name="T84" fmla="*/ 2147483647 w 684"/>
                  <a:gd name="T85" fmla="*/ 2147483647 h 660"/>
                  <a:gd name="T86" fmla="*/ 0 w 684"/>
                  <a:gd name="T87" fmla="*/ 2147483647 h 660"/>
                  <a:gd name="T88" fmla="*/ 2147483647 w 684"/>
                  <a:gd name="T89" fmla="*/ 2147483647 h 660"/>
                  <a:gd name="T90" fmla="*/ 2147483647 w 684"/>
                  <a:gd name="T91" fmla="*/ 2147483647 h 660"/>
                  <a:gd name="T92" fmla="*/ 2147483647 w 684"/>
                  <a:gd name="T93" fmla="*/ 2147483647 h 660"/>
                  <a:gd name="T94" fmla="*/ 2147483647 w 684"/>
                  <a:gd name="T95" fmla="*/ 2147483647 h 660"/>
                  <a:gd name="T96" fmla="*/ 2147483647 w 684"/>
                  <a:gd name="T97" fmla="*/ 2147483647 h 660"/>
                  <a:gd name="T98" fmla="*/ 2147483647 w 684"/>
                  <a:gd name="T99" fmla="*/ 2147483647 h 660"/>
                  <a:gd name="T100" fmla="*/ 2147483647 w 684"/>
                  <a:gd name="T101" fmla="*/ 2147483647 h 660"/>
                  <a:gd name="T102" fmla="*/ 2147483647 w 684"/>
                  <a:gd name="T103" fmla="*/ 2147483647 h 660"/>
                  <a:gd name="T104" fmla="*/ 2147483647 w 684"/>
                  <a:gd name="T105" fmla="*/ 2147483647 h 660"/>
                  <a:gd name="T106" fmla="*/ 2147483647 w 684"/>
                  <a:gd name="T107" fmla="*/ 2147483647 h 660"/>
                  <a:gd name="T108" fmla="*/ 2147483647 w 684"/>
                  <a:gd name="T109" fmla="*/ 2147483647 h 660"/>
                  <a:gd name="T110" fmla="*/ 2147483647 w 684"/>
                  <a:gd name="T111" fmla="*/ 2147483647 h 660"/>
                  <a:gd name="T112" fmla="*/ 2147483647 w 684"/>
                  <a:gd name="T113" fmla="*/ 2147483647 h 660"/>
                  <a:gd name="T114" fmla="*/ 2147483647 w 684"/>
                  <a:gd name="T115" fmla="*/ 2147483647 h 66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84"/>
                  <a:gd name="T175" fmla="*/ 0 h 660"/>
                  <a:gd name="T176" fmla="*/ 684 w 684"/>
                  <a:gd name="T177" fmla="*/ 660 h 66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84" h="660">
                    <a:moveTo>
                      <a:pt x="678" y="564"/>
                    </a:moveTo>
                    <a:lnTo>
                      <a:pt x="666" y="552"/>
                    </a:lnTo>
                    <a:lnTo>
                      <a:pt x="654" y="546"/>
                    </a:lnTo>
                    <a:lnTo>
                      <a:pt x="648" y="516"/>
                    </a:lnTo>
                    <a:lnTo>
                      <a:pt x="642" y="516"/>
                    </a:lnTo>
                    <a:lnTo>
                      <a:pt x="636" y="510"/>
                    </a:lnTo>
                    <a:lnTo>
                      <a:pt x="624" y="504"/>
                    </a:lnTo>
                    <a:lnTo>
                      <a:pt x="618" y="498"/>
                    </a:lnTo>
                    <a:lnTo>
                      <a:pt x="618" y="462"/>
                    </a:lnTo>
                    <a:lnTo>
                      <a:pt x="624" y="450"/>
                    </a:lnTo>
                    <a:lnTo>
                      <a:pt x="624" y="438"/>
                    </a:lnTo>
                    <a:lnTo>
                      <a:pt x="594" y="402"/>
                    </a:lnTo>
                    <a:lnTo>
                      <a:pt x="588" y="390"/>
                    </a:lnTo>
                    <a:lnTo>
                      <a:pt x="582" y="384"/>
                    </a:lnTo>
                    <a:lnTo>
                      <a:pt x="564" y="384"/>
                    </a:lnTo>
                    <a:lnTo>
                      <a:pt x="546" y="366"/>
                    </a:lnTo>
                    <a:lnTo>
                      <a:pt x="534" y="360"/>
                    </a:lnTo>
                    <a:lnTo>
                      <a:pt x="528" y="354"/>
                    </a:lnTo>
                    <a:lnTo>
                      <a:pt x="504" y="354"/>
                    </a:lnTo>
                    <a:lnTo>
                      <a:pt x="504" y="312"/>
                    </a:lnTo>
                    <a:lnTo>
                      <a:pt x="498" y="312"/>
                    </a:lnTo>
                    <a:lnTo>
                      <a:pt x="492" y="306"/>
                    </a:lnTo>
                    <a:lnTo>
                      <a:pt x="468" y="294"/>
                    </a:lnTo>
                    <a:lnTo>
                      <a:pt x="456" y="282"/>
                    </a:lnTo>
                    <a:lnTo>
                      <a:pt x="444" y="276"/>
                    </a:lnTo>
                    <a:lnTo>
                      <a:pt x="438" y="270"/>
                    </a:lnTo>
                    <a:lnTo>
                      <a:pt x="438" y="264"/>
                    </a:lnTo>
                    <a:lnTo>
                      <a:pt x="444" y="252"/>
                    </a:lnTo>
                    <a:lnTo>
                      <a:pt x="450" y="246"/>
                    </a:lnTo>
                    <a:lnTo>
                      <a:pt x="438" y="234"/>
                    </a:lnTo>
                    <a:lnTo>
                      <a:pt x="438" y="228"/>
                    </a:lnTo>
                    <a:lnTo>
                      <a:pt x="450" y="216"/>
                    </a:lnTo>
                    <a:lnTo>
                      <a:pt x="462" y="216"/>
                    </a:lnTo>
                    <a:lnTo>
                      <a:pt x="462" y="186"/>
                    </a:lnTo>
                    <a:lnTo>
                      <a:pt x="468" y="186"/>
                    </a:lnTo>
                    <a:lnTo>
                      <a:pt x="480" y="174"/>
                    </a:lnTo>
                    <a:lnTo>
                      <a:pt x="480" y="168"/>
                    </a:lnTo>
                    <a:lnTo>
                      <a:pt x="474" y="156"/>
                    </a:lnTo>
                    <a:lnTo>
                      <a:pt x="462" y="144"/>
                    </a:lnTo>
                    <a:lnTo>
                      <a:pt x="462" y="138"/>
                    </a:lnTo>
                    <a:lnTo>
                      <a:pt x="480" y="120"/>
                    </a:lnTo>
                    <a:lnTo>
                      <a:pt x="480" y="114"/>
                    </a:lnTo>
                    <a:lnTo>
                      <a:pt x="468" y="114"/>
                    </a:lnTo>
                    <a:lnTo>
                      <a:pt x="456" y="120"/>
                    </a:lnTo>
                    <a:lnTo>
                      <a:pt x="450" y="126"/>
                    </a:lnTo>
                    <a:lnTo>
                      <a:pt x="438" y="108"/>
                    </a:lnTo>
                    <a:lnTo>
                      <a:pt x="414" y="102"/>
                    </a:lnTo>
                    <a:lnTo>
                      <a:pt x="414" y="84"/>
                    </a:lnTo>
                    <a:lnTo>
                      <a:pt x="402" y="72"/>
                    </a:lnTo>
                    <a:lnTo>
                      <a:pt x="378" y="24"/>
                    </a:lnTo>
                    <a:lnTo>
                      <a:pt x="378" y="12"/>
                    </a:lnTo>
                    <a:lnTo>
                      <a:pt x="336" y="24"/>
                    </a:lnTo>
                    <a:lnTo>
                      <a:pt x="336" y="6"/>
                    </a:lnTo>
                    <a:lnTo>
                      <a:pt x="330" y="0"/>
                    </a:lnTo>
                    <a:lnTo>
                      <a:pt x="306" y="0"/>
                    </a:lnTo>
                    <a:lnTo>
                      <a:pt x="306" y="6"/>
                    </a:lnTo>
                    <a:lnTo>
                      <a:pt x="300" y="12"/>
                    </a:lnTo>
                    <a:lnTo>
                      <a:pt x="288" y="12"/>
                    </a:lnTo>
                    <a:lnTo>
                      <a:pt x="276" y="0"/>
                    </a:lnTo>
                    <a:lnTo>
                      <a:pt x="234" y="0"/>
                    </a:lnTo>
                    <a:lnTo>
                      <a:pt x="234" y="12"/>
                    </a:lnTo>
                    <a:lnTo>
                      <a:pt x="228" y="18"/>
                    </a:lnTo>
                    <a:lnTo>
                      <a:pt x="216" y="24"/>
                    </a:lnTo>
                    <a:lnTo>
                      <a:pt x="204" y="36"/>
                    </a:lnTo>
                    <a:lnTo>
                      <a:pt x="198" y="48"/>
                    </a:lnTo>
                    <a:lnTo>
                      <a:pt x="192" y="54"/>
                    </a:lnTo>
                    <a:lnTo>
                      <a:pt x="180" y="54"/>
                    </a:lnTo>
                    <a:lnTo>
                      <a:pt x="168" y="60"/>
                    </a:lnTo>
                    <a:lnTo>
                      <a:pt x="156" y="60"/>
                    </a:lnTo>
                    <a:lnTo>
                      <a:pt x="150" y="66"/>
                    </a:lnTo>
                    <a:lnTo>
                      <a:pt x="144" y="78"/>
                    </a:lnTo>
                    <a:lnTo>
                      <a:pt x="144" y="90"/>
                    </a:lnTo>
                    <a:lnTo>
                      <a:pt x="150" y="102"/>
                    </a:lnTo>
                    <a:lnTo>
                      <a:pt x="156" y="108"/>
                    </a:lnTo>
                    <a:lnTo>
                      <a:pt x="156" y="120"/>
                    </a:lnTo>
                    <a:lnTo>
                      <a:pt x="162" y="132"/>
                    </a:lnTo>
                    <a:lnTo>
                      <a:pt x="162" y="162"/>
                    </a:lnTo>
                    <a:lnTo>
                      <a:pt x="156" y="174"/>
                    </a:lnTo>
                    <a:lnTo>
                      <a:pt x="150" y="192"/>
                    </a:lnTo>
                    <a:lnTo>
                      <a:pt x="150" y="198"/>
                    </a:lnTo>
                    <a:lnTo>
                      <a:pt x="168" y="216"/>
                    </a:lnTo>
                    <a:lnTo>
                      <a:pt x="168" y="222"/>
                    </a:lnTo>
                    <a:lnTo>
                      <a:pt x="162" y="228"/>
                    </a:lnTo>
                    <a:lnTo>
                      <a:pt x="138" y="240"/>
                    </a:lnTo>
                    <a:lnTo>
                      <a:pt x="78" y="264"/>
                    </a:lnTo>
                    <a:lnTo>
                      <a:pt x="66" y="270"/>
                    </a:lnTo>
                    <a:lnTo>
                      <a:pt x="6" y="318"/>
                    </a:lnTo>
                    <a:lnTo>
                      <a:pt x="0" y="318"/>
                    </a:lnTo>
                    <a:lnTo>
                      <a:pt x="0" y="324"/>
                    </a:lnTo>
                    <a:lnTo>
                      <a:pt x="24" y="366"/>
                    </a:lnTo>
                    <a:lnTo>
                      <a:pt x="24" y="384"/>
                    </a:lnTo>
                    <a:lnTo>
                      <a:pt x="48" y="402"/>
                    </a:lnTo>
                    <a:lnTo>
                      <a:pt x="48" y="414"/>
                    </a:lnTo>
                    <a:lnTo>
                      <a:pt x="60" y="426"/>
                    </a:lnTo>
                    <a:lnTo>
                      <a:pt x="126" y="426"/>
                    </a:lnTo>
                    <a:lnTo>
                      <a:pt x="156" y="456"/>
                    </a:lnTo>
                    <a:lnTo>
                      <a:pt x="168" y="462"/>
                    </a:lnTo>
                    <a:lnTo>
                      <a:pt x="180" y="474"/>
                    </a:lnTo>
                    <a:lnTo>
                      <a:pt x="228" y="498"/>
                    </a:lnTo>
                    <a:lnTo>
                      <a:pt x="234" y="504"/>
                    </a:lnTo>
                    <a:lnTo>
                      <a:pt x="246" y="510"/>
                    </a:lnTo>
                    <a:lnTo>
                      <a:pt x="438" y="654"/>
                    </a:lnTo>
                    <a:lnTo>
                      <a:pt x="522" y="654"/>
                    </a:lnTo>
                    <a:lnTo>
                      <a:pt x="570" y="660"/>
                    </a:lnTo>
                    <a:lnTo>
                      <a:pt x="564" y="660"/>
                    </a:lnTo>
                    <a:lnTo>
                      <a:pt x="570" y="654"/>
                    </a:lnTo>
                    <a:lnTo>
                      <a:pt x="588" y="618"/>
                    </a:lnTo>
                    <a:lnTo>
                      <a:pt x="588" y="606"/>
                    </a:lnTo>
                    <a:lnTo>
                      <a:pt x="594" y="600"/>
                    </a:lnTo>
                    <a:lnTo>
                      <a:pt x="600" y="588"/>
                    </a:lnTo>
                    <a:lnTo>
                      <a:pt x="648" y="588"/>
                    </a:lnTo>
                    <a:lnTo>
                      <a:pt x="654" y="594"/>
                    </a:lnTo>
                    <a:lnTo>
                      <a:pt x="678" y="582"/>
                    </a:lnTo>
                    <a:lnTo>
                      <a:pt x="684" y="576"/>
                    </a:lnTo>
                    <a:lnTo>
                      <a:pt x="678" y="570"/>
                    </a:lnTo>
                    <a:lnTo>
                      <a:pt x="678" y="564"/>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20" name="Guinea-Bissau" descr="© INSCALE GmbH, 05.05.2010&#10;http://www.presentationload.com/">
                <a:extLst>
                  <a:ext uri="{FF2B5EF4-FFF2-40B4-BE49-F238E27FC236}">
                    <a16:creationId xmlns:a16="http://schemas.microsoft.com/office/drawing/2014/main" id="{6E6F551B-23CE-E8FB-33CC-4CD84A4520C6}"/>
                  </a:ext>
                </a:extLst>
              </p:cNvPr>
              <p:cNvSpPr>
                <a:spLocks/>
              </p:cNvSpPr>
              <p:nvPr/>
            </p:nvSpPr>
            <p:spPr bwMode="gray">
              <a:xfrm>
                <a:off x="2364" y="2308"/>
                <a:ext cx="47" cy="39"/>
              </a:xfrm>
              <a:custGeom>
                <a:avLst/>
                <a:gdLst>
                  <a:gd name="T0" fmla="*/ 2147483647 w 186"/>
                  <a:gd name="T1" fmla="*/ 2147483647 h 156"/>
                  <a:gd name="T2" fmla="*/ 2147483647 w 186"/>
                  <a:gd name="T3" fmla="*/ 2147483647 h 156"/>
                  <a:gd name="T4" fmla="*/ 2147483647 w 186"/>
                  <a:gd name="T5" fmla="*/ 2147483647 h 156"/>
                  <a:gd name="T6" fmla="*/ 2147483647 w 186"/>
                  <a:gd name="T7" fmla="*/ 2147483647 h 156"/>
                  <a:gd name="T8" fmla="*/ 2147483647 w 186"/>
                  <a:gd name="T9" fmla="*/ 2147483647 h 156"/>
                  <a:gd name="T10" fmla="*/ 2147483647 w 186"/>
                  <a:gd name="T11" fmla="*/ 2147483647 h 156"/>
                  <a:gd name="T12" fmla="*/ 2147483647 w 186"/>
                  <a:gd name="T13" fmla="*/ 2147483647 h 156"/>
                  <a:gd name="T14" fmla="*/ 2147483647 w 186"/>
                  <a:gd name="T15" fmla="*/ 2147483647 h 156"/>
                  <a:gd name="T16" fmla="*/ 2147483647 w 186"/>
                  <a:gd name="T17" fmla="*/ 2147483647 h 156"/>
                  <a:gd name="T18" fmla="*/ 2147483647 w 186"/>
                  <a:gd name="T19" fmla="*/ 2147483647 h 156"/>
                  <a:gd name="T20" fmla="*/ 2147483647 w 186"/>
                  <a:gd name="T21" fmla="*/ 2147483647 h 156"/>
                  <a:gd name="T22" fmla="*/ 2147483647 w 186"/>
                  <a:gd name="T23" fmla="*/ 2147483647 h 156"/>
                  <a:gd name="T24" fmla="*/ 2147483647 w 186"/>
                  <a:gd name="T25" fmla="*/ 2147483647 h 156"/>
                  <a:gd name="T26" fmla="*/ 2147483647 w 186"/>
                  <a:gd name="T27" fmla="*/ 2147483647 h 156"/>
                  <a:gd name="T28" fmla="*/ 2147483647 w 186"/>
                  <a:gd name="T29" fmla="*/ 0 h 156"/>
                  <a:gd name="T30" fmla="*/ 2147483647 w 186"/>
                  <a:gd name="T31" fmla="*/ 2147483647 h 156"/>
                  <a:gd name="T32" fmla="*/ 2147483647 w 186"/>
                  <a:gd name="T33" fmla="*/ 2147483647 h 156"/>
                  <a:gd name="T34" fmla="*/ 2147483647 w 186"/>
                  <a:gd name="T35" fmla="*/ 2147483647 h 156"/>
                  <a:gd name="T36" fmla="*/ 0 w 186"/>
                  <a:gd name="T37" fmla="*/ 2147483647 h 156"/>
                  <a:gd name="T38" fmla="*/ 2147483647 w 186"/>
                  <a:gd name="T39" fmla="*/ 2147483647 h 156"/>
                  <a:gd name="T40" fmla="*/ 2147483647 w 186"/>
                  <a:gd name="T41" fmla="*/ 2147483647 h 156"/>
                  <a:gd name="T42" fmla="*/ 2147483647 w 186"/>
                  <a:gd name="T43" fmla="*/ 2147483647 h 156"/>
                  <a:gd name="T44" fmla="*/ 2147483647 w 186"/>
                  <a:gd name="T45" fmla="*/ 2147483647 h 156"/>
                  <a:gd name="T46" fmla="*/ 2147483647 w 186"/>
                  <a:gd name="T47" fmla="*/ 2147483647 h 156"/>
                  <a:gd name="T48" fmla="*/ 2147483647 w 186"/>
                  <a:gd name="T49" fmla="*/ 2147483647 h 156"/>
                  <a:gd name="T50" fmla="*/ 2147483647 w 186"/>
                  <a:gd name="T51" fmla="*/ 2147483647 h 156"/>
                  <a:gd name="T52" fmla="*/ 2147483647 w 186"/>
                  <a:gd name="T53" fmla="*/ 2147483647 h 156"/>
                  <a:gd name="T54" fmla="*/ 2147483647 w 186"/>
                  <a:gd name="T55" fmla="*/ 2147483647 h 156"/>
                  <a:gd name="T56" fmla="*/ 2147483647 w 186"/>
                  <a:gd name="T57" fmla="*/ 2147483647 h 156"/>
                  <a:gd name="T58" fmla="*/ 2147483647 w 186"/>
                  <a:gd name="T59" fmla="*/ 2147483647 h 156"/>
                  <a:gd name="T60" fmla="*/ 2147483647 w 186"/>
                  <a:gd name="T61" fmla="*/ 2147483647 h 156"/>
                  <a:gd name="T62" fmla="*/ 2147483647 w 186"/>
                  <a:gd name="T63" fmla="*/ 2147483647 h 156"/>
                  <a:gd name="T64" fmla="*/ 2147483647 w 186"/>
                  <a:gd name="T65" fmla="*/ 2147483647 h 156"/>
                  <a:gd name="T66" fmla="*/ 2147483647 w 186"/>
                  <a:gd name="T67" fmla="*/ 2147483647 h 156"/>
                  <a:gd name="T68" fmla="*/ 2147483647 w 186"/>
                  <a:gd name="T69" fmla="*/ 2147483647 h 156"/>
                  <a:gd name="T70" fmla="*/ 2147483647 w 186"/>
                  <a:gd name="T71" fmla="*/ 2147483647 h 156"/>
                  <a:gd name="T72" fmla="*/ 2147483647 w 186"/>
                  <a:gd name="T73" fmla="*/ 2147483647 h 15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86"/>
                  <a:gd name="T112" fmla="*/ 0 h 156"/>
                  <a:gd name="T113" fmla="*/ 186 w 186"/>
                  <a:gd name="T114" fmla="*/ 156 h 15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86" h="156">
                    <a:moveTo>
                      <a:pt x="126" y="102"/>
                    </a:moveTo>
                    <a:lnTo>
                      <a:pt x="132" y="96"/>
                    </a:lnTo>
                    <a:lnTo>
                      <a:pt x="144" y="90"/>
                    </a:lnTo>
                    <a:lnTo>
                      <a:pt x="174" y="90"/>
                    </a:lnTo>
                    <a:lnTo>
                      <a:pt x="180" y="84"/>
                    </a:lnTo>
                    <a:lnTo>
                      <a:pt x="186" y="72"/>
                    </a:lnTo>
                    <a:lnTo>
                      <a:pt x="186" y="66"/>
                    </a:lnTo>
                    <a:lnTo>
                      <a:pt x="180" y="60"/>
                    </a:lnTo>
                    <a:lnTo>
                      <a:pt x="168" y="54"/>
                    </a:lnTo>
                    <a:lnTo>
                      <a:pt x="162" y="48"/>
                    </a:lnTo>
                    <a:lnTo>
                      <a:pt x="162" y="36"/>
                    </a:lnTo>
                    <a:lnTo>
                      <a:pt x="168" y="30"/>
                    </a:lnTo>
                    <a:lnTo>
                      <a:pt x="186" y="30"/>
                    </a:lnTo>
                    <a:lnTo>
                      <a:pt x="186" y="6"/>
                    </a:lnTo>
                    <a:lnTo>
                      <a:pt x="84" y="0"/>
                    </a:lnTo>
                    <a:lnTo>
                      <a:pt x="54" y="24"/>
                    </a:lnTo>
                    <a:lnTo>
                      <a:pt x="18" y="24"/>
                    </a:lnTo>
                    <a:lnTo>
                      <a:pt x="6" y="36"/>
                    </a:lnTo>
                    <a:lnTo>
                      <a:pt x="0" y="72"/>
                    </a:lnTo>
                    <a:lnTo>
                      <a:pt x="6" y="78"/>
                    </a:lnTo>
                    <a:lnTo>
                      <a:pt x="18" y="78"/>
                    </a:lnTo>
                    <a:lnTo>
                      <a:pt x="42" y="66"/>
                    </a:lnTo>
                    <a:lnTo>
                      <a:pt x="66" y="66"/>
                    </a:lnTo>
                    <a:lnTo>
                      <a:pt x="90" y="60"/>
                    </a:lnTo>
                    <a:lnTo>
                      <a:pt x="90" y="84"/>
                    </a:lnTo>
                    <a:lnTo>
                      <a:pt x="78" y="78"/>
                    </a:lnTo>
                    <a:lnTo>
                      <a:pt x="72" y="78"/>
                    </a:lnTo>
                    <a:lnTo>
                      <a:pt x="66" y="72"/>
                    </a:lnTo>
                    <a:lnTo>
                      <a:pt x="54" y="72"/>
                    </a:lnTo>
                    <a:lnTo>
                      <a:pt x="54" y="96"/>
                    </a:lnTo>
                    <a:lnTo>
                      <a:pt x="60" y="102"/>
                    </a:lnTo>
                    <a:lnTo>
                      <a:pt x="90" y="96"/>
                    </a:lnTo>
                    <a:lnTo>
                      <a:pt x="54" y="114"/>
                    </a:lnTo>
                    <a:lnTo>
                      <a:pt x="84" y="156"/>
                    </a:lnTo>
                    <a:lnTo>
                      <a:pt x="90" y="132"/>
                    </a:lnTo>
                    <a:lnTo>
                      <a:pt x="108" y="102"/>
                    </a:lnTo>
                    <a:lnTo>
                      <a:pt x="126" y="102"/>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21" name="Guinea" descr="© INSCALE GmbH, 05.05.2010&#10;http://www.presentationload.com/">
                <a:extLst>
                  <a:ext uri="{FF2B5EF4-FFF2-40B4-BE49-F238E27FC236}">
                    <a16:creationId xmlns:a16="http://schemas.microsoft.com/office/drawing/2014/main" id="{C38530CD-AFFE-B95F-7FEB-2419794B1DBF}"/>
                  </a:ext>
                </a:extLst>
              </p:cNvPr>
              <p:cNvSpPr>
                <a:spLocks/>
              </p:cNvSpPr>
              <p:nvPr/>
            </p:nvSpPr>
            <p:spPr bwMode="gray">
              <a:xfrm>
                <a:off x="2387" y="2310"/>
                <a:ext cx="132" cy="112"/>
              </a:xfrm>
              <a:custGeom>
                <a:avLst/>
                <a:gdLst>
                  <a:gd name="T0" fmla="*/ 2147483647 w 522"/>
                  <a:gd name="T1" fmla="*/ 2147483647 h 444"/>
                  <a:gd name="T2" fmla="*/ 2147483647 w 522"/>
                  <a:gd name="T3" fmla="*/ 2147483647 h 444"/>
                  <a:gd name="T4" fmla="*/ 2147483647 w 522"/>
                  <a:gd name="T5" fmla="*/ 2147483647 h 444"/>
                  <a:gd name="T6" fmla="*/ 2147483647 w 522"/>
                  <a:gd name="T7" fmla="*/ 2147483647 h 444"/>
                  <a:gd name="T8" fmla="*/ 2147483647 w 522"/>
                  <a:gd name="T9" fmla="*/ 2147483647 h 444"/>
                  <a:gd name="T10" fmla="*/ 2147483647 w 522"/>
                  <a:gd name="T11" fmla="*/ 2147483647 h 444"/>
                  <a:gd name="T12" fmla="*/ 2147483647 w 522"/>
                  <a:gd name="T13" fmla="*/ 2147483647 h 444"/>
                  <a:gd name="T14" fmla="*/ 2147483647 w 522"/>
                  <a:gd name="T15" fmla="*/ 2147483647 h 444"/>
                  <a:gd name="T16" fmla="*/ 2147483647 w 522"/>
                  <a:gd name="T17" fmla="*/ 2147483647 h 444"/>
                  <a:gd name="T18" fmla="*/ 2147483647 w 522"/>
                  <a:gd name="T19" fmla="*/ 2147483647 h 444"/>
                  <a:gd name="T20" fmla="*/ 2147483647 w 522"/>
                  <a:gd name="T21" fmla="*/ 2147483647 h 444"/>
                  <a:gd name="T22" fmla="*/ 2147483647 w 522"/>
                  <a:gd name="T23" fmla="*/ 2147483647 h 444"/>
                  <a:gd name="T24" fmla="*/ 2147483647 w 522"/>
                  <a:gd name="T25" fmla="*/ 2147483647 h 444"/>
                  <a:gd name="T26" fmla="*/ 2147483647 w 522"/>
                  <a:gd name="T27" fmla="*/ 2147483647 h 444"/>
                  <a:gd name="T28" fmla="*/ 2147483647 w 522"/>
                  <a:gd name="T29" fmla="*/ 2147483647 h 444"/>
                  <a:gd name="T30" fmla="*/ 2147483647 w 522"/>
                  <a:gd name="T31" fmla="*/ 2147483647 h 444"/>
                  <a:gd name="T32" fmla="*/ 2147483647 w 522"/>
                  <a:gd name="T33" fmla="*/ 2147483647 h 444"/>
                  <a:gd name="T34" fmla="*/ 2147483647 w 522"/>
                  <a:gd name="T35" fmla="*/ 2147483647 h 444"/>
                  <a:gd name="T36" fmla="*/ 2147483647 w 522"/>
                  <a:gd name="T37" fmla="*/ 2147483647 h 444"/>
                  <a:gd name="T38" fmla="*/ 2147483647 w 522"/>
                  <a:gd name="T39" fmla="*/ 2147483647 h 444"/>
                  <a:gd name="T40" fmla="*/ 2147483647 w 522"/>
                  <a:gd name="T41" fmla="*/ 2147483647 h 444"/>
                  <a:gd name="T42" fmla="*/ 2147483647 w 522"/>
                  <a:gd name="T43" fmla="*/ 2147483647 h 444"/>
                  <a:gd name="T44" fmla="*/ 2147483647 w 522"/>
                  <a:gd name="T45" fmla="*/ 2147483647 h 444"/>
                  <a:gd name="T46" fmla="*/ 2147483647 w 522"/>
                  <a:gd name="T47" fmla="*/ 2147483647 h 444"/>
                  <a:gd name="T48" fmla="*/ 2147483647 w 522"/>
                  <a:gd name="T49" fmla="*/ 2147483647 h 444"/>
                  <a:gd name="T50" fmla="*/ 2147483647 w 522"/>
                  <a:gd name="T51" fmla="*/ 2147483647 h 444"/>
                  <a:gd name="T52" fmla="*/ 2147483647 w 522"/>
                  <a:gd name="T53" fmla="*/ 2147483647 h 444"/>
                  <a:gd name="T54" fmla="*/ 2147483647 w 522"/>
                  <a:gd name="T55" fmla="*/ 2147483647 h 444"/>
                  <a:gd name="T56" fmla="*/ 2147483647 w 522"/>
                  <a:gd name="T57" fmla="*/ 2147483647 h 444"/>
                  <a:gd name="T58" fmla="*/ 2147483647 w 522"/>
                  <a:gd name="T59" fmla="*/ 2147483647 h 444"/>
                  <a:gd name="T60" fmla="*/ 2147483647 w 522"/>
                  <a:gd name="T61" fmla="*/ 2147483647 h 444"/>
                  <a:gd name="T62" fmla="*/ 2147483647 w 522"/>
                  <a:gd name="T63" fmla="*/ 2147483647 h 444"/>
                  <a:gd name="T64" fmla="*/ 2147483647 w 522"/>
                  <a:gd name="T65" fmla="*/ 2147483647 h 444"/>
                  <a:gd name="T66" fmla="*/ 2147483647 w 522"/>
                  <a:gd name="T67" fmla="*/ 2147483647 h 444"/>
                  <a:gd name="T68" fmla="*/ 2147483647 w 522"/>
                  <a:gd name="T69" fmla="*/ 2147483647 h 444"/>
                  <a:gd name="T70" fmla="*/ 2147483647 w 522"/>
                  <a:gd name="T71" fmla="*/ 2147483647 h 444"/>
                  <a:gd name="T72" fmla="*/ 2147483647 w 522"/>
                  <a:gd name="T73" fmla="*/ 2147483647 h 444"/>
                  <a:gd name="T74" fmla="*/ 2147483647 w 522"/>
                  <a:gd name="T75" fmla="*/ 2147483647 h 444"/>
                  <a:gd name="T76" fmla="*/ 2147483647 w 522"/>
                  <a:gd name="T77" fmla="*/ 2147483647 h 444"/>
                  <a:gd name="T78" fmla="*/ 2147483647 w 522"/>
                  <a:gd name="T79" fmla="*/ 2147483647 h 444"/>
                  <a:gd name="T80" fmla="*/ 2147483647 w 522"/>
                  <a:gd name="T81" fmla="*/ 2147483647 h 444"/>
                  <a:gd name="T82" fmla="*/ 2147483647 w 522"/>
                  <a:gd name="T83" fmla="*/ 2147483647 h 444"/>
                  <a:gd name="T84" fmla="*/ 2147483647 w 522"/>
                  <a:gd name="T85" fmla="*/ 2147483647 h 444"/>
                  <a:gd name="T86" fmla="*/ 2147483647 w 522"/>
                  <a:gd name="T87" fmla="*/ 2147483647 h 444"/>
                  <a:gd name="T88" fmla="*/ 2147483647 w 522"/>
                  <a:gd name="T89" fmla="*/ 2147483647 h 444"/>
                  <a:gd name="T90" fmla="*/ 2147483647 w 522"/>
                  <a:gd name="T91" fmla="*/ 2147483647 h 444"/>
                  <a:gd name="T92" fmla="*/ 2147483647 w 522"/>
                  <a:gd name="T93" fmla="*/ 2147483647 h 44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522"/>
                  <a:gd name="T142" fmla="*/ 0 h 444"/>
                  <a:gd name="T143" fmla="*/ 522 w 522"/>
                  <a:gd name="T144" fmla="*/ 444 h 44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522" h="444">
                    <a:moveTo>
                      <a:pt x="96" y="0"/>
                    </a:moveTo>
                    <a:lnTo>
                      <a:pt x="96" y="24"/>
                    </a:lnTo>
                    <a:lnTo>
                      <a:pt x="78" y="24"/>
                    </a:lnTo>
                    <a:lnTo>
                      <a:pt x="72" y="30"/>
                    </a:lnTo>
                    <a:lnTo>
                      <a:pt x="72" y="42"/>
                    </a:lnTo>
                    <a:lnTo>
                      <a:pt x="78" y="48"/>
                    </a:lnTo>
                    <a:lnTo>
                      <a:pt x="90" y="54"/>
                    </a:lnTo>
                    <a:lnTo>
                      <a:pt x="96" y="60"/>
                    </a:lnTo>
                    <a:lnTo>
                      <a:pt x="96" y="66"/>
                    </a:lnTo>
                    <a:lnTo>
                      <a:pt x="90" y="78"/>
                    </a:lnTo>
                    <a:lnTo>
                      <a:pt x="84" y="84"/>
                    </a:lnTo>
                    <a:lnTo>
                      <a:pt x="54" y="84"/>
                    </a:lnTo>
                    <a:lnTo>
                      <a:pt x="42" y="90"/>
                    </a:lnTo>
                    <a:lnTo>
                      <a:pt x="36" y="96"/>
                    </a:lnTo>
                    <a:lnTo>
                      <a:pt x="18" y="96"/>
                    </a:lnTo>
                    <a:lnTo>
                      <a:pt x="0" y="126"/>
                    </a:lnTo>
                    <a:lnTo>
                      <a:pt x="0" y="132"/>
                    </a:lnTo>
                    <a:lnTo>
                      <a:pt x="18" y="150"/>
                    </a:lnTo>
                    <a:lnTo>
                      <a:pt x="30" y="150"/>
                    </a:lnTo>
                    <a:lnTo>
                      <a:pt x="30" y="162"/>
                    </a:lnTo>
                    <a:lnTo>
                      <a:pt x="24" y="168"/>
                    </a:lnTo>
                    <a:lnTo>
                      <a:pt x="30" y="180"/>
                    </a:lnTo>
                    <a:lnTo>
                      <a:pt x="30" y="192"/>
                    </a:lnTo>
                    <a:lnTo>
                      <a:pt x="54" y="204"/>
                    </a:lnTo>
                    <a:lnTo>
                      <a:pt x="72" y="204"/>
                    </a:lnTo>
                    <a:lnTo>
                      <a:pt x="72" y="228"/>
                    </a:lnTo>
                    <a:lnTo>
                      <a:pt x="84" y="228"/>
                    </a:lnTo>
                    <a:lnTo>
                      <a:pt x="90" y="222"/>
                    </a:lnTo>
                    <a:lnTo>
                      <a:pt x="90" y="234"/>
                    </a:lnTo>
                    <a:lnTo>
                      <a:pt x="96" y="246"/>
                    </a:lnTo>
                    <a:lnTo>
                      <a:pt x="96" y="258"/>
                    </a:lnTo>
                    <a:lnTo>
                      <a:pt x="114" y="276"/>
                    </a:lnTo>
                    <a:lnTo>
                      <a:pt x="126" y="282"/>
                    </a:lnTo>
                    <a:lnTo>
                      <a:pt x="132" y="288"/>
                    </a:lnTo>
                    <a:lnTo>
                      <a:pt x="138" y="282"/>
                    </a:lnTo>
                    <a:lnTo>
                      <a:pt x="150" y="276"/>
                    </a:lnTo>
                    <a:lnTo>
                      <a:pt x="156" y="264"/>
                    </a:lnTo>
                    <a:lnTo>
                      <a:pt x="168" y="252"/>
                    </a:lnTo>
                    <a:lnTo>
                      <a:pt x="174" y="240"/>
                    </a:lnTo>
                    <a:lnTo>
                      <a:pt x="180" y="234"/>
                    </a:lnTo>
                    <a:lnTo>
                      <a:pt x="180" y="228"/>
                    </a:lnTo>
                    <a:lnTo>
                      <a:pt x="216" y="228"/>
                    </a:lnTo>
                    <a:lnTo>
                      <a:pt x="222" y="210"/>
                    </a:lnTo>
                    <a:lnTo>
                      <a:pt x="258" y="210"/>
                    </a:lnTo>
                    <a:lnTo>
                      <a:pt x="300" y="270"/>
                    </a:lnTo>
                    <a:lnTo>
                      <a:pt x="300" y="288"/>
                    </a:lnTo>
                    <a:lnTo>
                      <a:pt x="312" y="300"/>
                    </a:lnTo>
                    <a:lnTo>
                      <a:pt x="312" y="318"/>
                    </a:lnTo>
                    <a:lnTo>
                      <a:pt x="306" y="330"/>
                    </a:lnTo>
                    <a:lnTo>
                      <a:pt x="300" y="336"/>
                    </a:lnTo>
                    <a:lnTo>
                      <a:pt x="294" y="354"/>
                    </a:lnTo>
                    <a:lnTo>
                      <a:pt x="324" y="342"/>
                    </a:lnTo>
                    <a:lnTo>
                      <a:pt x="348" y="348"/>
                    </a:lnTo>
                    <a:lnTo>
                      <a:pt x="348" y="336"/>
                    </a:lnTo>
                    <a:lnTo>
                      <a:pt x="354" y="330"/>
                    </a:lnTo>
                    <a:lnTo>
                      <a:pt x="360" y="330"/>
                    </a:lnTo>
                    <a:lnTo>
                      <a:pt x="372" y="336"/>
                    </a:lnTo>
                    <a:lnTo>
                      <a:pt x="384" y="348"/>
                    </a:lnTo>
                    <a:lnTo>
                      <a:pt x="390" y="366"/>
                    </a:lnTo>
                    <a:lnTo>
                      <a:pt x="390" y="426"/>
                    </a:lnTo>
                    <a:lnTo>
                      <a:pt x="402" y="426"/>
                    </a:lnTo>
                    <a:lnTo>
                      <a:pt x="402" y="432"/>
                    </a:lnTo>
                    <a:lnTo>
                      <a:pt x="414" y="444"/>
                    </a:lnTo>
                    <a:lnTo>
                      <a:pt x="420" y="444"/>
                    </a:lnTo>
                    <a:lnTo>
                      <a:pt x="432" y="432"/>
                    </a:lnTo>
                    <a:lnTo>
                      <a:pt x="432" y="420"/>
                    </a:lnTo>
                    <a:lnTo>
                      <a:pt x="438" y="408"/>
                    </a:lnTo>
                    <a:lnTo>
                      <a:pt x="444" y="402"/>
                    </a:lnTo>
                    <a:lnTo>
                      <a:pt x="456" y="402"/>
                    </a:lnTo>
                    <a:lnTo>
                      <a:pt x="468" y="408"/>
                    </a:lnTo>
                    <a:lnTo>
                      <a:pt x="474" y="414"/>
                    </a:lnTo>
                    <a:lnTo>
                      <a:pt x="480" y="414"/>
                    </a:lnTo>
                    <a:lnTo>
                      <a:pt x="486" y="408"/>
                    </a:lnTo>
                    <a:lnTo>
                      <a:pt x="486" y="390"/>
                    </a:lnTo>
                    <a:lnTo>
                      <a:pt x="480" y="384"/>
                    </a:lnTo>
                    <a:lnTo>
                      <a:pt x="480" y="378"/>
                    </a:lnTo>
                    <a:lnTo>
                      <a:pt x="498" y="378"/>
                    </a:lnTo>
                    <a:lnTo>
                      <a:pt x="492" y="366"/>
                    </a:lnTo>
                    <a:lnTo>
                      <a:pt x="480" y="360"/>
                    </a:lnTo>
                    <a:lnTo>
                      <a:pt x="474" y="348"/>
                    </a:lnTo>
                    <a:lnTo>
                      <a:pt x="474" y="336"/>
                    </a:lnTo>
                    <a:lnTo>
                      <a:pt x="492" y="336"/>
                    </a:lnTo>
                    <a:lnTo>
                      <a:pt x="498" y="342"/>
                    </a:lnTo>
                    <a:lnTo>
                      <a:pt x="510" y="342"/>
                    </a:lnTo>
                    <a:lnTo>
                      <a:pt x="516" y="348"/>
                    </a:lnTo>
                    <a:lnTo>
                      <a:pt x="516" y="342"/>
                    </a:lnTo>
                    <a:lnTo>
                      <a:pt x="522" y="336"/>
                    </a:lnTo>
                    <a:lnTo>
                      <a:pt x="522" y="324"/>
                    </a:lnTo>
                    <a:lnTo>
                      <a:pt x="516" y="324"/>
                    </a:lnTo>
                    <a:lnTo>
                      <a:pt x="504" y="318"/>
                    </a:lnTo>
                    <a:lnTo>
                      <a:pt x="498" y="318"/>
                    </a:lnTo>
                    <a:lnTo>
                      <a:pt x="498" y="306"/>
                    </a:lnTo>
                    <a:lnTo>
                      <a:pt x="504" y="294"/>
                    </a:lnTo>
                    <a:lnTo>
                      <a:pt x="510" y="288"/>
                    </a:lnTo>
                    <a:lnTo>
                      <a:pt x="492" y="282"/>
                    </a:lnTo>
                    <a:lnTo>
                      <a:pt x="504" y="264"/>
                    </a:lnTo>
                    <a:lnTo>
                      <a:pt x="486" y="258"/>
                    </a:lnTo>
                    <a:lnTo>
                      <a:pt x="480" y="222"/>
                    </a:lnTo>
                    <a:lnTo>
                      <a:pt x="498" y="198"/>
                    </a:lnTo>
                    <a:lnTo>
                      <a:pt x="468" y="168"/>
                    </a:lnTo>
                    <a:lnTo>
                      <a:pt x="468" y="132"/>
                    </a:lnTo>
                    <a:lnTo>
                      <a:pt x="444" y="132"/>
                    </a:lnTo>
                    <a:lnTo>
                      <a:pt x="468" y="96"/>
                    </a:lnTo>
                    <a:lnTo>
                      <a:pt x="432" y="78"/>
                    </a:lnTo>
                    <a:lnTo>
                      <a:pt x="444" y="48"/>
                    </a:lnTo>
                    <a:lnTo>
                      <a:pt x="426" y="36"/>
                    </a:lnTo>
                    <a:lnTo>
                      <a:pt x="426" y="18"/>
                    </a:lnTo>
                    <a:lnTo>
                      <a:pt x="414" y="12"/>
                    </a:lnTo>
                    <a:lnTo>
                      <a:pt x="402" y="12"/>
                    </a:lnTo>
                    <a:lnTo>
                      <a:pt x="396" y="18"/>
                    </a:lnTo>
                    <a:lnTo>
                      <a:pt x="396" y="36"/>
                    </a:lnTo>
                    <a:lnTo>
                      <a:pt x="378" y="54"/>
                    </a:lnTo>
                    <a:lnTo>
                      <a:pt x="366" y="48"/>
                    </a:lnTo>
                    <a:lnTo>
                      <a:pt x="360" y="42"/>
                    </a:lnTo>
                    <a:lnTo>
                      <a:pt x="348" y="36"/>
                    </a:lnTo>
                    <a:lnTo>
                      <a:pt x="342" y="36"/>
                    </a:lnTo>
                    <a:lnTo>
                      <a:pt x="336" y="30"/>
                    </a:lnTo>
                    <a:lnTo>
                      <a:pt x="330" y="30"/>
                    </a:lnTo>
                    <a:lnTo>
                      <a:pt x="324" y="42"/>
                    </a:lnTo>
                    <a:lnTo>
                      <a:pt x="312" y="54"/>
                    </a:lnTo>
                    <a:lnTo>
                      <a:pt x="306" y="66"/>
                    </a:lnTo>
                    <a:lnTo>
                      <a:pt x="306" y="54"/>
                    </a:lnTo>
                    <a:lnTo>
                      <a:pt x="300" y="42"/>
                    </a:lnTo>
                    <a:lnTo>
                      <a:pt x="288" y="30"/>
                    </a:lnTo>
                    <a:lnTo>
                      <a:pt x="276" y="42"/>
                    </a:lnTo>
                    <a:lnTo>
                      <a:pt x="270" y="54"/>
                    </a:lnTo>
                    <a:lnTo>
                      <a:pt x="264" y="60"/>
                    </a:lnTo>
                    <a:lnTo>
                      <a:pt x="258" y="54"/>
                    </a:lnTo>
                    <a:lnTo>
                      <a:pt x="258" y="48"/>
                    </a:lnTo>
                    <a:lnTo>
                      <a:pt x="252" y="36"/>
                    </a:lnTo>
                    <a:lnTo>
                      <a:pt x="252" y="24"/>
                    </a:lnTo>
                    <a:lnTo>
                      <a:pt x="210" y="24"/>
                    </a:lnTo>
                    <a:lnTo>
                      <a:pt x="204" y="30"/>
                    </a:lnTo>
                    <a:lnTo>
                      <a:pt x="192" y="36"/>
                    </a:lnTo>
                    <a:lnTo>
                      <a:pt x="180" y="36"/>
                    </a:lnTo>
                    <a:lnTo>
                      <a:pt x="174" y="30"/>
                    </a:lnTo>
                    <a:lnTo>
                      <a:pt x="168" y="18"/>
                    </a:lnTo>
                    <a:lnTo>
                      <a:pt x="162" y="12"/>
                    </a:lnTo>
                    <a:lnTo>
                      <a:pt x="156" y="18"/>
                    </a:lnTo>
                    <a:lnTo>
                      <a:pt x="138" y="18"/>
                    </a:lnTo>
                    <a:lnTo>
                      <a:pt x="132" y="6"/>
                    </a:lnTo>
                    <a:lnTo>
                      <a:pt x="132" y="0"/>
                    </a:lnTo>
                    <a:lnTo>
                      <a:pt x="96" y="0"/>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22" name="Ghana" descr="© INSCALE GmbH, 05.05.2010&#10;http://www.presentationload.com/">
                <a:extLst>
                  <a:ext uri="{FF2B5EF4-FFF2-40B4-BE49-F238E27FC236}">
                    <a16:creationId xmlns:a16="http://schemas.microsoft.com/office/drawing/2014/main" id="{79B0C832-95E1-1196-2EFD-846405EF8D1C}"/>
                  </a:ext>
                </a:extLst>
              </p:cNvPr>
              <p:cNvSpPr>
                <a:spLocks/>
              </p:cNvSpPr>
              <p:nvPr/>
            </p:nvSpPr>
            <p:spPr bwMode="gray">
              <a:xfrm>
                <a:off x="2595" y="2341"/>
                <a:ext cx="82" cy="131"/>
              </a:xfrm>
              <a:custGeom>
                <a:avLst/>
                <a:gdLst>
                  <a:gd name="T0" fmla="*/ 2147483647 w 324"/>
                  <a:gd name="T1" fmla="*/ 2147483647 h 516"/>
                  <a:gd name="T2" fmla="*/ 2147483647 w 324"/>
                  <a:gd name="T3" fmla="*/ 2147483647 h 516"/>
                  <a:gd name="T4" fmla="*/ 2147483647 w 324"/>
                  <a:gd name="T5" fmla="*/ 2147483647 h 516"/>
                  <a:gd name="T6" fmla="*/ 2147483647 w 324"/>
                  <a:gd name="T7" fmla="*/ 2147483647 h 516"/>
                  <a:gd name="T8" fmla="*/ 2147483647 w 324"/>
                  <a:gd name="T9" fmla="*/ 2147483647 h 516"/>
                  <a:gd name="T10" fmla="*/ 2147483647 w 324"/>
                  <a:gd name="T11" fmla="*/ 2147483647 h 516"/>
                  <a:gd name="T12" fmla="*/ 2147483647 w 324"/>
                  <a:gd name="T13" fmla="*/ 2147483647 h 516"/>
                  <a:gd name="T14" fmla="*/ 2147483647 w 324"/>
                  <a:gd name="T15" fmla="*/ 2147483647 h 516"/>
                  <a:gd name="T16" fmla="*/ 2147483647 w 324"/>
                  <a:gd name="T17" fmla="*/ 2147483647 h 516"/>
                  <a:gd name="T18" fmla="*/ 2147483647 w 324"/>
                  <a:gd name="T19" fmla="*/ 2147483647 h 516"/>
                  <a:gd name="T20" fmla="*/ 2147483647 w 324"/>
                  <a:gd name="T21" fmla="*/ 2147483647 h 516"/>
                  <a:gd name="T22" fmla="*/ 2147483647 w 324"/>
                  <a:gd name="T23" fmla="*/ 2147483647 h 516"/>
                  <a:gd name="T24" fmla="*/ 2147483647 w 324"/>
                  <a:gd name="T25" fmla="*/ 2147483647 h 516"/>
                  <a:gd name="T26" fmla="*/ 2147483647 w 324"/>
                  <a:gd name="T27" fmla="*/ 0 h 516"/>
                  <a:gd name="T28" fmla="*/ 2147483647 w 324"/>
                  <a:gd name="T29" fmla="*/ 2147483647 h 516"/>
                  <a:gd name="T30" fmla="*/ 2147483647 w 324"/>
                  <a:gd name="T31" fmla="*/ 2147483647 h 516"/>
                  <a:gd name="T32" fmla="*/ 2147483647 w 324"/>
                  <a:gd name="T33" fmla="*/ 2147483647 h 516"/>
                  <a:gd name="T34" fmla="*/ 2147483647 w 324"/>
                  <a:gd name="T35" fmla="*/ 2147483647 h 516"/>
                  <a:gd name="T36" fmla="*/ 2147483647 w 324"/>
                  <a:gd name="T37" fmla="*/ 2147483647 h 516"/>
                  <a:gd name="T38" fmla="*/ 2147483647 w 324"/>
                  <a:gd name="T39" fmla="*/ 2147483647 h 516"/>
                  <a:gd name="T40" fmla="*/ 2147483647 w 324"/>
                  <a:gd name="T41" fmla="*/ 2147483647 h 516"/>
                  <a:gd name="T42" fmla="*/ 2147483647 w 324"/>
                  <a:gd name="T43" fmla="*/ 2147483647 h 516"/>
                  <a:gd name="T44" fmla="*/ 2147483647 w 324"/>
                  <a:gd name="T45" fmla="*/ 2147483647 h 516"/>
                  <a:gd name="T46" fmla="*/ 2147483647 w 324"/>
                  <a:gd name="T47" fmla="*/ 2147483647 h 516"/>
                  <a:gd name="T48" fmla="*/ 2147483647 w 324"/>
                  <a:gd name="T49" fmla="*/ 2147483647 h 516"/>
                  <a:gd name="T50" fmla="*/ 2147483647 w 324"/>
                  <a:gd name="T51" fmla="*/ 2147483647 h 516"/>
                  <a:gd name="T52" fmla="*/ 2147483647 w 324"/>
                  <a:gd name="T53" fmla="*/ 2147483647 h 516"/>
                  <a:gd name="T54" fmla="*/ 0 w 324"/>
                  <a:gd name="T55" fmla="*/ 2147483647 h 516"/>
                  <a:gd name="T56" fmla="*/ 2147483647 w 324"/>
                  <a:gd name="T57" fmla="*/ 2147483647 h 516"/>
                  <a:gd name="T58" fmla="*/ 2147483647 w 324"/>
                  <a:gd name="T59" fmla="*/ 2147483647 h 516"/>
                  <a:gd name="T60" fmla="*/ 2147483647 w 324"/>
                  <a:gd name="T61" fmla="*/ 2147483647 h 516"/>
                  <a:gd name="T62" fmla="*/ 2147483647 w 324"/>
                  <a:gd name="T63" fmla="*/ 2147483647 h 516"/>
                  <a:gd name="T64" fmla="*/ 2147483647 w 324"/>
                  <a:gd name="T65" fmla="*/ 2147483647 h 516"/>
                  <a:gd name="T66" fmla="*/ 2147483647 w 324"/>
                  <a:gd name="T67" fmla="*/ 2147483647 h 516"/>
                  <a:gd name="T68" fmla="*/ 2147483647 w 324"/>
                  <a:gd name="T69" fmla="*/ 2147483647 h 516"/>
                  <a:gd name="T70" fmla="*/ 2147483647 w 324"/>
                  <a:gd name="T71" fmla="*/ 2147483647 h 516"/>
                  <a:gd name="T72" fmla="*/ 2147483647 w 324"/>
                  <a:gd name="T73" fmla="*/ 2147483647 h 516"/>
                  <a:gd name="T74" fmla="*/ 2147483647 w 324"/>
                  <a:gd name="T75" fmla="*/ 2147483647 h 516"/>
                  <a:gd name="T76" fmla="*/ 2147483647 w 324"/>
                  <a:gd name="T77" fmla="*/ 2147483647 h 516"/>
                  <a:gd name="T78" fmla="*/ 2147483647 w 324"/>
                  <a:gd name="T79" fmla="*/ 2147483647 h 516"/>
                  <a:gd name="T80" fmla="*/ 2147483647 w 324"/>
                  <a:gd name="T81" fmla="*/ 2147483647 h 516"/>
                  <a:gd name="T82" fmla="*/ 2147483647 w 324"/>
                  <a:gd name="T83" fmla="*/ 2147483647 h 516"/>
                  <a:gd name="T84" fmla="*/ 2147483647 w 324"/>
                  <a:gd name="T85" fmla="*/ 2147483647 h 516"/>
                  <a:gd name="T86" fmla="*/ 2147483647 w 324"/>
                  <a:gd name="T87" fmla="*/ 2147483647 h 51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4"/>
                  <a:gd name="T133" fmla="*/ 0 h 516"/>
                  <a:gd name="T134" fmla="*/ 324 w 324"/>
                  <a:gd name="T135" fmla="*/ 516 h 51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4" h="516">
                    <a:moveTo>
                      <a:pt x="282" y="342"/>
                    </a:moveTo>
                    <a:lnTo>
                      <a:pt x="282" y="330"/>
                    </a:lnTo>
                    <a:lnTo>
                      <a:pt x="288" y="318"/>
                    </a:lnTo>
                    <a:lnTo>
                      <a:pt x="288" y="306"/>
                    </a:lnTo>
                    <a:lnTo>
                      <a:pt x="282" y="300"/>
                    </a:lnTo>
                    <a:lnTo>
                      <a:pt x="276" y="300"/>
                    </a:lnTo>
                    <a:lnTo>
                      <a:pt x="276" y="282"/>
                    </a:lnTo>
                    <a:lnTo>
                      <a:pt x="282" y="276"/>
                    </a:lnTo>
                    <a:lnTo>
                      <a:pt x="282" y="234"/>
                    </a:lnTo>
                    <a:lnTo>
                      <a:pt x="288" y="228"/>
                    </a:lnTo>
                    <a:lnTo>
                      <a:pt x="288" y="216"/>
                    </a:lnTo>
                    <a:lnTo>
                      <a:pt x="282" y="210"/>
                    </a:lnTo>
                    <a:lnTo>
                      <a:pt x="270" y="204"/>
                    </a:lnTo>
                    <a:lnTo>
                      <a:pt x="264" y="198"/>
                    </a:lnTo>
                    <a:lnTo>
                      <a:pt x="276" y="186"/>
                    </a:lnTo>
                    <a:lnTo>
                      <a:pt x="282" y="186"/>
                    </a:lnTo>
                    <a:lnTo>
                      <a:pt x="282" y="180"/>
                    </a:lnTo>
                    <a:lnTo>
                      <a:pt x="270" y="168"/>
                    </a:lnTo>
                    <a:lnTo>
                      <a:pt x="276" y="156"/>
                    </a:lnTo>
                    <a:lnTo>
                      <a:pt x="276" y="132"/>
                    </a:lnTo>
                    <a:lnTo>
                      <a:pt x="270" y="126"/>
                    </a:lnTo>
                    <a:lnTo>
                      <a:pt x="264" y="126"/>
                    </a:lnTo>
                    <a:lnTo>
                      <a:pt x="252" y="138"/>
                    </a:lnTo>
                    <a:lnTo>
                      <a:pt x="264" y="60"/>
                    </a:lnTo>
                    <a:lnTo>
                      <a:pt x="228" y="36"/>
                    </a:lnTo>
                    <a:lnTo>
                      <a:pt x="240" y="24"/>
                    </a:lnTo>
                    <a:lnTo>
                      <a:pt x="240" y="6"/>
                    </a:lnTo>
                    <a:lnTo>
                      <a:pt x="222" y="0"/>
                    </a:lnTo>
                    <a:lnTo>
                      <a:pt x="198" y="12"/>
                    </a:lnTo>
                    <a:lnTo>
                      <a:pt x="42" y="12"/>
                    </a:lnTo>
                    <a:lnTo>
                      <a:pt x="36" y="18"/>
                    </a:lnTo>
                    <a:lnTo>
                      <a:pt x="30" y="30"/>
                    </a:lnTo>
                    <a:lnTo>
                      <a:pt x="30" y="48"/>
                    </a:lnTo>
                    <a:lnTo>
                      <a:pt x="36" y="48"/>
                    </a:lnTo>
                    <a:lnTo>
                      <a:pt x="42" y="78"/>
                    </a:lnTo>
                    <a:lnTo>
                      <a:pt x="42" y="132"/>
                    </a:lnTo>
                    <a:lnTo>
                      <a:pt x="48" y="126"/>
                    </a:lnTo>
                    <a:lnTo>
                      <a:pt x="54" y="156"/>
                    </a:lnTo>
                    <a:lnTo>
                      <a:pt x="42" y="156"/>
                    </a:lnTo>
                    <a:lnTo>
                      <a:pt x="42" y="162"/>
                    </a:lnTo>
                    <a:lnTo>
                      <a:pt x="48" y="168"/>
                    </a:lnTo>
                    <a:lnTo>
                      <a:pt x="48" y="180"/>
                    </a:lnTo>
                    <a:lnTo>
                      <a:pt x="54" y="192"/>
                    </a:lnTo>
                    <a:lnTo>
                      <a:pt x="54" y="204"/>
                    </a:lnTo>
                    <a:lnTo>
                      <a:pt x="60" y="216"/>
                    </a:lnTo>
                    <a:lnTo>
                      <a:pt x="60" y="228"/>
                    </a:lnTo>
                    <a:lnTo>
                      <a:pt x="48" y="252"/>
                    </a:lnTo>
                    <a:lnTo>
                      <a:pt x="42" y="258"/>
                    </a:lnTo>
                    <a:lnTo>
                      <a:pt x="36" y="270"/>
                    </a:lnTo>
                    <a:lnTo>
                      <a:pt x="36" y="288"/>
                    </a:lnTo>
                    <a:lnTo>
                      <a:pt x="30" y="300"/>
                    </a:lnTo>
                    <a:lnTo>
                      <a:pt x="30" y="312"/>
                    </a:lnTo>
                    <a:lnTo>
                      <a:pt x="12" y="330"/>
                    </a:lnTo>
                    <a:lnTo>
                      <a:pt x="6" y="342"/>
                    </a:lnTo>
                    <a:lnTo>
                      <a:pt x="0" y="348"/>
                    </a:lnTo>
                    <a:lnTo>
                      <a:pt x="0" y="372"/>
                    </a:lnTo>
                    <a:lnTo>
                      <a:pt x="6" y="384"/>
                    </a:lnTo>
                    <a:lnTo>
                      <a:pt x="12" y="402"/>
                    </a:lnTo>
                    <a:lnTo>
                      <a:pt x="12" y="414"/>
                    </a:lnTo>
                    <a:lnTo>
                      <a:pt x="18" y="426"/>
                    </a:lnTo>
                    <a:lnTo>
                      <a:pt x="24" y="432"/>
                    </a:lnTo>
                    <a:lnTo>
                      <a:pt x="24" y="438"/>
                    </a:lnTo>
                    <a:lnTo>
                      <a:pt x="48" y="444"/>
                    </a:lnTo>
                    <a:lnTo>
                      <a:pt x="48" y="498"/>
                    </a:lnTo>
                    <a:lnTo>
                      <a:pt x="72" y="498"/>
                    </a:lnTo>
                    <a:lnTo>
                      <a:pt x="78" y="504"/>
                    </a:lnTo>
                    <a:lnTo>
                      <a:pt x="78" y="510"/>
                    </a:lnTo>
                    <a:lnTo>
                      <a:pt x="84" y="516"/>
                    </a:lnTo>
                    <a:lnTo>
                      <a:pt x="96" y="516"/>
                    </a:lnTo>
                    <a:lnTo>
                      <a:pt x="108" y="510"/>
                    </a:lnTo>
                    <a:lnTo>
                      <a:pt x="114" y="504"/>
                    </a:lnTo>
                    <a:lnTo>
                      <a:pt x="132" y="492"/>
                    </a:lnTo>
                    <a:lnTo>
                      <a:pt x="138" y="486"/>
                    </a:lnTo>
                    <a:lnTo>
                      <a:pt x="150" y="480"/>
                    </a:lnTo>
                    <a:lnTo>
                      <a:pt x="180" y="480"/>
                    </a:lnTo>
                    <a:lnTo>
                      <a:pt x="186" y="474"/>
                    </a:lnTo>
                    <a:lnTo>
                      <a:pt x="198" y="468"/>
                    </a:lnTo>
                    <a:lnTo>
                      <a:pt x="216" y="450"/>
                    </a:lnTo>
                    <a:lnTo>
                      <a:pt x="228" y="450"/>
                    </a:lnTo>
                    <a:lnTo>
                      <a:pt x="234" y="444"/>
                    </a:lnTo>
                    <a:lnTo>
                      <a:pt x="240" y="444"/>
                    </a:lnTo>
                    <a:lnTo>
                      <a:pt x="258" y="426"/>
                    </a:lnTo>
                    <a:lnTo>
                      <a:pt x="270" y="426"/>
                    </a:lnTo>
                    <a:lnTo>
                      <a:pt x="276" y="432"/>
                    </a:lnTo>
                    <a:lnTo>
                      <a:pt x="294" y="432"/>
                    </a:lnTo>
                    <a:lnTo>
                      <a:pt x="306" y="426"/>
                    </a:lnTo>
                    <a:lnTo>
                      <a:pt x="324" y="408"/>
                    </a:lnTo>
                    <a:lnTo>
                      <a:pt x="294" y="384"/>
                    </a:lnTo>
                    <a:lnTo>
                      <a:pt x="282" y="342"/>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23" name="The Gambia" descr="© INSCALE GmbH, 05.05.2010&#10;http://www.presentationload.com/">
                <a:extLst>
                  <a:ext uri="{FF2B5EF4-FFF2-40B4-BE49-F238E27FC236}">
                    <a16:creationId xmlns:a16="http://schemas.microsoft.com/office/drawing/2014/main" id="{C31B10B6-BB1D-A992-AB93-57099BAFBC27}"/>
                  </a:ext>
                </a:extLst>
              </p:cNvPr>
              <p:cNvSpPr>
                <a:spLocks/>
              </p:cNvSpPr>
              <p:nvPr/>
            </p:nvSpPr>
            <p:spPr bwMode="gray">
              <a:xfrm>
                <a:off x="2355" y="2287"/>
                <a:ext cx="55" cy="13"/>
              </a:xfrm>
              <a:custGeom>
                <a:avLst/>
                <a:gdLst>
                  <a:gd name="T0" fmla="*/ 2147483647 w 216"/>
                  <a:gd name="T1" fmla="*/ 2147483647 h 54"/>
                  <a:gd name="T2" fmla="*/ 2147483647 w 216"/>
                  <a:gd name="T3" fmla="*/ 2147483647 h 54"/>
                  <a:gd name="T4" fmla="*/ 2147483647 w 216"/>
                  <a:gd name="T5" fmla="*/ 2147483647 h 54"/>
                  <a:gd name="T6" fmla="*/ 2147483647 w 216"/>
                  <a:gd name="T7" fmla="*/ 2147483647 h 54"/>
                  <a:gd name="T8" fmla="*/ 0 w 216"/>
                  <a:gd name="T9" fmla="*/ 2147483647 h 54"/>
                  <a:gd name="T10" fmla="*/ 0 w 216"/>
                  <a:gd name="T11" fmla="*/ 2147483647 h 54"/>
                  <a:gd name="T12" fmla="*/ 2147483647 w 216"/>
                  <a:gd name="T13" fmla="*/ 2147483647 h 54"/>
                  <a:gd name="T14" fmla="*/ 2147483647 w 216"/>
                  <a:gd name="T15" fmla="*/ 2147483647 h 54"/>
                  <a:gd name="T16" fmla="*/ 2147483647 w 216"/>
                  <a:gd name="T17" fmla="*/ 2147483647 h 54"/>
                  <a:gd name="T18" fmla="*/ 2147483647 w 216"/>
                  <a:gd name="T19" fmla="*/ 2147483647 h 54"/>
                  <a:gd name="T20" fmla="*/ 2147483647 w 216"/>
                  <a:gd name="T21" fmla="*/ 2147483647 h 54"/>
                  <a:gd name="T22" fmla="*/ 2147483647 w 216"/>
                  <a:gd name="T23" fmla="*/ 2147483647 h 54"/>
                  <a:gd name="T24" fmla="*/ 2147483647 w 216"/>
                  <a:gd name="T25" fmla="*/ 2147483647 h 54"/>
                  <a:gd name="T26" fmla="*/ 2147483647 w 216"/>
                  <a:gd name="T27" fmla="*/ 2147483647 h 54"/>
                  <a:gd name="T28" fmla="*/ 2147483647 w 216"/>
                  <a:gd name="T29" fmla="*/ 2147483647 h 54"/>
                  <a:gd name="T30" fmla="*/ 2147483647 w 216"/>
                  <a:gd name="T31" fmla="*/ 2147483647 h 54"/>
                  <a:gd name="T32" fmla="*/ 2147483647 w 216"/>
                  <a:gd name="T33" fmla="*/ 2147483647 h 54"/>
                  <a:gd name="T34" fmla="*/ 2147483647 w 216"/>
                  <a:gd name="T35" fmla="*/ 2147483647 h 54"/>
                  <a:gd name="T36" fmla="*/ 2147483647 w 216"/>
                  <a:gd name="T37" fmla="*/ 2147483647 h 54"/>
                  <a:gd name="T38" fmla="*/ 2147483647 w 216"/>
                  <a:gd name="T39" fmla="*/ 2147483647 h 54"/>
                  <a:gd name="T40" fmla="*/ 2147483647 w 216"/>
                  <a:gd name="T41" fmla="*/ 2147483647 h 54"/>
                  <a:gd name="T42" fmla="*/ 2147483647 w 216"/>
                  <a:gd name="T43" fmla="*/ 2147483647 h 54"/>
                  <a:gd name="T44" fmla="*/ 2147483647 w 216"/>
                  <a:gd name="T45" fmla="*/ 2147483647 h 54"/>
                  <a:gd name="T46" fmla="*/ 2147483647 w 216"/>
                  <a:gd name="T47" fmla="*/ 2147483647 h 54"/>
                  <a:gd name="T48" fmla="*/ 2147483647 w 216"/>
                  <a:gd name="T49" fmla="*/ 2147483647 h 54"/>
                  <a:gd name="T50" fmla="*/ 2147483647 w 216"/>
                  <a:gd name="T51" fmla="*/ 2147483647 h 54"/>
                  <a:gd name="T52" fmla="*/ 2147483647 w 216"/>
                  <a:gd name="T53" fmla="*/ 2147483647 h 54"/>
                  <a:gd name="T54" fmla="*/ 2147483647 w 216"/>
                  <a:gd name="T55" fmla="*/ 2147483647 h 54"/>
                  <a:gd name="T56" fmla="*/ 2147483647 w 216"/>
                  <a:gd name="T57" fmla="*/ 2147483647 h 54"/>
                  <a:gd name="T58" fmla="*/ 2147483647 w 216"/>
                  <a:gd name="T59" fmla="*/ 0 h 54"/>
                  <a:gd name="T60" fmla="*/ 2147483647 w 216"/>
                  <a:gd name="T61" fmla="*/ 0 h 54"/>
                  <a:gd name="T62" fmla="*/ 2147483647 w 216"/>
                  <a:gd name="T63" fmla="*/ 2147483647 h 54"/>
                  <a:gd name="T64" fmla="*/ 2147483647 w 216"/>
                  <a:gd name="T65" fmla="*/ 2147483647 h 54"/>
                  <a:gd name="T66" fmla="*/ 2147483647 w 216"/>
                  <a:gd name="T67" fmla="*/ 2147483647 h 5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16"/>
                  <a:gd name="T103" fmla="*/ 0 h 54"/>
                  <a:gd name="T104" fmla="*/ 216 w 216"/>
                  <a:gd name="T105" fmla="*/ 54 h 5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16" h="54">
                    <a:moveTo>
                      <a:pt x="18" y="18"/>
                    </a:moveTo>
                    <a:lnTo>
                      <a:pt x="12" y="24"/>
                    </a:lnTo>
                    <a:lnTo>
                      <a:pt x="6" y="36"/>
                    </a:lnTo>
                    <a:lnTo>
                      <a:pt x="6" y="42"/>
                    </a:lnTo>
                    <a:lnTo>
                      <a:pt x="0" y="48"/>
                    </a:lnTo>
                    <a:lnTo>
                      <a:pt x="0" y="54"/>
                    </a:lnTo>
                    <a:lnTo>
                      <a:pt x="72" y="54"/>
                    </a:lnTo>
                    <a:lnTo>
                      <a:pt x="72" y="42"/>
                    </a:lnTo>
                    <a:lnTo>
                      <a:pt x="84" y="42"/>
                    </a:lnTo>
                    <a:lnTo>
                      <a:pt x="90" y="36"/>
                    </a:lnTo>
                    <a:lnTo>
                      <a:pt x="114" y="36"/>
                    </a:lnTo>
                    <a:lnTo>
                      <a:pt x="120" y="24"/>
                    </a:lnTo>
                    <a:lnTo>
                      <a:pt x="126" y="18"/>
                    </a:lnTo>
                    <a:lnTo>
                      <a:pt x="132" y="24"/>
                    </a:lnTo>
                    <a:lnTo>
                      <a:pt x="144" y="30"/>
                    </a:lnTo>
                    <a:lnTo>
                      <a:pt x="150" y="42"/>
                    </a:lnTo>
                    <a:lnTo>
                      <a:pt x="168" y="48"/>
                    </a:lnTo>
                    <a:lnTo>
                      <a:pt x="192" y="48"/>
                    </a:lnTo>
                    <a:lnTo>
                      <a:pt x="198" y="42"/>
                    </a:lnTo>
                    <a:lnTo>
                      <a:pt x="210" y="36"/>
                    </a:lnTo>
                    <a:lnTo>
                      <a:pt x="216" y="30"/>
                    </a:lnTo>
                    <a:lnTo>
                      <a:pt x="216" y="24"/>
                    </a:lnTo>
                    <a:lnTo>
                      <a:pt x="210" y="18"/>
                    </a:lnTo>
                    <a:lnTo>
                      <a:pt x="186" y="18"/>
                    </a:lnTo>
                    <a:lnTo>
                      <a:pt x="180" y="24"/>
                    </a:lnTo>
                    <a:lnTo>
                      <a:pt x="168" y="24"/>
                    </a:lnTo>
                    <a:lnTo>
                      <a:pt x="162" y="12"/>
                    </a:lnTo>
                    <a:lnTo>
                      <a:pt x="156" y="6"/>
                    </a:lnTo>
                    <a:lnTo>
                      <a:pt x="144" y="12"/>
                    </a:lnTo>
                    <a:lnTo>
                      <a:pt x="144" y="0"/>
                    </a:lnTo>
                    <a:lnTo>
                      <a:pt x="90" y="0"/>
                    </a:lnTo>
                    <a:lnTo>
                      <a:pt x="90" y="12"/>
                    </a:lnTo>
                    <a:lnTo>
                      <a:pt x="18" y="12"/>
                    </a:lnTo>
                    <a:lnTo>
                      <a:pt x="18" y="18"/>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24" name="Gabon" descr="© INSCALE GmbH, 05.05.2010&#10;http://www.presentationload.com/">
                <a:extLst>
                  <a:ext uri="{FF2B5EF4-FFF2-40B4-BE49-F238E27FC236}">
                    <a16:creationId xmlns:a16="http://schemas.microsoft.com/office/drawing/2014/main" id="{41724BD7-0918-F305-E027-52D7BA75AD5E}"/>
                  </a:ext>
                </a:extLst>
              </p:cNvPr>
              <p:cNvSpPr>
                <a:spLocks/>
              </p:cNvSpPr>
              <p:nvPr/>
            </p:nvSpPr>
            <p:spPr bwMode="gray">
              <a:xfrm>
                <a:off x="2811" y="2519"/>
                <a:ext cx="106" cy="130"/>
              </a:xfrm>
              <a:custGeom>
                <a:avLst/>
                <a:gdLst>
                  <a:gd name="T0" fmla="*/ 2147483647 w 420"/>
                  <a:gd name="T1" fmla="*/ 2147483647 h 510"/>
                  <a:gd name="T2" fmla="*/ 2147483647 w 420"/>
                  <a:gd name="T3" fmla="*/ 2147483647 h 510"/>
                  <a:gd name="T4" fmla="*/ 2147483647 w 420"/>
                  <a:gd name="T5" fmla="*/ 2147483647 h 510"/>
                  <a:gd name="T6" fmla="*/ 2147483647 w 420"/>
                  <a:gd name="T7" fmla="*/ 2147483647 h 510"/>
                  <a:gd name="T8" fmla="*/ 2147483647 w 420"/>
                  <a:gd name="T9" fmla="*/ 2147483647 h 510"/>
                  <a:gd name="T10" fmla="*/ 2147483647 w 420"/>
                  <a:gd name="T11" fmla="*/ 2147483647 h 510"/>
                  <a:gd name="T12" fmla="*/ 2147483647 w 420"/>
                  <a:gd name="T13" fmla="*/ 2147483647 h 510"/>
                  <a:gd name="T14" fmla="*/ 2147483647 w 420"/>
                  <a:gd name="T15" fmla="*/ 2147483647 h 510"/>
                  <a:gd name="T16" fmla="*/ 2147483647 w 420"/>
                  <a:gd name="T17" fmla="*/ 2147483647 h 510"/>
                  <a:gd name="T18" fmla="*/ 2147483647 w 420"/>
                  <a:gd name="T19" fmla="*/ 2147483647 h 510"/>
                  <a:gd name="T20" fmla="*/ 2147483647 w 420"/>
                  <a:gd name="T21" fmla="*/ 2147483647 h 510"/>
                  <a:gd name="T22" fmla="*/ 2147483647 w 420"/>
                  <a:gd name="T23" fmla="*/ 2147483647 h 510"/>
                  <a:gd name="T24" fmla="*/ 2147483647 w 420"/>
                  <a:gd name="T25" fmla="*/ 2147483647 h 510"/>
                  <a:gd name="T26" fmla="*/ 2147483647 w 420"/>
                  <a:gd name="T27" fmla="*/ 2147483647 h 510"/>
                  <a:gd name="T28" fmla="*/ 2147483647 w 420"/>
                  <a:gd name="T29" fmla="*/ 2147483647 h 510"/>
                  <a:gd name="T30" fmla="*/ 2147483647 w 420"/>
                  <a:gd name="T31" fmla="*/ 2147483647 h 510"/>
                  <a:gd name="T32" fmla="*/ 2147483647 w 420"/>
                  <a:gd name="T33" fmla="*/ 2147483647 h 510"/>
                  <a:gd name="T34" fmla="*/ 2147483647 w 420"/>
                  <a:gd name="T35" fmla="*/ 2147483647 h 510"/>
                  <a:gd name="T36" fmla="*/ 2147483647 w 420"/>
                  <a:gd name="T37" fmla="*/ 2147483647 h 510"/>
                  <a:gd name="T38" fmla="*/ 2147483647 w 420"/>
                  <a:gd name="T39" fmla="*/ 2147483647 h 510"/>
                  <a:gd name="T40" fmla="*/ 2147483647 w 420"/>
                  <a:gd name="T41" fmla="*/ 2147483647 h 510"/>
                  <a:gd name="T42" fmla="*/ 2147483647 w 420"/>
                  <a:gd name="T43" fmla="*/ 2147483647 h 510"/>
                  <a:gd name="T44" fmla="*/ 2147483647 w 420"/>
                  <a:gd name="T45" fmla="*/ 2147483647 h 510"/>
                  <a:gd name="T46" fmla="*/ 2147483647 w 420"/>
                  <a:gd name="T47" fmla="*/ 2147483647 h 510"/>
                  <a:gd name="T48" fmla="*/ 2147483647 w 420"/>
                  <a:gd name="T49" fmla="*/ 2147483647 h 510"/>
                  <a:gd name="T50" fmla="*/ 2147483647 w 420"/>
                  <a:gd name="T51" fmla="*/ 2147483647 h 510"/>
                  <a:gd name="T52" fmla="*/ 2147483647 w 420"/>
                  <a:gd name="T53" fmla="*/ 2147483647 h 510"/>
                  <a:gd name="T54" fmla="*/ 2147483647 w 420"/>
                  <a:gd name="T55" fmla="*/ 2147483647 h 510"/>
                  <a:gd name="T56" fmla="*/ 2147483647 w 420"/>
                  <a:gd name="T57" fmla="*/ 2147483647 h 510"/>
                  <a:gd name="T58" fmla="*/ 2147483647 w 420"/>
                  <a:gd name="T59" fmla="*/ 2147483647 h 510"/>
                  <a:gd name="T60" fmla="*/ 2147483647 w 420"/>
                  <a:gd name="T61" fmla="*/ 2147483647 h 510"/>
                  <a:gd name="T62" fmla="*/ 2147483647 w 420"/>
                  <a:gd name="T63" fmla="*/ 2147483647 h 510"/>
                  <a:gd name="T64" fmla="*/ 2147483647 w 420"/>
                  <a:gd name="T65" fmla="*/ 2147483647 h 510"/>
                  <a:gd name="T66" fmla="*/ 2147483647 w 420"/>
                  <a:gd name="T67" fmla="*/ 2147483647 h 510"/>
                  <a:gd name="T68" fmla="*/ 2147483647 w 420"/>
                  <a:gd name="T69" fmla="*/ 2147483647 h 510"/>
                  <a:gd name="T70" fmla="*/ 2147483647 w 420"/>
                  <a:gd name="T71" fmla="*/ 2147483647 h 510"/>
                  <a:gd name="T72" fmla="*/ 2147483647 w 420"/>
                  <a:gd name="T73" fmla="*/ 2147483647 h 510"/>
                  <a:gd name="T74" fmla="*/ 2147483647 w 420"/>
                  <a:gd name="T75" fmla="*/ 2147483647 h 510"/>
                  <a:gd name="T76" fmla="*/ 2147483647 w 420"/>
                  <a:gd name="T77" fmla="*/ 2147483647 h 510"/>
                  <a:gd name="T78" fmla="*/ 2147483647 w 420"/>
                  <a:gd name="T79" fmla="*/ 2147483647 h 510"/>
                  <a:gd name="T80" fmla="*/ 2147483647 w 420"/>
                  <a:gd name="T81" fmla="*/ 2147483647 h 510"/>
                  <a:gd name="T82" fmla="*/ 2147483647 w 420"/>
                  <a:gd name="T83" fmla="*/ 2147483647 h 510"/>
                  <a:gd name="T84" fmla="*/ 2147483647 w 420"/>
                  <a:gd name="T85" fmla="*/ 2147483647 h 510"/>
                  <a:gd name="T86" fmla="*/ 2147483647 w 420"/>
                  <a:gd name="T87" fmla="*/ 2147483647 h 510"/>
                  <a:gd name="T88" fmla="*/ 2147483647 w 420"/>
                  <a:gd name="T89" fmla="*/ 2147483647 h 510"/>
                  <a:gd name="T90" fmla="*/ 2147483647 w 420"/>
                  <a:gd name="T91" fmla="*/ 2147483647 h 510"/>
                  <a:gd name="T92" fmla="*/ 2147483647 w 420"/>
                  <a:gd name="T93" fmla="*/ 2147483647 h 510"/>
                  <a:gd name="T94" fmla="*/ 2147483647 w 420"/>
                  <a:gd name="T95" fmla="*/ 2147483647 h 510"/>
                  <a:gd name="T96" fmla="*/ 2147483647 w 420"/>
                  <a:gd name="T97" fmla="*/ 2147483647 h 510"/>
                  <a:gd name="T98" fmla="*/ 2147483647 w 420"/>
                  <a:gd name="T99" fmla="*/ 2147483647 h 510"/>
                  <a:gd name="T100" fmla="*/ 2147483647 w 420"/>
                  <a:gd name="T101" fmla="*/ 2147483647 h 510"/>
                  <a:gd name="T102" fmla="*/ 2147483647 w 420"/>
                  <a:gd name="T103" fmla="*/ 2147483647 h 510"/>
                  <a:gd name="T104" fmla="*/ 2147483647 w 420"/>
                  <a:gd name="T105" fmla="*/ 2147483647 h 510"/>
                  <a:gd name="T106" fmla="*/ 2147483647 w 420"/>
                  <a:gd name="T107" fmla="*/ 2147483647 h 510"/>
                  <a:gd name="T108" fmla="*/ 2147483647 w 420"/>
                  <a:gd name="T109" fmla="*/ 2147483647 h 510"/>
                  <a:gd name="T110" fmla="*/ 2147483647 w 420"/>
                  <a:gd name="T111" fmla="*/ 2147483647 h 51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420"/>
                  <a:gd name="T169" fmla="*/ 0 h 510"/>
                  <a:gd name="T170" fmla="*/ 420 w 420"/>
                  <a:gd name="T171" fmla="*/ 510 h 510"/>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420" h="510">
                    <a:moveTo>
                      <a:pt x="420" y="240"/>
                    </a:moveTo>
                    <a:lnTo>
                      <a:pt x="414" y="234"/>
                    </a:lnTo>
                    <a:lnTo>
                      <a:pt x="396" y="234"/>
                    </a:lnTo>
                    <a:lnTo>
                      <a:pt x="390" y="216"/>
                    </a:lnTo>
                    <a:lnTo>
                      <a:pt x="372" y="210"/>
                    </a:lnTo>
                    <a:lnTo>
                      <a:pt x="372" y="174"/>
                    </a:lnTo>
                    <a:lnTo>
                      <a:pt x="384" y="150"/>
                    </a:lnTo>
                    <a:lnTo>
                      <a:pt x="396" y="150"/>
                    </a:lnTo>
                    <a:lnTo>
                      <a:pt x="402" y="144"/>
                    </a:lnTo>
                    <a:lnTo>
                      <a:pt x="408" y="132"/>
                    </a:lnTo>
                    <a:lnTo>
                      <a:pt x="414" y="126"/>
                    </a:lnTo>
                    <a:lnTo>
                      <a:pt x="414" y="114"/>
                    </a:lnTo>
                    <a:lnTo>
                      <a:pt x="402" y="108"/>
                    </a:lnTo>
                    <a:lnTo>
                      <a:pt x="402" y="90"/>
                    </a:lnTo>
                    <a:lnTo>
                      <a:pt x="396" y="84"/>
                    </a:lnTo>
                    <a:lnTo>
                      <a:pt x="396" y="78"/>
                    </a:lnTo>
                    <a:lnTo>
                      <a:pt x="384" y="78"/>
                    </a:lnTo>
                    <a:lnTo>
                      <a:pt x="378" y="72"/>
                    </a:lnTo>
                    <a:lnTo>
                      <a:pt x="360" y="72"/>
                    </a:lnTo>
                    <a:lnTo>
                      <a:pt x="360" y="90"/>
                    </a:lnTo>
                    <a:lnTo>
                      <a:pt x="354" y="96"/>
                    </a:lnTo>
                    <a:lnTo>
                      <a:pt x="330" y="96"/>
                    </a:lnTo>
                    <a:lnTo>
                      <a:pt x="324" y="90"/>
                    </a:lnTo>
                    <a:lnTo>
                      <a:pt x="318" y="54"/>
                    </a:lnTo>
                    <a:lnTo>
                      <a:pt x="336" y="24"/>
                    </a:lnTo>
                    <a:lnTo>
                      <a:pt x="336" y="6"/>
                    </a:lnTo>
                    <a:lnTo>
                      <a:pt x="288" y="12"/>
                    </a:lnTo>
                    <a:lnTo>
                      <a:pt x="282" y="12"/>
                    </a:lnTo>
                    <a:lnTo>
                      <a:pt x="270" y="6"/>
                    </a:lnTo>
                    <a:lnTo>
                      <a:pt x="264" y="6"/>
                    </a:lnTo>
                    <a:lnTo>
                      <a:pt x="252" y="18"/>
                    </a:lnTo>
                    <a:lnTo>
                      <a:pt x="222" y="18"/>
                    </a:lnTo>
                    <a:lnTo>
                      <a:pt x="210" y="0"/>
                    </a:lnTo>
                    <a:lnTo>
                      <a:pt x="192" y="18"/>
                    </a:lnTo>
                    <a:lnTo>
                      <a:pt x="186" y="54"/>
                    </a:lnTo>
                    <a:lnTo>
                      <a:pt x="192" y="60"/>
                    </a:lnTo>
                    <a:lnTo>
                      <a:pt x="192" y="90"/>
                    </a:lnTo>
                    <a:lnTo>
                      <a:pt x="186" y="108"/>
                    </a:lnTo>
                    <a:lnTo>
                      <a:pt x="186" y="114"/>
                    </a:lnTo>
                    <a:lnTo>
                      <a:pt x="84" y="114"/>
                    </a:lnTo>
                    <a:lnTo>
                      <a:pt x="84" y="108"/>
                    </a:lnTo>
                    <a:lnTo>
                      <a:pt x="72" y="108"/>
                    </a:lnTo>
                    <a:lnTo>
                      <a:pt x="60" y="120"/>
                    </a:lnTo>
                    <a:lnTo>
                      <a:pt x="60" y="126"/>
                    </a:lnTo>
                    <a:lnTo>
                      <a:pt x="66" y="132"/>
                    </a:lnTo>
                    <a:lnTo>
                      <a:pt x="66" y="144"/>
                    </a:lnTo>
                    <a:lnTo>
                      <a:pt x="72" y="150"/>
                    </a:lnTo>
                    <a:lnTo>
                      <a:pt x="72" y="162"/>
                    </a:lnTo>
                    <a:lnTo>
                      <a:pt x="48" y="162"/>
                    </a:lnTo>
                    <a:lnTo>
                      <a:pt x="48" y="210"/>
                    </a:lnTo>
                    <a:lnTo>
                      <a:pt x="42" y="228"/>
                    </a:lnTo>
                    <a:lnTo>
                      <a:pt x="36" y="240"/>
                    </a:lnTo>
                    <a:lnTo>
                      <a:pt x="30" y="246"/>
                    </a:lnTo>
                    <a:lnTo>
                      <a:pt x="18" y="252"/>
                    </a:lnTo>
                    <a:lnTo>
                      <a:pt x="0" y="252"/>
                    </a:lnTo>
                    <a:lnTo>
                      <a:pt x="30" y="306"/>
                    </a:lnTo>
                    <a:lnTo>
                      <a:pt x="42" y="294"/>
                    </a:lnTo>
                    <a:lnTo>
                      <a:pt x="54" y="312"/>
                    </a:lnTo>
                    <a:lnTo>
                      <a:pt x="48" y="318"/>
                    </a:lnTo>
                    <a:lnTo>
                      <a:pt x="48" y="330"/>
                    </a:lnTo>
                    <a:lnTo>
                      <a:pt x="42" y="336"/>
                    </a:lnTo>
                    <a:lnTo>
                      <a:pt x="42" y="342"/>
                    </a:lnTo>
                    <a:lnTo>
                      <a:pt x="48" y="348"/>
                    </a:lnTo>
                    <a:lnTo>
                      <a:pt x="66" y="348"/>
                    </a:lnTo>
                    <a:lnTo>
                      <a:pt x="72" y="390"/>
                    </a:lnTo>
                    <a:lnTo>
                      <a:pt x="102" y="396"/>
                    </a:lnTo>
                    <a:lnTo>
                      <a:pt x="96" y="408"/>
                    </a:lnTo>
                    <a:lnTo>
                      <a:pt x="144" y="462"/>
                    </a:lnTo>
                    <a:lnTo>
                      <a:pt x="138" y="468"/>
                    </a:lnTo>
                    <a:lnTo>
                      <a:pt x="174" y="510"/>
                    </a:lnTo>
                    <a:lnTo>
                      <a:pt x="180" y="492"/>
                    </a:lnTo>
                    <a:lnTo>
                      <a:pt x="204" y="480"/>
                    </a:lnTo>
                    <a:lnTo>
                      <a:pt x="222" y="498"/>
                    </a:lnTo>
                    <a:lnTo>
                      <a:pt x="228" y="492"/>
                    </a:lnTo>
                    <a:lnTo>
                      <a:pt x="228" y="456"/>
                    </a:lnTo>
                    <a:lnTo>
                      <a:pt x="210" y="444"/>
                    </a:lnTo>
                    <a:lnTo>
                      <a:pt x="228" y="432"/>
                    </a:lnTo>
                    <a:lnTo>
                      <a:pt x="198" y="414"/>
                    </a:lnTo>
                    <a:lnTo>
                      <a:pt x="210" y="414"/>
                    </a:lnTo>
                    <a:lnTo>
                      <a:pt x="210" y="402"/>
                    </a:lnTo>
                    <a:lnTo>
                      <a:pt x="204" y="396"/>
                    </a:lnTo>
                    <a:lnTo>
                      <a:pt x="204" y="378"/>
                    </a:lnTo>
                    <a:lnTo>
                      <a:pt x="210" y="378"/>
                    </a:lnTo>
                    <a:lnTo>
                      <a:pt x="216" y="384"/>
                    </a:lnTo>
                    <a:lnTo>
                      <a:pt x="228" y="384"/>
                    </a:lnTo>
                    <a:lnTo>
                      <a:pt x="240" y="390"/>
                    </a:lnTo>
                    <a:lnTo>
                      <a:pt x="258" y="390"/>
                    </a:lnTo>
                    <a:lnTo>
                      <a:pt x="264" y="384"/>
                    </a:lnTo>
                    <a:lnTo>
                      <a:pt x="270" y="372"/>
                    </a:lnTo>
                    <a:lnTo>
                      <a:pt x="282" y="366"/>
                    </a:lnTo>
                    <a:lnTo>
                      <a:pt x="264" y="348"/>
                    </a:lnTo>
                    <a:lnTo>
                      <a:pt x="264" y="342"/>
                    </a:lnTo>
                    <a:lnTo>
                      <a:pt x="294" y="342"/>
                    </a:lnTo>
                    <a:lnTo>
                      <a:pt x="312" y="384"/>
                    </a:lnTo>
                    <a:lnTo>
                      <a:pt x="342" y="384"/>
                    </a:lnTo>
                    <a:lnTo>
                      <a:pt x="348" y="378"/>
                    </a:lnTo>
                    <a:lnTo>
                      <a:pt x="354" y="366"/>
                    </a:lnTo>
                    <a:lnTo>
                      <a:pt x="360" y="360"/>
                    </a:lnTo>
                    <a:lnTo>
                      <a:pt x="366" y="360"/>
                    </a:lnTo>
                    <a:lnTo>
                      <a:pt x="366" y="390"/>
                    </a:lnTo>
                    <a:lnTo>
                      <a:pt x="372" y="396"/>
                    </a:lnTo>
                    <a:lnTo>
                      <a:pt x="384" y="396"/>
                    </a:lnTo>
                    <a:lnTo>
                      <a:pt x="390" y="390"/>
                    </a:lnTo>
                    <a:lnTo>
                      <a:pt x="396" y="378"/>
                    </a:lnTo>
                    <a:lnTo>
                      <a:pt x="396" y="354"/>
                    </a:lnTo>
                    <a:lnTo>
                      <a:pt x="408" y="348"/>
                    </a:lnTo>
                    <a:lnTo>
                      <a:pt x="414" y="342"/>
                    </a:lnTo>
                    <a:lnTo>
                      <a:pt x="408" y="318"/>
                    </a:lnTo>
                    <a:lnTo>
                      <a:pt x="414" y="306"/>
                    </a:lnTo>
                    <a:lnTo>
                      <a:pt x="414" y="258"/>
                    </a:lnTo>
                    <a:lnTo>
                      <a:pt x="420" y="252"/>
                    </a:lnTo>
                    <a:lnTo>
                      <a:pt x="420" y="240"/>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25" name="Ethiopia" descr="© INSCALE GmbH, 05.05.2010&#10;http://www.presentationload.com/">
                <a:extLst>
                  <a:ext uri="{FF2B5EF4-FFF2-40B4-BE49-F238E27FC236}">
                    <a16:creationId xmlns:a16="http://schemas.microsoft.com/office/drawing/2014/main" id="{01406B46-F341-1567-75E4-10F0ECB6E04F}"/>
                  </a:ext>
                </a:extLst>
              </p:cNvPr>
              <p:cNvSpPr>
                <a:spLocks/>
              </p:cNvSpPr>
              <p:nvPr/>
            </p:nvSpPr>
            <p:spPr bwMode="gray">
              <a:xfrm>
                <a:off x="3250" y="2264"/>
                <a:ext cx="268" cy="234"/>
              </a:xfrm>
              <a:custGeom>
                <a:avLst/>
                <a:gdLst>
                  <a:gd name="T0" fmla="*/ 2147483647 w 1056"/>
                  <a:gd name="T1" fmla="*/ 2147483647 h 924"/>
                  <a:gd name="T2" fmla="*/ 2147483647 w 1056"/>
                  <a:gd name="T3" fmla="*/ 2147483647 h 924"/>
                  <a:gd name="T4" fmla="*/ 2147483647 w 1056"/>
                  <a:gd name="T5" fmla="*/ 2147483647 h 924"/>
                  <a:gd name="T6" fmla="*/ 2147483647 w 1056"/>
                  <a:gd name="T7" fmla="*/ 2147483647 h 924"/>
                  <a:gd name="T8" fmla="*/ 2147483647 w 1056"/>
                  <a:gd name="T9" fmla="*/ 2147483647 h 924"/>
                  <a:gd name="T10" fmla="*/ 2147483647 w 1056"/>
                  <a:gd name="T11" fmla="*/ 2147483647 h 924"/>
                  <a:gd name="T12" fmla="*/ 2147483647 w 1056"/>
                  <a:gd name="T13" fmla="*/ 2147483647 h 924"/>
                  <a:gd name="T14" fmla="*/ 2147483647 w 1056"/>
                  <a:gd name="T15" fmla="*/ 2147483647 h 924"/>
                  <a:gd name="T16" fmla="*/ 2147483647 w 1056"/>
                  <a:gd name="T17" fmla="*/ 2147483647 h 924"/>
                  <a:gd name="T18" fmla="*/ 2147483647 w 1056"/>
                  <a:gd name="T19" fmla="*/ 2147483647 h 924"/>
                  <a:gd name="T20" fmla="*/ 2147483647 w 1056"/>
                  <a:gd name="T21" fmla="*/ 2147483647 h 924"/>
                  <a:gd name="T22" fmla="*/ 2147483647 w 1056"/>
                  <a:gd name="T23" fmla="*/ 2147483647 h 924"/>
                  <a:gd name="T24" fmla="*/ 2147483647 w 1056"/>
                  <a:gd name="T25" fmla="*/ 2147483647 h 924"/>
                  <a:gd name="T26" fmla="*/ 2147483647 w 1056"/>
                  <a:gd name="T27" fmla="*/ 2147483647 h 924"/>
                  <a:gd name="T28" fmla="*/ 2147483647 w 1056"/>
                  <a:gd name="T29" fmla="*/ 2147483647 h 924"/>
                  <a:gd name="T30" fmla="*/ 2147483647 w 1056"/>
                  <a:gd name="T31" fmla="*/ 2147483647 h 924"/>
                  <a:gd name="T32" fmla="*/ 2147483647 w 1056"/>
                  <a:gd name="T33" fmla="*/ 2147483647 h 924"/>
                  <a:gd name="T34" fmla="*/ 2147483647 w 1056"/>
                  <a:gd name="T35" fmla="*/ 2147483647 h 924"/>
                  <a:gd name="T36" fmla="*/ 2147483647 w 1056"/>
                  <a:gd name="T37" fmla="*/ 2147483647 h 924"/>
                  <a:gd name="T38" fmla="*/ 2147483647 w 1056"/>
                  <a:gd name="T39" fmla="*/ 2147483647 h 924"/>
                  <a:gd name="T40" fmla="*/ 2147483647 w 1056"/>
                  <a:gd name="T41" fmla="*/ 2147483647 h 924"/>
                  <a:gd name="T42" fmla="*/ 2147483647 w 1056"/>
                  <a:gd name="T43" fmla="*/ 2147483647 h 924"/>
                  <a:gd name="T44" fmla="*/ 2147483647 w 1056"/>
                  <a:gd name="T45" fmla="*/ 2147483647 h 924"/>
                  <a:gd name="T46" fmla="*/ 2147483647 w 1056"/>
                  <a:gd name="T47" fmla="*/ 2147483647 h 924"/>
                  <a:gd name="T48" fmla="*/ 2147483647 w 1056"/>
                  <a:gd name="T49" fmla="*/ 2147483647 h 924"/>
                  <a:gd name="T50" fmla="*/ 2147483647 w 1056"/>
                  <a:gd name="T51" fmla="*/ 2147483647 h 924"/>
                  <a:gd name="T52" fmla="*/ 2147483647 w 1056"/>
                  <a:gd name="T53" fmla="*/ 2147483647 h 924"/>
                  <a:gd name="T54" fmla="*/ 2147483647 w 1056"/>
                  <a:gd name="T55" fmla="*/ 2147483647 h 924"/>
                  <a:gd name="T56" fmla="*/ 2147483647 w 1056"/>
                  <a:gd name="T57" fmla="*/ 2147483647 h 924"/>
                  <a:gd name="T58" fmla="*/ 2147483647 w 1056"/>
                  <a:gd name="T59" fmla="*/ 2147483647 h 924"/>
                  <a:gd name="T60" fmla="*/ 2147483647 w 1056"/>
                  <a:gd name="T61" fmla="*/ 2147483647 h 924"/>
                  <a:gd name="T62" fmla="*/ 2147483647 w 1056"/>
                  <a:gd name="T63" fmla="*/ 2147483647 h 924"/>
                  <a:gd name="T64" fmla="*/ 2147483647 w 1056"/>
                  <a:gd name="T65" fmla="*/ 2147483647 h 924"/>
                  <a:gd name="T66" fmla="*/ 2147483647 w 1056"/>
                  <a:gd name="T67" fmla="*/ 2147483647 h 924"/>
                  <a:gd name="T68" fmla="*/ 2147483647 w 1056"/>
                  <a:gd name="T69" fmla="*/ 2147483647 h 924"/>
                  <a:gd name="T70" fmla="*/ 2147483647 w 1056"/>
                  <a:gd name="T71" fmla="*/ 2147483647 h 924"/>
                  <a:gd name="T72" fmla="*/ 2147483647 w 1056"/>
                  <a:gd name="T73" fmla="*/ 0 h 924"/>
                  <a:gd name="T74" fmla="*/ 2147483647 w 1056"/>
                  <a:gd name="T75" fmla="*/ 2147483647 h 924"/>
                  <a:gd name="T76" fmla="*/ 2147483647 w 1056"/>
                  <a:gd name="T77" fmla="*/ 2147483647 h 924"/>
                  <a:gd name="T78" fmla="*/ 2147483647 w 1056"/>
                  <a:gd name="T79" fmla="*/ 2147483647 h 924"/>
                  <a:gd name="T80" fmla="*/ 2147483647 w 1056"/>
                  <a:gd name="T81" fmla="*/ 2147483647 h 924"/>
                  <a:gd name="T82" fmla="*/ 2147483647 w 1056"/>
                  <a:gd name="T83" fmla="*/ 2147483647 h 924"/>
                  <a:gd name="T84" fmla="*/ 2147483647 w 1056"/>
                  <a:gd name="T85" fmla="*/ 2147483647 h 924"/>
                  <a:gd name="T86" fmla="*/ 2147483647 w 1056"/>
                  <a:gd name="T87" fmla="*/ 2147483647 h 924"/>
                  <a:gd name="T88" fmla="*/ 2147483647 w 1056"/>
                  <a:gd name="T89" fmla="*/ 2147483647 h 924"/>
                  <a:gd name="T90" fmla="*/ 2147483647 w 1056"/>
                  <a:gd name="T91" fmla="*/ 2147483647 h 924"/>
                  <a:gd name="T92" fmla="*/ 2147483647 w 1056"/>
                  <a:gd name="T93" fmla="*/ 2147483647 h 924"/>
                  <a:gd name="T94" fmla="*/ 2147483647 w 1056"/>
                  <a:gd name="T95" fmla="*/ 2147483647 h 924"/>
                  <a:gd name="T96" fmla="*/ 2147483647 w 1056"/>
                  <a:gd name="T97" fmla="*/ 2147483647 h 924"/>
                  <a:gd name="T98" fmla="*/ 2147483647 w 1056"/>
                  <a:gd name="T99" fmla="*/ 2147483647 h 924"/>
                  <a:gd name="T100" fmla="*/ 2147483647 w 1056"/>
                  <a:gd name="T101" fmla="*/ 2147483647 h 924"/>
                  <a:gd name="T102" fmla="*/ 2147483647 w 1056"/>
                  <a:gd name="T103" fmla="*/ 2147483647 h 924"/>
                  <a:gd name="T104" fmla="*/ 2147483647 w 1056"/>
                  <a:gd name="T105" fmla="*/ 2147483647 h 924"/>
                  <a:gd name="T106" fmla="*/ 2147483647 w 1056"/>
                  <a:gd name="T107" fmla="*/ 2147483647 h 924"/>
                  <a:gd name="T108" fmla="*/ 2147483647 w 1056"/>
                  <a:gd name="T109" fmla="*/ 2147483647 h 924"/>
                  <a:gd name="T110" fmla="*/ 2147483647 w 1056"/>
                  <a:gd name="T111" fmla="*/ 2147483647 h 924"/>
                  <a:gd name="T112" fmla="*/ 2147483647 w 1056"/>
                  <a:gd name="T113" fmla="*/ 2147483647 h 924"/>
                  <a:gd name="T114" fmla="*/ 2147483647 w 1056"/>
                  <a:gd name="T115" fmla="*/ 2147483647 h 924"/>
                  <a:gd name="T116" fmla="*/ 2147483647 w 1056"/>
                  <a:gd name="T117" fmla="*/ 2147483647 h 92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056"/>
                  <a:gd name="T178" fmla="*/ 0 h 924"/>
                  <a:gd name="T179" fmla="*/ 1056 w 1056"/>
                  <a:gd name="T180" fmla="*/ 924 h 92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056" h="924">
                    <a:moveTo>
                      <a:pt x="84" y="642"/>
                    </a:moveTo>
                    <a:lnTo>
                      <a:pt x="108" y="642"/>
                    </a:lnTo>
                    <a:lnTo>
                      <a:pt x="114" y="666"/>
                    </a:lnTo>
                    <a:lnTo>
                      <a:pt x="126" y="666"/>
                    </a:lnTo>
                    <a:lnTo>
                      <a:pt x="126" y="702"/>
                    </a:lnTo>
                    <a:lnTo>
                      <a:pt x="138" y="708"/>
                    </a:lnTo>
                    <a:lnTo>
                      <a:pt x="138" y="726"/>
                    </a:lnTo>
                    <a:lnTo>
                      <a:pt x="156" y="762"/>
                    </a:lnTo>
                    <a:lnTo>
                      <a:pt x="168" y="768"/>
                    </a:lnTo>
                    <a:lnTo>
                      <a:pt x="186" y="768"/>
                    </a:lnTo>
                    <a:lnTo>
                      <a:pt x="192" y="774"/>
                    </a:lnTo>
                    <a:lnTo>
                      <a:pt x="198" y="786"/>
                    </a:lnTo>
                    <a:lnTo>
                      <a:pt x="198" y="804"/>
                    </a:lnTo>
                    <a:lnTo>
                      <a:pt x="210" y="840"/>
                    </a:lnTo>
                    <a:lnTo>
                      <a:pt x="282" y="846"/>
                    </a:lnTo>
                    <a:lnTo>
                      <a:pt x="360" y="906"/>
                    </a:lnTo>
                    <a:lnTo>
                      <a:pt x="390" y="906"/>
                    </a:lnTo>
                    <a:lnTo>
                      <a:pt x="402" y="912"/>
                    </a:lnTo>
                    <a:lnTo>
                      <a:pt x="432" y="912"/>
                    </a:lnTo>
                    <a:lnTo>
                      <a:pt x="444" y="918"/>
                    </a:lnTo>
                    <a:lnTo>
                      <a:pt x="450" y="918"/>
                    </a:lnTo>
                    <a:lnTo>
                      <a:pt x="462" y="924"/>
                    </a:lnTo>
                    <a:lnTo>
                      <a:pt x="486" y="906"/>
                    </a:lnTo>
                    <a:lnTo>
                      <a:pt x="486" y="894"/>
                    </a:lnTo>
                    <a:lnTo>
                      <a:pt x="498" y="882"/>
                    </a:lnTo>
                    <a:lnTo>
                      <a:pt x="510" y="882"/>
                    </a:lnTo>
                    <a:lnTo>
                      <a:pt x="522" y="876"/>
                    </a:lnTo>
                    <a:lnTo>
                      <a:pt x="528" y="870"/>
                    </a:lnTo>
                    <a:lnTo>
                      <a:pt x="534" y="870"/>
                    </a:lnTo>
                    <a:lnTo>
                      <a:pt x="552" y="852"/>
                    </a:lnTo>
                    <a:lnTo>
                      <a:pt x="576" y="882"/>
                    </a:lnTo>
                    <a:lnTo>
                      <a:pt x="606" y="882"/>
                    </a:lnTo>
                    <a:lnTo>
                      <a:pt x="612" y="876"/>
                    </a:lnTo>
                    <a:lnTo>
                      <a:pt x="636" y="882"/>
                    </a:lnTo>
                    <a:lnTo>
                      <a:pt x="636" y="876"/>
                    </a:lnTo>
                    <a:lnTo>
                      <a:pt x="648" y="864"/>
                    </a:lnTo>
                    <a:lnTo>
                      <a:pt x="660" y="864"/>
                    </a:lnTo>
                    <a:lnTo>
                      <a:pt x="672" y="858"/>
                    </a:lnTo>
                    <a:lnTo>
                      <a:pt x="696" y="858"/>
                    </a:lnTo>
                    <a:lnTo>
                      <a:pt x="714" y="840"/>
                    </a:lnTo>
                    <a:lnTo>
                      <a:pt x="714" y="828"/>
                    </a:lnTo>
                    <a:lnTo>
                      <a:pt x="726" y="822"/>
                    </a:lnTo>
                    <a:lnTo>
                      <a:pt x="732" y="816"/>
                    </a:lnTo>
                    <a:lnTo>
                      <a:pt x="744" y="810"/>
                    </a:lnTo>
                    <a:lnTo>
                      <a:pt x="756" y="810"/>
                    </a:lnTo>
                    <a:lnTo>
                      <a:pt x="762" y="804"/>
                    </a:lnTo>
                    <a:lnTo>
                      <a:pt x="846" y="804"/>
                    </a:lnTo>
                    <a:lnTo>
                      <a:pt x="1056" y="558"/>
                    </a:lnTo>
                    <a:lnTo>
                      <a:pt x="984" y="564"/>
                    </a:lnTo>
                    <a:lnTo>
                      <a:pt x="948" y="546"/>
                    </a:lnTo>
                    <a:lnTo>
                      <a:pt x="936" y="534"/>
                    </a:lnTo>
                    <a:lnTo>
                      <a:pt x="918" y="528"/>
                    </a:lnTo>
                    <a:lnTo>
                      <a:pt x="906" y="522"/>
                    </a:lnTo>
                    <a:lnTo>
                      <a:pt x="882" y="516"/>
                    </a:lnTo>
                    <a:lnTo>
                      <a:pt x="810" y="492"/>
                    </a:lnTo>
                    <a:lnTo>
                      <a:pt x="774" y="474"/>
                    </a:lnTo>
                    <a:lnTo>
                      <a:pt x="768" y="462"/>
                    </a:lnTo>
                    <a:lnTo>
                      <a:pt x="762" y="456"/>
                    </a:lnTo>
                    <a:lnTo>
                      <a:pt x="756" y="444"/>
                    </a:lnTo>
                    <a:lnTo>
                      <a:pt x="732" y="444"/>
                    </a:lnTo>
                    <a:lnTo>
                      <a:pt x="732" y="438"/>
                    </a:lnTo>
                    <a:lnTo>
                      <a:pt x="726" y="432"/>
                    </a:lnTo>
                    <a:lnTo>
                      <a:pt x="714" y="408"/>
                    </a:lnTo>
                    <a:lnTo>
                      <a:pt x="708" y="402"/>
                    </a:lnTo>
                    <a:lnTo>
                      <a:pt x="702" y="390"/>
                    </a:lnTo>
                    <a:lnTo>
                      <a:pt x="696" y="384"/>
                    </a:lnTo>
                    <a:lnTo>
                      <a:pt x="690" y="372"/>
                    </a:lnTo>
                    <a:lnTo>
                      <a:pt x="690" y="360"/>
                    </a:lnTo>
                    <a:lnTo>
                      <a:pt x="678" y="348"/>
                    </a:lnTo>
                    <a:lnTo>
                      <a:pt x="696" y="318"/>
                    </a:lnTo>
                    <a:lnTo>
                      <a:pt x="690" y="312"/>
                    </a:lnTo>
                    <a:lnTo>
                      <a:pt x="678" y="306"/>
                    </a:lnTo>
                    <a:lnTo>
                      <a:pt x="666" y="306"/>
                    </a:lnTo>
                    <a:lnTo>
                      <a:pt x="660" y="312"/>
                    </a:lnTo>
                    <a:lnTo>
                      <a:pt x="654" y="312"/>
                    </a:lnTo>
                    <a:lnTo>
                      <a:pt x="648" y="318"/>
                    </a:lnTo>
                    <a:lnTo>
                      <a:pt x="624" y="318"/>
                    </a:lnTo>
                    <a:lnTo>
                      <a:pt x="612" y="306"/>
                    </a:lnTo>
                    <a:lnTo>
                      <a:pt x="612" y="294"/>
                    </a:lnTo>
                    <a:lnTo>
                      <a:pt x="606" y="276"/>
                    </a:lnTo>
                    <a:lnTo>
                      <a:pt x="606" y="264"/>
                    </a:lnTo>
                    <a:lnTo>
                      <a:pt x="624" y="246"/>
                    </a:lnTo>
                    <a:lnTo>
                      <a:pt x="654" y="192"/>
                    </a:lnTo>
                    <a:lnTo>
                      <a:pt x="642" y="174"/>
                    </a:lnTo>
                    <a:lnTo>
                      <a:pt x="630" y="174"/>
                    </a:lnTo>
                    <a:lnTo>
                      <a:pt x="618" y="168"/>
                    </a:lnTo>
                    <a:lnTo>
                      <a:pt x="612" y="162"/>
                    </a:lnTo>
                    <a:lnTo>
                      <a:pt x="612" y="138"/>
                    </a:lnTo>
                    <a:lnTo>
                      <a:pt x="600" y="126"/>
                    </a:lnTo>
                    <a:lnTo>
                      <a:pt x="576" y="114"/>
                    </a:lnTo>
                    <a:lnTo>
                      <a:pt x="570" y="108"/>
                    </a:lnTo>
                    <a:lnTo>
                      <a:pt x="546" y="72"/>
                    </a:lnTo>
                    <a:lnTo>
                      <a:pt x="534" y="66"/>
                    </a:lnTo>
                    <a:lnTo>
                      <a:pt x="528" y="60"/>
                    </a:lnTo>
                    <a:lnTo>
                      <a:pt x="516" y="60"/>
                    </a:lnTo>
                    <a:lnTo>
                      <a:pt x="498" y="36"/>
                    </a:lnTo>
                    <a:lnTo>
                      <a:pt x="468" y="36"/>
                    </a:lnTo>
                    <a:lnTo>
                      <a:pt x="462" y="30"/>
                    </a:lnTo>
                    <a:lnTo>
                      <a:pt x="444" y="30"/>
                    </a:lnTo>
                    <a:lnTo>
                      <a:pt x="432" y="36"/>
                    </a:lnTo>
                    <a:lnTo>
                      <a:pt x="420" y="36"/>
                    </a:lnTo>
                    <a:lnTo>
                      <a:pt x="420" y="24"/>
                    </a:lnTo>
                    <a:lnTo>
                      <a:pt x="414" y="18"/>
                    </a:lnTo>
                    <a:lnTo>
                      <a:pt x="408" y="24"/>
                    </a:lnTo>
                    <a:lnTo>
                      <a:pt x="402" y="36"/>
                    </a:lnTo>
                    <a:lnTo>
                      <a:pt x="372" y="36"/>
                    </a:lnTo>
                    <a:lnTo>
                      <a:pt x="366" y="24"/>
                    </a:lnTo>
                    <a:lnTo>
                      <a:pt x="360" y="18"/>
                    </a:lnTo>
                    <a:lnTo>
                      <a:pt x="354" y="18"/>
                    </a:lnTo>
                    <a:lnTo>
                      <a:pt x="342" y="6"/>
                    </a:lnTo>
                    <a:lnTo>
                      <a:pt x="330" y="0"/>
                    </a:lnTo>
                    <a:lnTo>
                      <a:pt x="330" y="12"/>
                    </a:lnTo>
                    <a:lnTo>
                      <a:pt x="324" y="24"/>
                    </a:lnTo>
                    <a:lnTo>
                      <a:pt x="318" y="42"/>
                    </a:lnTo>
                    <a:lnTo>
                      <a:pt x="318" y="54"/>
                    </a:lnTo>
                    <a:lnTo>
                      <a:pt x="306" y="66"/>
                    </a:lnTo>
                    <a:lnTo>
                      <a:pt x="288" y="48"/>
                    </a:lnTo>
                    <a:lnTo>
                      <a:pt x="288" y="42"/>
                    </a:lnTo>
                    <a:lnTo>
                      <a:pt x="282" y="36"/>
                    </a:lnTo>
                    <a:lnTo>
                      <a:pt x="276" y="36"/>
                    </a:lnTo>
                    <a:lnTo>
                      <a:pt x="276" y="42"/>
                    </a:lnTo>
                    <a:lnTo>
                      <a:pt x="270" y="48"/>
                    </a:lnTo>
                    <a:lnTo>
                      <a:pt x="234" y="48"/>
                    </a:lnTo>
                    <a:lnTo>
                      <a:pt x="234" y="90"/>
                    </a:lnTo>
                    <a:lnTo>
                      <a:pt x="228" y="96"/>
                    </a:lnTo>
                    <a:lnTo>
                      <a:pt x="222" y="108"/>
                    </a:lnTo>
                    <a:lnTo>
                      <a:pt x="216" y="114"/>
                    </a:lnTo>
                    <a:lnTo>
                      <a:pt x="210" y="126"/>
                    </a:lnTo>
                    <a:lnTo>
                      <a:pt x="210" y="174"/>
                    </a:lnTo>
                    <a:lnTo>
                      <a:pt x="180" y="174"/>
                    </a:lnTo>
                    <a:lnTo>
                      <a:pt x="174" y="180"/>
                    </a:lnTo>
                    <a:lnTo>
                      <a:pt x="168" y="192"/>
                    </a:lnTo>
                    <a:lnTo>
                      <a:pt x="162" y="198"/>
                    </a:lnTo>
                    <a:lnTo>
                      <a:pt x="162" y="234"/>
                    </a:lnTo>
                    <a:lnTo>
                      <a:pt x="156" y="240"/>
                    </a:lnTo>
                    <a:lnTo>
                      <a:pt x="144" y="240"/>
                    </a:lnTo>
                    <a:lnTo>
                      <a:pt x="138" y="246"/>
                    </a:lnTo>
                    <a:lnTo>
                      <a:pt x="138" y="270"/>
                    </a:lnTo>
                    <a:lnTo>
                      <a:pt x="126" y="288"/>
                    </a:lnTo>
                    <a:lnTo>
                      <a:pt x="126" y="294"/>
                    </a:lnTo>
                    <a:lnTo>
                      <a:pt x="132" y="300"/>
                    </a:lnTo>
                    <a:lnTo>
                      <a:pt x="132" y="336"/>
                    </a:lnTo>
                    <a:lnTo>
                      <a:pt x="126" y="342"/>
                    </a:lnTo>
                    <a:lnTo>
                      <a:pt x="114" y="342"/>
                    </a:lnTo>
                    <a:lnTo>
                      <a:pt x="108" y="336"/>
                    </a:lnTo>
                    <a:lnTo>
                      <a:pt x="108" y="324"/>
                    </a:lnTo>
                    <a:lnTo>
                      <a:pt x="102" y="324"/>
                    </a:lnTo>
                    <a:lnTo>
                      <a:pt x="84" y="342"/>
                    </a:lnTo>
                    <a:lnTo>
                      <a:pt x="84" y="360"/>
                    </a:lnTo>
                    <a:lnTo>
                      <a:pt x="90" y="372"/>
                    </a:lnTo>
                    <a:lnTo>
                      <a:pt x="90" y="390"/>
                    </a:lnTo>
                    <a:lnTo>
                      <a:pt x="84" y="396"/>
                    </a:lnTo>
                    <a:lnTo>
                      <a:pt x="72" y="402"/>
                    </a:lnTo>
                    <a:lnTo>
                      <a:pt x="66" y="414"/>
                    </a:lnTo>
                    <a:lnTo>
                      <a:pt x="66" y="426"/>
                    </a:lnTo>
                    <a:lnTo>
                      <a:pt x="72" y="438"/>
                    </a:lnTo>
                    <a:lnTo>
                      <a:pt x="72" y="450"/>
                    </a:lnTo>
                    <a:lnTo>
                      <a:pt x="78" y="456"/>
                    </a:lnTo>
                    <a:lnTo>
                      <a:pt x="78" y="492"/>
                    </a:lnTo>
                    <a:lnTo>
                      <a:pt x="72" y="504"/>
                    </a:lnTo>
                    <a:lnTo>
                      <a:pt x="72" y="516"/>
                    </a:lnTo>
                    <a:lnTo>
                      <a:pt x="66" y="522"/>
                    </a:lnTo>
                    <a:lnTo>
                      <a:pt x="54" y="522"/>
                    </a:lnTo>
                    <a:lnTo>
                      <a:pt x="48" y="528"/>
                    </a:lnTo>
                    <a:lnTo>
                      <a:pt x="42" y="522"/>
                    </a:lnTo>
                    <a:lnTo>
                      <a:pt x="6" y="522"/>
                    </a:lnTo>
                    <a:lnTo>
                      <a:pt x="12" y="546"/>
                    </a:lnTo>
                    <a:lnTo>
                      <a:pt x="6" y="552"/>
                    </a:lnTo>
                    <a:lnTo>
                      <a:pt x="0" y="564"/>
                    </a:lnTo>
                    <a:lnTo>
                      <a:pt x="0" y="576"/>
                    </a:lnTo>
                    <a:lnTo>
                      <a:pt x="6" y="576"/>
                    </a:lnTo>
                    <a:lnTo>
                      <a:pt x="18" y="582"/>
                    </a:lnTo>
                    <a:lnTo>
                      <a:pt x="42" y="582"/>
                    </a:lnTo>
                    <a:lnTo>
                      <a:pt x="48" y="588"/>
                    </a:lnTo>
                    <a:lnTo>
                      <a:pt x="60" y="594"/>
                    </a:lnTo>
                    <a:lnTo>
                      <a:pt x="66" y="606"/>
                    </a:lnTo>
                    <a:lnTo>
                      <a:pt x="78" y="612"/>
                    </a:lnTo>
                    <a:lnTo>
                      <a:pt x="78" y="630"/>
                    </a:lnTo>
                    <a:lnTo>
                      <a:pt x="84" y="642"/>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26" name="Eritrea" descr="© INSCALE GmbH, 05.05.2010&#10;http://www.presentationload.com/">
                <a:extLst>
                  <a:ext uri="{FF2B5EF4-FFF2-40B4-BE49-F238E27FC236}">
                    <a16:creationId xmlns:a16="http://schemas.microsoft.com/office/drawing/2014/main" id="{B0EEDAE8-1B5C-A224-659A-6998849C15CD}"/>
                  </a:ext>
                </a:extLst>
              </p:cNvPr>
              <p:cNvSpPr>
                <a:spLocks/>
              </p:cNvSpPr>
              <p:nvPr/>
            </p:nvSpPr>
            <p:spPr bwMode="gray">
              <a:xfrm>
                <a:off x="3307" y="2200"/>
                <a:ext cx="122" cy="116"/>
              </a:xfrm>
              <a:custGeom>
                <a:avLst/>
                <a:gdLst>
                  <a:gd name="T0" fmla="*/ 2147483647 w 480"/>
                  <a:gd name="T1" fmla="*/ 2147483647 h 456"/>
                  <a:gd name="T2" fmla="*/ 2147483647 w 480"/>
                  <a:gd name="T3" fmla="*/ 2147483647 h 456"/>
                  <a:gd name="T4" fmla="*/ 2147483647 w 480"/>
                  <a:gd name="T5" fmla="*/ 2147483647 h 456"/>
                  <a:gd name="T6" fmla="*/ 2147483647 w 480"/>
                  <a:gd name="T7" fmla="*/ 2147483647 h 456"/>
                  <a:gd name="T8" fmla="*/ 2147483647 w 480"/>
                  <a:gd name="T9" fmla="*/ 2147483647 h 456"/>
                  <a:gd name="T10" fmla="*/ 2147483647 w 480"/>
                  <a:gd name="T11" fmla="*/ 2147483647 h 456"/>
                  <a:gd name="T12" fmla="*/ 2147483647 w 480"/>
                  <a:gd name="T13" fmla="*/ 2147483647 h 456"/>
                  <a:gd name="T14" fmla="*/ 2147483647 w 480"/>
                  <a:gd name="T15" fmla="*/ 2147483647 h 456"/>
                  <a:gd name="T16" fmla="*/ 0 w 480"/>
                  <a:gd name="T17" fmla="*/ 2147483647 h 456"/>
                  <a:gd name="T18" fmla="*/ 2147483647 w 480"/>
                  <a:gd name="T19" fmla="*/ 2147483647 h 456"/>
                  <a:gd name="T20" fmla="*/ 2147483647 w 480"/>
                  <a:gd name="T21" fmla="*/ 2147483647 h 456"/>
                  <a:gd name="T22" fmla="*/ 2147483647 w 480"/>
                  <a:gd name="T23" fmla="*/ 2147483647 h 456"/>
                  <a:gd name="T24" fmla="*/ 2147483647 w 480"/>
                  <a:gd name="T25" fmla="*/ 2147483647 h 456"/>
                  <a:gd name="T26" fmla="*/ 2147483647 w 480"/>
                  <a:gd name="T27" fmla="*/ 2147483647 h 456"/>
                  <a:gd name="T28" fmla="*/ 2147483647 w 480"/>
                  <a:gd name="T29" fmla="*/ 2147483647 h 456"/>
                  <a:gd name="T30" fmla="*/ 2147483647 w 480"/>
                  <a:gd name="T31" fmla="*/ 2147483647 h 456"/>
                  <a:gd name="T32" fmla="*/ 2147483647 w 480"/>
                  <a:gd name="T33" fmla="*/ 2147483647 h 456"/>
                  <a:gd name="T34" fmla="*/ 2147483647 w 480"/>
                  <a:gd name="T35" fmla="*/ 2147483647 h 456"/>
                  <a:gd name="T36" fmla="*/ 2147483647 w 480"/>
                  <a:gd name="T37" fmla="*/ 2147483647 h 456"/>
                  <a:gd name="T38" fmla="*/ 2147483647 w 480"/>
                  <a:gd name="T39" fmla="*/ 2147483647 h 456"/>
                  <a:gd name="T40" fmla="*/ 2147483647 w 480"/>
                  <a:gd name="T41" fmla="*/ 2147483647 h 456"/>
                  <a:gd name="T42" fmla="*/ 2147483647 w 480"/>
                  <a:gd name="T43" fmla="*/ 2147483647 h 456"/>
                  <a:gd name="T44" fmla="*/ 2147483647 w 480"/>
                  <a:gd name="T45" fmla="*/ 2147483647 h 456"/>
                  <a:gd name="T46" fmla="*/ 2147483647 w 480"/>
                  <a:gd name="T47" fmla="*/ 2147483647 h 456"/>
                  <a:gd name="T48" fmla="*/ 2147483647 w 480"/>
                  <a:gd name="T49" fmla="*/ 2147483647 h 456"/>
                  <a:gd name="T50" fmla="*/ 2147483647 w 480"/>
                  <a:gd name="T51" fmla="*/ 2147483647 h 456"/>
                  <a:gd name="T52" fmla="*/ 2147483647 w 480"/>
                  <a:gd name="T53" fmla="*/ 2147483647 h 456"/>
                  <a:gd name="T54" fmla="*/ 2147483647 w 480"/>
                  <a:gd name="T55" fmla="*/ 2147483647 h 456"/>
                  <a:gd name="T56" fmla="*/ 2147483647 w 480"/>
                  <a:gd name="T57" fmla="*/ 2147483647 h 456"/>
                  <a:gd name="T58" fmla="*/ 2147483647 w 480"/>
                  <a:gd name="T59" fmla="*/ 2147483647 h 456"/>
                  <a:gd name="T60" fmla="*/ 2147483647 w 480"/>
                  <a:gd name="T61" fmla="*/ 2147483647 h 456"/>
                  <a:gd name="T62" fmla="*/ 2147483647 w 480"/>
                  <a:gd name="T63" fmla="*/ 2147483647 h 456"/>
                  <a:gd name="T64" fmla="*/ 2147483647 w 480"/>
                  <a:gd name="T65" fmla="*/ 2147483647 h 456"/>
                  <a:gd name="T66" fmla="*/ 2147483647 w 480"/>
                  <a:gd name="T67" fmla="*/ 2147483647 h 456"/>
                  <a:gd name="T68" fmla="*/ 2147483647 w 480"/>
                  <a:gd name="T69" fmla="*/ 2147483647 h 456"/>
                  <a:gd name="T70" fmla="*/ 2147483647 w 480"/>
                  <a:gd name="T71" fmla="*/ 2147483647 h 456"/>
                  <a:gd name="T72" fmla="*/ 2147483647 w 480"/>
                  <a:gd name="T73" fmla="*/ 2147483647 h 456"/>
                  <a:gd name="T74" fmla="*/ 2147483647 w 480"/>
                  <a:gd name="T75" fmla="*/ 2147483647 h 456"/>
                  <a:gd name="T76" fmla="*/ 2147483647 w 480"/>
                  <a:gd name="T77" fmla="*/ 2147483647 h 456"/>
                  <a:gd name="T78" fmla="*/ 2147483647 w 480"/>
                  <a:gd name="T79" fmla="*/ 2147483647 h 456"/>
                  <a:gd name="T80" fmla="*/ 2147483647 w 480"/>
                  <a:gd name="T81" fmla="*/ 2147483647 h 456"/>
                  <a:gd name="T82" fmla="*/ 2147483647 w 480"/>
                  <a:gd name="T83" fmla="*/ 2147483647 h 456"/>
                  <a:gd name="T84" fmla="*/ 2147483647 w 480"/>
                  <a:gd name="T85" fmla="*/ 2147483647 h 456"/>
                  <a:gd name="T86" fmla="*/ 2147483647 w 480"/>
                  <a:gd name="T87" fmla="*/ 2147483647 h 456"/>
                  <a:gd name="T88" fmla="*/ 2147483647 w 480"/>
                  <a:gd name="T89" fmla="*/ 2147483647 h 456"/>
                  <a:gd name="T90" fmla="*/ 2147483647 w 480"/>
                  <a:gd name="T91" fmla="*/ 2147483647 h 456"/>
                  <a:gd name="T92" fmla="*/ 2147483647 w 480"/>
                  <a:gd name="T93" fmla="*/ 2147483647 h 456"/>
                  <a:gd name="T94" fmla="*/ 2147483647 w 480"/>
                  <a:gd name="T95" fmla="*/ 2147483647 h 456"/>
                  <a:gd name="T96" fmla="*/ 2147483647 w 480"/>
                  <a:gd name="T97" fmla="*/ 0 h 456"/>
                  <a:gd name="T98" fmla="*/ 2147483647 w 480"/>
                  <a:gd name="T99" fmla="*/ 2147483647 h 456"/>
                  <a:gd name="T100" fmla="*/ 2147483647 w 480"/>
                  <a:gd name="T101" fmla="*/ 2147483647 h 456"/>
                  <a:gd name="T102" fmla="*/ 2147483647 w 480"/>
                  <a:gd name="T103" fmla="*/ 2147483647 h 45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480"/>
                  <a:gd name="T157" fmla="*/ 0 h 456"/>
                  <a:gd name="T158" fmla="*/ 480 w 480"/>
                  <a:gd name="T159" fmla="*/ 456 h 45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480" h="456">
                    <a:moveTo>
                      <a:pt x="78" y="54"/>
                    </a:moveTo>
                    <a:lnTo>
                      <a:pt x="78" y="66"/>
                    </a:lnTo>
                    <a:lnTo>
                      <a:pt x="72" y="72"/>
                    </a:lnTo>
                    <a:lnTo>
                      <a:pt x="72" y="78"/>
                    </a:lnTo>
                    <a:lnTo>
                      <a:pt x="66" y="84"/>
                    </a:lnTo>
                    <a:lnTo>
                      <a:pt x="48" y="84"/>
                    </a:lnTo>
                    <a:lnTo>
                      <a:pt x="48" y="102"/>
                    </a:lnTo>
                    <a:lnTo>
                      <a:pt x="42" y="108"/>
                    </a:lnTo>
                    <a:lnTo>
                      <a:pt x="30" y="108"/>
                    </a:lnTo>
                    <a:lnTo>
                      <a:pt x="30" y="120"/>
                    </a:lnTo>
                    <a:lnTo>
                      <a:pt x="36" y="126"/>
                    </a:lnTo>
                    <a:lnTo>
                      <a:pt x="36" y="168"/>
                    </a:lnTo>
                    <a:lnTo>
                      <a:pt x="30" y="180"/>
                    </a:lnTo>
                    <a:lnTo>
                      <a:pt x="24" y="186"/>
                    </a:lnTo>
                    <a:lnTo>
                      <a:pt x="18" y="186"/>
                    </a:lnTo>
                    <a:lnTo>
                      <a:pt x="18" y="222"/>
                    </a:lnTo>
                    <a:lnTo>
                      <a:pt x="12" y="222"/>
                    </a:lnTo>
                    <a:lnTo>
                      <a:pt x="0" y="228"/>
                    </a:lnTo>
                    <a:lnTo>
                      <a:pt x="0" y="246"/>
                    </a:lnTo>
                    <a:lnTo>
                      <a:pt x="6" y="252"/>
                    </a:lnTo>
                    <a:lnTo>
                      <a:pt x="12" y="300"/>
                    </a:lnTo>
                    <a:lnTo>
                      <a:pt x="48" y="300"/>
                    </a:lnTo>
                    <a:lnTo>
                      <a:pt x="54" y="294"/>
                    </a:lnTo>
                    <a:lnTo>
                      <a:pt x="54" y="288"/>
                    </a:lnTo>
                    <a:lnTo>
                      <a:pt x="60" y="288"/>
                    </a:lnTo>
                    <a:lnTo>
                      <a:pt x="66" y="294"/>
                    </a:lnTo>
                    <a:lnTo>
                      <a:pt x="66" y="300"/>
                    </a:lnTo>
                    <a:lnTo>
                      <a:pt x="84" y="318"/>
                    </a:lnTo>
                    <a:lnTo>
                      <a:pt x="96" y="306"/>
                    </a:lnTo>
                    <a:lnTo>
                      <a:pt x="96" y="294"/>
                    </a:lnTo>
                    <a:lnTo>
                      <a:pt x="102" y="276"/>
                    </a:lnTo>
                    <a:lnTo>
                      <a:pt x="108" y="264"/>
                    </a:lnTo>
                    <a:lnTo>
                      <a:pt x="108" y="252"/>
                    </a:lnTo>
                    <a:lnTo>
                      <a:pt x="120" y="258"/>
                    </a:lnTo>
                    <a:lnTo>
                      <a:pt x="132" y="270"/>
                    </a:lnTo>
                    <a:lnTo>
                      <a:pt x="138" y="270"/>
                    </a:lnTo>
                    <a:lnTo>
                      <a:pt x="144" y="276"/>
                    </a:lnTo>
                    <a:lnTo>
                      <a:pt x="150" y="288"/>
                    </a:lnTo>
                    <a:lnTo>
                      <a:pt x="180" y="288"/>
                    </a:lnTo>
                    <a:lnTo>
                      <a:pt x="186" y="276"/>
                    </a:lnTo>
                    <a:lnTo>
                      <a:pt x="192" y="270"/>
                    </a:lnTo>
                    <a:lnTo>
                      <a:pt x="198" y="276"/>
                    </a:lnTo>
                    <a:lnTo>
                      <a:pt x="198" y="288"/>
                    </a:lnTo>
                    <a:lnTo>
                      <a:pt x="210" y="288"/>
                    </a:lnTo>
                    <a:lnTo>
                      <a:pt x="222" y="282"/>
                    </a:lnTo>
                    <a:lnTo>
                      <a:pt x="240" y="282"/>
                    </a:lnTo>
                    <a:lnTo>
                      <a:pt x="246" y="288"/>
                    </a:lnTo>
                    <a:lnTo>
                      <a:pt x="276" y="288"/>
                    </a:lnTo>
                    <a:lnTo>
                      <a:pt x="294" y="312"/>
                    </a:lnTo>
                    <a:lnTo>
                      <a:pt x="306" y="312"/>
                    </a:lnTo>
                    <a:lnTo>
                      <a:pt x="312" y="318"/>
                    </a:lnTo>
                    <a:lnTo>
                      <a:pt x="324" y="324"/>
                    </a:lnTo>
                    <a:lnTo>
                      <a:pt x="348" y="360"/>
                    </a:lnTo>
                    <a:lnTo>
                      <a:pt x="354" y="366"/>
                    </a:lnTo>
                    <a:lnTo>
                      <a:pt x="378" y="378"/>
                    </a:lnTo>
                    <a:lnTo>
                      <a:pt x="390" y="390"/>
                    </a:lnTo>
                    <a:lnTo>
                      <a:pt x="390" y="414"/>
                    </a:lnTo>
                    <a:lnTo>
                      <a:pt x="396" y="420"/>
                    </a:lnTo>
                    <a:lnTo>
                      <a:pt x="408" y="426"/>
                    </a:lnTo>
                    <a:lnTo>
                      <a:pt x="420" y="426"/>
                    </a:lnTo>
                    <a:lnTo>
                      <a:pt x="432" y="444"/>
                    </a:lnTo>
                    <a:lnTo>
                      <a:pt x="456" y="456"/>
                    </a:lnTo>
                    <a:lnTo>
                      <a:pt x="468" y="438"/>
                    </a:lnTo>
                    <a:lnTo>
                      <a:pt x="480" y="432"/>
                    </a:lnTo>
                    <a:lnTo>
                      <a:pt x="474" y="420"/>
                    </a:lnTo>
                    <a:lnTo>
                      <a:pt x="456" y="402"/>
                    </a:lnTo>
                    <a:lnTo>
                      <a:pt x="432" y="402"/>
                    </a:lnTo>
                    <a:lnTo>
                      <a:pt x="426" y="396"/>
                    </a:lnTo>
                    <a:lnTo>
                      <a:pt x="426" y="360"/>
                    </a:lnTo>
                    <a:lnTo>
                      <a:pt x="420" y="360"/>
                    </a:lnTo>
                    <a:lnTo>
                      <a:pt x="414" y="354"/>
                    </a:lnTo>
                    <a:lnTo>
                      <a:pt x="366" y="330"/>
                    </a:lnTo>
                    <a:lnTo>
                      <a:pt x="360" y="324"/>
                    </a:lnTo>
                    <a:lnTo>
                      <a:pt x="360" y="312"/>
                    </a:lnTo>
                    <a:lnTo>
                      <a:pt x="354" y="300"/>
                    </a:lnTo>
                    <a:lnTo>
                      <a:pt x="354" y="288"/>
                    </a:lnTo>
                    <a:lnTo>
                      <a:pt x="348" y="276"/>
                    </a:lnTo>
                    <a:lnTo>
                      <a:pt x="348" y="270"/>
                    </a:lnTo>
                    <a:lnTo>
                      <a:pt x="336" y="270"/>
                    </a:lnTo>
                    <a:lnTo>
                      <a:pt x="324" y="264"/>
                    </a:lnTo>
                    <a:lnTo>
                      <a:pt x="306" y="264"/>
                    </a:lnTo>
                    <a:lnTo>
                      <a:pt x="282" y="240"/>
                    </a:lnTo>
                    <a:lnTo>
                      <a:pt x="264" y="246"/>
                    </a:lnTo>
                    <a:lnTo>
                      <a:pt x="252" y="228"/>
                    </a:lnTo>
                    <a:lnTo>
                      <a:pt x="234" y="222"/>
                    </a:lnTo>
                    <a:lnTo>
                      <a:pt x="216" y="204"/>
                    </a:lnTo>
                    <a:lnTo>
                      <a:pt x="210" y="192"/>
                    </a:lnTo>
                    <a:lnTo>
                      <a:pt x="204" y="186"/>
                    </a:lnTo>
                    <a:lnTo>
                      <a:pt x="198" y="174"/>
                    </a:lnTo>
                    <a:lnTo>
                      <a:pt x="198" y="114"/>
                    </a:lnTo>
                    <a:lnTo>
                      <a:pt x="192" y="90"/>
                    </a:lnTo>
                    <a:lnTo>
                      <a:pt x="186" y="78"/>
                    </a:lnTo>
                    <a:lnTo>
                      <a:pt x="180" y="60"/>
                    </a:lnTo>
                    <a:lnTo>
                      <a:pt x="168" y="42"/>
                    </a:lnTo>
                    <a:lnTo>
                      <a:pt x="162" y="24"/>
                    </a:lnTo>
                    <a:lnTo>
                      <a:pt x="156" y="12"/>
                    </a:lnTo>
                    <a:lnTo>
                      <a:pt x="150" y="6"/>
                    </a:lnTo>
                    <a:lnTo>
                      <a:pt x="150" y="0"/>
                    </a:lnTo>
                    <a:lnTo>
                      <a:pt x="144" y="0"/>
                    </a:lnTo>
                    <a:lnTo>
                      <a:pt x="144" y="12"/>
                    </a:lnTo>
                    <a:lnTo>
                      <a:pt x="132" y="36"/>
                    </a:lnTo>
                    <a:lnTo>
                      <a:pt x="108" y="48"/>
                    </a:lnTo>
                    <a:lnTo>
                      <a:pt x="90" y="54"/>
                    </a:lnTo>
                    <a:lnTo>
                      <a:pt x="78" y="54"/>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27" name="Equatorial Guinea" descr="© INSCALE GmbH, 05.05.2010&#10;http://www.presentationload.com/">
                <a:extLst>
                  <a:ext uri="{FF2B5EF4-FFF2-40B4-BE49-F238E27FC236}">
                    <a16:creationId xmlns:a16="http://schemas.microsoft.com/office/drawing/2014/main" id="{AE5BFC31-675A-BBE4-D291-C249F1C38A29}"/>
                  </a:ext>
                </a:extLst>
              </p:cNvPr>
              <p:cNvSpPr>
                <a:spLocks/>
              </p:cNvSpPr>
              <p:nvPr/>
            </p:nvSpPr>
            <p:spPr bwMode="gray">
              <a:xfrm>
                <a:off x="2823" y="2521"/>
                <a:ext cx="37" cy="28"/>
              </a:xfrm>
              <a:custGeom>
                <a:avLst/>
                <a:gdLst>
                  <a:gd name="T0" fmla="*/ 2147483647 w 144"/>
                  <a:gd name="T1" fmla="*/ 2147483647 h 108"/>
                  <a:gd name="T2" fmla="*/ 2147483647 w 144"/>
                  <a:gd name="T3" fmla="*/ 2147483647 h 108"/>
                  <a:gd name="T4" fmla="*/ 2147483647 w 144"/>
                  <a:gd name="T5" fmla="*/ 2147483647 h 108"/>
                  <a:gd name="T6" fmla="*/ 2147483647 w 144"/>
                  <a:gd name="T7" fmla="*/ 0 h 108"/>
                  <a:gd name="T8" fmla="*/ 2147483647 w 144"/>
                  <a:gd name="T9" fmla="*/ 2147483647 h 108"/>
                  <a:gd name="T10" fmla="*/ 2147483647 w 144"/>
                  <a:gd name="T11" fmla="*/ 2147483647 h 108"/>
                  <a:gd name="T12" fmla="*/ 2147483647 w 144"/>
                  <a:gd name="T13" fmla="*/ 2147483647 h 108"/>
                  <a:gd name="T14" fmla="*/ 2147483647 w 144"/>
                  <a:gd name="T15" fmla="*/ 2147483647 h 108"/>
                  <a:gd name="T16" fmla="*/ 2147483647 w 144"/>
                  <a:gd name="T17" fmla="*/ 2147483647 h 108"/>
                  <a:gd name="T18" fmla="*/ 0 w 144"/>
                  <a:gd name="T19" fmla="*/ 2147483647 h 108"/>
                  <a:gd name="T20" fmla="*/ 0 w 144"/>
                  <a:gd name="T21" fmla="*/ 2147483647 h 108"/>
                  <a:gd name="T22" fmla="*/ 2147483647 w 144"/>
                  <a:gd name="T23" fmla="*/ 2147483647 h 108"/>
                  <a:gd name="T24" fmla="*/ 2147483647 w 144"/>
                  <a:gd name="T25" fmla="*/ 2147483647 h 108"/>
                  <a:gd name="T26" fmla="*/ 2147483647 w 144"/>
                  <a:gd name="T27" fmla="*/ 2147483647 h 108"/>
                  <a:gd name="T28" fmla="*/ 2147483647 w 144"/>
                  <a:gd name="T29" fmla="*/ 2147483647 h 108"/>
                  <a:gd name="T30" fmla="*/ 2147483647 w 144"/>
                  <a:gd name="T31" fmla="*/ 2147483647 h 108"/>
                  <a:gd name="T32" fmla="*/ 2147483647 w 144"/>
                  <a:gd name="T33" fmla="*/ 2147483647 h 108"/>
                  <a:gd name="T34" fmla="*/ 2147483647 w 144"/>
                  <a:gd name="T35" fmla="*/ 2147483647 h 108"/>
                  <a:gd name="T36" fmla="*/ 2147483647 w 144"/>
                  <a:gd name="T37" fmla="*/ 2147483647 h 108"/>
                  <a:gd name="T38" fmla="*/ 2147483647 w 144"/>
                  <a:gd name="T39" fmla="*/ 2147483647 h 1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4"/>
                  <a:gd name="T61" fmla="*/ 0 h 108"/>
                  <a:gd name="T62" fmla="*/ 144 w 144"/>
                  <a:gd name="T63" fmla="*/ 108 h 10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4" h="108">
                    <a:moveTo>
                      <a:pt x="138" y="48"/>
                    </a:moveTo>
                    <a:lnTo>
                      <a:pt x="144" y="12"/>
                    </a:lnTo>
                    <a:lnTo>
                      <a:pt x="48" y="12"/>
                    </a:lnTo>
                    <a:lnTo>
                      <a:pt x="36" y="0"/>
                    </a:lnTo>
                    <a:lnTo>
                      <a:pt x="30" y="6"/>
                    </a:lnTo>
                    <a:lnTo>
                      <a:pt x="30" y="42"/>
                    </a:lnTo>
                    <a:lnTo>
                      <a:pt x="18" y="54"/>
                    </a:lnTo>
                    <a:lnTo>
                      <a:pt x="12" y="66"/>
                    </a:lnTo>
                    <a:lnTo>
                      <a:pt x="6" y="72"/>
                    </a:lnTo>
                    <a:lnTo>
                      <a:pt x="0" y="84"/>
                    </a:lnTo>
                    <a:lnTo>
                      <a:pt x="0" y="90"/>
                    </a:lnTo>
                    <a:lnTo>
                      <a:pt x="6" y="96"/>
                    </a:lnTo>
                    <a:lnTo>
                      <a:pt x="18" y="102"/>
                    </a:lnTo>
                    <a:lnTo>
                      <a:pt x="36" y="102"/>
                    </a:lnTo>
                    <a:lnTo>
                      <a:pt x="36" y="108"/>
                    </a:lnTo>
                    <a:lnTo>
                      <a:pt x="138" y="108"/>
                    </a:lnTo>
                    <a:lnTo>
                      <a:pt x="138" y="102"/>
                    </a:lnTo>
                    <a:lnTo>
                      <a:pt x="144" y="84"/>
                    </a:lnTo>
                    <a:lnTo>
                      <a:pt x="144" y="54"/>
                    </a:lnTo>
                    <a:lnTo>
                      <a:pt x="138" y="48"/>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28" name="Djibouti" descr="© INSCALE GmbH, 05.05.2010&#10;http://www.presentationload.com/">
                <a:extLst>
                  <a:ext uri="{FF2B5EF4-FFF2-40B4-BE49-F238E27FC236}">
                    <a16:creationId xmlns:a16="http://schemas.microsoft.com/office/drawing/2014/main" id="{85146032-79E5-61A9-7B39-907657DAF7B5}"/>
                  </a:ext>
                </a:extLst>
              </p:cNvPr>
              <p:cNvSpPr>
                <a:spLocks/>
              </p:cNvSpPr>
              <p:nvPr/>
            </p:nvSpPr>
            <p:spPr bwMode="gray">
              <a:xfrm>
                <a:off x="3404" y="2310"/>
                <a:ext cx="30" cy="34"/>
              </a:xfrm>
              <a:custGeom>
                <a:avLst/>
                <a:gdLst>
                  <a:gd name="T0" fmla="*/ 2147483647 w 114"/>
                  <a:gd name="T1" fmla="*/ 2147483647 h 138"/>
                  <a:gd name="T2" fmla="*/ 2147483647 w 114"/>
                  <a:gd name="T3" fmla="*/ 2147483647 h 138"/>
                  <a:gd name="T4" fmla="*/ 2147483647 w 114"/>
                  <a:gd name="T5" fmla="*/ 2147483647 h 138"/>
                  <a:gd name="T6" fmla="*/ 0 w 114"/>
                  <a:gd name="T7" fmla="*/ 2147483647 h 138"/>
                  <a:gd name="T8" fmla="*/ 0 w 114"/>
                  <a:gd name="T9" fmla="*/ 2147483647 h 138"/>
                  <a:gd name="T10" fmla="*/ 2147483647 w 114"/>
                  <a:gd name="T11" fmla="*/ 2147483647 h 138"/>
                  <a:gd name="T12" fmla="*/ 2147483647 w 114"/>
                  <a:gd name="T13" fmla="*/ 2147483647 h 138"/>
                  <a:gd name="T14" fmla="*/ 2147483647 w 114"/>
                  <a:gd name="T15" fmla="*/ 2147483647 h 138"/>
                  <a:gd name="T16" fmla="*/ 2147483647 w 114"/>
                  <a:gd name="T17" fmla="*/ 2147483647 h 138"/>
                  <a:gd name="T18" fmla="*/ 2147483647 w 114"/>
                  <a:gd name="T19" fmla="*/ 2147483647 h 138"/>
                  <a:gd name="T20" fmla="*/ 2147483647 w 114"/>
                  <a:gd name="T21" fmla="*/ 2147483647 h 138"/>
                  <a:gd name="T22" fmla="*/ 2147483647 w 114"/>
                  <a:gd name="T23" fmla="*/ 2147483647 h 138"/>
                  <a:gd name="T24" fmla="*/ 2147483647 w 114"/>
                  <a:gd name="T25" fmla="*/ 2147483647 h 138"/>
                  <a:gd name="T26" fmla="*/ 2147483647 w 114"/>
                  <a:gd name="T27" fmla="*/ 2147483647 h 138"/>
                  <a:gd name="T28" fmla="*/ 2147483647 w 114"/>
                  <a:gd name="T29" fmla="*/ 2147483647 h 138"/>
                  <a:gd name="T30" fmla="*/ 2147483647 w 114"/>
                  <a:gd name="T31" fmla="*/ 2147483647 h 138"/>
                  <a:gd name="T32" fmla="*/ 2147483647 w 114"/>
                  <a:gd name="T33" fmla="*/ 2147483647 h 138"/>
                  <a:gd name="T34" fmla="*/ 2147483647 w 114"/>
                  <a:gd name="T35" fmla="*/ 2147483647 h 138"/>
                  <a:gd name="T36" fmla="*/ 2147483647 w 114"/>
                  <a:gd name="T37" fmla="*/ 2147483647 h 138"/>
                  <a:gd name="T38" fmla="*/ 2147483647 w 114"/>
                  <a:gd name="T39" fmla="*/ 2147483647 h 138"/>
                  <a:gd name="T40" fmla="*/ 2147483647 w 114"/>
                  <a:gd name="T41" fmla="*/ 2147483647 h 138"/>
                  <a:gd name="T42" fmla="*/ 2147483647 w 114"/>
                  <a:gd name="T43" fmla="*/ 2147483647 h 138"/>
                  <a:gd name="T44" fmla="*/ 2147483647 w 114"/>
                  <a:gd name="T45" fmla="*/ 2147483647 h 138"/>
                  <a:gd name="T46" fmla="*/ 2147483647 w 114"/>
                  <a:gd name="T47" fmla="*/ 2147483647 h 138"/>
                  <a:gd name="T48" fmla="*/ 2147483647 w 114"/>
                  <a:gd name="T49" fmla="*/ 2147483647 h 138"/>
                  <a:gd name="T50" fmla="*/ 2147483647 w 114"/>
                  <a:gd name="T51" fmla="*/ 2147483647 h 138"/>
                  <a:gd name="T52" fmla="*/ 2147483647 w 114"/>
                  <a:gd name="T53" fmla="*/ 2147483647 h 138"/>
                  <a:gd name="T54" fmla="*/ 2147483647 w 114"/>
                  <a:gd name="T55" fmla="*/ 0 h 138"/>
                  <a:gd name="T56" fmla="*/ 2147483647 w 114"/>
                  <a:gd name="T57" fmla="*/ 2147483647 h 138"/>
                  <a:gd name="T58" fmla="*/ 2147483647 w 114"/>
                  <a:gd name="T59" fmla="*/ 2147483647 h 13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14"/>
                  <a:gd name="T91" fmla="*/ 0 h 138"/>
                  <a:gd name="T92" fmla="*/ 114 w 114"/>
                  <a:gd name="T93" fmla="*/ 138 h 13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14" h="138">
                    <a:moveTo>
                      <a:pt x="72" y="24"/>
                    </a:moveTo>
                    <a:lnTo>
                      <a:pt x="48" y="12"/>
                    </a:lnTo>
                    <a:lnTo>
                      <a:pt x="18" y="66"/>
                    </a:lnTo>
                    <a:lnTo>
                      <a:pt x="0" y="84"/>
                    </a:lnTo>
                    <a:lnTo>
                      <a:pt x="0" y="96"/>
                    </a:lnTo>
                    <a:lnTo>
                      <a:pt x="6" y="114"/>
                    </a:lnTo>
                    <a:lnTo>
                      <a:pt x="6" y="126"/>
                    </a:lnTo>
                    <a:lnTo>
                      <a:pt x="18" y="138"/>
                    </a:lnTo>
                    <a:lnTo>
                      <a:pt x="42" y="138"/>
                    </a:lnTo>
                    <a:lnTo>
                      <a:pt x="48" y="132"/>
                    </a:lnTo>
                    <a:lnTo>
                      <a:pt x="54" y="132"/>
                    </a:lnTo>
                    <a:lnTo>
                      <a:pt x="60" y="126"/>
                    </a:lnTo>
                    <a:lnTo>
                      <a:pt x="72" y="126"/>
                    </a:lnTo>
                    <a:lnTo>
                      <a:pt x="84" y="132"/>
                    </a:lnTo>
                    <a:lnTo>
                      <a:pt x="90" y="138"/>
                    </a:lnTo>
                    <a:lnTo>
                      <a:pt x="90" y="132"/>
                    </a:lnTo>
                    <a:lnTo>
                      <a:pt x="114" y="108"/>
                    </a:lnTo>
                    <a:lnTo>
                      <a:pt x="114" y="102"/>
                    </a:lnTo>
                    <a:lnTo>
                      <a:pt x="102" y="90"/>
                    </a:lnTo>
                    <a:lnTo>
                      <a:pt x="66" y="90"/>
                    </a:lnTo>
                    <a:lnTo>
                      <a:pt x="78" y="84"/>
                    </a:lnTo>
                    <a:lnTo>
                      <a:pt x="84" y="72"/>
                    </a:lnTo>
                    <a:lnTo>
                      <a:pt x="96" y="66"/>
                    </a:lnTo>
                    <a:lnTo>
                      <a:pt x="102" y="54"/>
                    </a:lnTo>
                    <a:lnTo>
                      <a:pt x="114" y="42"/>
                    </a:lnTo>
                    <a:lnTo>
                      <a:pt x="114" y="24"/>
                    </a:lnTo>
                    <a:lnTo>
                      <a:pt x="108" y="12"/>
                    </a:lnTo>
                    <a:lnTo>
                      <a:pt x="96" y="0"/>
                    </a:lnTo>
                    <a:lnTo>
                      <a:pt x="84" y="6"/>
                    </a:lnTo>
                    <a:lnTo>
                      <a:pt x="72" y="24"/>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29" name="Côte d'Ivoire" descr="© INSCALE GmbH, 05.05.2010&#10;http://www.presentationload.com/">
                <a:extLst>
                  <a:ext uri="{FF2B5EF4-FFF2-40B4-BE49-F238E27FC236}">
                    <a16:creationId xmlns:a16="http://schemas.microsoft.com/office/drawing/2014/main" id="{EDE93F1D-2694-4C71-2447-76F4901CFC68}"/>
                  </a:ext>
                </a:extLst>
              </p:cNvPr>
              <p:cNvSpPr>
                <a:spLocks/>
              </p:cNvSpPr>
              <p:nvPr/>
            </p:nvSpPr>
            <p:spPr bwMode="gray">
              <a:xfrm>
                <a:off x="2499" y="2349"/>
                <a:ext cx="111" cy="131"/>
              </a:xfrm>
              <a:custGeom>
                <a:avLst/>
                <a:gdLst>
                  <a:gd name="T0" fmla="*/ 2147483647 w 438"/>
                  <a:gd name="T1" fmla="*/ 2147483647 h 516"/>
                  <a:gd name="T2" fmla="*/ 2147483647 w 438"/>
                  <a:gd name="T3" fmla="*/ 2147483647 h 516"/>
                  <a:gd name="T4" fmla="*/ 2147483647 w 438"/>
                  <a:gd name="T5" fmla="*/ 2147483647 h 516"/>
                  <a:gd name="T6" fmla="*/ 2147483647 w 438"/>
                  <a:gd name="T7" fmla="*/ 2147483647 h 516"/>
                  <a:gd name="T8" fmla="*/ 2147483647 w 438"/>
                  <a:gd name="T9" fmla="*/ 2147483647 h 516"/>
                  <a:gd name="T10" fmla="*/ 2147483647 w 438"/>
                  <a:gd name="T11" fmla="*/ 2147483647 h 516"/>
                  <a:gd name="T12" fmla="*/ 2147483647 w 438"/>
                  <a:gd name="T13" fmla="*/ 2147483647 h 516"/>
                  <a:gd name="T14" fmla="*/ 2147483647 w 438"/>
                  <a:gd name="T15" fmla="*/ 2147483647 h 516"/>
                  <a:gd name="T16" fmla="*/ 2147483647 w 438"/>
                  <a:gd name="T17" fmla="*/ 2147483647 h 516"/>
                  <a:gd name="T18" fmla="*/ 2147483647 w 438"/>
                  <a:gd name="T19" fmla="*/ 2147483647 h 516"/>
                  <a:gd name="T20" fmla="*/ 2147483647 w 438"/>
                  <a:gd name="T21" fmla="*/ 2147483647 h 516"/>
                  <a:gd name="T22" fmla="*/ 2147483647 w 438"/>
                  <a:gd name="T23" fmla="*/ 2147483647 h 516"/>
                  <a:gd name="T24" fmla="*/ 2147483647 w 438"/>
                  <a:gd name="T25" fmla="*/ 2147483647 h 516"/>
                  <a:gd name="T26" fmla="*/ 2147483647 w 438"/>
                  <a:gd name="T27" fmla="*/ 2147483647 h 516"/>
                  <a:gd name="T28" fmla="*/ 2147483647 w 438"/>
                  <a:gd name="T29" fmla="*/ 2147483647 h 516"/>
                  <a:gd name="T30" fmla="*/ 2147483647 w 438"/>
                  <a:gd name="T31" fmla="*/ 2147483647 h 516"/>
                  <a:gd name="T32" fmla="*/ 2147483647 w 438"/>
                  <a:gd name="T33" fmla="*/ 0 h 516"/>
                  <a:gd name="T34" fmla="*/ 2147483647 w 438"/>
                  <a:gd name="T35" fmla="*/ 2147483647 h 516"/>
                  <a:gd name="T36" fmla="*/ 2147483647 w 438"/>
                  <a:gd name="T37" fmla="*/ 2147483647 h 516"/>
                  <a:gd name="T38" fmla="*/ 2147483647 w 438"/>
                  <a:gd name="T39" fmla="*/ 2147483647 h 516"/>
                  <a:gd name="T40" fmla="*/ 2147483647 w 438"/>
                  <a:gd name="T41" fmla="*/ 2147483647 h 516"/>
                  <a:gd name="T42" fmla="*/ 2147483647 w 438"/>
                  <a:gd name="T43" fmla="*/ 2147483647 h 516"/>
                  <a:gd name="T44" fmla="*/ 2147483647 w 438"/>
                  <a:gd name="T45" fmla="*/ 2147483647 h 516"/>
                  <a:gd name="T46" fmla="*/ 2147483647 w 438"/>
                  <a:gd name="T47" fmla="*/ 2147483647 h 516"/>
                  <a:gd name="T48" fmla="*/ 2147483647 w 438"/>
                  <a:gd name="T49" fmla="*/ 2147483647 h 516"/>
                  <a:gd name="T50" fmla="*/ 2147483647 w 438"/>
                  <a:gd name="T51" fmla="*/ 2147483647 h 516"/>
                  <a:gd name="T52" fmla="*/ 2147483647 w 438"/>
                  <a:gd name="T53" fmla="*/ 2147483647 h 516"/>
                  <a:gd name="T54" fmla="*/ 2147483647 w 438"/>
                  <a:gd name="T55" fmla="*/ 2147483647 h 516"/>
                  <a:gd name="T56" fmla="*/ 2147483647 w 438"/>
                  <a:gd name="T57" fmla="*/ 2147483647 h 516"/>
                  <a:gd name="T58" fmla="*/ 2147483647 w 438"/>
                  <a:gd name="T59" fmla="*/ 2147483647 h 516"/>
                  <a:gd name="T60" fmla="*/ 2147483647 w 438"/>
                  <a:gd name="T61" fmla="*/ 2147483647 h 516"/>
                  <a:gd name="T62" fmla="*/ 2147483647 w 438"/>
                  <a:gd name="T63" fmla="*/ 2147483647 h 516"/>
                  <a:gd name="T64" fmla="*/ 2147483647 w 438"/>
                  <a:gd name="T65" fmla="*/ 2147483647 h 516"/>
                  <a:gd name="T66" fmla="*/ 2147483647 w 438"/>
                  <a:gd name="T67" fmla="*/ 2147483647 h 516"/>
                  <a:gd name="T68" fmla="*/ 2147483647 w 438"/>
                  <a:gd name="T69" fmla="*/ 2147483647 h 516"/>
                  <a:gd name="T70" fmla="*/ 2147483647 w 438"/>
                  <a:gd name="T71" fmla="*/ 2147483647 h 516"/>
                  <a:gd name="T72" fmla="*/ 2147483647 w 438"/>
                  <a:gd name="T73" fmla="*/ 2147483647 h 516"/>
                  <a:gd name="T74" fmla="*/ 2147483647 w 438"/>
                  <a:gd name="T75" fmla="*/ 2147483647 h 516"/>
                  <a:gd name="T76" fmla="*/ 2147483647 w 438"/>
                  <a:gd name="T77" fmla="*/ 2147483647 h 516"/>
                  <a:gd name="T78" fmla="*/ 2147483647 w 438"/>
                  <a:gd name="T79" fmla="*/ 2147483647 h 516"/>
                  <a:gd name="T80" fmla="*/ 2147483647 w 438"/>
                  <a:gd name="T81" fmla="*/ 2147483647 h 516"/>
                  <a:gd name="T82" fmla="*/ 2147483647 w 438"/>
                  <a:gd name="T83" fmla="*/ 2147483647 h 516"/>
                  <a:gd name="T84" fmla="*/ 2147483647 w 438"/>
                  <a:gd name="T85" fmla="*/ 2147483647 h 516"/>
                  <a:gd name="T86" fmla="*/ 2147483647 w 438"/>
                  <a:gd name="T87" fmla="*/ 2147483647 h 516"/>
                  <a:gd name="T88" fmla="*/ 2147483647 w 438"/>
                  <a:gd name="T89" fmla="*/ 2147483647 h 51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38"/>
                  <a:gd name="T136" fmla="*/ 0 h 516"/>
                  <a:gd name="T137" fmla="*/ 438 w 438"/>
                  <a:gd name="T138" fmla="*/ 516 h 51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38" h="516">
                    <a:moveTo>
                      <a:pt x="402" y="408"/>
                    </a:moveTo>
                    <a:lnTo>
                      <a:pt x="402" y="402"/>
                    </a:lnTo>
                    <a:lnTo>
                      <a:pt x="396" y="396"/>
                    </a:lnTo>
                    <a:lnTo>
                      <a:pt x="390" y="384"/>
                    </a:lnTo>
                    <a:lnTo>
                      <a:pt x="390" y="372"/>
                    </a:lnTo>
                    <a:lnTo>
                      <a:pt x="384" y="354"/>
                    </a:lnTo>
                    <a:lnTo>
                      <a:pt x="378" y="342"/>
                    </a:lnTo>
                    <a:lnTo>
                      <a:pt x="378" y="318"/>
                    </a:lnTo>
                    <a:lnTo>
                      <a:pt x="384" y="312"/>
                    </a:lnTo>
                    <a:lnTo>
                      <a:pt x="390" y="300"/>
                    </a:lnTo>
                    <a:lnTo>
                      <a:pt x="408" y="282"/>
                    </a:lnTo>
                    <a:lnTo>
                      <a:pt x="408" y="270"/>
                    </a:lnTo>
                    <a:lnTo>
                      <a:pt x="414" y="258"/>
                    </a:lnTo>
                    <a:lnTo>
                      <a:pt x="414" y="240"/>
                    </a:lnTo>
                    <a:lnTo>
                      <a:pt x="420" y="228"/>
                    </a:lnTo>
                    <a:lnTo>
                      <a:pt x="426" y="222"/>
                    </a:lnTo>
                    <a:lnTo>
                      <a:pt x="438" y="198"/>
                    </a:lnTo>
                    <a:lnTo>
                      <a:pt x="438" y="186"/>
                    </a:lnTo>
                    <a:lnTo>
                      <a:pt x="432" y="174"/>
                    </a:lnTo>
                    <a:lnTo>
                      <a:pt x="432" y="162"/>
                    </a:lnTo>
                    <a:lnTo>
                      <a:pt x="426" y="150"/>
                    </a:lnTo>
                    <a:lnTo>
                      <a:pt x="426" y="138"/>
                    </a:lnTo>
                    <a:lnTo>
                      <a:pt x="420" y="132"/>
                    </a:lnTo>
                    <a:lnTo>
                      <a:pt x="420" y="126"/>
                    </a:lnTo>
                    <a:lnTo>
                      <a:pt x="432" y="126"/>
                    </a:lnTo>
                    <a:lnTo>
                      <a:pt x="426" y="96"/>
                    </a:lnTo>
                    <a:lnTo>
                      <a:pt x="408" y="102"/>
                    </a:lnTo>
                    <a:lnTo>
                      <a:pt x="408" y="90"/>
                    </a:lnTo>
                    <a:lnTo>
                      <a:pt x="390" y="72"/>
                    </a:lnTo>
                    <a:lnTo>
                      <a:pt x="372" y="66"/>
                    </a:lnTo>
                    <a:lnTo>
                      <a:pt x="342" y="66"/>
                    </a:lnTo>
                    <a:lnTo>
                      <a:pt x="318" y="78"/>
                    </a:lnTo>
                    <a:lnTo>
                      <a:pt x="318" y="84"/>
                    </a:lnTo>
                    <a:lnTo>
                      <a:pt x="312" y="90"/>
                    </a:lnTo>
                    <a:lnTo>
                      <a:pt x="300" y="90"/>
                    </a:lnTo>
                    <a:lnTo>
                      <a:pt x="294" y="84"/>
                    </a:lnTo>
                    <a:lnTo>
                      <a:pt x="282" y="84"/>
                    </a:lnTo>
                    <a:lnTo>
                      <a:pt x="276" y="78"/>
                    </a:lnTo>
                    <a:lnTo>
                      <a:pt x="264" y="72"/>
                    </a:lnTo>
                    <a:lnTo>
                      <a:pt x="258" y="60"/>
                    </a:lnTo>
                    <a:lnTo>
                      <a:pt x="258" y="48"/>
                    </a:lnTo>
                    <a:lnTo>
                      <a:pt x="252" y="42"/>
                    </a:lnTo>
                    <a:lnTo>
                      <a:pt x="252" y="36"/>
                    </a:lnTo>
                    <a:lnTo>
                      <a:pt x="228" y="42"/>
                    </a:lnTo>
                    <a:lnTo>
                      <a:pt x="228" y="18"/>
                    </a:lnTo>
                    <a:lnTo>
                      <a:pt x="216" y="18"/>
                    </a:lnTo>
                    <a:lnTo>
                      <a:pt x="210" y="24"/>
                    </a:lnTo>
                    <a:lnTo>
                      <a:pt x="204" y="36"/>
                    </a:lnTo>
                    <a:lnTo>
                      <a:pt x="198" y="42"/>
                    </a:lnTo>
                    <a:lnTo>
                      <a:pt x="174" y="36"/>
                    </a:lnTo>
                    <a:lnTo>
                      <a:pt x="174" y="0"/>
                    </a:lnTo>
                    <a:lnTo>
                      <a:pt x="162" y="24"/>
                    </a:lnTo>
                    <a:lnTo>
                      <a:pt x="150" y="6"/>
                    </a:lnTo>
                    <a:lnTo>
                      <a:pt x="144" y="30"/>
                    </a:lnTo>
                    <a:lnTo>
                      <a:pt x="126" y="30"/>
                    </a:lnTo>
                    <a:lnTo>
                      <a:pt x="120" y="48"/>
                    </a:lnTo>
                    <a:lnTo>
                      <a:pt x="102" y="30"/>
                    </a:lnTo>
                    <a:lnTo>
                      <a:pt x="84" y="24"/>
                    </a:lnTo>
                    <a:lnTo>
                      <a:pt x="72" y="24"/>
                    </a:lnTo>
                    <a:lnTo>
                      <a:pt x="66" y="30"/>
                    </a:lnTo>
                    <a:lnTo>
                      <a:pt x="66" y="48"/>
                    </a:lnTo>
                    <a:lnTo>
                      <a:pt x="54" y="42"/>
                    </a:lnTo>
                    <a:lnTo>
                      <a:pt x="36" y="66"/>
                    </a:lnTo>
                    <a:lnTo>
                      <a:pt x="42" y="102"/>
                    </a:lnTo>
                    <a:lnTo>
                      <a:pt x="60" y="108"/>
                    </a:lnTo>
                    <a:lnTo>
                      <a:pt x="48" y="126"/>
                    </a:lnTo>
                    <a:lnTo>
                      <a:pt x="66" y="132"/>
                    </a:lnTo>
                    <a:lnTo>
                      <a:pt x="60" y="138"/>
                    </a:lnTo>
                    <a:lnTo>
                      <a:pt x="54" y="150"/>
                    </a:lnTo>
                    <a:lnTo>
                      <a:pt x="54" y="162"/>
                    </a:lnTo>
                    <a:lnTo>
                      <a:pt x="60" y="162"/>
                    </a:lnTo>
                    <a:lnTo>
                      <a:pt x="72" y="168"/>
                    </a:lnTo>
                    <a:lnTo>
                      <a:pt x="78" y="168"/>
                    </a:lnTo>
                    <a:lnTo>
                      <a:pt x="78" y="180"/>
                    </a:lnTo>
                    <a:lnTo>
                      <a:pt x="72" y="186"/>
                    </a:lnTo>
                    <a:lnTo>
                      <a:pt x="72" y="192"/>
                    </a:lnTo>
                    <a:lnTo>
                      <a:pt x="66" y="186"/>
                    </a:lnTo>
                    <a:lnTo>
                      <a:pt x="54" y="186"/>
                    </a:lnTo>
                    <a:lnTo>
                      <a:pt x="48" y="180"/>
                    </a:lnTo>
                    <a:lnTo>
                      <a:pt x="30" y="180"/>
                    </a:lnTo>
                    <a:lnTo>
                      <a:pt x="30" y="192"/>
                    </a:lnTo>
                    <a:lnTo>
                      <a:pt x="36" y="204"/>
                    </a:lnTo>
                    <a:lnTo>
                      <a:pt x="48" y="210"/>
                    </a:lnTo>
                    <a:lnTo>
                      <a:pt x="54" y="222"/>
                    </a:lnTo>
                    <a:lnTo>
                      <a:pt x="36" y="222"/>
                    </a:lnTo>
                    <a:lnTo>
                      <a:pt x="36" y="228"/>
                    </a:lnTo>
                    <a:lnTo>
                      <a:pt x="42" y="234"/>
                    </a:lnTo>
                    <a:lnTo>
                      <a:pt x="42" y="252"/>
                    </a:lnTo>
                    <a:lnTo>
                      <a:pt x="36" y="258"/>
                    </a:lnTo>
                    <a:lnTo>
                      <a:pt x="30" y="258"/>
                    </a:lnTo>
                    <a:lnTo>
                      <a:pt x="18" y="252"/>
                    </a:lnTo>
                    <a:lnTo>
                      <a:pt x="12" y="246"/>
                    </a:lnTo>
                    <a:lnTo>
                      <a:pt x="6" y="246"/>
                    </a:lnTo>
                    <a:lnTo>
                      <a:pt x="24" y="282"/>
                    </a:lnTo>
                    <a:lnTo>
                      <a:pt x="24" y="306"/>
                    </a:lnTo>
                    <a:lnTo>
                      <a:pt x="18" y="324"/>
                    </a:lnTo>
                    <a:lnTo>
                      <a:pt x="6" y="330"/>
                    </a:lnTo>
                    <a:lnTo>
                      <a:pt x="0" y="342"/>
                    </a:lnTo>
                    <a:lnTo>
                      <a:pt x="6" y="348"/>
                    </a:lnTo>
                    <a:lnTo>
                      <a:pt x="24" y="348"/>
                    </a:lnTo>
                    <a:lnTo>
                      <a:pt x="24" y="360"/>
                    </a:lnTo>
                    <a:lnTo>
                      <a:pt x="60" y="354"/>
                    </a:lnTo>
                    <a:lnTo>
                      <a:pt x="60" y="384"/>
                    </a:lnTo>
                    <a:lnTo>
                      <a:pt x="90" y="414"/>
                    </a:lnTo>
                    <a:lnTo>
                      <a:pt x="90" y="438"/>
                    </a:lnTo>
                    <a:lnTo>
                      <a:pt x="84" y="450"/>
                    </a:lnTo>
                    <a:lnTo>
                      <a:pt x="84" y="462"/>
                    </a:lnTo>
                    <a:lnTo>
                      <a:pt x="78" y="468"/>
                    </a:lnTo>
                    <a:lnTo>
                      <a:pt x="78" y="516"/>
                    </a:lnTo>
                    <a:lnTo>
                      <a:pt x="90" y="516"/>
                    </a:lnTo>
                    <a:lnTo>
                      <a:pt x="96" y="510"/>
                    </a:lnTo>
                    <a:lnTo>
                      <a:pt x="102" y="498"/>
                    </a:lnTo>
                    <a:lnTo>
                      <a:pt x="114" y="498"/>
                    </a:lnTo>
                    <a:lnTo>
                      <a:pt x="126" y="486"/>
                    </a:lnTo>
                    <a:lnTo>
                      <a:pt x="138" y="480"/>
                    </a:lnTo>
                    <a:lnTo>
                      <a:pt x="198" y="456"/>
                    </a:lnTo>
                    <a:lnTo>
                      <a:pt x="228" y="450"/>
                    </a:lnTo>
                    <a:lnTo>
                      <a:pt x="264" y="450"/>
                    </a:lnTo>
                    <a:lnTo>
                      <a:pt x="270" y="444"/>
                    </a:lnTo>
                    <a:lnTo>
                      <a:pt x="282" y="444"/>
                    </a:lnTo>
                    <a:lnTo>
                      <a:pt x="294" y="438"/>
                    </a:lnTo>
                    <a:lnTo>
                      <a:pt x="330" y="438"/>
                    </a:lnTo>
                    <a:lnTo>
                      <a:pt x="336" y="444"/>
                    </a:lnTo>
                    <a:lnTo>
                      <a:pt x="342" y="444"/>
                    </a:lnTo>
                    <a:lnTo>
                      <a:pt x="348" y="450"/>
                    </a:lnTo>
                    <a:lnTo>
                      <a:pt x="366" y="450"/>
                    </a:lnTo>
                    <a:lnTo>
                      <a:pt x="378" y="438"/>
                    </a:lnTo>
                    <a:lnTo>
                      <a:pt x="384" y="438"/>
                    </a:lnTo>
                    <a:lnTo>
                      <a:pt x="384" y="444"/>
                    </a:lnTo>
                    <a:lnTo>
                      <a:pt x="396" y="456"/>
                    </a:lnTo>
                    <a:lnTo>
                      <a:pt x="408" y="462"/>
                    </a:lnTo>
                    <a:lnTo>
                      <a:pt x="420" y="462"/>
                    </a:lnTo>
                    <a:lnTo>
                      <a:pt x="426" y="468"/>
                    </a:lnTo>
                    <a:lnTo>
                      <a:pt x="426" y="414"/>
                    </a:lnTo>
                    <a:lnTo>
                      <a:pt x="402" y="408"/>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30" name="Congo" descr="© INSCALE GmbH, 05.05.2010&#10;http://www.presentationload.com/">
                <a:extLst>
                  <a:ext uri="{FF2B5EF4-FFF2-40B4-BE49-F238E27FC236}">
                    <a16:creationId xmlns:a16="http://schemas.microsoft.com/office/drawing/2014/main" id="{CB953E5F-E8F2-37C4-2D01-FECD83137C68}"/>
                  </a:ext>
                </a:extLst>
              </p:cNvPr>
              <p:cNvSpPr>
                <a:spLocks/>
              </p:cNvSpPr>
              <p:nvPr/>
            </p:nvSpPr>
            <p:spPr bwMode="gray">
              <a:xfrm>
                <a:off x="2877" y="2458"/>
                <a:ext cx="342" cy="385"/>
              </a:xfrm>
              <a:custGeom>
                <a:avLst/>
                <a:gdLst>
                  <a:gd name="T0" fmla="*/ 2147483647 w 1350"/>
                  <a:gd name="T1" fmla="*/ 2147483647 h 1518"/>
                  <a:gd name="T2" fmla="*/ 2147483647 w 1350"/>
                  <a:gd name="T3" fmla="*/ 2147483647 h 1518"/>
                  <a:gd name="T4" fmla="*/ 2147483647 w 1350"/>
                  <a:gd name="T5" fmla="*/ 2147483647 h 1518"/>
                  <a:gd name="T6" fmla="*/ 2147483647 w 1350"/>
                  <a:gd name="T7" fmla="*/ 2147483647 h 1518"/>
                  <a:gd name="T8" fmla="*/ 2147483647 w 1350"/>
                  <a:gd name="T9" fmla="*/ 2147483647 h 1518"/>
                  <a:gd name="T10" fmla="*/ 2147483647 w 1350"/>
                  <a:gd name="T11" fmla="*/ 2147483647 h 1518"/>
                  <a:gd name="T12" fmla="*/ 2147483647 w 1350"/>
                  <a:gd name="T13" fmla="*/ 2147483647 h 1518"/>
                  <a:gd name="T14" fmla="*/ 2147483647 w 1350"/>
                  <a:gd name="T15" fmla="*/ 2147483647 h 1518"/>
                  <a:gd name="T16" fmla="*/ 2147483647 w 1350"/>
                  <a:gd name="T17" fmla="*/ 2147483647 h 1518"/>
                  <a:gd name="T18" fmla="*/ 2147483647 w 1350"/>
                  <a:gd name="T19" fmla="*/ 2147483647 h 1518"/>
                  <a:gd name="T20" fmla="*/ 2147483647 w 1350"/>
                  <a:gd name="T21" fmla="*/ 2147483647 h 1518"/>
                  <a:gd name="T22" fmla="*/ 2147483647 w 1350"/>
                  <a:gd name="T23" fmla="*/ 2147483647 h 1518"/>
                  <a:gd name="T24" fmla="*/ 2147483647 w 1350"/>
                  <a:gd name="T25" fmla="*/ 2147483647 h 1518"/>
                  <a:gd name="T26" fmla="*/ 2147483647 w 1350"/>
                  <a:gd name="T27" fmla="*/ 2147483647 h 1518"/>
                  <a:gd name="T28" fmla="*/ 2147483647 w 1350"/>
                  <a:gd name="T29" fmla="*/ 2147483647 h 1518"/>
                  <a:gd name="T30" fmla="*/ 2147483647 w 1350"/>
                  <a:gd name="T31" fmla="*/ 2147483647 h 1518"/>
                  <a:gd name="T32" fmla="*/ 2147483647 w 1350"/>
                  <a:gd name="T33" fmla="*/ 2147483647 h 1518"/>
                  <a:gd name="T34" fmla="*/ 2147483647 w 1350"/>
                  <a:gd name="T35" fmla="*/ 2147483647 h 1518"/>
                  <a:gd name="T36" fmla="*/ 2147483647 w 1350"/>
                  <a:gd name="T37" fmla="*/ 2147483647 h 1518"/>
                  <a:gd name="T38" fmla="*/ 2147483647 w 1350"/>
                  <a:gd name="T39" fmla="*/ 2147483647 h 1518"/>
                  <a:gd name="T40" fmla="*/ 2147483647 w 1350"/>
                  <a:gd name="T41" fmla="*/ 2147483647 h 1518"/>
                  <a:gd name="T42" fmla="*/ 2147483647 w 1350"/>
                  <a:gd name="T43" fmla="*/ 2147483647 h 1518"/>
                  <a:gd name="T44" fmla="*/ 2147483647 w 1350"/>
                  <a:gd name="T45" fmla="*/ 2147483647 h 1518"/>
                  <a:gd name="T46" fmla="*/ 2147483647 w 1350"/>
                  <a:gd name="T47" fmla="*/ 2147483647 h 1518"/>
                  <a:gd name="T48" fmla="*/ 2147483647 w 1350"/>
                  <a:gd name="T49" fmla="*/ 2147483647 h 1518"/>
                  <a:gd name="T50" fmla="*/ 2147483647 w 1350"/>
                  <a:gd name="T51" fmla="*/ 2147483647 h 1518"/>
                  <a:gd name="T52" fmla="*/ 2147483647 w 1350"/>
                  <a:gd name="T53" fmla="*/ 2147483647 h 1518"/>
                  <a:gd name="T54" fmla="*/ 2147483647 w 1350"/>
                  <a:gd name="T55" fmla="*/ 2147483647 h 1518"/>
                  <a:gd name="T56" fmla="*/ 2147483647 w 1350"/>
                  <a:gd name="T57" fmla="*/ 2147483647 h 1518"/>
                  <a:gd name="T58" fmla="*/ 2147483647 w 1350"/>
                  <a:gd name="T59" fmla="*/ 2147483647 h 1518"/>
                  <a:gd name="T60" fmla="*/ 2147483647 w 1350"/>
                  <a:gd name="T61" fmla="*/ 2147483647 h 1518"/>
                  <a:gd name="T62" fmla="*/ 2147483647 w 1350"/>
                  <a:gd name="T63" fmla="*/ 2147483647 h 1518"/>
                  <a:gd name="T64" fmla="*/ 2147483647 w 1350"/>
                  <a:gd name="T65" fmla="*/ 2147483647 h 1518"/>
                  <a:gd name="T66" fmla="*/ 2147483647 w 1350"/>
                  <a:gd name="T67" fmla="*/ 2147483647 h 1518"/>
                  <a:gd name="T68" fmla="*/ 2147483647 w 1350"/>
                  <a:gd name="T69" fmla="*/ 2147483647 h 1518"/>
                  <a:gd name="T70" fmla="*/ 2147483647 w 1350"/>
                  <a:gd name="T71" fmla="*/ 2147483647 h 1518"/>
                  <a:gd name="T72" fmla="*/ 2147483647 w 1350"/>
                  <a:gd name="T73" fmla="*/ 2147483647 h 1518"/>
                  <a:gd name="T74" fmla="*/ 2147483647 w 1350"/>
                  <a:gd name="T75" fmla="*/ 2147483647 h 1518"/>
                  <a:gd name="T76" fmla="*/ 2147483647 w 1350"/>
                  <a:gd name="T77" fmla="*/ 2147483647 h 1518"/>
                  <a:gd name="T78" fmla="*/ 2147483647 w 1350"/>
                  <a:gd name="T79" fmla="*/ 2147483647 h 1518"/>
                  <a:gd name="T80" fmla="*/ 2147483647 w 1350"/>
                  <a:gd name="T81" fmla="*/ 2147483647 h 1518"/>
                  <a:gd name="T82" fmla="*/ 2147483647 w 1350"/>
                  <a:gd name="T83" fmla="*/ 2147483647 h 1518"/>
                  <a:gd name="T84" fmla="*/ 2147483647 w 1350"/>
                  <a:gd name="T85" fmla="*/ 2147483647 h 1518"/>
                  <a:gd name="T86" fmla="*/ 2147483647 w 1350"/>
                  <a:gd name="T87" fmla="*/ 2147483647 h 1518"/>
                  <a:gd name="T88" fmla="*/ 2147483647 w 1350"/>
                  <a:gd name="T89" fmla="*/ 2147483647 h 1518"/>
                  <a:gd name="T90" fmla="*/ 2147483647 w 1350"/>
                  <a:gd name="T91" fmla="*/ 2147483647 h 1518"/>
                  <a:gd name="T92" fmla="*/ 2147483647 w 1350"/>
                  <a:gd name="T93" fmla="*/ 2147483647 h 1518"/>
                  <a:gd name="T94" fmla="*/ 2147483647 w 1350"/>
                  <a:gd name="T95" fmla="*/ 2147483647 h 1518"/>
                  <a:gd name="T96" fmla="*/ 2147483647 w 1350"/>
                  <a:gd name="T97" fmla="*/ 2147483647 h 1518"/>
                  <a:gd name="T98" fmla="*/ 2147483647 w 1350"/>
                  <a:gd name="T99" fmla="*/ 2147483647 h 1518"/>
                  <a:gd name="T100" fmla="*/ 2147483647 w 1350"/>
                  <a:gd name="T101" fmla="*/ 2147483647 h 1518"/>
                  <a:gd name="T102" fmla="*/ 2147483647 w 1350"/>
                  <a:gd name="T103" fmla="*/ 2147483647 h 1518"/>
                  <a:gd name="T104" fmla="*/ 2147483647 w 1350"/>
                  <a:gd name="T105" fmla="*/ 2147483647 h 1518"/>
                  <a:gd name="T106" fmla="*/ 2147483647 w 1350"/>
                  <a:gd name="T107" fmla="*/ 2147483647 h 1518"/>
                  <a:gd name="T108" fmla="*/ 2147483647 w 1350"/>
                  <a:gd name="T109" fmla="*/ 2147483647 h 1518"/>
                  <a:gd name="T110" fmla="*/ 2147483647 w 1350"/>
                  <a:gd name="T111" fmla="*/ 2147483647 h 1518"/>
                  <a:gd name="T112" fmla="*/ 2147483647 w 1350"/>
                  <a:gd name="T113" fmla="*/ 2147483647 h 1518"/>
                  <a:gd name="T114" fmla="*/ 2147483647 w 1350"/>
                  <a:gd name="T115" fmla="*/ 2147483647 h 1518"/>
                  <a:gd name="T116" fmla="*/ 2147483647 w 1350"/>
                  <a:gd name="T117" fmla="*/ 2147483647 h 1518"/>
                  <a:gd name="T118" fmla="*/ 2147483647 w 1350"/>
                  <a:gd name="T119" fmla="*/ 2147483647 h 1518"/>
                  <a:gd name="T120" fmla="*/ 2147483647 w 1350"/>
                  <a:gd name="T121" fmla="*/ 2147483647 h 1518"/>
                  <a:gd name="T122" fmla="*/ 2147483647 w 1350"/>
                  <a:gd name="T123" fmla="*/ 2147483647 h 1518"/>
                  <a:gd name="T124" fmla="*/ 2147483647 w 1350"/>
                  <a:gd name="T125" fmla="*/ 2147483647 h 151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350"/>
                  <a:gd name="T190" fmla="*/ 0 h 1518"/>
                  <a:gd name="T191" fmla="*/ 1350 w 1350"/>
                  <a:gd name="T192" fmla="*/ 1518 h 1518"/>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350" h="1518">
                    <a:moveTo>
                      <a:pt x="1242" y="468"/>
                    </a:moveTo>
                    <a:lnTo>
                      <a:pt x="1242" y="438"/>
                    </a:lnTo>
                    <a:lnTo>
                      <a:pt x="1260" y="366"/>
                    </a:lnTo>
                    <a:lnTo>
                      <a:pt x="1278" y="354"/>
                    </a:lnTo>
                    <a:lnTo>
                      <a:pt x="1278" y="342"/>
                    </a:lnTo>
                    <a:lnTo>
                      <a:pt x="1302" y="330"/>
                    </a:lnTo>
                    <a:lnTo>
                      <a:pt x="1308" y="318"/>
                    </a:lnTo>
                    <a:lnTo>
                      <a:pt x="1320" y="312"/>
                    </a:lnTo>
                    <a:lnTo>
                      <a:pt x="1332" y="288"/>
                    </a:lnTo>
                    <a:lnTo>
                      <a:pt x="1344" y="276"/>
                    </a:lnTo>
                    <a:lnTo>
                      <a:pt x="1350" y="264"/>
                    </a:lnTo>
                    <a:lnTo>
                      <a:pt x="1350" y="252"/>
                    </a:lnTo>
                    <a:lnTo>
                      <a:pt x="1344" y="246"/>
                    </a:lnTo>
                    <a:lnTo>
                      <a:pt x="1332" y="240"/>
                    </a:lnTo>
                    <a:lnTo>
                      <a:pt x="1320" y="240"/>
                    </a:lnTo>
                    <a:lnTo>
                      <a:pt x="1314" y="234"/>
                    </a:lnTo>
                    <a:lnTo>
                      <a:pt x="1314" y="222"/>
                    </a:lnTo>
                    <a:lnTo>
                      <a:pt x="1320" y="210"/>
                    </a:lnTo>
                    <a:lnTo>
                      <a:pt x="1326" y="204"/>
                    </a:lnTo>
                    <a:lnTo>
                      <a:pt x="1326" y="198"/>
                    </a:lnTo>
                    <a:lnTo>
                      <a:pt x="1320" y="192"/>
                    </a:lnTo>
                    <a:lnTo>
                      <a:pt x="1308" y="186"/>
                    </a:lnTo>
                    <a:lnTo>
                      <a:pt x="1326" y="168"/>
                    </a:lnTo>
                    <a:lnTo>
                      <a:pt x="1320" y="144"/>
                    </a:lnTo>
                    <a:lnTo>
                      <a:pt x="1302" y="144"/>
                    </a:lnTo>
                    <a:lnTo>
                      <a:pt x="1296" y="120"/>
                    </a:lnTo>
                    <a:lnTo>
                      <a:pt x="1290" y="120"/>
                    </a:lnTo>
                    <a:lnTo>
                      <a:pt x="1284" y="114"/>
                    </a:lnTo>
                    <a:lnTo>
                      <a:pt x="1272" y="108"/>
                    </a:lnTo>
                    <a:lnTo>
                      <a:pt x="1260" y="96"/>
                    </a:lnTo>
                    <a:lnTo>
                      <a:pt x="1254" y="84"/>
                    </a:lnTo>
                    <a:lnTo>
                      <a:pt x="1248" y="66"/>
                    </a:lnTo>
                    <a:lnTo>
                      <a:pt x="1236" y="60"/>
                    </a:lnTo>
                    <a:lnTo>
                      <a:pt x="1230" y="54"/>
                    </a:lnTo>
                    <a:lnTo>
                      <a:pt x="1218" y="66"/>
                    </a:lnTo>
                    <a:lnTo>
                      <a:pt x="1218" y="72"/>
                    </a:lnTo>
                    <a:lnTo>
                      <a:pt x="1206" y="84"/>
                    </a:lnTo>
                    <a:lnTo>
                      <a:pt x="1200" y="84"/>
                    </a:lnTo>
                    <a:lnTo>
                      <a:pt x="1188" y="78"/>
                    </a:lnTo>
                    <a:lnTo>
                      <a:pt x="1188" y="72"/>
                    </a:lnTo>
                    <a:lnTo>
                      <a:pt x="1176" y="66"/>
                    </a:lnTo>
                    <a:lnTo>
                      <a:pt x="1164" y="66"/>
                    </a:lnTo>
                    <a:lnTo>
                      <a:pt x="1158" y="72"/>
                    </a:lnTo>
                    <a:lnTo>
                      <a:pt x="1152" y="84"/>
                    </a:lnTo>
                    <a:lnTo>
                      <a:pt x="1146" y="90"/>
                    </a:lnTo>
                    <a:lnTo>
                      <a:pt x="1098" y="66"/>
                    </a:lnTo>
                    <a:lnTo>
                      <a:pt x="1098" y="42"/>
                    </a:lnTo>
                    <a:lnTo>
                      <a:pt x="1068" y="18"/>
                    </a:lnTo>
                    <a:lnTo>
                      <a:pt x="1062" y="6"/>
                    </a:lnTo>
                    <a:lnTo>
                      <a:pt x="1044" y="24"/>
                    </a:lnTo>
                    <a:lnTo>
                      <a:pt x="1026" y="30"/>
                    </a:lnTo>
                    <a:lnTo>
                      <a:pt x="1002" y="30"/>
                    </a:lnTo>
                    <a:lnTo>
                      <a:pt x="990" y="18"/>
                    </a:lnTo>
                    <a:lnTo>
                      <a:pt x="990" y="12"/>
                    </a:lnTo>
                    <a:lnTo>
                      <a:pt x="954" y="18"/>
                    </a:lnTo>
                    <a:lnTo>
                      <a:pt x="942" y="6"/>
                    </a:lnTo>
                    <a:lnTo>
                      <a:pt x="942" y="0"/>
                    </a:lnTo>
                    <a:lnTo>
                      <a:pt x="936" y="0"/>
                    </a:lnTo>
                    <a:lnTo>
                      <a:pt x="918" y="18"/>
                    </a:lnTo>
                    <a:lnTo>
                      <a:pt x="918" y="30"/>
                    </a:lnTo>
                    <a:lnTo>
                      <a:pt x="906" y="30"/>
                    </a:lnTo>
                    <a:lnTo>
                      <a:pt x="900" y="36"/>
                    </a:lnTo>
                    <a:lnTo>
                      <a:pt x="876" y="36"/>
                    </a:lnTo>
                    <a:lnTo>
                      <a:pt x="864" y="24"/>
                    </a:lnTo>
                    <a:lnTo>
                      <a:pt x="840" y="42"/>
                    </a:lnTo>
                    <a:lnTo>
                      <a:pt x="822" y="42"/>
                    </a:lnTo>
                    <a:lnTo>
                      <a:pt x="810" y="54"/>
                    </a:lnTo>
                    <a:lnTo>
                      <a:pt x="798" y="60"/>
                    </a:lnTo>
                    <a:lnTo>
                      <a:pt x="792" y="66"/>
                    </a:lnTo>
                    <a:lnTo>
                      <a:pt x="786" y="66"/>
                    </a:lnTo>
                    <a:lnTo>
                      <a:pt x="762" y="42"/>
                    </a:lnTo>
                    <a:lnTo>
                      <a:pt x="756" y="54"/>
                    </a:lnTo>
                    <a:lnTo>
                      <a:pt x="738" y="72"/>
                    </a:lnTo>
                    <a:lnTo>
                      <a:pt x="738" y="84"/>
                    </a:lnTo>
                    <a:lnTo>
                      <a:pt x="732" y="90"/>
                    </a:lnTo>
                    <a:lnTo>
                      <a:pt x="726" y="102"/>
                    </a:lnTo>
                    <a:lnTo>
                      <a:pt x="720" y="108"/>
                    </a:lnTo>
                    <a:lnTo>
                      <a:pt x="708" y="102"/>
                    </a:lnTo>
                    <a:lnTo>
                      <a:pt x="702" y="96"/>
                    </a:lnTo>
                    <a:lnTo>
                      <a:pt x="690" y="90"/>
                    </a:lnTo>
                    <a:lnTo>
                      <a:pt x="642" y="90"/>
                    </a:lnTo>
                    <a:lnTo>
                      <a:pt x="630" y="84"/>
                    </a:lnTo>
                    <a:lnTo>
                      <a:pt x="624" y="78"/>
                    </a:lnTo>
                    <a:lnTo>
                      <a:pt x="582" y="78"/>
                    </a:lnTo>
                    <a:lnTo>
                      <a:pt x="582" y="48"/>
                    </a:lnTo>
                    <a:lnTo>
                      <a:pt x="576" y="42"/>
                    </a:lnTo>
                    <a:lnTo>
                      <a:pt x="558" y="42"/>
                    </a:lnTo>
                    <a:lnTo>
                      <a:pt x="558" y="30"/>
                    </a:lnTo>
                    <a:lnTo>
                      <a:pt x="546" y="24"/>
                    </a:lnTo>
                    <a:lnTo>
                      <a:pt x="534" y="24"/>
                    </a:lnTo>
                    <a:lnTo>
                      <a:pt x="516" y="18"/>
                    </a:lnTo>
                    <a:lnTo>
                      <a:pt x="504" y="18"/>
                    </a:lnTo>
                    <a:lnTo>
                      <a:pt x="492" y="24"/>
                    </a:lnTo>
                    <a:lnTo>
                      <a:pt x="486" y="30"/>
                    </a:lnTo>
                    <a:lnTo>
                      <a:pt x="486" y="36"/>
                    </a:lnTo>
                    <a:lnTo>
                      <a:pt x="480" y="48"/>
                    </a:lnTo>
                    <a:lnTo>
                      <a:pt x="480" y="54"/>
                    </a:lnTo>
                    <a:lnTo>
                      <a:pt x="474" y="66"/>
                    </a:lnTo>
                    <a:lnTo>
                      <a:pt x="462" y="78"/>
                    </a:lnTo>
                    <a:lnTo>
                      <a:pt x="456" y="78"/>
                    </a:lnTo>
                    <a:lnTo>
                      <a:pt x="444" y="90"/>
                    </a:lnTo>
                    <a:lnTo>
                      <a:pt x="444" y="102"/>
                    </a:lnTo>
                    <a:lnTo>
                      <a:pt x="450" y="102"/>
                    </a:lnTo>
                    <a:lnTo>
                      <a:pt x="450" y="120"/>
                    </a:lnTo>
                    <a:lnTo>
                      <a:pt x="438" y="138"/>
                    </a:lnTo>
                    <a:lnTo>
                      <a:pt x="450" y="150"/>
                    </a:lnTo>
                    <a:lnTo>
                      <a:pt x="450" y="186"/>
                    </a:lnTo>
                    <a:lnTo>
                      <a:pt x="444" y="198"/>
                    </a:lnTo>
                    <a:lnTo>
                      <a:pt x="438" y="216"/>
                    </a:lnTo>
                    <a:lnTo>
                      <a:pt x="426" y="228"/>
                    </a:lnTo>
                    <a:lnTo>
                      <a:pt x="414" y="252"/>
                    </a:lnTo>
                    <a:lnTo>
                      <a:pt x="408" y="258"/>
                    </a:lnTo>
                    <a:lnTo>
                      <a:pt x="408" y="288"/>
                    </a:lnTo>
                    <a:lnTo>
                      <a:pt x="414" y="300"/>
                    </a:lnTo>
                    <a:lnTo>
                      <a:pt x="414" y="324"/>
                    </a:lnTo>
                    <a:lnTo>
                      <a:pt x="396" y="360"/>
                    </a:lnTo>
                    <a:lnTo>
                      <a:pt x="396" y="372"/>
                    </a:lnTo>
                    <a:lnTo>
                      <a:pt x="402" y="378"/>
                    </a:lnTo>
                    <a:lnTo>
                      <a:pt x="408" y="390"/>
                    </a:lnTo>
                    <a:lnTo>
                      <a:pt x="408" y="414"/>
                    </a:lnTo>
                    <a:lnTo>
                      <a:pt x="402" y="426"/>
                    </a:lnTo>
                    <a:lnTo>
                      <a:pt x="390" y="432"/>
                    </a:lnTo>
                    <a:lnTo>
                      <a:pt x="390" y="486"/>
                    </a:lnTo>
                    <a:lnTo>
                      <a:pt x="384" y="492"/>
                    </a:lnTo>
                    <a:lnTo>
                      <a:pt x="372" y="498"/>
                    </a:lnTo>
                    <a:lnTo>
                      <a:pt x="366" y="510"/>
                    </a:lnTo>
                    <a:lnTo>
                      <a:pt x="318" y="534"/>
                    </a:lnTo>
                    <a:lnTo>
                      <a:pt x="312" y="540"/>
                    </a:lnTo>
                    <a:lnTo>
                      <a:pt x="306" y="552"/>
                    </a:lnTo>
                    <a:lnTo>
                      <a:pt x="306" y="588"/>
                    </a:lnTo>
                    <a:lnTo>
                      <a:pt x="282" y="612"/>
                    </a:lnTo>
                    <a:lnTo>
                      <a:pt x="276" y="612"/>
                    </a:lnTo>
                    <a:lnTo>
                      <a:pt x="282" y="714"/>
                    </a:lnTo>
                    <a:lnTo>
                      <a:pt x="252" y="756"/>
                    </a:lnTo>
                    <a:lnTo>
                      <a:pt x="246" y="762"/>
                    </a:lnTo>
                    <a:lnTo>
                      <a:pt x="228" y="762"/>
                    </a:lnTo>
                    <a:lnTo>
                      <a:pt x="216" y="774"/>
                    </a:lnTo>
                    <a:lnTo>
                      <a:pt x="210" y="786"/>
                    </a:lnTo>
                    <a:lnTo>
                      <a:pt x="192" y="804"/>
                    </a:lnTo>
                    <a:lnTo>
                      <a:pt x="186" y="816"/>
                    </a:lnTo>
                    <a:lnTo>
                      <a:pt x="180" y="822"/>
                    </a:lnTo>
                    <a:lnTo>
                      <a:pt x="168" y="828"/>
                    </a:lnTo>
                    <a:lnTo>
                      <a:pt x="150" y="828"/>
                    </a:lnTo>
                    <a:lnTo>
                      <a:pt x="144" y="822"/>
                    </a:lnTo>
                    <a:lnTo>
                      <a:pt x="150" y="810"/>
                    </a:lnTo>
                    <a:lnTo>
                      <a:pt x="150" y="780"/>
                    </a:lnTo>
                    <a:lnTo>
                      <a:pt x="144" y="780"/>
                    </a:lnTo>
                    <a:lnTo>
                      <a:pt x="126" y="798"/>
                    </a:lnTo>
                    <a:lnTo>
                      <a:pt x="102" y="792"/>
                    </a:lnTo>
                    <a:lnTo>
                      <a:pt x="102" y="810"/>
                    </a:lnTo>
                    <a:lnTo>
                      <a:pt x="96" y="822"/>
                    </a:lnTo>
                    <a:lnTo>
                      <a:pt x="90" y="828"/>
                    </a:lnTo>
                    <a:lnTo>
                      <a:pt x="78" y="828"/>
                    </a:lnTo>
                    <a:lnTo>
                      <a:pt x="72" y="822"/>
                    </a:lnTo>
                    <a:lnTo>
                      <a:pt x="72" y="816"/>
                    </a:lnTo>
                    <a:lnTo>
                      <a:pt x="66" y="810"/>
                    </a:lnTo>
                    <a:lnTo>
                      <a:pt x="66" y="804"/>
                    </a:lnTo>
                    <a:lnTo>
                      <a:pt x="54" y="804"/>
                    </a:lnTo>
                    <a:lnTo>
                      <a:pt x="48" y="816"/>
                    </a:lnTo>
                    <a:lnTo>
                      <a:pt x="12" y="846"/>
                    </a:lnTo>
                    <a:lnTo>
                      <a:pt x="18" y="858"/>
                    </a:lnTo>
                    <a:lnTo>
                      <a:pt x="18" y="864"/>
                    </a:lnTo>
                    <a:lnTo>
                      <a:pt x="24" y="876"/>
                    </a:lnTo>
                    <a:lnTo>
                      <a:pt x="24" y="882"/>
                    </a:lnTo>
                    <a:lnTo>
                      <a:pt x="18" y="888"/>
                    </a:lnTo>
                    <a:lnTo>
                      <a:pt x="6" y="894"/>
                    </a:lnTo>
                    <a:lnTo>
                      <a:pt x="0" y="900"/>
                    </a:lnTo>
                    <a:lnTo>
                      <a:pt x="6" y="906"/>
                    </a:lnTo>
                    <a:lnTo>
                      <a:pt x="6" y="912"/>
                    </a:lnTo>
                    <a:lnTo>
                      <a:pt x="18" y="918"/>
                    </a:lnTo>
                    <a:lnTo>
                      <a:pt x="18" y="924"/>
                    </a:lnTo>
                    <a:lnTo>
                      <a:pt x="54" y="906"/>
                    </a:lnTo>
                    <a:lnTo>
                      <a:pt x="78" y="912"/>
                    </a:lnTo>
                    <a:lnTo>
                      <a:pt x="84" y="906"/>
                    </a:lnTo>
                    <a:lnTo>
                      <a:pt x="96" y="912"/>
                    </a:lnTo>
                    <a:lnTo>
                      <a:pt x="120" y="906"/>
                    </a:lnTo>
                    <a:lnTo>
                      <a:pt x="132" y="912"/>
                    </a:lnTo>
                    <a:lnTo>
                      <a:pt x="162" y="912"/>
                    </a:lnTo>
                    <a:lnTo>
                      <a:pt x="174" y="906"/>
                    </a:lnTo>
                    <a:lnTo>
                      <a:pt x="186" y="906"/>
                    </a:lnTo>
                    <a:lnTo>
                      <a:pt x="198" y="912"/>
                    </a:lnTo>
                    <a:lnTo>
                      <a:pt x="228" y="912"/>
                    </a:lnTo>
                    <a:lnTo>
                      <a:pt x="246" y="906"/>
                    </a:lnTo>
                    <a:lnTo>
                      <a:pt x="270" y="906"/>
                    </a:lnTo>
                    <a:lnTo>
                      <a:pt x="276" y="900"/>
                    </a:lnTo>
                    <a:lnTo>
                      <a:pt x="294" y="900"/>
                    </a:lnTo>
                    <a:lnTo>
                      <a:pt x="300" y="906"/>
                    </a:lnTo>
                    <a:lnTo>
                      <a:pt x="306" y="918"/>
                    </a:lnTo>
                    <a:lnTo>
                      <a:pt x="318" y="930"/>
                    </a:lnTo>
                    <a:lnTo>
                      <a:pt x="318" y="972"/>
                    </a:lnTo>
                    <a:lnTo>
                      <a:pt x="336" y="990"/>
                    </a:lnTo>
                    <a:lnTo>
                      <a:pt x="336" y="1014"/>
                    </a:lnTo>
                    <a:lnTo>
                      <a:pt x="330" y="1020"/>
                    </a:lnTo>
                    <a:lnTo>
                      <a:pt x="330" y="1026"/>
                    </a:lnTo>
                    <a:lnTo>
                      <a:pt x="336" y="1032"/>
                    </a:lnTo>
                    <a:lnTo>
                      <a:pt x="342" y="1032"/>
                    </a:lnTo>
                    <a:lnTo>
                      <a:pt x="354" y="1044"/>
                    </a:lnTo>
                    <a:lnTo>
                      <a:pt x="354" y="1056"/>
                    </a:lnTo>
                    <a:lnTo>
                      <a:pt x="360" y="1062"/>
                    </a:lnTo>
                    <a:lnTo>
                      <a:pt x="372" y="1086"/>
                    </a:lnTo>
                    <a:lnTo>
                      <a:pt x="402" y="1086"/>
                    </a:lnTo>
                    <a:lnTo>
                      <a:pt x="414" y="1092"/>
                    </a:lnTo>
                    <a:lnTo>
                      <a:pt x="420" y="1080"/>
                    </a:lnTo>
                    <a:lnTo>
                      <a:pt x="444" y="1080"/>
                    </a:lnTo>
                    <a:lnTo>
                      <a:pt x="456" y="1074"/>
                    </a:lnTo>
                    <a:lnTo>
                      <a:pt x="462" y="1080"/>
                    </a:lnTo>
                    <a:lnTo>
                      <a:pt x="504" y="1074"/>
                    </a:lnTo>
                    <a:lnTo>
                      <a:pt x="504" y="1056"/>
                    </a:lnTo>
                    <a:lnTo>
                      <a:pt x="510" y="1050"/>
                    </a:lnTo>
                    <a:lnTo>
                      <a:pt x="510" y="1044"/>
                    </a:lnTo>
                    <a:lnTo>
                      <a:pt x="522" y="1044"/>
                    </a:lnTo>
                    <a:lnTo>
                      <a:pt x="522" y="1032"/>
                    </a:lnTo>
                    <a:lnTo>
                      <a:pt x="516" y="1020"/>
                    </a:lnTo>
                    <a:lnTo>
                      <a:pt x="510" y="1014"/>
                    </a:lnTo>
                    <a:lnTo>
                      <a:pt x="510" y="1008"/>
                    </a:lnTo>
                    <a:lnTo>
                      <a:pt x="516" y="1002"/>
                    </a:lnTo>
                    <a:lnTo>
                      <a:pt x="564" y="1002"/>
                    </a:lnTo>
                    <a:lnTo>
                      <a:pt x="564" y="996"/>
                    </a:lnTo>
                    <a:lnTo>
                      <a:pt x="576" y="996"/>
                    </a:lnTo>
                    <a:lnTo>
                      <a:pt x="588" y="1002"/>
                    </a:lnTo>
                    <a:lnTo>
                      <a:pt x="588" y="1026"/>
                    </a:lnTo>
                    <a:lnTo>
                      <a:pt x="678" y="1026"/>
                    </a:lnTo>
                    <a:lnTo>
                      <a:pt x="678" y="1050"/>
                    </a:lnTo>
                    <a:lnTo>
                      <a:pt x="666" y="1068"/>
                    </a:lnTo>
                    <a:lnTo>
                      <a:pt x="672" y="1086"/>
                    </a:lnTo>
                    <a:lnTo>
                      <a:pt x="684" y="1098"/>
                    </a:lnTo>
                    <a:lnTo>
                      <a:pt x="690" y="1110"/>
                    </a:lnTo>
                    <a:lnTo>
                      <a:pt x="690" y="1122"/>
                    </a:lnTo>
                    <a:lnTo>
                      <a:pt x="684" y="1134"/>
                    </a:lnTo>
                    <a:lnTo>
                      <a:pt x="678" y="1140"/>
                    </a:lnTo>
                    <a:lnTo>
                      <a:pt x="684" y="1164"/>
                    </a:lnTo>
                    <a:lnTo>
                      <a:pt x="684" y="1176"/>
                    </a:lnTo>
                    <a:lnTo>
                      <a:pt x="678" y="1182"/>
                    </a:lnTo>
                    <a:lnTo>
                      <a:pt x="678" y="1194"/>
                    </a:lnTo>
                    <a:lnTo>
                      <a:pt x="684" y="1212"/>
                    </a:lnTo>
                    <a:lnTo>
                      <a:pt x="696" y="1230"/>
                    </a:lnTo>
                    <a:lnTo>
                      <a:pt x="708" y="1254"/>
                    </a:lnTo>
                    <a:lnTo>
                      <a:pt x="714" y="1260"/>
                    </a:lnTo>
                    <a:lnTo>
                      <a:pt x="714" y="1278"/>
                    </a:lnTo>
                    <a:lnTo>
                      <a:pt x="708" y="1290"/>
                    </a:lnTo>
                    <a:lnTo>
                      <a:pt x="708" y="1302"/>
                    </a:lnTo>
                    <a:lnTo>
                      <a:pt x="702" y="1308"/>
                    </a:lnTo>
                    <a:lnTo>
                      <a:pt x="702" y="1332"/>
                    </a:lnTo>
                    <a:lnTo>
                      <a:pt x="708" y="1338"/>
                    </a:lnTo>
                    <a:lnTo>
                      <a:pt x="714" y="1338"/>
                    </a:lnTo>
                    <a:lnTo>
                      <a:pt x="720" y="1344"/>
                    </a:lnTo>
                    <a:lnTo>
                      <a:pt x="726" y="1326"/>
                    </a:lnTo>
                    <a:lnTo>
                      <a:pt x="756" y="1332"/>
                    </a:lnTo>
                    <a:lnTo>
                      <a:pt x="780" y="1326"/>
                    </a:lnTo>
                    <a:lnTo>
                      <a:pt x="780" y="1314"/>
                    </a:lnTo>
                    <a:lnTo>
                      <a:pt x="792" y="1314"/>
                    </a:lnTo>
                    <a:lnTo>
                      <a:pt x="804" y="1326"/>
                    </a:lnTo>
                    <a:lnTo>
                      <a:pt x="828" y="1326"/>
                    </a:lnTo>
                    <a:lnTo>
                      <a:pt x="834" y="1308"/>
                    </a:lnTo>
                    <a:lnTo>
                      <a:pt x="840" y="1320"/>
                    </a:lnTo>
                    <a:lnTo>
                      <a:pt x="858" y="1320"/>
                    </a:lnTo>
                    <a:lnTo>
                      <a:pt x="858" y="1350"/>
                    </a:lnTo>
                    <a:lnTo>
                      <a:pt x="864" y="1356"/>
                    </a:lnTo>
                    <a:lnTo>
                      <a:pt x="882" y="1356"/>
                    </a:lnTo>
                    <a:lnTo>
                      <a:pt x="882" y="1350"/>
                    </a:lnTo>
                    <a:lnTo>
                      <a:pt x="876" y="1344"/>
                    </a:lnTo>
                    <a:lnTo>
                      <a:pt x="918" y="1338"/>
                    </a:lnTo>
                    <a:lnTo>
                      <a:pt x="918" y="1356"/>
                    </a:lnTo>
                    <a:lnTo>
                      <a:pt x="924" y="1368"/>
                    </a:lnTo>
                    <a:lnTo>
                      <a:pt x="930" y="1374"/>
                    </a:lnTo>
                    <a:lnTo>
                      <a:pt x="948" y="1386"/>
                    </a:lnTo>
                    <a:lnTo>
                      <a:pt x="984" y="1392"/>
                    </a:lnTo>
                    <a:lnTo>
                      <a:pt x="1014" y="1398"/>
                    </a:lnTo>
                    <a:lnTo>
                      <a:pt x="1032" y="1398"/>
                    </a:lnTo>
                    <a:lnTo>
                      <a:pt x="1032" y="1392"/>
                    </a:lnTo>
                    <a:lnTo>
                      <a:pt x="1038" y="1386"/>
                    </a:lnTo>
                    <a:lnTo>
                      <a:pt x="1038" y="1368"/>
                    </a:lnTo>
                    <a:lnTo>
                      <a:pt x="1044" y="1362"/>
                    </a:lnTo>
                    <a:lnTo>
                      <a:pt x="1050" y="1362"/>
                    </a:lnTo>
                    <a:lnTo>
                      <a:pt x="1062" y="1374"/>
                    </a:lnTo>
                    <a:lnTo>
                      <a:pt x="1062" y="1386"/>
                    </a:lnTo>
                    <a:lnTo>
                      <a:pt x="1068" y="1392"/>
                    </a:lnTo>
                    <a:lnTo>
                      <a:pt x="1080" y="1392"/>
                    </a:lnTo>
                    <a:lnTo>
                      <a:pt x="1080" y="1404"/>
                    </a:lnTo>
                    <a:lnTo>
                      <a:pt x="1074" y="1404"/>
                    </a:lnTo>
                    <a:lnTo>
                      <a:pt x="1074" y="1416"/>
                    </a:lnTo>
                    <a:lnTo>
                      <a:pt x="1104" y="1416"/>
                    </a:lnTo>
                    <a:lnTo>
                      <a:pt x="1110" y="1422"/>
                    </a:lnTo>
                    <a:lnTo>
                      <a:pt x="1110" y="1434"/>
                    </a:lnTo>
                    <a:lnTo>
                      <a:pt x="1122" y="1434"/>
                    </a:lnTo>
                    <a:lnTo>
                      <a:pt x="1128" y="1428"/>
                    </a:lnTo>
                    <a:lnTo>
                      <a:pt x="1134" y="1428"/>
                    </a:lnTo>
                    <a:lnTo>
                      <a:pt x="1140" y="1434"/>
                    </a:lnTo>
                    <a:lnTo>
                      <a:pt x="1146" y="1446"/>
                    </a:lnTo>
                    <a:lnTo>
                      <a:pt x="1146" y="1452"/>
                    </a:lnTo>
                    <a:lnTo>
                      <a:pt x="1152" y="1464"/>
                    </a:lnTo>
                    <a:lnTo>
                      <a:pt x="1164" y="1464"/>
                    </a:lnTo>
                    <a:lnTo>
                      <a:pt x="1176" y="1476"/>
                    </a:lnTo>
                    <a:lnTo>
                      <a:pt x="1176" y="1488"/>
                    </a:lnTo>
                    <a:lnTo>
                      <a:pt x="1182" y="1500"/>
                    </a:lnTo>
                    <a:lnTo>
                      <a:pt x="1182" y="1512"/>
                    </a:lnTo>
                    <a:lnTo>
                      <a:pt x="1200" y="1512"/>
                    </a:lnTo>
                    <a:lnTo>
                      <a:pt x="1218" y="1500"/>
                    </a:lnTo>
                    <a:lnTo>
                      <a:pt x="1224" y="1512"/>
                    </a:lnTo>
                    <a:lnTo>
                      <a:pt x="1224" y="1518"/>
                    </a:lnTo>
                    <a:lnTo>
                      <a:pt x="1230" y="1518"/>
                    </a:lnTo>
                    <a:lnTo>
                      <a:pt x="1236" y="1500"/>
                    </a:lnTo>
                    <a:lnTo>
                      <a:pt x="1242" y="1464"/>
                    </a:lnTo>
                    <a:lnTo>
                      <a:pt x="1242" y="1416"/>
                    </a:lnTo>
                    <a:lnTo>
                      <a:pt x="1218" y="1416"/>
                    </a:lnTo>
                    <a:lnTo>
                      <a:pt x="1218" y="1434"/>
                    </a:lnTo>
                    <a:lnTo>
                      <a:pt x="1212" y="1440"/>
                    </a:lnTo>
                    <a:lnTo>
                      <a:pt x="1206" y="1440"/>
                    </a:lnTo>
                    <a:lnTo>
                      <a:pt x="1194" y="1434"/>
                    </a:lnTo>
                    <a:lnTo>
                      <a:pt x="1164" y="1404"/>
                    </a:lnTo>
                    <a:lnTo>
                      <a:pt x="1158" y="1404"/>
                    </a:lnTo>
                    <a:lnTo>
                      <a:pt x="1158" y="1398"/>
                    </a:lnTo>
                    <a:lnTo>
                      <a:pt x="1152" y="1398"/>
                    </a:lnTo>
                    <a:lnTo>
                      <a:pt x="1140" y="1386"/>
                    </a:lnTo>
                    <a:lnTo>
                      <a:pt x="1140" y="1362"/>
                    </a:lnTo>
                    <a:lnTo>
                      <a:pt x="1146" y="1350"/>
                    </a:lnTo>
                    <a:lnTo>
                      <a:pt x="1152" y="1332"/>
                    </a:lnTo>
                    <a:lnTo>
                      <a:pt x="1158" y="1320"/>
                    </a:lnTo>
                    <a:lnTo>
                      <a:pt x="1170" y="1308"/>
                    </a:lnTo>
                    <a:lnTo>
                      <a:pt x="1170" y="1254"/>
                    </a:lnTo>
                    <a:lnTo>
                      <a:pt x="1164" y="1236"/>
                    </a:lnTo>
                    <a:lnTo>
                      <a:pt x="1164" y="1212"/>
                    </a:lnTo>
                    <a:lnTo>
                      <a:pt x="1158" y="1206"/>
                    </a:lnTo>
                    <a:lnTo>
                      <a:pt x="1158" y="1200"/>
                    </a:lnTo>
                    <a:lnTo>
                      <a:pt x="1152" y="1194"/>
                    </a:lnTo>
                    <a:lnTo>
                      <a:pt x="1152" y="1188"/>
                    </a:lnTo>
                    <a:lnTo>
                      <a:pt x="1140" y="1176"/>
                    </a:lnTo>
                    <a:lnTo>
                      <a:pt x="1146" y="1176"/>
                    </a:lnTo>
                    <a:lnTo>
                      <a:pt x="1152" y="1170"/>
                    </a:lnTo>
                    <a:lnTo>
                      <a:pt x="1164" y="1164"/>
                    </a:lnTo>
                    <a:lnTo>
                      <a:pt x="1182" y="1146"/>
                    </a:lnTo>
                    <a:lnTo>
                      <a:pt x="1182" y="1116"/>
                    </a:lnTo>
                    <a:lnTo>
                      <a:pt x="1194" y="1116"/>
                    </a:lnTo>
                    <a:lnTo>
                      <a:pt x="1212" y="1110"/>
                    </a:lnTo>
                    <a:lnTo>
                      <a:pt x="1230" y="1110"/>
                    </a:lnTo>
                    <a:lnTo>
                      <a:pt x="1242" y="1104"/>
                    </a:lnTo>
                    <a:lnTo>
                      <a:pt x="1260" y="1104"/>
                    </a:lnTo>
                    <a:lnTo>
                      <a:pt x="1284" y="1092"/>
                    </a:lnTo>
                    <a:lnTo>
                      <a:pt x="1290" y="1092"/>
                    </a:lnTo>
                    <a:lnTo>
                      <a:pt x="1290" y="1086"/>
                    </a:lnTo>
                    <a:lnTo>
                      <a:pt x="1284" y="1074"/>
                    </a:lnTo>
                    <a:lnTo>
                      <a:pt x="1272" y="1062"/>
                    </a:lnTo>
                    <a:lnTo>
                      <a:pt x="1272" y="1014"/>
                    </a:lnTo>
                    <a:lnTo>
                      <a:pt x="1248" y="1014"/>
                    </a:lnTo>
                    <a:lnTo>
                      <a:pt x="1248" y="1008"/>
                    </a:lnTo>
                    <a:lnTo>
                      <a:pt x="1242" y="996"/>
                    </a:lnTo>
                    <a:lnTo>
                      <a:pt x="1242" y="978"/>
                    </a:lnTo>
                    <a:lnTo>
                      <a:pt x="1236" y="972"/>
                    </a:lnTo>
                    <a:lnTo>
                      <a:pt x="1224" y="966"/>
                    </a:lnTo>
                    <a:lnTo>
                      <a:pt x="1218" y="960"/>
                    </a:lnTo>
                    <a:lnTo>
                      <a:pt x="1206" y="936"/>
                    </a:lnTo>
                    <a:lnTo>
                      <a:pt x="1206" y="906"/>
                    </a:lnTo>
                    <a:lnTo>
                      <a:pt x="1212" y="900"/>
                    </a:lnTo>
                    <a:lnTo>
                      <a:pt x="1212" y="876"/>
                    </a:lnTo>
                    <a:lnTo>
                      <a:pt x="1200" y="864"/>
                    </a:lnTo>
                    <a:lnTo>
                      <a:pt x="1194" y="852"/>
                    </a:lnTo>
                    <a:lnTo>
                      <a:pt x="1194" y="804"/>
                    </a:lnTo>
                    <a:lnTo>
                      <a:pt x="1200" y="780"/>
                    </a:lnTo>
                    <a:lnTo>
                      <a:pt x="1200" y="750"/>
                    </a:lnTo>
                    <a:lnTo>
                      <a:pt x="1212" y="738"/>
                    </a:lnTo>
                    <a:lnTo>
                      <a:pt x="1218" y="744"/>
                    </a:lnTo>
                    <a:lnTo>
                      <a:pt x="1218" y="732"/>
                    </a:lnTo>
                    <a:lnTo>
                      <a:pt x="1224" y="726"/>
                    </a:lnTo>
                    <a:lnTo>
                      <a:pt x="1224" y="696"/>
                    </a:lnTo>
                    <a:lnTo>
                      <a:pt x="1218" y="690"/>
                    </a:lnTo>
                    <a:lnTo>
                      <a:pt x="1206" y="684"/>
                    </a:lnTo>
                    <a:lnTo>
                      <a:pt x="1200" y="678"/>
                    </a:lnTo>
                    <a:lnTo>
                      <a:pt x="1188" y="648"/>
                    </a:lnTo>
                    <a:lnTo>
                      <a:pt x="1182" y="642"/>
                    </a:lnTo>
                    <a:lnTo>
                      <a:pt x="1176" y="642"/>
                    </a:lnTo>
                    <a:lnTo>
                      <a:pt x="1176" y="636"/>
                    </a:lnTo>
                    <a:lnTo>
                      <a:pt x="1182" y="624"/>
                    </a:lnTo>
                    <a:lnTo>
                      <a:pt x="1194" y="618"/>
                    </a:lnTo>
                    <a:lnTo>
                      <a:pt x="1206" y="606"/>
                    </a:lnTo>
                    <a:lnTo>
                      <a:pt x="1206" y="594"/>
                    </a:lnTo>
                    <a:lnTo>
                      <a:pt x="1200" y="588"/>
                    </a:lnTo>
                    <a:lnTo>
                      <a:pt x="1194" y="576"/>
                    </a:lnTo>
                    <a:lnTo>
                      <a:pt x="1194" y="570"/>
                    </a:lnTo>
                    <a:lnTo>
                      <a:pt x="1200" y="564"/>
                    </a:lnTo>
                    <a:lnTo>
                      <a:pt x="1224" y="552"/>
                    </a:lnTo>
                    <a:lnTo>
                      <a:pt x="1230" y="546"/>
                    </a:lnTo>
                    <a:lnTo>
                      <a:pt x="1236" y="546"/>
                    </a:lnTo>
                    <a:lnTo>
                      <a:pt x="1242" y="468"/>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31" name="Congo (Brazzaville)" descr="© INSCALE GmbH, 05.05.2010&#10;http://www.presentationload.com/">
                <a:extLst>
                  <a:ext uri="{FF2B5EF4-FFF2-40B4-BE49-F238E27FC236}">
                    <a16:creationId xmlns:a16="http://schemas.microsoft.com/office/drawing/2014/main" id="{EF05765F-F2FE-7517-AC2B-8E93096FB077}"/>
                  </a:ext>
                </a:extLst>
              </p:cNvPr>
              <p:cNvSpPr>
                <a:spLocks/>
              </p:cNvSpPr>
              <p:nvPr/>
            </p:nvSpPr>
            <p:spPr bwMode="gray">
              <a:xfrm>
                <a:off x="2855" y="2492"/>
                <a:ext cx="136" cy="178"/>
              </a:xfrm>
              <a:custGeom>
                <a:avLst/>
                <a:gdLst>
                  <a:gd name="T0" fmla="*/ 2147483647 w 534"/>
                  <a:gd name="T1" fmla="*/ 2147483647 h 702"/>
                  <a:gd name="T2" fmla="*/ 2147483647 w 534"/>
                  <a:gd name="T3" fmla="*/ 2147483647 h 702"/>
                  <a:gd name="T4" fmla="*/ 2147483647 w 534"/>
                  <a:gd name="T5" fmla="*/ 2147483647 h 702"/>
                  <a:gd name="T6" fmla="*/ 2147483647 w 534"/>
                  <a:gd name="T7" fmla="*/ 2147483647 h 702"/>
                  <a:gd name="T8" fmla="*/ 2147483647 w 534"/>
                  <a:gd name="T9" fmla="*/ 2147483647 h 702"/>
                  <a:gd name="T10" fmla="*/ 2147483647 w 534"/>
                  <a:gd name="T11" fmla="*/ 2147483647 h 702"/>
                  <a:gd name="T12" fmla="*/ 2147483647 w 534"/>
                  <a:gd name="T13" fmla="*/ 2147483647 h 702"/>
                  <a:gd name="T14" fmla="*/ 2147483647 w 534"/>
                  <a:gd name="T15" fmla="*/ 2147483647 h 702"/>
                  <a:gd name="T16" fmla="*/ 2147483647 w 534"/>
                  <a:gd name="T17" fmla="*/ 2147483647 h 702"/>
                  <a:gd name="T18" fmla="*/ 2147483647 w 534"/>
                  <a:gd name="T19" fmla="*/ 2147483647 h 702"/>
                  <a:gd name="T20" fmla="*/ 2147483647 w 534"/>
                  <a:gd name="T21" fmla="*/ 2147483647 h 702"/>
                  <a:gd name="T22" fmla="*/ 2147483647 w 534"/>
                  <a:gd name="T23" fmla="*/ 2147483647 h 702"/>
                  <a:gd name="T24" fmla="*/ 2147483647 w 534"/>
                  <a:gd name="T25" fmla="*/ 2147483647 h 702"/>
                  <a:gd name="T26" fmla="*/ 2147483647 w 534"/>
                  <a:gd name="T27" fmla="*/ 2147483647 h 702"/>
                  <a:gd name="T28" fmla="*/ 2147483647 w 534"/>
                  <a:gd name="T29" fmla="*/ 2147483647 h 702"/>
                  <a:gd name="T30" fmla="*/ 2147483647 w 534"/>
                  <a:gd name="T31" fmla="*/ 2147483647 h 702"/>
                  <a:gd name="T32" fmla="*/ 2147483647 w 534"/>
                  <a:gd name="T33" fmla="*/ 2147483647 h 702"/>
                  <a:gd name="T34" fmla="*/ 2147483647 w 534"/>
                  <a:gd name="T35" fmla="*/ 2147483647 h 702"/>
                  <a:gd name="T36" fmla="*/ 2147483647 w 534"/>
                  <a:gd name="T37" fmla="*/ 2147483647 h 702"/>
                  <a:gd name="T38" fmla="*/ 2147483647 w 534"/>
                  <a:gd name="T39" fmla="*/ 2147483647 h 702"/>
                  <a:gd name="T40" fmla="*/ 2147483647 w 534"/>
                  <a:gd name="T41" fmla="*/ 2147483647 h 702"/>
                  <a:gd name="T42" fmla="*/ 2147483647 w 534"/>
                  <a:gd name="T43" fmla="*/ 2147483647 h 702"/>
                  <a:gd name="T44" fmla="*/ 2147483647 w 534"/>
                  <a:gd name="T45" fmla="*/ 2147483647 h 702"/>
                  <a:gd name="T46" fmla="*/ 2147483647 w 534"/>
                  <a:gd name="T47" fmla="*/ 2147483647 h 702"/>
                  <a:gd name="T48" fmla="*/ 2147483647 w 534"/>
                  <a:gd name="T49" fmla="*/ 2147483647 h 702"/>
                  <a:gd name="T50" fmla="*/ 0 w 534"/>
                  <a:gd name="T51" fmla="*/ 2147483647 h 702"/>
                  <a:gd name="T52" fmla="*/ 2147483647 w 534"/>
                  <a:gd name="T53" fmla="*/ 2147483647 h 702"/>
                  <a:gd name="T54" fmla="*/ 2147483647 w 534"/>
                  <a:gd name="T55" fmla="*/ 2147483647 h 702"/>
                  <a:gd name="T56" fmla="*/ 2147483647 w 534"/>
                  <a:gd name="T57" fmla="*/ 2147483647 h 702"/>
                  <a:gd name="T58" fmla="*/ 2147483647 w 534"/>
                  <a:gd name="T59" fmla="*/ 2147483647 h 702"/>
                  <a:gd name="T60" fmla="*/ 2147483647 w 534"/>
                  <a:gd name="T61" fmla="*/ 2147483647 h 702"/>
                  <a:gd name="T62" fmla="*/ 2147483647 w 534"/>
                  <a:gd name="T63" fmla="*/ 2147483647 h 702"/>
                  <a:gd name="T64" fmla="*/ 2147483647 w 534"/>
                  <a:gd name="T65" fmla="*/ 2147483647 h 702"/>
                  <a:gd name="T66" fmla="*/ 2147483647 w 534"/>
                  <a:gd name="T67" fmla="*/ 2147483647 h 702"/>
                  <a:gd name="T68" fmla="*/ 2147483647 w 534"/>
                  <a:gd name="T69" fmla="*/ 2147483647 h 702"/>
                  <a:gd name="T70" fmla="*/ 2147483647 w 534"/>
                  <a:gd name="T71" fmla="*/ 2147483647 h 702"/>
                  <a:gd name="T72" fmla="*/ 2147483647 w 534"/>
                  <a:gd name="T73" fmla="*/ 2147483647 h 702"/>
                  <a:gd name="T74" fmla="*/ 2147483647 w 534"/>
                  <a:gd name="T75" fmla="*/ 2147483647 h 702"/>
                  <a:gd name="T76" fmla="*/ 2147483647 w 534"/>
                  <a:gd name="T77" fmla="*/ 2147483647 h 702"/>
                  <a:gd name="T78" fmla="*/ 2147483647 w 534"/>
                  <a:gd name="T79" fmla="*/ 2147483647 h 702"/>
                  <a:gd name="T80" fmla="*/ 2147483647 w 534"/>
                  <a:gd name="T81" fmla="*/ 2147483647 h 702"/>
                  <a:gd name="T82" fmla="*/ 2147483647 w 534"/>
                  <a:gd name="T83" fmla="*/ 2147483647 h 702"/>
                  <a:gd name="T84" fmla="*/ 2147483647 w 534"/>
                  <a:gd name="T85" fmla="*/ 2147483647 h 702"/>
                  <a:gd name="T86" fmla="*/ 2147483647 w 534"/>
                  <a:gd name="T87" fmla="*/ 2147483647 h 702"/>
                  <a:gd name="T88" fmla="*/ 2147483647 w 534"/>
                  <a:gd name="T89" fmla="*/ 2147483647 h 702"/>
                  <a:gd name="T90" fmla="*/ 2147483647 w 534"/>
                  <a:gd name="T91" fmla="*/ 2147483647 h 702"/>
                  <a:gd name="T92" fmla="*/ 2147483647 w 534"/>
                  <a:gd name="T93" fmla="*/ 2147483647 h 702"/>
                  <a:gd name="T94" fmla="*/ 2147483647 w 534"/>
                  <a:gd name="T95" fmla="*/ 2147483647 h 702"/>
                  <a:gd name="T96" fmla="*/ 2147483647 w 534"/>
                  <a:gd name="T97" fmla="*/ 2147483647 h 702"/>
                  <a:gd name="T98" fmla="*/ 2147483647 w 534"/>
                  <a:gd name="T99" fmla="*/ 2147483647 h 702"/>
                  <a:gd name="T100" fmla="*/ 2147483647 w 534"/>
                  <a:gd name="T101" fmla="*/ 2147483647 h 702"/>
                  <a:gd name="T102" fmla="*/ 2147483647 w 534"/>
                  <a:gd name="T103" fmla="*/ 2147483647 h 70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34"/>
                  <a:gd name="T157" fmla="*/ 0 h 702"/>
                  <a:gd name="T158" fmla="*/ 534 w 534"/>
                  <a:gd name="T159" fmla="*/ 702 h 70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34" h="702">
                    <a:moveTo>
                      <a:pt x="366" y="120"/>
                    </a:moveTo>
                    <a:lnTo>
                      <a:pt x="360" y="126"/>
                    </a:lnTo>
                    <a:lnTo>
                      <a:pt x="354" y="168"/>
                    </a:lnTo>
                    <a:lnTo>
                      <a:pt x="330" y="144"/>
                    </a:lnTo>
                    <a:lnTo>
                      <a:pt x="294" y="144"/>
                    </a:lnTo>
                    <a:lnTo>
                      <a:pt x="288" y="138"/>
                    </a:lnTo>
                    <a:lnTo>
                      <a:pt x="276" y="138"/>
                    </a:lnTo>
                    <a:lnTo>
                      <a:pt x="270" y="132"/>
                    </a:lnTo>
                    <a:lnTo>
                      <a:pt x="258" y="126"/>
                    </a:lnTo>
                    <a:lnTo>
                      <a:pt x="210" y="126"/>
                    </a:lnTo>
                    <a:lnTo>
                      <a:pt x="192" y="132"/>
                    </a:lnTo>
                    <a:lnTo>
                      <a:pt x="162" y="132"/>
                    </a:lnTo>
                    <a:lnTo>
                      <a:pt x="144" y="162"/>
                    </a:lnTo>
                    <a:lnTo>
                      <a:pt x="150" y="198"/>
                    </a:lnTo>
                    <a:lnTo>
                      <a:pt x="156" y="204"/>
                    </a:lnTo>
                    <a:lnTo>
                      <a:pt x="180" y="204"/>
                    </a:lnTo>
                    <a:lnTo>
                      <a:pt x="186" y="198"/>
                    </a:lnTo>
                    <a:lnTo>
                      <a:pt x="186" y="180"/>
                    </a:lnTo>
                    <a:lnTo>
                      <a:pt x="204" y="180"/>
                    </a:lnTo>
                    <a:lnTo>
                      <a:pt x="210" y="186"/>
                    </a:lnTo>
                    <a:lnTo>
                      <a:pt x="222" y="186"/>
                    </a:lnTo>
                    <a:lnTo>
                      <a:pt x="222" y="192"/>
                    </a:lnTo>
                    <a:lnTo>
                      <a:pt x="228" y="198"/>
                    </a:lnTo>
                    <a:lnTo>
                      <a:pt x="228" y="216"/>
                    </a:lnTo>
                    <a:lnTo>
                      <a:pt x="240" y="222"/>
                    </a:lnTo>
                    <a:lnTo>
                      <a:pt x="240" y="234"/>
                    </a:lnTo>
                    <a:lnTo>
                      <a:pt x="234" y="240"/>
                    </a:lnTo>
                    <a:lnTo>
                      <a:pt x="228" y="252"/>
                    </a:lnTo>
                    <a:lnTo>
                      <a:pt x="222" y="258"/>
                    </a:lnTo>
                    <a:lnTo>
                      <a:pt x="210" y="258"/>
                    </a:lnTo>
                    <a:lnTo>
                      <a:pt x="198" y="282"/>
                    </a:lnTo>
                    <a:lnTo>
                      <a:pt x="198" y="318"/>
                    </a:lnTo>
                    <a:lnTo>
                      <a:pt x="216" y="324"/>
                    </a:lnTo>
                    <a:lnTo>
                      <a:pt x="222" y="342"/>
                    </a:lnTo>
                    <a:lnTo>
                      <a:pt x="240" y="342"/>
                    </a:lnTo>
                    <a:lnTo>
                      <a:pt x="246" y="348"/>
                    </a:lnTo>
                    <a:lnTo>
                      <a:pt x="246" y="360"/>
                    </a:lnTo>
                    <a:lnTo>
                      <a:pt x="240" y="366"/>
                    </a:lnTo>
                    <a:lnTo>
                      <a:pt x="240" y="414"/>
                    </a:lnTo>
                    <a:lnTo>
                      <a:pt x="234" y="426"/>
                    </a:lnTo>
                    <a:lnTo>
                      <a:pt x="240" y="450"/>
                    </a:lnTo>
                    <a:lnTo>
                      <a:pt x="234" y="456"/>
                    </a:lnTo>
                    <a:lnTo>
                      <a:pt x="222" y="462"/>
                    </a:lnTo>
                    <a:lnTo>
                      <a:pt x="222" y="486"/>
                    </a:lnTo>
                    <a:lnTo>
                      <a:pt x="216" y="498"/>
                    </a:lnTo>
                    <a:lnTo>
                      <a:pt x="210" y="504"/>
                    </a:lnTo>
                    <a:lnTo>
                      <a:pt x="198" y="504"/>
                    </a:lnTo>
                    <a:lnTo>
                      <a:pt x="192" y="498"/>
                    </a:lnTo>
                    <a:lnTo>
                      <a:pt x="192" y="468"/>
                    </a:lnTo>
                    <a:lnTo>
                      <a:pt x="186" y="468"/>
                    </a:lnTo>
                    <a:lnTo>
                      <a:pt x="180" y="474"/>
                    </a:lnTo>
                    <a:lnTo>
                      <a:pt x="174" y="486"/>
                    </a:lnTo>
                    <a:lnTo>
                      <a:pt x="168" y="492"/>
                    </a:lnTo>
                    <a:lnTo>
                      <a:pt x="138" y="492"/>
                    </a:lnTo>
                    <a:lnTo>
                      <a:pt x="120" y="450"/>
                    </a:lnTo>
                    <a:lnTo>
                      <a:pt x="90" y="450"/>
                    </a:lnTo>
                    <a:lnTo>
                      <a:pt x="90" y="456"/>
                    </a:lnTo>
                    <a:lnTo>
                      <a:pt x="108" y="474"/>
                    </a:lnTo>
                    <a:lnTo>
                      <a:pt x="96" y="480"/>
                    </a:lnTo>
                    <a:lnTo>
                      <a:pt x="90" y="492"/>
                    </a:lnTo>
                    <a:lnTo>
                      <a:pt x="84" y="498"/>
                    </a:lnTo>
                    <a:lnTo>
                      <a:pt x="66" y="498"/>
                    </a:lnTo>
                    <a:lnTo>
                      <a:pt x="54" y="492"/>
                    </a:lnTo>
                    <a:lnTo>
                      <a:pt x="42" y="492"/>
                    </a:lnTo>
                    <a:lnTo>
                      <a:pt x="36" y="486"/>
                    </a:lnTo>
                    <a:lnTo>
                      <a:pt x="30" y="486"/>
                    </a:lnTo>
                    <a:lnTo>
                      <a:pt x="30" y="504"/>
                    </a:lnTo>
                    <a:lnTo>
                      <a:pt x="36" y="510"/>
                    </a:lnTo>
                    <a:lnTo>
                      <a:pt x="36" y="522"/>
                    </a:lnTo>
                    <a:lnTo>
                      <a:pt x="24" y="522"/>
                    </a:lnTo>
                    <a:lnTo>
                      <a:pt x="54" y="540"/>
                    </a:lnTo>
                    <a:lnTo>
                      <a:pt x="36" y="552"/>
                    </a:lnTo>
                    <a:lnTo>
                      <a:pt x="54" y="564"/>
                    </a:lnTo>
                    <a:lnTo>
                      <a:pt x="54" y="600"/>
                    </a:lnTo>
                    <a:lnTo>
                      <a:pt x="48" y="606"/>
                    </a:lnTo>
                    <a:lnTo>
                      <a:pt x="30" y="588"/>
                    </a:lnTo>
                    <a:lnTo>
                      <a:pt x="6" y="600"/>
                    </a:lnTo>
                    <a:lnTo>
                      <a:pt x="0" y="618"/>
                    </a:lnTo>
                    <a:lnTo>
                      <a:pt x="54" y="666"/>
                    </a:lnTo>
                    <a:lnTo>
                      <a:pt x="54" y="684"/>
                    </a:lnTo>
                    <a:lnTo>
                      <a:pt x="72" y="702"/>
                    </a:lnTo>
                    <a:lnTo>
                      <a:pt x="72" y="690"/>
                    </a:lnTo>
                    <a:lnTo>
                      <a:pt x="90" y="690"/>
                    </a:lnTo>
                    <a:lnTo>
                      <a:pt x="90" y="672"/>
                    </a:lnTo>
                    <a:lnTo>
                      <a:pt x="102" y="666"/>
                    </a:lnTo>
                    <a:lnTo>
                      <a:pt x="108" y="660"/>
                    </a:lnTo>
                    <a:lnTo>
                      <a:pt x="120" y="654"/>
                    </a:lnTo>
                    <a:lnTo>
                      <a:pt x="126" y="648"/>
                    </a:lnTo>
                    <a:lnTo>
                      <a:pt x="132" y="654"/>
                    </a:lnTo>
                    <a:lnTo>
                      <a:pt x="132" y="660"/>
                    </a:lnTo>
                    <a:lnTo>
                      <a:pt x="138" y="666"/>
                    </a:lnTo>
                    <a:lnTo>
                      <a:pt x="138" y="672"/>
                    </a:lnTo>
                    <a:lnTo>
                      <a:pt x="150" y="672"/>
                    </a:lnTo>
                    <a:lnTo>
                      <a:pt x="150" y="678"/>
                    </a:lnTo>
                    <a:lnTo>
                      <a:pt x="156" y="684"/>
                    </a:lnTo>
                    <a:lnTo>
                      <a:pt x="156" y="690"/>
                    </a:lnTo>
                    <a:lnTo>
                      <a:pt x="162" y="696"/>
                    </a:lnTo>
                    <a:lnTo>
                      <a:pt x="174" y="696"/>
                    </a:lnTo>
                    <a:lnTo>
                      <a:pt x="180" y="690"/>
                    </a:lnTo>
                    <a:lnTo>
                      <a:pt x="186" y="678"/>
                    </a:lnTo>
                    <a:lnTo>
                      <a:pt x="186" y="660"/>
                    </a:lnTo>
                    <a:lnTo>
                      <a:pt x="210" y="666"/>
                    </a:lnTo>
                    <a:lnTo>
                      <a:pt x="228" y="648"/>
                    </a:lnTo>
                    <a:lnTo>
                      <a:pt x="234" y="648"/>
                    </a:lnTo>
                    <a:lnTo>
                      <a:pt x="234" y="678"/>
                    </a:lnTo>
                    <a:lnTo>
                      <a:pt x="228" y="690"/>
                    </a:lnTo>
                    <a:lnTo>
                      <a:pt x="234" y="696"/>
                    </a:lnTo>
                    <a:lnTo>
                      <a:pt x="252" y="696"/>
                    </a:lnTo>
                    <a:lnTo>
                      <a:pt x="264" y="690"/>
                    </a:lnTo>
                    <a:lnTo>
                      <a:pt x="270" y="684"/>
                    </a:lnTo>
                    <a:lnTo>
                      <a:pt x="276" y="672"/>
                    </a:lnTo>
                    <a:lnTo>
                      <a:pt x="294" y="654"/>
                    </a:lnTo>
                    <a:lnTo>
                      <a:pt x="300" y="642"/>
                    </a:lnTo>
                    <a:lnTo>
                      <a:pt x="312" y="630"/>
                    </a:lnTo>
                    <a:lnTo>
                      <a:pt x="330" y="630"/>
                    </a:lnTo>
                    <a:lnTo>
                      <a:pt x="336" y="624"/>
                    </a:lnTo>
                    <a:lnTo>
                      <a:pt x="366" y="582"/>
                    </a:lnTo>
                    <a:lnTo>
                      <a:pt x="360" y="480"/>
                    </a:lnTo>
                    <a:lnTo>
                      <a:pt x="366" y="480"/>
                    </a:lnTo>
                    <a:lnTo>
                      <a:pt x="390" y="456"/>
                    </a:lnTo>
                    <a:lnTo>
                      <a:pt x="390" y="420"/>
                    </a:lnTo>
                    <a:lnTo>
                      <a:pt x="396" y="408"/>
                    </a:lnTo>
                    <a:lnTo>
                      <a:pt x="402" y="402"/>
                    </a:lnTo>
                    <a:lnTo>
                      <a:pt x="450" y="378"/>
                    </a:lnTo>
                    <a:lnTo>
                      <a:pt x="456" y="366"/>
                    </a:lnTo>
                    <a:lnTo>
                      <a:pt x="468" y="360"/>
                    </a:lnTo>
                    <a:lnTo>
                      <a:pt x="474" y="354"/>
                    </a:lnTo>
                    <a:lnTo>
                      <a:pt x="474" y="300"/>
                    </a:lnTo>
                    <a:lnTo>
                      <a:pt x="486" y="294"/>
                    </a:lnTo>
                    <a:lnTo>
                      <a:pt x="492" y="282"/>
                    </a:lnTo>
                    <a:lnTo>
                      <a:pt x="492" y="258"/>
                    </a:lnTo>
                    <a:lnTo>
                      <a:pt x="486" y="246"/>
                    </a:lnTo>
                    <a:lnTo>
                      <a:pt x="480" y="240"/>
                    </a:lnTo>
                    <a:lnTo>
                      <a:pt x="480" y="228"/>
                    </a:lnTo>
                    <a:lnTo>
                      <a:pt x="498" y="192"/>
                    </a:lnTo>
                    <a:lnTo>
                      <a:pt x="498" y="168"/>
                    </a:lnTo>
                    <a:lnTo>
                      <a:pt x="492" y="156"/>
                    </a:lnTo>
                    <a:lnTo>
                      <a:pt x="492" y="126"/>
                    </a:lnTo>
                    <a:lnTo>
                      <a:pt x="498" y="120"/>
                    </a:lnTo>
                    <a:lnTo>
                      <a:pt x="510" y="96"/>
                    </a:lnTo>
                    <a:lnTo>
                      <a:pt x="522" y="84"/>
                    </a:lnTo>
                    <a:lnTo>
                      <a:pt x="528" y="66"/>
                    </a:lnTo>
                    <a:lnTo>
                      <a:pt x="534" y="54"/>
                    </a:lnTo>
                    <a:lnTo>
                      <a:pt x="534" y="18"/>
                    </a:lnTo>
                    <a:lnTo>
                      <a:pt x="522" y="6"/>
                    </a:lnTo>
                    <a:lnTo>
                      <a:pt x="510" y="18"/>
                    </a:lnTo>
                    <a:lnTo>
                      <a:pt x="498" y="18"/>
                    </a:lnTo>
                    <a:lnTo>
                      <a:pt x="462" y="0"/>
                    </a:lnTo>
                    <a:lnTo>
                      <a:pt x="444" y="0"/>
                    </a:lnTo>
                    <a:lnTo>
                      <a:pt x="426" y="18"/>
                    </a:lnTo>
                    <a:lnTo>
                      <a:pt x="396" y="18"/>
                    </a:lnTo>
                    <a:lnTo>
                      <a:pt x="378" y="48"/>
                    </a:lnTo>
                    <a:lnTo>
                      <a:pt x="390" y="60"/>
                    </a:lnTo>
                    <a:lnTo>
                      <a:pt x="390" y="84"/>
                    </a:lnTo>
                    <a:lnTo>
                      <a:pt x="384" y="96"/>
                    </a:lnTo>
                    <a:lnTo>
                      <a:pt x="378" y="102"/>
                    </a:lnTo>
                    <a:lnTo>
                      <a:pt x="372" y="114"/>
                    </a:lnTo>
                    <a:lnTo>
                      <a:pt x="366" y="120"/>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32" name="Chad" descr="© INSCALE GmbH, 05.05.2010&#10;http://www.presentationload.com/">
                <a:extLst>
                  <a:ext uri="{FF2B5EF4-FFF2-40B4-BE49-F238E27FC236}">
                    <a16:creationId xmlns:a16="http://schemas.microsoft.com/office/drawing/2014/main" id="{723DD2BC-62E3-F57D-926F-750C504C955E}"/>
                  </a:ext>
                </a:extLst>
              </p:cNvPr>
              <p:cNvSpPr>
                <a:spLocks/>
              </p:cNvSpPr>
              <p:nvPr/>
            </p:nvSpPr>
            <p:spPr bwMode="gray">
              <a:xfrm>
                <a:off x="2896" y="2089"/>
                <a:ext cx="189" cy="327"/>
              </a:xfrm>
              <a:custGeom>
                <a:avLst/>
                <a:gdLst>
                  <a:gd name="T0" fmla="*/ 2147483647 w 744"/>
                  <a:gd name="T1" fmla="*/ 2147483647 h 1290"/>
                  <a:gd name="T2" fmla="*/ 2147483647 w 744"/>
                  <a:gd name="T3" fmla="*/ 0 h 1290"/>
                  <a:gd name="T4" fmla="*/ 2147483647 w 744"/>
                  <a:gd name="T5" fmla="*/ 2147483647 h 1290"/>
                  <a:gd name="T6" fmla="*/ 2147483647 w 744"/>
                  <a:gd name="T7" fmla="*/ 2147483647 h 1290"/>
                  <a:gd name="T8" fmla="*/ 2147483647 w 744"/>
                  <a:gd name="T9" fmla="*/ 2147483647 h 1290"/>
                  <a:gd name="T10" fmla="*/ 2147483647 w 744"/>
                  <a:gd name="T11" fmla="*/ 2147483647 h 1290"/>
                  <a:gd name="T12" fmla="*/ 2147483647 w 744"/>
                  <a:gd name="T13" fmla="*/ 2147483647 h 1290"/>
                  <a:gd name="T14" fmla="*/ 2147483647 w 744"/>
                  <a:gd name="T15" fmla="*/ 2147483647 h 1290"/>
                  <a:gd name="T16" fmla="*/ 2147483647 w 744"/>
                  <a:gd name="T17" fmla="*/ 2147483647 h 1290"/>
                  <a:gd name="T18" fmla="*/ 0 w 744"/>
                  <a:gd name="T19" fmla="*/ 2147483647 h 1290"/>
                  <a:gd name="T20" fmla="*/ 2147483647 w 744"/>
                  <a:gd name="T21" fmla="*/ 2147483647 h 1290"/>
                  <a:gd name="T22" fmla="*/ 2147483647 w 744"/>
                  <a:gd name="T23" fmla="*/ 2147483647 h 1290"/>
                  <a:gd name="T24" fmla="*/ 2147483647 w 744"/>
                  <a:gd name="T25" fmla="*/ 2147483647 h 1290"/>
                  <a:gd name="T26" fmla="*/ 2147483647 w 744"/>
                  <a:gd name="T27" fmla="*/ 2147483647 h 1290"/>
                  <a:gd name="T28" fmla="*/ 2147483647 w 744"/>
                  <a:gd name="T29" fmla="*/ 2147483647 h 1290"/>
                  <a:gd name="T30" fmla="*/ 2147483647 w 744"/>
                  <a:gd name="T31" fmla="*/ 2147483647 h 1290"/>
                  <a:gd name="T32" fmla="*/ 2147483647 w 744"/>
                  <a:gd name="T33" fmla="*/ 2147483647 h 1290"/>
                  <a:gd name="T34" fmla="*/ 2147483647 w 744"/>
                  <a:gd name="T35" fmla="*/ 2147483647 h 1290"/>
                  <a:gd name="T36" fmla="*/ 2147483647 w 744"/>
                  <a:gd name="T37" fmla="*/ 2147483647 h 1290"/>
                  <a:gd name="T38" fmla="*/ 2147483647 w 744"/>
                  <a:gd name="T39" fmla="*/ 2147483647 h 1290"/>
                  <a:gd name="T40" fmla="*/ 2147483647 w 744"/>
                  <a:gd name="T41" fmla="*/ 2147483647 h 1290"/>
                  <a:gd name="T42" fmla="*/ 2147483647 w 744"/>
                  <a:gd name="T43" fmla="*/ 2147483647 h 1290"/>
                  <a:gd name="T44" fmla="*/ 2147483647 w 744"/>
                  <a:gd name="T45" fmla="*/ 2147483647 h 1290"/>
                  <a:gd name="T46" fmla="*/ 2147483647 w 744"/>
                  <a:gd name="T47" fmla="*/ 2147483647 h 1290"/>
                  <a:gd name="T48" fmla="*/ 2147483647 w 744"/>
                  <a:gd name="T49" fmla="*/ 2147483647 h 1290"/>
                  <a:gd name="T50" fmla="*/ 2147483647 w 744"/>
                  <a:gd name="T51" fmla="*/ 2147483647 h 1290"/>
                  <a:gd name="T52" fmla="*/ 2147483647 w 744"/>
                  <a:gd name="T53" fmla="*/ 2147483647 h 1290"/>
                  <a:gd name="T54" fmla="*/ 2147483647 w 744"/>
                  <a:gd name="T55" fmla="*/ 2147483647 h 1290"/>
                  <a:gd name="T56" fmla="*/ 2147483647 w 744"/>
                  <a:gd name="T57" fmla="*/ 2147483647 h 1290"/>
                  <a:gd name="T58" fmla="*/ 2147483647 w 744"/>
                  <a:gd name="T59" fmla="*/ 2147483647 h 1290"/>
                  <a:gd name="T60" fmla="*/ 2147483647 w 744"/>
                  <a:gd name="T61" fmla="*/ 2147483647 h 1290"/>
                  <a:gd name="T62" fmla="*/ 2147483647 w 744"/>
                  <a:gd name="T63" fmla="*/ 2147483647 h 1290"/>
                  <a:gd name="T64" fmla="*/ 2147483647 w 744"/>
                  <a:gd name="T65" fmla="*/ 2147483647 h 1290"/>
                  <a:gd name="T66" fmla="*/ 2147483647 w 744"/>
                  <a:gd name="T67" fmla="*/ 2147483647 h 1290"/>
                  <a:gd name="T68" fmla="*/ 2147483647 w 744"/>
                  <a:gd name="T69" fmla="*/ 2147483647 h 1290"/>
                  <a:gd name="T70" fmla="*/ 2147483647 w 744"/>
                  <a:gd name="T71" fmla="*/ 2147483647 h 1290"/>
                  <a:gd name="T72" fmla="*/ 2147483647 w 744"/>
                  <a:gd name="T73" fmla="*/ 2147483647 h 1290"/>
                  <a:gd name="T74" fmla="*/ 2147483647 w 744"/>
                  <a:gd name="T75" fmla="*/ 2147483647 h 1290"/>
                  <a:gd name="T76" fmla="*/ 2147483647 w 744"/>
                  <a:gd name="T77" fmla="*/ 2147483647 h 1290"/>
                  <a:gd name="T78" fmla="*/ 2147483647 w 744"/>
                  <a:gd name="T79" fmla="*/ 2147483647 h 1290"/>
                  <a:gd name="T80" fmla="*/ 2147483647 w 744"/>
                  <a:gd name="T81" fmla="*/ 2147483647 h 1290"/>
                  <a:gd name="T82" fmla="*/ 2147483647 w 744"/>
                  <a:gd name="T83" fmla="*/ 2147483647 h 1290"/>
                  <a:gd name="T84" fmla="*/ 2147483647 w 744"/>
                  <a:gd name="T85" fmla="*/ 2147483647 h 1290"/>
                  <a:gd name="T86" fmla="*/ 2147483647 w 744"/>
                  <a:gd name="T87" fmla="*/ 2147483647 h 1290"/>
                  <a:gd name="T88" fmla="*/ 2147483647 w 744"/>
                  <a:gd name="T89" fmla="*/ 2147483647 h 1290"/>
                  <a:gd name="T90" fmla="*/ 2147483647 w 744"/>
                  <a:gd name="T91" fmla="*/ 2147483647 h 1290"/>
                  <a:gd name="T92" fmla="*/ 2147483647 w 744"/>
                  <a:gd name="T93" fmla="*/ 2147483647 h 1290"/>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744"/>
                  <a:gd name="T142" fmla="*/ 0 h 1290"/>
                  <a:gd name="T143" fmla="*/ 744 w 744"/>
                  <a:gd name="T144" fmla="*/ 1290 h 1290"/>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744" h="1290">
                    <a:moveTo>
                      <a:pt x="678" y="624"/>
                    </a:moveTo>
                    <a:lnTo>
                      <a:pt x="720" y="624"/>
                    </a:lnTo>
                    <a:lnTo>
                      <a:pt x="732" y="630"/>
                    </a:lnTo>
                    <a:lnTo>
                      <a:pt x="744" y="630"/>
                    </a:lnTo>
                    <a:lnTo>
                      <a:pt x="738" y="324"/>
                    </a:lnTo>
                    <a:lnTo>
                      <a:pt x="180" y="0"/>
                    </a:lnTo>
                    <a:lnTo>
                      <a:pt x="156" y="12"/>
                    </a:lnTo>
                    <a:lnTo>
                      <a:pt x="144" y="24"/>
                    </a:lnTo>
                    <a:lnTo>
                      <a:pt x="126" y="30"/>
                    </a:lnTo>
                    <a:lnTo>
                      <a:pt x="108" y="42"/>
                    </a:lnTo>
                    <a:lnTo>
                      <a:pt x="126" y="108"/>
                    </a:lnTo>
                    <a:lnTo>
                      <a:pt x="114" y="156"/>
                    </a:lnTo>
                    <a:lnTo>
                      <a:pt x="144" y="192"/>
                    </a:lnTo>
                    <a:lnTo>
                      <a:pt x="150" y="216"/>
                    </a:lnTo>
                    <a:lnTo>
                      <a:pt x="180" y="252"/>
                    </a:lnTo>
                    <a:lnTo>
                      <a:pt x="162" y="288"/>
                    </a:lnTo>
                    <a:lnTo>
                      <a:pt x="144" y="534"/>
                    </a:lnTo>
                    <a:lnTo>
                      <a:pt x="138" y="540"/>
                    </a:lnTo>
                    <a:lnTo>
                      <a:pt x="120" y="564"/>
                    </a:lnTo>
                    <a:lnTo>
                      <a:pt x="96" y="588"/>
                    </a:lnTo>
                    <a:lnTo>
                      <a:pt x="72" y="618"/>
                    </a:lnTo>
                    <a:lnTo>
                      <a:pt x="54" y="636"/>
                    </a:lnTo>
                    <a:lnTo>
                      <a:pt x="48" y="648"/>
                    </a:lnTo>
                    <a:lnTo>
                      <a:pt x="36" y="666"/>
                    </a:lnTo>
                    <a:lnTo>
                      <a:pt x="30" y="678"/>
                    </a:lnTo>
                    <a:lnTo>
                      <a:pt x="24" y="696"/>
                    </a:lnTo>
                    <a:lnTo>
                      <a:pt x="24" y="708"/>
                    </a:lnTo>
                    <a:lnTo>
                      <a:pt x="18" y="714"/>
                    </a:lnTo>
                    <a:lnTo>
                      <a:pt x="18" y="720"/>
                    </a:lnTo>
                    <a:lnTo>
                      <a:pt x="0" y="726"/>
                    </a:lnTo>
                    <a:lnTo>
                      <a:pt x="6" y="786"/>
                    </a:lnTo>
                    <a:lnTo>
                      <a:pt x="18" y="786"/>
                    </a:lnTo>
                    <a:lnTo>
                      <a:pt x="48" y="834"/>
                    </a:lnTo>
                    <a:lnTo>
                      <a:pt x="48" y="846"/>
                    </a:lnTo>
                    <a:lnTo>
                      <a:pt x="48" y="840"/>
                    </a:lnTo>
                    <a:lnTo>
                      <a:pt x="72" y="834"/>
                    </a:lnTo>
                    <a:lnTo>
                      <a:pt x="72" y="852"/>
                    </a:lnTo>
                    <a:lnTo>
                      <a:pt x="78" y="864"/>
                    </a:lnTo>
                    <a:lnTo>
                      <a:pt x="84" y="870"/>
                    </a:lnTo>
                    <a:lnTo>
                      <a:pt x="96" y="870"/>
                    </a:lnTo>
                    <a:lnTo>
                      <a:pt x="102" y="876"/>
                    </a:lnTo>
                    <a:lnTo>
                      <a:pt x="108" y="876"/>
                    </a:lnTo>
                    <a:lnTo>
                      <a:pt x="102" y="912"/>
                    </a:lnTo>
                    <a:lnTo>
                      <a:pt x="114" y="918"/>
                    </a:lnTo>
                    <a:lnTo>
                      <a:pt x="120" y="930"/>
                    </a:lnTo>
                    <a:lnTo>
                      <a:pt x="120" y="966"/>
                    </a:lnTo>
                    <a:lnTo>
                      <a:pt x="114" y="966"/>
                    </a:lnTo>
                    <a:lnTo>
                      <a:pt x="114" y="1002"/>
                    </a:lnTo>
                    <a:lnTo>
                      <a:pt x="120" y="1020"/>
                    </a:lnTo>
                    <a:lnTo>
                      <a:pt x="120" y="1038"/>
                    </a:lnTo>
                    <a:lnTo>
                      <a:pt x="126" y="1050"/>
                    </a:lnTo>
                    <a:lnTo>
                      <a:pt x="138" y="1056"/>
                    </a:lnTo>
                    <a:lnTo>
                      <a:pt x="144" y="1068"/>
                    </a:lnTo>
                    <a:lnTo>
                      <a:pt x="162" y="1086"/>
                    </a:lnTo>
                    <a:lnTo>
                      <a:pt x="66" y="1086"/>
                    </a:lnTo>
                    <a:lnTo>
                      <a:pt x="54" y="1092"/>
                    </a:lnTo>
                    <a:lnTo>
                      <a:pt x="48" y="1098"/>
                    </a:lnTo>
                    <a:lnTo>
                      <a:pt x="48" y="1110"/>
                    </a:lnTo>
                    <a:lnTo>
                      <a:pt x="60" y="1134"/>
                    </a:lnTo>
                    <a:lnTo>
                      <a:pt x="72" y="1146"/>
                    </a:lnTo>
                    <a:lnTo>
                      <a:pt x="78" y="1158"/>
                    </a:lnTo>
                    <a:lnTo>
                      <a:pt x="90" y="1170"/>
                    </a:lnTo>
                    <a:lnTo>
                      <a:pt x="108" y="1182"/>
                    </a:lnTo>
                    <a:lnTo>
                      <a:pt x="120" y="1188"/>
                    </a:lnTo>
                    <a:lnTo>
                      <a:pt x="132" y="1200"/>
                    </a:lnTo>
                    <a:lnTo>
                      <a:pt x="144" y="1224"/>
                    </a:lnTo>
                    <a:lnTo>
                      <a:pt x="144" y="1242"/>
                    </a:lnTo>
                    <a:lnTo>
                      <a:pt x="150" y="1254"/>
                    </a:lnTo>
                    <a:lnTo>
                      <a:pt x="156" y="1272"/>
                    </a:lnTo>
                    <a:lnTo>
                      <a:pt x="156" y="1284"/>
                    </a:lnTo>
                    <a:lnTo>
                      <a:pt x="162" y="1284"/>
                    </a:lnTo>
                    <a:lnTo>
                      <a:pt x="168" y="1290"/>
                    </a:lnTo>
                    <a:lnTo>
                      <a:pt x="186" y="1290"/>
                    </a:lnTo>
                    <a:lnTo>
                      <a:pt x="198" y="1284"/>
                    </a:lnTo>
                    <a:lnTo>
                      <a:pt x="216" y="1266"/>
                    </a:lnTo>
                    <a:lnTo>
                      <a:pt x="228" y="1260"/>
                    </a:lnTo>
                    <a:lnTo>
                      <a:pt x="234" y="1254"/>
                    </a:lnTo>
                    <a:lnTo>
                      <a:pt x="234" y="1278"/>
                    </a:lnTo>
                    <a:lnTo>
                      <a:pt x="240" y="1284"/>
                    </a:lnTo>
                    <a:lnTo>
                      <a:pt x="246" y="1284"/>
                    </a:lnTo>
                    <a:lnTo>
                      <a:pt x="258" y="1278"/>
                    </a:lnTo>
                    <a:lnTo>
                      <a:pt x="270" y="1266"/>
                    </a:lnTo>
                    <a:lnTo>
                      <a:pt x="276" y="1254"/>
                    </a:lnTo>
                    <a:lnTo>
                      <a:pt x="282" y="1248"/>
                    </a:lnTo>
                    <a:lnTo>
                      <a:pt x="372" y="1248"/>
                    </a:lnTo>
                    <a:lnTo>
                      <a:pt x="378" y="1242"/>
                    </a:lnTo>
                    <a:lnTo>
                      <a:pt x="384" y="1230"/>
                    </a:lnTo>
                    <a:lnTo>
                      <a:pt x="390" y="1224"/>
                    </a:lnTo>
                    <a:lnTo>
                      <a:pt x="396" y="1212"/>
                    </a:lnTo>
                    <a:lnTo>
                      <a:pt x="402" y="1206"/>
                    </a:lnTo>
                    <a:lnTo>
                      <a:pt x="402" y="1194"/>
                    </a:lnTo>
                    <a:lnTo>
                      <a:pt x="390" y="1182"/>
                    </a:lnTo>
                    <a:lnTo>
                      <a:pt x="384" y="1182"/>
                    </a:lnTo>
                    <a:lnTo>
                      <a:pt x="402" y="1170"/>
                    </a:lnTo>
                    <a:lnTo>
                      <a:pt x="420" y="1170"/>
                    </a:lnTo>
                    <a:lnTo>
                      <a:pt x="462" y="1164"/>
                    </a:lnTo>
                    <a:lnTo>
                      <a:pt x="510" y="1146"/>
                    </a:lnTo>
                    <a:lnTo>
                      <a:pt x="528" y="1134"/>
                    </a:lnTo>
                    <a:lnTo>
                      <a:pt x="552" y="1110"/>
                    </a:lnTo>
                    <a:lnTo>
                      <a:pt x="552" y="1092"/>
                    </a:lnTo>
                    <a:lnTo>
                      <a:pt x="588" y="1068"/>
                    </a:lnTo>
                    <a:lnTo>
                      <a:pt x="594" y="1038"/>
                    </a:lnTo>
                    <a:lnTo>
                      <a:pt x="648" y="1008"/>
                    </a:lnTo>
                    <a:lnTo>
                      <a:pt x="672" y="1008"/>
                    </a:lnTo>
                    <a:lnTo>
                      <a:pt x="672" y="996"/>
                    </a:lnTo>
                    <a:lnTo>
                      <a:pt x="684" y="996"/>
                    </a:lnTo>
                    <a:lnTo>
                      <a:pt x="684" y="990"/>
                    </a:lnTo>
                    <a:lnTo>
                      <a:pt x="678" y="984"/>
                    </a:lnTo>
                    <a:lnTo>
                      <a:pt x="666" y="966"/>
                    </a:lnTo>
                    <a:lnTo>
                      <a:pt x="654" y="960"/>
                    </a:lnTo>
                    <a:lnTo>
                      <a:pt x="648" y="960"/>
                    </a:lnTo>
                    <a:lnTo>
                      <a:pt x="642" y="936"/>
                    </a:lnTo>
                    <a:lnTo>
                      <a:pt x="660" y="930"/>
                    </a:lnTo>
                    <a:lnTo>
                      <a:pt x="642" y="918"/>
                    </a:lnTo>
                    <a:lnTo>
                      <a:pt x="642" y="876"/>
                    </a:lnTo>
                    <a:lnTo>
                      <a:pt x="636" y="870"/>
                    </a:lnTo>
                    <a:lnTo>
                      <a:pt x="624" y="870"/>
                    </a:lnTo>
                    <a:lnTo>
                      <a:pt x="618" y="876"/>
                    </a:lnTo>
                    <a:lnTo>
                      <a:pt x="606" y="876"/>
                    </a:lnTo>
                    <a:lnTo>
                      <a:pt x="600" y="870"/>
                    </a:lnTo>
                    <a:lnTo>
                      <a:pt x="600" y="852"/>
                    </a:lnTo>
                    <a:lnTo>
                      <a:pt x="606" y="840"/>
                    </a:lnTo>
                    <a:lnTo>
                      <a:pt x="618" y="834"/>
                    </a:lnTo>
                    <a:lnTo>
                      <a:pt x="630" y="822"/>
                    </a:lnTo>
                    <a:lnTo>
                      <a:pt x="630" y="810"/>
                    </a:lnTo>
                    <a:lnTo>
                      <a:pt x="618" y="786"/>
                    </a:lnTo>
                    <a:lnTo>
                      <a:pt x="612" y="780"/>
                    </a:lnTo>
                    <a:lnTo>
                      <a:pt x="630" y="762"/>
                    </a:lnTo>
                    <a:lnTo>
                      <a:pt x="648" y="750"/>
                    </a:lnTo>
                    <a:lnTo>
                      <a:pt x="642" y="732"/>
                    </a:lnTo>
                    <a:lnTo>
                      <a:pt x="636" y="708"/>
                    </a:lnTo>
                    <a:lnTo>
                      <a:pt x="648" y="708"/>
                    </a:lnTo>
                    <a:lnTo>
                      <a:pt x="648" y="690"/>
                    </a:lnTo>
                    <a:lnTo>
                      <a:pt x="660" y="678"/>
                    </a:lnTo>
                    <a:lnTo>
                      <a:pt x="672" y="672"/>
                    </a:lnTo>
                    <a:lnTo>
                      <a:pt x="678" y="666"/>
                    </a:lnTo>
                    <a:lnTo>
                      <a:pt x="678" y="660"/>
                    </a:lnTo>
                    <a:lnTo>
                      <a:pt x="672" y="654"/>
                    </a:lnTo>
                    <a:lnTo>
                      <a:pt x="672" y="642"/>
                    </a:lnTo>
                    <a:lnTo>
                      <a:pt x="666" y="636"/>
                    </a:lnTo>
                    <a:lnTo>
                      <a:pt x="678" y="624"/>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33" name="Central African Republic" descr="© INSCALE GmbH, 05.05.2010&#10;http://www.presentationload.com/">
                <a:extLst>
                  <a:ext uri="{FF2B5EF4-FFF2-40B4-BE49-F238E27FC236}">
                    <a16:creationId xmlns:a16="http://schemas.microsoft.com/office/drawing/2014/main" id="{633CB748-BAFC-982B-C7F3-83E464EEB98B}"/>
                  </a:ext>
                </a:extLst>
              </p:cNvPr>
              <p:cNvSpPr>
                <a:spLocks/>
              </p:cNvSpPr>
              <p:nvPr/>
            </p:nvSpPr>
            <p:spPr bwMode="gray">
              <a:xfrm>
                <a:off x="2914" y="2344"/>
                <a:ext cx="232" cy="178"/>
              </a:xfrm>
              <a:custGeom>
                <a:avLst/>
                <a:gdLst>
                  <a:gd name="T0" fmla="*/ 2147483647 w 912"/>
                  <a:gd name="T1" fmla="*/ 2147483647 h 702"/>
                  <a:gd name="T2" fmla="*/ 2147483647 w 912"/>
                  <a:gd name="T3" fmla="*/ 2147483647 h 702"/>
                  <a:gd name="T4" fmla="*/ 2147483647 w 912"/>
                  <a:gd name="T5" fmla="*/ 2147483647 h 702"/>
                  <a:gd name="T6" fmla="*/ 2147483647 w 912"/>
                  <a:gd name="T7" fmla="*/ 2147483647 h 702"/>
                  <a:gd name="T8" fmla="*/ 2147483647 w 912"/>
                  <a:gd name="T9" fmla="*/ 2147483647 h 702"/>
                  <a:gd name="T10" fmla="*/ 2147483647 w 912"/>
                  <a:gd name="T11" fmla="*/ 2147483647 h 702"/>
                  <a:gd name="T12" fmla="*/ 2147483647 w 912"/>
                  <a:gd name="T13" fmla="*/ 2147483647 h 702"/>
                  <a:gd name="T14" fmla="*/ 2147483647 w 912"/>
                  <a:gd name="T15" fmla="*/ 2147483647 h 702"/>
                  <a:gd name="T16" fmla="*/ 2147483647 w 912"/>
                  <a:gd name="T17" fmla="*/ 2147483647 h 702"/>
                  <a:gd name="T18" fmla="*/ 2147483647 w 912"/>
                  <a:gd name="T19" fmla="*/ 2147483647 h 702"/>
                  <a:gd name="T20" fmla="*/ 2147483647 w 912"/>
                  <a:gd name="T21" fmla="*/ 2147483647 h 702"/>
                  <a:gd name="T22" fmla="*/ 2147483647 w 912"/>
                  <a:gd name="T23" fmla="*/ 2147483647 h 702"/>
                  <a:gd name="T24" fmla="*/ 2147483647 w 912"/>
                  <a:gd name="T25" fmla="*/ 2147483647 h 702"/>
                  <a:gd name="T26" fmla="*/ 2147483647 w 912"/>
                  <a:gd name="T27" fmla="*/ 2147483647 h 702"/>
                  <a:gd name="T28" fmla="*/ 2147483647 w 912"/>
                  <a:gd name="T29" fmla="*/ 2147483647 h 702"/>
                  <a:gd name="T30" fmla="*/ 2147483647 w 912"/>
                  <a:gd name="T31" fmla="*/ 0 h 702"/>
                  <a:gd name="T32" fmla="*/ 2147483647 w 912"/>
                  <a:gd name="T33" fmla="*/ 2147483647 h 702"/>
                  <a:gd name="T34" fmla="*/ 2147483647 w 912"/>
                  <a:gd name="T35" fmla="*/ 2147483647 h 702"/>
                  <a:gd name="T36" fmla="*/ 2147483647 w 912"/>
                  <a:gd name="T37" fmla="*/ 2147483647 h 702"/>
                  <a:gd name="T38" fmla="*/ 2147483647 w 912"/>
                  <a:gd name="T39" fmla="*/ 2147483647 h 702"/>
                  <a:gd name="T40" fmla="*/ 2147483647 w 912"/>
                  <a:gd name="T41" fmla="*/ 2147483647 h 702"/>
                  <a:gd name="T42" fmla="*/ 2147483647 w 912"/>
                  <a:gd name="T43" fmla="*/ 2147483647 h 702"/>
                  <a:gd name="T44" fmla="*/ 2147483647 w 912"/>
                  <a:gd name="T45" fmla="*/ 2147483647 h 702"/>
                  <a:gd name="T46" fmla="*/ 2147483647 w 912"/>
                  <a:gd name="T47" fmla="*/ 2147483647 h 702"/>
                  <a:gd name="T48" fmla="*/ 2147483647 w 912"/>
                  <a:gd name="T49" fmla="*/ 2147483647 h 702"/>
                  <a:gd name="T50" fmla="*/ 2147483647 w 912"/>
                  <a:gd name="T51" fmla="*/ 2147483647 h 702"/>
                  <a:gd name="T52" fmla="*/ 2147483647 w 912"/>
                  <a:gd name="T53" fmla="*/ 2147483647 h 702"/>
                  <a:gd name="T54" fmla="*/ 2147483647 w 912"/>
                  <a:gd name="T55" fmla="*/ 2147483647 h 702"/>
                  <a:gd name="T56" fmla="*/ 2147483647 w 912"/>
                  <a:gd name="T57" fmla="*/ 2147483647 h 702"/>
                  <a:gd name="T58" fmla="*/ 2147483647 w 912"/>
                  <a:gd name="T59" fmla="*/ 2147483647 h 702"/>
                  <a:gd name="T60" fmla="*/ 0 w 912"/>
                  <a:gd name="T61" fmla="*/ 2147483647 h 702"/>
                  <a:gd name="T62" fmla="*/ 2147483647 w 912"/>
                  <a:gd name="T63" fmla="*/ 2147483647 h 702"/>
                  <a:gd name="T64" fmla="*/ 2147483647 w 912"/>
                  <a:gd name="T65" fmla="*/ 2147483647 h 702"/>
                  <a:gd name="T66" fmla="*/ 2147483647 w 912"/>
                  <a:gd name="T67" fmla="*/ 2147483647 h 702"/>
                  <a:gd name="T68" fmla="*/ 2147483647 w 912"/>
                  <a:gd name="T69" fmla="*/ 2147483647 h 702"/>
                  <a:gd name="T70" fmla="*/ 2147483647 w 912"/>
                  <a:gd name="T71" fmla="*/ 2147483647 h 702"/>
                  <a:gd name="T72" fmla="*/ 2147483647 w 912"/>
                  <a:gd name="T73" fmla="*/ 2147483647 h 702"/>
                  <a:gd name="T74" fmla="*/ 2147483647 w 912"/>
                  <a:gd name="T75" fmla="*/ 2147483647 h 702"/>
                  <a:gd name="T76" fmla="*/ 2147483647 w 912"/>
                  <a:gd name="T77" fmla="*/ 2147483647 h 702"/>
                  <a:gd name="T78" fmla="*/ 2147483647 w 912"/>
                  <a:gd name="T79" fmla="*/ 2147483647 h 702"/>
                  <a:gd name="T80" fmla="*/ 2147483647 w 912"/>
                  <a:gd name="T81" fmla="*/ 2147483647 h 702"/>
                  <a:gd name="T82" fmla="*/ 2147483647 w 912"/>
                  <a:gd name="T83" fmla="*/ 2147483647 h 702"/>
                  <a:gd name="T84" fmla="*/ 2147483647 w 912"/>
                  <a:gd name="T85" fmla="*/ 2147483647 h 702"/>
                  <a:gd name="T86" fmla="*/ 2147483647 w 912"/>
                  <a:gd name="T87" fmla="*/ 2147483647 h 702"/>
                  <a:gd name="T88" fmla="*/ 2147483647 w 912"/>
                  <a:gd name="T89" fmla="*/ 2147483647 h 702"/>
                  <a:gd name="T90" fmla="*/ 2147483647 w 912"/>
                  <a:gd name="T91" fmla="*/ 2147483647 h 702"/>
                  <a:gd name="T92" fmla="*/ 2147483647 w 912"/>
                  <a:gd name="T93" fmla="*/ 2147483647 h 702"/>
                  <a:gd name="T94" fmla="*/ 2147483647 w 912"/>
                  <a:gd name="T95" fmla="*/ 2147483647 h 702"/>
                  <a:gd name="T96" fmla="*/ 2147483647 w 912"/>
                  <a:gd name="T97" fmla="*/ 2147483647 h 702"/>
                  <a:gd name="T98" fmla="*/ 2147483647 w 912"/>
                  <a:gd name="T99" fmla="*/ 2147483647 h 702"/>
                  <a:gd name="T100" fmla="*/ 2147483647 w 912"/>
                  <a:gd name="T101" fmla="*/ 2147483647 h 702"/>
                  <a:gd name="T102" fmla="*/ 2147483647 w 912"/>
                  <a:gd name="T103" fmla="*/ 2147483647 h 702"/>
                  <a:gd name="T104" fmla="*/ 2147483647 w 912"/>
                  <a:gd name="T105" fmla="*/ 2147483647 h 702"/>
                  <a:gd name="T106" fmla="*/ 2147483647 w 912"/>
                  <a:gd name="T107" fmla="*/ 2147483647 h 702"/>
                  <a:gd name="T108" fmla="*/ 2147483647 w 912"/>
                  <a:gd name="T109" fmla="*/ 2147483647 h 702"/>
                  <a:gd name="T110" fmla="*/ 2147483647 w 912"/>
                  <a:gd name="T111" fmla="*/ 2147483647 h 702"/>
                  <a:gd name="T112" fmla="*/ 2147483647 w 912"/>
                  <a:gd name="T113" fmla="*/ 2147483647 h 702"/>
                  <a:gd name="T114" fmla="*/ 2147483647 w 912"/>
                  <a:gd name="T115" fmla="*/ 2147483647 h 702"/>
                  <a:gd name="T116" fmla="*/ 2147483647 w 912"/>
                  <a:gd name="T117" fmla="*/ 2147483647 h 702"/>
                  <a:gd name="T118" fmla="*/ 2147483647 w 912"/>
                  <a:gd name="T119" fmla="*/ 2147483647 h 702"/>
                  <a:gd name="T120" fmla="*/ 2147483647 w 912"/>
                  <a:gd name="T121" fmla="*/ 2147483647 h 70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912"/>
                  <a:gd name="T184" fmla="*/ 0 h 702"/>
                  <a:gd name="T185" fmla="*/ 912 w 912"/>
                  <a:gd name="T186" fmla="*/ 702 h 70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912" h="702">
                    <a:moveTo>
                      <a:pt x="906" y="420"/>
                    </a:moveTo>
                    <a:lnTo>
                      <a:pt x="900" y="414"/>
                    </a:lnTo>
                    <a:lnTo>
                      <a:pt x="888" y="408"/>
                    </a:lnTo>
                    <a:lnTo>
                      <a:pt x="882" y="402"/>
                    </a:lnTo>
                    <a:lnTo>
                      <a:pt x="858" y="396"/>
                    </a:lnTo>
                    <a:lnTo>
                      <a:pt x="858" y="378"/>
                    </a:lnTo>
                    <a:lnTo>
                      <a:pt x="846" y="366"/>
                    </a:lnTo>
                    <a:lnTo>
                      <a:pt x="846" y="360"/>
                    </a:lnTo>
                    <a:lnTo>
                      <a:pt x="858" y="360"/>
                    </a:lnTo>
                    <a:lnTo>
                      <a:pt x="858" y="348"/>
                    </a:lnTo>
                    <a:lnTo>
                      <a:pt x="852" y="342"/>
                    </a:lnTo>
                    <a:lnTo>
                      <a:pt x="834" y="342"/>
                    </a:lnTo>
                    <a:lnTo>
                      <a:pt x="834" y="336"/>
                    </a:lnTo>
                    <a:lnTo>
                      <a:pt x="828" y="330"/>
                    </a:lnTo>
                    <a:lnTo>
                      <a:pt x="822" y="318"/>
                    </a:lnTo>
                    <a:lnTo>
                      <a:pt x="810" y="306"/>
                    </a:lnTo>
                    <a:lnTo>
                      <a:pt x="798" y="300"/>
                    </a:lnTo>
                    <a:lnTo>
                      <a:pt x="792" y="300"/>
                    </a:lnTo>
                    <a:lnTo>
                      <a:pt x="780" y="294"/>
                    </a:lnTo>
                    <a:lnTo>
                      <a:pt x="768" y="282"/>
                    </a:lnTo>
                    <a:lnTo>
                      <a:pt x="768" y="276"/>
                    </a:lnTo>
                    <a:lnTo>
                      <a:pt x="774" y="276"/>
                    </a:lnTo>
                    <a:lnTo>
                      <a:pt x="774" y="270"/>
                    </a:lnTo>
                    <a:lnTo>
                      <a:pt x="780" y="270"/>
                    </a:lnTo>
                    <a:lnTo>
                      <a:pt x="780" y="264"/>
                    </a:lnTo>
                    <a:lnTo>
                      <a:pt x="768" y="252"/>
                    </a:lnTo>
                    <a:lnTo>
                      <a:pt x="756" y="246"/>
                    </a:lnTo>
                    <a:lnTo>
                      <a:pt x="750" y="246"/>
                    </a:lnTo>
                    <a:lnTo>
                      <a:pt x="750" y="228"/>
                    </a:lnTo>
                    <a:lnTo>
                      <a:pt x="720" y="228"/>
                    </a:lnTo>
                    <a:lnTo>
                      <a:pt x="696" y="216"/>
                    </a:lnTo>
                    <a:lnTo>
                      <a:pt x="696" y="186"/>
                    </a:lnTo>
                    <a:lnTo>
                      <a:pt x="648" y="180"/>
                    </a:lnTo>
                    <a:lnTo>
                      <a:pt x="654" y="162"/>
                    </a:lnTo>
                    <a:lnTo>
                      <a:pt x="648" y="162"/>
                    </a:lnTo>
                    <a:lnTo>
                      <a:pt x="642" y="156"/>
                    </a:lnTo>
                    <a:lnTo>
                      <a:pt x="642" y="150"/>
                    </a:lnTo>
                    <a:lnTo>
                      <a:pt x="648" y="144"/>
                    </a:lnTo>
                    <a:lnTo>
                      <a:pt x="654" y="132"/>
                    </a:lnTo>
                    <a:lnTo>
                      <a:pt x="660" y="126"/>
                    </a:lnTo>
                    <a:lnTo>
                      <a:pt x="660" y="96"/>
                    </a:lnTo>
                    <a:lnTo>
                      <a:pt x="654" y="84"/>
                    </a:lnTo>
                    <a:lnTo>
                      <a:pt x="648" y="66"/>
                    </a:lnTo>
                    <a:lnTo>
                      <a:pt x="636" y="54"/>
                    </a:lnTo>
                    <a:lnTo>
                      <a:pt x="630" y="42"/>
                    </a:lnTo>
                    <a:lnTo>
                      <a:pt x="600" y="12"/>
                    </a:lnTo>
                    <a:lnTo>
                      <a:pt x="600" y="0"/>
                    </a:lnTo>
                    <a:lnTo>
                      <a:pt x="576" y="0"/>
                    </a:lnTo>
                    <a:lnTo>
                      <a:pt x="522" y="30"/>
                    </a:lnTo>
                    <a:lnTo>
                      <a:pt x="516" y="60"/>
                    </a:lnTo>
                    <a:lnTo>
                      <a:pt x="480" y="84"/>
                    </a:lnTo>
                    <a:lnTo>
                      <a:pt x="480" y="102"/>
                    </a:lnTo>
                    <a:lnTo>
                      <a:pt x="456" y="126"/>
                    </a:lnTo>
                    <a:lnTo>
                      <a:pt x="438" y="138"/>
                    </a:lnTo>
                    <a:lnTo>
                      <a:pt x="390" y="156"/>
                    </a:lnTo>
                    <a:lnTo>
                      <a:pt x="348" y="162"/>
                    </a:lnTo>
                    <a:lnTo>
                      <a:pt x="330" y="162"/>
                    </a:lnTo>
                    <a:lnTo>
                      <a:pt x="312" y="174"/>
                    </a:lnTo>
                    <a:lnTo>
                      <a:pt x="318" y="174"/>
                    </a:lnTo>
                    <a:lnTo>
                      <a:pt x="330" y="186"/>
                    </a:lnTo>
                    <a:lnTo>
                      <a:pt x="330" y="198"/>
                    </a:lnTo>
                    <a:lnTo>
                      <a:pt x="324" y="204"/>
                    </a:lnTo>
                    <a:lnTo>
                      <a:pt x="318" y="216"/>
                    </a:lnTo>
                    <a:lnTo>
                      <a:pt x="312" y="222"/>
                    </a:lnTo>
                    <a:lnTo>
                      <a:pt x="306" y="234"/>
                    </a:lnTo>
                    <a:lnTo>
                      <a:pt x="300" y="240"/>
                    </a:lnTo>
                    <a:lnTo>
                      <a:pt x="210" y="240"/>
                    </a:lnTo>
                    <a:lnTo>
                      <a:pt x="204" y="246"/>
                    </a:lnTo>
                    <a:lnTo>
                      <a:pt x="198" y="258"/>
                    </a:lnTo>
                    <a:lnTo>
                      <a:pt x="186" y="270"/>
                    </a:lnTo>
                    <a:lnTo>
                      <a:pt x="174" y="276"/>
                    </a:lnTo>
                    <a:lnTo>
                      <a:pt x="168" y="276"/>
                    </a:lnTo>
                    <a:lnTo>
                      <a:pt x="162" y="270"/>
                    </a:lnTo>
                    <a:lnTo>
                      <a:pt x="162" y="246"/>
                    </a:lnTo>
                    <a:lnTo>
                      <a:pt x="156" y="252"/>
                    </a:lnTo>
                    <a:lnTo>
                      <a:pt x="144" y="258"/>
                    </a:lnTo>
                    <a:lnTo>
                      <a:pt x="126" y="276"/>
                    </a:lnTo>
                    <a:lnTo>
                      <a:pt x="114" y="282"/>
                    </a:lnTo>
                    <a:lnTo>
                      <a:pt x="96" y="282"/>
                    </a:lnTo>
                    <a:lnTo>
                      <a:pt x="90" y="276"/>
                    </a:lnTo>
                    <a:lnTo>
                      <a:pt x="78" y="276"/>
                    </a:lnTo>
                    <a:lnTo>
                      <a:pt x="66" y="288"/>
                    </a:lnTo>
                    <a:lnTo>
                      <a:pt x="60" y="300"/>
                    </a:lnTo>
                    <a:lnTo>
                      <a:pt x="54" y="306"/>
                    </a:lnTo>
                    <a:lnTo>
                      <a:pt x="54" y="324"/>
                    </a:lnTo>
                    <a:lnTo>
                      <a:pt x="48" y="336"/>
                    </a:lnTo>
                    <a:lnTo>
                      <a:pt x="42" y="336"/>
                    </a:lnTo>
                    <a:lnTo>
                      <a:pt x="36" y="372"/>
                    </a:lnTo>
                    <a:lnTo>
                      <a:pt x="30" y="372"/>
                    </a:lnTo>
                    <a:lnTo>
                      <a:pt x="24" y="378"/>
                    </a:lnTo>
                    <a:lnTo>
                      <a:pt x="12" y="384"/>
                    </a:lnTo>
                    <a:lnTo>
                      <a:pt x="0" y="396"/>
                    </a:lnTo>
                    <a:lnTo>
                      <a:pt x="0" y="402"/>
                    </a:lnTo>
                    <a:lnTo>
                      <a:pt x="12" y="408"/>
                    </a:lnTo>
                    <a:lnTo>
                      <a:pt x="18" y="408"/>
                    </a:lnTo>
                    <a:lnTo>
                      <a:pt x="18" y="444"/>
                    </a:lnTo>
                    <a:lnTo>
                      <a:pt x="6" y="456"/>
                    </a:lnTo>
                    <a:lnTo>
                      <a:pt x="24" y="468"/>
                    </a:lnTo>
                    <a:lnTo>
                      <a:pt x="24" y="516"/>
                    </a:lnTo>
                    <a:lnTo>
                      <a:pt x="30" y="516"/>
                    </a:lnTo>
                    <a:lnTo>
                      <a:pt x="48" y="534"/>
                    </a:lnTo>
                    <a:lnTo>
                      <a:pt x="54" y="534"/>
                    </a:lnTo>
                    <a:lnTo>
                      <a:pt x="54" y="576"/>
                    </a:lnTo>
                    <a:lnTo>
                      <a:pt x="60" y="582"/>
                    </a:lnTo>
                    <a:lnTo>
                      <a:pt x="72" y="606"/>
                    </a:lnTo>
                    <a:lnTo>
                      <a:pt x="84" y="618"/>
                    </a:lnTo>
                    <a:lnTo>
                      <a:pt x="96" y="624"/>
                    </a:lnTo>
                    <a:lnTo>
                      <a:pt x="102" y="636"/>
                    </a:lnTo>
                    <a:lnTo>
                      <a:pt x="114" y="642"/>
                    </a:lnTo>
                    <a:lnTo>
                      <a:pt x="120" y="660"/>
                    </a:lnTo>
                    <a:lnTo>
                      <a:pt x="120" y="690"/>
                    </a:lnTo>
                    <a:lnTo>
                      <a:pt x="132" y="702"/>
                    </a:lnTo>
                    <a:lnTo>
                      <a:pt x="138" y="696"/>
                    </a:lnTo>
                    <a:lnTo>
                      <a:pt x="144" y="684"/>
                    </a:lnTo>
                    <a:lnTo>
                      <a:pt x="150" y="678"/>
                    </a:lnTo>
                    <a:lnTo>
                      <a:pt x="156" y="666"/>
                    </a:lnTo>
                    <a:lnTo>
                      <a:pt x="156" y="642"/>
                    </a:lnTo>
                    <a:lnTo>
                      <a:pt x="144" y="630"/>
                    </a:lnTo>
                    <a:lnTo>
                      <a:pt x="162" y="600"/>
                    </a:lnTo>
                    <a:lnTo>
                      <a:pt x="192" y="600"/>
                    </a:lnTo>
                    <a:lnTo>
                      <a:pt x="210" y="582"/>
                    </a:lnTo>
                    <a:lnTo>
                      <a:pt x="228" y="582"/>
                    </a:lnTo>
                    <a:lnTo>
                      <a:pt x="264" y="600"/>
                    </a:lnTo>
                    <a:lnTo>
                      <a:pt x="276" y="600"/>
                    </a:lnTo>
                    <a:lnTo>
                      <a:pt x="288" y="588"/>
                    </a:lnTo>
                    <a:lnTo>
                      <a:pt x="300" y="570"/>
                    </a:lnTo>
                    <a:lnTo>
                      <a:pt x="300" y="552"/>
                    </a:lnTo>
                    <a:lnTo>
                      <a:pt x="294" y="552"/>
                    </a:lnTo>
                    <a:lnTo>
                      <a:pt x="294" y="540"/>
                    </a:lnTo>
                    <a:lnTo>
                      <a:pt x="306" y="528"/>
                    </a:lnTo>
                    <a:lnTo>
                      <a:pt x="312" y="528"/>
                    </a:lnTo>
                    <a:lnTo>
                      <a:pt x="324" y="516"/>
                    </a:lnTo>
                    <a:lnTo>
                      <a:pt x="330" y="504"/>
                    </a:lnTo>
                    <a:lnTo>
                      <a:pt x="330" y="498"/>
                    </a:lnTo>
                    <a:lnTo>
                      <a:pt x="336" y="486"/>
                    </a:lnTo>
                    <a:lnTo>
                      <a:pt x="336" y="480"/>
                    </a:lnTo>
                    <a:lnTo>
                      <a:pt x="342" y="474"/>
                    </a:lnTo>
                    <a:lnTo>
                      <a:pt x="354" y="468"/>
                    </a:lnTo>
                    <a:lnTo>
                      <a:pt x="366" y="468"/>
                    </a:lnTo>
                    <a:lnTo>
                      <a:pt x="384" y="474"/>
                    </a:lnTo>
                    <a:lnTo>
                      <a:pt x="396" y="474"/>
                    </a:lnTo>
                    <a:lnTo>
                      <a:pt x="408" y="480"/>
                    </a:lnTo>
                    <a:lnTo>
                      <a:pt x="408" y="492"/>
                    </a:lnTo>
                    <a:lnTo>
                      <a:pt x="426" y="492"/>
                    </a:lnTo>
                    <a:lnTo>
                      <a:pt x="432" y="498"/>
                    </a:lnTo>
                    <a:lnTo>
                      <a:pt x="432" y="528"/>
                    </a:lnTo>
                    <a:lnTo>
                      <a:pt x="474" y="528"/>
                    </a:lnTo>
                    <a:lnTo>
                      <a:pt x="480" y="534"/>
                    </a:lnTo>
                    <a:lnTo>
                      <a:pt x="492" y="540"/>
                    </a:lnTo>
                    <a:lnTo>
                      <a:pt x="540" y="540"/>
                    </a:lnTo>
                    <a:lnTo>
                      <a:pt x="552" y="546"/>
                    </a:lnTo>
                    <a:lnTo>
                      <a:pt x="558" y="552"/>
                    </a:lnTo>
                    <a:lnTo>
                      <a:pt x="570" y="558"/>
                    </a:lnTo>
                    <a:lnTo>
                      <a:pt x="576" y="552"/>
                    </a:lnTo>
                    <a:lnTo>
                      <a:pt x="582" y="540"/>
                    </a:lnTo>
                    <a:lnTo>
                      <a:pt x="588" y="534"/>
                    </a:lnTo>
                    <a:lnTo>
                      <a:pt x="588" y="522"/>
                    </a:lnTo>
                    <a:lnTo>
                      <a:pt x="606" y="504"/>
                    </a:lnTo>
                    <a:lnTo>
                      <a:pt x="612" y="492"/>
                    </a:lnTo>
                    <a:lnTo>
                      <a:pt x="636" y="516"/>
                    </a:lnTo>
                    <a:lnTo>
                      <a:pt x="642" y="516"/>
                    </a:lnTo>
                    <a:lnTo>
                      <a:pt x="648" y="510"/>
                    </a:lnTo>
                    <a:lnTo>
                      <a:pt x="660" y="504"/>
                    </a:lnTo>
                    <a:lnTo>
                      <a:pt x="672" y="492"/>
                    </a:lnTo>
                    <a:lnTo>
                      <a:pt x="690" y="492"/>
                    </a:lnTo>
                    <a:lnTo>
                      <a:pt x="714" y="474"/>
                    </a:lnTo>
                    <a:lnTo>
                      <a:pt x="726" y="486"/>
                    </a:lnTo>
                    <a:lnTo>
                      <a:pt x="750" y="486"/>
                    </a:lnTo>
                    <a:lnTo>
                      <a:pt x="756" y="480"/>
                    </a:lnTo>
                    <a:lnTo>
                      <a:pt x="768" y="480"/>
                    </a:lnTo>
                    <a:lnTo>
                      <a:pt x="768" y="468"/>
                    </a:lnTo>
                    <a:lnTo>
                      <a:pt x="786" y="450"/>
                    </a:lnTo>
                    <a:lnTo>
                      <a:pt x="792" y="450"/>
                    </a:lnTo>
                    <a:lnTo>
                      <a:pt x="792" y="456"/>
                    </a:lnTo>
                    <a:lnTo>
                      <a:pt x="804" y="468"/>
                    </a:lnTo>
                    <a:lnTo>
                      <a:pt x="840" y="462"/>
                    </a:lnTo>
                    <a:lnTo>
                      <a:pt x="840" y="468"/>
                    </a:lnTo>
                    <a:lnTo>
                      <a:pt x="852" y="480"/>
                    </a:lnTo>
                    <a:lnTo>
                      <a:pt x="876" y="480"/>
                    </a:lnTo>
                    <a:lnTo>
                      <a:pt x="894" y="474"/>
                    </a:lnTo>
                    <a:lnTo>
                      <a:pt x="912" y="456"/>
                    </a:lnTo>
                    <a:lnTo>
                      <a:pt x="912" y="432"/>
                    </a:lnTo>
                    <a:lnTo>
                      <a:pt x="906" y="420"/>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34" name="Cameroon" descr="© INSCALE GmbH, 05.05.2010&#10;http://www.presentationload.com/">
                <a:extLst>
                  <a:ext uri="{FF2B5EF4-FFF2-40B4-BE49-F238E27FC236}">
                    <a16:creationId xmlns:a16="http://schemas.microsoft.com/office/drawing/2014/main" id="{82C540D7-46B8-BC35-E6A0-599D6CE112B0}"/>
                  </a:ext>
                </a:extLst>
              </p:cNvPr>
              <p:cNvSpPr>
                <a:spLocks/>
              </p:cNvSpPr>
              <p:nvPr/>
            </p:nvSpPr>
            <p:spPr bwMode="gray">
              <a:xfrm>
                <a:off x="2809" y="2300"/>
                <a:ext cx="139" cy="235"/>
              </a:xfrm>
              <a:custGeom>
                <a:avLst/>
                <a:gdLst>
                  <a:gd name="T0" fmla="*/ 2147483647 w 546"/>
                  <a:gd name="T1" fmla="*/ 0 h 924"/>
                  <a:gd name="T2" fmla="*/ 2147483647 w 546"/>
                  <a:gd name="T3" fmla="*/ 2147483647 h 924"/>
                  <a:gd name="T4" fmla="*/ 2147483647 w 546"/>
                  <a:gd name="T5" fmla="*/ 2147483647 h 924"/>
                  <a:gd name="T6" fmla="*/ 2147483647 w 546"/>
                  <a:gd name="T7" fmla="*/ 2147483647 h 924"/>
                  <a:gd name="T8" fmla="*/ 2147483647 w 546"/>
                  <a:gd name="T9" fmla="*/ 2147483647 h 924"/>
                  <a:gd name="T10" fmla="*/ 2147483647 w 546"/>
                  <a:gd name="T11" fmla="*/ 2147483647 h 924"/>
                  <a:gd name="T12" fmla="*/ 2147483647 w 546"/>
                  <a:gd name="T13" fmla="*/ 2147483647 h 924"/>
                  <a:gd name="T14" fmla="*/ 2147483647 w 546"/>
                  <a:gd name="T15" fmla="*/ 2147483647 h 924"/>
                  <a:gd name="T16" fmla="*/ 2147483647 w 546"/>
                  <a:gd name="T17" fmla="*/ 2147483647 h 924"/>
                  <a:gd name="T18" fmla="*/ 2147483647 w 546"/>
                  <a:gd name="T19" fmla="*/ 2147483647 h 924"/>
                  <a:gd name="T20" fmla="*/ 2147483647 w 546"/>
                  <a:gd name="T21" fmla="*/ 2147483647 h 924"/>
                  <a:gd name="T22" fmla="*/ 2147483647 w 546"/>
                  <a:gd name="T23" fmla="*/ 2147483647 h 924"/>
                  <a:gd name="T24" fmla="*/ 2147483647 w 546"/>
                  <a:gd name="T25" fmla="*/ 2147483647 h 924"/>
                  <a:gd name="T26" fmla="*/ 2147483647 w 546"/>
                  <a:gd name="T27" fmla="*/ 2147483647 h 924"/>
                  <a:gd name="T28" fmla="*/ 2147483647 w 546"/>
                  <a:gd name="T29" fmla="*/ 2147483647 h 924"/>
                  <a:gd name="T30" fmla="*/ 2147483647 w 546"/>
                  <a:gd name="T31" fmla="*/ 2147483647 h 924"/>
                  <a:gd name="T32" fmla="*/ 2147483647 w 546"/>
                  <a:gd name="T33" fmla="*/ 2147483647 h 924"/>
                  <a:gd name="T34" fmla="*/ 2147483647 w 546"/>
                  <a:gd name="T35" fmla="*/ 2147483647 h 924"/>
                  <a:gd name="T36" fmla="*/ 2147483647 w 546"/>
                  <a:gd name="T37" fmla="*/ 2147483647 h 924"/>
                  <a:gd name="T38" fmla="*/ 2147483647 w 546"/>
                  <a:gd name="T39" fmla="*/ 2147483647 h 924"/>
                  <a:gd name="T40" fmla="*/ 2147483647 w 546"/>
                  <a:gd name="T41" fmla="*/ 2147483647 h 924"/>
                  <a:gd name="T42" fmla="*/ 2147483647 w 546"/>
                  <a:gd name="T43" fmla="*/ 2147483647 h 924"/>
                  <a:gd name="T44" fmla="*/ 2147483647 w 546"/>
                  <a:gd name="T45" fmla="*/ 2147483647 h 924"/>
                  <a:gd name="T46" fmla="*/ 2147483647 w 546"/>
                  <a:gd name="T47" fmla="*/ 2147483647 h 924"/>
                  <a:gd name="T48" fmla="*/ 2147483647 w 546"/>
                  <a:gd name="T49" fmla="*/ 2147483647 h 924"/>
                  <a:gd name="T50" fmla="*/ 2147483647 w 546"/>
                  <a:gd name="T51" fmla="*/ 2147483647 h 924"/>
                  <a:gd name="T52" fmla="*/ 2147483647 w 546"/>
                  <a:gd name="T53" fmla="*/ 2147483647 h 924"/>
                  <a:gd name="T54" fmla="*/ 2147483647 w 546"/>
                  <a:gd name="T55" fmla="*/ 2147483647 h 924"/>
                  <a:gd name="T56" fmla="*/ 2147483647 w 546"/>
                  <a:gd name="T57" fmla="*/ 2147483647 h 924"/>
                  <a:gd name="T58" fmla="*/ 2147483647 w 546"/>
                  <a:gd name="T59" fmla="*/ 2147483647 h 924"/>
                  <a:gd name="T60" fmla="*/ 2147483647 w 546"/>
                  <a:gd name="T61" fmla="*/ 2147483647 h 924"/>
                  <a:gd name="T62" fmla="*/ 2147483647 w 546"/>
                  <a:gd name="T63" fmla="*/ 2147483647 h 924"/>
                  <a:gd name="T64" fmla="*/ 2147483647 w 546"/>
                  <a:gd name="T65" fmla="*/ 2147483647 h 924"/>
                  <a:gd name="T66" fmla="*/ 2147483647 w 546"/>
                  <a:gd name="T67" fmla="*/ 2147483647 h 924"/>
                  <a:gd name="T68" fmla="*/ 2147483647 w 546"/>
                  <a:gd name="T69" fmla="*/ 2147483647 h 924"/>
                  <a:gd name="T70" fmla="*/ 2147483647 w 546"/>
                  <a:gd name="T71" fmla="*/ 2147483647 h 924"/>
                  <a:gd name="T72" fmla="*/ 2147483647 w 546"/>
                  <a:gd name="T73" fmla="*/ 2147483647 h 924"/>
                  <a:gd name="T74" fmla="*/ 2147483647 w 546"/>
                  <a:gd name="T75" fmla="*/ 2147483647 h 924"/>
                  <a:gd name="T76" fmla="*/ 2147483647 w 546"/>
                  <a:gd name="T77" fmla="*/ 2147483647 h 924"/>
                  <a:gd name="T78" fmla="*/ 2147483647 w 546"/>
                  <a:gd name="T79" fmla="*/ 2147483647 h 924"/>
                  <a:gd name="T80" fmla="*/ 2147483647 w 546"/>
                  <a:gd name="T81" fmla="*/ 2147483647 h 924"/>
                  <a:gd name="T82" fmla="*/ 2147483647 w 546"/>
                  <a:gd name="T83" fmla="*/ 2147483647 h 924"/>
                  <a:gd name="T84" fmla="*/ 2147483647 w 546"/>
                  <a:gd name="T85" fmla="*/ 2147483647 h 924"/>
                  <a:gd name="T86" fmla="*/ 2147483647 w 546"/>
                  <a:gd name="T87" fmla="*/ 2147483647 h 924"/>
                  <a:gd name="T88" fmla="*/ 2147483647 w 546"/>
                  <a:gd name="T89" fmla="*/ 2147483647 h 924"/>
                  <a:gd name="T90" fmla="*/ 2147483647 w 546"/>
                  <a:gd name="T91" fmla="*/ 2147483647 h 924"/>
                  <a:gd name="T92" fmla="*/ 2147483647 w 546"/>
                  <a:gd name="T93" fmla="*/ 2147483647 h 924"/>
                  <a:gd name="T94" fmla="*/ 2147483647 w 546"/>
                  <a:gd name="T95" fmla="*/ 2147483647 h 924"/>
                  <a:gd name="T96" fmla="*/ 2147483647 w 546"/>
                  <a:gd name="T97" fmla="*/ 2147483647 h 924"/>
                  <a:gd name="T98" fmla="*/ 2147483647 w 546"/>
                  <a:gd name="T99" fmla="*/ 2147483647 h 924"/>
                  <a:gd name="T100" fmla="*/ 2147483647 w 546"/>
                  <a:gd name="T101" fmla="*/ 2147483647 h 924"/>
                  <a:gd name="T102" fmla="*/ 2147483647 w 546"/>
                  <a:gd name="T103" fmla="*/ 2147483647 h 924"/>
                  <a:gd name="T104" fmla="*/ 2147483647 w 546"/>
                  <a:gd name="T105" fmla="*/ 2147483647 h 924"/>
                  <a:gd name="T106" fmla="*/ 2147483647 w 546"/>
                  <a:gd name="T107" fmla="*/ 2147483647 h 924"/>
                  <a:gd name="T108" fmla="*/ 2147483647 w 546"/>
                  <a:gd name="T109" fmla="*/ 2147483647 h 924"/>
                  <a:gd name="T110" fmla="*/ 2147483647 w 546"/>
                  <a:gd name="T111" fmla="*/ 2147483647 h 92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46"/>
                  <a:gd name="T169" fmla="*/ 0 h 924"/>
                  <a:gd name="T170" fmla="*/ 546 w 546"/>
                  <a:gd name="T171" fmla="*/ 924 h 92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46" h="924">
                    <a:moveTo>
                      <a:pt x="420" y="30"/>
                    </a:moveTo>
                    <a:lnTo>
                      <a:pt x="414" y="18"/>
                    </a:lnTo>
                    <a:lnTo>
                      <a:pt x="414" y="0"/>
                    </a:lnTo>
                    <a:lnTo>
                      <a:pt x="390" y="6"/>
                    </a:lnTo>
                    <a:lnTo>
                      <a:pt x="390" y="54"/>
                    </a:lnTo>
                    <a:lnTo>
                      <a:pt x="396" y="60"/>
                    </a:lnTo>
                    <a:lnTo>
                      <a:pt x="396" y="66"/>
                    </a:lnTo>
                    <a:lnTo>
                      <a:pt x="426" y="66"/>
                    </a:lnTo>
                    <a:lnTo>
                      <a:pt x="426" y="96"/>
                    </a:lnTo>
                    <a:lnTo>
                      <a:pt x="420" y="102"/>
                    </a:lnTo>
                    <a:lnTo>
                      <a:pt x="420" y="108"/>
                    </a:lnTo>
                    <a:lnTo>
                      <a:pt x="426" y="114"/>
                    </a:lnTo>
                    <a:lnTo>
                      <a:pt x="426" y="126"/>
                    </a:lnTo>
                    <a:lnTo>
                      <a:pt x="408" y="144"/>
                    </a:lnTo>
                    <a:lnTo>
                      <a:pt x="396" y="150"/>
                    </a:lnTo>
                    <a:lnTo>
                      <a:pt x="384" y="150"/>
                    </a:lnTo>
                    <a:lnTo>
                      <a:pt x="384" y="156"/>
                    </a:lnTo>
                    <a:lnTo>
                      <a:pt x="378" y="162"/>
                    </a:lnTo>
                    <a:lnTo>
                      <a:pt x="378" y="168"/>
                    </a:lnTo>
                    <a:lnTo>
                      <a:pt x="372" y="174"/>
                    </a:lnTo>
                    <a:lnTo>
                      <a:pt x="372" y="180"/>
                    </a:lnTo>
                    <a:lnTo>
                      <a:pt x="360" y="192"/>
                    </a:lnTo>
                    <a:lnTo>
                      <a:pt x="354" y="204"/>
                    </a:lnTo>
                    <a:lnTo>
                      <a:pt x="348" y="234"/>
                    </a:lnTo>
                    <a:lnTo>
                      <a:pt x="342" y="240"/>
                    </a:lnTo>
                    <a:lnTo>
                      <a:pt x="342" y="270"/>
                    </a:lnTo>
                    <a:lnTo>
                      <a:pt x="336" y="288"/>
                    </a:lnTo>
                    <a:lnTo>
                      <a:pt x="330" y="294"/>
                    </a:lnTo>
                    <a:lnTo>
                      <a:pt x="312" y="294"/>
                    </a:lnTo>
                    <a:lnTo>
                      <a:pt x="312" y="324"/>
                    </a:lnTo>
                    <a:lnTo>
                      <a:pt x="306" y="342"/>
                    </a:lnTo>
                    <a:lnTo>
                      <a:pt x="306" y="354"/>
                    </a:lnTo>
                    <a:lnTo>
                      <a:pt x="300" y="360"/>
                    </a:lnTo>
                    <a:lnTo>
                      <a:pt x="288" y="366"/>
                    </a:lnTo>
                    <a:lnTo>
                      <a:pt x="282" y="372"/>
                    </a:lnTo>
                    <a:lnTo>
                      <a:pt x="270" y="378"/>
                    </a:lnTo>
                    <a:lnTo>
                      <a:pt x="258" y="426"/>
                    </a:lnTo>
                    <a:lnTo>
                      <a:pt x="234" y="456"/>
                    </a:lnTo>
                    <a:lnTo>
                      <a:pt x="234" y="486"/>
                    </a:lnTo>
                    <a:lnTo>
                      <a:pt x="228" y="492"/>
                    </a:lnTo>
                    <a:lnTo>
                      <a:pt x="216" y="498"/>
                    </a:lnTo>
                    <a:lnTo>
                      <a:pt x="210" y="510"/>
                    </a:lnTo>
                    <a:lnTo>
                      <a:pt x="210" y="522"/>
                    </a:lnTo>
                    <a:lnTo>
                      <a:pt x="192" y="540"/>
                    </a:lnTo>
                    <a:lnTo>
                      <a:pt x="186" y="540"/>
                    </a:lnTo>
                    <a:lnTo>
                      <a:pt x="180" y="534"/>
                    </a:lnTo>
                    <a:lnTo>
                      <a:pt x="174" y="522"/>
                    </a:lnTo>
                    <a:lnTo>
                      <a:pt x="174" y="516"/>
                    </a:lnTo>
                    <a:lnTo>
                      <a:pt x="168" y="504"/>
                    </a:lnTo>
                    <a:lnTo>
                      <a:pt x="156" y="492"/>
                    </a:lnTo>
                    <a:lnTo>
                      <a:pt x="150" y="480"/>
                    </a:lnTo>
                    <a:lnTo>
                      <a:pt x="138" y="480"/>
                    </a:lnTo>
                    <a:lnTo>
                      <a:pt x="144" y="486"/>
                    </a:lnTo>
                    <a:lnTo>
                      <a:pt x="144" y="498"/>
                    </a:lnTo>
                    <a:lnTo>
                      <a:pt x="138" y="504"/>
                    </a:lnTo>
                    <a:lnTo>
                      <a:pt x="132" y="504"/>
                    </a:lnTo>
                    <a:lnTo>
                      <a:pt x="120" y="498"/>
                    </a:lnTo>
                    <a:lnTo>
                      <a:pt x="114" y="492"/>
                    </a:lnTo>
                    <a:lnTo>
                      <a:pt x="108" y="492"/>
                    </a:lnTo>
                    <a:lnTo>
                      <a:pt x="102" y="498"/>
                    </a:lnTo>
                    <a:lnTo>
                      <a:pt x="90" y="522"/>
                    </a:lnTo>
                    <a:lnTo>
                      <a:pt x="84" y="528"/>
                    </a:lnTo>
                    <a:lnTo>
                      <a:pt x="84" y="534"/>
                    </a:lnTo>
                    <a:lnTo>
                      <a:pt x="18" y="588"/>
                    </a:lnTo>
                    <a:lnTo>
                      <a:pt x="18" y="642"/>
                    </a:lnTo>
                    <a:lnTo>
                      <a:pt x="12" y="654"/>
                    </a:lnTo>
                    <a:lnTo>
                      <a:pt x="12" y="666"/>
                    </a:lnTo>
                    <a:lnTo>
                      <a:pt x="6" y="672"/>
                    </a:lnTo>
                    <a:lnTo>
                      <a:pt x="6" y="678"/>
                    </a:lnTo>
                    <a:lnTo>
                      <a:pt x="0" y="690"/>
                    </a:lnTo>
                    <a:lnTo>
                      <a:pt x="24" y="684"/>
                    </a:lnTo>
                    <a:lnTo>
                      <a:pt x="24" y="708"/>
                    </a:lnTo>
                    <a:lnTo>
                      <a:pt x="36" y="732"/>
                    </a:lnTo>
                    <a:lnTo>
                      <a:pt x="60" y="744"/>
                    </a:lnTo>
                    <a:lnTo>
                      <a:pt x="66" y="750"/>
                    </a:lnTo>
                    <a:lnTo>
                      <a:pt x="84" y="726"/>
                    </a:lnTo>
                    <a:lnTo>
                      <a:pt x="66" y="756"/>
                    </a:lnTo>
                    <a:lnTo>
                      <a:pt x="84" y="786"/>
                    </a:lnTo>
                    <a:lnTo>
                      <a:pt x="102" y="792"/>
                    </a:lnTo>
                    <a:lnTo>
                      <a:pt x="102" y="840"/>
                    </a:lnTo>
                    <a:lnTo>
                      <a:pt x="90" y="840"/>
                    </a:lnTo>
                    <a:lnTo>
                      <a:pt x="90" y="870"/>
                    </a:lnTo>
                    <a:lnTo>
                      <a:pt x="102" y="882"/>
                    </a:lnTo>
                    <a:lnTo>
                      <a:pt x="198" y="882"/>
                    </a:lnTo>
                    <a:lnTo>
                      <a:pt x="216" y="864"/>
                    </a:lnTo>
                    <a:lnTo>
                      <a:pt x="228" y="882"/>
                    </a:lnTo>
                    <a:lnTo>
                      <a:pt x="258" y="882"/>
                    </a:lnTo>
                    <a:lnTo>
                      <a:pt x="270" y="870"/>
                    </a:lnTo>
                    <a:lnTo>
                      <a:pt x="276" y="870"/>
                    </a:lnTo>
                    <a:lnTo>
                      <a:pt x="288" y="876"/>
                    </a:lnTo>
                    <a:lnTo>
                      <a:pt x="294" y="876"/>
                    </a:lnTo>
                    <a:lnTo>
                      <a:pt x="342" y="870"/>
                    </a:lnTo>
                    <a:lnTo>
                      <a:pt x="342" y="888"/>
                    </a:lnTo>
                    <a:lnTo>
                      <a:pt x="372" y="888"/>
                    </a:lnTo>
                    <a:lnTo>
                      <a:pt x="390" y="882"/>
                    </a:lnTo>
                    <a:lnTo>
                      <a:pt x="438" y="882"/>
                    </a:lnTo>
                    <a:lnTo>
                      <a:pt x="450" y="888"/>
                    </a:lnTo>
                    <a:lnTo>
                      <a:pt x="456" y="894"/>
                    </a:lnTo>
                    <a:lnTo>
                      <a:pt x="468" y="894"/>
                    </a:lnTo>
                    <a:lnTo>
                      <a:pt x="474" y="900"/>
                    </a:lnTo>
                    <a:lnTo>
                      <a:pt x="510" y="900"/>
                    </a:lnTo>
                    <a:lnTo>
                      <a:pt x="534" y="924"/>
                    </a:lnTo>
                    <a:lnTo>
                      <a:pt x="540" y="882"/>
                    </a:lnTo>
                    <a:lnTo>
                      <a:pt x="546" y="876"/>
                    </a:lnTo>
                    <a:lnTo>
                      <a:pt x="534" y="864"/>
                    </a:lnTo>
                    <a:lnTo>
                      <a:pt x="534" y="834"/>
                    </a:lnTo>
                    <a:lnTo>
                      <a:pt x="528" y="816"/>
                    </a:lnTo>
                    <a:lnTo>
                      <a:pt x="516" y="810"/>
                    </a:lnTo>
                    <a:lnTo>
                      <a:pt x="510" y="798"/>
                    </a:lnTo>
                    <a:lnTo>
                      <a:pt x="498" y="792"/>
                    </a:lnTo>
                    <a:lnTo>
                      <a:pt x="486" y="780"/>
                    </a:lnTo>
                    <a:lnTo>
                      <a:pt x="474" y="756"/>
                    </a:lnTo>
                    <a:lnTo>
                      <a:pt x="468" y="750"/>
                    </a:lnTo>
                    <a:lnTo>
                      <a:pt x="468" y="708"/>
                    </a:lnTo>
                    <a:lnTo>
                      <a:pt x="462" y="708"/>
                    </a:lnTo>
                    <a:lnTo>
                      <a:pt x="444" y="690"/>
                    </a:lnTo>
                    <a:lnTo>
                      <a:pt x="438" y="690"/>
                    </a:lnTo>
                    <a:lnTo>
                      <a:pt x="438" y="642"/>
                    </a:lnTo>
                    <a:lnTo>
                      <a:pt x="420" y="630"/>
                    </a:lnTo>
                    <a:lnTo>
                      <a:pt x="432" y="618"/>
                    </a:lnTo>
                    <a:lnTo>
                      <a:pt x="432" y="582"/>
                    </a:lnTo>
                    <a:lnTo>
                      <a:pt x="426" y="582"/>
                    </a:lnTo>
                    <a:lnTo>
                      <a:pt x="414" y="576"/>
                    </a:lnTo>
                    <a:lnTo>
                      <a:pt x="414" y="570"/>
                    </a:lnTo>
                    <a:lnTo>
                      <a:pt x="426" y="558"/>
                    </a:lnTo>
                    <a:lnTo>
                      <a:pt x="438" y="552"/>
                    </a:lnTo>
                    <a:lnTo>
                      <a:pt x="444" y="546"/>
                    </a:lnTo>
                    <a:lnTo>
                      <a:pt x="450" y="546"/>
                    </a:lnTo>
                    <a:lnTo>
                      <a:pt x="456" y="510"/>
                    </a:lnTo>
                    <a:lnTo>
                      <a:pt x="462" y="510"/>
                    </a:lnTo>
                    <a:lnTo>
                      <a:pt x="468" y="498"/>
                    </a:lnTo>
                    <a:lnTo>
                      <a:pt x="468" y="480"/>
                    </a:lnTo>
                    <a:lnTo>
                      <a:pt x="474" y="474"/>
                    </a:lnTo>
                    <a:lnTo>
                      <a:pt x="480" y="462"/>
                    </a:lnTo>
                    <a:lnTo>
                      <a:pt x="492" y="450"/>
                    </a:lnTo>
                    <a:lnTo>
                      <a:pt x="498" y="450"/>
                    </a:lnTo>
                    <a:lnTo>
                      <a:pt x="498" y="438"/>
                    </a:lnTo>
                    <a:lnTo>
                      <a:pt x="492" y="420"/>
                    </a:lnTo>
                    <a:lnTo>
                      <a:pt x="486" y="408"/>
                    </a:lnTo>
                    <a:lnTo>
                      <a:pt x="486" y="390"/>
                    </a:lnTo>
                    <a:lnTo>
                      <a:pt x="474" y="366"/>
                    </a:lnTo>
                    <a:lnTo>
                      <a:pt x="462" y="354"/>
                    </a:lnTo>
                    <a:lnTo>
                      <a:pt x="450" y="348"/>
                    </a:lnTo>
                    <a:lnTo>
                      <a:pt x="432" y="336"/>
                    </a:lnTo>
                    <a:lnTo>
                      <a:pt x="420" y="324"/>
                    </a:lnTo>
                    <a:lnTo>
                      <a:pt x="414" y="312"/>
                    </a:lnTo>
                    <a:lnTo>
                      <a:pt x="402" y="300"/>
                    </a:lnTo>
                    <a:lnTo>
                      <a:pt x="390" y="276"/>
                    </a:lnTo>
                    <a:lnTo>
                      <a:pt x="390" y="264"/>
                    </a:lnTo>
                    <a:lnTo>
                      <a:pt x="396" y="258"/>
                    </a:lnTo>
                    <a:lnTo>
                      <a:pt x="408" y="252"/>
                    </a:lnTo>
                    <a:lnTo>
                      <a:pt x="504" y="252"/>
                    </a:lnTo>
                    <a:lnTo>
                      <a:pt x="486" y="234"/>
                    </a:lnTo>
                    <a:lnTo>
                      <a:pt x="480" y="222"/>
                    </a:lnTo>
                    <a:lnTo>
                      <a:pt x="468" y="216"/>
                    </a:lnTo>
                    <a:lnTo>
                      <a:pt x="462" y="204"/>
                    </a:lnTo>
                    <a:lnTo>
                      <a:pt x="462" y="186"/>
                    </a:lnTo>
                    <a:lnTo>
                      <a:pt x="456" y="168"/>
                    </a:lnTo>
                    <a:lnTo>
                      <a:pt x="456" y="132"/>
                    </a:lnTo>
                    <a:lnTo>
                      <a:pt x="462" y="132"/>
                    </a:lnTo>
                    <a:lnTo>
                      <a:pt x="462" y="96"/>
                    </a:lnTo>
                    <a:lnTo>
                      <a:pt x="456" y="84"/>
                    </a:lnTo>
                    <a:lnTo>
                      <a:pt x="444" y="78"/>
                    </a:lnTo>
                    <a:lnTo>
                      <a:pt x="450" y="42"/>
                    </a:lnTo>
                    <a:lnTo>
                      <a:pt x="444" y="42"/>
                    </a:lnTo>
                    <a:lnTo>
                      <a:pt x="438" y="36"/>
                    </a:lnTo>
                    <a:lnTo>
                      <a:pt x="426" y="36"/>
                    </a:lnTo>
                    <a:lnTo>
                      <a:pt x="420" y="30"/>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35" name="Burundi" descr="© INSCALE GmbH, 05.05.2010&#10;http://www.presentationload.com/">
                <a:extLst>
                  <a:ext uri="{FF2B5EF4-FFF2-40B4-BE49-F238E27FC236}">
                    <a16:creationId xmlns:a16="http://schemas.microsoft.com/office/drawing/2014/main" id="{9C095F55-C49C-B5C1-2DAD-F6F947C54E2C}"/>
                  </a:ext>
                </a:extLst>
              </p:cNvPr>
              <p:cNvSpPr>
                <a:spLocks/>
              </p:cNvSpPr>
              <p:nvPr/>
            </p:nvSpPr>
            <p:spPr bwMode="gray">
              <a:xfrm>
                <a:off x="3178" y="2618"/>
                <a:ext cx="34" cy="43"/>
              </a:xfrm>
              <a:custGeom>
                <a:avLst/>
                <a:gdLst>
                  <a:gd name="T0" fmla="*/ 2147483647 w 132"/>
                  <a:gd name="T1" fmla="*/ 2147483647 h 168"/>
                  <a:gd name="T2" fmla="*/ 2147483647 w 132"/>
                  <a:gd name="T3" fmla="*/ 2147483647 h 168"/>
                  <a:gd name="T4" fmla="*/ 2147483647 w 132"/>
                  <a:gd name="T5" fmla="*/ 2147483647 h 168"/>
                  <a:gd name="T6" fmla="*/ 2147483647 w 132"/>
                  <a:gd name="T7" fmla="*/ 2147483647 h 168"/>
                  <a:gd name="T8" fmla="*/ 2147483647 w 132"/>
                  <a:gd name="T9" fmla="*/ 2147483647 h 168"/>
                  <a:gd name="T10" fmla="*/ 2147483647 w 132"/>
                  <a:gd name="T11" fmla="*/ 2147483647 h 168"/>
                  <a:gd name="T12" fmla="*/ 2147483647 w 132"/>
                  <a:gd name="T13" fmla="*/ 2147483647 h 168"/>
                  <a:gd name="T14" fmla="*/ 2147483647 w 132"/>
                  <a:gd name="T15" fmla="*/ 2147483647 h 168"/>
                  <a:gd name="T16" fmla="*/ 2147483647 w 132"/>
                  <a:gd name="T17" fmla="*/ 2147483647 h 168"/>
                  <a:gd name="T18" fmla="*/ 2147483647 w 132"/>
                  <a:gd name="T19" fmla="*/ 2147483647 h 168"/>
                  <a:gd name="T20" fmla="*/ 2147483647 w 132"/>
                  <a:gd name="T21" fmla="*/ 2147483647 h 168"/>
                  <a:gd name="T22" fmla="*/ 2147483647 w 132"/>
                  <a:gd name="T23" fmla="*/ 2147483647 h 168"/>
                  <a:gd name="T24" fmla="*/ 2147483647 w 132"/>
                  <a:gd name="T25" fmla="*/ 2147483647 h 168"/>
                  <a:gd name="T26" fmla="*/ 2147483647 w 132"/>
                  <a:gd name="T27" fmla="*/ 2147483647 h 168"/>
                  <a:gd name="T28" fmla="*/ 2147483647 w 132"/>
                  <a:gd name="T29" fmla="*/ 2147483647 h 168"/>
                  <a:gd name="T30" fmla="*/ 2147483647 w 132"/>
                  <a:gd name="T31" fmla="*/ 2147483647 h 168"/>
                  <a:gd name="T32" fmla="*/ 2147483647 w 132"/>
                  <a:gd name="T33" fmla="*/ 2147483647 h 168"/>
                  <a:gd name="T34" fmla="*/ 2147483647 w 132"/>
                  <a:gd name="T35" fmla="*/ 2147483647 h 168"/>
                  <a:gd name="T36" fmla="*/ 2147483647 w 132"/>
                  <a:gd name="T37" fmla="*/ 2147483647 h 168"/>
                  <a:gd name="T38" fmla="*/ 2147483647 w 132"/>
                  <a:gd name="T39" fmla="*/ 2147483647 h 168"/>
                  <a:gd name="T40" fmla="*/ 2147483647 w 132"/>
                  <a:gd name="T41" fmla="*/ 2147483647 h 168"/>
                  <a:gd name="T42" fmla="*/ 2147483647 w 132"/>
                  <a:gd name="T43" fmla="*/ 2147483647 h 168"/>
                  <a:gd name="T44" fmla="*/ 2147483647 w 132"/>
                  <a:gd name="T45" fmla="*/ 2147483647 h 168"/>
                  <a:gd name="T46" fmla="*/ 2147483647 w 132"/>
                  <a:gd name="T47" fmla="*/ 0 h 168"/>
                  <a:gd name="T48" fmla="*/ 2147483647 w 132"/>
                  <a:gd name="T49" fmla="*/ 0 h 168"/>
                  <a:gd name="T50" fmla="*/ 2147483647 w 132"/>
                  <a:gd name="T51" fmla="*/ 0 h 168"/>
                  <a:gd name="T52" fmla="*/ 2147483647 w 132"/>
                  <a:gd name="T53" fmla="*/ 2147483647 h 168"/>
                  <a:gd name="T54" fmla="*/ 2147483647 w 132"/>
                  <a:gd name="T55" fmla="*/ 2147483647 h 168"/>
                  <a:gd name="T56" fmla="*/ 2147483647 w 132"/>
                  <a:gd name="T57" fmla="*/ 2147483647 h 168"/>
                  <a:gd name="T58" fmla="*/ 2147483647 w 132"/>
                  <a:gd name="T59" fmla="*/ 2147483647 h 168"/>
                  <a:gd name="T60" fmla="*/ 2147483647 w 132"/>
                  <a:gd name="T61" fmla="*/ 2147483647 h 168"/>
                  <a:gd name="T62" fmla="*/ 2147483647 w 132"/>
                  <a:gd name="T63" fmla="*/ 2147483647 h 168"/>
                  <a:gd name="T64" fmla="*/ 0 w 132"/>
                  <a:gd name="T65" fmla="*/ 2147483647 h 168"/>
                  <a:gd name="T66" fmla="*/ 2147483647 w 132"/>
                  <a:gd name="T67" fmla="*/ 2147483647 h 168"/>
                  <a:gd name="T68" fmla="*/ 2147483647 w 132"/>
                  <a:gd name="T69" fmla="*/ 2147483647 h 168"/>
                  <a:gd name="T70" fmla="*/ 2147483647 w 132"/>
                  <a:gd name="T71" fmla="*/ 2147483647 h 168"/>
                  <a:gd name="T72" fmla="*/ 2147483647 w 132"/>
                  <a:gd name="T73" fmla="*/ 2147483647 h 168"/>
                  <a:gd name="T74" fmla="*/ 2147483647 w 132"/>
                  <a:gd name="T75" fmla="*/ 2147483647 h 16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32"/>
                  <a:gd name="T115" fmla="*/ 0 h 168"/>
                  <a:gd name="T116" fmla="*/ 132 w 132"/>
                  <a:gd name="T117" fmla="*/ 168 h 16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32" h="168">
                    <a:moveTo>
                      <a:pt x="36" y="72"/>
                    </a:moveTo>
                    <a:lnTo>
                      <a:pt x="36" y="96"/>
                    </a:lnTo>
                    <a:lnTo>
                      <a:pt x="30" y="102"/>
                    </a:lnTo>
                    <a:lnTo>
                      <a:pt x="30" y="138"/>
                    </a:lnTo>
                    <a:lnTo>
                      <a:pt x="36" y="156"/>
                    </a:lnTo>
                    <a:lnTo>
                      <a:pt x="42" y="168"/>
                    </a:lnTo>
                    <a:lnTo>
                      <a:pt x="54" y="168"/>
                    </a:lnTo>
                    <a:lnTo>
                      <a:pt x="60" y="162"/>
                    </a:lnTo>
                    <a:lnTo>
                      <a:pt x="72" y="156"/>
                    </a:lnTo>
                    <a:lnTo>
                      <a:pt x="84" y="144"/>
                    </a:lnTo>
                    <a:lnTo>
                      <a:pt x="90" y="132"/>
                    </a:lnTo>
                    <a:lnTo>
                      <a:pt x="90" y="114"/>
                    </a:lnTo>
                    <a:lnTo>
                      <a:pt x="96" y="102"/>
                    </a:lnTo>
                    <a:lnTo>
                      <a:pt x="114" y="84"/>
                    </a:lnTo>
                    <a:lnTo>
                      <a:pt x="126" y="84"/>
                    </a:lnTo>
                    <a:lnTo>
                      <a:pt x="120" y="72"/>
                    </a:lnTo>
                    <a:lnTo>
                      <a:pt x="132" y="66"/>
                    </a:lnTo>
                    <a:lnTo>
                      <a:pt x="132" y="48"/>
                    </a:lnTo>
                    <a:lnTo>
                      <a:pt x="114" y="48"/>
                    </a:lnTo>
                    <a:lnTo>
                      <a:pt x="108" y="42"/>
                    </a:lnTo>
                    <a:lnTo>
                      <a:pt x="102" y="42"/>
                    </a:lnTo>
                    <a:lnTo>
                      <a:pt x="102" y="24"/>
                    </a:lnTo>
                    <a:lnTo>
                      <a:pt x="108" y="12"/>
                    </a:lnTo>
                    <a:lnTo>
                      <a:pt x="108" y="0"/>
                    </a:lnTo>
                    <a:lnTo>
                      <a:pt x="120" y="0"/>
                    </a:lnTo>
                    <a:lnTo>
                      <a:pt x="66" y="0"/>
                    </a:lnTo>
                    <a:lnTo>
                      <a:pt x="60" y="24"/>
                    </a:lnTo>
                    <a:lnTo>
                      <a:pt x="48" y="30"/>
                    </a:lnTo>
                    <a:lnTo>
                      <a:pt x="42" y="36"/>
                    </a:lnTo>
                    <a:lnTo>
                      <a:pt x="30" y="36"/>
                    </a:lnTo>
                    <a:lnTo>
                      <a:pt x="24" y="30"/>
                    </a:lnTo>
                    <a:lnTo>
                      <a:pt x="18" y="18"/>
                    </a:lnTo>
                    <a:lnTo>
                      <a:pt x="0" y="18"/>
                    </a:lnTo>
                    <a:lnTo>
                      <a:pt x="12" y="48"/>
                    </a:lnTo>
                    <a:lnTo>
                      <a:pt x="18" y="54"/>
                    </a:lnTo>
                    <a:lnTo>
                      <a:pt x="30" y="60"/>
                    </a:lnTo>
                    <a:lnTo>
                      <a:pt x="36" y="66"/>
                    </a:lnTo>
                    <a:lnTo>
                      <a:pt x="36" y="72"/>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36" name="Burkina Faso" descr="© INSCALE GmbH, 05.05.2010&#10;http://www.presentationload.com/">
                <a:extLst>
                  <a:ext uri="{FF2B5EF4-FFF2-40B4-BE49-F238E27FC236}">
                    <a16:creationId xmlns:a16="http://schemas.microsoft.com/office/drawing/2014/main" id="{AE8213C0-38BF-A39D-F2A0-D644EA3D50C9}"/>
                  </a:ext>
                </a:extLst>
              </p:cNvPr>
              <p:cNvSpPr>
                <a:spLocks/>
              </p:cNvSpPr>
              <p:nvPr/>
            </p:nvSpPr>
            <p:spPr bwMode="gray">
              <a:xfrm>
                <a:off x="2555" y="2261"/>
                <a:ext cx="145" cy="114"/>
              </a:xfrm>
              <a:custGeom>
                <a:avLst/>
                <a:gdLst>
                  <a:gd name="T0" fmla="*/ 2147483647 w 570"/>
                  <a:gd name="T1" fmla="*/ 2147483647 h 450"/>
                  <a:gd name="T2" fmla="*/ 2147483647 w 570"/>
                  <a:gd name="T3" fmla="*/ 2147483647 h 450"/>
                  <a:gd name="T4" fmla="*/ 2147483647 w 570"/>
                  <a:gd name="T5" fmla="*/ 2147483647 h 450"/>
                  <a:gd name="T6" fmla="*/ 2147483647 w 570"/>
                  <a:gd name="T7" fmla="*/ 2147483647 h 450"/>
                  <a:gd name="T8" fmla="*/ 2147483647 w 570"/>
                  <a:gd name="T9" fmla="*/ 2147483647 h 450"/>
                  <a:gd name="T10" fmla="*/ 2147483647 w 570"/>
                  <a:gd name="T11" fmla="*/ 2147483647 h 450"/>
                  <a:gd name="T12" fmla="*/ 2147483647 w 570"/>
                  <a:gd name="T13" fmla="*/ 2147483647 h 450"/>
                  <a:gd name="T14" fmla="*/ 2147483647 w 570"/>
                  <a:gd name="T15" fmla="*/ 2147483647 h 450"/>
                  <a:gd name="T16" fmla="*/ 2147483647 w 570"/>
                  <a:gd name="T17" fmla="*/ 2147483647 h 450"/>
                  <a:gd name="T18" fmla="*/ 2147483647 w 570"/>
                  <a:gd name="T19" fmla="*/ 2147483647 h 450"/>
                  <a:gd name="T20" fmla="*/ 2147483647 w 570"/>
                  <a:gd name="T21" fmla="*/ 2147483647 h 450"/>
                  <a:gd name="T22" fmla="*/ 2147483647 w 570"/>
                  <a:gd name="T23" fmla="*/ 2147483647 h 450"/>
                  <a:gd name="T24" fmla="*/ 2147483647 w 570"/>
                  <a:gd name="T25" fmla="*/ 2147483647 h 450"/>
                  <a:gd name="T26" fmla="*/ 2147483647 w 570"/>
                  <a:gd name="T27" fmla="*/ 2147483647 h 450"/>
                  <a:gd name="T28" fmla="*/ 2147483647 w 570"/>
                  <a:gd name="T29" fmla="*/ 2147483647 h 450"/>
                  <a:gd name="T30" fmla="*/ 2147483647 w 570"/>
                  <a:gd name="T31" fmla="*/ 2147483647 h 450"/>
                  <a:gd name="T32" fmla="*/ 2147483647 w 570"/>
                  <a:gd name="T33" fmla="*/ 2147483647 h 450"/>
                  <a:gd name="T34" fmla="*/ 2147483647 w 570"/>
                  <a:gd name="T35" fmla="*/ 2147483647 h 450"/>
                  <a:gd name="T36" fmla="*/ 2147483647 w 570"/>
                  <a:gd name="T37" fmla="*/ 2147483647 h 450"/>
                  <a:gd name="T38" fmla="*/ 2147483647 w 570"/>
                  <a:gd name="T39" fmla="*/ 2147483647 h 450"/>
                  <a:gd name="T40" fmla="*/ 2147483647 w 570"/>
                  <a:gd name="T41" fmla="*/ 2147483647 h 450"/>
                  <a:gd name="T42" fmla="*/ 2147483647 w 570"/>
                  <a:gd name="T43" fmla="*/ 2147483647 h 450"/>
                  <a:gd name="T44" fmla="*/ 2147483647 w 570"/>
                  <a:gd name="T45" fmla="*/ 2147483647 h 450"/>
                  <a:gd name="T46" fmla="*/ 2147483647 w 570"/>
                  <a:gd name="T47" fmla="*/ 2147483647 h 450"/>
                  <a:gd name="T48" fmla="*/ 2147483647 w 570"/>
                  <a:gd name="T49" fmla="*/ 2147483647 h 450"/>
                  <a:gd name="T50" fmla="*/ 2147483647 w 570"/>
                  <a:gd name="T51" fmla="*/ 2147483647 h 450"/>
                  <a:gd name="T52" fmla="*/ 2147483647 w 570"/>
                  <a:gd name="T53" fmla="*/ 2147483647 h 450"/>
                  <a:gd name="T54" fmla="*/ 2147483647 w 570"/>
                  <a:gd name="T55" fmla="*/ 2147483647 h 450"/>
                  <a:gd name="T56" fmla="*/ 2147483647 w 570"/>
                  <a:gd name="T57" fmla="*/ 2147483647 h 450"/>
                  <a:gd name="T58" fmla="*/ 2147483647 w 570"/>
                  <a:gd name="T59" fmla="*/ 2147483647 h 450"/>
                  <a:gd name="T60" fmla="*/ 2147483647 w 570"/>
                  <a:gd name="T61" fmla="*/ 2147483647 h 450"/>
                  <a:gd name="T62" fmla="*/ 2147483647 w 570"/>
                  <a:gd name="T63" fmla="*/ 2147483647 h 450"/>
                  <a:gd name="T64" fmla="*/ 2147483647 w 570"/>
                  <a:gd name="T65" fmla="*/ 2147483647 h 450"/>
                  <a:gd name="T66" fmla="*/ 2147483647 w 570"/>
                  <a:gd name="T67" fmla="*/ 0 h 450"/>
                  <a:gd name="T68" fmla="*/ 2147483647 w 570"/>
                  <a:gd name="T69" fmla="*/ 2147483647 h 450"/>
                  <a:gd name="T70" fmla="*/ 2147483647 w 570"/>
                  <a:gd name="T71" fmla="*/ 2147483647 h 450"/>
                  <a:gd name="T72" fmla="*/ 2147483647 w 570"/>
                  <a:gd name="T73" fmla="*/ 2147483647 h 450"/>
                  <a:gd name="T74" fmla="*/ 2147483647 w 570"/>
                  <a:gd name="T75" fmla="*/ 2147483647 h 450"/>
                  <a:gd name="T76" fmla="*/ 2147483647 w 570"/>
                  <a:gd name="T77" fmla="*/ 2147483647 h 450"/>
                  <a:gd name="T78" fmla="*/ 2147483647 w 570"/>
                  <a:gd name="T79" fmla="*/ 2147483647 h 450"/>
                  <a:gd name="T80" fmla="*/ 2147483647 w 570"/>
                  <a:gd name="T81" fmla="*/ 2147483647 h 450"/>
                  <a:gd name="T82" fmla="*/ 2147483647 w 570"/>
                  <a:gd name="T83" fmla="*/ 2147483647 h 450"/>
                  <a:gd name="T84" fmla="*/ 2147483647 w 570"/>
                  <a:gd name="T85" fmla="*/ 2147483647 h 450"/>
                  <a:gd name="T86" fmla="*/ 2147483647 w 570"/>
                  <a:gd name="T87" fmla="*/ 2147483647 h 450"/>
                  <a:gd name="T88" fmla="*/ 2147483647 w 570"/>
                  <a:gd name="T89" fmla="*/ 2147483647 h 450"/>
                  <a:gd name="T90" fmla="*/ 2147483647 w 570"/>
                  <a:gd name="T91" fmla="*/ 2147483647 h 450"/>
                  <a:gd name="T92" fmla="*/ 2147483647 w 570"/>
                  <a:gd name="T93" fmla="*/ 2147483647 h 450"/>
                  <a:gd name="T94" fmla="*/ 2147483647 w 570"/>
                  <a:gd name="T95" fmla="*/ 2147483647 h 450"/>
                  <a:gd name="T96" fmla="*/ 2147483647 w 570"/>
                  <a:gd name="T97" fmla="*/ 2147483647 h 450"/>
                  <a:gd name="T98" fmla="*/ 2147483647 w 570"/>
                  <a:gd name="T99" fmla="*/ 2147483647 h 450"/>
                  <a:gd name="T100" fmla="*/ 2147483647 w 570"/>
                  <a:gd name="T101" fmla="*/ 2147483647 h 450"/>
                  <a:gd name="T102" fmla="*/ 2147483647 w 570"/>
                  <a:gd name="T103" fmla="*/ 2147483647 h 45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70"/>
                  <a:gd name="T157" fmla="*/ 0 h 450"/>
                  <a:gd name="T158" fmla="*/ 570 w 570"/>
                  <a:gd name="T159" fmla="*/ 450 h 450"/>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70" h="450">
                    <a:moveTo>
                      <a:pt x="0" y="312"/>
                    </a:moveTo>
                    <a:lnTo>
                      <a:pt x="6" y="366"/>
                    </a:lnTo>
                    <a:lnTo>
                      <a:pt x="6" y="390"/>
                    </a:lnTo>
                    <a:lnTo>
                      <a:pt x="30" y="384"/>
                    </a:lnTo>
                    <a:lnTo>
                      <a:pt x="30" y="390"/>
                    </a:lnTo>
                    <a:lnTo>
                      <a:pt x="36" y="396"/>
                    </a:lnTo>
                    <a:lnTo>
                      <a:pt x="36" y="408"/>
                    </a:lnTo>
                    <a:lnTo>
                      <a:pt x="42" y="420"/>
                    </a:lnTo>
                    <a:lnTo>
                      <a:pt x="54" y="426"/>
                    </a:lnTo>
                    <a:lnTo>
                      <a:pt x="60" y="432"/>
                    </a:lnTo>
                    <a:lnTo>
                      <a:pt x="72" y="432"/>
                    </a:lnTo>
                    <a:lnTo>
                      <a:pt x="78" y="438"/>
                    </a:lnTo>
                    <a:lnTo>
                      <a:pt x="90" y="438"/>
                    </a:lnTo>
                    <a:lnTo>
                      <a:pt x="96" y="432"/>
                    </a:lnTo>
                    <a:lnTo>
                      <a:pt x="96" y="426"/>
                    </a:lnTo>
                    <a:lnTo>
                      <a:pt x="120" y="414"/>
                    </a:lnTo>
                    <a:lnTo>
                      <a:pt x="150" y="414"/>
                    </a:lnTo>
                    <a:lnTo>
                      <a:pt x="168" y="420"/>
                    </a:lnTo>
                    <a:lnTo>
                      <a:pt x="186" y="438"/>
                    </a:lnTo>
                    <a:lnTo>
                      <a:pt x="186" y="450"/>
                    </a:lnTo>
                    <a:lnTo>
                      <a:pt x="204" y="444"/>
                    </a:lnTo>
                    <a:lnTo>
                      <a:pt x="198" y="450"/>
                    </a:lnTo>
                    <a:lnTo>
                      <a:pt x="198" y="396"/>
                    </a:lnTo>
                    <a:lnTo>
                      <a:pt x="192" y="366"/>
                    </a:lnTo>
                    <a:lnTo>
                      <a:pt x="186" y="366"/>
                    </a:lnTo>
                    <a:lnTo>
                      <a:pt x="186" y="348"/>
                    </a:lnTo>
                    <a:lnTo>
                      <a:pt x="192" y="336"/>
                    </a:lnTo>
                    <a:lnTo>
                      <a:pt x="198" y="330"/>
                    </a:lnTo>
                    <a:lnTo>
                      <a:pt x="354" y="330"/>
                    </a:lnTo>
                    <a:lnTo>
                      <a:pt x="378" y="318"/>
                    </a:lnTo>
                    <a:lnTo>
                      <a:pt x="396" y="324"/>
                    </a:lnTo>
                    <a:lnTo>
                      <a:pt x="414" y="324"/>
                    </a:lnTo>
                    <a:lnTo>
                      <a:pt x="438" y="330"/>
                    </a:lnTo>
                    <a:lnTo>
                      <a:pt x="456" y="330"/>
                    </a:lnTo>
                    <a:lnTo>
                      <a:pt x="462" y="318"/>
                    </a:lnTo>
                    <a:lnTo>
                      <a:pt x="474" y="318"/>
                    </a:lnTo>
                    <a:lnTo>
                      <a:pt x="480" y="306"/>
                    </a:lnTo>
                    <a:lnTo>
                      <a:pt x="498" y="288"/>
                    </a:lnTo>
                    <a:lnTo>
                      <a:pt x="528" y="288"/>
                    </a:lnTo>
                    <a:lnTo>
                      <a:pt x="534" y="294"/>
                    </a:lnTo>
                    <a:lnTo>
                      <a:pt x="534" y="282"/>
                    </a:lnTo>
                    <a:lnTo>
                      <a:pt x="540" y="282"/>
                    </a:lnTo>
                    <a:lnTo>
                      <a:pt x="546" y="276"/>
                    </a:lnTo>
                    <a:lnTo>
                      <a:pt x="558" y="276"/>
                    </a:lnTo>
                    <a:lnTo>
                      <a:pt x="564" y="258"/>
                    </a:lnTo>
                    <a:lnTo>
                      <a:pt x="570" y="252"/>
                    </a:lnTo>
                    <a:lnTo>
                      <a:pt x="564" y="252"/>
                    </a:lnTo>
                    <a:lnTo>
                      <a:pt x="540" y="216"/>
                    </a:lnTo>
                    <a:lnTo>
                      <a:pt x="564" y="210"/>
                    </a:lnTo>
                    <a:lnTo>
                      <a:pt x="558" y="198"/>
                    </a:lnTo>
                    <a:lnTo>
                      <a:pt x="546" y="186"/>
                    </a:lnTo>
                    <a:lnTo>
                      <a:pt x="534" y="186"/>
                    </a:lnTo>
                    <a:lnTo>
                      <a:pt x="522" y="198"/>
                    </a:lnTo>
                    <a:lnTo>
                      <a:pt x="504" y="198"/>
                    </a:lnTo>
                    <a:lnTo>
                      <a:pt x="498" y="186"/>
                    </a:lnTo>
                    <a:lnTo>
                      <a:pt x="486" y="180"/>
                    </a:lnTo>
                    <a:lnTo>
                      <a:pt x="462" y="156"/>
                    </a:lnTo>
                    <a:lnTo>
                      <a:pt x="462" y="150"/>
                    </a:lnTo>
                    <a:lnTo>
                      <a:pt x="480" y="132"/>
                    </a:lnTo>
                    <a:lnTo>
                      <a:pt x="468" y="132"/>
                    </a:lnTo>
                    <a:lnTo>
                      <a:pt x="468" y="114"/>
                    </a:lnTo>
                    <a:lnTo>
                      <a:pt x="444" y="114"/>
                    </a:lnTo>
                    <a:lnTo>
                      <a:pt x="432" y="108"/>
                    </a:lnTo>
                    <a:lnTo>
                      <a:pt x="420" y="84"/>
                    </a:lnTo>
                    <a:lnTo>
                      <a:pt x="420" y="60"/>
                    </a:lnTo>
                    <a:lnTo>
                      <a:pt x="414" y="48"/>
                    </a:lnTo>
                    <a:lnTo>
                      <a:pt x="414" y="12"/>
                    </a:lnTo>
                    <a:lnTo>
                      <a:pt x="390" y="0"/>
                    </a:lnTo>
                    <a:lnTo>
                      <a:pt x="342" y="0"/>
                    </a:lnTo>
                    <a:lnTo>
                      <a:pt x="324" y="18"/>
                    </a:lnTo>
                    <a:lnTo>
                      <a:pt x="300" y="18"/>
                    </a:lnTo>
                    <a:lnTo>
                      <a:pt x="282" y="42"/>
                    </a:lnTo>
                    <a:lnTo>
                      <a:pt x="258" y="42"/>
                    </a:lnTo>
                    <a:lnTo>
                      <a:pt x="258" y="60"/>
                    </a:lnTo>
                    <a:lnTo>
                      <a:pt x="252" y="66"/>
                    </a:lnTo>
                    <a:lnTo>
                      <a:pt x="252" y="72"/>
                    </a:lnTo>
                    <a:lnTo>
                      <a:pt x="240" y="72"/>
                    </a:lnTo>
                    <a:lnTo>
                      <a:pt x="228" y="60"/>
                    </a:lnTo>
                    <a:lnTo>
                      <a:pt x="222" y="60"/>
                    </a:lnTo>
                    <a:lnTo>
                      <a:pt x="216" y="66"/>
                    </a:lnTo>
                    <a:lnTo>
                      <a:pt x="210" y="78"/>
                    </a:lnTo>
                    <a:lnTo>
                      <a:pt x="198" y="84"/>
                    </a:lnTo>
                    <a:lnTo>
                      <a:pt x="192" y="96"/>
                    </a:lnTo>
                    <a:lnTo>
                      <a:pt x="186" y="102"/>
                    </a:lnTo>
                    <a:lnTo>
                      <a:pt x="186" y="108"/>
                    </a:lnTo>
                    <a:lnTo>
                      <a:pt x="168" y="108"/>
                    </a:lnTo>
                    <a:lnTo>
                      <a:pt x="168" y="144"/>
                    </a:lnTo>
                    <a:lnTo>
                      <a:pt x="144" y="150"/>
                    </a:lnTo>
                    <a:lnTo>
                      <a:pt x="114" y="120"/>
                    </a:lnTo>
                    <a:lnTo>
                      <a:pt x="96" y="150"/>
                    </a:lnTo>
                    <a:lnTo>
                      <a:pt x="102" y="156"/>
                    </a:lnTo>
                    <a:lnTo>
                      <a:pt x="102" y="186"/>
                    </a:lnTo>
                    <a:lnTo>
                      <a:pt x="84" y="186"/>
                    </a:lnTo>
                    <a:lnTo>
                      <a:pt x="84" y="216"/>
                    </a:lnTo>
                    <a:lnTo>
                      <a:pt x="78" y="222"/>
                    </a:lnTo>
                    <a:lnTo>
                      <a:pt x="72" y="222"/>
                    </a:lnTo>
                    <a:lnTo>
                      <a:pt x="78" y="228"/>
                    </a:lnTo>
                    <a:lnTo>
                      <a:pt x="78" y="240"/>
                    </a:lnTo>
                    <a:lnTo>
                      <a:pt x="42" y="240"/>
                    </a:lnTo>
                    <a:lnTo>
                      <a:pt x="36" y="246"/>
                    </a:lnTo>
                    <a:lnTo>
                      <a:pt x="30" y="246"/>
                    </a:lnTo>
                    <a:lnTo>
                      <a:pt x="12" y="258"/>
                    </a:lnTo>
                    <a:lnTo>
                      <a:pt x="36" y="288"/>
                    </a:lnTo>
                    <a:lnTo>
                      <a:pt x="24" y="312"/>
                    </a:lnTo>
                    <a:lnTo>
                      <a:pt x="0" y="312"/>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37" name="Botswana" descr="© INSCALE GmbH, 05.05.2010&#10;http://www.presentationload.com/">
                <a:extLst>
                  <a:ext uri="{FF2B5EF4-FFF2-40B4-BE49-F238E27FC236}">
                    <a16:creationId xmlns:a16="http://schemas.microsoft.com/office/drawing/2014/main" id="{6D570E15-FA59-E92E-67BC-9A70DBEB0606}"/>
                  </a:ext>
                </a:extLst>
              </p:cNvPr>
              <p:cNvSpPr>
                <a:spLocks/>
              </p:cNvSpPr>
              <p:nvPr/>
            </p:nvSpPr>
            <p:spPr bwMode="gray">
              <a:xfrm>
                <a:off x="3010" y="2931"/>
                <a:ext cx="165" cy="186"/>
              </a:xfrm>
              <a:custGeom>
                <a:avLst/>
                <a:gdLst>
                  <a:gd name="T0" fmla="*/ 2147483647 w 648"/>
                  <a:gd name="T1" fmla="*/ 2147483647 h 732"/>
                  <a:gd name="T2" fmla="*/ 2147483647 w 648"/>
                  <a:gd name="T3" fmla="*/ 2147483647 h 732"/>
                  <a:gd name="T4" fmla="*/ 2147483647 w 648"/>
                  <a:gd name="T5" fmla="*/ 2147483647 h 732"/>
                  <a:gd name="T6" fmla="*/ 2147483647 w 648"/>
                  <a:gd name="T7" fmla="*/ 2147483647 h 732"/>
                  <a:gd name="T8" fmla="*/ 2147483647 w 648"/>
                  <a:gd name="T9" fmla="*/ 2147483647 h 732"/>
                  <a:gd name="T10" fmla="*/ 2147483647 w 648"/>
                  <a:gd name="T11" fmla="*/ 2147483647 h 732"/>
                  <a:gd name="T12" fmla="*/ 2147483647 w 648"/>
                  <a:gd name="T13" fmla="*/ 2147483647 h 732"/>
                  <a:gd name="T14" fmla="*/ 2147483647 w 648"/>
                  <a:gd name="T15" fmla="*/ 2147483647 h 732"/>
                  <a:gd name="T16" fmla="*/ 2147483647 w 648"/>
                  <a:gd name="T17" fmla="*/ 2147483647 h 732"/>
                  <a:gd name="T18" fmla="*/ 2147483647 w 648"/>
                  <a:gd name="T19" fmla="*/ 2147483647 h 732"/>
                  <a:gd name="T20" fmla="*/ 2147483647 w 648"/>
                  <a:gd name="T21" fmla="*/ 2147483647 h 732"/>
                  <a:gd name="T22" fmla="*/ 2147483647 w 648"/>
                  <a:gd name="T23" fmla="*/ 2147483647 h 732"/>
                  <a:gd name="T24" fmla="*/ 2147483647 w 648"/>
                  <a:gd name="T25" fmla="*/ 2147483647 h 732"/>
                  <a:gd name="T26" fmla="*/ 2147483647 w 648"/>
                  <a:gd name="T27" fmla="*/ 2147483647 h 732"/>
                  <a:gd name="T28" fmla="*/ 2147483647 w 648"/>
                  <a:gd name="T29" fmla="*/ 2147483647 h 732"/>
                  <a:gd name="T30" fmla="*/ 2147483647 w 648"/>
                  <a:gd name="T31" fmla="*/ 2147483647 h 732"/>
                  <a:gd name="T32" fmla="*/ 2147483647 w 648"/>
                  <a:gd name="T33" fmla="*/ 2147483647 h 732"/>
                  <a:gd name="T34" fmla="*/ 2147483647 w 648"/>
                  <a:gd name="T35" fmla="*/ 2147483647 h 732"/>
                  <a:gd name="T36" fmla="*/ 2147483647 w 648"/>
                  <a:gd name="T37" fmla="*/ 2147483647 h 732"/>
                  <a:gd name="T38" fmla="*/ 2147483647 w 648"/>
                  <a:gd name="T39" fmla="*/ 2147483647 h 732"/>
                  <a:gd name="T40" fmla="*/ 2147483647 w 648"/>
                  <a:gd name="T41" fmla="*/ 2147483647 h 732"/>
                  <a:gd name="T42" fmla="*/ 2147483647 w 648"/>
                  <a:gd name="T43" fmla="*/ 2147483647 h 732"/>
                  <a:gd name="T44" fmla="*/ 2147483647 w 648"/>
                  <a:gd name="T45" fmla="*/ 2147483647 h 732"/>
                  <a:gd name="T46" fmla="*/ 2147483647 w 648"/>
                  <a:gd name="T47" fmla="*/ 2147483647 h 732"/>
                  <a:gd name="T48" fmla="*/ 2147483647 w 648"/>
                  <a:gd name="T49" fmla="*/ 2147483647 h 732"/>
                  <a:gd name="T50" fmla="*/ 2147483647 w 648"/>
                  <a:gd name="T51" fmla="*/ 2147483647 h 732"/>
                  <a:gd name="T52" fmla="*/ 2147483647 w 648"/>
                  <a:gd name="T53" fmla="*/ 2147483647 h 732"/>
                  <a:gd name="T54" fmla="*/ 2147483647 w 648"/>
                  <a:gd name="T55" fmla="*/ 2147483647 h 732"/>
                  <a:gd name="T56" fmla="*/ 2147483647 w 648"/>
                  <a:gd name="T57" fmla="*/ 2147483647 h 732"/>
                  <a:gd name="T58" fmla="*/ 2147483647 w 648"/>
                  <a:gd name="T59" fmla="*/ 2147483647 h 732"/>
                  <a:gd name="T60" fmla="*/ 2147483647 w 648"/>
                  <a:gd name="T61" fmla="*/ 2147483647 h 732"/>
                  <a:gd name="T62" fmla="*/ 2147483647 w 648"/>
                  <a:gd name="T63" fmla="*/ 2147483647 h 732"/>
                  <a:gd name="T64" fmla="*/ 2147483647 w 648"/>
                  <a:gd name="T65" fmla="*/ 2147483647 h 732"/>
                  <a:gd name="T66" fmla="*/ 2147483647 w 648"/>
                  <a:gd name="T67" fmla="*/ 2147483647 h 732"/>
                  <a:gd name="T68" fmla="*/ 2147483647 w 648"/>
                  <a:gd name="T69" fmla="*/ 2147483647 h 732"/>
                  <a:gd name="T70" fmla="*/ 2147483647 w 648"/>
                  <a:gd name="T71" fmla="*/ 2147483647 h 732"/>
                  <a:gd name="T72" fmla="*/ 2147483647 w 648"/>
                  <a:gd name="T73" fmla="*/ 2147483647 h 732"/>
                  <a:gd name="T74" fmla="*/ 2147483647 w 648"/>
                  <a:gd name="T75" fmla="*/ 2147483647 h 732"/>
                  <a:gd name="T76" fmla="*/ 2147483647 w 648"/>
                  <a:gd name="T77" fmla="*/ 2147483647 h 732"/>
                  <a:gd name="T78" fmla="*/ 2147483647 w 648"/>
                  <a:gd name="T79" fmla="*/ 2147483647 h 732"/>
                  <a:gd name="T80" fmla="*/ 2147483647 w 648"/>
                  <a:gd name="T81" fmla="*/ 2147483647 h 732"/>
                  <a:gd name="T82" fmla="*/ 2147483647 w 648"/>
                  <a:gd name="T83" fmla="*/ 2147483647 h 732"/>
                  <a:gd name="T84" fmla="*/ 2147483647 w 648"/>
                  <a:gd name="T85" fmla="*/ 2147483647 h 732"/>
                  <a:gd name="T86" fmla="*/ 2147483647 w 648"/>
                  <a:gd name="T87" fmla="*/ 2147483647 h 732"/>
                  <a:gd name="T88" fmla="*/ 2147483647 w 648"/>
                  <a:gd name="T89" fmla="*/ 2147483647 h 732"/>
                  <a:gd name="T90" fmla="*/ 2147483647 w 648"/>
                  <a:gd name="T91" fmla="*/ 2147483647 h 732"/>
                  <a:gd name="T92" fmla="*/ 2147483647 w 648"/>
                  <a:gd name="T93" fmla="*/ 2147483647 h 732"/>
                  <a:gd name="T94" fmla="*/ 2147483647 w 648"/>
                  <a:gd name="T95" fmla="*/ 0 h 732"/>
                  <a:gd name="T96" fmla="*/ 2147483647 w 648"/>
                  <a:gd name="T97" fmla="*/ 2147483647 h 732"/>
                  <a:gd name="T98" fmla="*/ 2147483647 w 648"/>
                  <a:gd name="T99" fmla="*/ 2147483647 h 732"/>
                  <a:gd name="T100" fmla="*/ 2147483647 w 648"/>
                  <a:gd name="T101" fmla="*/ 2147483647 h 732"/>
                  <a:gd name="T102" fmla="*/ 2147483647 w 648"/>
                  <a:gd name="T103" fmla="*/ 2147483647 h 732"/>
                  <a:gd name="T104" fmla="*/ 2147483647 w 648"/>
                  <a:gd name="T105" fmla="*/ 2147483647 h 732"/>
                  <a:gd name="T106" fmla="*/ 2147483647 w 648"/>
                  <a:gd name="T107" fmla="*/ 2147483647 h 732"/>
                  <a:gd name="T108" fmla="*/ 2147483647 w 648"/>
                  <a:gd name="T109" fmla="*/ 2147483647 h 732"/>
                  <a:gd name="T110" fmla="*/ 2147483647 w 648"/>
                  <a:gd name="T111" fmla="*/ 2147483647 h 732"/>
                  <a:gd name="T112" fmla="*/ 2147483647 w 648"/>
                  <a:gd name="T113" fmla="*/ 2147483647 h 732"/>
                  <a:gd name="T114" fmla="*/ 0 w 648"/>
                  <a:gd name="T115" fmla="*/ 2147483647 h 732"/>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48"/>
                  <a:gd name="T175" fmla="*/ 0 h 732"/>
                  <a:gd name="T176" fmla="*/ 648 w 648"/>
                  <a:gd name="T177" fmla="*/ 732 h 732"/>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48" h="732">
                    <a:moveTo>
                      <a:pt x="0" y="570"/>
                    </a:moveTo>
                    <a:lnTo>
                      <a:pt x="12" y="576"/>
                    </a:lnTo>
                    <a:lnTo>
                      <a:pt x="18" y="582"/>
                    </a:lnTo>
                    <a:lnTo>
                      <a:pt x="30" y="588"/>
                    </a:lnTo>
                    <a:lnTo>
                      <a:pt x="36" y="594"/>
                    </a:lnTo>
                    <a:lnTo>
                      <a:pt x="42" y="612"/>
                    </a:lnTo>
                    <a:lnTo>
                      <a:pt x="48" y="624"/>
                    </a:lnTo>
                    <a:lnTo>
                      <a:pt x="48" y="642"/>
                    </a:lnTo>
                    <a:lnTo>
                      <a:pt x="54" y="648"/>
                    </a:lnTo>
                    <a:lnTo>
                      <a:pt x="54" y="672"/>
                    </a:lnTo>
                    <a:lnTo>
                      <a:pt x="48" y="684"/>
                    </a:lnTo>
                    <a:lnTo>
                      <a:pt x="48" y="690"/>
                    </a:lnTo>
                    <a:lnTo>
                      <a:pt x="42" y="702"/>
                    </a:lnTo>
                    <a:lnTo>
                      <a:pt x="42" y="732"/>
                    </a:lnTo>
                    <a:lnTo>
                      <a:pt x="120" y="732"/>
                    </a:lnTo>
                    <a:lnTo>
                      <a:pt x="120" y="714"/>
                    </a:lnTo>
                    <a:lnTo>
                      <a:pt x="144" y="714"/>
                    </a:lnTo>
                    <a:lnTo>
                      <a:pt x="144" y="708"/>
                    </a:lnTo>
                    <a:lnTo>
                      <a:pt x="150" y="702"/>
                    </a:lnTo>
                    <a:lnTo>
                      <a:pt x="156" y="690"/>
                    </a:lnTo>
                    <a:lnTo>
                      <a:pt x="162" y="684"/>
                    </a:lnTo>
                    <a:lnTo>
                      <a:pt x="168" y="684"/>
                    </a:lnTo>
                    <a:lnTo>
                      <a:pt x="174" y="678"/>
                    </a:lnTo>
                    <a:lnTo>
                      <a:pt x="186" y="678"/>
                    </a:lnTo>
                    <a:lnTo>
                      <a:pt x="186" y="654"/>
                    </a:lnTo>
                    <a:lnTo>
                      <a:pt x="192" y="642"/>
                    </a:lnTo>
                    <a:lnTo>
                      <a:pt x="192" y="630"/>
                    </a:lnTo>
                    <a:lnTo>
                      <a:pt x="198" y="618"/>
                    </a:lnTo>
                    <a:lnTo>
                      <a:pt x="204" y="612"/>
                    </a:lnTo>
                    <a:lnTo>
                      <a:pt x="216" y="606"/>
                    </a:lnTo>
                    <a:lnTo>
                      <a:pt x="228" y="606"/>
                    </a:lnTo>
                    <a:lnTo>
                      <a:pt x="240" y="612"/>
                    </a:lnTo>
                    <a:lnTo>
                      <a:pt x="246" y="618"/>
                    </a:lnTo>
                    <a:lnTo>
                      <a:pt x="258" y="624"/>
                    </a:lnTo>
                    <a:lnTo>
                      <a:pt x="270" y="636"/>
                    </a:lnTo>
                    <a:lnTo>
                      <a:pt x="300" y="636"/>
                    </a:lnTo>
                    <a:lnTo>
                      <a:pt x="306" y="642"/>
                    </a:lnTo>
                    <a:lnTo>
                      <a:pt x="318" y="648"/>
                    </a:lnTo>
                    <a:lnTo>
                      <a:pt x="324" y="654"/>
                    </a:lnTo>
                    <a:lnTo>
                      <a:pt x="336" y="654"/>
                    </a:lnTo>
                    <a:lnTo>
                      <a:pt x="348" y="648"/>
                    </a:lnTo>
                    <a:lnTo>
                      <a:pt x="354" y="642"/>
                    </a:lnTo>
                    <a:lnTo>
                      <a:pt x="360" y="648"/>
                    </a:lnTo>
                    <a:lnTo>
                      <a:pt x="372" y="648"/>
                    </a:lnTo>
                    <a:lnTo>
                      <a:pt x="384" y="642"/>
                    </a:lnTo>
                    <a:lnTo>
                      <a:pt x="390" y="636"/>
                    </a:lnTo>
                    <a:lnTo>
                      <a:pt x="396" y="624"/>
                    </a:lnTo>
                    <a:lnTo>
                      <a:pt x="402" y="606"/>
                    </a:lnTo>
                    <a:lnTo>
                      <a:pt x="408" y="594"/>
                    </a:lnTo>
                    <a:lnTo>
                      <a:pt x="408" y="582"/>
                    </a:lnTo>
                    <a:lnTo>
                      <a:pt x="426" y="564"/>
                    </a:lnTo>
                    <a:lnTo>
                      <a:pt x="444" y="558"/>
                    </a:lnTo>
                    <a:lnTo>
                      <a:pt x="456" y="552"/>
                    </a:lnTo>
                    <a:lnTo>
                      <a:pt x="462" y="546"/>
                    </a:lnTo>
                    <a:lnTo>
                      <a:pt x="468" y="534"/>
                    </a:lnTo>
                    <a:lnTo>
                      <a:pt x="480" y="528"/>
                    </a:lnTo>
                    <a:lnTo>
                      <a:pt x="480" y="492"/>
                    </a:lnTo>
                    <a:lnTo>
                      <a:pt x="492" y="468"/>
                    </a:lnTo>
                    <a:lnTo>
                      <a:pt x="504" y="462"/>
                    </a:lnTo>
                    <a:lnTo>
                      <a:pt x="510" y="462"/>
                    </a:lnTo>
                    <a:lnTo>
                      <a:pt x="522" y="456"/>
                    </a:lnTo>
                    <a:lnTo>
                      <a:pt x="564" y="414"/>
                    </a:lnTo>
                    <a:lnTo>
                      <a:pt x="576" y="390"/>
                    </a:lnTo>
                    <a:lnTo>
                      <a:pt x="582" y="384"/>
                    </a:lnTo>
                    <a:lnTo>
                      <a:pt x="594" y="384"/>
                    </a:lnTo>
                    <a:lnTo>
                      <a:pt x="606" y="378"/>
                    </a:lnTo>
                    <a:lnTo>
                      <a:pt x="618" y="378"/>
                    </a:lnTo>
                    <a:lnTo>
                      <a:pt x="630" y="354"/>
                    </a:lnTo>
                    <a:lnTo>
                      <a:pt x="648" y="354"/>
                    </a:lnTo>
                    <a:lnTo>
                      <a:pt x="648" y="348"/>
                    </a:lnTo>
                    <a:lnTo>
                      <a:pt x="642" y="336"/>
                    </a:lnTo>
                    <a:lnTo>
                      <a:pt x="624" y="318"/>
                    </a:lnTo>
                    <a:lnTo>
                      <a:pt x="606" y="312"/>
                    </a:lnTo>
                    <a:lnTo>
                      <a:pt x="594" y="312"/>
                    </a:lnTo>
                    <a:lnTo>
                      <a:pt x="576" y="306"/>
                    </a:lnTo>
                    <a:lnTo>
                      <a:pt x="564" y="306"/>
                    </a:lnTo>
                    <a:lnTo>
                      <a:pt x="564" y="276"/>
                    </a:lnTo>
                    <a:lnTo>
                      <a:pt x="546" y="276"/>
                    </a:lnTo>
                    <a:lnTo>
                      <a:pt x="546" y="246"/>
                    </a:lnTo>
                    <a:lnTo>
                      <a:pt x="552" y="240"/>
                    </a:lnTo>
                    <a:lnTo>
                      <a:pt x="546" y="216"/>
                    </a:lnTo>
                    <a:lnTo>
                      <a:pt x="516" y="216"/>
                    </a:lnTo>
                    <a:lnTo>
                      <a:pt x="516" y="186"/>
                    </a:lnTo>
                    <a:lnTo>
                      <a:pt x="510" y="180"/>
                    </a:lnTo>
                    <a:lnTo>
                      <a:pt x="480" y="180"/>
                    </a:lnTo>
                    <a:lnTo>
                      <a:pt x="462" y="162"/>
                    </a:lnTo>
                    <a:lnTo>
                      <a:pt x="450" y="156"/>
                    </a:lnTo>
                    <a:lnTo>
                      <a:pt x="432" y="120"/>
                    </a:lnTo>
                    <a:lnTo>
                      <a:pt x="432" y="96"/>
                    </a:lnTo>
                    <a:lnTo>
                      <a:pt x="426" y="90"/>
                    </a:lnTo>
                    <a:lnTo>
                      <a:pt x="414" y="66"/>
                    </a:lnTo>
                    <a:lnTo>
                      <a:pt x="408" y="60"/>
                    </a:lnTo>
                    <a:lnTo>
                      <a:pt x="396" y="60"/>
                    </a:lnTo>
                    <a:lnTo>
                      <a:pt x="396" y="30"/>
                    </a:lnTo>
                    <a:lnTo>
                      <a:pt x="384" y="18"/>
                    </a:lnTo>
                    <a:lnTo>
                      <a:pt x="378" y="0"/>
                    </a:lnTo>
                    <a:lnTo>
                      <a:pt x="342" y="6"/>
                    </a:lnTo>
                    <a:lnTo>
                      <a:pt x="330" y="18"/>
                    </a:lnTo>
                    <a:lnTo>
                      <a:pt x="306" y="18"/>
                    </a:lnTo>
                    <a:lnTo>
                      <a:pt x="264" y="60"/>
                    </a:lnTo>
                    <a:lnTo>
                      <a:pt x="258" y="60"/>
                    </a:lnTo>
                    <a:lnTo>
                      <a:pt x="258" y="42"/>
                    </a:lnTo>
                    <a:lnTo>
                      <a:pt x="252" y="42"/>
                    </a:lnTo>
                    <a:lnTo>
                      <a:pt x="252" y="24"/>
                    </a:lnTo>
                    <a:lnTo>
                      <a:pt x="246" y="18"/>
                    </a:lnTo>
                    <a:lnTo>
                      <a:pt x="228" y="18"/>
                    </a:lnTo>
                    <a:lnTo>
                      <a:pt x="216" y="24"/>
                    </a:lnTo>
                    <a:lnTo>
                      <a:pt x="168" y="36"/>
                    </a:lnTo>
                    <a:lnTo>
                      <a:pt x="132" y="36"/>
                    </a:lnTo>
                    <a:lnTo>
                      <a:pt x="114" y="42"/>
                    </a:lnTo>
                    <a:lnTo>
                      <a:pt x="78" y="42"/>
                    </a:lnTo>
                    <a:lnTo>
                      <a:pt x="78" y="216"/>
                    </a:lnTo>
                    <a:lnTo>
                      <a:pt x="72" y="222"/>
                    </a:lnTo>
                    <a:lnTo>
                      <a:pt x="78" y="348"/>
                    </a:lnTo>
                    <a:lnTo>
                      <a:pt x="6" y="348"/>
                    </a:lnTo>
                    <a:lnTo>
                      <a:pt x="0" y="570"/>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38" name="Benin" descr="© INSCALE GmbH, 05.05.2010&#10;http://www.presentationload.com/">
                <a:extLst>
                  <a:ext uri="{FF2B5EF4-FFF2-40B4-BE49-F238E27FC236}">
                    <a16:creationId xmlns:a16="http://schemas.microsoft.com/office/drawing/2014/main" id="{80D0A2AD-0A3A-C1F5-6150-197F06520B99}"/>
                  </a:ext>
                </a:extLst>
              </p:cNvPr>
              <p:cNvSpPr>
                <a:spLocks/>
              </p:cNvSpPr>
              <p:nvPr/>
            </p:nvSpPr>
            <p:spPr bwMode="gray">
              <a:xfrm>
                <a:off x="2669" y="2316"/>
                <a:ext cx="57" cy="126"/>
              </a:xfrm>
              <a:custGeom>
                <a:avLst/>
                <a:gdLst>
                  <a:gd name="T0" fmla="*/ 2147483647 w 222"/>
                  <a:gd name="T1" fmla="*/ 2147483647 h 498"/>
                  <a:gd name="T2" fmla="*/ 2147483647 w 222"/>
                  <a:gd name="T3" fmla="*/ 2147483647 h 498"/>
                  <a:gd name="T4" fmla="*/ 2147483647 w 222"/>
                  <a:gd name="T5" fmla="*/ 2147483647 h 498"/>
                  <a:gd name="T6" fmla="*/ 2147483647 w 222"/>
                  <a:gd name="T7" fmla="*/ 2147483647 h 498"/>
                  <a:gd name="T8" fmla="*/ 2147483647 w 222"/>
                  <a:gd name="T9" fmla="*/ 2147483647 h 498"/>
                  <a:gd name="T10" fmla="*/ 2147483647 w 222"/>
                  <a:gd name="T11" fmla="*/ 2147483647 h 498"/>
                  <a:gd name="T12" fmla="*/ 2147483647 w 222"/>
                  <a:gd name="T13" fmla="*/ 2147483647 h 498"/>
                  <a:gd name="T14" fmla="*/ 2147483647 w 222"/>
                  <a:gd name="T15" fmla="*/ 2147483647 h 498"/>
                  <a:gd name="T16" fmla="*/ 2147483647 w 222"/>
                  <a:gd name="T17" fmla="*/ 2147483647 h 498"/>
                  <a:gd name="T18" fmla="*/ 2147483647 w 222"/>
                  <a:gd name="T19" fmla="*/ 2147483647 h 498"/>
                  <a:gd name="T20" fmla="*/ 2147483647 w 222"/>
                  <a:gd name="T21" fmla="*/ 2147483647 h 498"/>
                  <a:gd name="T22" fmla="*/ 2147483647 w 222"/>
                  <a:gd name="T23" fmla="*/ 2147483647 h 498"/>
                  <a:gd name="T24" fmla="*/ 2147483647 w 222"/>
                  <a:gd name="T25" fmla="*/ 2147483647 h 498"/>
                  <a:gd name="T26" fmla="*/ 2147483647 w 222"/>
                  <a:gd name="T27" fmla="*/ 2147483647 h 498"/>
                  <a:gd name="T28" fmla="*/ 2147483647 w 222"/>
                  <a:gd name="T29" fmla="*/ 2147483647 h 498"/>
                  <a:gd name="T30" fmla="*/ 2147483647 w 222"/>
                  <a:gd name="T31" fmla="*/ 2147483647 h 498"/>
                  <a:gd name="T32" fmla="*/ 2147483647 w 222"/>
                  <a:gd name="T33" fmla="*/ 2147483647 h 498"/>
                  <a:gd name="T34" fmla="*/ 2147483647 w 222"/>
                  <a:gd name="T35" fmla="*/ 2147483647 h 498"/>
                  <a:gd name="T36" fmla="*/ 2147483647 w 222"/>
                  <a:gd name="T37" fmla="*/ 2147483647 h 498"/>
                  <a:gd name="T38" fmla="*/ 2147483647 w 222"/>
                  <a:gd name="T39" fmla="*/ 2147483647 h 498"/>
                  <a:gd name="T40" fmla="*/ 2147483647 w 222"/>
                  <a:gd name="T41" fmla="*/ 2147483647 h 498"/>
                  <a:gd name="T42" fmla="*/ 2147483647 w 222"/>
                  <a:gd name="T43" fmla="*/ 2147483647 h 498"/>
                  <a:gd name="T44" fmla="*/ 2147483647 w 222"/>
                  <a:gd name="T45" fmla="*/ 2147483647 h 498"/>
                  <a:gd name="T46" fmla="*/ 0 w 222"/>
                  <a:gd name="T47" fmla="*/ 2147483647 h 498"/>
                  <a:gd name="T48" fmla="*/ 2147483647 w 222"/>
                  <a:gd name="T49" fmla="*/ 2147483647 h 498"/>
                  <a:gd name="T50" fmla="*/ 2147483647 w 222"/>
                  <a:gd name="T51" fmla="*/ 2147483647 h 498"/>
                  <a:gd name="T52" fmla="*/ 2147483647 w 222"/>
                  <a:gd name="T53" fmla="*/ 2147483647 h 498"/>
                  <a:gd name="T54" fmla="*/ 2147483647 w 222"/>
                  <a:gd name="T55" fmla="*/ 2147483647 h 498"/>
                  <a:gd name="T56" fmla="*/ 2147483647 w 222"/>
                  <a:gd name="T57" fmla="*/ 2147483647 h 498"/>
                  <a:gd name="T58" fmla="*/ 2147483647 w 222"/>
                  <a:gd name="T59" fmla="*/ 2147483647 h 498"/>
                  <a:gd name="T60" fmla="*/ 2147483647 w 222"/>
                  <a:gd name="T61" fmla="*/ 2147483647 h 498"/>
                  <a:gd name="T62" fmla="*/ 2147483647 w 222"/>
                  <a:gd name="T63" fmla="*/ 2147483647 h 498"/>
                  <a:gd name="T64" fmla="*/ 2147483647 w 222"/>
                  <a:gd name="T65" fmla="*/ 2147483647 h 498"/>
                  <a:gd name="T66" fmla="*/ 2147483647 w 222"/>
                  <a:gd name="T67" fmla="*/ 2147483647 h 498"/>
                  <a:gd name="T68" fmla="*/ 2147483647 w 222"/>
                  <a:gd name="T69" fmla="*/ 2147483647 h 49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22"/>
                  <a:gd name="T106" fmla="*/ 0 h 498"/>
                  <a:gd name="T107" fmla="*/ 222 w 222"/>
                  <a:gd name="T108" fmla="*/ 498 h 49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22" h="498">
                    <a:moveTo>
                      <a:pt x="138" y="372"/>
                    </a:moveTo>
                    <a:lnTo>
                      <a:pt x="144" y="342"/>
                    </a:lnTo>
                    <a:lnTo>
                      <a:pt x="138" y="306"/>
                    </a:lnTo>
                    <a:lnTo>
                      <a:pt x="144" y="276"/>
                    </a:lnTo>
                    <a:lnTo>
                      <a:pt x="162" y="276"/>
                    </a:lnTo>
                    <a:lnTo>
                      <a:pt x="174" y="252"/>
                    </a:lnTo>
                    <a:lnTo>
                      <a:pt x="174" y="222"/>
                    </a:lnTo>
                    <a:lnTo>
                      <a:pt x="180" y="216"/>
                    </a:lnTo>
                    <a:lnTo>
                      <a:pt x="186" y="204"/>
                    </a:lnTo>
                    <a:lnTo>
                      <a:pt x="198" y="198"/>
                    </a:lnTo>
                    <a:lnTo>
                      <a:pt x="198" y="156"/>
                    </a:lnTo>
                    <a:lnTo>
                      <a:pt x="210" y="150"/>
                    </a:lnTo>
                    <a:lnTo>
                      <a:pt x="216" y="150"/>
                    </a:lnTo>
                    <a:lnTo>
                      <a:pt x="222" y="144"/>
                    </a:lnTo>
                    <a:lnTo>
                      <a:pt x="222" y="132"/>
                    </a:lnTo>
                    <a:lnTo>
                      <a:pt x="216" y="126"/>
                    </a:lnTo>
                    <a:lnTo>
                      <a:pt x="216" y="114"/>
                    </a:lnTo>
                    <a:lnTo>
                      <a:pt x="210" y="102"/>
                    </a:lnTo>
                    <a:lnTo>
                      <a:pt x="204" y="96"/>
                    </a:lnTo>
                    <a:lnTo>
                      <a:pt x="192" y="72"/>
                    </a:lnTo>
                    <a:lnTo>
                      <a:pt x="198" y="66"/>
                    </a:lnTo>
                    <a:lnTo>
                      <a:pt x="198" y="60"/>
                    </a:lnTo>
                    <a:lnTo>
                      <a:pt x="204" y="48"/>
                    </a:lnTo>
                    <a:lnTo>
                      <a:pt x="198" y="42"/>
                    </a:lnTo>
                    <a:lnTo>
                      <a:pt x="186" y="36"/>
                    </a:lnTo>
                    <a:lnTo>
                      <a:pt x="180" y="36"/>
                    </a:lnTo>
                    <a:lnTo>
                      <a:pt x="174" y="30"/>
                    </a:lnTo>
                    <a:lnTo>
                      <a:pt x="168" y="30"/>
                    </a:lnTo>
                    <a:lnTo>
                      <a:pt x="162" y="24"/>
                    </a:lnTo>
                    <a:lnTo>
                      <a:pt x="156" y="12"/>
                    </a:lnTo>
                    <a:lnTo>
                      <a:pt x="144" y="0"/>
                    </a:lnTo>
                    <a:lnTo>
                      <a:pt x="114" y="12"/>
                    </a:lnTo>
                    <a:lnTo>
                      <a:pt x="114" y="36"/>
                    </a:lnTo>
                    <a:lnTo>
                      <a:pt x="120" y="36"/>
                    </a:lnTo>
                    <a:lnTo>
                      <a:pt x="114" y="42"/>
                    </a:lnTo>
                    <a:lnTo>
                      <a:pt x="108" y="60"/>
                    </a:lnTo>
                    <a:lnTo>
                      <a:pt x="96" y="60"/>
                    </a:lnTo>
                    <a:lnTo>
                      <a:pt x="90" y="66"/>
                    </a:lnTo>
                    <a:lnTo>
                      <a:pt x="84" y="66"/>
                    </a:lnTo>
                    <a:lnTo>
                      <a:pt x="84" y="78"/>
                    </a:lnTo>
                    <a:lnTo>
                      <a:pt x="78" y="72"/>
                    </a:lnTo>
                    <a:lnTo>
                      <a:pt x="48" y="72"/>
                    </a:lnTo>
                    <a:lnTo>
                      <a:pt x="30" y="90"/>
                    </a:lnTo>
                    <a:lnTo>
                      <a:pt x="24" y="102"/>
                    </a:lnTo>
                    <a:lnTo>
                      <a:pt x="12" y="102"/>
                    </a:lnTo>
                    <a:lnTo>
                      <a:pt x="6" y="114"/>
                    </a:lnTo>
                    <a:lnTo>
                      <a:pt x="0" y="132"/>
                    </a:lnTo>
                    <a:lnTo>
                      <a:pt x="0" y="162"/>
                    </a:lnTo>
                    <a:lnTo>
                      <a:pt x="12" y="168"/>
                    </a:lnTo>
                    <a:lnTo>
                      <a:pt x="42" y="198"/>
                    </a:lnTo>
                    <a:lnTo>
                      <a:pt x="42" y="240"/>
                    </a:lnTo>
                    <a:lnTo>
                      <a:pt x="54" y="252"/>
                    </a:lnTo>
                    <a:lnTo>
                      <a:pt x="60" y="264"/>
                    </a:lnTo>
                    <a:lnTo>
                      <a:pt x="60" y="294"/>
                    </a:lnTo>
                    <a:lnTo>
                      <a:pt x="66" y="306"/>
                    </a:lnTo>
                    <a:lnTo>
                      <a:pt x="54" y="318"/>
                    </a:lnTo>
                    <a:lnTo>
                      <a:pt x="54" y="378"/>
                    </a:lnTo>
                    <a:lnTo>
                      <a:pt x="66" y="390"/>
                    </a:lnTo>
                    <a:lnTo>
                      <a:pt x="54" y="396"/>
                    </a:lnTo>
                    <a:lnTo>
                      <a:pt x="60" y="462"/>
                    </a:lnTo>
                    <a:lnTo>
                      <a:pt x="60" y="468"/>
                    </a:lnTo>
                    <a:lnTo>
                      <a:pt x="72" y="480"/>
                    </a:lnTo>
                    <a:lnTo>
                      <a:pt x="72" y="492"/>
                    </a:lnTo>
                    <a:lnTo>
                      <a:pt x="84" y="492"/>
                    </a:lnTo>
                    <a:lnTo>
                      <a:pt x="96" y="498"/>
                    </a:lnTo>
                    <a:lnTo>
                      <a:pt x="108" y="498"/>
                    </a:lnTo>
                    <a:lnTo>
                      <a:pt x="120" y="474"/>
                    </a:lnTo>
                    <a:lnTo>
                      <a:pt x="126" y="480"/>
                    </a:lnTo>
                    <a:lnTo>
                      <a:pt x="138" y="486"/>
                    </a:lnTo>
                    <a:lnTo>
                      <a:pt x="138" y="372"/>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39" name="Bahrain" descr="© INSCALE GmbH, 05.05.2010&#10;http://www.presentationload.com/">
                <a:extLst>
                  <a:ext uri="{FF2B5EF4-FFF2-40B4-BE49-F238E27FC236}">
                    <a16:creationId xmlns:a16="http://schemas.microsoft.com/office/drawing/2014/main" id="{775B4C80-7C3B-BD6C-E6EC-4D2F91248E3E}"/>
                  </a:ext>
                </a:extLst>
              </p:cNvPr>
              <p:cNvSpPr>
                <a:spLocks/>
              </p:cNvSpPr>
              <p:nvPr/>
            </p:nvSpPr>
            <p:spPr bwMode="gray">
              <a:xfrm>
                <a:off x="3549" y="2027"/>
                <a:ext cx="7" cy="14"/>
              </a:xfrm>
              <a:custGeom>
                <a:avLst/>
                <a:gdLst>
                  <a:gd name="T0" fmla="*/ 2147483647 w 15"/>
                  <a:gd name="T1" fmla="*/ 0 h 28"/>
                  <a:gd name="T2" fmla="*/ 2147483647 w 15"/>
                  <a:gd name="T3" fmla="*/ 2147483647 h 28"/>
                  <a:gd name="T4" fmla="*/ 2147483647 w 15"/>
                  <a:gd name="T5" fmla="*/ 2147483647 h 28"/>
                  <a:gd name="T6" fmla="*/ 2033064304 w 15"/>
                  <a:gd name="T7" fmla="*/ 2147483647 h 28"/>
                  <a:gd name="T8" fmla="*/ 813445092 w 15"/>
                  <a:gd name="T9" fmla="*/ 2147483647 h 28"/>
                  <a:gd name="T10" fmla="*/ 2147483647 w 15"/>
                  <a:gd name="T11" fmla="*/ 0 h 28"/>
                  <a:gd name="T12" fmla="*/ 0 60000 65536"/>
                  <a:gd name="T13" fmla="*/ 0 60000 65536"/>
                  <a:gd name="T14" fmla="*/ 0 60000 65536"/>
                  <a:gd name="T15" fmla="*/ 0 60000 65536"/>
                  <a:gd name="T16" fmla="*/ 0 60000 65536"/>
                  <a:gd name="T17" fmla="*/ 0 60000 65536"/>
                  <a:gd name="T18" fmla="*/ 0 w 15"/>
                  <a:gd name="T19" fmla="*/ 0 h 28"/>
                  <a:gd name="T20" fmla="*/ 15 w 15"/>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15" h="28">
                    <a:moveTo>
                      <a:pt x="9" y="0"/>
                    </a:moveTo>
                    <a:cubicBezTo>
                      <a:pt x="14" y="0"/>
                      <a:pt x="15" y="10"/>
                      <a:pt x="14" y="14"/>
                    </a:cubicBezTo>
                    <a:cubicBezTo>
                      <a:pt x="13" y="18"/>
                      <a:pt x="15" y="28"/>
                      <a:pt x="9" y="28"/>
                    </a:cubicBezTo>
                    <a:cubicBezTo>
                      <a:pt x="4" y="27"/>
                      <a:pt x="5" y="21"/>
                      <a:pt x="5" y="18"/>
                    </a:cubicBezTo>
                    <a:cubicBezTo>
                      <a:pt x="5" y="14"/>
                      <a:pt x="0" y="14"/>
                      <a:pt x="2" y="8"/>
                    </a:cubicBez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40" name="Angola" descr="© INSCALE GmbH, 05.05.2010&#10;http://www.presentationload.com/">
                <a:extLst>
                  <a:ext uri="{FF2B5EF4-FFF2-40B4-BE49-F238E27FC236}">
                    <a16:creationId xmlns:a16="http://schemas.microsoft.com/office/drawing/2014/main" id="{46880C0B-3F84-EC59-FCAF-195265E203BC}"/>
                  </a:ext>
                </a:extLst>
              </p:cNvPr>
              <p:cNvSpPr>
                <a:spLocks noEditPoints="1"/>
              </p:cNvSpPr>
              <p:nvPr/>
            </p:nvSpPr>
            <p:spPr bwMode="gray">
              <a:xfrm>
                <a:off x="2865" y="2656"/>
                <a:ext cx="225" cy="280"/>
              </a:xfrm>
              <a:custGeom>
                <a:avLst/>
                <a:gdLst>
                  <a:gd name="T0" fmla="*/ 2147483647 w 888"/>
                  <a:gd name="T1" fmla="*/ 2147483647 h 1104"/>
                  <a:gd name="T2" fmla="*/ 2147483647 w 888"/>
                  <a:gd name="T3" fmla="*/ 2147483647 h 1104"/>
                  <a:gd name="T4" fmla="*/ 2147483647 w 888"/>
                  <a:gd name="T5" fmla="*/ 2147483647 h 1104"/>
                  <a:gd name="T6" fmla="*/ 2147483647 w 888"/>
                  <a:gd name="T7" fmla="*/ 0 h 1104"/>
                  <a:gd name="T8" fmla="*/ 2147483647 w 888"/>
                  <a:gd name="T9" fmla="*/ 2147483647 h 1104"/>
                  <a:gd name="T10" fmla="*/ 2147483647 w 888"/>
                  <a:gd name="T11" fmla="*/ 2147483647 h 1104"/>
                  <a:gd name="T12" fmla="*/ 2147483647 w 888"/>
                  <a:gd name="T13" fmla="*/ 2147483647 h 1104"/>
                  <a:gd name="T14" fmla="*/ 2147483647 w 888"/>
                  <a:gd name="T15" fmla="*/ 2147483647 h 1104"/>
                  <a:gd name="T16" fmla="*/ 2147483647 w 888"/>
                  <a:gd name="T17" fmla="*/ 2147483647 h 1104"/>
                  <a:gd name="T18" fmla="*/ 2147483647 w 888"/>
                  <a:gd name="T19" fmla="*/ 2147483647 h 1104"/>
                  <a:gd name="T20" fmla="*/ 2147483647 w 888"/>
                  <a:gd name="T21" fmla="*/ 2147483647 h 1104"/>
                  <a:gd name="T22" fmla="*/ 2147483647 w 888"/>
                  <a:gd name="T23" fmla="*/ 2147483647 h 1104"/>
                  <a:gd name="T24" fmla="*/ 2147483647 w 888"/>
                  <a:gd name="T25" fmla="*/ 2147483647 h 1104"/>
                  <a:gd name="T26" fmla="*/ 2147483647 w 888"/>
                  <a:gd name="T27" fmla="*/ 2147483647 h 1104"/>
                  <a:gd name="T28" fmla="*/ 2147483647 w 888"/>
                  <a:gd name="T29" fmla="*/ 2147483647 h 1104"/>
                  <a:gd name="T30" fmla="*/ 2147483647 w 888"/>
                  <a:gd name="T31" fmla="*/ 2147483647 h 1104"/>
                  <a:gd name="T32" fmla="*/ 2147483647 w 888"/>
                  <a:gd name="T33" fmla="*/ 2147483647 h 1104"/>
                  <a:gd name="T34" fmla="*/ 2147483647 w 888"/>
                  <a:gd name="T35" fmla="*/ 2147483647 h 1104"/>
                  <a:gd name="T36" fmla="*/ 2147483647 w 888"/>
                  <a:gd name="T37" fmla="*/ 2147483647 h 1104"/>
                  <a:gd name="T38" fmla="*/ 2147483647 w 888"/>
                  <a:gd name="T39" fmla="*/ 2147483647 h 1104"/>
                  <a:gd name="T40" fmla="*/ 2147483647 w 888"/>
                  <a:gd name="T41" fmla="*/ 2147483647 h 1104"/>
                  <a:gd name="T42" fmla="*/ 2147483647 w 888"/>
                  <a:gd name="T43" fmla="*/ 2147483647 h 1104"/>
                  <a:gd name="T44" fmla="*/ 2147483647 w 888"/>
                  <a:gd name="T45" fmla="*/ 2147483647 h 1104"/>
                  <a:gd name="T46" fmla="*/ 2147483647 w 888"/>
                  <a:gd name="T47" fmla="*/ 2147483647 h 1104"/>
                  <a:gd name="T48" fmla="*/ 2147483647 w 888"/>
                  <a:gd name="T49" fmla="*/ 2147483647 h 1104"/>
                  <a:gd name="T50" fmla="*/ 2147483647 w 888"/>
                  <a:gd name="T51" fmla="*/ 2147483647 h 1104"/>
                  <a:gd name="T52" fmla="*/ 2147483647 w 888"/>
                  <a:gd name="T53" fmla="*/ 2147483647 h 1104"/>
                  <a:gd name="T54" fmla="*/ 2147483647 w 888"/>
                  <a:gd name="T55" fmla="*/ 2147483647 h 1104"/>
                  <a:gd name="T56" fmla="*/ 2147483647 w 888"/>
                  <a:gd name="T57" fmla="*/ 2147483647 h 1104"/>
                  <a:gd name="T58" fmla="*/ 2147483647 w 888"/>
                  <a:gd name="T59" fmla="*/ 2147483647 h 1104"/>
                  <a:gd name="T60" fmla="*/ 2147483647 w 888"/>
                  <a:gd name="T61" fmla="*/ 2147483647 h 1104"/>
                  <a:gd name="T62" fmla="*/ 2147483647 w 888"/>
                  <a:gd name="T63" fmla="*/ 2147483647 h 1104"/>
                  <a:gd name="T64" fmla="*/ 2147483647 w 888"/>
                  <a:gd name="T65" fmla="*/ 2147483647 h 1104"/>
                  <a:gd name="T66" fmla="*/ 2147483647 w 888"/>
                  <a:gd name="T67" fmla="*/ 2147483647 h 1104"/>
                  <a:gd name="T68" fmla="*/ 2147483647 w 888"/>
                  <a:gd name="T69" fmla="*/ 2147483647 h 1104"/>
                  <a:gd name="T70" fmla="*/ 2147483647 w 888"/>
                  <a:gd name="T71" fmla="*/ 2147483647 h 1104"/>
                  <a:gd name="T72" fmla="*/ 2147483647 w 888"/>
                  <a:gd name="T73" fmla="*/ 2147483647 h 1104"/>
                  <a:gd name="T74" fmla="*/ 0 w 888"/>
                  <a:gd name="T75" fmla="*/ 2147483647 h 1104"/>
                  <a:gd name="T76" fmla="*/ 2147483647 w 888"/>
                  <a:gd name="T77" fmla="*/ 2147483647 h 1104"/>
                  <a:gd name="T78" fmla="*/ 2147483647 w 888"/>
                  <a:gd name="T79" fmla="*/ 2147483647 h 1104"/>
                  <a:gd name="T80" fmla="*/ 2147483647 w 888"/>
                  <a:gd name="T81" fmla="*/ 2147483647 h 1104"/>
                  <a:gd name="T82" fmla="*/ 2147483647 w 888"/>
                  <a:gd name="T83" fmla="*/ 2147483647 h 1104"/>
                  <a:gd name="T84" fmla="*/ 2147483647 w 888"/>
                  <a:gd name="T85" fmla="*/ 2147483647 h 1104"/>
                  <a:gd name="T86" fmla="*/ 2147483647 w 888"/>
                  <a:gd name="T87" fmla="*/ 2147483647 h 1104"/>
                  <a:gd name="T88" fmla="*/ 2147483647 w 888"/>
                  <a:gd name="T89" fmla="*/ 2147483647 h 1104"/>
                  <a:gd name="T90" fmla="*/ 2147483647 w 888"/>
                  <a:gd name="T91" fmla="*/ 2147483647 h 1104"/>
                  <a:gd name="T92" fmla="*/ 2147483647 w 888"/>
                  <a:gd name="T93" fmla="*/ 2147483647 h 1104"/>
                  <a:gd name="T94" fmla="*/ 2147483647 w 888"/>
                  <a:gd name="T95" fmla="*/ 2147483647 h 110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88"/>
                  <a:gd name="T145" fmla="*/ 0 h 1104"/>
                  <a:gd name="T146" fmla="*/ 888 w 888"/>
                  <a:gd name="T147" fmla="*/ 1104 h 110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88" h="1104">
                    <a:moveTo>
                      <a:pt x="42" y="114"/>
                    </a:moveTo>
                    <a:lnTo>
                      <a:pt x="42" y="120"/>
                    </a:lnTo>
                    <a:lnTo>
                      <a:pt x="48" y="120"/>
                    </a:lnTo>
                    <a:lnTo>
                      <a:pt x="54" y="114"/>
                    </a:lnTo>
                    <a:lnTo>
                      <a:pt x="66" y="108"/>
                    </a:lnTo>
                    <a:lnTo>
                      <a:pt x="72" y="102"/>
                    </a:lnTo>
                    <a:lnTo>
                      <a:pt x="72" y="96"/>
                    </a:lnTo>
                    <a:lnTo>
                      <a:pt x="66" y="84"/>
                    </a:lnTo>
                    <a:lnTo>
                      <a:pt x="66" y="78"/>
                    </a:lnTo>
                    <a:lnTo>
                      <a:pt x="60" y="66"/>
                    </a:lnTo>
                    <a:lnTo>
                      <a:pt x="96" y="36"/>
                    </a:lnTo>
                    <a:lnTo>
                      <a:pt x="102" y="24"/>
                    </a:lnTo>
                    <a:lnTo>
                      <a:pt x="102" y="18"/>
                    </a:lnTo>
                    <a:lnTo>
                      <a:pt x="96" y="12"/>
                    </a:lnTo>
                    <a:lnTo>
                      <a:pt x="96" y="6"/>
                    </a:lnTo>
                    <a:lnTo>
                      <a:pt x="90" y="0"/>
                    </a:lnTo>
                    <a:lnTo>
                      <a:pt x="84" y="6"/>
                    </a:lnTo>
                    <a:lnTo>
                      <a:pt x="72" y="12"/>
                    </a:lnTo>
                    <a:lnTo>
                      <a:pt x="66" y="18"/>
                    </a:lnTo>
                    <a:lnTo>
                      <a:pt x="54" y="24"/>
                    </a:lnTo>
                    <a:lnTo>
                      <a:pt x="54" y="42"/>
                    </a:lnTo>
                    <a:lnTo>
                      <a:pt x="36" y="42"/>
                    </a:lnTo>
                    <a:lnTo>
                      <a:pt x="36" y="60"/>
                    </a:lnTo>
                    <a:lnTo>
                      <a:pt x="42" y="114"/>
                    </a:lnTo>
                    <a:close/>
                    <a:moveTo>
                      <a:pt x="876" y="546"/>
                    </a:moveTo>
                    <a:lnTo>
                      <a:pt x="852" y="546"/>
                    </a:lnTo>
                    <a:lnTo>
                      <a:pt x="840" y="534"/>
                    </a:lnTo>
                    <a:lnTo>
                      <a:pt x="828" y="534"/>
                    </a:lnTo>
                    <a:lnTo>
                      <a:pt x="828" y="546"/>
                    </a:lnTo>
                    <a:lnTo>
                      <a:pt x="804" y="552"/>
                    </a:lnTo>
                    <a:lnTo>
                      <a:pt x="774" y="546"/>
                    </a:lnTo>
                    <a:lnTo>
                      <a:pt x="768" y="564"/>
                    </a:lnTo>
                    <a:lnTo>
                      <a:pt x="762" y="558"/>
                    </a:lnTo>
                    <a:lnTo>
                      <a:pt x="756" y="558"/>
                    </a:lnTo>
                    <a:lnTo>
                      <a:pt x="750" y="552"/>
                    </a:lnTo>
                    <a:lnTo>
                      <a:pt x="750" y="528"/>
                    </a:lnTo>
                    <a:lnTo>
                      <a:pt x="756" y="522"/>
                    </a:lnTo>
                    <a:lnTo>
                      <a:pt x="756" y="510"/>
                    </a:lnTo>
                    <a:lnTo>
                      <a:pt x="762" y="498"/>
                    </a:lnTo>
                    <a:lnTo>
                      <a:pt x="762" y="480"/>
                    </a:lnTo>
                    <a:lnTo>
                      <a:pt x="756" y="474"/>
                    </a:lnTo>
                    <a:lnTo>
                      <a:pt x="744" y="450"/>
                    </a:lnTo>
                    <a:lnTo>
                      <a:pt x="732" y="432"/>
                    </a:lnTo>
                    <a:lnTo>
                      <a:pt x="726" y="414"/>
                    </a:lnTo>
                    <a:lnTo>
                      <a:pt x="726" y="402"/>
                    </a:lnTo>
                    <a:lnTo>
                      <a:pt x="732" y="396"/>
                    </a:lnTo>
                    <a:lnTo>
                      <a:pt x="732" y="384"/>
                    </a:lnTo>
                    <a:lnTo>
                      <a:pt x="726" y="360"/>
                    </a:lnTo>
                    <a:lnTo>
                      <a:pt x="732" y="354"/>
                    </a:lnTo>
                    <a:lnTo>
                      <a:pt x="738" y="342"/>
                    </a:lnTo>
                    <a:lnTo>
                      <a:pt x="738" y="330"/>
                    </a:lnTo>
                    <a:lnTo>
                      <a:pt x="732" y="318"/>
                    </a:lnTo>
                    <a:lnTo>
                      <a:pt x="720" y="306"/>
                    </a:lnTo>
                    <a:lnTo>
                      <a:pt x="714" y="288"/>
                    </a:lnTo>
                    <a:lnTo>
                      <a:pt x="726" y="270"/>
                    </a:lnTo>
                    <a:lnTo>
                      <a:pt x="726" y="246"/>
                    </a:lnTo>
                    <a:lnTo>
                      <a:pt x="636" y="246"/>
                    </a:lnTo>
                    <a:lnTo>
                      <a:pt x="636" y="222"/>
                    </a:lnTo>
                    <a:lnTo>
                      <a:pt x="624" y="216"/>
                    </a:lnTo>
                    <a:lnTo>
                      <a:pt x="612" y="216"/>
                    </a:lnTo>
                    <a:lnTo>
                      <a:pt x="612" y="222"/>
                    </a:lnTo>
                    <a:lnTo>
                      <a:pt x="564" y="222"/>
                    </a:lnTo>
                    <a:lnTo>
                      <a:pt x="558" y="228"/>
                    </a:lnTo>
                    <a:lnTo>
                      <a:pt x="558" y="234"/>
                    </a:lnTo>
                    <a:lnTo>
                      <a:pt x="564" y="240"/>
                    </a:lnTo>
                    <a:lnTo>
                      <a:pt x="570" y="252"/>
                    </a:lnTo>
                    <a:lnTo>
                      <a:pt x="570" y="264"/>
                    </a:lnTo>
                    <a:lnTo>
                      <a:pt x="558" y="264"/>
                    </a:lnTo>
                    <a:lnTo>
                      <a:pt x="558" y="270"/>
                    </a:lnTo>
                    <a:lnTo>
                      <a:pt x="552" y="276"/>
                    </a:lnTo>
                    <a:lnTo>
                      <a:pt x="552" y="294"/>
                    </a:lnTo>
                    <a:lnTo>
                      <a:pt x="510" y="300"/>
                    </a:lnTo>
                    <a:lnTo>
                      <a:pt x="504" y="294"/>
                    </a:lnTo>
                    <a:lnTo>
                      <a:pt x="492" y="300"/>
                    </a:lnTo>
                    <a:lnTo>
                      <a:pt x="468" y="300"/>
                    </a:lnTo>
                    <a:lnTo>
                      <a:pt x="462" y="312"/>
                    </a:lnTo>
                    <a:lnTo>
                      <a:pt x="450" y="306"/>
                    </a:lnTo>
                    <a:lnTo>
                      <a:pt x="420" y="306"/>
                    </a:lnTo>
                    <a:lnTo>
                      <a:pt x="408" y="282"/>
                    </a:lnTo>
                    <a:lnTo>
                      <a:pt x="402" y="276"/>
                    </a:lnTo>
                    <a:lnTo>
                      <a:pt x="402" y="264"/>
                    </a:lnTo>
                    <a:lnTo>
                      <a:pt x="390" y="252"/>
                    </a:lnTo>
                    <a:lnTo>
                      <a:pt x="384" y="252"/>
                    </a:lnTo>
                    <a:lnTo>
                      <a:pt x="378" y="246"/>
                    </a:lnTo>
                    <a:lnTo>
                      <a:pt x="378" y="240"/>
                    </a:lnTo>
                    <a:lnTo>
                      <a:pt x="384" y="234"/>
                    </a:lnTo>
                    <a:lnTo>
                      <a:pt x="384" y="210"/>
                    </a:lnTo>
                    <a:lnTo>
                      <a:pt x="366" y="192"/>
                    </a:lnTo>
                    <a:lnTo>
                      <a:pt x="366" y="150"/>
                    </a:lnTo>
                    <a:lnTo>
                      <a:pt x="354" y="138"/>
                    </a:lnTo>
                    <a:lnTo>
                      <a:pt x="348" y="126"/>
                    </a:lnTo>
                    <a:lnTo>
                      <a:pt x="342" y="120"/>
                    </a:lnTo>
                    <a:lnTo>
                      <a:pt x="324" y="120"/>
                    </a:lnTo>
                    <a:lnTo>
                      <a:pt x="318" y="126"/>
                    </a:lnTo>
                    <a:lnTo>
                      <a:pt x="294" y="126"/>
                    </a:lnTo>
                    <a:lnTo>
                      <a:pt x="276" y="132"/>
                    </a:lnTo>
                    <a:lnTo>
                      <a:pt x="246" y="132"/>
                    </a:lnTo>
                    <a:lnTo>
                      <a:pt x="234" y="126"/>
                    </a:lnTo>
                    <a:lnTo>
                      <a:pt x="222" y="126"/>
                    </a:lnTo>
                    <a:lnTo>
                      <a:pt x="210" y="132"/>
                    </a:lnTo>
                    <a:lnTo>
                      <a:pt x="180" y="132"/>
                    </a:lnTo>
                    <a:lnTo>
                      <a:pt x="168" y="126"/>
                    </a:lnTo>
                    <a:lnTo>
                      <a:pt x="144" y="132"/>
                    </a:lnTo>
                    <a:lnTo>
                      <a:pt x="132" y="126"/>
                    </a:lnTo>
                    <a:lnTo>
                      <a:pt x="126" y="132"/>
                    </a:lnTo>
                    <a:lnTo>
                      <a:pt x="102" y="126"/>
                    </a:lnTo>
                    <a:lnTo>
                      <a:pt x="54" y="150"/>
                    </a:lnTo>
                    <a:lnTo>
                      <a:pt x="48" y="156"/>
                    </a:lnTo>
                    <a:lnTo>
                      <a:pt x="54" y="168"/>
                    </a:lnTo>
                    <a:lnTo>
                      <a:pt x="60" y="174"/>
                    </a:lnTo>
                    <a:lnTo>
                      <a:pt x="66" y="186"/>
                    </a:lnTo>
                    <a:lnTo>
                      <a:pt x="90" y="210"/>
                    </a:lnTo>
                    <a:lnTo>
                      <a:pt x="84" y="234"/>
                    </a:lnTo>
                    <a:lnTo>
                      <a:pt x="90" y="246"/>
                    </a:lnTo>
                    <a:lnTo>
                      <a:pt x="108" y="270"/>
                    </a:lnTo>
                    <a:lnTo>
                      <a:pt x="120" y="300"/>
                    </a:lnTo>
                    <a:lnTo>
                      <a:pt x="126" y="330"/>
                    </a:lnTo>
                    <a:lnTo>
                      <a:pt x="120" y="354"/>
                    </a:lnTo>
                    <a:lnTo>
                      <a:pt x="108" y="378"/>
                    </a:lnTo>
                    <a:lnTo>
                      <a:pt x="102" y="384"/>
                    </a:lnTo>
                    <a:lnTo>
                      <a:pt x="102" y="408"/>
                    </a:lnTo>
                    <a:lnTo>
                      <a:pt x="114" y="408"/>
                    </a:lnTo>
                    <a:lnTo>
                      <a:pt x="114" y="438"/>
                    </a:lnTo>
                    <a:lnTo>
                      <a:pt x="126" y="474"/>
                    </a:lnTo>
                    <a:lnTo>
                      <a:pt x="150" y="510"/>
                    </a:lnTo>
                    <a:lnTo>
                      <a:pt x="162" y="552"/>
                    </a:lnTo>
                    <a:lnTo>
                      <a:pt x="162" y="582"/>
                    </a:lnTo>
                    <a:lnTo>
                      <a:pt x="156" y="594"/>
                    </a:lnTo>
                    <a:lnTo>
                      <a:pt x="150" y="612"/>
                    </a:lnTo>
                    <a:lnTo>
                      <a:pt x="144" y="618"/>
                    </a:lnTo>
                    <a:lnTo>
                      <a:pt x="138" y="630"/>
                    </a:lnTo>
                    <a:lnTo>
                      <a:pt x="144" y="642"/>
                    </a:lnTo>
                    <a:lnTo>
                      <a:pt x="144" y="660"/>
                    </a:lnTo>
                    <a:lnTo>
                      <a:pt x="138" y="666"/>
                    </a:lnTo>
                    <a:lnTo>
                      <a:pt x="126" y="672"/>
                    </a:lnTo>
                    <a:lnTo>
                      <a:pt x="108" y="672"/>
                    </a:lnTo>
                    <a:lnTo>
                      <a:pt x="96" y="690"/>
                    </a:lnTo>
                    <a:lnTo>
                      <a:pt x="102" y="714"/>
                    </a:lnTo>
                    <a:lnTo>
                      <a:pt x="78" y="714"/>
                    </a:lnTo>
                    <a:lnTo>
                      <a:pt x="66" y="720"/>
                    </a:lnTo>
                    <a:lnTo>
                      <a:pt x="66" y="750"/>
                    </a:lnTo>
                    <a:lnTo>
                      <a:pt x="60" y="762"/>
                    </a:lnTo>
                    <a:lnTo>
                      <a:pt x="60" y="774"/>
                    </a:lnTo>
                    <a:lnTo>
                      <a:pt x="48" y="786"/>
                    </a:lnTo>
                    <a:lnTo>
                      <a:pt x="48" y="858"/>
                    </a:lnTo>
                    <a:lnTo>
                      <a:pt x="36" y="864"/>
                    </a:lnTo>
                    <a:lnTo>
                      <a:pt x="30" y="870"/>
                    </a:lnTo>
                    <a:lnTo>
                      <a:pt x="30" y="912"/>
                    </a:lnTo>
                    <a:lnTo>
                      <a:pt x="6" y="930"/>
                    </a:lnTo>
                    <a:lnTo>
                      <a:pt x="6" y="966"/>
                    </a:lnTo>
                    <a:lnTo>
                      <a:pt x="18" y="984"/>
                    </a:lnTo>
                    <a:lnTo>
                      <a:pt x="0" y="1002"/>
                    </a:lnTo>
                    <a:lnTo>
                      <a:pt x="0" y="1044"/>
                    </a:lnTo>
                    <a:lnTo>
                      <a:pt x="18" y="1044"/>
                    </a:lnTo>
                    <a:lnTo>
                      <a:pt x="36" y="1038"/>
                    </a:lnTo>
                    <a:lnTo>
                      <a:pt x="42" y="1044"/>
                    </a:lnTo>
                    <a:lnTo>
                      <a:pt x="72" y="1044"/>
                    </a:lnTo>
                    <a:lnTo>
                      <a:pt x="90" y="1026"/>
                    </a:lnTo>
                    <a:lnTo>
                      <a:pt x="90" y="1020"/>
                    </a:lnTo>
                    <a:lnTo>
                      <a:pt x="120" y="1020"/>
                    </a:lnTo>
                    <a:lnTo>
                      <a:pt x="126" y="1026"/>
                    </a:lnTo>
                    <a:lnTo>
                      <a:pt x="132" y="1038"/>
                    </a:lnTo>
                    <a:lnTo>
                      <a:pt x="156" y="1050"/>
                    </a:lnTo>
                    <a:lnTo>
                      <a:pt x="168" y="1050"/>
                    </a:lnTo>
                    <a:lnTo>
                      <a:pt x="174" y="1056"/>
                    </a:lnTo>
                    <a:lnTo>
                      <a:pt x="480" y="1056"/>
                    </a:lnTo>
                    <a:lnTo>
                      <a:pt x="480" y="1062"/>
                    </a:lnTo>
                    <a:lnTo>
                      <a:pt x="504" y="1086"/>
                    </a:lnTo>
                    <a:lnTo>
                      <a:pt x="540" y="1086"/>
                    </a:lnTo>
                    <a:lnTo>
                      <a:pt x="546" y="1098"/>
                    </a:lnTo>
                    <a:lnTo>
                      <a:pt x="618" y="1092"/>
                    </a:lnTo>
                    <a:lnTo>
                      <a:pt x="624" y="1104"/>
                    </a:lnTo>
                    <a:lnTo>
                      <a:pt x="696" y="1104"/>
                    </a:lnTo>
                    <a:lnTo>
                      <a:pt x="732" y="1098"/>
                    </a:lnTo>
                    <a:lnTo>
                      <a:pt x="780" y="1092"/>
                    </a:lnTo>
                    <a:lnTo>
                      <a:pt x="816" y="1080"/>
                    </a:lnTo>
                    <a:lnTo>
                      <a:pt x="828" y="1074"/>
                    </a:lnTo>
                    <a:lnTo>
                      <a:pt x="738" y="984"/>
                    </a:lnTo>
                    <a:lnTo>
                      <a:pt x="738" y="966"/>
                    </a:lnTo>
                    <a:lnTo>
                      <a:pt x="732" y="954"/>
                    </a:lnTo>
                    <a:lnTo>
                      <a:pt x="732" y="702"/>
                    </a:lnTo>
                    <a:lnTo>
                      <a:pt x="858" y="708"/>
                    </a:lnTo>
                    <a:lnTo>
                      <a:pt x="864" y="708"/>
                    </a:lnTo>
                    <a:lnTo>
                      <a:pt x="876" y="696"/>
                    </a:lnTo>
                    <a:lnTo>
                      <a:pt x="876" y="672"/>
                    </a:lnTo>
                    <a:lnTo>
                      <a:pt x="870" y="666"/>
                    </a:lnTo>
                    <a:lnTo>
                      <a:pt x="870" y="660"/>
                    </a:lnTo>
                    <a:lnTo>
                      <a:pt x="888" y="654"/>
                    </a:lnTo>
                    <a:lnTo>
                      <a:pt x="876" y="642"/>
                    </a:lnTo>
                    <a:lnTo>
                      <a:pt x="876" y="588"/>
                    </a:lnTo>
                    <a:lnTo>
                      <a:pt x="882" y="588"/>
                    </a:lnTo>
                    <a:lnTo>
                      <a:pt x="888" y="582"/>
                    </a:lnTo>
                    <a:lnTo>
                      <a:pt x="888" y="564"/>
                    </a:lnTo>
                    <a:lnTo>
                      <a:pt x="876" y="552"/>
                    </a:lnTo>
                    <a:lnTo>
                      <a:pt x="876" y="546"/>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41" name="Algeria" descr="© INSCALE GmbH, 05.05.2010&#10;http://www.presentationload.com/">
                <a:extLst>
                  <a:ext uri="{FF2B5EF4-FFF2-40B4-BE49-F238E27FC236}">
                    <a16:creationId xmlns:a16="http://schemas.microsoft.com/office/drawing/2014/main" id="{67104FEA-FF2D-8C49-3092-E7D40C0ED0BB}"/>
                  </a:ext>
                </a:extLst>
              </p:cNvPr>
              <p:cNvSpPr>
                <a:spLocks/>
              </p:cNvSpPr>
              <p:nvPr/>
            </p:nvSpPr>
            <p:spPr bwMode="gray">
              <a:xfrm>
                <a:off x="2496" y="1809"/>
                <a:ext cx="375" cy="371"/>
              </a:xfrm>
              <a:custGeom>
                <a:avLst/>
                <a:gdLst>
                  <a:gd name="T0" fmla="*/ 2147483647 w 1476"/>
                  <a:gd name="T1" fmla="*/ 2147483647 h 1464"/>
                  <a:gd name="T2" fmla="*/ 2147483647 w 1476"/>
                  <a:gd name="T3" fmla="*/ 2147483647 h 1464"/>
                  <a:gd name="T4" fmla="*/ 2147483647 w 1476"/>
                  <a:gd name="T5" fmla="*/ 2147483647 h 1464"/>
                  <a:gd name="T6" fmla="*/ 2147483647 w 1476"/>
                  <a:gd name="T7" fmla="*/ 2147483647 h 1464"/>
                  <a:gd name="T8" fmla="*/ 2147483647 w 1476"/>
                  <a:gd name="T9" fmla="*/ 2147483647 h 1464"/>
                  <a:gd name="T10" fmla="*/ 2147483647 w 1476"/>
                  <a:gd name="T11" fmla="*/ 2147483647 h 1464"/>
                  <a:gd name="T12" fmla="*/ 2147483647 w 1476"/>
                  <a:gd name="T13" fmla="*/ 2147483647 h 1464"/>
                  <a:gd name="T14" fmla="*/ 2147483647 w 1476"/>
                  <a:gd name="T15" fmla="*/ 2147483647 h 1464"/>
                  <a:gd name="T16" fmla="*/ 2147483647 w 1476"/>
                  <a:gd name="T17" fmla="*/ 2147483647 h 1464"/>
                  <a:gd name="T18" fmla="*/ 2147483647 w 1476"/>
                  <a:gd name="T19" fmla="*/ 2147483647 h 1464"/>
                  <a:gd name="T20" fmla="*/ 2147483647 w 1476"/>
                  <a:gd name="T21" fmla="*/ 2147483647 h 1464"/>
                  <a:gd name="T22" fmla="*/ 2147483647 w 1476"/>
                  <a:gd name="T23" fmla="*/ 2147483647 h 1464"/>
                  <a:gd name="T24" fmla="*/ 2147483647 w 1476"/>
                  <a:gd name="T25" fmla="*/ 2147483647 h 1464"/>
                  <a:gd name="T26" fmla="*/ 2147483647 w 1476"/>
                  <a:gd name="T27" fmla="*/ 2147483647 h 1464"/>
                  <a:gd name="T28" fmla="*/ 2147483647 w 1476"/>
                  <a:gd name="T29" fmla="*/ 2147483647 h 1464"/>
                  <a:gd name="T30" fmla="*/ 2147483647 w 1476"/>
                  <a:gd name="T31" fmla="*/ 2147483647 h 1464"/>
                  <a:gd name="T32" fmla="*/ 2147483647 w 1476"/>
                  <a:gd name="T33" fmla="*/ 2147483647 h 1464"/>
                  <a:gd name="T34" fmla="*/ 2147483647 w 1476"/>
                  <a:gd name="T35" fmla="*/ 2147483647 h 1464"/>
                  <a:gd name="T36" fmla="*/ 2147483647 w 1476"/>
                  <a:gd name="T37" fmla="*/ 2147483647 h 1464"/>
                  <a:gd name="T38" fmla="*/ 2147483647 w 1476"/>
                  <a:gd name="T39" fmla="*/ 2147483647 h 1464"/>
                  <a:gd name="T40" fmla="*/ 2147483647 w 1476"/>
                  <a:gd name="T41" fmla="*/ 2147483647 h 1464"/>
                  <a:gd name="T42" fmla="*/ 2147483647 w 1476"/>
                  <a:gd name="T43" fmla="*/ 2147483647 h 1464"/>
                  <a:gd name="T44" fmla="*/ 2147483647 w 1476"/>
                  <a:gd name="T45" fmla="*/ 2147483647 h 1464"/>
                  <a:gd name="T46" fmla="*/ 2147483647 w 1476"/>
                  <a:gd name="T47" fmla="*/ 2147483647 h 1464"/>
                  <a:gd name="T48" fmla="*/ 2147483647 w 1476"/>
                  <a:gd name="T49" fmla="*/ 2147483647 h 1464"/>
                  <a:gd name="T50" fmla="*/ 2147483647 w 1476"/>
                  <a:gd name="T51" fmla="*/ 2147483647 h 1464"/>
                  <a:gd name="T52" fmla="*/ 2147483647 w 1476"/>
                  <a:gd name="T53" fmla="*/ 2147483647 h 1464"/>
                  <a:gd name="T54" fmla="*/ 2147483647 w 1476"/>
                  <a:gd name="T55" fmla="*/ 2147483647 h 1464"/>
                  <a:gd name="T56" fmla="*/ 2147483647 w 1476"/>
                  <a:gd name="T57" fmla="*/ 2147483647 h 1464"/>
                  <a:gd name="T58" fmla="*/ 2147483647 w 1476"/>
                  <a:gd name="T59" fmla="*/ 2147483647 h 1464"/>
                  <a:gd name="T60" fmla="*/ 2147483647 w 1476"/>
                  <a:gd name="T61" fmla="*/ 2147483647 h 1464"/>
                  <a:gd name="T62" fmla="*/ 2147483647 w 1476"/>
                  <a:gd name="T63" fmla="*/ 2147483647 h 1464"/>
                  <a:gd name="T64" fmla="*/ 2147483647 w 1476"/>
                  <a:gd name="T65" fmla="*/ 2147483647 h 1464"/>
                  <a:gd name="T66" fmla="*/ 2147483647 w 1476"/>
                  <a:gd name="T67" fmla="*/ 2147483647 h 1464"/>
                  <a:gd name="T68" fmla="*/ 2147483647 w 1476"/>
                  <a:gd name="T69" fmla="*/ 2147483647 h 1464"/>
                  <a:gd name="T70" fmla="*/ 2147483647 w 1476"/>
                  <a:gd name="T71" fmla="*/ 2147483647 h 1464"/>
                  <a:gd name="T72" fmla="*/ 2147483647 w 1476"/>
                  <a:gd name="T73" fmla="*/ 2147483647 h 1464"/>
                  <a:gd name="T74" fmla="*/ 2147483647 w 1476"/>
                  <a:gd name="T75" fmla="*/ 2147483647 h 1464"/>
                  <a:gd name="T76" fmla="*/ 2147483647 w 1476"/>
                  <a:gd name="T77" fmla="*/ 2147483647 h 1464"/>
                  <a:gd name="T78" fmla="*/ 2147483647 w 1476"/>
                  <a:gd name="T79" fmla="*/ 2147483647 h 1464"/>
                  <a:gd name="T80" fmla="*/ 2147483647 w 1476"/>
                  <a:gd name="T81" fmla="*/ 2147483647 h 1464"/>
                  <a:gd name="T82" fmla="*/ 2147483647 w 1476"/>
                  <a:gd name="T83" fmla="*/ 2147483647 h 1464"/>
                  <a:gd name="T84" fmla="*/ 2147483647 w 1476"/>
                  <a:gd name="T85" fmla="*/ 2147483647 h 1464"/>
                  <a:gd name="T86" fmla="*/ 2147483647 w 1476"/>
                  <a:gd name="T87" fmla="*/ 2147483647 h 1464"/>
                  <a:gd name="T88" fmla="*/ 2147483647 w 1476"/>
                  <a:gd name="T89" fmla="*/ 2147483647 h 1464"/>
                  <a:gd name="T90" fmla="*/ 2147483647 w 1476"/>
                  <a:gd name="T91" fmla="*/ 2147483647 h 1464"/>
                  <a:gd name="T92" fmla="*/ 2147483647 w 1476"/>
                  <a:gd name="T93" fmla="*/ 2147483647 h 1464"/>
                  <a:gd name="T94" fmla="*/ 2147483647 w 1476"/>
                  <a:gd name="T95" fmla="*/ 2147483647 h 1464"/>
                  <a:gd name="T96" fmla="*/ 2147483647 w 1476"/>
                  <a:gd name="T97" fmla="*/ 2147483647 h 1464"/>
                  <a:gd name="T98" fmla="*/ 2147483647 w 1476"/>
                  <a:gd name="T99" fmla="*/ 2147483647 h 1464"/>
                  <a:gd name="T100" fmla="*/ 2147483647 w 1476"/>
                  <a:gd name="T101" fmla="*/ 2147483647 h 1464"/>
                  <a:gd name="T102" fmla="*/ 2147483647 w 1476"/>
                  <a:gd name="T103" fmla="*/ 2147483647 h 1464"/>
                  <a:gd name="T104" fmla="*/ 2147483647 w 1476"/>
                  <a:gd name="T105" fmla="*/ 2147483647 h 1464"/>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476"/>
                  <a:gd name="T160" fmla="*/ 0 h 1464"/>
                  <a:gd name="T161" fmla="*/ 1476 w 1476"/>
                  <a:gd name="T162" fmla="*/ 1464 h 1464"/>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476" h="1464">
                    <a:moveTo>
                      <a:pt x="360" y="534"/>
                    </a:moveTo>
                    <a:lnTo>
                      <a:pt x="318" y="534"/>
                    </a:lnTo>
                    <a:lnTo>
                      <a:pt x="312" y="546"/>
                    </a:lnTo>
                    <a:lnTo>
                      <a:pt x="306" y="552"/>
                    </a:lnTo>
                    <a:lnTo>
                      <a:pt x="294" y="576"/>
                    </a:lnTo>
                    <a:lnTo>
                      <a:pt x="282" y="588"/>
                    </a:lnTo>
                    <a:lnTo>
                      <a:pt x="258" y="588"/>
                    </a:lnTo>
                    <a:lnTo>
                      <a:pt x="246" y="582"/>
                    </a:lnTo>
                    <a:lnTo>
                      <a:pt x="234" y="582"/>
                    </a:lnTo>
                    <a:lnTo>
                      <a:pt x="228" y="594"/>
                    </a:lnTo>
                    <a:lnTo>
                      <a:pt x="204" y="600"/>
                    </a:lnTo>
                    <a:lnTo>
                      <a:pt x="204" y="606"/>
                    </a:lnTo>
                    <a:lnTo>
                      <a:pt x="198" y="618"/>
                    </a:lnTo>
                    <a:lnTo>
                      <a:pt x="186" y="618"/>
                    </a:lnTo>
                    <a:lnTo>
                      <a:pt x="180" y="612"/>
                    </a:lnTo>
                    <a:lnTo>
                      <a:pt x="168" y="606"/>
                    </a:lnTo>
                    <a:lnTo>
                      <a:pt x="138" y="624"/>
                    </a:lnTo>
                    <a:lnTo>
                      <a:pt x="120" y="624"/>
                    </a:lnTo>
                    <a:lnTo>
                      <a:pt x="120" y="630"/>
                    </a:lnTo>
                    <a:lnTo>
                      <a:pt x="90" y="660"/>
                    </a:lnTo>
                    <a:lnTo>
                      <a:pt x="78" y="666"/>
                    </a:lnTo>
                    <a:lnTo>
                      <a:pt x="72" y="672"/>
                    </a:lnTo>
                    <a:lnTo>
                      <a:pt x="60" y="678"/>
                    </a:lnTo>
                    <a:lnTo>
                      <a:pt x="54" y="708"/>
                    </a:lnTo>
                    <a:lnTo>
                      <a:pt x="54" y="768"/>
                    </a:lnTo>
                    <a:lnTo>
                      <a:pt x="0" y="768"/>
                    </a:lnTo>
                    <a:lnTo>
                      <a:pt x="54" y="768"/>
                    </a:lnTo>
                    <a:lnTo>
                      <a:pt x="54" y="804"/>
                    </a:lnTo>
                    <a:lnTo>
                      <a:pt x="312" y="984"/>
                    </a:lnTo>
                    <a:lnTo>
                      <a:pt x="720" y="1296"/>
                    </a:lnTo>
                    <a:lnTo>
                      <a:pt x="720" y="1320"/>
                    </a:lnTo>
                    <a:lnTo>
                      <a:pt x="744" y="1320"/>
                    </a:lnTo>
                    <a:lnTo>
                      <a:pt x="750" y="1326"/>
                    </a:lnTo>
                    <a:lnTo>
                      <a:pt x="750" y="1344"/>
                    </a:lnTo>
                    <a:lnTo>
                      <a:pt x="762" y="1356"/>
                    </a:lnTo>
                    <a:lnTo>
                      <a:pt x="798" y="1356"/>
                    </a:lnTo>
                    <a:lnTo>
                      <a:pt x="804" y="1386"/>
                    </a:lnTo>
                    <a:lnTo>
                      <a:pt x="810" y="1386"/>
                    </a:lnTo>
                    <a:lnTo>
                      <a:pt x="816" y="1380"/>
                    </a:lnTo>
                    <a:lnTo>
                      <a:pt x="846" y="1380"/>
                    </a:lnTo>
                    <a:lnTo>
                      <a:pt x="858" y="1386"/>
                    </a:lnTo>
                    <a:lnTo>
                      <a:pt x="870" y="1410"/>
                    </a:lnTo>
                    <a:lnTo>
                      <a:pt x="870" y="1428"/>
                    </a:lnTo>
                    <a:lnTo>
                      <a:pt x="852" y="1446"/>
                    </a:lnTo>
                    <a:lnTo>
                      <a:pt x="852" y="1452"/>
                    </a:lnTo>
                    <a:lnTo>
                      <a:pt x="858" y="1458"/>
                    </a:lnTo>
                    <a:lnTo>
                      <a:pt x="870" y="1464"/>
                    </a:lnTo>
                    <a:lnTo>
                      <a:pt x="900" y="1464"/>
                    </a:lnTo>
                    <a:lnTo>
                      <a:pt x="906" y="1458"/>
                    </a:lnTo>
                    <a:lnTo>
                      <a:pt x="924" y="1458"/>
                    </a:lnTo>
                    <a:lnTo>
                      <a:pt x="954" y="1452"/>
                    </a:lnTo>
                    <a:lnTo>
                      <a:pt x="984" y="1440"/>
                    </a:lnTo>
                    <a:lnTo>
                      <a:pt x="1020" y="1434"/>
                    </a:lnTo>
                    <a:lnTo>
                      <a:pt x="1038" y="1434"/>
                    </a:lnTo>
                    <a:lnTo>
                      <a:pt x="1062" y="1416"/>
                    </a:lnTo>
                    <a:lnTo>
                      <a:pt x="1098" y="1386"/>
                    </a:lnTo>
                    <a:lnTo>
                      <a:pt x="1128" y="1350"/>
                    </a:lnTo>
                    <a:lnTo>
                      <a:pt x="1158" y="1326"/>
                    </a:lnTo>
                    <a:lnTo>
                      <a:pt x="1182" y="1314"/>
                    </a:lnTo>
                    <a:lnTo>
                      <a:pt x="1224" y="1284"/>
                    </a:lnTo>
                    <a:lnTo>
                      <a:pt x="1272" y="1248"/>
                    </a:lnTo>
                    <a:lnTo>
                      <a:pt x="1332" y="1206"/>
                    </a:lnTo>
                    <a:lnTo>
                      <a:pt x="1386" y="1170"/>
                    </a:lnTo>
                    <a:lnTo>
                      <a:pt x="1434" y="1134"/>
                    </a:lnTo>
                    <a:lnTo>
                      <a:pt x="1464" y="1110"/>
                    </a:lnTo>
                    <a:lnTo>
                      <a:pt x="1476" y="1104"/>
                    </a:lnTo>
                    <a:lnTo>
                      <a:pt x="1476" y="1098"/>
                    </a:lnTo>
                    <a:lnTo>
                      <a:pt x="1470" y="1092"/>
                    </a:lnTo>
                    <a:lnTo>
                      <a:pt x="1464" y="1080"/>
                    </a:lnTo>
                    <a:lnTo>
                      <a:pt x="1458" y="1062"/>
                    </a:lnTo>
                    <a:lnTo>
                      <a:pt x="1452" y="1050"/>
                    </a:lnTo>
                    <a:lnTo>
                      <a:pt x="1452" y="1044"/>
                    </a:lnTo>
                    <a:lnTo>
                      <a:pt x="1440" y="1032"/>
                    </a:lnTo>
                    <a:lnTo>
                      <a:pt x="1428" y="1032"/>
                    </a:lnTo>
                    <a:lnTo>
                      <a:pt x="1392" y="1014"/>
                    </a:lnTo>
                    <a:lnTo>
                      <a:pt x="1386" y="1014"/>
                    </a:lnTo>
                    <a:lnTo>
                      <a:pt x="1362" y="1026"/>
                    </a:lnTo>
                    <a:lnTo>
                      <a:pt x="1338" y="1002"/>
                    </a:lnTo>
                    <a:lnTo>
                      <a:pt x="1338" y="960"/>
                    </a:lnTo>
                    <a:lnTo>
                      <a:pt x="1332" y="954"/>
                    </a:lnTo>
                    <a:lnTo>
                      <a:pt x="1326" y="942"/>
                    </a:lnTo>
                    <a:lnTo>
                      <a:pt x="1314" y="930"/>
                    </a:lnTo>
                    <a:lnTo>
                      <a:pt x="1308" y="912"/>
                    </a:lnTo>
                    <a:lnTo>
                      <a:pt x="1296" y="900"/>
                    </a:lnTo>
                    <a:lnTo>
                      <a:pt x="1290" y="888"/>
                    </a:lnTo>
                    <a:lnTo>
                      <a:pt x="1290" y="882"/>
                    </a:lnTo>
                    <a:lnTo>
                      <a:pt x="1296" y="876"/>
                    </a:lnTo>
                    <a:lnTo>
                      <a:pt x="1308" y="876"/>
                    </a:lnTo>
                    <a:lnTo>
                      <a:pt x="1320" y="870"/>
                    </a:lnTo>
                    <a:lnTo>
                      <a:pt x="1326" y="864"/>
                    </a:lnTo>
                    <a:lnTo>
                      <a:pt x="1332" y="852"/>
                    </a:lnTo>
                    <a:lnTo>
                      <a:pt x="1332" y="840"/>
                    </a:lnTo>
                    <a:lnTo>
                      <a:pt x="1326" y="834"/>
                    </a:lnTo>
                    <a:lnTo>
                      <a:pt x="1326" y="828"/>
                    </a:lnTo>
                    <a:lnTo>
                      <a:pt x="1320" y="774"/>
                    </a:lnTo>
                    <a:lnTo>
                      <a:pt x="1332" y="750"/>
                    </a:lnTo>
                    <a:lnTo>
                      <a:pt x="1326" y="732"/>
                    </a:lnTo>
                    <a:lnTo>
                      <a:pt x="1326" y="726"/>
                    </a:lnTo>
                    <a:lnTo>
                      <a:pt x="1332" y="720"/>
                    </a:lnTo>
                    <a:lnTo>
                      <a:pt x="1332" y="690"/>
                    </a:lnTo>
                    <a:lnTo>
                      <a:pt x="1338" y="678"/>
                    </a:lnTo>
                    <a:lnTo>
                      <a:pt x="1338" y="672"/>
                    </a:lnTo>
                    <a:lnTo>
                      <a:pt x="1326" y="648"/>
                    </a:lnTo>
                    <a:lnTo>
                      <a:pt x="1302" y="588"/>
                    </a:lnTo>
                    <a:lnTo>
                      <a:pt x="1290" y="570"/>
                    </a:lnTo>
                    <a:lnTo>
                      <a:pt x="1296" y="564"/>
                    </a:lnTo>
                    <a:lnTo>
                      <a:pt x="1308" y="558"/>
                    </a:lnTo>
                    <a:lnTo>
                      <a:pt x="1296" y="528"/>
                    </a:lnTo>
                    <a:lnTo>
                      <a:pt x="1284" y="480"/>
                    </a:lnTo>
                    <a:lnTo>
                      <a:pt x="1278" y="438"/>
                    </a:lnTo>
                    <a:lnTo>
                      <a:pt x="1272" y="414"/>
                    </a:lnTo>
                    <a:lnTo>
                      <a:pt x="1266" y="408"/>
                    </a:lnTo>
                    <a:lnTo>
                      <a:pt x="1260" y="396"/>
                    </a:lnTo>
                    <a:lnTo>
                      <a:pt x="1236" y="384"/>
                    </a:lnTo>
                    <a:lnTo>
                      <a:pt x="1230" y="378"/>
                    </a:lnTo>
                    <a:lnTo>
                      <a:pt x="1224" y="378"/>
                    </a:lnTo>
                    <a:lnTo>
                      <a:pt x="1224" y="336"/>
                    </a:lnTo>
                    <a:lnTo>
                      <a:pt x="1212" y="324"/>
                    </a:lnTo>
                    <a:lnTo>
                      <a:pt x="1194" y="318"/>
                    </a:lnTo>
                    <a:lnTo>
                      <a:pt x="1182" y="318"/>
                    </a:lnTo>
                    <a:lnTo>
                      <a:pt x="1182" y="288"/>
                    </a:lnTo>
                    <a:lnTo>
                      <a:pt x="1170" y="288"/>
                    </a:lnTo>
                    <a:lnTo>
                      <a:pt x="1170" y="246"/>
                    </a:lnTo>
                    <a:lnTo>
                      <a:pt x="1194" y="222"/>
                    </a:lnTo>
                    <a:lnTo>
                      <a:pt x="1218" y="204"/>
                    </a:lnTo>
                    <a:lnTo>
                      <a:pt x="1218" y="198"/>
                    </a:lnTo>
                    <a:lnTo>
                      <a:pt x="1224" y="192"/>
                    </a:lnTo>
                    <a:lnTo>
                      <a:pt x="1224" y="180"/>
                    </a:lnTo>
                    <a:lnTo>
                      <a:pt x="1230" y="168"/>
                    </a:lnTo>
                    <a:lnTo>
                      <a:pt x="1230" y="126"/>
                    </a:lnTo>
                    <a:lnTo>
                      <a:pt x="1224" y="114"/>
                    </a:lnTo>
                    <a:lnTo>
                      <a:pt x="1224" y="78"/>
                    </a:lnTo>
                    <a:lnTo>
                      <a:pt x="1230" y="66"/>
                    </a:lnTo>
                    <a:lnTo>
                      <a:pt x="1230" y="54"/>
                    </a:lnTo>
                    <a:lnTo>
                      <a:pt x="1212" y="48"/>
                    </a:lnTo>
                    <a:lnTo>
                      <a:pt x="1254" y="30"/>
                    </a:lnTo>
                    <a:lnTo>
                      <a:pt x="1254" y="18"/>
                    </a:lnTo>
                    <a:lnTo>
                      <a:pt x="1242" y="18"/>
                    </a:lnTo>
                    <a:lnTo>
                      <a:pt x="1236" y="12"/>
                    </a:lnTo>
                    <a:lnTo>
                      <a:pt x="1224" y="12"/>
                    </a:lnTo>
                    <a:lnTo>
                      <a:pt x="1206" y="24"/>
                    </a:lnTo>
                    <a:lnTo>
                      <a:pt x="1170" y="6"/>
                    </a:lnTo>
                    <a:lnTo>
                      <a:pt x="1152" y="6"/>
                    </a:lnTo>
                    <a:lnTo>
                      <a:pt x="1152" y="18"/>
                    </a:lnTo>
                    <a:lnTo>
                      <a:pt x="1116" y="18"/>
                    </a:lnTo>
                    <a:lnTo>
                      <a:pt x="1092" y="0"/>
                    </a:lnTo>
                    <a:lnTo>
                      <a:pt x="1086" y="30"/>
                    </a:lnTo>
                    <a:lnTo>
                      <a:pt x="1056" y="18"/>
                    </a:lnTo>
                    <a:lnTo>
                      <a:pt x="1026" y="42"/>
                    </a:lnTo>
                    <a:lnTo>
                      <a:pt x="1002" y="30"/>
                    </a:lnTo>
                    <a:lnTo>
                      <a:pt x="984" y="30"/>
                    </a:lnTo>
                    <a:lnTo>
                      <a:pt x="966" y="24"/>
                    </a:lnTo>
                    <a:lnTo>
                      <a:pt x="948" y="24"/>
                    </a:lnTo>
                    <a:lnTo>
                      <a:pt x="924" y="30"/>
                    </a:lnTo>
                    <a:lnTo>
                      <a:pt x="906" y="30"/>
                    </a:lnTo>
                    <a:lnTo>
                      <a:pt x="900" y="36"/>
                    </a:lnTo>
                    <a:lnTo>
                      <a:pt x="888" y="36"/>
                    </a:lnTo>
                    <a:lnTo>
                      <a:pt x="876" y="42"/>
                    </a:lnTo>
                    <a:lnTo>
                      <a:pt x="816" y="42"/>
                    </a:lnTo>
                    <a:lnTo>
                      <a:pt x="810" y="48"/>
                    </a:lnTo>
                    <a:lnTo>
                      <a:pt x="750" y="48"/>
                    </a:lnTo>
                    <a:lnTo>
                      <a:pt x="744" y="54"/>
                    </a:lnTo>
                    <a:lnTo>
                      <a:pt x="726" y="54"/>
                    </a:lnTo>
                    <a:lnTo>
                      <a:pt x="714" y="60"/>
                    </a:lnTo>
                    <a:lnTo>
                      <a:pt x="696" y="66"/>
                    </a:lnTo>
                    <a:lnTo>
                      <a:pt x="684" y="78"/>
                    </a:lnTo>
                    <a:lnTo>
                      <a:pt x="678" y="90"/>
                    </a:lnTo>
                    <a:lnTo>
                      <a:pt x="666" y="102"/>
                    </a:lnTo>
                    <a:lnTo>
                      <a:pt x="666" y="108"/>
                    </a:lnTo>
                    <a:lnTo>
                      <a:pt x="636" y="108"/>
                    </a:lnTo>
                    <a:lnTo>
                      <a:pt x="624" y="114"/>
                    </a:lnTo>
                    <a:lnTo>
                      <a:pt x="606" y="114"/>
                    </a:lnTo>
                    <a:lnTo>
                      <a:pt x="594" y="120"/>
                    </a:lnTo>
                    <a:lnTo>
                      <a:pt x="588" y="126"/>
                    </a:lnTo>
                    <a:lnTo>
                      <a:pt x="588" y="132"/>
                    </a:lnTo>
                    <a:lnTo>
                      <a:pt x="558" y="162"/>
                    </a:lnTo>
                    <a:lnTo>
                      <a:pt x="546" y="168"/>
                    </a:lnTo>
                    <a:lnTo>
                      <a:pt x="522" y="168"/>
                    </a:lnTo>
                    <a:lnTo>
                      <a:pt x="528" y="174"/>
                    </a:lnTo>
                    <a:lnTo>
                      <a:pt x="534" y="186"/>
                    </a:lnTo>
                    <a:lnTo>
                      <a:pt x="546" y="192"/>
                    </a:lnTo>
                    <a:lnTo>
                      <a:pt x="540" y="198"/>
                    </a:lnTo>
                    <a:lnTo>
                      <a:pt x="540" y="210"/>
                    </a:lnTo>
                    <a:lnTo>
                      <a:pt x="552" y="210"/>
                    </a:lnTo>
                    <a:lnTo>
                      <a:pt x="546" y="276"/>
                    </a:lnTo>
                    <a:lnTo>
                      <a:pt x="558" y="294"/>
                    </a:lnTo>
                    <a:lnTo>
                      <a:pt x="546" y="324"/>
                    </a:lnTo>
                    <a:lnTo>
                      <a:pt x="564" y="324"/>
                    </a:lnTo>
                    <a:lnTo>
                      <a:pt x="564" y="354"/>
                    </a:lnTo>
                    <a:lnTo>
                      <a:pt x="588" y="372"/>
                    </a:lnTo>
                    <a:lnTo>
                      <a:pt x="570" y="390"/>
                    </a:lnTo>
                    <a:lnTo>
                      <a:pt x="570" y="402"/>
                    </a:lnTo>
                    <a:lnTo>
                      <a:pt x="516" y="408"/>
                    </a:lnTo>
                    <a:lnTo>
                      <a:pt x="504" y="402"/>
                    </a:lnTo>
                    <a:lnTo>
                      <a:pt x="486" y="402"/>
                    </a:lnTo>
                    <a:lnTo>
                      <a:pt x="486" y="408"/>
                    </a:lnTo>
                    <a:lnTo>
                      <a:pt x="480" y="414"/>
                    </a:lnTo>
                    <a:lnTo>
                      <a:pt x="474" y="408"/>
                    </a:lnTo>
                    <a:lnTo>
                      <a:pt x="462" y="408"/>
                    </a:lnTo>
                    <a:lnTo>
                      <a:pt x="462" y="414"/>
                    </a:lnTo>
                    <a:lnTo>
                      <a:pt x="456" y="420"/>
                    </a:lnTo>
                    <a:lnTo>
                      <a:pt x="456" y="432"/>
                    </a:lnTo>
                    <a:lnTo>
                      <a:pt x="432" y="432"/>
                    </a:lnTo>
                    <a:lnTo>
                      <a:pt x="420" y="438"/>
                    </a:lnTo>
                    <a:lnTo>
                      <a:pt x="396" y="438"/>
                    </a:lnTo>
                    <a:lnTo>
                      <a:pt x="390" y="444"/>
                    </a:lnTo>
                    <a:lnTo>
                      <a:pt x="390" y="456"/>
                    </a:lnTo>
                    <a:lnTo>
                      <a:pt x="396" y="462"/>
                    </a:lnTo>
                    <a:lnTo>
                      <a:pt x="402" y="474"/>
                    </a:lnTo>
                    <a:lnTo>
                      <a:pt x="414" y="492"/>
                    </a:lnTo>
                    <a:lnTo>
                      <a:pt x="390" y="504"/>
                    </a:lnTo>
                    <a:lnTo>
                      <a:pt x="390" y="510"/>
                    </a:lnTo>
                    <a:lnTo>
                      <a:pt x="378" y="522"/>
                    </a:lnTo>
                    <a:lnTo>
                      <a:pt x="366" y="528"/>
                    </a:lnTo>
                    <a:lnTo>
                      <a:pt x="360" y="534"/>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42" name="South Africa" descr="© INSCALE GmbH, 05.05.2010&#10;http://www.presentationload.com/">
                <a:extLst>
                  <a:ext uri="{FF2B5EF4-FFF2-40B4-BE49-F238E27FC236}">
                    <a16:creationId xmlns:a16="http://schemas.microsoft.com/office/drawing/2014/main" id="{2691677A-0DFD-AC4D-D2C7-FC9032FBB798}"/>
                  </a:ext>
                </a:extLst>
              </p:cNvPr>
              <p:cNvSpPr>
                <a:spLocks noEditPoints="1"/>
              </p:cNvSpPr>
              <p:nvPr/>
            </p:nvSpPr>
            <p:spPr bwMode="gray">
              <a:xfrm>
                <a:off x="2948" y="3022"/>
                <a:ext cx="287" cy="259"/>
              </a:xfrm>
              <a:custGeom>
                <a:avLst/>
                <a:gdLst>
                  <a:gd name="T0" fmla="*/ 2147483647 w 1134"/>
                  <a:gd name="T1" fmla="*/ 2147483647 h 1020"/>
                  <a:gd name="T2" fmla="*/ 2147483647 w 1134"/>
                  <a:gd name="T3" fmla="*/ 2147483647 h 1020"/>
                  <a:gd name="T4" fmla="*/ 2147483647 w 1134"/>
                  <a:gd name="T5" fmla="*/ 2147483647 h 1020"/>
                  <a:gd name="T6" fmla="*/ 2147483647 w 1134"/>
                  <a:gd name="T7" fmla="*/ 2147483647 h 1020"/>
                  <a:gd name="T8" fmla="*/ 2147483647 w 1134"/>
                  <a:gd name="T9" fmla="*/ 2147483647 h 1020"/>
                  <a:gd name="T10" fmla="*/ 2147483647 w 1134"/>
                  <a:gd name="T11" fmla="*/ 2147483647 h 1020"/>
                  <a:gd name="T12" fmla="*/ 2147483647 w 1134"/>
                  <a:gd name="T13" fmla="*/ 2147483647 h 1020"/>
                  <a:gd name="T14" fmla="*/ 2147483647 w 1134"/>
                  <a:gd name="T15" fmla="*/ 2147483647 h 1020"/>
                  <a:gd name="T16" fmla="*/ 2147483647 w 1134"/>
                  <a:gd name="T17" fmla="*/ 2147483647 h 1020"/>
                  <a:gd name="T18" fmla="*/ 2147483647 w 1134"/>
                  <a:gd name="T19" fmla="*/ 2147483647 h 1020"/>
                  <a:gd name="T20" fmla="*/ 2147483647 w 1134"/>
                  <a:gd name="T21" fmla="*/ 2147483647 h 1020"/>
                  <a:gd name="T22" fmla="*/ 2147483647 w 1134"/>
                  <a:gd name="T23" fmla="*/ 2147483647 h 1020"/>
                  <a:gd name="T24" fmla="*/ 2147483647 w 1134"/>
                  <a:gd name="T25" fmla="*/ 2147483647 h 1020"/>
                  <a:gd name="T26" fmla="*/ 2147483647 w 1134"/>
                  <a:gd name="T27" fmla="*/ 2147483647 h 1020"/>
                  <a:gd name="T28" fmla="*/ 2147483647 w 1134"/>
                  <a:gd name="T29" fmla="*/ 2147483647 h 1020"/>
                  <a:gd name="T30" fmla="*/ 2147483647 w 1134"/>
                  <a:gd name="T31" fmla="*/ 2147483647 h 1020"/>
                  <a:gd name="T32" fmla="*/ 2147483647 w 1134"/>
                  <a:gd name="T33" fmla="*/ 2147483647 h 1020"/>
                  <a:gd name="T34" fmla="*/ 2147483647 w 1134"/>
                  <a:gd name="T35" fmla="*/ 2147483647 h 1020"/>
                  <a:gd name="T36" fmla="*/ 2147483647 w 1134"/>
                  <a:gd name="T37" fmla="*/ 2147483647 h 1020"/>
                  <a:gd name="T38" fmla="*/ 2147483647 w 1134"/>
                  <a:gd name="T39" fmla="*/ 2147483647 h 1020"/>
                  <a:gd name="T40" fmla="*/ 2147483647 w 1134"/>
                  <a:gd name="T41" fmla="*/ 2147483647 h 1020"/>
                  <a:gd name="T42" fmla="*/ 2147483647 w 1134"/>
                  <a:gd name="T43" fmla="*/ 2147483647 h 1020"/>
                  <a:gd name="T44" fmla="*/ 2147483647 w 1134"/>
                  <a:gd name="T45" fmla="*/ 2147483647 h 1020"/>
                  <a:gd name="T46" fmla="*/ 2147483647 w 1134"/>
                  <a:gd name="T47" fmla="*/ 2147483647 h 1020"/>
                  <a:gd name="T48" fmla="*/ 2147483647 w 1134"/>
                  <a:gd name="T49" fmla="*/ 2147483647 h 1020"/>
                  <a:gd name="T50" fmla="*/ 2147483647 w 1134"/>
                  <a:gd name="T51" fmla="*/ 2147483647 h 1020"/>
                  <a:gd name="T52" fmla="*/ 2147483647 w 1134"/>
                  <a:gd name="T53" fmla="*/ 2147483647 h 1020"/>
                  <a:gd name="T54" fmla="*/ 2147483647 w 1134"/>
                  <a:gd name="T55" fmla="*/ 2147483647 h 1020"/>
                  <a:gd name="T56" fmla="*/ 2147483647 w 1134"/>
                  <a:gd name="T57" fmla="*/ 2147483647 h 1020"/>
                  <a:gd name="T58" fmla="*/ 2147483647 w 1134"/>
                  <a:gd name="T59" fmla="*/ 2147483647 h 1020"/>
                  <a:gd name="T60" fmla="*/ 2147483647 w 1134"/>
                  <a:gd name="T61" fmla="*/ 2147483647 h 1020"/>
                  <a:gd name="T62" fmla="*/ 0 w 1134"/>
                  <a:gd name="T63" fmla="*/ 2147483647 h 1020"/>
                  <a:gd name="T64" fmla="*/ 2147483647 w 1134"/>
                  <a:gd name="T65" fmla="*/ 2147483647 h 1020"/>
                  <a:gd name="T66" fmla="*/ 2147483647 w 1134"/>
                  <a:gd name="T67" fmla="*/ 2147483647 h 1020"/>
                  <a:gd name="T68" fmla="*/ 2147483647 w 1134"/>
                  <a:gd name="T69" fmla="*/ 2147483647 h 1020"/>
                  <a:gd name="T70" fmla="*/ 2147483647 w 1134"/>
                  <a:gd name="T71" fmla="*/ 2147483647 h 1020"/>
                  <a:gd name="T72" fmla="*/ 2147483647 w 1134"/>
                  <a:gd name="T73" fmla="*/ 2147483647 h 1020"/>
                  <a:gd name="T74" fmla="*/ 2147483647 w 1134"/>
                  <a:gd name="T75" fmla="*/ 2147483647 h 1020"/>
                  <a:gd name="T76" fmla="*/ 2147483647 w 1134"/>
                  <a:gd name="T77" fmla="*/ 2147483647 h 1020"/>
                  <a:gd name="T78" fmla="*/ 2147483647 w 1134"/>
                  <a:gd name="T79" fmla="*/ 2147483647 h 1020"/>
                  <a:gd name="T80" fmla="*/ 2147483647 w 1134"/>
                  <a:gd name="T81" fmla="*/ 2147483647 h 1020"/>
                  <a:gd name="T82" fmla="*/ 2147483647 w 1134"/>
                  <a:gd name="T83" fmla="*/ 2147483647 h 1020"/>
                  <a:gd name="T84" fmla="*/ 2147483647 w 1134"/>
                  <a:gd name="T85" fmla="*/ 2147483647 h 1020"/>
                  <a:gd name="T86" fmla="*/ 2147483647 w 1134"/>
                  <a:gd name="T87" fmla="*/ 2147483647 h 1020"/>
                  <a:gd name="T88" fmla="*/ 2147483647 w 1134"/>
                  <a:gd name="T89" fmla="*/ 2147483647 h 1020"/>
                  <a:gd name="T90" fmla="*/ 2147483647 w 1134"/>
                  <a:gd name="T91" fmla="*/ 2147483647 h 1020"/>
                  <a:gd name="T92" fmla="*/ 2147483647 w 1134"/>
                  <a:gd name="T93" fmla="*/ 2147483647 h 1020"/>
                  <a:gd name="T94" fmla="*/ 2147483647 w 1134"/>
                  <a:gd name="T95" fmla="*/ 2147483647 h 1020"/>
                  <a:gd name="T96" fmla="*/ 2147483647 w 1134"/>
                  <a:gd name="T97" fmla="*/ 2147483647 h 1020"/>
                  <a:gd name="T98" fmla="*/ 2147483647 w 1134"/>
                  <a:gd name="T99" fmla="*/ 2147483647 h 1020"/>
                  <a:gd name="T100" fmla="*/ 2147483647 w 1134"/>
                  <a:gd name="T101" fmla="*/ 2147483647 h 1020"/>
                  <a:gd name="T102" fmla="*/ 2147483647 w 1134"/>
                  <a:gd name="T103" fmla="*/ 2147483647 h 1020"/>
                  <a:gd name="T104" fmla="*/ 2147483647 w 1134"/>
                  <a:gd name="T105" fmla="*/ 2147483647 h 1020"/>
                  <a:gd name="T106" fmla="*/ 2147483647 w 1134"/>
                  <a:gd name="T107" fmla="*/ 2147483647 h 1020"/>
                  <a:gd name="T108" fmla="*/ 2147483647 w 1134"/>
                  <a:gd name="T109" fmla="*/ 2147483647 h 1020"/>
                  <a:gd name="T110" fmla="*/ 2147483647 w 1134"/>
                  <a:gd name="T111" fmla="*/ 2147483647 h 1020"/>
                  <a:gd name="T112" fmla="*/ 2147483647 w 1134"/>
                  <a:gd name="T113" fmla="*/ 2147483647 h 1020"/>
                  <a:gd name="T114" fmla="*/ 2147483647 w 1134"/>
                  <a:gd name="T115" fmla="*/ 2147483647 h 1020"/>
                  <a:gd name="T116" fmla="*/ 2147483647 w 1134"/>
                  <a:gd name="T117" fmla="*/ 2147483647 h 1020"/>
                  <a:gd name="T118" fmla="*/ 2147483647 w 1134"/>
                  <a:gd name="T119" fmla="*/ 2147483647 h 1020"/>
                  <a:gd name="T120" fmla="*/ 2147483647 w 1134"/>
                  <a:gd name="T121" fmla="*/ 2147483647 h 1020"/>
                  <a:gd name="T122" fmla="*/ 2147483647 w 1134"/>
                  <a:gd name="T123" fmla="*/ 2147483647 h 1020"/>
                  <a:gd name="T124" fmla="*/ 2147483647 w 1134"/>
                  <a:gd name="T125" fmla="*/ 2147483647 h 102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134"/>
                  <a:gd name="T190" fmla="*/ 0 h 1020"/>
                  <a:gd name="T191" fmla="*/ 1134 w 1134"/>
                  <a:gd name="T192" fmla="*/ 1020 h 1020"/>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134" h="1020">
                    <a:moveTo>
                      <a:pt x="1116" y="372"/>
                    </a:moveTo>
                    <a:lnTo>
                      <a:pt x="1098" y="372"/>
                    </a:lnTo>
                    <a:lnTo>
                      <a:pt x="1092" y="378"/>
                    </a:lnTo>
                    <a:lnTo>
                      <a:pt x="1086" y="378"/>
                    </a:lnTo>
                    <a:lnTo>
                      <a:pt x="1074" y="420"/>
                    </a:lnTo>
                    <a:lnTo>
                      <a:pt x="1062" y="420"/>
                    </a:lnTo>
                    <a:lnTo>
                      <a:pt x="1050" y="414"/>
                    </a:lnTo>
                    <a:lnTo>
                      <a:pt x="1032" y="414"/>
                    </a:lnTo>
                    <a:lnTo>
                      <a:pt x="1020" y="402"/>
                    </a:lnTo>
                    <a:lnTo>
                      <a:pt x="1008" y="396"/>
                    </a:lnTo>
                    <a:lnTo>
                      <a:pt x="996" y="372"/>
                    </a:lnTo>
                    <a:lnTo>
                      <a:pt x="996" y="348"/>
                    </a:lnTo>
                    <a:lnTo>
                      <a:pt x="1002" y="336"/>
                    </a:lnTo>
                    <a:lnTo>
                      <a:pt x="1014" y="324"/>
                    </a:lnTo>
                    <a:lnTo>
                      <a:pt x="1014" y="312"/>
                    </a:lnTo>
                    <a:lnTo>
                      <a:pt x="1020" y="300"/>
                    </a:lnTo>
                    <a:lnTo>
                      <a:pt x="1032" y="288"/>
                    </a:lnTo>
                    <a:lnTo>
                      <a:pt x="1038" y="288"/>
                    </a:lnTo>
                    <a:lnTo>
                      <a:pt x="1050" y="294"/>
                    </a:lnTo>
                    <a:lnTo>
                      <a:pt x="1062" y="306"/>
                    </a:lnTo>
                    <a:lnTo>
                      <a:pt x="1086" y="270"/>
                    </a:lnTo>
                    <a:lnTo>
                      <a:pt x="1086" y="180"/>
                    </a:lnTo>
                    <a:lnTo>
                      <a:pt x="1056" y="120"/>
                    </a:lnTo>
                    <a:lnTo>
                      <a:pt x="1056" y="102"/>
                    </a:lnTo>
                    <a:lnTo>
                      <a:pt x="1050" y="90"/>
                    </a:lnTo>
                    <a:lnTo>
                      <a:pt x="1050" y="72"/>
                    </a:lnTo>
                    <a:lnTo>
                      <a:pt x="1044" y="54"/>
                    </a:lnTo>
                    <a:lnTo>
                      <a:pt x="1044" y="24"/>
                    </a:lnTo>
                    <a:lnTo>
                      <a:pt x="1026" y="12"/>
                    </a:lnTo>
                    <a:lnTo>
                      <a:pt x="966" y="12"/>
                    </a:lnTo>
                    <a:lnTo>
                      <a:pt x="954" y="6"/>
                    </a:lnTo>
                    <a:lnTo>
                      <a:pt x="948" y="6"/>
                    </a:lnTo>
                    <a:lnTo>
                      <a:pt x="936" y="0"/>
                    </a:lnTo>
                    <a:lnTo>
                      <a:pt x="876" y="0"/>
                    </a:lnTo>
                    <a:lnTo>
                      <a:pt x="864" y="24"/>
                    </a:lnTo>
                    <a:lnTo>
                      <a:pt x="852" y="24"/>
                    </a:lnTo>
                    <a:lnTo>
                      <a:pt x="840" y="30"/>
                    </a:lnTo>
                    <a:lnTo>
                      <a:pt x="828" y="30"/>
                    </a:lnTo>
                    <a:lnTo>
                      <a:pt x="822" y="36"/>
                    </a:lnTo>
                    <a:lnTo>
                      <a:pt x="810" y="60"/>
                    </a:lnTo>
                    <a:lnTo>
                      <a:pt x="768" y="102"/>
                    </a:lnTo>
                    <a:lnTo>
                      <a:pt x="756" y="108"/>
                    </a:lnTo>
                    <a:lnTo>
                      <a:pt x="750" y="108"/>
                    </a:lnTo>
                    <a:lnTo>
                      <a:pt x="738" y="114"/>
                    </a:lnTo>
                    <a:lnTo>
                      <a:pt x="726" y="138"/>
                    </a:lnTo>
                    <a:lnTo>
                      <a:pt x="726" y="174"/>
                    </a:lnTo>
                    <a:lnTo>
                      <a:pt x="714" y="180"/>
                    </a:lnTo>
                    <a:lnTo>
                      <a:pt x="708" y="192"/>
                    </a:lnTo>
                    <a:lnTo>
                      <a:pt x="702" y="198"/>
                    </a:lnTo>
                    <a:lnTo>
                      <a:pt x="690" y="204"/>
                    </a:lnTo>
                    <a:lnTo>
                      <a:pt x="672" y="210"/>
                    </a:lnTo>
                    <a:lnTo>
                      <a:pt x="654" y="228"/>
                    </a:lnTo>
                    <a:lnTo>
                      <a:pt x="654" y="240"/>
                    </a:lnTo>
                    <a:lnTo>
                      <a:pt x="648" y="252"/>
                    </a:lnTo>
                    <a:lnTo>
                      <a:pt x="642" y="270"/>
                    </a:lnTo>
                    <a:lnTo>
                      <a:pt x="636" y="282"/>
                    </a:lnTo>
                    <a:lnTo>
                      <a:pt x="630" y="288"/>
                    </a:lnTo>
                    <a:lnTo>
                      <a:pt x="618" y="294"/>
                    </a:lnTo>
                    <a:lnTo>
                      <a:pt x="606" y="294"/>
                    </a:lnTo>
                    <a:lnTo>
                      <a:pt x="600" y="288"/>
                    </a:lnTo>
                    <a:lnTo>
                      <a:pt x="594" y="294"/>
                    </a:lnTo>
                    <a:lnTo>
                      <a:pt x="582" y="300"/>
                    </a:lnTo>
                    <a:lnTo>
                      <a:pt x="570" y="300"/>
                    </a:lnTo>
                    <a:lnTo>
                      <a:pt x="564" y="294"/>
                    </a:lnTo>
                    <a:lnTo>
                      <a:pt x="552" y="288"/>
                    </a:lnTo>
                    <a:lnTo>
                      <a:pt x="546" y="282"/>
                    </a:lnTo>
                    <a:lnTo>
                      <a:pt x="516" y="282"/>
                    </a:lnTo>
                    <a:lnTo>
                      <a:pt x="504" y="270"/>
                    </a:lnTo>
                    <a:lnTo>
                      <a:pt x="492" y="264"/>
                    </a:lnTo>
                    <a:lnTo>
                      <a:pt x="486" y="258"/>
                    </a:lnTo>
                    <a:lnTo>
                      <a:pt x="474" y="252"/>
                    </a:lnTo>
                    <a:lnTo>
                      <a:pt x="462" y="252"/>
                    </a:lnTo>
                    <a:lnTo>
                      <a:pt x="450" y="258"/>
                    </a:lnTo>
                    <a:lnTo>
                      <a:pt x="444" y="264"/>
                    </a:lnTo>
                    <a:lnTo>
                      <a:pt x="438" y="276"/>
                    </a:lnTo>
                    <a:lnTo>
                      <a:pt x="438" y="288"/>
                    </a:lnTo>
                    <a:lnTo>
                      <a:pt x="432" y="300"/>
                    </a:lnTo>
                    <a:lnTo>
                      <a:pt x="432" y="324"/>
                    </a:lnTo>
                    <a:lnTo>
                      <a:pt x="420" y="324"/>
                    </a:lnTo>
                    <a:lnTo>
                      <a:pt x="414" y="330"/>
                    </a:lnTo>
                    <a:lnTo>
                      <a:pt x="408" y="330"/>
                    </a:lnTo>
                    <a:lnTo>
                      <a:pt x="402" y="336"/>
                    </a:lnTo>
                    <a:lnTo>
                      <a:pt x="396" y="348"/>
                    </a:lnTo>
                    <a:lnTo>
                      <a:pt x="390" y="354"/>
                    </a:lnTo>
                    <a:lnTo>
                      <a:pt x="390" y="360"/>
                    </a:lnTo>
                    <a:lnTo>
                      <a:pt x="366" y="360"/>
                    </a:lnTo>
                    <a:lnTo>
                      <a:pt x="366" y="378"/>
                    </a:lnTo>
                    <a:lnTo>
                      <a:pt x="288" y="378"/>
                    </a:lnTo>
                    <a:lnTo>
                      <a:pt x="288" y="348"/>
                    </a:lnTo>
                    <a:lnTo>
                      <a:pt x="294" y="336"/>
                    </a:lnTo>
                    <a:lnTo>
                      <a:pt x="294" y="330"/>
                    </a:lnTo>
                    <a:lnTo>
                      <a:pt x="300" y="318"/>
                    </a:lnTo>
                    <a:lnTo>
                      <a:pt x="300" y="294"/>
                    </a:lnTo>
                    <a:lnTo>
                      <a:pt x="294" y="288"/>
                    </a:lnTo>
                    <a:lnTo>
                      <a:pt x="294" y="270"/>
                    </a:lnTo>
                    <a:lnTo>
                      <a:pt x="288" y="258"/>
                    </a:lnTo>
                    <a:lnTo>
                      <a:pt x="282" y="240"/>
                    </a:lnTo>
                    <a:lnTo>
                      <a:pt x="276" y="234"/>
                    </a:lnTo>
                    <a:lnTo>
                      <a:pt x="264" y="228"/>
                    </a:lnTo>
                    <a:lnTo>
                      <a:pt x="258" y="222"/>
                    </a:lnTo>
                    <a:lnTo>
                      <a:pt x="246" y="216"/>
                    </a:lnTo>
                    <a:lnTo>
                      <a:pt x="240" y="510"/>
                    </a:lnTo>
                    <a:lnTo>
                      <a:pt x="222" y="510"/>
                    </a:lnTo>
                    <a:lnTo>
                      <a:pt x="210" y="516"/>
                    </a:lnTo>
                    <a:lnTo>
                      <a:pt x="204" y="522"/>
                    </a:lnTo>
                    <a:lnTo>
                      <a:pt x="204" y="528"/>
                    </a:lnTo>
                    <a:lnTo>
                      <a:pt x="192" y="528"/>
                    </a:lnTo>
                    <a:lnTo>
                      <a:pt x="192" y="552"/>
                    </a:lnTo>
                    <a:lnTo>
                      <a:pt x="168" y="552"/>
                    </a:lnTo>
                    <a:lnTo>
                      <a:pt x="156" y="540"/>
                    </a:lnTo>
                    <a:lnTo>
                      <a:pt x="144" y="540"/>
                    </a:lnTo>
                    <a:lnTo>
                      <a:pt x="132" y="552"/>
                    </a:lnTo>
                    <a:lnTo>
                      <a:pt x="108" y="552"/>
                    </a:lnTo>
                    <a:lnTo>
                      <a:pt x="102" y="546"/>
                    </a:lnTo>
                    <a:lnTo>
                      <a:pt x="102" y="540"/>
                    </a:lnTo>
                    <a:lnTo>
                      <a:pt x="96" y="534"/>
                    </a:lnTo>
                    <a:lnTo>
                      <a:pt x="72" y="534"/>
                    </a:lnTo>
                    <a:lnTo>
                      <a:pt x="66" y="528"/>
                    </a:lnTo>
                    <a:lnTo>
                      <a:pt x="60" y="516"/>
                    </a:lnTo>
                    <a:lnTo>
                      <a:pt x="60" y="492"/>
                    </a:lnTo>
                    <a:lnTo>
                      <a:pt x="42" y="474"/>
                    </a:lnTo>
                    <a:lnTo>
                      <a:pt x="36" y="474"/>
                    </a:lnTo>
                    <a:lnTo>
                      <a:pt x="30" y="480"/>
                    </a:lnTo>
                    <a:lnTo>
                      <a:pt x="30" y="486"/>
                    </a:lnTo>
                    <a:lnTo>
                      <a:pt x="24" y="498"/>
                    </a:lnTo>
                    <a:lnTo>
                      <a:pt x="18" y="504"/>
                    </a:lnTo>
                    <a:lnTo>
                      <a:pt x="18" y="510"/>
                    </a:lnTo>
                    <a:lnTo>
                      <a:pt x="0" y="522"/>
                    </a:lnTo>
                    <a:lnTo>
                      <a:pt x="0" y="516"/>
                    </a:lnTo>
                    <a:lnTo>
                      <a:pt x="0" y="528"/>
                    </a:lnTo>
                    <a:lnTo>
                      <a:pt x="6" y="540"/>
                    </a:lnTo>
                    <a:lnTo>
                      <a:pt x="6" y="552"/>
                    </a:lnTo>
                    <a:lnTo>
                      <a:pt x="36" y="582"/>
                    </a:lnTo>
                    <a:lnTo>
                      <a:pt x="42" y="600"/>
                    </a:lnTo>
                    <a:lnTo>
                      <a:pt x="42" y="648"/>
                    </a:lnTo>
                    <a:lnTo>
                      <a:pt x="48" y="672"/>
                    </a:lnTo>
                    <a:lnTo>
                      <a:pt x="54" y="690"/>
                    </a:lnTo>
                    <a:lnTo>
                      <a:pt x="72" y="714"/>
                    </a:lnTo>
                    <a:lnTo>
                      <a:pt x="96" y="738"/>
                    </a:lnTo>
                    <a:lnTo>
                      <a:pt x="114" y="762"/>
                    </a:lnTo>
                    <a:lnTo>
                      <a:pt x="120" y="786"/>
                    </a:lnTo>
                    <a:lnTo>
                      <a:pt x="120" y="834"/>
                    </a:lnTo>
                    <a:lnTo>
                      <a:pt x="114" y="846"/>
                    </a:lnTo>
                    <a:lnTo>
                      <a:pt x="114" y="852"/>
                    </a:lnTo>
                    <a:lnTo>
                      <a:pt x="90" y="852"/>
                    </a:lnTo>
                    <a:lnTo>
                      <a:pt x="90" y="876"/>
                    </a:lnTo>
                    <a:lnTo>
                      <a:pt x="96" y="888"/>
                    </a:lnTo>
                    <a:lnTo>
                      <a:pt x="108" y="906"/>
                    </a:lnTo>
                    <a:lnTo>
                      <a:pt x="114" y="918"/>
                    </a:lnTo>
                    <a:lnTo>
                      <a:pt x="114" y="960"/>
                    </a:lnTo>
                    <a:lnTo>
                      <a:pt x="120" y="972"/>
                    </a:lnTo>
                    <a:lnTo>
                      <a:pt x="120" y="978"/>
                    </a:lnTo>
                    <a:lnTo>
                      <a:pt x="126" y="978"/>
                    </a:lnTo>
                    <a:lnTo>
                      <a:pt x="126" y="972"/>
                    </a:lnTo>
                    <a:lnTo>
                      <a:pt x="132" y="966"/>
                    </a:lnTo>
                    <a:lnTo>
                      <a:pt x="144" y="966"/>
                    </a:lnTo>
                    <a:lnTo>
                      <a:pt x="150" y="972"/>
                    </a:lnTo>
                    <a:lnTo>
                      <a:pt x="180" y="984"/>
                    </a:lnTo>
                    <a:lnTo>
                      <a:pt x="180" y="996"/>
                    </a:lnTo>
                    <a:lnTo>
                      <a:pt x="204" y="1020"/>
                    </a:lnTo>
                    <a:lnTo>
                      <a:pt x="216" y="1020"/>
                    </a:lnTo>
                    <a:lnTo>
                      <a:pt x="240" y="1008"/>
                    </a:lnTo>
                    <a:lnTo>
                      <a:pt x="246" y="996"/>
                    </a:lnTo>
                    <a:lnTo>
                      <a:pt x="252" y="990"/>
                    </a:lnTo>
                    <a:lnTo>
                      <a:pt x="264" y="984"/>
                    </a:lnTo>
                    <a:lnTo>
                      <a:pt x="294" y="984"/>
                    </a:lnTo>
                    <a:lnTo>
                      <a:pt x="306" y="990"/>
                    </a:lnTo>
                    <a:lnTo>
                      <a:pt x="354" y="990"/>
                    </a:lnTo>
                    <a:lnTo>
                      <a:pt x="354" y="984"/>
                    </a:lnTo>
                    <a:lnTo>
                      <a:pt x="360" y="978"/>
                    </a:lnTo>
                    <a:lnTo>
                      <a:pt x="360" y="966"/>
                    </a:lnTo>
                    <a:lnTo>
                      <a:pt x="366" y="960"/>
                    </a:lnTo>
                    <a:lnTo>
                      <a:pt x="378" y="954"/>
                    </a:lnTo>
                    <a:lnTo>
                      <a:pt x="408" y="954"/>
                    </a:lnTo>
                    <a:lnTo>
                      <a:pt x="420" y="960"/>
                    </a:lnTo>
                    <a:lnTo>
                      <a:pt x="432" y="960"/>
                    </a:lnTo>
                    <a:lnTo>
                      <a:pt x="438" y="966"/>
                    </a:lnTo>
                    <a:lnTo>
                      <a:pt x="444" y="960"/>
                    </a:lnTo>
                    <a:lnTo>
                      <a:pt x="456" y="960"/>
                    </a:lnTo>
                    <a:lnTo>
                      <a:pt x="468" y="954"/>
                    </a:lnTo>
                    <a:lnTo>
                      <a:pt x="504" y="954"/>
                    </a:lnTo>
                    <a:lnTo>
                      <a:pt x="522" y="960"/>
                    </a:lnTo>
                    <a:lnTo>
                      <a:pt x="534" y="966"/>
                    </a:lnTo>
                    <a:lnTo>
                      <a:pt x="552" y="966"/>
                    </a:lnTo>
                    <a:lnTo>
                      <a:pt x="558" y="960"/>
                    </a:lnTo>
                    <a:lnTo>
                      <a:pt x="570" y="954"/>
                    </a:lnTo>
                    <a:lnTo>
                      <a:pt x="606" y="954"/>
                    </a:lnTo>
                    <a:lnTo>
                      <a:pt x="618" y="948"/>
                    </a:lnTo>
                    <a:lnTo>
                      <a:pt x="624" y="942"/>
                    </a:lnTo>
                    <a:lnTo>
                      <a:pt x="636" y="936"/>
                    </a:lnTo>
                    <a:lnTo>
                      <a:pt x="684" y="936"/>
                    </a:lnTo>
                    <a:lnTo>
                      <a:pt x="708" y="924"/>
                    </a:lnTo>
                    <a:lnTo>
                      <a:pt x="720" y="912"/>
                    </a:lnTo>
                    <a:lnTo>
                      <a:pt x="738" y="900"/>
                    </a:lnTo>
                    <a:lnTo>
                      <a:pt x="774" y="864"/>
                    </a:lnTo>
                    <a:lnTo>
                      <a:pt x="786" y="858"/>
                    </a:lnTo>
                    <a:lnTo>
                      <a:pt x="804" y="846"/>
                    </a:lnTo>
                    <a:lnTo>
                      <a:pt x="900" y="750"/>
                    </a:lnTo>
                    <a:lnTo>
                      <a:pt x="918" y="750"/>
                    </a:lnTo>
                    <a:lnTo>
                      <a:pt x="924" y="744"/>
                    </a:lnTo>
                    <a:lnTo>
                      <a:pt x="960" y="696"/>
                    </a:lnTo>
                    <a:lnTo>
                      <a:pt x="972" y="672"/>
                    </a:lnTo>
                    <a:lnTo>
                      <a:pt x="984" y="654"/>
                    </a:lnTo>
                    <a:lnTo>
                      <a:pt x="990" y="642"/>
                    </a:lnTo>
                    <a:lnTo>
                      <a:pt x="1002" y="606"/>
                    </a:lnTo>
                    <a:lnTo>
                      <a:pt x="1014" y="588"/>
                    </a:lnTo>
                    <a:lnTo>
                      <a:pt x="1020" y="576"/>
                    </a:lnTo>
                    <a:lnTo>
                      <a:pt x="1026" y="570"/>
                    </a:lnTo>
                    <a:lnTo>
                      <a:pt x="1038" y="564"/>
                    </a:lnTo>
                    <a:lnTo>
                      <a:pt x="1050" y="552"/>
                    </a:lnTo>
                    <a:lnTo>
                      <a:pt x="1068" y="546"/>
                    </a:lnTo>
                    <a:lnTo>
                      <a:pt x="1086" y="534"/>
                    </a:lnTo>
                    <a:lnTo>
                      <a:pt x="1098" y="510"/>
                    </a:lnTo>
                    <a:lnTo>
                      <a:pt x="1098" y="498"/>
                    </a:lnTo>
                    <a:lnTo>
                      <a:pt x="1104" y="486"/>
                    </a:lnTo>
                    <a:lnTo>
                      <a:pt x="1110" y="468"/>
                    </a:lnTo>
                    <a:lnTo>
                      <a:pt x="1116" y="456"/>
                    </a:lnTo>
                    <a:lnTo>
                      <a:pt x="1122" y="450"/>
                    </a:lnTo>
                    <a:lnTo>
                      <a:pt x="1122" y="438"/>
                    </a:lnTo>
                    <a:lnTo>
                      <a:pt x="1128" y="432"/>
                    </a:lnTo>
                    <a:lnTo>
                      <a:pt x="1128" y="414"/>
                    </a:lnTo>
                    <a:lnTo>
                      <a:pt x="1134" y="396"/>
                    </a:lnTo>
                    <a:lnTo>
                      <a:pt x="1128" y="384"/>
                    </a:lnTo>
                    <a:lnTo>
                      <a:pt x="1116" y="372"/>
                    </a:lnTo>
                    <a:close/>
                    <a:moveTo>
                      <a:pt x="870" y="624"/>
                    </a:moveTo>
                    <a:lnTo>
                      <a:pt x="858" y="630"/>
                    </a:lnTo>
                    <a:lnTo>
                      <a:pt x="852" y="636"/>
                    </a:lnTo>
                    <a:lnTo>
                      <a:pt x="840" y="642"/>
                    </a:lnTo>
                    <a:lnTo>
                      <a:pt x="822" y="642"/>
                    </a:lnTo>
                    <a:lnTo>
                      <a:pt x="810" y="648"/>
                    </a:lnTo>
                    <a:lnTo>
                      <a:pt x="804" y="654"/>
                    </a:lnTo>
                    <a:lnTo>
                      <a:pt x="798" y="666"/>
                    </a:lnTo>
                    <a:lnTo>
                      <a:pt x="792" y="672"/>
                    </a:lnTo>
                    <a:lnTo>
                      <a:pt x="792" y="684"/>
                    </a:lnTo>
                    <a:lnTo>
                      <a:pt x="774" y="684"/>
                    </a:lnTo>
                    <a:lnTo>
                      <a:pt x="744" y="654"/>
                    </a:lnTo>
                    <a:lnTo>
                      <a:pt x="744" y="636"/>
                    </a:lnTo>
                    <a:lnTo>
                      <a:pt x="720" y="600"/>
                    </a:lnTo>
                    <a:lnTo>
                      <a:pt x="744" y="600"/>
                    </a:lnTo>
                    <a:lnTo>
                      <a:pt x="750" y="582"/>
                    </a:lnTo>
                    <a:lnTo>
                      <a:pt x="768" y="564"/>
                    </a:lnTo>
                    <a:lnTo>
                      <a:pt x="768" y="546"/>
                    </a:lnTo>
                    <a:lnTo>
                      <a:pt x="774" y="540"/>
                    </a:lnTo>
                    <a:lnTo>
                      <a:pt x="798" y="540"/>
                    </a:lnTo>
                    <a:lnTo>
                      <a:pt x="798" y="528"/>
                    </a:lnTo>
                    <a:lnTo>
                      <a:pt x="810" y="522"/>
                    </a:lnTo>
                    <a:lnTo>
                      <a:pt x="846" y="522"/>
                    </a:lnTo>
                    <a:lnTo>
                      <a:pt x="852" y="528"/>
                    </a:lnTo>
                    <a:lnTo>
                      <a:pt x="858" y="540"/>
                    </a:lnTo>
                    <a:lnTo>
                      <a:pt x="864" y="546"/>
                    </a:lnTo>
                    <a:lnTo>
                      <a:pt x="870" y="558"/>
                    </a:lnTo>
                    <a:lnTo>
                      <a:pt x="882" y="564"/>
                    </a:lnTo>
                    <a:lnTo>
                      <a:pt x="888" y="588"/>
                    </a:lnTo>
                    <a:lnTo>
                      <a:pt x="864" y="606"/>
                    </a:lnTo>
                    <a:lnTo>
                      <a:pt x="870" y="624"/>
                    </a:lnTo>
                    <a:close/>
                  </a:path>
                </a:pathLst>
              </a:custGeom>
              <a:solidFill>
                <a:schemeClr val="accent1"/>
              </a:solidFill>
              <a:ln w="3175" algn="ctr">
                <a:solidFill>
                  <a:schemeClr val="accent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43" name="Pakistan" descr="© INSCALE GmbH, 05.05.2010&#10;http://www.presentationload.com/">
                <a:extLst>
                  <a:ext uri="{FF2B5EF4-FFF2-40B4-BE49-F238E27FC236}">
                    <a16:creationId xmlns:a16="http://schemas.microsoft.com/office/drawing/2014/main" id="{60FD02D2-6715-4253-85D8-00770E7C84EA}"/>
                  </a:ext>
                </a:extLst>
              </p:cNvPr>
              <p:cNvSpPr>
                <a:spLocks/>
              </p:cNvSpPr>
              <p:nvPr/>
            </p:nvSpPr>
            <p:spPr bwMode="gray">
              <a:xfrm>
                <a:off x="3719" y="1812"/>
                <a:ext cx="267" cy="268"/>
              </a:xfrm>
              <a:custGeom>
                <a:avLst/>
                <a:gdLst>
                  <a:gd name="T0" fmla="*/ 2147483647 w 1050"/>
                  <a:gd name="T1" fmla="*/ 2147483647 h 1056"/>
                  <a:gd name="T2" fmla="*/ 2147483647 w 1050"/>
                  <a:gd name="T3" fmla="*/ 2147483647 h 1056"/>
                  <a:gd name="T4" fmla="*/ 2147483647 w 1050"/>
                  <a:gd name="T5" fmla="*/ 2147483647 h 1056"/>
                  <a:gd name="T6" fmla="*/ 2147483647 w 1050"/>
                  <a:gd name="T7" fmla="*/ 2147483647 h 1056"/>
                  <a:gd name="T8" fmla="*/ 2147483647 w 1050"/>
                  <a:gd name="T9" fmla="*/ 2147483647 h 1056"/>
                  <a:gd name="T10" fmla="*/ 2147483647 w 1050"/>
                  <a:gd name="T11" fmla="*/ 2147483647 h 1056"/>
                  <a:gd name="T12" fmla="*/ 2147483647 w 1050"/>
                  <a:gd name="T13" fmla="*/ 2147483647 h 1056"/>
                  <a:gd name="T14" fmla="*/ 2147483647 w 1050"/>
                  <a:gd name="T15" fmla="*/ 2147483647 h 1056"/>
                  <a:gd name="T16" fmla="*/ 2147483647 w 1050"/>
                  <a:gd name="T17" fmla="*/ 2147483647 h 1056"/>
                  <a:gd name="T18" fmla="*/ 2147483647 w 1050"/>
                  <a:gd name="T19" fmla="*/ 2147483647 h 1056"/>
                  <a:gd name="T20" fmla="*/ 2147483647 w 1050"/>
                  <a:gd name="T21" fmla="*/ 2147483647 h 1056"/>
                  <a:gd name="T22" fmla="*/ 2147483647 w 1050"/>
                  <a:gd name="T23" fmla="*/ 2147483647 h 1056"/>
                  <a:gd name="T24" fmla="*/ 2147483647 w 1050"/>
                  <a:gd name="T25" fmla="*/ 2147483647 h 1056"/>
                  <a:gd name="T26" fmla="*/ 2147483647 w 1050"/>
                  <a:gd name="T27" fmla="*/ 2147483647 h 1056"/>
                  <a:gd name="T28" fmla="*/ 2147483647 w 1050"/>
                  <a:gd name="T29" fmla="*/ 2147483647 h 1056"/>
                  <a:gd name="T30" fmla="*/ 2147483647 w 1050"/>
                  <a:gd name="T31" fmla="*/ 2147483647 h 1056"/>
                  <a:gd name="T32" fmla="*/ 2147483647 w 1050"/>
                  <a:gd name="T33" fmla="*/ 2147483647 h 1056"/>
                  <a:gd name="T34" fmla="*/ 2147483647 w 1050"/>
                  <a:gd name="T35" fmla="*/ 2147483647 h 1056"/>
                  <a:gd name="T36" fmla="*/ 2147483647 w 1050"/>
                  <a:gd name="T37" fmla="*/ 2147483647 h 1056"/>
                  <a:gd name="T38" fmla="*/ 2147483647 w 1050"/>
                  <a:gd name="T39" fmla="*/ 2147483647 h 1056"/>
                  <a:gd name="T40" fmla="*/ 2147483647 w 1050"/>
                  <a:gd name="T41" fmla="*/ 2147483647 h 1056"/>
                  <a:gd name="T42" fmla="*/ 2147483647 w 1050"/>
                  <a:gd name="T43" fmla="*/ 2147483647 h 1056"/>
                  <a:gd name="T44" fmla="*/ 0 w 1050"/>
                  <a:gd name="T45" fmla="*/ 2147483647 h 1056"/>
                  <a:gd name="T46" fmla="*/ 2147483647 w 1050"/>
                  <a:gd name="T47" fmla="*/ 2147483647 h 1056"/>
                  <a:gd name="T48" fmla="*/ 2147483647 w 1050"/>
                  <a:gd name="T49" fmla="*/ 2147483647 h 1056"/>
                  <a:gd name="T50" fmla="*/ 2147483647 w 1050"/>
                  <a:gd name="T51" fmla="*/ 2147483647 h 1056"/>
                  <a:gd name="T52" fmla="*/ 2147483647 w 1050"/>
                  <a:gd name="T53" fmla="*/ 2147483647 h 1056"/>
                  <a:gd name="T54" fmla="*/ 2147483647 w 1050"/>
                  <a:gd name="T55" fmla="*/ 2147483647 h 1056"/>
                  <a:gd name="T56" fmla="*/ 2147483647 w 1050"/>
                  <a:gd name="T57" fmla="*/ 2147483647 h 1056"/>
                  <a:gd name="T58" fmla="*/ 2147483647 w 1050"/>
                  <a:gd name="T59" fmla="*/ 2147483647 h 1056"/>
                  <a:gd name="T60" fmla="*/ 2147483647 w 1050"/>
                  <a:gd name="T61" fmla="*/ 2147483647 h 1056"/>
                  <a:gd name="T62" fmla="*/ 2147483647 w 1050"/>
                  <a:gd name="T63" fmla="*/ 2147483647 h 1056"/>
                  <a:gd name="T64" fmla="*/ 2147483647 w 1050"/>
                  <a:gd name="T65" fmla="*/ 2147483647 h 1056"/>
                  <a:gd name="T66" fmla="*/ 2147483647 w 1050"/>
                  <a:gd name="T67" fmla="*/ 2147483647 h 1056"/>
                  <a:gd name="T68" fmla="*/ 2147483647 w 1050"/>
                  <a:gd name="T69" fmla="*/ 2147483647 h 1056"/>
                  <a:gd name="T70" fmla="*/ 2147483647 w 1050"/>
                  <a:gd name="T71" fmla="*/ 2147483647 h 1056"/>
                  <a:gd name="T72" fmla="*/ 2147483647 w 1050"/>
                  <a:gd name="T73" fmla="*/ 2147483647 h 1056"/>
                  <a:gd name="T74" fmla="*/ 2147483647 w 1050"/>
                  <a:gd name="T75" fmla="*/ 2147483647 h 1056"/>
                  <a:gd name="T76" fmla="*/ 2147483647 w 1050"/>
                  <a:gd name="T77" fmla="*/ 2147483647 h 1056"/>
                  <a:gd name="T78" fmla="*/ 2147483647 w 1050"/>
                  <a:gd name="T79" fmla="*/ 2147483647 h 1056"/>
                  <a:gd name="T80" fmla="*/ 2147483647 w 1050"/>
                  <a:gd name="T81" fmla="*/ 2147483647 h 1056"/>
                  <a:gd name="T82" fmla="*/ 2147483647 w 1050"/>
                  <a:gd name="T83" fmla="*/ 2147483647 h 1056"/>
                  <a:gd name="T84" fmla="*/ 2147483647 w 1050"/>
                  <a:gd name="T85" fmla="*/ 2147483647 h 1056"/>
                  <a:gd name="T86" fmla="*/ 2147483647 w 1050"/>
                  <a:gd name="T87" fmla="*/ 2147483647 h 1056"/>
                  <a:gd name="T88" fmla="*/ 2147483647 w 1050"/>
                  <a:gd name="T89" fmla="*/ 2147483647 h 1056"/>
                  <a:gd name="T90" fmla="*/ 2147483647 w 1050"/>
                  <a:gd name="T91" fmla="*/ 2147483647 h 1056"/>
                  <a:gd name="T92" fmla="*/ 2147483647 w 1050"/>
                  <a:gd name="T93" fmla="*/ 2147483647 h 1056"/>
                  <a:gd name="T94" fmla="*/ 2147483647 w 1050"/>
                  <a:gd name="T95" fmla="*/ 2147483647 h 1056"/>
                  <a:gd name="T96" fmla="*/ 2147483647 w 1050"/>
                  <a:gd name="T97" fmla="*/ 2147483647 h 1056"/>
                  <a:gd name="T98" fmla="*/ 2147483647 w 1050"/>
                  <a:gd name="T99" fmla="*/ 2147483647 h 1056"/>
                  <a:gd name="T100" fmla="*/ 2147483647 w 1050"/>
                  <a:gd name="T101" fmla="*/ 2147483647 h 1056"/>
                  <a:gd name="T102" fmla="*/ 2147483647 w 1050"/>
                  <a:gd name="T103" fmla="*/ 2147483647 h 1056"/>
                  <a:gd name="T104" fmla="*/ 2147483647 w 1050"/>
                  <a:gd name="T105" fmla="*/ 2147483647 h 1056"/>
                  <a:gd name="T106" fmla="*/ 2147483647 w 1050"/>
                  <a:gd name="T107" fmla="*/ 2147483647 h 1056"/>
                  <a:gd name="T108" fmla="*/ 2147483647 w 1050"/>
                  <a:gd name="T109" fmla="*/ 2147483647 h 1056"/>
                  <a:gd name="T110" fmla="*/ 2147483647 w 1050"/>
                  <a:gd name="T111" fmla="*/ 2147483647 h 1056"/>
                  <a:gd name="T112" fmla="*/ 2147483647 w 1050"/>
                  <a:gd name="T113" fmla="*/ 2147483647 h 1056"/>
                  <a:gd name="T114" fmla="*/ 2147483647 w 1050"/>
                  <a:gd name="T115" fmla="*/ 2147483647 h 1056"/>
                  <a:gd name="T116" fmla="*/ 2147483647 w 1050"/>
                  <a:gd name="T117" fmla="*/ 2147483647 h 1056"/>
                  <a:gd name="T118" fmla="*/ 2147483647 w 1050"/>
                  <a:gd name="T119" fmla="*/ 2147483647 h 1056"/>
                  <a:gd name="T120" fmla="*/ 2147483647 w 1050"/>
                  <a:gd name="T121" fmla="*/ 2147483647 h 1056"/>
                  <a:gd name="T122" fmla="*/ 2147483647 w 1050"/>
                  <a:gd name="T123" fmla="*/ 2147483647 h 105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050"/>
                  <a:gd name="T187" fmla="*/ 0 h 1056"/>
                  <a:gd name="T188" fmla="*/ 1050 w 1050"/>
                  <a:gd name="T189" fmla="*/ 1056 h 105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050" h="1056">
                    <a:moveTo>
                      <a:pt x="1008" y="120"/>
                    </a:moveTo>
                    <a:lnTo>
                      <a:pt x="996" y="120"/>
                    </a:lnTo>
                    <a:lnTo>
                      <a:pt x="984" y="114"/>
                    </a:lnTo>
                    <a:lnTo>
                      <a:pt x="978" y="102"/>
                    </a:lnTo>
                    <a:lnTo>
                      <a:pt x="972" y="96"/>
                    </a:lnTo>
                    <a:lnTo>
                      <a:pt x="972" y="90"/>
                    </a:lnTo>
                    <a:lnTo>
                      <a:pt x="960" y="96"/>
                    </a:lnTo>
                    <a:lnTo>
                      <a:pt x="924" y="84"/>
                    </a:lnTo>
                    <a:lnTo>
                      <a:pt x="924" y="60"/>
                    </a:lnTo>
                    <a:lnTo>
                      <a:pt x="912" y="36"/>
                    </a:lnTo>
                    <a:lnTo>
                      <a:pt x="900" y="24"/>
                    </a:lnTo>
                    <a:lnTo>
                      <a:pt x="888" y="18"/>
                    </a:lnTo>
                    <a:lnTo>
                      <a:pt x="876" y="18"/>
                    </a:lnTo>
                    <a:lnTo>
                      <a:pt x="870" y="6"/>
                    </a:lnTo>
                    <a:lnTo>
                      <a:pt x="822" y="6"/>
                    </a:lnTo>
                    <a:lnTo>
                      <a:pt x="810" y="0"/>
                    </a:lnTo>
                    <a:lnTo>
                      <a:pt x="804" y="6"/>
                    </a:lnTo>
                    <a:lnTo>
                      <a:pt x="792" y="6"/>
                    </a:lnTo>
                    <a:lnTo>
                      <a:pt x="786" y="12"/>
                    </a:lnTo>
                    <a:lnTo>
                      <a:pt x="774" y="12"/>
                    </a:lnTo>
                    <a:lnTo>
                      <a:pt x="762" y="6"/>
                    </a:lnTo>
                    <a:lnTo>
                      <a:pt x="738" y="6"/>
                    </a:lnTo>
                    <a:lnTo>
                      <a:pt x="732" y="12"/>
                    </a:lnTo>
                    <a:lnTo>
                      <a:pt x="690" y="12"/>
                    </a:lnTo>
                    <a:lnTo>
                      <a:pt x="684" y="18"/>
                    </a:lnTo>
                    <a:lnTo>
                      <a:pt x="678" y="18"/>
                    </a:lnTo>
                    <a:lnTo>
                      <a:pt x="654" y="30"/>
                    </a:lnTo>
                    <a:lnTo>
                      <a:pt x="648" y="36"/>
                    </a:lnTo>
                    <a:lnTo>
                      <a:pt x="624" y="48"/>
                    </a:lnTo>
                    <a:lnTo>
                      <a:pt x="618" y="54"/>
                    </a:lnTo>
                    <a:lnTo>
                      <a:pt x="612" y="66"/>
                    </a:lnTo>
                    <a:lnTo>
                      <a:pt x="606" y="72"/>
                    </a:lnTo>
                    <a:lnTo>
                      <a:pt x="606" y="78"/>
                    </a:lnTo>
                    <a:lnTo>
                      <a:pt x="636" y="108"/>
                    </a:lnTo>
                    <a:lnTo>
                      <a:pt x="636" y="138"/>
                    </a:lnTo>
                    <a:lnTo>
                      <a:pt x="642" y="144"/>
                    </a:lnTo>
                    <a:lnTo>
                      <a:pt x="648" y="156"/>
                    </a:lnTo>
                    <a:lnTo>
                      <a:pt x="648" y="162"/>
                    </a:lnTo>
                    <a:lnTo>
                      <a:pt x="624" y="186"/>
                    </a:lnTo>
                    <a:lnTo>
                      <a:pt x="618" y="198"/>
                    </a:lnTo>
                    <a:lnTo>
                      <a:pt x="618" y="210"/>
                    </a:lnTo>
                    <a:lnTo>
                      <a:pt x="624" y="216"/>
                    </a:lnTo>
                    <a:lnTo>
                      <a:pt x="624" y="246"/>
                    </a:lnTo>
                    <a:lnTo>
                      <a:pt x="606" y="246"/>
                    </a:lnTo>
                    <a:lnTo>
                      <a:pt x="600" y="252"/>
                    </a:lnTo>
                    <a:lnTo>
                      <a:pt x="594" y="252"/>
                    </a:lnTo>
                    <a:lnTo>
                      <a:pt x="576" y="246"/>
                    </a:lnTo>
                    <a:lnTo>
                      <a:pt x="570" y="240"/>
                    </a:lnTo>
                    <a:lnTo>
                      <a:pt x="552" y="240"/>
                    </a:lnTo>
                    <a:lnTo>
                      <a:pt x="552" y="252"/>
                    </a:lnTo>
                    <a:lnTo>
                      <a:pt x="564" y="264"/>
                    </a:lnTo>
                    <a:lnTo>
                      <a:pt x="576" y="270"/>
                    </a:lnTo>
                    <a:lnTo>
                      <a:pt x="576" y="276"/>
                    </a:lnTo>
                    <a:lnTo>
                      <a:pt x="582" y="282"/>
                    </a:lnTo>
                    <a:lnTo>
                      <a:pt x="582" y="288"/>
                    </a:lnTo>
                    <a:lnTo>
                      <a:pt x="594" y="294"/>
                    </a:lnTo>
                    <a:lnTo>
                      <a:pt x="600" y="294"/>
                    </a:lnTo>
                    <a:lnTo>
                      <a:pt x="570" y="312"/>
                    </a:lnTo>
                    <a:lnTo>
                      <a:pt x="552" y="312"/>
                    </a:lnTo>
                    <a:lnTo>
                      <a:pt x="546" y="318"/>
                    </a:lnTo>
                    <a:lnTo>
                      <a:pt x="546" y="354"/>
                    </a:lnTo>
                    <a:lnTo>
                      <a:pt x="540" y="354"/>
                    </a:lnTo>
                    <a:lnTo>
                      <a:pt x="534" y="360"/>
                    </a:lnTo>
                    <a:lnTo>
                      <a:pt x="534" y="378"/>
                    </a:lnTo>
                    <a:lnTo>
                      <a:pt x="540" y="390"/>
                    </a:lnTo>
                    <a:lnTo>
                      <a:pt x="540" y="402"/>
                    </a:lnTo>
                    <a:lnTo>
                      <a:pt x="546" y="408"/>
                    </a:lnTo>
                    <a:lnTo>
                      <a:pt x="546" y="414"/>
                    </a:lnTo>
                    <a:lnTo>
                      <a:pt x="540" y="420"/>
                    </a:lnTo>
                    <a:lnTo>
                      <a:pt x="534" y="432"/>
                    </a:lnTo>
                    <a:lnTo>
                      <a:pt x="522" y="438"/>
                    </a:lnTo>
                    <a:lnTo>
                      <a:pt x="510" y="438"/>
                    </a:lnTo>
                    <a:lnTo>
                      <a:pt x="504" y="432"/>
                    </a:lnTo>
                    <a:lnTo>
                      <a:pt x="504" y="420"/>
                    </a:lnTo>
                    <a:lnTo>
                      <a:pt x="474" y="420"/>
                    </a:lnTo>
                    <a:lnTo>
                      <a:pt x="462" y="426"/>
                    </a:lnTo>
                    <a:lnTo>
                      <a:pt x="456" y="432"/>
                    </a:lnTo>
                    <a:lnTo>
                      <a:pt x="444" y="438"/>
                    </a:lnTo>
                    <a:lnTo>
                      <a:pt x="438" y="438"/>
                    </a:lnTo>
                    <a:lnTo>
                      <a:pt x="432" y="444"/>
                    </a:lnTo>
                    <a:lnTo>
                      <a:pt x="432" y="450"/>
                    </a:lnTo>
                    <a:lnTo>
                      <a:pt x="438" y="450"/>
                    </a:lnTo>
                    <a:lnTo>
                      <a:pt x="444" y="456"/>
                    </a:lnTo>
                    <a:lnTo>
                      <a:pt x="444" y="462"/>
                    </a:lnTo>
                    <a:lnTo>
                      <a:pt x="438" y="468"/>
                    </a:lnTo>
                    <a:lnTo>
                      <a:pt x="396" y="468"/>
                    </a:lnTo>
                    <a:lnTo>
                      <a:pt x="396" y="456"/>
                    </a:lnTo>
                    <a:lnTo>
                      <a:pt x="378" y="456"/>
                    </a:lnTo>
                    <a:lnTo>
                      <a:pt x="372" y="468"/>
                    </a:lnTo>
                    <a:lnTo>
                      <a:pt x="360" y="474"/>
                    </a:lnTo>
                    <a:lnTo>
                      <a:pt x="354" y="486"/>
                    </a:lnTo>
                    <a:lnTo>
                      <a:pt x="354" y="504"/>
                    </a:lnTo>
                    <a:lnTo>
                      <a:pt x="360" y="516"/>
                    </a:lnTo>
                    <a:lnTo>
                      <a:pt x="360" y="534"/>
                    </a:lnTo>
                    <a:lnTo>
                      <a:pt x="366" y="540"/>
                    </a:lnTo>
                    <a:lnTo>
                      <a:pt x="366" y="570"/>
                    </a:lnTo>
                    <a:lnTo>
                      <a:pt x="360" y="576"/>
                    </a:lnTo>
                    <a:lnTo>
                      <a:pt x="354" y="576"/>
                    </a:lnTo>
                    <a:lnTo>
                      <a:pt x="306" y="600"/>
                    </a:lnTo>
                    <a:lnTo>
                      <a:pt x="276" y="600"/>
                    </a:lnTo>
                    <a:lnTo>
                      <a:pt x="258" y="606"/>
                    </a:lnTo>
                    <a:lnTo>
                      <a:pt x="234" y="606"/>
                    </a:lnTo>
                    <a:lnTo>
                      <a:pt x="228" y="612"/>
                    </a:lnTo>
                    <a:lnTo>
                      <a:pt x="204" y="612"/>
                    </a:lnTo>
                    <a:lnTo>
                      <a:pt x="204" y="606"/>
                    </a:lnTo>
                    <a:lnTo>
                      <a:pt x="150" y="606"/>
                    </a:lnTo>
                    <a:lnTo>
                      <a:pt x="144" y="612"/>
                    </a:lnTo>
                    <a:lnTo>
                      <a:pt x="138" y="612"/>
                    </a:lnTo>
                    <a:lnTo>
                      <a:pt x="120" y="618"/>
                    </a:lnTo>
                    <a:lnTo>
                      <a:pt x="102" y="618"/>
                    </a:lnTo>
                    <a:lnTo>
                      <a:pt x="78" y="606"/>
                    </a:lnTo>
                    <a:lnTo>
                      <a:pt x="60" y="600"/>
                    </a:lnTo>
                    <a:lnTo>
                      <a:pt x="42" y="588"/>
                    </a:lnTo>
                    <a:lnTo>
                      <a:pt x="30" y="582"/>
                    </a:lnTo>
                    <a:lnTo>
                      <a:pt x="0" y="582"/>
                    </a:lnTo>
                    <a:lnTo>
                      <a:pt x="24" y="606"/>
                    </a:lnTo>
                    <a:lnTo>
                      <a:pt x="30" y="618"/>
                    </a:lnTo>
                    <a:lnTo>
                      <a:pt x="36" y="624"/>
                    </a:lnTo>
                    <a:lnTo>
                      <a:pt x="48" y="642"/>
                    </a:lnTo>
                    <a:lnTo>
                      <a:pt x="60" y="654"/>
                    </a:lnTo>
                    <a:lnTo>
                      <a:pt x="66" y="672"/>
                    </a:lnTo>
                    <a:lnTo>
                      <a:pt x="78" y="690"/>
                    </a:lnTo>
                    <a:lnTo>
                      <a:pt x="84" y="696"/>
                    </a:lnTo>
                    <a:lnTo>
                      <a:pt x="102" y="696"/>
                    </a:lnTo>
                    <a:lnTo>
                      <a:pt x="114" y="690"/>
                    </a:lnTo>
                    <a:lnTo>
                      <a:pt x="126" y="708"/>
                    </a:lnTo>
                    <a:lnTo>
                      <a:pt x="150" y="708"/>
                    </a:lnTo>
                    <a:lnTo>
                      <a:pt x="144" y="738"/>
                    </a:lnTo>
                    <a:lnTo>
                      <a:pt x="150" y="738"/>
                    </a:lnTo>
                    <a:lnTo>
                      <a:pt x="150" y="762"/>
                    </a:lnTo>
                    <a:lnTo>
                      <a:pt x="156" y="774"/>
                    </a:lnTo>
                    <a:lnTo>
                      <a:pt x="156" y="786"/>
                    </a:lnTo>
                    <a:lnTo>
                      <a:pt x="174" y="786"/>
                    </a:lnTo>
                    <a:lnTo>
                      <a:pt x="180" y="792"/>
                    </a:lnTo>
                    <a:lnTo>
                      <a:pt x="186" y="804"/>
                    </a:lnTo>
                    <a:lnTo>
                      <a:pt x="192" y="822"/>
                    </a:lnTo>
                    <a:lnTo>
                      <a:pt x="192" y="834"/>
                    </a:lnTo>
                    <a:lnTo>
                      <a:pt x="186" y="840"/>
                    </a:lnTo>
                    <a:lnTo>
                      <a:pt x="180" y="840"/>
                    </a:lnTo>
                    <a:lnTo>
                      <a:pt x="180" y="834"/>
                    </a:lnTo>
                    <a:lnTo>
                      <a:pt x="150" y="834"/>
                    </a:lnTo>
                    <a:lnTo>
                      <a:pt x="138" y="840"/>
                    </a:lnTo>
                    <a:lnTo>
                      <a:pt x="132" y="846"/>
                    </a:lnTo>
                    <a:lnTo>
                      <a:pt x="132" y="852"/>
                    </a:lnTo>
                    <a:lnTo>
                      <a:pt x="126" y="852"/>
                    </a:lnTo>
                    <a:lnTo>
                      <a:pt x="126" y="858"/>
                    </a:lnTo>
                    <a:lnTo>
                      <a:pt x="120" y="864"/>
                    </a:lnTo>
                    <a:lnTo>
                      <a:pt x="108" y="864"/>
                    </a:lnTo>
                    <a:lnTo>
                      <a:pt x="102" y="882"/>
                    </a:lnTo>
                    <a:lnTo>
                      <a:pt x="96" y="888"/>
                    </a:lnTo>
                    <a:lnTo>
                      <a:pt x="96" y="894"/>
                    </a:lnTo>
                    <a:lnTo>
                      <a:pt x="84" y="906"/>
                    </a:lnTo>
                    <a:lnTo>
                      <a:pt x="84" y="936"/>
                    </a:lnTo>
                    <a:lnTo>
                      <a:pt x="90" y="948"/>
                    </a:lnTo>
                    <a:lnTo>
                      <a:pt x="90" y="954"/>
                    </a:lnTo>
                    <a:lnTo>
                      <a:pt x="96" y="948"/>
                    </a:lnTo>
                    <a:lnTo>
                      <a:pt x="108" y="948"/>
                    </a:lnTo>
                    <a:lnTo>
                      <a:pt x="114" y="942"/>
                    </a:lnTo>
                    <a:lnTo>
                      <a:pt x="120" y="942"/>
                    </a:lnTo>
                    <a:lnTo>
                      <a:pt x="126" y="948"/>
                    </a:lnTo>
                    <a:lnTo>
                      <a:pt x="138" y="948"/>
                    </a:lnTo>
                    <a:lnTo>
                      <a:pt x="150" y="954"/>
                    </a:lnTo>
                    <a:lnTo>
                      <a:pt x="174" y="954"/>
                    </a:lnTo>
                    <a:lnTo>
                      <a:pt x="210" y="936"/>
                    </a:lnTo>
                    <a:lnTo>
                      <a:pt x="216" y="930"/>
                    </a:lnTo>
                    <a:lnTo>
                      <a:pt x="222" y="930"/>
                    </a:lnTo>
                    <a:lnTo>
                      <a:pt x="234" y="936"/>
                    </a:lnTo>
                    <a:lnTo>
                      <a:pt x="276" y="936"/>
                    </a:lnTo>
                    <a:lnTo>
                      <a:pt x="288" y="930"/>
                    </a:lnTo>
                    <a:lnTo>
                      <a:pt x="300" y="930"/>
                    </a:lnTo>
                    <a:lnTo>
                      <a:pt x="306" y="924"/>
                    </a:lnTo>
                    <a:lnTo>
                      <a:pt x="312" y="924"/>
                    </a:lnTo>
                    <a:lnTo>
                      <a:pt x="348" y="930"/>
                    </a:lnTo>
                    <a:lnTo>
                      <a:pt x="354" y="924"/>
                    </a:lnTo>
                    <a:lnTo>
                      <a:pt x="366" y="918"/>
                    </a:lnTo>
                    <a:lnTo>
                      <a:pt x="372" y="912"/>
                    </a:lnTo>
                    <a:lnTo>
                      <a:pt x="384" y="912"/>
                    </a:lnTo>
                    <a:lnTo>
                      <a:pt x="396" y="918"/>
                    </a:lnTo>
                    <a:lnTo>
                      <a:pt x="408" y="930"/>
                    </a:lnTo>
                    <a:lnTo>
                      <a:pt x="432" y="978"/>
                    </a:lnTo>
                    <a:lnTo>
                      <a:pt x="444" y="984"/>
                    </a:lnTo>
                    <a:lnTo>
                      <a:pt x="450" y="990"/>
                    </a:lnTo>
                    <a:lnTo>
                      <a:pt x="468" y="996"/>
                    </a:lnTo>
                    <a:lnTo>
                      <a:pt x="486" y="996"/>
                    </a:lnTo>
                    <a:lnTo>
                      <a:pt x="522" y="1008"/>
                    </a:lnTo>
                    <a:lnTo>
                      <a:pt x="540" y="1044"/>
                    </a:lnTo>
                    <a:lnTo>
                      <a:pt x="552" y="1056"/>
                    </a:lnTo>
                    <a:lnTo>
                      <a:pt x="570" y="1056"/>
                    </a:lnTo>
                    <a:lnTo>
                      <a:pt x="588" y="1050"/>
                    </a:lnTo>
                    <a:lnTo>
                      <a:pt x="582" y="1044"/>
                    </a:lnTo>
                    <a:lnTo>
                      <a:pt x="582" y="1032"/>
                    </a:lnTo>
                    <a:lnTo>
                      <a:pt x="594" y="1020"/>
                    </a:lnTo>
                    <a:lnTo>
                      <a:pt x="606" y="1020"/>
                    </a:lnTo>
                    <a:lnTo>
                      <a:pt x="618" y="1026"/>
                    </a:lnTo>
                    <a:lnTo>
                      <a:pt x="624" y="1032"/>
                    </a:lnTo>
                    <a:lnTo>
                      <a:pt x="648" y="1020"/>
                    </a:lnTo>
                    <a:lnTo>
                      <a:pt x="648" y="1026"/>
                    </a:lnTo>
                    <a:lnTo>
                      <a:pt x="654" y="1032"/>
                    </a:lnTo>
                    <a:lnTo>
                      <a:pt x="678" y="1032"/>
                    </a:lnTo>
                    <a:lnTo>
                      <a:pt x="690" y="1020"/>
                    </a:lnTo>
                    <a:lnTo>
                      <a:pt x="702" y="1014"/>
                    </a:lnTo>
                    <a:lnTo>
                      <a:pt x="708" y="1014"/>
                    </a:lnTo>
                    <a:lnTo>
                      <a:pt x="708" y="1026"/>
                    </a:lnTo>
                    <a:lnTo>
                      <a:pt x="714" y="1032"/>
                    </a:lnTo>
                    <a:lnTo>
                      <a:pt x="732" y="1032"/>
                    </a:lnTo>
                    <a:lnTo>
                      <a:pt x="738" y="1026"/>
                    </a:lnTo>
                    <a:lnTo>
                      <a:pt x="750" y="1020"/>
                    </a:lnTo>
                    <a:lnTo>
                      <a:pt x="750" y="996"/>
                    </a:lnTo>
                    <a:lnTo>
                      <a:pt x="744" y="990"/>
                    </a:lnTo>
                    <a:lnTo>
                      <a:pt x="738" y="978"/>
                    </a:lnTo>
                    <a:lnTo>
                      <a:pt x="714" y="936"/>
                    </a:lnTo>
                    <a:lnTo>
                      <a:pt x="714" y="912"/>
                    </a:lnTo>
                    <a:lnTo>
                      <a:pt x="690" y="912"/>
                    </a:lnTo>
                    <a:lnTo>
                      <a:pt x="678" y="900"/>
                    </a:lnTo>
                    <a:lnTo>
                      <a:pt x="672" y="888"/>
                    </a:lnTo>
                    <a:lnTo>
                      <a:pt x="666" y="882"/>
                    </a:lnTo>
                    <a:lnTo>
                      <a:pt x="672" y="852"/>
                    </a:lnTo>
                    <a:lnTo>
                      <a:pt x="672" y="834"/>
                    </a:lnTo>
                    <a:lnTo>
                      <a:pt x="642" y="840"/>
                    </a:lnTo>
                    <a:lnTo>
                      <a:pt x="636" y="840"/>
                    </a:lnTo>
                    <a:lnTo>
                      <a:pt x="624" y="834"/>
                    </a:lnTo>
                    <a:lnTo>
                      <a:pt x="618" y="828"/>
                    </a:lnTo>
                    <a:lnTo>
                      <a:pt x="618" y="804"/>
                    </a:lnTo>
                    <a:lnTo>
                      <a:pt x="624" y="792"/>
                    </a:lnTo>
                    <a:lnTo>
                      <a:pt x="636" y="780"/>
                    </a:lnTo>
                    <a:lnTo>
                      <a:pt x="642" y="768"/>
                    </a:lnTo>
                    <a:lnTo>
                      <a:pt x="648" y="762"/>
                    </a:lnTo>
                    <a:lnTo>
                      <a:pt x="654" y="750"/>
                    </a:lnTo>
                    <a:lnTo>
                      <a:pt x="654" y="744"/>
                    </a:lnTo>
                    <a:lnTo>
                      <a:pt x="666" y="732"/>
                    </a:lnTo>
                    <a:lnTo>
                      <a:pt x="678" y="726"/>
                    </a:lnTo>
                    <a:lnTo>
                      <a:pt x="684" y="726"/>
                    </a:lnTo>
                    <a:lnTo>
                      <a:pt x="690" y="732"/>
                    </a:lnTo>
                    <a:lnTo>
                      <a:pt x="690" y="744"/>
                    </a:lnTo>
                    <a:lnTo>
                      <a:pt x="696" y="750"/>
                    </a:lnTo>
                    <a:lnTo>
                      <a:pt x="702" y="750"/>
                    </a:lnTo>
                    <a:lnTo>
                      <a:pt x="726" y="738"/>
                    </a:lnTo>
                    <a:lnTo>
                      <a:pt x="732" y="732"/>
                    </a:lnTo>
                    <a:lnTo>
                      <a:pt x="738" y="738"/>
                    </a:lnTo>
                    <a:lnTo>
                      <a:pt x="756" y="738"/>
                    </a:lnTo>
                    <a:lnTo>
                      <a:pt x="762" y="732"/>
                    </a:lnTo>
                    <a:lnTo>
                      <a:pt x="768" y="720"/>
                    </a:lnTo>
                    <a:lnTo>
                      <a:pt x="774" y="714"/>
                    </a:lnTo>
                    <a:lnTo>
                      <a:pt x="774" y="708"/>
                    </a:lnTo>
                    <a:lnTo>
                      <a:pt x="792" y="696"/>
                    </a:lnTo>
                    <a:lnTo>
                      <a:pt x="792" y="678"/>
                    </a:lnTo>
                    <a:lnTo>
                      <a:pt x="798" y="672"/>
                    </a:lnTo>
                    <a:lnTo>
                      <a:pt x="798" y="666"/>
                    </a:lnTo>
                    <a:lnTo>
                      <a:pt x="804" y="660"/>
                    </a:lnTo>
                    <a:lnTo>
                      <a:pt x="828" y="648"/>
                    </a:lnTo>
                    <a:lnTo>
                      <a:pt x="840" y="636"/>
                    </a:lnTo>
                    <a:lnTo>
                      <a:pt x="846" y="618"/>
                    </a:lnTo>
                    <a:lnTo>
                      <a:pt x="846" y="606"/>
                    </a:lnTo>
                    <a:lnTo>
                      <a:pt x="852" y="588"/>
                    </a:lnTo>
                    <a:lnTo>
                      <a:pt x="852" y="576"/>
                    </a:lnTo>
                    <a:lnTo>
                      <a:pt x="858" y="570"/>
                    </a:lnTo>
                    <a:lnTo>
                      <a:pt x="870" y="564"/>
                    </a:lnTo>
                    <a:lnTo>
                      <a:pt x="876" y="558"/>
                    </a:lnTo>
                    <a:lnTo>
                      <a:pt x="888" y="558"/>
                    </a:lnTo>
                    <a:lnTo>
                      <a:pt x="870" y="534"/>
                    </a:lnTo>
                    <a:lnTo>
                      <a:pt x="894" y="498"/>
                    </a:lnTo>
                    <a:lnTo>
                      <a:pt x="924" y="480"/>
                    </a:lnTo>
                    <a:lnTo>
                      <a:pt x="924" y="474"/>
                    </a:lnTo>
                    <a:lnTo>
                      <a:pt x="912" y="462"/>
                    </a:lnTo>
                    <a:lnTo>
                      <a:pt x="906" y="450"/>
                    </a:lnTo>
                    <a:lnTo>
                      <a:pt x="906" y="414"/>
                    </a:lnTo>
                    <a:lnTo>
                      <a:pt x="912" y="408"/>
                    </a:lnTo>
                    <a:lnTo>
                      <a:pt x="924" y="408"/>
                    </a:lnTo>
                    <a:lnTo>
                      <a:pt x="948" y="396"/>
                    </a:lnTo>
                    <a:lnTo>
                      <a:pt x="954" y="390"/>
                    </a:lnTo>
                    <a:lnTo>
                      <a:pt x="954" y="384"/>
                    </a:lnTo>
                    <a:lnTo>
                      <a:pt x="948" y="378"/>
                    </a:lnTo>
                    <a:lnTo>
                      <a:pt x="936" y="372"/>
                    </a:lnTo>
                    <a:lnTo>
                      <a:pt x="900" y="372"/>
                    </a:lnTo>
                    <a:lnTo>
                      <a:pt x="894" y="336"/>
                    </a:lnTo>
                    <a:lnTo>
                      <a:pt x="876" y="336"/>
                    </a:lnTo>
                    <a:lnTo>
                      <a:pt x="864" y="318"/>
                    </a:lnTo>
                    <a:lnTo>
                      <a:pt x="846" y="318"/>
                    </a:lnTo>
                    <a:lnTo>
                      <a:pt x="846" y="306"/>
                    </a:lnTo>
                    <a:lnTo>
                      <a:pt x="852" y="294"/>
                    </a:lnTo>
                    <a:lnTo>
                      <a:pt x="852" y="288"/>
                    </a:lnTo>
                    <a:lnTo>
                      <a:pt x="846" y="288"/>
                    </a:lnTo>
                    <a:lnTo>
                      <a:pt x="834" y="276"/>
                    </a:lnTo>
                    <a:lnTo>
                      <a:pt x="834" y="270"/>
                    </a:lnTo>
                    <a:lnTo>
                      <a:pt x="840" y="264"/>
                    </a:lnTo>
                    <a:lnTo>
                      <a:pt x="846" y="252"/>
                    </a:lnTo>
                    <a:lnTo>
                      <a:pt x="852" y="246"/>
                    </a:lnTo>
                    <a:lnTo>
                      <a:pt x="822" y="240"/>
                    </a:lnTo>
                    <a:lnTo>
                      <a:pt x="828" y="228"/>
                    </a:lnTo>
                    <a:lnTo>
                      <a:pt x="804" y="210"/>
                    </a:lnTo>
                    <a:lnTo>
                      <a:pt x="804" y="204"/>
                    </a:lnTo>
                    <a:lnTo>
                      <a:pt x="810" y="192"/>
                    </a:lnTo>
                    <a:lnTo>
                      <a:pt x="834" y="180"/>
                    </a:lnTo>
                    <a:lnTo>
                      <a:pt x="876" y="180"/>
                    </a:lnTo>
                    <a:lnTo>
                      <a:pt x="894" y="186"/>
                    </a:lnTo>
                    <a:lnTo>
                      <a:pt x="912" y="186"/>
                    </a:lnTo>
                    <a:lnTo>
                      <a:pt x="918" y="192"/>
                    </a:lnTo>
                    <a:lnTo>
                      <a:pt x="918" y="204"/>
                    </a:lnTo>
                    <a:lnTo>
                      <a:pt x="930" y="204"/>
                    </a:lnTo>
                    <a:lnTo>
                      <a:pt x="942" y="198"/>
                    </a:lnTo>
                    <a:lnTo>
                      <a:pt x="948" y="192"/>
                    </a:lnTo>
                    <a:lnTo>
                      <a:pt x="960" y="186"/>
                    </a:lnTo>
                    <a:lnTo>
                      <a:pt x="966" y="180"/>
                    </a:lnTo>
                    <a:lnTo>
                      <a:pt x="972" y="186"/>
                    </a:lnTo>
                    <a:lnTo>
                      <a:pt x="978" y="180"/>
                    </a:lnTo>
                    <a:lnTo>
                      <a:pt x="1002" y="180"/>
                    </a:lnTo>
                    <a:lnTo>
                      <a:pt x="1002" y="162"/>
                    </a:lnTo>
                    <a:lnTo>
                      <a:pt x="1026" y="156"/>
                    </a:lnTo>
                    <a:lnTo>
                      <a:pt x="1050" y="120"/>
                    </a:lnTo>
                    <a:lnTo>
                      <a:pt x="1008" y="120"/>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44" name="Iran" descr="© INSCALE GmbH, 05.05.2010&#10;http://www.presentationload.com/">
                <a:extLst>
                  <a:ext uri="{FF2B5EF4-FFF2-40B4-BE49-F238E27FC236}">
                    <a16:creationId xmlns:a16="http://schemas.microsoft.com/office/drawing/2014/main" id="{2CEFEFAD-89C7-522E-D2F3-0129E241C85F}"/>
                  </a:ext>
                </a:extLst>
              </p:cNvPr>
              <p:cNvSpPr>
                <a:spLocks/>
              </p:cNvSpPr>
              <p:nvPr/>
            </p:nvSpPr>
            <p:spPr bwMode="gray">
              <a:xfrm>
                <a:off x="3403" y="1755"/>
                <a:ext cx="365" cy="300"/>
              </a:xfrm>
              <a:custGeom>
                <a:avLst/>
                <a:gdLst>
                  <a:gd name="T0" fmla="*/ 2147483647 w 1440"/>
                  <a:gd name="T1" fmla="*/ 2147483647 h 1182"/>
                  <a:gd name="T2" fmla="*/ 2147483647 w 1440"/>
                  <a:gd name="T3" fmla="*/ 2147483647 h 1182"/>
                  <a:gd name="T4" fmla="*/ 2147483647 w 1440"/>
                  <a:gd name="T5" fmla="*/ 2147483647 h 1182"/>
                  <a:gd name="T6" fmla="*/ 2147483647 w 1440"/>
                  <a:gd name="T7" fmla="*/ 2147483647 h 1182"/>
                  <a:gd name="T8" fmla="*/ 2147483647 w 1440"/>
                  <a:gd name="T9" fmla="*/ 2147483647 h 1182"/>
                  <a:gd name="T10" fmla="*/ 2147483647 w 1440"/>
                  <a:gd name="T11" fmla="*/ 2147483647 h 1182"/>
                  <a:gd name="T12" fmla="*/ 2147483647 w 1440"/>
                  <a:gd name="T13" fmla="*/ 2147483647 h 1182"/>
                  <a:gd name="T14" fmla="*/ 2147483647 w 1440"/>
                  <a:gd name="T15" fmla="*/ 2147483647 h 1182"/>
                  <a:gd name="T16" fmla="*/ 2147483647 w 1440"/>
                  <a:gd name="T17" fmla="*/ 2147483647 h 1182"/>
                  <a:gd name="T18" fmla="*/ 2147483647 w 1440"/>
                  <a:gd name="T19" fmla="*/ 2147483647 h 1182"/>
                  <a:gd name="T20" fmla="*/ 2147483647 w 1440"/>
                  <a:gd name="T21" fmla="*/ 2147483647 h 1182"/>
                  <a:gd name="T22" fmla="*/ 2147483647 w 1440"/>
                  <a:gd name="T23" fmla="*/ 2147483647 h 1182"/>
                  <a:gd name="T24" fmla="*/ 2147483647 w 1440"/>
                  <a:gd name="T25" fmla="*/ 2147483647 h 1182"/>
                  <a:gd name="T26" fmla="*/ 2147483647 w 1440"/>
                  <a:gd name="T27" fmla="*/ 2147483647 h 1182"/>
                  <a:gd name="T28" fmla="*/ 2147483647 w 1440"/>
                  <a:gd name="T29" fmla="*/ 2147483647 h 1182"/>
                  <a:gd name="T30" fmla="*/ 2147483647 w 1440"/>
                  <a:gd name="T31" fmla="*/ 2147483647 h 1182"/>
                  <a:gd name="T32" fmla="*/ 2147483647 w 1440"/>
                  <a:gd name="T33" fmla="*/ 2147483647 h 1182"/>
                  <a:gd name="T34" fmla="*/ 2147483647 w 1440"/>
                  <a:gd name="T35" fmla="*/ 2147483647 h 1182"/>
                  <a:gd name="T36" fmla="*/ 2147483647 w 1440"/>
                  <a:gd name="T37" fmla="*/ 2147483647 h 1182"/>
                  <a:gd name="T38" fmla="*/ 2147483647 w 1440"/>
                  <a:gd name="T39" fmla="*/ 2147483647 h 1182"/>
                  <a:gd name="T40" fmla="*/ 2147483647 w 1440"/>
                  <a:gd name="T41" fmla="*/ 2147483647 h 1182"/>
                  <a:gd name="T42" fmla="*/ 2147483647 w 1440"/>
                  <a:gd name="T43" fmla="*/ 2147483647 h 1182"/>
                  <a:gd name="T44" fmla="*/ 2147483647 w 1440"/>
                  <a:gd name="T45" fmla="*/ 2147483647 h 1182"/>
                  <a:gd name="T46" fmla="*/ 2147483647 w 1440"/>
                  <a:gd name="T47" fmla="*/ 2147483647 h 1182"/>
                  <a:gd name="T48" fmla="*/ 2147483647 w 1440"/>
                  <a:gd name="T49" fmla="*/ 2147483647 h 1182"/>
                  <a:gd name="T50" fmla="*/ 2147483647 w 1440"/>
                  <a:gd name="T51" fmla="*/ 2147483647 h 1182"/>
                  <a:gd name="T52" fmla="*/ 2147483647 w 1440"/>
                  <a:gd name="T53" fmla="*/ 2147483647 h 1182"/>
                  <a:gd name="T54" fmla="*/ 2147483647 w 1440"/>
                  <a:gd name="T55" fmla="*/ 2147483647 h 1182"/>
                  <a:gd name="T56" fmla="*/ 2147483647 w 1440"/>
                  <a:gd name="T57" fmla="*/ 2147483647 h 1182"/>
                  <a:gd name="T58" fmla="*/ 2147483647 w 1440"/>
                  <a:gd name="T59" fmla="*/ 2147483647 h 1182"/>
                  <a:gd name="T60" fmla="*/ 2147483647 w 1440"/>
                  <a:gd name="T61" fmla="*/ 0 h 1182"/>
                  <a:gd name="T62" fmla="*/ 2147483647 w 1440"/>
                  <a:gd name="T63" fmla="*/ 2147483647 h 1182"/>
                  <a:gd name="T64" fmla="*/ 2147483647 w 1440"/>
                  <a:gd name="T65" fmla="*/ 2147483647 h 1182"/>
                  <a:gd name="T66" fmla="*/ 2147483647 w 1440"/>
                  <a:gd name="T67" fmla="*/ 2147483647 h 1182"/>
                  <a:gd name="T68" fmla="*/ 2147483647 w 1440"/>
                  <a:gd name="T69" fmla="*/ 2147483647 h 1182"/>
                  <a:gd name="T70" fmla="*/ 2147483647 w 1440"/>
                  <a:gd name="T71" fmla="*/ 2147483647 h 1182"/>
                  <a:gd name="T72" fmla="*/ 2147483647 w 1440"/>
                  <a:gd name="T73" fmla="*/ 2147483647 h 1182"/>
                  <a:gd name="T74" fmla="*/ 2147483647 w 1440"/>
                  <a:gd name="T75" fmla="*/ 2147483647 h 1182"/>
                  <a:gd name="T76" fmla="*/ 2147483647 w 1440"/>
                  <a:gd name="T77" fmla="*/ 2147483647 h 1182"/>
                  <a:gd name="T78" fmla="*/ 2147483647 w 1440"/>
                  <a:gd name="T79" fmla="*/ 2147483647 h 1182"/>
                  <a:gd name="T80" fmla="*/ 2147483647 w 1440"/>
                  <a:gd name="T81" fmla="*/ 2147483647 h 1182"/>
                  <a:gd name="T82" fmla="*/ 2147483647 w 1440"/>
                  <a:gd name="T83" fmla="*/ 2147483647 h 1182"/>
                  <a:gd name="T84" fmla="*/ 2147483647 w 1440"/>
                  <a:gd name="T85" fmla="*/ 2147483647 h 1182"/>
                  <a:gd name="T86" fmla="*/ 2147483647 w 1440"/>
                  <a:gd name="T87" fmla="*/ 2147483647 h 1182"/>
                  <a:gd name="T88" fmla="*/ 2147483647 w 1440"/>
                  <a:gd name="T89" fmla="*/ 2147483647 h 1182"/>
                  <a:gd name="T90" fmla="*/ 2147483647 w 1440"/>
                  <a:gd name="T91" fmla="*/ 2147483647 h 1182"/>
                  <a:gd name="T92" fmla="*/ 2147483647 w 1440"/>
                  <a:gd name="T93" fmla="*/ 2147483647 h 1182"/>
                  <a:gd name="T94" fmla="*/ 2147483647 w 1440"/>
                  <a:gd name="T95" fmla="*/ 2147483647 h 1182"/>
                  <a:gd name="T96" fmla="*/ 2147483647 w 1440"/>
                  <a:gd name="T97" fmla="*/ 2147483647 h 1182"/>
                  <a:gd name="T98" fmla="*/ 2147483647 w 1440"/>
                  <a:gd name="T99" fmla="*/ 2147483647 h 1182"/>
                  <a:gd name="T100" fmla="*/ 2147483647 w 1440"/>
                  <a:gd name="T101" fmla="*/ 2147483647 h 1182"/>
                  <a:gd name="T102" fmla="*/ 2147483647 w 1440"/>
                  <a:gd name="T103" fmla="*/ 2147483647 h 1182"/>
                  <a:gd name="T104" fmla="*/ 2147483647 w 1440"/>
                  <a:gd name="T105" fmla="*/ 2147483647 h 1182"/>
                  <a:gd name="T106" fmla="*/ 2147483647 w 1440"/>
                  <a:gd name="T107" fmla="*/ 2147483647 h 1182"/>
                  <a:gd name="T108" fmla="*/ 2147483647 w 1440"/>
                  <a:gd name="T109" fmla="*/ 2147483647 h 1182"/>
                  <a:gd name="T110" fmla="*/ 2147483647 w 1440"/>
                  <a:gd name="T111" fmla="*/ 2147483647 h 118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40"/>
                  <a:gd name="T169" fmla="*/ 0 h 1182"/>
                  <a:gd name="T170" fmla="*/ 1440 w 1440"/>
                  <a:gd name="T171" fmla="*/ 1182 h 1182"/>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40" h="1182">
                    <a:moveTo>
                      <a:pt x="1338" y="1176"/>
                    </a:moveTo>
                    <a:lnTo>
                      <a:pt x="1338" y="1170"/>
                    </a:lnTo>
                    <a:lnTo>
                      <a:pt x="1332" y="1158"/>
                    </a:lnTo>
                    <a:lnTo>
                      <a:pt x="1332" y="1128"/>
                    </a:lnTo>
                    <a:lnTo>
                      <a:pt x="1344" y="1116"/>
                    </a:lnTo>
                    <a:lnTo>
                      <a:pt x="1344" y="1110"/>
                    </a:lnTo>
                    <a:lnTo>
                      <a:pt x="1350" y="1104"/>
                    </a:lnTo>
                    <a:lnTo>
                      <a:pt x="1356" y="1086"/>
                    </a:lnTo>
                    <a:lnTo>
                      <a:pt x="1368" y="1086"/>
                    </a:lnTo>
                    <a:lnTo>
                      <a:pt x="1374" y="1080"/>
                    </a:lnTo>
                    <a:lnTo>
                      <a:pt x="1374" y="1074"/>
                    </a:lnTo>
                    <a:lnTo>
                      <a:pt x="1380" y="1074"/>
                    </a:lnTo>
                    <a:lnTo>
                      <a:pt x="1380" y="1068"/>
                    </a:lnTo>
                    <a:lnTo>
                      <a:pt x="1386" y="1062"/>
                    </a:lnTo>
                    <a:lnTo>
                      <a:pt x="1398" y="1056"/>
                    </a:lnTo>
                    <a:lnTo>
                      <a:pt x="1428" y="1056"/>
                    </a:lnTo>
                    <a:lnTo>
                      <a:pt x="1428" y="1062"/>
                    </a:lnTo>
                    <a:lnTo>
                      <a:pt x="1434" y="1062"/>
                    </a:lnTo>
                    <a:lnTo>
                      <a:pt x="1440" y="1056"/>
                    </a:lnTo>
                    <a:lnTo>
                      <a:pt x="1440" y="1044"/>
                    </a:lnTo>
                    <a:lnTo>
                      <a:pt x="1434" y="1026"/>
                    </a:lnTo>
                    <a:lnTo>
                      <a:pt x="1428" y="1014"/>
                    </a:lnTo>
                    <a:lnTo>
                      <a:pt x="1422" y="1008"/>
                    </a:lnTo>
                    <a:lnTo>
                      <a:pt x="1404" y="1008"/>
                    </a:lnTo>
                    <a:lnTo>
                      <a:pt x="1404" y="996"/>
                    </a:lnTo>
                    <a:lnTo>
                      <a:pt x="1398" y="984"/>
                    </a:lnTo>
                    <a:lnTo>
                      <a:pt x="1398" y="960"/>
                    </a:lnTo>
                    <a:lnTo>
                      <a:pt x="1392" y="960"/>
                    </a:lnTo>
                    <a:lnTo>
                      <a:pt x="1398" y="930"/>
                    </a:lnTo>
                    <a:lnTo>
                      <a:pt x="1374" y="930"/>
                    </a:lnTo>
                    <a:lnTo>
                      <a:pt x="1362" y="912"/>
                    </a:lnTo>
                    <a:lnTo>
                      <a:pt x="1350" y="918"/>
                    </a:lnTo>
                    <a:lnTo>
                      <a:pt x="1332" y="918"/>
                    </a:lnTo>
                    <a:lnTo>
                      <a:pt x="1326" y="912"/>
                    </a:lnTo>
                    <a:lnTo>
                      <a:pt x="1314" y="894"/>
                    </a:lnTo>
                    <a:lnTo>
                      <a:pt x="1308" y="876"/>
                    </a:lnTo>
                    <a:lnTo>
                      <a:pt x="1296" y="864"/>
                    </a:lnTo>
                    <a:lnTo>
                      <a:pt x="1284" y="846"/>
                    </a:lnTo>
                    <a:lnTo>
                      <a:pt x="1278" y="840"/>
                    </a:lnTo>
                    <a:lnTo>
                      <a:pt x="1272" y="828"/>
                    </a:lnTo>
                    <a:lnTo>
                      <a:pt x="1248" y="804"/>
                    </a:lnTo>
                    <a:lnTo>
                      <a:pt x="1242" y="804"/>
                    </a:lnTo>
                    <a:lnTo>
                      <a:pt x="1242" y="792"/>
                    </a:lnTo>
                    <a:lnTo>
                      <a:pt x="1260" y="774"/>
                    </a:lnTo>
                    <a:lnTo>
                      <a:pt x="1266" y="762"/>
                    </a:lnTo>
                    <a:lnTo>
                      <a:pt x="1272" y="756"/>
                    </a:lnTo>
                    <a:lnTo>
                      <a:pt x="1296" y="708"/>
                    </a:lnTo>
                    <a:lnTo>
                      <a:pt x="1284" y="684"/>
                    </a:lnTo>
                    <a:lnTo>
                      <a:pt x="1278" y="678"/>
                    </a:lnTo>
                    <a:lnTo>
                      <a:pt x="1242" y="678"/>
                    </a:lnTo>
                    <a:lnTo>
                      <a:pt x="1230" y="672"/>
                    </a:lnTo>
                    <a:lnTo>
                      <a:pt x="1224" y="672"/>
                    </a:lnTo>
                    <a:lnTo>
                      <a:pt x="1218" y="666"/>
                    </a:lnTo>
                    <a:lnTo>
                      <a:pt x="1218" y="612"/>
                    </a:lnTo>
                    <a:lnTo>
                      <a:pt x="1212" y="606"/>
                    </a:lnTo>
                    <a:lnTo>
                      <a:pt x="1200" y="582"/>
                    </a:lnTo>
                    <a:lnTo>
                      <a:pt x="1188" y="564"/>
                    </a:lnTo>
                    <a:lnTo>
                      <a:pt x="1176" y="540"/>
                    </a:lnTo>
                    <a:lnTo>
                      <a:pt x="1182" y="528"/>
                    </a:lnTo>
                    <a:lnTo>
                      <a:pt x="1200" y="510"/>
                    </a:lnTo>
                    <a:lnTo>
                      <a:pt x="1200" y="504"/>
                    </a:lnTo>
                    <a:lnTo>
                      <a:pt x="1194" y="498"/>
                    </a:lnTo>
                    <a:lnTo>
                      <a:pt x="1170" y="498"/>
                    </a:lnTo>
                    <a:lnTo>
                      <a:pt x="1170" y="468"/>
                    </a:lnTo>
                    <a:lnTo>
                      <a:pt x="1158" y="456"/>
                    </a:lnTo>
                    <a:lnTo>
                      <a:pt x="1158" y="450"/>
                    </a:lnTo>
                    <a:lnTo>
                      <a:pt x="1164" y="444"/>
                    </a:lnTo>
                    <a:lnTo>
                      <a:pt x="1176" y="438"/>
                    </a:lnTo>
                    <a:lnTo>
                      <a:pt x="1182" y="432"/>
                    </a:lnTo>
                    <a:lnTo>
                      <a:pt x="1188" y="432"/>
                    </a:lnTo>
                    <a:lnTo>
                      <a:pt x="1176" y="414"/>
                    </a:lnTo>
                    <a:lnTo>
                      <a:pt x="1200" y="408"/>
                    </a:lnTo>
                    <a:lnTo>
                      <a:pt x="1200" y="402"/>
                    </a:lnTo>
                    <a:lnTo>
                      <a:pt x="1194" y="396"/>
                    </a:lnTo>
                    <a:lnTo>
                      <a:pt x="1194" y="372"/>
                    </a:lnTo>
                    <a:lnTo>
                      <a:pt x="1188" y="360"/>
                    </a:lnTo>
                    <a:lnTo>
                      <a:pt x="1188" y="354"/>
                    </a:lnTo>
                    <a:lnTo>
                      <a:pt x="1194" y="342"/>
                    </a:lnTo>
                    <a:lnTo>
                      <a:pt x="1200" y="336"/>
                    </a:lnTo>
                    <a:lnTo>
                      <a:pt x="1188" y="306"/>
                    </a:lnTo>
                    <a:lnTo>
                      <a:pt x="1194" y="282"/>
                    </a:lnTo>
                    <a:lnTo>
                      <a:pt x="1182" y="282"/>
                    </a:lnTo>
                    <a:lnTo>
                      <a:pt x="1182" y="246"/>
                    </a:lnTo>
                    <a:lnTo>
                      <a:pt x="1116" y="252"/>
                    </a:lnTo>
                    <a:lnTo>
                      <a:pt x="1110" y="246"/>
                    </a:lnTo>
                    <a:lnTo>
                      <a:pt x="1104" y="234"/>
                    </a:lnTo>
                    <a:lnTo>
                      <a:pt x="1092" y="228"/>
                    </a:lnTo>
                    <a:lnTo>
                      <a:pt x="1080" y="216"/>
                    </a:lnTo>
                    <a:lnTo>
                      <a:pt x="1068" y="216"/>
                    </a:lnTo>
                    <a:lnTo>
                      <a:pt x="1062" y="210"/>
                    </a:lnTo>
                    <a:lnTo>
                      <a:pt x="1056" y="210"/>
                    </a:lnTo>
                    <a:lnTo>
                      <a:pt x="1050" y="204"/>
                    </a:lnTo>
                    <a:lnTo>
                      <a:pt x="1044" y="192"/>
                    </a:lnTo>
                    <a:lnTo>
                      <a:pt x="1044" y="186"/>
                    </a:lnTo>
                    <a:lnTo>
                      <a:pt x="1038" y="180"/>
                    </a:lnTo>
                    <a:lnTo>
                      <a:pt x="1032" y="180"/>
                    </a:lnTo>
                    <a:lnTo>
                      <a:pt x="1020" y="174"/>
                    </a:lnTo>
                    <a:lnTo>
                      <a:pt x="1002" y="174"/>
                    </a:lnTo>
                    <a:lnTo>
                      <a:pt x="990" y="168"/>
                    </a:lnTo>
                    <a:lnTo>
                      <a:pt x="972" y="168"/>
                    </a:lnTo>
                    <a:lnTo>
                      <a:pt x="972" y="174"/>
                    </a:lnTo>
                    <a:lnTo>
                      <a:pt x="960" y="168"/>
                    </a:lnTo>
                    <a:lnTo>
                      <a:pt x="954" y="162"/>
                    </a:lnTo>
                    <a:lnTo>
                      <a:pt x="942" y="156"/>
                    </a:lnTo>
                    <a:lnTo>
                      <a:pt x="936" y="150"/>
                    </a:lnTo>
                    <a:lnTo>
                      <a:pt x="906" y="150"/>
                    </a:lnTo>
                    <a:lnTo>
                      <a:pt x="906" y="138"/>
                    </a:lnTo>
                    <a:lnTo>
                      <a:pt x="894" y="126"/>
                    </a:lnTo>
                    <a:lnTo>
                      <a:pt x="834" y="126"/>
                    </a:lnTo>
                    <a:lnTo>
                      <a:pt x="834" y="132"/>
                    </a:lnTo>
                    <a:lnTo>
                      <a:pt x="828" y="138"/>
                    </a:lnTo>
                    <a:lnTo>
                      <a:pt x="816" y="132"/>
                    </a:lnTo>
                    <a:lnTo>
                      <a:pt x="780" y="132"/>
                    </a:lnTo>
                    <a:lnTo>
                      <a:pt x="768" y="138"/>
                    </a:lnTo>
                    <a:lnTo>
                      <a:pt x="750" y="156"/>
                    </a:lnTo>
                    <a:lnTo>
                      <a:pt x="738" y="162"/>
                    </a:lnTo>
                    <a:lnTo>
                      <a:pt x="732" y="168"/>
                    </a:lnTo>
                    <a:lnTo>
                      <a:pt x="732" y="180"/>
                    </a:lnTo>
                    <a:lnTo>
                      <a:pt x="720" y="186"/>
                    </a:lnTo>
                    <a:lnTo>
                      <a:pt x="708" y="198"/>
                    </a:lnTo>
                    <a:lnTo>
                      <a:pt x="678" y="198"/>
                    </a:lnTo>
                    <a:lnTo>
                      <a:pt x="690" y="210"/>
                    </a:lnTo>
                    <a:lnTo>
                      <a:pt x="690" y="222"/>
                    </a:lnTo>
                    <a:lnTo>
                      <a:pt x="696" y="228"/>
                    </a:lnTo>
                    <a:lnTo>
                      <a:pt x="696" y="234"/>
                    </a:lnTo>
                    <a:lnTo>
                      <a:pt x="690" y="240"/>
                    </a:lnTo>
                    <a:lnTo>
                      <a:pt x="678" y="240"/>
                    </a:lnTo>
                    <a:lnTo>
                      <a:pt x="666" y="234"/>
                    </a:lnTo>
                    <a:lnTo>
                      <a:pt x="660" y="228"/>
                    </a:lnTo>
                    <a:lnTo>
                      <a:pt x="654" y="228"/>
                    </a:lnTo>
                    <a:lnTo>
                      <a:pt x="648" y="234"/>
                    </a:lnTo>
                    <a:lnTo>
                      <a:pt x="624" y="234"/>
                    </a:lnTo>
                    <a:lnTo>
                      <a:pt x="612" y="240"/>
                    </a:lnTo>
                    <a:lnTo>
                      <a:pt x="600" y="240"/>
                    </a:lnTo>
                    <a:lnTo>
                      <a:pt x="582" y="246"/>
                    </a:lnTo>
                    <a:lnTo>
                      <a:pt x="558" y="258"/>
                    </a:lnTo>
                    <a:lnTo>
                      <a:pt x="546" y="252"/>
                    </a:lnTo>
                    <a:lnTo>
                      <a:pt x="534" y="252"/>
                    </a:lnTo>
                    <a:lnTo>
                      <a:pt x="522" y="246"/>
                    </a:lnTo>
                    <a:lnTo>
                      <a:pt x="498" y="246"/>
                    </a:lnTo>
                    <a:lnTo>
                      <a:pt x="480" y="240"/>
                    </a:lnTo>
                    <a:lnTo>
                      <a:pt x="468" y="228"/>
                    </a:lnTo>
                    <a:lnTo>
                      <a:pt x="456" y="222"/>
                    </a:lnTo>
                    <a:lnTo>
                      <a:pt x="444" y="210"/>
                    </a:lnTo>
                    <a:lnTo>
                      <a:pt x="438" y="198"/>
                    </a:lnTo>
                    <a:lnTo>
                      <a:pt x="432" y="192"/>
                    </a:lnTo>
                    <a:lnTo>
                      <a:pt x="432" y="186"/>
                    </a:lnTo>
                    <a:lnTo>
                      <a:pt x="378" y="186"/>
                    </a:lnTo>
                    <a:lnTo>
                      <a:pt x="354" y="162"/>
                    </a:lnTo>
                    <a:lnTo>
                      <a:pt x="336" y="126"/>
                    </a:lnTo>
                    <a:lnTo>
                      <a:pt x="330" y="120"/>
                    </a:lnTo>
                    <a:lnTo>
                      <a:pt x="330" y="114"/>
                    </a:lnTo>
                    <a:lnTo>
                      <a:pt x="312" y="114"/>
                    </a:lnTo>
                    <a:lnTo>
                      <a:pt x="312" y="108"/>
                    </a:lnTo>
                    <a:lnTo>
                      <a:pt x="306" y="102"/>
                    </a:lnTo>
                    <a:lnTo>
                      <a:pt x="300" y="102"/>
                    </a:lnTo>
                    <a:lnTo>
                      <a:pt x="294" y="96"/>
                    </a:lnTo>
                    <a:lnTo>
                      <a:pt x="282" y="90"/>
                    </a:lnTo>
                    <a:lnTo>
                      <a:pt x="270" y="78"/>
                    </a:lnTo>
                    <a:lnTo>
                      <a:pt x="270" y="72"/>
                    </a:lnTo>
                    <a:lnTo>
                      <a:pt x="282" y="72"/>
                    </a:lnTo>
                    <a:lnTo>
                      <a:pt x="288" y="66"/>
                    </a:lnTo>
                    <a:lnTo>
                      <a:pt x="288" y="60"/>
                    </a:lnTo>
                    <a:lnTo>
                      <a:pt x="282" y="54"/>
                    </a:lnTo>
                    <a:lnTo>
                      <a:pt x="276" y="54"/>
                    </a:lnTo>
                    <a:lnTo>
                      <a:pt x="276" y="42"/>
                    </a:lnTo>
                    <a:lnTo>
                      <a:pt x="282" y="36"/>
                    </a:lnTo>
                    <a:lnTo>
                      <a:pt x="282" y="18"/>
                    </a:lnTo>
                    <a:lnTo>
                      <a:pt x="276" y="12"/>
                    </a:lnTo>
                    <a:lnTo>
                      <a:pt x="270" y="0"/>
                    </a:lnTo>
                    <a:lnTo>
                      <a:pt x="258" y="0"/>
                    </a:lnTo>
                    <a:lnTo>
                      <a:pt x="246" y="6"/>
                    </a:lnTo>
                    <a:lnTo>
                      <a:pt x="234" y="18"/>
                    </a:lnTo>
                    <a:lnTo>
                      <a:pt x="222" y="24"/>
                    </a:lnTo>
                    <a:lnTo>
                      <a:pt x="204" y="36"/>
                    </a:lnTo>
                    <a:lnTo>
                      <a:pt x="192" y="48"/>
                    </a:lnTo>
                    <a:lnTo>
                      <a:pt x="192" y="54"/>
                    </a:lnTo>
                    <a:lnTo>
                      <a:pt x="186" y="60"/>
                    </a:lnTo>
                    <a:lnTo>
                      <a:pt x="180" y="72"/>
                    </a:lnTo>
                    <a:lnTo>
                      <a:pt x="132" y="72"/>
                    </a:lnTo>
                    <a:lnTo>
                      <a:pt x="96" y="60"/>
                    </a:lnTo>
                    <a:lnTo>
                      <a:pt x="84" y="54"/>
                    </a:lnTo>
                    <a:lnTo>
                      <a:pt x="66" y="36"/>
                    </a:lnTo>
                    <a:lnTo>
                      <a:pt x="54" y="12"/>
                    </a:lnTo>
                    <a:lnTo>
                      <a:pt x="54" y="6"/>
                    </a:lnTo>
                    <a:lnTo>
                      <a:pt x="48" y="0"/>
                    </a:lnTo>
                    <a:lnTo>
                      <a:pt x="42" y="0"/>
                    </a:lnTo>
                    <a:lnTo>
                      <a:pt x="24" y="18"/>
                    </a:lnTo>
                    <a:lnTo>
                      <a:pt x="24" y="30"/>
                    </a:lnTo>
                    <a:lnTo>
                      <a:pt x="0" y="30"/>
                    </a:lnTo>
                    <a:lnTo>
                      <a:pt x="18" y="54"/>
                    </a:lnTo>
                    <a:lnTo>
                      <a:pt x="18" y="84"/>
                    </a:lnTo>
                    <a:lnTo>
                      <a:pt x="30" y="96"/>
                    </a:lnTo>
                    <a:lnTo>
                      <a:pt x="30" y="108"/>
                    </a:lnTo>
                    <a:lnTo>
                      <a:pt x="36" y="114"/>
                    </a:lnTo>
                    <a:lnTo>
                      <a:pt x="42" y="114"/>
                    </a:lnTo>
                    <a:lnTo>
                      <a:pt x="36" y="120"/>
                    </a:lnTo>
                    <a:lnTo>
                      <a:pt x="36" y="126"/>
                    </a:lnTo>
                    <a:lnTo>
                      <a:pt x="30" y="138"/>
                    </a:lnTo>
                    <a:lnTo>
                      <a:pt x="24" y="144"/>
                    </a:lnTo>
                    <a:lnTo>
                      <a:pt x="60" y="162"/>
                    </a:lnTo>
                    <a:lnTo>
                      <a:pt x="60" y="192"/>
                    </a:lnTo>
                    <a:lnTo>
                      <a:pt x="84" y="198"/>
                    </a:lnTo>
                    <a:lnTo>
                      <a:pt x="84" y="210"/>
                    </a:lnTo>
                    <a:lnTo>
                      <a:pt x="96" y="246"/>
                    </a:lnTo>
                    <a:lnTo>
                      <a:pt x="108" y="270"/>
                    </a:lnTo>
                    <a:lnTo>
                      <a:pt x="120" y="282"/>
                    </a:lnTo>
                    <a:lnTo>
                      <a:pt x="120" y="300"/>
                    </a:lnTo>
                    <a:lnTo>
                      <a:pt x="144" y="306"/>
                    </a:lnTo>
                    <a:lnTo>
                      <a:pt x="156" y="324"/>
                    </a:lnTo>
                    <a:lnTo>
                      <a:pt x="162" y="318"/>
                    </a:lnTo>
                    <a:lnTo>
                      <a:pt x="174" y="312"/>
                    </a:lnTo>
                    <a:lnTo>
                      <a:pt x="186" y="312"/>
                    </a:lnTo>
                    <a:lnTo>
                      <a:pt x="186" y="318"/>
                    </a:lnTo>
                    <a:lnTo>
                      <a:pt x="168" y="336"/>
                    </a:lnTo>
                    <a:lnTo>
                      <a:pt x="168" y="342"/>
                    </a:lnTo>
                    <a:lnTo>
                      <a:pt x="180" y="354"/>
                    </a:lnTo>
                    <a:lnTo>
                      <a:pt x="186" y="366"/>
                    </a:lnTo>
                    <a:lnTo>
                      <a:pt x="186" y="372"/>
                    </a:lnTo>
                    <a:lnTo>
                      <a:pt x="174" y="384"/>
                    </a:lnTo>
                    <a:lnTo>
                      <a:pt x="168" y="384"/>
                    </a:lnTo>
                    <a:lnTo>
                      <a:pt x="168" y="414"/>
                    </a:lnTo>
                    <a:lnTo>
                      <a:pt x="156" y="414"/>
                    </a:lnTo>
                    <a:lnTo>
                      <a:pt x="144" y="426"/>
                    </a:lnTo>
                    <a:lnTo>
                      <a:pt x="144" y="432"/>
                    </a:lnTo>
                    <a:lnTo>
                      <a:pt x="156" y="444"/>
                    </a:lnTo>
                    <a:lnTo>
                      <a:pt x="150" y="450"/>
                    </a:lnTo>
                    <a:lnTo>
                      <a:pt x="144" y="462"/>
                    </a:lnTo>
                    <a:lnTo>
                      <a:pt x="144" y="468"/>
                    </a:lnTo>
                    <a:lnTo>
                      <a:pt x="150" y="474"/>
                    </a:lnTo>
                    <a:lnTo>
                      <a:pt x="162" y="480"/>
                    </a:lnTo>
                    <a:lnTo>
                      <a:pt x="174" y="492"/>
                    </a:lnTo>
                    <a:lnTo>
                      <a:pt x="198" y="504"/>
                    </a:lnTo>
                    <a:lnTo>
                      <a:pt x="204" y="510"/>
                    </a:lnTo>
                    <a:lnTo>
                      <a:pt x="210" y="510"/>
                    </a:lnTo>
                    <a:lnTo>
                      <a:pt x="210" y="552"/>
                    </a:lnTo>
                    <a:lnTo>
                      <a:pt x="234" y="552"/>
                    </a:lnTo>
                    <a:lnTo>
                      <a:pt x="240" y="558"/>
                    </a:lnTo>
                    <a:lnTo>
                      <a:pt x="252" y="564"/>
                    </a:lnTo>
                    <a:lnTo>
                      <a:pt x="270" y="582"/>
                    </a:lnTo>
                    <a:lnTo>
                      <a:pt x="288" y="582"/>
                    </a:lnTo>
                    <a:lnTo>
                      <a:pt x="294" y="588"/>
                    </a:lnTo>
                    <a:lnTo>
                      <a:pt x="300" y="600"/>
                    </a:lnTo>
                    <a:lnTo>
                      <a:pt x="330" y="636"/>
                    </a:lnTo>
                    <a:lnTo>
                      <a:pt x="330" y="648"/>
                    </a:lnTo>
                    <a:lnTo>
                      <a:pt x="324" y="660"/>
                    </a:lnTo>
                    <a:lnTo>
                      <a:pt x="324" y="696"/>
                    </a:lnTo>
                    <a:lnTo>
                      <a:pt x="330" y="702"/>
                    </a:lnTo>
                    <a:lnTo>
                      <a:pt x="342" y="708"/>
                    </a:lnTo>
                    <a:lnTo>
                      <a:pt x="348" y="714"/>
                    </a:lnTo>
                    <a:lnTo>
                      <a:pt x="354" y="714"/>
                    </a:lnTo>
                    <a:lnTo>
                      <a:pt x="360" y="744"/>
                    </a:lnTo>
                    <a:lnTo>
                      <a:pt x="372" y="750"/>
                    </a:lnTo>
                    <a:lnTo>
                      <a:pt x="384" y="762"/>
                    </a:lnTo>
                    <a:lnTo>
                      <a:pt x="384" y="768"/>
                    </a:lnTo>
                    <a:lnTo>
                      <a:pt x="390" y="774"/>
                    </a:lnTo>
                    <a:lnTo>
                      <a:pt x="402" y="780"/>
                    </a:lnTo>
                    <a:lnTo>
                      <a:pt x="408" y="786"/>
                    </a:lnTo>
                    <a:lnTo>
                      <a:pt x="420" y="792"/>
                    </a:lnTo>
                    <a:lnTo>
                      <a:pt x="426" y="786"/>
                    </a:lnTo>
                    <a:lnTo>
                      <a:pt x="426" y="774"/>
                    </a:lnTo>
                    <a:lnTo>
                      <a:pt x="420" y="768"/>
                    </a:lnTo>
                    <a:lnTo>
                      <a:pt x="420" y="762"/>
                    </a:lnTo>
                    <a:lnTo>
                      <a:pt x="426" y="756"/>
                    </a:lnTo>
                    <a:lnTo>
                      <a:pt x="438" y="750"/>
                    </a:lnTo>
                    <a:lnTo>
                      <a:pt x="444" y="756"/>
                    </a:lnTo>
                    <a:lnTo>
                      <a:pt x="450" y="756"/>
                    </a:lnTo>
                    <a:lnTo>
                      <a:pt x="450" y="768"/>
                    </a:lnTo>
                    <a:lnTo>
                      <a:pt x="456" y="780"/>
                    </a:lnTo>
                    <a:lnTo>
                      <a:pt x="474" y="780"/>
                    </a:lnTo>
                    <a:lnTo>
                      <a:pt x="474" y="786"/>
                    </a:lnTo>
                    <a:lnTo>
                      <a:pt x="474" y="780"/>
                    </a:lnTo>
                    <a:lnTo>
                      <a:pt x="480" y="780"/>
                    </a:lnTo>
                    <a:lnTo>
                      <a:pt x="480" y="768"/>
                    </a:lnTo>
                    <a:lnTo>
                      <a:pt x="504" y="768"/>
                    </a:lnTo>
                    <a:lnTo>
                      <a:pt x="504" y="804"/>
                    </a:lnTo>
                    <a:lnTo>
                      <a:pt x="510" y="810"/>
                    </a:lnTo>
                    <a:lnTo>
                      <a:pt x="516" y="810"/>
                    </a:lnTo>
                    <a:lnTo>
                      <a:pt x="528" y="816"/>
                    </a:lnTo>
                    <a:lnTo>
                      <a:pt x="540" y="828"/>
                    </a:lnTo>
                    <a:lnTo>
                      <a:pt x="540" y="846"/>
                    </a:lnTo>
                    <a:lnTo>
                      <a:pt x="552" y="858"/>
                    </a:lnTo>
                    <a:lnTo>
                      <a:pt x="558" y="870"/>
                    </a:lnTo>
                    <a:lnTo>
                      <a:pt x="564" y="876"/>
                    </a:lnTo>
                    <a:lnTo>
                      <a:pt x="570" y="876"/>
                    </a:lnTo>
                    <a:lnTo>
                      <a:pt x="582" y="894"/>
                    </a:lnTo>
                    <a:lnTo>
                      <a:pt x="582" y="906"/>
                    </a:lnTo>
                    <a:lnTo>
                      <a:pt x="594" y="930"/>
                    </a:lnTo>
                    <a:lnTo>
                      <a:pt x="600" y="936"/>
                    </a:lnTo>
                    <a:lnTo>
                      <a:pt x="606" y="936"/>
                    </a:lnTo>
                    <a:lnTo>
                      <a:pt x="612" y="942"/>
                    </a:lnTo>
                    <a:lnTo>
                      <a:pt x="618" y="954"/>
                    </a:lnTo>
                    <a:lnTo>
                      <a:pt x="618" y="960"/>
                    </a:lnTo>
                    <a:lnTo>
                      <a:pt x="648" y="960"/>
                    </a:lnTo>
                    <a:lnTo>
                      <a:pt x="666" y="984"/>
                    </a:lnTo>
                    <a:lnTo>
                      <a:pt x="684" y="978"/>
                    </a:lnTo>
                    <a:lnTo>
                      <a:pt x="702" y="978"/>
                    </a:lnTo>
                    <a:lnTo>
                      <a:pt x="720" y="996"/>
                    </a:lnTo>
                    <a:lnTo>
                      <a:pt x="738" y="1008"/>
                    </a:lnTo>
                    <a:lnTo>
                      <a:pt x="756" y="1026"/>
                    </a:lnTo>
                    <a:lnTo>
                      <a:pt x="792" y="1050"/>
                    </a:lnTo>
                    <a:lnTo>
                      <a:pt x="810" y="1050"/>
                    </a:lnTo>
                    <a:lnTo>
                      <a:pt x="822" y="1056"/>
                    </a:lnTo>
                    <a:lnTo>
                      <a:pt x="834" y="1068"/>
                    </a:lnTo>
                    <a:lnTo>
                      <a:pt x="852" y="1068"/>
                    </a:lnTo>
                    <a:lnTo>
                      <a:pt x="876" y="1056"/>
                    </a:lnTo>
                    <a:lnTo>
                      <a:pt x="876" y="1050"/>
                    </a:lnTo>
                    <a:lnTo>
                      <a:pt x="900" y="1056"/>
                    </a:lnTo>
                    <a:lnTo>
                      <a:pt x="912" y="1032"/>
                    </a:lnTo>
                    <a:lnTo>
                      <a:pt x="930" y="1032"/>
                    </a:lnTo>
                    <a:lnTo>
                      <a:pt x="954" y="1008"/>
                    </a:lnTo>
                    <a:lnTo>
                      <a:pt x="966" y="1020"/>
                    </a:lnTo>
                    <a:lnTo>
                      <a:pt x="972" y="1014"/>
                    </a:lnTo>
                    <a:lnTo>
                      <a:pt x="984" y="1014"/>
                    </a:lnTo>
                    <a:lnTo>
                      <a:pt x="1002" y="1032"/>
                    </a:lnTo>
                    <a:lnTo>
                      <a:pt x="1014" y="1050"/>
                    </a:lnTo>
                    <a:lnTo>
                      <a:pt x="1020" y="1068"/>
                    </a:lnTo>
                    <a:lnTo>
                      <a:pt x="1032" y="1080"/>
                    </a:lnTo>
                    <a:lnTo>
                      <a:pt x="1032" y="1098"/>
                    </a:lnTo>
                    <a:lnTo>
                      <a:pt x="1038" y="1110"/>
                    </a:lnTo>
                    <a:lnTo>
                      <a:pt x="1044" y="1116"/>
                    </a:lnTo>
                    <a:lnTo>
                      <a:pt x="1056" y="1122"/>
                    </a:lnTo>
                    <a:lnTo>
                      <a:pt x="1080" y="1122"/>
                    </a:lnTo>
                    <a:lnTo>
                      <a:pt x="1080" y="1128"/>
                    </a:lnTo>
                    <a:lnTo>
                      <a:pt x="1086" y="1134"/>
                    </a:lnTo>
                    <a:lnTo>
                      <a:pt x="1098" y="1140"/>
                    </a:lnTo>
                    <a:lnTo>
                      <a:pt x="1164" y="1140"/>
                    </a:lnTo>
                    <a:lnTo>
                      <a:pt x="1176" y="1146"/>
                    </a:lnTo>
                    <a:lnTo>
                      <a:pt x="1200" y="1170"/>
                    </a:lnTo>
                    <a:lnTo>
                      <a:pt x="1212" y="1170"/>
                    </a:lnTo>
                    <a:lnTo>
                      <a:pt x="1224" y="1164"/>
                    </a:lnTo>
                    <a:lnTo>
                      <a:pt x="1230" y="1164"/>
                    </a:lnTo>
                    <a:lnTo>
                      <a:pt x="1242" y="1158"/>
                    </a:lnTo>
                    <a:lnTo>
                      <a:pt x="1248" y="1158"/>
                    </a:lnTo>
                    <a:lnTo>
                      <a:pt x="1254" y="1164"/>
                    </a:lnTo>
                    <a:lnTo>
                      <a:pt x="1278" y="1176"/>
                    </a:lnTo>
                    <a:lnTo>
                      <a:pt x="1296" y="1182"/>
                    </a:lnTo>
                    <a:lnTo>
                      <a:pt x="1326" y="1182"/>
                    </a:lnTo>
                    <a:lnTo>
                      <a:pt x="1338" y="1176"/>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45" name="Sri Lanka" descr="© INSCALE GmbH, 05.05.2010&#10;http://www.presentationload.com/">
                <a:extLst>
                  <a:ext uri="{FF2B5EF4-FFF2-40B4-BE49-F238E27FC236}">
                    <a16:creationId xmlns:a16="http://schemas.microsoft.com/office/drawing/2014/main" id="{9B73EF7D-6D6B-910B-6074-559EDFC7E9D0}"/>
                  </a:ext>
                </a:extLst>
              </p:cNvPr>
              <p:cNvSpPr>
                <a:spLocks/>
              </p:cNvSpPr>
              <p:nvPr/>
            </p:nvSpPr>
            <p:spPr bwMode="gray">
              <a:xfrm>
                <a:off x="4089" y="2372"/>
                <a:ext cx="43" cy="78"/>
              </a:xfrm>
              <a:custGeom>
                <a:avLst/>
                <a:gdLst>
                  <a:gd name="T0" fmla="*/ 2147483647 w 174"/>
                  <a:gd name="T1" fmla="*/ 2147483647 h 306"/>
                  <a:gd name="T2" fmla="*/ 2147483647 w 174"/>
                  <a:gd name="T3" fmla="*/ 0 h 306"/>
                  <a:gd name="T4" fmla="*/ 2147483647 w 174"/>
                  <a:gd name="T5" fmla="*/ 0 h 306"/>
                  <a:gd name="T6" fmla="*/ 2147483647 w 174"/>
                  <a:gd name="T7" fmla="*/ 2147483647 h 306"/>
                  <a:gd name="T8" fmla="*/ 2147483647 w 174"/>
                  <a:gd name="T9" fmla="*/ 2147483647 h 306"/>
                  <a:gd name="T10" fmla="*/ 2147483647 w 174"/>
                  <a:gd name="T11" fmla="*/ 2147483647 h 306"/>
                  <a:gd name="T12" fmla="*/ 2147483647 w 174"/>
                  <a:gd name="T13" fmla="*/ 2147483647 h 306"/>
                  <a:gd name="T14" fmla="*/ 2147483647 w 174"/>
                  <a:gd name="T15" fmla="*/ 2147483647 h 306"/>
                  <a:gd name="T16" fmla="*/ 2147483647 w 174"/>
                  <a:gd name="T17" fmla="*/ 2147483647 h 306"/>
                  <a:gd name="T18" fmla="*/ 2147483647 w 174"/>
                  <a:gd name="T19" fmla="*/ 2147483647 h 306"/>
                  <a:gd name="T20" fmla="*/ 2147483647 w 174"/>
                  <a:gd name="T21" fmla="*/ 2147483647 h 306"/>
                  <a:gd name="T22" fmla="*/ 2147483647 w 174"/>
                  <a:gd name="T23" fmla="*/ 2147483647 h 306"/>
                  <a:gd name="T24" fmla="*/ 2147483647 w 174"/>
                  <a:gd name="T25" fmla="*/ 2147483647 h 306"/>
                  <a:gd name="T26" fmla="*/ 2147483647 w 174"/>
                  <a:gd name="T27" fmla="*/ 2147483647 h 306"/>
                  <a:gd name="T28" fmla="*/ 2147483647 w 174"/>
                  <a:gd name="T29" fmla="*/ 2147483647 h 306"/>
                  <a:gd name="T30" fmla="*/ 2147483647 w 174"/>
                  <a:gd name="T31" fmla="*/ 2147483647 h 306"/>
                  <a:gd name="T32" fmla="*/ 2147483647 w 174"/>
                  <a:gd name="T33" fmla="*/ 2147483647 h 306"/>
                  <a:gd name="T34" fmla="*/ 2147483647 w 174"/>
                  <a:gd name="T35" fmla="*/ 2147483647 h 306"/>
                  <a:gd name="T36" fmla="*/ 2147483647 w 174"/>
                  <a:gd name="T37" fmla="*/ 2147483647 h 306"/>
                  <a:gd name="T38" fmla="*/ 2147483647 w 174"/>
                  <a:gd name="T39" fmla="*/ 2147483647 h 306"/>
                  <a:gd name="T40" fmla="*/ 0 w 174"/>
                  <a:gd name="T41" fmla="*/ 2147483647 h 306"/>
                  <a:gd name="T42" fmla="*/ 0 w 174"/>
                  <a:gd name="T43" fmla="*/ 2147483647 h 306"/>
                  <a:gd name="T44" fmla="*/ 2147483647 w 174"/>
                  <a:gd name="T45" fmla="*/ 2147483647 h 306"/>
                  <a:gd name="T46" fmla="*/ 2147483647 w 174"/>
                  <a:gd name="T47" fmla="*/ 2147483647 h 306"/>
                  <a:gd name="T48" fmla="*/ 2147483647 w 174"/>
                  <a:gd name="T49" fmla="*/ 2147483647 h 306"/>
                  <a:gd name="T50" fmla="*/ 2147483647 w 174"/>
                  <a:gd name="T51" fmla="*/ 2147483647 h 306"/>
                  <a:gd name="T52" fmla="*/ 2147483647 w 174"/>
                  <a:gd name="T53" fmla="*/ 2147483647 h 306"/>
                  <a:gd name="T54" fmla="*/ 0 w 174"/>
                  <a:gd name="T55" fmla="*/ 2147483647 h 306"/>
                  <a:gd name="T56" fmla="*/ 2147483647 w 174"/>
                  <a:gd name="T57" fmla="*/ 2147483647 h 306"/>
                  <a:gd name="T58" fmla="*/ 2147483647 w 174"/>
                  <a:gd name="T59" fmla="*/ 2147483647 h 30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74"/>
                  <a:gd name="T91" fmla="*/ 0 h 306"/>
                  <a:gd name="T92" fmla="*/ 174 w 174"/>
                  <a:gd name="T93" fmla="*/ 306 h 30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74" h="306">
                    <a:moveTo>
                      <a:pt x="24" y="6"/>
                    </a:moveTo>
                    <a:lnTo>
                      <a:pt x="36" y="0"/>
                    </a:lnTo>
                    <a:lnTo>
                      <a:pt x="48" y="0"/>
                    </a:lnTo>
                    <a:lnTo>
                      <a:pt x="66" y="6"/>
                    </a:lnTo>
                    <a:lnTo>
                      <a:pt x="78" y="12"/>
                    </a:lnTo>
                    <a:lnTo>
                      <a:pt x="114" y="66"/>
                    </a:lnTo>
                    <a:lnTo>
                      <a:pt x="132" y="84"/>
                    </a:lnTo>
                    <a:lnTo>
                      <a:pt x="126" y="120"/>
                    </a:lnTo>
                    <a:lnTo>
                      <a:pt x="150" y="114"/>
                    </a:lnTo>
                    <a:lnTo>
                      <a:pt x="156" y="168"/>
                    </a:lnTo>
                    <a:lnTo>
                      <a:pt x="162" y="174"/>
                    </a:lnTo>
                    <a:lnTo>
                      <a:pt x="168" y="198"/>
                    </a:lnTo>
                    <a:lnTo>
                      <a:pt x="174" y="228"/>
                    </a:lnTo>
                    <a:lnTo>
                      <a:pt x="174" y="258"/>
                    </a:lnTo>
                    <a:lnTo>
                      <a:pt x="156" y="276"/>
                    </a:lnTo>
                    <a:lnTo>
                      <a:pt x="120" y="294"/>
                    </a:lnTo>
                    <a:lnTo>
                      <a:pt x="84" y="306"/>
                    </a:lnTo>
                    <a:lnTo>
                      <a:pt x="48" y="306"/>
                    </a:lnTo>
                    <a:lnTo>
                      <a:pt x="24" y="282"/>
                    </a:lnTo>
                    <a:lnTo>
                      <a:pt x="12" y="240"/>
                    </a:lnTo>
                    <a:lnTo>
                      <a:pt x="0" y="192"/>
                    </a:lnTo>
                    <a:lnTo>
                      <a:pt x="0" y="156"/>
                    </a:lnTo>
                    <a:lnTo>
                      <a:pt x="12" y="138"/>
                    </a:lnTo>
                    <a:lnTo>
                      <a:pt x="18" y="132"/>
                    </a:lnTo>
                    <a:lnTo>
                      <a:pt x="24" y="120"/>
                    </a:lnTo>
                    <a:lnTo>
                      <a:pt x="30" y="102"/>
                    </a:lnTo>
                    <a:lnTo>
                      <a:pt x="30" y="78"/>
                    </a:lnTo>
                    <a:lnTo>
                      <a:pt x="0" y="36"/>
                    </a:lnTo>
                    <a:lnTo>
                      <a:pt x="24" y="36"/>
                    </a:lnTo>
                    <a:lnTo>
                      <a:pt x="24" y="6"/>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46" name="Philippines" descr="© INSCALE GmbH, 05.05.2010&#10;http://www.presentationload.com/">
                <a:extLst>
                  <a:ext uri="{FF2B5EF4-FFF2-40B4-BE49-F238E27FC236}">
                    <a16:creationId xmlns:a16="http://schemas.microsoft.com/office/drawing/2014/main" id="{62F8DE8E-9816-F32A-C79C-9C2026ABC602}"/>
                  </a:ext>
                </a:extLst>
              </p:cNvPr>
              <p:cNvSpPr>
                <a:spLocks noEditPoints="1"/>
              </p:cNvSpPr>
              <p:nvPr/>
            </p:nvSpPr>
            <p:spPr bwMode="gray">
              <a:xfrm>
                <a:off x="4764" y="2186"/>
                <a:ext cx="181" cy="304"/>
              </a:xfrm>
              <a:custGeom>
                <a:avLst/>
                <a:gdLst>
                  <a:gd name="T0" fmla="*/ 2147483647 w 714"/>
                  <a:gd name="T1" fmla="*/ 2147483647 h 1200"/>
                  <a:gd name="T2" fmla="*/ 2147483647 w 714"/>
                  <a:gd name="T3" fmla="*/ 2147483647 h 1200"/>
                  <a:gd name="T4" fmla="*/ 2147483647 w 714"/>
                  <a:gd name="T5" fmla="*/ 2147483647 h 1200"/>
                  <a:gd name="T6" fmla="*/ 2147483647 w 714"/>
                  <a:gd name="T7" fmla="*/ 2147483647 h 1200"/>
                  <a:gd name="T8" fmla="*/ 2147483647 w 714"/>
                  <a:gd name="T9" fmla="*/ 2147483647 h 1200"/>
                  <a:gd name="T10" fmla="*/ 2147483647 w 714"/>
                  <a:gd name="T11" fmla="*/ 2147483647 h 1200"/>
                  <a:gd name="T12" fmla="*/ 2147483647 w 714"/>
                  <a:gd name="T13" fmla="*/ 2147483647 h 1200"/>
                  <a:gd name="T14" fmla="*/ 2147483647 w 714"/>
                  <a:gd name="T15" fmla="*/ 2147483647 h 1200"/>
                  <a:gd name="T16" fmla="*/ 2147483647 w 714"/>
                  <a:gd name="T17" fmla="*/ 2147483647 h 1200"/>
                  <a:gd name="T18" fmla="*/ 2147483647 w 714"/>
                  <a:gd name="T19" fmla="*/ 2147483647 h 1200"/>
                  <a:gd name="T20" fmla="*/ 2147483647 w 714"/>
                  <a:gd name="T21" fmla="*/ 2147483647 h 1200"/>
                  <a:gd name="T22" fmla="*/ 2147483647 w 714"/>
                  <a:gd name="T23" fmla="*/ 2147483647 h 1200"/>
                  <a:gd name="T24" fmla="*/ 2147483647 w 714"/>
                  <a:gd name="T25" fmla="*/ 2147483647 h 1200"/>
                  <a:gd name="T26" fmla="*/ 2147483647 w 714"/>
                  <a:gd name="T27" fmla="*/ 2147483647 h 1200"/>
                  <a:gd name="T28" fmla="*/ 2147483647 w 714"/>
                  <a:gd name="T29" fmla="*/ 2147483647 h 1200"/>
                  <a:gd name="T30" fmla="*/ 2147483647 w 714"/>
                  <a:gd name="T31" fmla="*/ 2147483647 h 1200"/>
                  <a:gd name="T32" fmla="*/ 2147483647 w 714"/>
                  <a:gd name="T33" fmla="*/ 2147483647 h 1200"/>
                  <a:gd name="T34" fmla="*/ 2147483647 w 714"/>
                  <a:gd name="T35" fmla="*/ 2147483647 h 1200"/>
                  <a:gd name="T36" fmla="*/ 2147483647 w 714"/>
                  <a:gd name="T37" fmla="*/ 2147483647 h 1200"/>
                  <a:gd name="T38" fmla="*/ 2147483647 w 714"/>
                  <a:gd name="T39" fmla="*/ 2147483647 h 1200"/>
                  <a:gd name="T40" fmla="*/ 2147483647 w 714"/>
                  <a:gd name="T41" fmla="*/ 2147483647 h 1200"/>
                  <a:gd name="T42" fmla="*/ 2147483647 w 714"/>
                  <a:gd name="T43" fmla="*/ 2147483647 h 1200"/>
                  <a:gd name="T44" fmla="*/ 2147483647 w 714"/>
                  <a:gd name="T45" fmla="*/ 2147483647 h 1200"/>
                  <a:gd name="T46" fmla="*/ 2147483647 w 714"/>
                  <a:gd name="T47" fmla="*/ 2147483647 h 1200"/>
                  <a:gd name="T48" fmla="*/ 2147483647 w 714"/>
                  <a:gd name="T49" fmla="*/ 2147483647 h 1200"/>
                  <a:gd name="T50" fmla="*/ 2147483647 w 714"/>
                  <a:gd name="T51" fmla="*/ 2147483647 h 1200"/>
                  <a:gd name="T52" fmla="*/ 2147483647 w 714"/>
                  <a:gd name="T53" fmla="*/ 2147483647 h 1200"/>
                  <a:gd name="T54" fmla="*/ 2147483647 w 714"/>
                  <a:gd name="T55" fmla="*/ 2147483647 h 1200"/>
                  <a:gd name="T56" fmla="*/ 2147483647 w 714"/>
                  <a:gd name="T57" fmla="*/ 2147483647 h 1200"/>
                  <a:gd name="T58" fmla="*/ 2147483647 w 714"/>
                  <a:gd name="T59" fmla="*/ 2147483647 h 1200"/>
                  <a:gd name="T60" fmla="*/ 2147483647 w 714"/>
                  <a:gd name="T61" fmla="*/ 2147483647 h 1200"/>
                  <a:gd name="T62" fmla="*/ 2147483647 w 714"/>
                  <a:gd name="T63" fmla="*/ 2147483647 h 1200"/>
                  <a:gd name="T64" fmla="*/ 2147483647 w 714"/>
                  <a:gd name="T65" fmla="*/ 2147483647 h 1200"/>
                  <a:gd name="T66" fmla="*/ 2147483647 w 714"/>
                  <a:gd name="T67" fmla="*/ 2147483647 h 1200"/>
                  <a:gd name="T68" fmla="*/ 2147483647 w 714"/>
                  <a:gd name="T69" fmla="*/ 2147483647 h 1200"/>
                  <a:gd name="T70" fmla="*/ 2147483647 w 714"/>
                  <a:gd name="T71" fmla="*/ 2147483647 h 1200"/>
                  <a:gd name="T72" fmla="*/ 2147483647 w 714"/>
                  <a:gd name="T73" fmla="*/ 2147483647 h 1200"/>
                  <a:gd name="T74" fmla="*/ 2147483647 w 714"/>
                  <a:gd name="T75" fmla="*/ 2147483647 h 1200"/>
                  <a:gd name="T76" fmla="*/ 2147483647 w 714"/>
                  <a:gd name="T77" fmla="*/ 2147483647 h 1200"/>
                  <a:gd name="T78" fmla="*/ 2147483647 w 714"/>
                  <a:gd name="T79" fmla="*/ 0 h 1200"/>
                  <a:gd name="T80" fmla="*/ 2147483647 w 714"/>
                  <a:gd name="T81" fmla="*/ 2147483647 h 1200"/>
                  <a:gd name="T82" fmla="*/ 2147483647 w 714"/>
                  <a:gd name="T83" fmla="*/ 2147483647 h 1200"/>
                  <a:gd name="T84" fmla="*/ 2147483647 w 714"/>
                  <a:gd name="T85" fmla="*/ 2147483647 h 1200"/>
                  <a:gd name="T86" fmla="*/ 2147483647 w 714"/>
                  <a:gd name="T87" fmla="*/ 2147483647 h 1200"/>
                  <a:gd name="T88" fmla="*/ 2147483647 w 714"/>
                  <a:gd name="T89" fmla="*/ 2147483647 h 1200"/>
                  <a:gd name="T90" fmla="*/ 2147483647 w 714"/>
                  <a:gd name="T91" fmla="*/ 2147483647 h 1200"/>
                  <a:gd name="T92" fmla="*/ 2147483647 w 714"/>
                  <a:gd name="T93" fmla="*/ 2147483647 h 1200"/>
                  <a:gd name="T94" fmla="*/ 2147483647 w 714"/>
                  <a:gd name="T95" fmla="*/ 2147483647 h 1200"/>
                  <a:gd name="T96" fmla="*/ 2147483647 w 714"/>
                  <a:gd name="T97" fmla="*/ 2147483647 h 1200"/>
                  <a:gd name="T98" fmla="*/ 2147483647 w 714"/>
                  <a:gd name="T99" fmla="*/ 2147483647 h 1200"/>
                  <a:gd name="T100" fmla="*/ 2147483647 w 714"/>
                  <a:gd name="T101" fmla="*/ 2147483647 h 1200"/>
                  <a:gd name="T102" fmla="*/ 2147483647 w 714"/>
                  <a:gd name="T103" fmla="*/ 2147483647 h 1200"/>
                  <a:gd name="T104" fmla="*/ 2147483647 w 714"/>
                  <a:gd name="T105" fmla="*/ 2147483647 h 1200"/>
                  <a:gd name="T106" fmla="*/ 2147483647 w 714"/>
                  <a:gd name="T107" fmla="*/ 2147483647 h 1200"/>
                  <a:gd name="T108" fmla="*/ 2147483647 w 714"/>
                  <a:gd name="T109" fmla="*/ 2147483647 h 1200"/>
                  <a:gd name="T110" fmla="*/ 2147483647 w 714"/>
                  <a:gd name="T111" fmla="*/ 2147483647 h 1200"/>
                  <a:gd name="T112" fmla="*/ 2147483647 w 714"/>
                  <a:gd name="T113" fmla="*/ 2147483647 h 1200"/>
                  <a:gd name="T114" fmla="*/ 2147483647 w 714"/>
                  <a:gd name="T115" fmla="*/ 2147483647 h 1200"/>
                  <a:gd name="T116" fmla="*/ 2147483647 w 714"/>
                  <a:gd name="T117" fmla="*/ 2147483647 h 120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714"/>
                  <a:gd name="T178" fmla="*/ 0 h 1200"/>
                  <a:gd name="T179" fmla="*/ 714 w 714"/>
                  <a:gd name="T180" fmla="*/ 1200 h 1200"/>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714" h="1200">
                    <a:moveTo>
                      <a:pt x="702" y="1140"/>
                    </a:moveTo>
                    <a:lnTo>
                      <a:pt x="690" y="1170"/>
                    </a:lnTo>
                    <a:lnTo>
                      <a:pt x="696" y="1200"/>
                    </a:lnTo>
                    <a:lnTo>
                      <a:pt x="714" y="1182"/>
                    </a:lnTo>
                    <a:lnTo>
                      <a:pt x="714" y="1140"/>
                    </a:lnTo>
                    <a:lnTo>
                      <a:pt x="702" y="1140"/>
                    </a:lnTo>
                    <a:close/>
                    <a:moveTo>
                      <a:pt x="582" y="1176"/>
                    </a:moveTo>
                    <a:lnTo>
                      <a:pt x="600" y="1140"/>
                    </a:lnTo>
                    <a:lnTo>
                      <a:pt x="576" y="1134"/>
                    </a:lnTo>
                    <a:lnTo>
                      <a:pt x="582" y="1176"/>
                    </a:lnTo>
                    <a:close/>
                    <a:moveTo>
                      <a:pt x="246" y="1038"/>
                    </a:moveTo>
                    <a:lnTo>
                      <a:pt x="264" y="1050"/>
                    </a:lnTo>
                    <a:lnTo>
                      <a:pt x="282" y="1020"/>
                    </a:lnTo>
                    <a:lnTo>
                      <a:pt x="258" y="1008"/>
                    </a:lnTo>
                    <a:lnTo>
                      <a:pt x="246" y="1038"/>
                    </a:lnTo>
                    <a:close/>
                    <a:moveTo>
                      <a:pt x="504" y="558"/>
                    </a:moveTo>
                    <a:lnTo>
                      <a:pt x="540" y="576"/>
                    </a:lnTo>
                    <a:lnTo>
                      <a:pt x="540" y="582"/>
                    </a:lnTo>
                    <a:lnTo>
                      <a:pt x="534" y="588"/>
                    </a:lnTo>
                    <a:lnTo>
                      <a:pt x="504" y="588"/>
                    </a:lnTo>
                    <a:lnTo>
                      <a:pt x="570" y="642"/>
                    </a:lnTo>
                    <a:lnTo>
                      <a:pt x="570" y="618"/>
                    </a:lnTo>
                    <a:lnTo>
                      <a:pt x="600" y="624"/>
                    </a:lnTo>
                    <a:lnTo>
                      <a:pt x="576" y="588"/>
                    </a:lnTo>
                    <a:lnTo>
                      <a:pt x="576" y="582"/>
                    </a:lnTo>
                    <a:lnTo>
                      <a:pt x="570" y="576"/>
                    </a:lnTo>
                    <a:lnTo>
                      <a:pt x="570" y="558"/>
                    </a:lnTo>
                    <a:lnTo>
                      <a:pt x="564" y="546"/>
                    </a:lnTo>
                    <a:lnTo>
                      <a:pt x="534" y="516"/>
                    </a:lnTo>
                    <a:lnTo>
                      <a:pt x="522" y="510"/>
                    </a:lnTo>
                    <a:lnTo>
                      <a:pt x="504" y="504"/>
                    </a:lnTo>
                    <a:lnTo>
                      <a:pt x="492" y="498"/>
                    </a:lnTo>
                    <a:lnTo>
                      <a:pt x="474" y="498"/>
                    </a:lnTo>
                    <a:lnTo>
                      <a:pt x="468" y="504"/>
                    </a:lnTo>
                    <a:lnTo>
                      <a:pt x="468" y="528"/>
                    </a:lnTo>
                    <a:lnTo>
                      <a:pt x="492" y="552"/>
                    </a:lnTo>
                    <a:lnTo>
                      <a:pt x="504" y="558"/>
                    </a:lnTo>
                    <a:close/>
                    <a:moveTo>
                      <a:pt x="462" y="666"/>
                    </a:moveTo>
                    <a:lnTo>
                      <a:pt x="474" y="750"/>
                    </a:lnTo>
                    <a:lnTo>
                      <a:pt x="486" y="672"/>
                    </a:lnTo>
                    <a:lnTo>
                      <a:pt x="462" y="618"/>
                    </a:lnTo>
                    <a:lnTo>
                      <a:pt x="438" y="618"/>
                    </a:lnTo>
                    <a:lnTo>
                      <a:pt x="462" y="666"/>
                    </a:lnTo>
                    <a:close/>
                    <a:moveTo>
                      <a:pt x="492" y="738"/>
                    </a:moveTo>
                    <a:lnTo>
                      <a:pt x="522" y="738"/>
                    </a:lnTo>
                    <a:lnTo>
                      <a:pt x="528" y="708"/>
                    </a:lnTo>
                    <a:lnTo>
                      <a:pt x="498" y="702"/>
                    </a:lnTo>
                    <a:lnTo>
                      <a:pt x="492" y="738"/>
                    </a:lnTo>
                    <a:close/>
                    <a:moveTo>
                      <a:pt x="570" y="660"/>
                    </a:moveTo>
                    <a:lnTo>
                      <a:pt x="546" y="648"/>
                    </a:lnTo>
                    <a:lnTo>
                      <a:pt x="528" y="630"/>
                    </a:lnTo>
                    <a:lnTo>
                      <a:pt x="528" y="624"/>
                    </a:lnTo>
                    <a:lnTo>
                      <a:pt x="522" y="618"/>
                    </a:lnTo>
                    <a:lnTo>
                      <a:pt x="486" y="618"/>
                    </a:lnTo>
                    <a:lnTo>
                      <a:pt x="492" y="660"/>
                    </a:lnTo>
                    <a:lnTo>
                      <a:pt x="510" y="654"/>
                    </a:lnTo>
                    <a:lnTo>
                      <a:pt x="522" y="678"/>
                    </a:lnTo>
                    <a:lnTo>
                      <a:pt x="570" y="714"/>
                    </a:lnTo>
                    <a:lnTo>
                      <a:pt x="570" y="660"/>
                    </a:lnTo>
                    <a:close/>
                    <a:moveTo>
                      <a:pt x="162" y="600"/>
                    </a:moveTo>
                    <a:lnTo>
                      <a:pt x="144" y="582"/>
                    </a:lnTo>
                    <a:lnTo>
                      <a:pt x="138" y="606"/>
                    </a:lnTo>
                    <a:lnTo>
                      <a:pt x="132" y="618"/>
                    </a:lnTo>
                    <a:lnTo>
                      <a:pt x="126" y="624"/>
                    </a:lnTo>
                    <a:lnTo>
                      <a:pt x="120" y="642"/>
                    </a:lnTo>
                    <a:lnTo>
                      <a:pt x="120" y="654"/>
                    </a:lnTo>
                    <a:lnTo>
                      <a:pt x="126" y="660"/>
                    </a:lnTo>
                    <a:lnTo>
                      <a:pt x="138" y="666"/>
                    </a:lnTo>
                    <a:lnTo>
                      <a:pt x="150" y="678"/>
                    </a:lnTo>
                    <a:lnTo>
                      <a:pt x="144" y="684"/>
                    </a:lnTo>
                    <a:lnTo>
                      <a:pt x="120" y="696"/>
                    </a:lnTo>
                    <a:lnTo>
                      <a:pt x="114" y="702"/>
                    </a:lnTo>
                    <a:lnTo>
                      <a:pt x="102" y="708"/>
                    </a:lnTo>
                    <a:lnTo>
                      <a:pt x="96" y="732"/>
                    </a:lnTo>
                    <a:lnTo>
                      <a:pt x="72" y="750"/>
                    </a:lnTo>
                    <a:lnTo>
                      <a:pt x="72" y="762"/>
                    </a:lnTo>
                    <a:lnTo>
                      <a:pt x="60" y="774"/>
                    </a:lnTo>
                    <a:lnTo>
                      <a:pt x="48" y="780"/>
                    </a:lnTo>
                    <a:lnTo>
                      <a:pt x="42" y="786"/>
                    </a:lnTo>
                    <a:lnTo>
                      <a:pt x="30" y="792"/>
                    </a:lnTo>
                    <a:lnTo>
                      <a:pt x="24" y="798"/>
                    </a:lnTo>
                    <a:lnTo>
                      <a:pt x="18" y="798"/>
                    </a:lnTo>
                    <a:lnTo>
                      <a:pt x="18" y="804"/>
                    </a:lnTo>
                    <a:lnTo>
                      <a:pt x="12" y="810"/>
                    </a:lnTo>
                    <a:lnTo>
                      <a:pt x="0" y="834"/>
                    </a:lnTo>
                    <a:lnTo>
                      <a:pt x="0" y="864"/>
                    </a:lnTo>
                    <a:lnTo>
                      <a:pt x="30" y="834"/>
                    </a:lnTo>
                    <a:lnTo>
                      <a:pt x="30" y="816"/>
                    </a:lnTo>
                    <a:lnTo>
                      <a:pt x="36" y="810"/>
                    </a:lnTo>
                    <a:lnTo>
                      <a:pt x="42" y="810"/>
                    </a:lnTo>
                    <a:lnTo>
                      <a:pt x="78" y="798"/>
                    </a:lnTo>
                    <a:lnTo>
                      <a:pt x="84" y="792"/>
                    </a:lnTo>
                    <a:lnTo>
                      <a:pt x="84" y="762"/>
                    </a:lnTo>
                    <a:lnTo>
                      <a:pt x="90" y="750"/>
                    </a:lnTo>
                    <a:lnTo>
                      <a:pt x="96" y="744"/>
                    </a:lnTo>
                    <a:lnTo>
                      <a:pt x="114" y="738"/>
                    </a:lnTo>
                    <a:lnTo>
                      <a:pt x="126" y="732"/>
                    </a:lnTo>
                    <a:lnTo>
                      <a:pt x="144" y="720"/>
                    </a:lnTo>
                    <a:lnTo>
                      <a:pt x="162" y="714"/>
                    </a:lnTo>
                    <a:lnTo>
                      <a:pt x="168" y="702"/>
                    </a:lnTo>
                    <a:lnTo>
                      <a:pt x="174" y="696"/>
                    </a:lnTo>
                    <a:lnTo>
                      <a:pt x="174" y="684"/>
                    </a:lnTo>
                    <a:lnTo>
                      <a:pt x="156" y="648"/>
                    </a:lnTo>
                    <a:lnTo>
                      <a:pt x="156" y="624"/>
                    </a:lnTo>
                    <a:lnTo>
                      <a:pt x="162" y="612"/>
                    </a:lnTo>
                    <a:lnTo>
                      <a:pt x="162" y="600"/>
                    </a:lnTo>
                    <a:close/>
                    <a:moveTo>
                      <a:pt x="330" y="1026"/>
                    </a:moveTo>
                    <a:lnTo>
                      <a:pt x="372" y="1056"/>
                    </a:lnTo>
                    <a:lnTo>
                      <a:pt x="372" y="1020"/>
                    </a:lnTo>
                    <a:lnTo>
                      <a:pt x="348" y="1002"/>
                    </a:lnTo>
                    <a:lnTo>
                      <a:pt x="330" y="1026"/>
                    </a:lnTo>
                    <a:close/>
                    <a:moveTo>
                      <a:pt x="660" y="840"/>
                    </a:moveTo>
                    <a:lnTo>
                      <a:pt x="660" y="816"/>
                    </a:lnTo>
                    <a:lnTo>
                      <a:pt x="654" y="804"/>
                    </a:lnTo>
                    <a:lnTo>
                      <a:pt x="654" y="792"/>
                    </a:lnTo>
                    <a:lnTo>
                      <a:pt x="642" y="780"/>
                    </a:lnTo>
                    <a:lnTo>
                      <a:pt x="630" y="774"/>
                    </a:lnTo>
                    <a:lnTo>
                      <a:pt x="600" y="744"/>
                    </a:lnTo>
                    <a:lnTo>
                      <a:pt x="588" y="738"/>
                    </a:lnTo>
                    <a:lnTo>
                      <a:pt x="582" y="738"/>
                    </a:lnTo>
                    <a:lnTo>
                      <a:pt x="576" y="744"/>
                    </a:lnTo>
                    <a:lnTo>
                      <a:pt x="582" y="750"/>
                    </a:lnTo>
                    <a:lnTo>
                      <a:pt x="588" y="762"/>
                    </a:lnTo>
                    <a:lnTo>
                      <a:pt x="594" y="768"/>
                    </a:lnTo>
                    <a:lnTo>
                      <a:pt x="606" y="774"/>
                    </a:lnTo>
                    <a:lnTo>
                      <a:pt x="606" y="786"/>
                    </a:lnTo>
                    <a:lnTo>
                      <a:pt x="600" y="786"/>
                    </a:lnTo>
                    <a:lnTo>
                      <a:pt x="588" y="792"/>
                    </a:lnTo>
                    <a:lnTo>
                      <a:pt x="570" y="792"/>
                    </a:lnTo>
                    <a:lnTo>
                      <a:pt x="558" y="798"/>
                    </a:lnTo>
                    <a:lnTo>
                      <a:pt x="546" y="798"/>
                    </a:lnTo>
                    <a:lnTo>
                      <a:pt x="546" y="828"/>
                    </a:lnTo>
                    <a:lnTo>
                      <a:pt x="528" y="828"/>
                    </a:lnTo>
                    <a:lnTo>
                      <a:pt x="522" y="846"/>
                    </a:lnTo>
                    <a:lnTo>
                      <a:pt x="498" y="864"/>
                    </a:lnTo>
                    <a:lnTo>
                      <a:pt x="492" y="864"/>
                    </a:lnTo>
                    <a:lnTo>
                      <a:pt x="486" y="858"/>
                    </a:lnTo>
                    <a:lnTo>
                      <a:pt x="474" y="852"/>
                    </a:lnTo>
                    <a:lnTo>
                      <a:pt x="462" y="852"/>
                    </a:lnTo>
                    <a:lnTo>
                      <a:pt x="450" y="846"/>
                    </a:lnTo>
                    <a:lnTo>
                      <a:pt x="438" y="858"/>
                    </a:lnTo>
                    <a:lnTo>
                      <a:pt x="432" y="870"/>
                    </a:lnTo>
                    <a:lnTo>
                      <a:pt x="420" y="882"/>
                    </a:lnTo>
                    <a:lnTo>
                      <a:pt x="414" y="894"/>
                    </a:lnTo>
                    <a:lnTo>
                      <a:pt x="408" y="900"/>
                    </a:lnTo>
                    <a:lnTo>
                      <a:pt x="408" y="906"/>
                    </a:lnTo>
                    <a:lnTo>
                      <a:pt x="408" y="900"/>
                    </a:lnTo>
                    <a:lnTo>
                      <a:pt x="396" y="888"/>
                    </a:lnTo>
                    <a:lnTo>
                      <a:pt x="384" y="888"/>
                    </a:lnTo>
                    <a:lnTo>
                      <a:pt x="378" y="900"/>
                    </a:lnTo>
                    <a:lnTo>
                      <a:pt x="378" y="912"/>
                    </a:lnTo>
                    <a:lnTo>
                      <a:pt x="372" y="924"/>
                    </a:lnTo>
                    <a:lnTo>
                      <a:pt x="366" y="930"/>
                    </a:lnTo>
                    <a:lnTo>
                      <a:pt x="360" y="942"/>
                    </a:lnTo>
                    <a:lnTo>
                      <a:pt x="384" y="960"/>
                    </a:lnTo>
                    <a:lnTo>
                      <a:pt x="402" y="942"/>
                    </a:lnTo>
                    <a:lnTo>
                      <a:pt x="414" y="966"/>
                    </a:lnTo>
                    <a:lnTo>
                      <a:pt x="420" y="960"/>
                    </a:lnTo>
                    <a:lnTo>
                      <a:pt x="432" y="954"/>
                    </a:lnTo>
                    <a:lnTo>
                      <a:pt x="450" y="936"/>
                    </a:lnTo>
                    <a:lnTo>
                      <a:pt x="462" y="930"/>
                    </a:lnTo>
                    <a:lnTo>
                      <a:pt x="474" y="930"/>
                    </a:lnTo>
                    <a:lnTo>
                      <a:pt x="498" y="954"/>
                    </a:lnTo>
                    <a:lnTo>
                      <a:pt x="510" y="960"/>
                    </a:lnTo>
                    <a:lnTo>
                      <a:pt x="492" y="978"/>
                    </a:lnTo>
                    <a:lnTo>
                      <a:pt x="492" y="990"/>
                    </a:lnTo>
                    <a:lnTo>
                      <a:pt x="510" y="1026"/>
                    </a:lnTo>
                    <a:lnTo>
                      <a:pt x="522" y="1044"/>
                    </a:lnTo>
                    <a:lnTo>
                      <a:pt x="534" y="1056"/>
                    </a:lnTo>
                    <a:lnTo>
                      <a:pt x="546" y="1062"/>
                    </a:lnTo>
                    <a:lnTo>
                      <a:pt x="558" y="1062"/>
                    </a:lnTo>
                    <a:lnTo>
                      <a:pt x="570" y="1068"/>
                    </a:lnTo>
                    <a:lnTo>
                      <a:pt x="582" y="1068"/>
                    </a:lnTo>
                    <a:lnTo>
                      <a:pt x="606" y="1050"/>
                    </a:lnTo>
                    <a:lnTo>
                      <a:pt x="606" y="1074"/>
                    </a:lnTo>
                    <a:lnTo>
                      <a:pt x="630" y="1074"/>
                    </a:lnTo>
                    <a:lnTo>
                      <a:pt x="630" y="1038"/>
                    </a:lnTo>
                    <a:lnTo>
                      <a:pt x="624" y="1032"/>
                    </a:lnTo>
                    <a:lnTo>
                      <a:pt x="606" y="996"/>
                    </a:lnTo>
                    <a:lnTo>
                      <a:pt x="606" y="984"/>
                    </a:lnTo>
                    <a:lnTo>
                      <a:pt x="612" y="972"/>
                    </a:lnTo>
                    <a:lnTo>
                      <a:pt x="624" y="960"/>
                    </a:lnTo>
                    <a:lnTo>
                      <a:pt x="654" y="1014"/>
                    </a:lnTo>
                    <a:lnTo>
                      <a:pt x="654" y="1008"/>
                    </a:lnTo>
                    <a:lnTo>
                      <a:pt x="660" y="1002"/>
                    </a:lnTo>
                    <a:lnTo>
                      <a:pt x="672" y="978"/>
                    </a:lnTo>
                    <a:lnTo>
                      <a:pt x="678" y="960"/>
                    </a:lnTo>
                    <a:lnTo>
                      <a:pt x="678" y="936"/>
                    </a:lnTo>
                    <a:lnTo>
                      <a:pt x="672" y="918"/>
                    </a:lnTo>
                    <a:lnTo>
                      <a:pt x="666" y="912"/>
                    </a:lnTo>
                    <a:lnTo>
                      <a:pt x="660" y="900"/>
                    </a:lnTo>
                    <a:lnTo>
                      <a:pt x="660" y="840"/>
                    </a:lnTo>
                    <a:close/>
                    <a:moveTo>
                      <a:pt x="330" y="384"/>
                    </a:moveTo>
                    <a:lnTo>
                      <a:pt x="348" y="384"/>
                    </a:lnTo>
                    <a:lnTo>
                      <a:pt x="354" y="390"/>
                    </a:lnTo>
                    <a:lnTo>
                      <a:pt x="366" y="396"/>
                    </a:lnTo>
                    <a:lnTo>
                      <a:pt x="366" y="408"/>
                    </a:lnTo>
                    <a:lnTo>
                      <a:pt x="372" y="420"/>
                    </a:lnTo>
                    <a:lnTo>
                      <a:pt x="384" y="438"/>
                    </a:lnTo>
                    <a:lnTo>
                      <a:pt x="396" y="450"/>
                    </a:lnTo>
                    <a:lnTo>
                      <a:pt x="414" y="462"/>
                    </a:lnTo>
                    <a:lnTo>
                      <a:pt x="432" y="462"/>
                    </a:lnTo>
                    <a:lnTo>
                      <a:pt x="444" y="438"/>
                    </a:lnTo>
                    <a:lnTo>
                      <a:pt x="444" y="426"/>
                    </a:lnTo>
                    <a:lnTo>
                      <a:pt x="432" y="402"/>
                    </a:lnTo>
                    <a:lnTo>
                      <a:pt x="420" y="396"/>
                    </a:lnTo>
                    <a:lnTo>
                      <a:pt x="408" y="396"/>
                    </a:lnTo>
                    <a:lnTo>
                      <a:pt x="408" y="390"/>
                    </a:lnTo>
                    <a:lnTo>
                      <a:pt x="414" y="384"/>
                    </a:lnTo>
                    <a:lnTo>
                      <a:pt x="414" y="378"/>
                    </a:lnTo>
                    <a:lnTo>
                      <a:pt x="420" y="372"/>
                    </a:lnTo>
                    <a:lnTo>
                      <a:pt x="408" y="372"/>
                    </a:lnTo>
                    <a:lnTo>
                      <a:pt x="396" y="366"/>
                    </a:lnTo>
                    <a:lnTo>
                      <a:pt x="390" y="360"/>
                    </a:lnTo>
                    <a:lnTo>
                      <a:pt x="372" y="360"/>
                    </a:lnTo>
                    <a:lnTo>
                      <a:pt x="366" y="366"/>
                    </a:lnTo>
                    <a:lnTo>
                      <a:pt x="354" y="372"/>
                    </a:lnTo>
                    <a:lnTo>
                      <a:pt x="342" y="360"/>
                    </a:lnTo>
                    <a:lnTo>
                      <a:pt x="330" y="354"/>
                    </a:lnTo>
                    <a:lnTo>
                      <a:pt x="312" y="354"/>
                    </a:lnTo>
                    <a:lnTo>
                      <a:pt x="300" y="366"/>
                    </a:lnTo>
                    <a:lnTo>
                      <a:pt x="288" y="372"/>
                    </a:lnTo>
                    <a:lnTo>
                      <a:pt x="282" y="372"/>
                    </a:lnTo>
                    <a:lnTo>
                      <a:pt x="264" y="354"/>
                    </a:lnTo>
                    <a:lnTo>
                      <a:pt x="258" y="342"/>
                    </a:lnTo>
                    <a:lnTo>
                      <a:pt x="258" y="252"/>
                    </a:lnTo>
                    <a:lnTo>
                      <a:pt x="270" y="228"/>
                    </a:lnTo>
                    <a:lnTo>
                      <a:pt x="270" y="222"/>
                    </a:lnTo>
                    <a:lnTo>
                      <a:pt x="288" y="204"/>
                    </a:lnTo>
                    <a:lnTo>
                      <a:pt x="288" y="174"/>
                    </a:lnTo>
                    <a:lnTo>
                      <a:pt x="276" y="150"/>
                    </a:lnTo>
                    <a:lnTo>
                      <a:pt x="276" y="126"/>
                    </a:lnTo>
                    <a:lnTo>
                      <a:pt x="282" y="108"/>
                    </a:lnTo>
                    <a:lnTo>
                      <a:pt x="282" y="72"/>
                    </a:lnTo>
                    <a:lnTo>
                      <a:pt x="264" y="54"/>
                    </a:lnTo>
                    <a:lnTo>
                      <a:pt x="264" y="36"/>
                    </a:lnTo>
                    <a:lnTo>
                      <a:pt x="258" y="30"/>
                    </a:lnTo>
                    <a:lnTo>
                      <a:pt x="258" y="6"/>
                    </a:lnTo>
                    <a:lnTo>
                      <a:pt x="252" y="0"/>
                    </a:lnTo>
                    <a:lnTo>
                      <a:pt x="240" y="0"/>
                    </a:lnTo>
                    <a:lnTo>
                      <a:pt x="234" y="6"/>
                    </a:lnTo>
                    <a:lnTo>
                      <a:pt x="234" y="12"/>
                    </a:lnTo>
                    <a:lnTo>
                      <a:pt x="228" y="18"/>
                    </a:lnTo>
                    <a:lnTo>
                      <a:pt x="216" y="24"/>
                    </a:lnTo>
                    <a:lnTo>
                      <a:pt x="204" y="24"/>
                    </a:lnTo>
                    <a:lnTo>
                      <a:pt x="192" y="18"/>
                    </a:lnTo>
                    <a:lnTo>
                      <a:pt x="186" y="12"/>
                    </a:lnTo>
                    <a:lnTo>
                      <a:pt x="174" y="12"/>
                    </a:lnTo>
                    <a:lnTo>
                      <a:pt x="162" y="18"/>
                    </a:lnTo>
                    <a:lnTo>
                      <a:pt x="162" y="36"/>
                    </a:lnTo>
                    <a:lnTo>
                      <a:pt x="156" y="42"/>
                    </a:lnTo>
                    <a:lnTo>
                      <a:pt x="156" y="48"/>
                    </a:lnTo>
                    <a:lnTo>
                      <a:pt x="144" y="72"/>
                    </a:lnTo>
                    <a:lnTo>
                      <a:pt x="132" y="84"/>
                    </a:lnTo>
                    <a:lnTo>
                      <a:pt x="132" y="96"/>
                    </a:lnTo>
                    <a:lnTo>
                      <a:pt x="138" y="102"/>
                    </a:lnTo>
                    <a:lnTo>
                      <a:pt x="144" y="114"/>
                    </a:lnTo>
                    <a:lnTo>
                      <a:pt x="150" y="132"/>
                    </a:lnTo>
                    <a:lnTo>
                      <a:pt x="156" y="138"/>
                    </a:lnTo>
                    <a:lnTo>
                      <a:pt x="156" y="150"/>
                    </a:lnTo>
                    <a:lnTo>
                      <a:pt x="150" y="162"/>
                    </a:lnTo>
                    <a:lnTo>
                      <a:pt x="150" y="168"/>
                    </a:lnTo>
                    <a:lnTo>
                      <a:pt x="144" y="174"/>
                    </a:lnTo>
                    <a:lnTo>
                      <a:pt x="138" y="186"/>
                    </a:lnTo>
                    <a:lnTo>
                      <a:pt x="138" y="198"/>
                    </a:lnTo>
                    <a:lnTo>
                      <a:pt x="150" y="210"/>
                    </a:lnTo>
                    <a:lnTo>
                      <a:pt x="150" y="216"/>
                    </a:lnTo>
                    <a:lnTo>
                      <a:pt x="144" y="222"/>
                    </a:lnTo>
                    <a:lnTo>
                      <a:pt x="138" y="222"/>
                    </a:lnTo>
                    <a:lnTo>
                      <a:pt x="126" y="228"/>
                    </a:lnTo>
                    <a:lnTo>
                      <a:pt x="120" y="228"/>
                    </a:lnTo>
                    <a:lnTo>
                      <a:pt x="120" y="210"/>
                    </a:lnTo>
                    <a:lnTo>
                      <a:pt x="114" y="204"/>
                    </a:lnTo>
                    <a:lnTo>
                      <a:pt x="114" y="252"/>
                    </a:lnTo>
                    <a:lnTo>
                      <a:pt x="150" y="306"/>
                    </a:lnTo>
                    <a:lnTo>
                      <a:pt x="174" y="330"/>
                    </a:lnTo>
                    <a:lnTo>
                      <a:pt x="186" y="348"/>
                    </a:lnTo>
                    <a:lnTo>
                      <a:pt x="204" y="384"/>
                    </a:lnTo>
                    <a:lnTo>
                      <a:pt x="216" y="402"/>
                    </a:lnTo>
                    <a:lnTo>
                      <a:pt x="228" y="408"/>
                    </a:lnTo>
                    <a:lnTo>
                      <a:pt x="252" y="408"/>
                    </a:lnTo>
                    <a:lnTo>
                      <a:pt x="258" y="396"/>
                    </a:lnTo>
                    <a:lnTo>
                      <a:pt x="270" y="390"/>
                    </a:lnTo>
                    <a:lnTo>
                      <a:pt x="276" y="384"/>
                    </a:lnTo>
                    <a:lnTo>
                      <a:pt x="288" y="384"/>
                    </a:lnTo>
                    <a:lnTo>
                      <a:pt x="294" y="396"/>
                    </a:lnTo>
                    <a:lnTo>
                      <a:pt x="306" y="402"/>
                    </a:lnTo>
                    <a:lnTo>
                      <a:pt x="324" y="420"/>
                    </a:lnTo>
                    <a:lnTo>
                      <a:pt x="342" y="420"/>
                    </a:lnTo>
                    <a:lnTo>
                      <a:pt x="342" y="402"/>
                    </a:lnTo>
                    <a:lnTo>
                      <a:pt x="336" y="396"/>
                    </a:lnTo>
                    <a:lnTo>
                      <a:pt x="330" y="384"/>
                    </a:lnTo>
                    <a:close/>
                    <a:moveTo>
                      <a:pt x="258" y="432"/>
                    </a:moveTo>
                    <a:lnTo>
                      <a:pt x="246" y="426"/>
                    </a:lnTo>
                    <a:lnTo>
                      <a:pt x="204" y="426"/>
                    </a:lnTo>
                    <a:lnTo>
                      <a:pt x="234" y="468"/>
                    </a:lnTo>
                    <a:lnTo>
                      <a:pt x="258" y="534"/>
                    </a:lnTo>
                    <a:lnTo>
                      <a:pt x="270" y="528"/>
                    </a:lnTo>
                    <a:lnTo>
                      <a:pt x="276" y="516"/>
                    </a:lnTo>
                    <a:lnTo>
                      <a:pt x="282" y="510"/>
                    </a:lnTo>
                    <a:lnTo>
                      <a:pt x="282" y="486"/>
                    </a:lnTo>
                    <a:lnTo>
                      <a:pt x="276" y="480"/>
                    </a:lnTo>
                    <a:lnTo>
                      <a:pt x="270" y="468"/>
                    </a:lnTo>
                    <a:lnTo>
                      <a:pt x="270" y="450"/>
                    </a:lnTo>
                    <a:lnTo>
                      <a:pt x="264" y="438"/>
                    </a:lnTo>
                    <a:lnTo>
                      <a:pt x="258" y="432"/>
                    </a:lnTo>
                    <a:close/>
                    <a:moveTo>
                      <a:pt x="330" y="648"/>
                    </a:moveTo>
                    <a:lnTo>
                      <a:pt x="336" y="660"/>
                    </a:lnTo>
                    <a:lnTo>
                      <a:pt x="354" y="678"/>
                    </a:lnTo>
                    <a:lnTo>
                      <a:pt x="360" y="672"/>
                    </a:lnTo>
                    <a:lnTo>
                      <a:pt x="372" y="666"/>
                    </a:lnTo>
                    <a:lnTo>
                      <a:pt x="378" y="660"/>
                    </a:lnTo>
                    <a:lnTo>
                      <a:pt x="384" y="660"/>
                    </a:lnTo>
                    <a:lnTo>
                      <a:pt x="390" y="666"/>
                    </a:lnTo>
                    <a:lnTo>
                      <a:pt x="390" y="696"/>
                    </a:lnTo>
                    <a:lnTo>
                      <a:pt x="402" y="708"/>
                    </a:lnTo>
                    <a:lnTo>
                      <a:pt x="396" y="720"/>
                    </a:lnTo>
                    <a:lnTo>
                      <a:pt x="390" y="726"/>
                    </a:lnTo>
                    <a:lnTo>
                      <a:pt x="372" y="762"/>
                    </a:lnTo>
                    <a:lnTo>
                      <a:pt x="372" y="786"/>
                    </a:lnTo>
                    <a:lnTo>
                      <a:pt x="378" y="792"/>
                    </a:lnTo>
                    <a:lnTo>
                      <a:pt x="384" y="804"/>
                    </a:lnTo>
                    <a:lnTo>
                      <a:pt x="396" y="804"/>
                    </a:lnTo>
                    <a:lnTo>
                      <a:pt x="408" y="798"/>
                    </a:lnTo>
                    <a:lnTo>
                      <a:pt x="420" y="798"/>
                    </a:lnTo>
                    <a:lnTo>
                      <a:pt x="432" y="792"/>
                    </a:lnTo>
                    <a:lnTo>
                      <a:pt x="438" y="786"/>
                    </a:lnTo>
                    <a:lnTo>
                      <a:pt x="438" y="768"/>
                    </a:lnTo>
                    <a:lnTo>
                      <a:pt x="432" y="756"/>
                    </a:lnTo>
                    <a:lnTo>
                      <a:pt x="426" y="738"/>
                    </a:lnTo>
                    <a:lnTo>
                      <a:pt x="426" y="726"/>
                    </a:lnTo>
                    <a:lnTo>
                      <a:pt x="432" y="714"/>
                    </a:lnTo>
                    <a:lnTo>
                      <a:pt x="444" y="678"/>
                    </a:lnTo>
                    <a:lnTo>
                      <a:pt x="444" y="660"/>
                    </a:lnTo>
                    <a:lnTo>
                      <a:pt x="438" y="648"/>
                    </a:lnTo>
                    <a:lnTo>
                      <a:pt x="432" y="642"/>
                    </a:lnTo>
                    <a:lnTo>
                      <a:pt x="426" y="642"/>
                    </a:lnTo>
                    <a:lnTo>
                      <a:pt x="414" y="654"/>
                    </a:lnTo>
                    <a:lnTo>
                      <a:pt x="402" y="660"/>
                    </a:lnTo>
                    <a:lnTo>
                      <a:pt x="396" y="660"/>
                    </a:lnTo>
                    <a:lnTo>
                      <a:pt x="396" y="648"/>
                    </a:lnTo>
                    <a:lnTo>
                      <a:pt x="408" y="624"/>
                    </a:lnTo>
                    <a:lnTo>
                      <a:pt x="408" y="612"/>
                    </a:lnTo>
                    <a:lnTo>
                      <a:pt x="414" y="600"/>
                    </a:lnTo>
                    <a:lnTo>
                      <a:pt x="414" y="594"/>
                    </a:lnTo>
                    <a:lnTo>
                      <a:pt x="408" y="588"/>
                    </a:lnTo>
                    <a:lnTo>
                      <a:pt x="372" y="570"/>
                    </a:lnTo>
                    <a:lnTo>
                      <a:pt x="366" y="564"/>
                    </a:lnTo>
                    <a:lnTo>
                      <a:pt x="330" y="564"/>
                    </a:lnTo>
                    <a:lnTo>
                      <a:pt x="324" y="570"/>
                    </a:lnTo>
                    <a:lnTo>
                      <a:pt x="324" y="576"/>
                    </a:lnTo>
                    <a:lnTo>
                      <a:pt x="330" y="582"/>
                    </a:lnTo>
                    <a:lnTo>
                      <a:pt x="336" y="582"/>
                    </a:lnTo>
                    <a:lnTo>
                      <a:pt x="342" y="594"/>
                    </a:lnTo>
                    <a:lnTo>
                      <a:pt x="342" y="600"/>
                    </a:lnTo>
                    <a:lnTo>
                      <a:pt x="336" y="606"/>
                    </a:lnTo>
                    <a:lnTo>
                      <a:pt x="336" y="618"/>
                    </a:lnTo>
                    <a:lnTo>
                      <a:pt x="330" y="630"/>
                    </a:lnTo>
                    <a:lnTo>
                      <a:pt x="330" y="648"/>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47" name="Nepal" descr="© INSCALE GmbH, 05.05.2010&#10;http://www.presentationload.com/">
                <a:extLst>
                  <a:ext uri="{FF2B5EF4-FFF2-40B4-BE49-F238E27FC236}">
                    <a16:creationId xmlns:a16="http://schemas.microsoft.com/office/drawing/2014/main" id="{1131C148-FF66-1321-5919-FAA42879161C}"/>
                  </a:ext>
                </a:extLst>
              </p:cNvPr>
              <p:cNvSpPr>
                <a:spLocks/>
              </p:cNvSpPr>
              <p:nvPr/>
            </p:nvSpPr>
            <p:spPr bwMode="gray">
              <a:xfrm>
                <a:off x="4054" y="1946"/>
                <a:ext cx="149" cy="83"/>
              </a:xfrm>
              <a:custGeom>
                <a:avLst/>
                <a:gdLst>
                  <a:gd name="T0" fmla="*/ 2147483647 w 588"/>
                  <a:gd name="T1" fmla="*/ 2147483647 h 330"/>
                  <a:gd name="T2" fmla="*/ 2147483647 w 588"/>
                  <a:gd name="T3" fmla="*/ 2147483647 h 330"/>
                  <a:gd name="T4" fmla="*/ 2147483647 w 588"/>
                  <a:gd name="T5" fmla="*/ 2147483647 h 330"/>
                  <a:gd name="T6" fmla="*/ 2147483647 w 588"/>
                  <a:gd name="T7" fmla="*/ 2147483647 h 330"/>
                  <a:gd name="T8" fmla="*/ 2147483647 w 588"/>
                  <a:gd name="T9" fmla="*/ 2147483647 h 330"/>
                  <a:gd name="T10" fmla="*/ 2147483647 w 588"/>
                  <a:gd name="T11" fmla="*/ 2147483647 h 330"/>
                  <a:gd name="T12" fmla="*/ 2147483647 w 588"/>
                  <a:gd name="T13" fmla="*/ 2147483647 h 330"/>
                  <a:gd name="T14" fmla="*/ 2147483647 w 588"/>
                  <a:gd name="T15" fmla="*/ 2147483647 h 330"/>
                  <a:gd name="T16" fmla="*/ 2147483647 w 588"/>
                  <a:gd name="T17" fmla="*/ 2147483647 h 330"/>
                  <a:gd name="T18" fmla="*/ 2147483647 w 588"/>
                  <a:gd name="T19" fmla="*/ 2147483647 h 330"/>
                  <a:gd name="T20" fmla="*/ 2147483647 w 588"/>
                  <a:gd name="T21" fmla="*/ 2147483647 h 330"/>
                  <a:gd name="T22" fmla="*/ 2147483647 w 588"/>
                  <a:gd name="T23" fmla="*/ 2147483647 h 330"/>
                  <a:gd name="T24" fmla="*/ 2147483647 w 588"/>
                  <a:gd name="T25" fmla="*/ 2147483647 h 330"/>
                  <a:gd name="T26" fmla="*/ 2147483647 w 588"/>
                  <a:gd name="T27" fmla="*/ 2147483647 h 330"/>
                  <a:gd name="T28" fmla="*/ 2147483647 w 588"/>
                  <a:gd name="T29" fmla="*/ 2147483647 h 330"/>
                  <a:gd name="T30" fmla="*/ 2147483647 w 588"/>
                  <a:gd name="T31" fmla="*/ 2147483647 h 330"/>
                  <a:gd name="T32" fmla="*/ 2147483647 w 588"/>
                  <a:gd name="T33" fmla="*/ 2147483647 h 330"/>
                  <a:gd name="T34" fmla="*/ 2147483647 w 588"/>
                  <a:gd name="T35" fmla="*/ 2147483647 h 330"/>
                  <a:gd name="T36" fmla="*/ 2147483647 w 588"/>
                  <a:gd name="T37" fmla="*/ 2147483647 h 330"/>
                  <a:gd name="T38" fmla="*/ 2147483647 w 588"/>
                  <a:gd name="T39" fmla="*/ 2147483647 h 330"/>
                  <a:gd name="T40" fmla="*/ 2147483647 w 588"/>
                  <a:gd name="T41" fmla="*/ 2147483647 h 330"/>
                  <a:gd name="T42" fmla="*/ 2147483647 w 588"/>
                  <a:gd name="T43" fmla="*/ 2147483647 h 330"/>
                  <a:gd name="T44" fmla="*/ 2147483647 w 588"/>
                  <a:gd name="T45" fmla="*/ 2147483647 h 330"/>
                  <a:gd name="T46" fmla="*/ 2147483647 w 588"/>
                  <a:gd name="T47" fmla="*/ 2147483647 h 330"/>
                  <a:gd name="T48" fmla="*/ 2147483647 w 588"/>
                  <a:gd name="T49" fmla="*/ 2147483647 h 330"/>
                  <a:gd name="T50" fmla="*/ 2147483647 w 588"/>
                  <a:gd name="T51" fmla="*/ 2147483647 h 330"/>
                  <a:gd name="T52" fmla="*/ 2147483647 w 588"/>
                  <a:gd name="T53" fmla="*/ 2147483647 h 330"/>
                  <a:gd name="T54" fmla="*/ 2147483647 w 588"/>
                  <a:gd name="T55" fmla="*/ 2147483647 h 330"/>
                  <a:gd name="T56" fmla="*/ 2147483647 w 588"/>
                  <a:gd name="T57" fmla="*/ 2147483647 h 330"/>
                  <a:gd name="T58" fmla="*/ 2147483647 w 588"/>
                  <a:gd name="T59" fmla="*/ 2147483647 h 330"/>
                  <a:gd name="T60" fmla="*/ 2147483647 w 588"/>
                  <a:gd name="T61" fmla="*/ 2147483647 h 330"/>
                  <a:gd name="T62" fmla="*/ 2147483647 w 588"/>
                  <a:gd name="T63" fmla="*/ 2147483647 h 330"/>
                  <a:gd name="T64" fmla="*/ 2147483647 w 588"/>
                  <a:gd name="T65" fmla="*/ 2147483647 h 330"/>
                  <a:gd name="T66" fmla="*/ 2147483647 w 588"/>
                  <a:gd name="T67" fmla="*/ 2147483647 h 330"/>
                  <a:gd name="T68" fmla="*/ 2147483647 w 588"/>
                  <a:gd name="T69" fmla="*/ 2147483647 h 330"/>
                  <a:gd name="T70" fmla="*/ 2147483647 w 588"/>
                  <a:gd name="T71" fmla="*/ 0 h 330"/>
                  <a:gd name="T72" fmla="*/ 2147483647 w 588"/>
                  <a:gd name="T73" fmla="*/ 2147483647 h 330"/>
                  <a:gd name="T74" fmla="*/ 2147483647 w 588"/>
                  <a:gd name="T75" fmla="*/ 2147483647 h 330"/>
                  <a:gd name="T76" fmla="*/ 2147483647 w 588"/>
                  <a:gd name="T77" fmla="*/ 2147483647 h 330"/>
                  <a:gd name="T78" fmla="*/ 2147483647 w 588"/>
                  <a:gd name="T79" fmla="*/ 2147483647 h 330"/>
                  <a:gd name="T80" fmla="*/ 2147483647 w 588"/>
                  <a:gd name="T81" fmla="*/ 2147483647 h 330"/>
                  <a:gd name="T82" fmla="*/ 2147483647 w 588"/>
                  <a:gd name="T83" fmla="*/ 2147483647 h 330"/>
                  <a:gd name="T84" fmla="*/ 0 w 588"/>
                  <a:gd name="T85" fmla="*/ 2147483647 h 330"/>
                  <a:gd name="T86" fmla="*/ 2147483647 w 588"/>
                  <a:gd name="T87" fmla="*/ 2147483647 h 330"/>
                  <a:gd name="T88" fmla="*/ 2147483647 w 588"/>
                  <a:gd name="T89" fmla="*/ 2147483647 h 330"/>
                  <a:gd name="T90" fmla="*/ 2147483647 w 588"/>
                  <a:gd name="T91" fmla="*/ 2147483647 h 330"/>
                  <a:gd name="T92" fmla="*/ 2147483647 w 588"/>
                  <a:gd name="T93" fmla="*/ 2147483647 h 330"/>
                  <a:gd name="T94" fmla="*/ 2147483647 w 588"/>
                  <a:gd name="T95" fmla="*/ 2147483647 h 330"/>
                  <a:gd name="T96" fmla="*/ 2147483647 w 588"/>
                  <a:gd name="T97" fmla="*/ 2147483647 h 330"/>
                  <a:gd name="T98" fmla="*/ 2147483647 w 588"/>
                  <a:gd name="T99" fmla="*/ 2147483647 h 330"/>
                  <a:gd name="T100" fmla="*/ 2147483647 w 588"/>
                  <a:gd name="T101" fmla="*/ 2147483647 h 330"/>
                  <a:gd name="T102" fmla="*/ 2147483647 w 588"/>
                  <a:gd name="T103" fmla="*/ 2147483647 h 330"/>
                  <a:gd name="T104" fmla="*/ 2147483647 w 588"/>
                  <a:gd name="T105" fmla="*/ 2147483647 h 330"/>
                  <a:gd name="T106" fmla="*/ 2147483647 w 588"/>
                  <a:gd name="T107" fmla="*/ 2147483647 h 330"/>
                  <a:gd name="T108" fmla="*/ 2147483647 w 588"/>
                  <a:gd name="T109" fmla="*/ 2147483647 h 33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588"/>
                  <a:gd name="T166" fmla="*/ 0 h 330"/>
                  <a:gd name="T167" fmla="*/ 588 w 588"/>
                  <a:gd name="T168" fmla="*/ 330 h 330"/>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588" h="330">
                    <a:moveTo>
                      <a:pt x="294" y="234"/>
                    </a:moveTo>
                    <a:lnTo>
                      <a:pt x="306" y="246"/>
                    </a:lnTo>
                    <a:lnTo>
                      <a:pt x="306" y="252"/>
                    </a:lnTo>
                    <a:lnTo>
                      <a:pt x="330" y="252"/>
                    </a:lnTo>
                    <a:lnTo>
                      <a:pt x="384" y="306"/>
                    </a:lnTo>
                    <a:lnTo>
                      <a:pt x="402" y="294"/>
                    </a:lnTo>
                    <a:lnTo>
                      <a:pt x="432" y="312"/>
                    </a:lnTo>
                    <a:lnTo>
                      <a:pt x="438" y="306"/>
                    </a:lnTo>
                    <a:lnTo>
                      <a:pt x="456" y="306"/>
                    </a:lnTo>
                    <a:lnTo>
                      <a:pt x="474" y="312"/>
                    </a:lnTo>
                    <a:lnTo>
                      <a:pt x="486" y="318"/>
                    </a:lnTo>
                    <a:lnTo>
                      <a:pt x="492" y="330"/>
                    </a:lnTo>
                    <a:lnTo>
                      <a:pt x="498" y="318"/>
                    </a:lnTo>
                    <a:lnTo>
                      <a:pt x="510" y="312"/>
                    </a:lnTo>
                    <a:lnTo>
                      <a:pt x="516" y="312"/>
                    </a:lnTo>
                    <a:lnTo>
                      <a:pt x="522" y="318"/>
                    </a:lnTo>
                    <a:lnTo>
                      <a:pt x="522" y="330"/>
                    </a:lnTo>
                    <a:lnTo>
                      <a:pt x="588" y="330"/>
                    </a:lnTo>
                    <a:lnTo>
                      <a:pt x="588" y="294"/>
                    </a:lnTo>
                    <a:lnTo>
                      <a:pt x="576" y="270"/>
                    </a:lnTo>
                    <a:lnTo>
                      <a:pt x="576" y="222"/>
                    </a:lnTo>
                    <a:lnTo>
                      <a:pt x="564" y="204"/>
                    </a:lnTo>
                    <a:lnTo>
                      <a:pt x="540" y="216"/>
                    </a:lnTo>
                    <a:lnTo>
                      <a:pt x="522" y="216"/>
                    </a:lnTo>
                    <a:lnTo>
                      <a:pt x="498" y="204"/>
                    </a:lnTo>
                    <a:lnTo>
                      <a:pt x="480" y="198"/>
                    </a:lnTo>
                    <a:lnTo>
                      <a:pt x="474" y="192"/>
                    </a:lnTo>
                    <a:lnTo>
                      <a:pt x="462" y="186"/>
                    </a:lnTo>
                    <a:lnTo>
                      <a:pt x="462" y="192"/>
                    </a:lnTo>
                    <a:lnTo>
                      <a:pt x="456" y="198"/>
                    </a:lnTo>
                    <a:lnTo>
                      <a:pt x="438" y="198"/>
                    </a:lnTo>
                    <a:lnTo>
                      <a:pt x="432" y="192"/>
                    </a:lnTo>
                    <a:lnTo>
                      <a:pt x="432" y="180"/>
                    </a:lnTo>
                    <a:lnTo>
                      <a:pt x="432" y="186"/>
                    </a:lnTo>
                    <a:lnTo>
                      <a:pt x="420" y="198"/>
                    </a:lnTo>
                    <a:lnTo>
                      <a:pt x="408" y="198"/>
                    </a:lnTo>
                    <a:lnTo>
                      <a:pt x="402" y="192"/>
                    </a:lnTo>
                    <a:lnTo>
                      <a:pt x="402" y="174"/>
                    </a:lnTo>
                    <a:lnTo>
                      <a:pt x="396" y="174"/>
                    </a:lnTo>
                    <a:lnTo>
                      <a:pt x="390" y="180"/>
                    </a:lnTo>
                    <a:lnTo>
                      <a:pt x="378" y="180"/>
                    </a:lnTo>
                    <a:lnTo>
                      <a:pt x="360" y="174"/>
                    </a:lnTo>
                    <a:lnTo>
                      <a:pt x="354" y="168"/>
                    </a:lnTo>
                    <a:lnTo>
                      <a:pt x="348" y="168"/>
                    </a:lnTo>
                    <a:lnTo>
                      <a:pt x="348" y="162"/>
                    </a:lnTo>
                    <a:lnTo>
                      <a:pt x="354" y="156"/>
                    </a:lnTo>
                    <a:lnTo>
                      <a:pt x="354" y="150"/>
                    </a:lnTo>
                    <a:lnTo>
                      <a:pt x="348" y="144"/>
                    </a:lnTo>
                    <a:lnTo>
                      <a:pt x="342" y="144"/>
                    </a:lnTo>
                    <a:lnTo>
                      <a:pt x="330" y="150"/>
                    </a:lnTo>
                    <a:lnTo>
                      <a:pt x="324" y="156"/>
                    </a:lnTo>
                    <a:lnTo>
                      <a:pt x="312" y="150"/>
                    </a:lnTo>
                    <a:lnTo>
                      <a:pt x="282" y="120"/>
                    </a:lnTo>
                    <a:lnTo>
                      <a:pt x="282" y="102"/>
                    </a:lnTo>
                    <a:lnTo>
                      <a:pt x="276" y="90"/>
                    </a:lnTo>
                    <a:lnTo>
                      <a:pt x="270" y="84"/>
                    </a:lnTo>
                    <a:lnTo>
                      <a:pt x="258" y="84"/>
                    </a:lnTo>
                    <a:lnTo>
                      <a:pt x="252" y="96"/>
                    </a:lnTo>
                    <a:lnTo>
                      <a:pt x="246" y="102"/>
                    </a:lnTo>
                    <a:lnTo>
                      <a:pt x="246" y="108"/>
                    </a:lnTo>
                    <a:lnTo>
                      <a:pt x="234" y="108"/>
                    </a:lnTo>
                    <a:lnTo>
                      <a:pt x="234" y="96"/>
                    </a:lnTo>
                    <a:lnTo>
                      <a:pt x="228" y="90"/>
                    </a:lnTo>
                    <a:lnTo>
                      <a:pt x="222" y="78"/>
                    </a:lnTo>
                    <a:lnTo>
                      <a:pt x="216" y="72"/>
                    </a:lnTo>
                    <a:lnTo>
                      <a:pt x="210" y="60"/>
                    </a:lnTo>
                    <a:lnTo>
                      <a:pt x="168" y="54"/>
                    </a:lnTo>
                    <a:lnTo>
                      <a:pt x="150" y="36"/>
                    </a:lnTo>
                    <a:lnTo>
                      <a:pt x="138" y="30"/>
                    </a:lnTo>
                    <a:lnTo>
                      <a:pt x="132" y="18"/>
                    </a:lnTo>
                    <a:lnTo>
                      <a:pt x="120" y="6"/>
                    </a:lnTo>
                    <a:lnTo>
                      <a:pt x="108" y="0"/>
                    </a:lnTo>
                    <a:lnTo>
                      <a:pt x="96" y="0"/>
                    </a:lnTo>
                    <a:lnTo>
                      <a:pt x="84" y="6"/>
                    </a:lnTo>
                    <a:lnTo>
                      <a:pt x="78" y="12"/>
                    </a:lnTo>
                    <a:lnTo>
                      <a:pt x="54" y="30"/>
                    </a:lnTo>
                    <a:lnTo>
                      <a:pt x="36" y="12"/>
                    </a:lnTo>
                    <a:lnTo>
                      <a:pt x="30" y="36"/>
                    </a:lnTo>
                    <a:lnTo>
                      <a:pt x="6" y="60"/>
                    </a:lnTo>
                    <a:lnTo>
                      <a:pt x="12" y="72"/>
                    </a:lnTo>
                    <a:lnTo>
                      <a:pt x="6" y="78"/>
                    </a:lnTo>
                    <a:lnTo>
                      <a:pt x="6" y="84"/>
                    </a:lnTo>
                    <a:lnTo>
                      <a:pt x="18" y="96"/>
                    </a:lnTo>
                    <a:lnTo>
                      <a:pt x="12" y="96"/>
                    </a:lnTo>
                    <a:lnTo>
                      <a:pt x="0" y="108"/>
                    </a:lnTo>
                    <a:lnTo>
                      <a:pt x="0" y="120"/>
                    </a:lnTo>
                    <a:lnTo>
                      <a:pt x="30" y="150"/>
                    </a:lnTo>
                    <a:lnTo>
                      <a:pt x="42" y="144"/>
                    </a:lnTo>
                    <a:lnTo>
                      <a:pt x="60" y="168"/>
                    </a:lnTo>
                    <a:lnTo>
                      <a:pt x="84" y="168"/>
                    </a:lnTo>
                    <a:lnTo>
                      <a:pt x="96" y="186"/>
                    </a:lnTo>
                    <a:lnTo>
                      <a:pt x="138" y="204"/>
                    </a:lnTo>
                    <a:lnTo>
                      <a:pt x="150" y="204"/>
                    </a:lnTo>
                    <a:lnTo>
                      <a:pt x="156" y="210"/>
                    </a:lnTo>
                    <a:lnTo>
                      <a:pt x="162" y="222"/>
                    </a:lnTo>
                    <a:lnTo>
                      <a:pt x="168" y="228"/>
                    </a:lnTo>
                    <a:lnTo>
                      <a:pt x="186" y="228"/>
                    </a:lnTo>
                    <a:lnTo>
                      <a:pt x="192" y="222"/>
                    </a:lnTo>
                    <a:lnTo>
                      <a:pt x="204" y="222"/>
                    </a:lnTo>
                    <a:lnTo>
                      <a:pt x="204" y="234"/>
                    </a:lnTo>
                    <a:lnTo>
                      <a:pt x="210" y="240"/>
                    </a:lnTo>
                    <a:lnTo>
                      <a:pt x="234" y="240"/>
                    </a:lnTo>
                    <a:lnTo>
                      <a:pt x="240" y="246"/>
                    </a:lnTo>
                    <a:lnTo>
                      <a:pt x="246" y="258"/>
                    </a:lnTo>
                    <a:lnTo>
                      <a:pt x="258" y="246"/>
                    </a:lnTo>
                    <a:lnTo>
                      <a:pt x="276" y="246"/>
                    </a:lnTo>
                    <a:lnTo>
                      <a:pt x="282" y="252"/>
                    </a:lnTo>
                    <a:lnTo>
                      <a:pt x="282" y="258"/>
                    </a:lnTo>
                    <a:lnTo>
                      <a:pt x="282" y="240"/>
                    </a:lnTo>
                    <a:lnTo>
                      <a:pt x="288" y="234"/>
                    </a:lnTo>
                    <a:lnTo>
                      <a:pt x="294" y="234"/>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48" name="Korea, South" descr="© INSCALE GmbH, 05.05.2010&#10;http://www.presentationload.com/">
                <a:extLst>
                  <a:ext uri="{FF2B5EF4-FFF2-40B4-BE49-F238E27FC236}">
                    <a16:creationId xmlns:a16="http://schemas.microsoft.com/office/drawing/2014/main" id="{871C184D-50BC-77E0-2883-83C5641C6988}"/>
                  </a:ext>
                </a:extLst>
              </p:cNvPr>
              <p:cNvSpPr>
                <a:spLocks noEditPoints="1"/>
              </p:cNvSpPr>
              <p:nvPr/>
            </p:nvSpPr>
            <p:spPr bwMode="gray">
              <a:xfrm>
                <a:off x="4795" y="1781"/>
                <a:ext cx="69" cy="108"/>
              </a:xfrm>
              <a:custGeom>
                <a:avLst/>
                <a:gdLst>
                  <a:gd name="T0" fmla="*/ 2147483647 w 276"/>
                  <a:gd name="T1" fmla="*/ 2147483647 h 426"/>
                  <a:gd name="T2" fmla="*/ 2147483647 w 276"/>
                  <a:gd name="T3" fmla="*/ 2147483647 h 426"/>
                  <a:gd name="T4" fmla="*/ 2147483647 w 276"/>
                  <a:gd name="T5" fmla="*/ 2147483647 h 426"/>
                  <a:gd name="T6" fmla="*/ 2147483647 w 276"/>
                  <a:gd name="T7" fmla="*/ 2147483647 h 426"/>
                  <a:gd name="T8" fmla="*/ 2147483647 w 276"/>
                  <a:gd name="T9" fmla="*/ 2147483647 h 426"/>
                  <a:gd name="T10" fmla="*/ 2147483647 w 276"/>
                  <a:gd name="T11" fmla="*/ 2147483647 h 426"/>
                  <a:gd name="T12" fmla="*/ 2147483647 w 276"/>
                  <a:gd name="T13" fmla="*/ 2147483647 h 426"/>
                  <a:gd name="T14" fmla="*/ 2147483647 w 276"/>
                  <a:gd name="T15" fmla="*/ 2147483647 h 426"/>
                  <a:gd name="T16" fmla="*/ 2147483647 w 276"/>
                  <a:gd name="T17" fmla="*/ 2147483647 h 426"/>
                  <a:gd name="T18" fmla="*/ 2147483647 w 276"/>
                  <a:gd name="T19" fmla="*/ 2147483647 h 426"/>
                  <a:gd name="T20" fmla="*/ 2147483647 w 276"/>
                  <a:gd name="T21" fmla="*/ 2147483647 h 426"/>
                  <a:gd name="T22" fmla="*/ 2147483647 w 276"/>
                  <a:gd name="T23" fmla="*/ 2147483647 h 426"/>
                  <a:gd name="T24" fmla="*/ 2147483647 w 276"/>
                  <a:gd name="T25" fmla="*/ 0 h 426"/>
                  <a:gd name="T26" fmla="*/ 2147483647 w 276"/>
                  <a:gd name="T27" fmla="*/ 2147483647 h 426"/>
                  <a:gd name="T28" fmla="*/ 2147483647 w 276"/>
                  <a:gd name="T29" fmla="*/ 2147483647 h 426"/>
                  <a:gd name="T30" fmla="*/ 2147483647 w 276"/>
                  <a:gd name="T31" fmla="*/ 2147483647 h 426"/>
                  <a:gd name="T32" fmla="*/ 2147483647 w 276"/>
                  <a:gd name="T33" fmla="*/ 2147483647 h 426"/>
                  <a:gd name="T34" fmla="*/ 0 w 276"/>
                  <a:gd name="T35" fmla="*/ 2147483647 h 426"/>
                  <a:gd name="T36" fmla="*/ 2147483647 w 276"/>
                  <a:gd name="T37" fmla="*/ 2147483647 h 426"/>
                  <a:gd name="T38" fmla="*/ 2147483647 w 276"/>
                  <a:gd name="T39" fmla="*/ 2147483647 h 426"/>
                  <a:gd name="T40" fmla="*/ 2147483647 w 276"/>
                  <a:gd name="T41" fmla="*/ 2147483647 h 426"/>
                  <a:gd name="T42" fmla="*/ 2147483647 w 276"/>
                  <a:gd name="T43" fmla="*/ 2147483647 h 426"/>
                  <a:gd name="T44" fmla="*/ 2147483647 w 276"/>
                  <a:gd name="T45" fmla="*/ 2147483647 h 426"/>
                  <a:gd name="T46" fmla="*/ 2147483647 w 276"/>
                  <a:gd name="T47" fmla="*/ 2147483647 h 426"/>
                  <a:gd name="T48" fmla="*/ 2147483647 w 276"/>
                  <a:gd name="T49" fmla="*/ 2147483647 h 426"/>
                  <a:gd name="T50" fmla="*/ 2147483647 w 276"/>
                  <a:gd name="T51" fmla="*/ 2147483647 h 426"/>
                  <a:gd name="T52" fmla="*/ 2147483647 w 276"/>
                  <a:gd name="T53" fmla="*/ 2147483647 h 426"/>
                  <a:gd name="T54" fmla="*/ 2147483647 w 276"/>
                  <a:gd name="T55" fmla="*/ 2147483647 h 426"/>
                  <a:gd name="T56" fmla="*/ 2147483647 w 276"/>
                  <a:gd name="T57" fmla="*/ 2147483647 h 426"/>
                  <a:gd name="T58" fmla="*/ 2147483647 w 276"/>
                  <a:gd name="T59" fmla="*/ 2147483647 h 426"/>
                  <a:gd name="T60" fmla="*/ 2147483647 w 276"/>
                  <a:gd name="T61" fmla="*/ 2147483647 h 426"/>
                  <a:gd name="T62" fmla="*/ 2147483647 w 276"/>
                  <a:gd name="T63" fmla="*/ 2147483647 h 426"/>
                  <a:gd name="T64" fmla="*/ 2147483647 w 276"/>
                  <a:gd name="T65" fmla="*/ 2147483647 h 426"/>
                  <a:gd name="T66" fmla="*/ 2147483647 w 276"/>
                  <a:gd name="T67" fmla="*/ 2147483647 h 426"/>
                  <a:gd name="T68" fmla="*/ 2147483647 w 276"/>
                  <a:gd name="T69" fmla="*/ 2147483647 h 426"/>
                  <a:gd name="T70" fmla="*/ 2147483647 w 276"/>
                  <a:gd name="T71" fmla="*/ 2147483647 h 426"/>
                  <a:gd name="T72" fmla="*/ 2147483647 w 276"/>
                  <a:gd name="T73" fmla="*/ 2147483647 h 426"/>
                  <a:gd name="T74" fmla="*/ 2147483647 w 276"/>
                  <a:gd name="T75" fmla="*/ 2147483647 h 42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6"/>
                  <a:gd name="T115" fmla="*/ 0 h 426"/>
                  <a:gd name="T116" fmla="*/ 276 w 276"/>
                  <a:gd name="T117" fmla="*/ 426 h 42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6" h="426">
                    <a:moveTo>
                      <a:pt x="150" y="402"/>
                    </a:moveTo>
                    <a:lnTo>
                      <a:pt x="132" y="408"/>
                    </a:lnTo>
                    <a:lnTo>
                      <a:pt x="126" y="414"/>
                    </a:lnTo>
                    <a:lnTo>
                      <a:pt x="138" y="426"/>
                    </a:lnTo>
                    <a:lnTo>
                      <a:pt x="162" y="426"/>
                    </a:lnTo>
                    <a:lnTo>
                      <a:pt x="174" y="414"/>
                    </a:lnTo>
                    <a:lnTo>
                      <a:pt x="174" y="408"/>
                    </a:lnTo>
                    <a:lnTo>
                      <a:pt x="168" y="402"/>
                    </a:lnTo>
                    <a:lnTo>
                      <a:pt x="150" y="402"/>
                    </a:lnTo>
                    <a:close/>
                    <a:moveTo>
                      <a:pt x="276" y="246"/>
                    </a:moveTo>
                    <a:lnTo>
                      <a:pt x="270" y="228"/>
                    </a:lnTo>
                    <a:lnTo>
                      <a:pt x="264" y="216"/>
                    </a:lnTo>
                    <a:lnTo>
                      <a:pt x="246" y="198"/>
                    </a:lnTo>
                    <a:lnTo>
                      <a:pt x="252" y="186"/>
                    </a:lnTo>
                    <a:lnTo>
                      <a:pt x="252" y="180"/>
                    </a:lnTo>
                    <a:lnTo>
                      <a:pt x="246" y="162"/>
                    </a:lnTo>
                    <a:lnTo>
                      <a:pt x="240" y="150"/>
                    </a:lnTo>
                    <a:lnTo>
                      <a:pt x="210" y="120"/>
                    </a:lnTo>
                    <a:lnTo>
                      <a:pt x="198" y="102"/>
                    </a:lnTo>
                    <a:lnTo>
                      <a:pt x="168" y="72"/>
                    </a:lnTo>
                    <a:lnTo>
                      <a:pt x="144" y="66"/>
                    </a:lnTo>
                    <a:lnTo>
                      <a:pt x="144" y="60"/>
                    </a:lnTo>
                    <a:lnTo>
                      <a:pt x="138" y="54"/>
                    </a:lnTo>
                    <a:lnTo>
                      <a:pt x="132" y="42"/>
                    </a:lnTo>
                    <a:lnTo>
                      <a:pt x="102" y="12"/>
                    </a:lnTo>
                    <a:lnTo>
                      <a:pt x="96" y="0"/>
                    </a:lnTo>
                    <a:lnTo>
                      <a:pt x="78" y="12"/>
                    </a:lnTo>
                    <a:lnTo>
                      <a:pt x="48" y="12"/>
                    </a:lnTo>
                    <a:lnTo>
                      <a:pt x="24" y="24"/>
                    </a:lnTo>
                    <a:lnTo>
                      <a:pt x="18" y="30"/>
                    </a:lnTo>
                    <a:lnTo>
                      <a:pt x="12" y="30"/>
                    </a:lnTo>
                    <a:lnTo>
                      <a:pt x="12" y="36"/>
                    </a:lnTo>
                    <a:lnTo>
                      <a:pt x="18" y="42"/>
                    </a:lnTo>
                    <a:lnTo>
                      <a:pt x="18" y="48"/>
                    </a:lnTo>
                    <a:lnTo>
                      <a:pt x="12" y="54"/>
                    </a:lnTo>
                    <a:lnTo>
                      <a:pt x="0" y="60"/>
                    </a:lnTo>
                    <a:lnTo>
                      <a:pt x="0" y="66"/>
                    </a:lnTo>
                    <a:lnTo>
                      <a:pt x="6" y="72"/>
                    </a:lnTo>
                    <a:lnTo>
                      <a:pt x="12" y="84"/>
                    </a:lnTo>
                    <a:lnTo>
                      <a:pt x="24" y="90"/>
                    </a:lnTo>
                    <a:lnTo>
                      <a:pt x="30" y="90"/>
                    </a:lnTo>
                    <a:lnTo>
                      <a:pt x="42" y="96"/>
                    </a:lnTo>
                    <a:lnTo>
                      <a:pt x="60" y="132"/>
                    </a:lnTo>
                    <a:lnTo>
                      <a:pt x="54" y="132"/>
                    </a:lnTo>
                    <a:lnTo>
                      <a:pt x="48" y="126"/>
                    </a:lnTo>
                    <a:lnTo>
                      <a:pt x="36" y="126"/>
                    </a:lnTo>
                    <a:lnTo>
                      <a:pt x="24" y="120"/>
                    </a:lnTo>
                    <a:lnTo>
                      <a:pt x="6" y="120"/>
                    </a:lnTo>
                    <a:lnTo>
                      <a:pt x="6" y="126"/>
                    </a:lnTo>
                    <a:lnTo>
                      <a:pt x="18" y="132"/>
                    </a:lnTo>
                    <a:lnTo>
                      <a:pt x="30" y="144"/>
                    </a:lnTo>
                    <a:lnTo>
                      <a:pt x="42" y="150"/>
                    </a:lnTo>
                    <a:lnTo>
                      <a:pt x="54" y="192"/>
                    </a:lnTo>
                    <a:lnTo>
                      <a:pt x="90" y="198"/>
                    </a:lnTo>
                    <a:lnTo>
                      <a:pt x="90" y="228"/>
                    </a:lnTo>
                    <a:lnTo>
                      <a:pt x="78" y="240"/>
                    </a:lnTo>
                    <a:lnTo>
                      <a:pt x="78" y="270"/>
                    </a:lnTo>
                    <a:lnTo>
                      <a:pt x="84" y="282"/>
                    </a:lnTo>
                    <a:lnTo>
                      <a:pt x="102" y="300"/>
                    </a:lnTo>
                    <a:lnTo>
                      <a:pt x="108" y="300"/>
                    </a:lnTo>
                    <a:lnTo>
                      <a:pt x="108" y="306"/>
                    </a:lnTo>
                    <a:lnTo>
                      <a:pt x="102" y="312"/>
                    </a:lnTo>
                    <a:lnTo>
                      <a:pt x="102" y="324"/>
                    </a:lnTo>
                    <a:lnTo>
                      <a:pt x="108" y="330"/>
                    </a:lnTo>
                    <a:lnTo>
                      <a:pt x="132" y="330"/>
                    </a:lnTo>
                    <a:lnTo>
                      <a:pt x="144" y="324"/>
                    </a:lnTo>
                    <a:lnTo>
                      <a:pt x="144" y="318"/>
                    </a:lnTo>
                    <a:lnTo>
                      <a:pt x="150" y="312"/>
                    </a:lnTo>
                    <a:lnTo>
                      <a:pt x="150" y="306"/>
                    </a:lnTo>
                    <a:lnTo>
                      <a:pt x="198" y="282"/>
                    </a:lnTo>
                    <a:lnTo>
                      <a:pt x="222" y="288"/>
                    </a:lnTo>
                    <a:lnTo>
                      <a:pt x="234" y="270"/>
                    </a:lnTo>
                    <a:lnTo>
                      <a:pt x="258" y="270"/>
                    </a:lnTo>
                    <a:lnTo>
                      <a:pt x="270" y="264"/>
                    </a:lnTo>
                    <a:lnTo>
                      <a:pt x="276" y="264"/>
                    </a:lnTo>
                    <a:lnTo>
                      <a:pt x="276" y="246"/>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49" name="Korea, North" descr="© INSCALE GmbH, 05.05.2010&#10;http://www.presentationload.com/">
                <a:extLst>
                  <a:ext uri="{FF2B5EF4-FFF2-40B4-BE49-F238E27FC236}">
                    <a16:creationId xmlns:a16="http://schemas.microsoft.com/office/drawing/2014/main" id="{19BED615-3334-A0C6-C5CD-02673BAFE5BB}"/>
                  </a:ext>
                </a:extLst>
              </p:cNvPr>
              <p:cNvSpPr>
                <a:spLocks/>
              </p:cNvSpPr>
              <p:nvPr/>
            </p:nvSpPr>
            <p:spPr bwMode="gray">
              <a:xfrm>
                <a:off x="4737" y="1692"/>
                <a:ext cx="83" cy="106"/>
              </a:xfrm>
              <a:custGeom>
                <a:avLst/>
                <a:gdLst>
                  <a:gd name="T0" fmla="*/ 2147483647 w 330"/>
                  <a:gd name="T1" fmla="*/ 0 h 420"/>
                  <a:gd name="T2" fmla="*/ 2147483647 w 330"/>
                  <a:gd name="T3" fmla="*/ 2147483647 h 420"/>
                  <a:gd name="T4" fmla="*/ 2147483647 w 330"/>
                  <a:gd name="T5" fmla="*/ 2147483647 h 420"/>
                  <a:gd name="T6" fmla="*/ 2147483647 w 330"/>
                  <a:gd name="T7" fmla="*/ 2147483647 h 420"/>
                  <a:gd name="T8" fmla="*/ 2147483647 w 330"/>
                  <a:gd name="T9" fmla="*/ 2147483647 h 420"/>
                  <a:gd name="T10" fmla="*/ 2147483647 w 330"/>
                  <a:gd name="T11" fmla="*/ 2147483647 h 420"/>
                  <a:gd name="T12" fmla="*/ 2147483647 w 330"/>
                  <a:gd name="T13" fmla="*/ 2147483647 h 420"/>
                  <a:gd name="T14" fmla="*/ 2147483647 w 330"/>
                  <a:gd name="T15" fmla="*/ 2147483647 h 420"/>
                  <a:gd name="T16" fmla="*/ 2147483647 w 330"/>
                  <a:gd name="T17" fmla="*/ 2147483647 h 420"/>
                  <a:gd name="T18" fmla="*/ 2147483647 w 330"/>
                  <a:gd name="T19" fmla="*/ 2147483647 h 420"/>
                  <a:gd name="T20" fmla="*/ 2147483647 w 330"/>
                  <a:gd name="T21" fmla="*/ 2147483647 h 420"/>
                  <a:gd name="T22" fmla="*/ 2147483647 w 330"/>
                  <a:gd name="T23" fmla="*/ 2147483647 h 420"/>
                  <a:gd name="T24" fmla="*/ 2147483647 w 330"/>
                  <a:gd name="T25" fmla="*/ 2147483647 h 420"/>
                  <a:gd name="T26" fmla="*/ 2147483647 w 330"/>
                  <a:gd name="T27" fmla="*/ 2147483647 h 420"/>
                  <a:gd name="T28" fmla="*/ 2147483647 w 330"/>
                  <a:gd name="T29" fmla="*/ 2147483647 h 420"/>
                  <a:gd name="T30" fmla="*/ 2147483647 w 330"/>
                  <a:gd name="T31" fmla="*/ 2147483647 h 420"/>
                  <a:gd name="T32" fmla="*/ 2147483647 w 330"/>
                  <a:gd name="T33" fmla="*/ 2147483647 h 420"/>
                  <a:gd name="T34" fmla="*/ 2147483647 w 330"/>
                  <a:gd name="T35" fmla="*/ 2147483647 h 420"/>
                  <a:gd name="T36" fmla="*/ 2147483647 w 330"/>
                  <a:gd name="T37" fmla="*/ 2147483647 h 420"/>
                  <a:gd name="T38" fmla="*/ 2147483647 w 330"/>
                  <a:gd name="T39" fmla="*/ 2147483647 h 420"/>
                  <a:gd name="T40" fmla="*/ 2147483647 w 330"/>
                  <a:gd name="T41" fmla="*/ 2147483647 h 420"/>
                  <a:gd name="T42" fmla="*/ 2147483647 w 330"/>
                  <a:gd name="T43" fmla="*/ 2147483647 h 420"/>
                  <a:gd name="T44" fmla="*/ 2147483647 w 330"/>
                  <a:gd name="T45" fmla="*/ 2147483647 h 420"/>
                  <a:gd name="T46" fmla="*/ 2147483647 w 330"/>
                  <a:gd name="T47" fmla="*/ 2147483647 h 420"/>
                  <a:gd name="T48" fmla="*/ 2147483647 w 330"/>
                  <a:gd name="T49" fmla="*/ 2147483647 h 420"/>
                  <a:gd name="T50" fmla="*/ 2147483647 w 330"/>
                  <a:gd name="T51" fmla="*/ 2147483647 h 420"/>
                  <a:gd name="T52" fmla="*/ 2147483647 w 330"/>
                  <a:gd name="T53" fmla="*/ 2147483647 h 420"/>
                  <a:gd name="T54" fmla="*/ 2147483647 w 330"/>
                  <a:gd name="T55" fmla="*/ 2147483647 h 420"/>
                  <a:gd name="T56" fmla="*/ 2147483647 w 330"/>
                  <a:gd name="T57" fmla="*/ 2147483647 h 420"/>
                  <a:gd name="T58" fmla="*/ 2147483647 w 330"/>
                  <a:gd name="T59" fmla="*/ 2147483647 h 420"/>
                  <a:gd name="T60" fmla="*/ 2147483647 w 330"/>
                  <a:gd name="T61" fmla="*/ 2147483647 h 420"/>
                  <a:gd name="T62" fmla="*/ 2147483647 w 330"/>
                  <a:gd name="T63" fmla="*/ 2147483647 h 420"/>
                  <a:gd name="T64" fmla="*/ 2147483647 w 330"/>
                  <a:gd name="T65" fmla="*/ 2147483647 h 420"/>
                  <a:gd name="T66" fmla="*/ 2147483647 w 330"/>
                  <a:gd name="T67" fmla="*/ 2147483647 h 420"/>
                  <a:gd name="T68" fmla="*/ 2147483647 w 330"/>
                  <a:gd name="T69" fmla="*/ 2147483647 h 420"/>
                  <a:gd name="T70" fmla="*/ 2147483647 w 330"/>
                  <a:gd name="T71" fmla="*/ 2147483647 h 420"/>
                  <a:gd name="T72" fmla="*/ 2147483647 w 330"/>
                  <a:gd name="T73" fmla="*/ 2147483647 h 420"/>
                  <a:gd name="T74" fmla="*/ 2147483647 w 330"/>
                  <a:gd name="T75" fmla="*/ 2147483647 h 420"/>
                  <a:gd name="T76" fmla="*/ 2147483647 w 330"/>
                  <a:gd name="T77" fmla="*/ 2147483647 h 420"/>
                  <a:gd name="T78" fmla="*/ 2147483647 w 330"/>
                  <a:gd name="T79" fmla="*/ 2147483647 h 420"/>
                  <a:gd name="T80" fmla="*/ 2147483647 w 330"/>
                  <a:gd name="T81" fmla="*/ 2147483647 h 420"/>
                  <a:gd name="T82" fmla="*/ 2147483647 w 330"/>
                  <a:gd name="T83" fmla="*/ 2147483647 h 420"/>
                  <a:gd name="T84" fmla="*/ 2147483647 w 330"/>
                  <a:gd name="T85" fmla="*/ 2147483647 h 420"/>
                  <a:gd name="T86" fmla="*/ 2147483647 w 330"/>
                  <a:gd name="T87" fmla="*/ 2147483647 h 420"/>
                  <a:gd name="T88" fmla="*/ 2147483647 w 330"/>
                  <a:gd name="T89" fmla="*/ 2147483647 h 420"/>
                  <a:gd name="T90" fmla="*/ 2147483647 w 330"/>
                  <a:gd name="T91" fmla="*/ 2147483647 h 420"/>
                  <a:gd name="T92" fmla="*/ 2147483647 w 330"/>
                  <a:gd name="T93" fmla="*/ 2147483647 h 420"/>
                  <a:gd name="T94" fmla="*/ 2147483647 w 330"/>
                  <a:gd name="T95" fmla="*/ 2147483647 h 420"/>
                  <a:gd name="T96" fmla="*/ 2147483647 w 330"/>
                  <a:gd name="T97" fmla="*/ 2147483647 h 420"/>
                  <a:gd name="T98" fmla="*/ 2147483647 w 330"/>
                  <a:gd name="T99" fmla="*/ 2147483647 h 420"/>
                  <a:gd name="T100" fmla="*/ 2147483647 w 330"/>
                  <a:gd name="T101" fmla="*/ 2147483647 h 420"/>
                  <a:gd name="T102" fmla="*/ 2147483647 w 330"/>
                  <a:gd name="T103" fmla="*/ 0 h 42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330"/>
                  <a:gd name="T157" fmla="*/ 0 h 420"/>
                  <a:gd name="T158" fmla="*/ 330 w 330"/>
                  <a:gd name="T159" fmla="*/ 420 h 420"/>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330" h="420">
                    <a:moveTo>
                      <a:pt x="270" y="0"/>
                    </a:moveTo>
                    <a:lnTo>
                      <a:pt x="240" y="0"/>
                    </a:lnTo>
                    <a:lnTo>
                      <a:pt x="240" y="6"/>
                    </a:lnTo>
                    <a:lnTo>
                      <a:pt x="246" y="12"/>
                    </a:lnTo>
                    <a:lnTo>
                      <a:pt x="252" y="24"/>
                    </a:lnTo>
                    <a:lnTo>
                      <a:pt x="252" y="42"/>
                    </a:lnTo>
                    <a:lnTo>
                      <a:pt x="228" y="42"/>
                    </a:lnTo>
                    <a:lnTo>
                      <a:pt x="234" y="54"/>
                    </a:lnTo>
                    <a:lnTo>
                      <a:pt x="234" y="60"/>
                    </a:lnTo>
                    <a:lnTo>
                      <a:pt x="228" y="72"/>
                    </a:lnTo>
                    <a:lnTo>
                      <a:pt x="216" y="78"/>
                    </a:lnTo>
                    <a:lnTo>
                      <a:pt x="204" y="72"/>
                    </a:lnTo>
                    <a:lnTo>
                      <a:pt x="180" y="72"/>
                    </a:lnTo>
                    <a:lnTo>
                      <a:pt x="174" y="66"/>
                    </a:lnTo>
                    <a:lnTo>
                      <a:pt x="168" y="72"/>
                    </a:lnTo>
                    <a:lnTo>
                      <a:pt x="168" y="84"/>
                    </a:lnTo>
                    <a:lnTo>
                      <a:pt x="192" y="108"/>
                    </a:lnTo>
                    <a:lnTo>
                      <a:pt x="198" y="108"/>
                    </a:lnTo>
                    <a:lnTo>
                      <a:pt x="198" y="120"/>
                    </a:lnTo>
                    <a:lnTo>
                      <a:pt x="150" y="120"/>
                    </a:lnTo>
                    <a:lnTo>
                      <a:pt x="138" y="114"/>
                    </a:lnTo>
                    <a:lnTo>
                      <a:pt x="126" y="114"/>
                    </a:lnTo>
                    <a:lnTo>
                      <a:pt x="114" y="102"/>
                    </a:lnTo>
                    <a:lnTo>
                      <a:pt x="102" y="96"/>
                    </a:lnTo>
                    <a:lnTo>
                      <a:pt x="90" y="96"/>
                    </a:lnTo>
                    <a:lnTo>
                      <a:pt x="90" y="102"/>
                    </a:lnTo>
                    <a:lnTo>
                      <a:pt x="84" y="108"/>
                    </a:lnTo>
                    <a:lnTo>
                      <a:pt x="84" y="138"/>
                    </a:lnTo>
                    <a:lnTo>
                      <a:pt x="66" y="174"/>
                    </a:lnTo>
                    <a:lnTo>
                      <a:pt x="54" y="186"/>
                    </a:lnTo>
                    <a:lnTo>
                      <a:pt x="18" y="204"/>
                    </a:lnTo>
                    <a:lnTo>
                      <a:pt x="12" y="216"/>
                    </a:lnTo>
                    <a:lnTo>
                      <a:pt x="6" y="222"/>
                    </a:lnTo>
                    <a:lnTo>
                      <a:pt x="6" y="234"/>
                    </a:lnTo>
                    <a:lnTo>
                      <a:pt x="0" y="246"/>
                    </a:lnTo>
                    <a:lnTo>
                      <a:pt x="12" y="228"/>
                    </a:lnTo>
                    <a:lnTo>
                      <a:pt x="18" y="246"/>
                    </a:lnTo>
                    <a:lnTo>
                      <a:pt x="36" y="270"/>
                    </a:lnTo>
                    <a:lnTo>
                      <a:pt x="48" y="252"/>
                    </a:lnTo>
                    <a:lnTo>
                      <a:pt x="54" y="258"/>
                    </a:lnTo>
                    <a:lnTo>
                      <a:pt x="60" y="270"/>
                    </a:lnTo>
                    <a:lnTo>
                      <a:pt x="96" y="270"/>
                    </a:lnTo>
                    <a:lnTo>
                      <a:pt x="96" y="282"/>
                    </a:lnTo>
                    <a:lnTo>
                      <a:pt x="102" y="294"/>
                    </a:lnTo>
                    <a:lnTo>
                      <a:pt x="102" y="336"/>
                    </a:lnTo>
                    <a:lnTo>
                      <a:pt x="138" y="336"/>
                    </a:lnTo>
                    <a:lnTo>
                      <a:pt x="144" y="348"/>
                    </a:lnTo>
                    <a:lnTo>
                      <a:pt x="132" y="342"/>
                    </a:lnTo>
                    <a:lnTo>
                      <a:pt x="108" y="342"/>
                    </a:lnTo>
                    <a:lnTo>
                      <a:pt x="102" y="348"/>
                    </a:lnTo>
                    <a:lnTo>
                      <a:pt x="102" y="360"/>
                    </a:lnTo>
                    <a:lnTo>
                      <a:pt x="108" y="378"/>
                    </a:lnTo>
                    <a:lnTo>
                      <a:pt x="114" y="384"/>
                    </a:lnTo>
                    <a:lnTo>
                      <a:pt x="126" y="408"/>
                    </a:lnTo>
                    <a:lnTo>
                      <a:pt x="156" y="396"/>
                    </a:lnTo>
                    <a:lnTo>
                      <a:pt x="162" y="402"/>
                    </a:lnTo>
                    <a:lnTo>
                      <a:pt x="174" y="408"/>
                    </a:lnTo>
                    <a:lnTo>
                      <a:pt x="180" y="414"/>
                    </a:lnTo>
                    <a:lnTo>
                      <a:pt x="192" y="420"/>
                    </a:lnTo>
                    <a:lnTo>
                      <a:pt x="198" y="420"/>
                    </a:lnTo>
                    <a:lnTo>
                      <a:pt x="216" y="414"/>
                    </a:lnTo>
                    <a:lnTo>
                      <a:pt x="228" y="414"/>
                    </a:lnTo>
                    <a:lnTo>
                      <a:pt x="240" y="408"/>
                    </a:lnTo>
                    <a:lnTo>
                      <a:pt x="246" y="402"/>
                    </a:lnTo>
                    <a:lnTo>
                      <a:pt x="246" y="396"/>
                    </a:lnTo>
                    <a:lnTo>
                      <a:pt x="240" y="390"/>
                    </a:lnTo>
                    <a:lnTo>
                      <a:pt x="240" y="384"/>
                    </a:lnTo>
                    <a:lnTo>
                      <a:pt x="246" y="384"/>
                    </a:lnTo>
                    <a:lnTo>
                      <a:pt x="252" y="378"/>
                    </a:lnTo>
                    <a:lnTo>
                      <a:pt x="276" y="366"/>
                    </a:lnTo>
                    <a:lnTo>
                      <a:pt x="306" y="366"/>
                    </a:lnTo>
                    <a:lnTo>
                      <a:pt x="324" y="354"/>
                    </a:lnTo>
                    <a:lnTo>
                      <a:pt x="312" y="342"/>
                    </a:lnTo>
                    <a:lnTo>
                      <a:pt x="312" y="336"/>
                    </a:lnTo>
                    <a:lnTo>
                      <a:pt x="264" y="312"/>
                    </a:lnTo>
                    <a:lnTo>
                      <a:pt x="240" y="312"/>
                    </a:lnTo>
                    <a:lnTo>
                      <a:pt x="240" y="300"/>
                    </a:lnTo>
                    <a:lnTo>
                      <a:pt x="246" y="288"/>
                    </a:lnTo>
                    <a:lnTo>
                      <a:pt x="252" y="282"/>
                    </a:lnTo>
                    <a:lnTo>
                      <a:pt x="246" y="276"/>
                    </a:lnTo>
                    <a:lnTo>
                      <a:pt x="234" y="270"/>
                    </a:lnTo>
                    <a:lnTo>
                      <a:pt x="228" y="264"/>
                    </a:lnTo>
                    <a:lnTo>
                      <a:pt x="228" y="252"/>
                    </a:lnTo>
                    <a:lnTo>
                      <a:pt x="240" y="246"/>
                    </a:lnTo>
                    <a:lnTo>
                      <a:pt x="246" y="240"/>
                    </a:lnTo>
                    <a:lnTo>
                      <a:pt x="258" y="234"/>
                    </a:lnTo>
                    <a:lnTo>
                      <a:pt x="270" y="234"/>
                    </a:lnTo>
                    <a:lnTo>
                      <a:pt x="276" y="228"/>
                    </a:lnTo>
                    <a:lnTo>
                      <a:pt x="288" y="204"/>
                    </a:lnTo>
                    <a:lnTo>
                      <a:pt x="288" y="192"/>
                    </a:lnTo>
                    <a:lnTo>
                      <a:pt x="294" y="186"/>
                    </a:lnTo>
                    <a:lnTo>
                      <a:pt x="300" y="174"/>
                    </a:lnTo>
                    <a:lnTo>
                      <a:pt x="324" y="162"/>
                    </a:lnTo>
                    <a:lnTo>
                      <a:pt x="312" y="132"/>
                    </a:lnTo>
                    <a:lnTo>
                      <a:pt x="306" y="126"/>
                    </a:lnTo>
                    <a:lnTo>
                      <a:pt x="294" y="102"/>
                    </a:lnTo>
                    <a:lnTo>
                      <a:pt x="294" y="90"/>
                    </a:lnTo>
                    <a:lnTo>
                      <a:pt x="306" y="66"/>
                    </a:lnTo>
                    <a:lnTo>
                      <a:pt x="318" y="60"/>
                    </a:lnTo>
                    <a:lnTo>
                      <a:pt x="324" y="54"/>
                    </a:lnTo>
                    <a:lnTo>
                      <a:pt x="330" y="54"/>
                    </a:lnTo>
                    <a:lnTo>
                      <a:pt x="312" y="36"/>
                    </a:lnTo>
                    <a:lnTo>
                      <a:pt x="288" y="24"/>
                    </a:lnTo>
                    <a:lnTo>
                      <a:pt x="270" y="0"/>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50" name="Japan" descr="© INSCALE GmbH, 05.05.2010&#10;http://www.presentationload.com/">
                <a:extLst>
                  <a:ext uri="{FF2B5EF4-FFF2-40B4-BE49-F238E27FC236}">
                    <a16:creationId xmlns:a16="http://schemas.microsoft.com/office/drawing/2014/main" id="{33B7FA28-22C5-FE12-9B50-5A2B7651FC58}"/>
                  </a:ext>
                </a:extLst>
              </p:cNvPr>
              <p:cNvSpPr>
                <a:spLocks noEditPoints="1"/>
              </p:cNvSpPr>
              <p:nvPr/>
            </p:nvSpPr>
            <p:spPr bwMode="gray">
              <a:xfrm>
                <a:off x="4834" y="1640"/>
                <a:ext cx="222" cy="434"/>
              </a:xfrm>
              <a:custGeom>
                <a:avLst/>
                <a:gdLst>
                  <a:gd name="T0" fmla="*/ 2147483647 w 876"/>
                  <a:gd name="T1" fmla="*/ 2147483647 h 1710"/>
                  <a:gd name="T2" fmla="*/ 2147483647 w 876"/>
                  <a:gd name="T3" fmla="*/ 2147483647 h 1710"/>
                  <a:gd name="T4" fmla="*/ 2147483647 w 876"/>
                  <a:gd name="T5" fmla="*/ 2147483647 h 1710"/>
                  <a:gd name="T6" fmla="*/ 2147483647 w 876"/>
                  <a:gd name="T7" fmla="*/ 2147483647 h 1710"/>
                  <a:gd name="T8" fmla="*/ 2147483647 w 876"/>
                  <a:gd name="T9" fmla="*/ 2147483647 h 1710"/>
                  <a:gd name="T10" fmla="*/ 2147483647 w 876"/>
                  <a:gd name="T11" fmla="*/ 2147483647 h 1710"/>
                  <a:gd name="T12" fmla="*/ 2147483647 w 876"/>
                  <a:gd name="T13" fmla="*/ 2147483647 h 1710"/>
                  <a:gd name="T14" fmla="*/ 2147483647 w 876"/>
                  <a:gd name="T15" fmla="*/ 2147483647 h 1710"/>
                  <a:gd name="T16" fmla="*/ 2147483647 w 876"/>
                  <a:gd name="T17" fmla="*/ 2147483647 h 1710"/>
                  <a:gd name="T18" fmla="*/ 2147483647 w 876"/>
                  <a:gd name="T19" fmla="*/ 2147483647 h 1710"/>
                  <a:gd name="T20" fmla="*/ 2147483647 w 876"/>
                  <a:gd name="T21" fmla="*/ 2147483647 h 1710"/>
                  <a:gd name="T22" fmla="*/ 2147483647 w 876"/>
                  <a:gd name="T23" fmla="*/ 2147483647 h 1710"/>
                  <a:gd name="T24" fmla="*/ 2147483647 w 876"/>
                  <a:gd name="T25" fmla="*/ 2147483647 h 1710"/>
                  <a:gd name="T26" fmla="*/ 2147483647 w 876"/>
                  <a:gd name="T27" fmla="*/ 2147483647 h 1710"/>
                  <a:gd name="T28" fmla="*/ 2147483647 w 876"/>
                  <a:gd name="T29" fmla="*/ 2147483647 h 1710"/>
                  <a:gd name="T30" fmla="*/ 2147483647 w 876"/>
                  <a:gd name="T31" fmla="*/ 2147483647 h 1710"/>
                  <a:gd name="T32" fmla="*/ 2147483647 w 876"/>
                  <a:gd name="T33" fmla="*/ 2147483647 h 1710"/>
                  <a:gd name="T34" fmla="*/ 2147483647 w 876"/>
                  <a:gd name="T35" fmla="*/ 2147483647 h 1710"/>
                  <a:gd name="T36" fmla="*/ 2147483647 w 876"/>
                  <a:gd name="T37" fmla="*/ 2147483647 h 1710"/>
                  <a:gd name="T38" fmla="*/ 2147483647 w 876"/>
                  <a:gd name="T39" fmla="*/ 2147483647 h 1710"/>
                  <a:gd name="T40" fmla="*/ 2147483647 w 876"/>
                  <a:gd name="T41" fmla="*/ 2147483647 h 1710"/>
                  <a:gd name="T42" fmla="*/ 2147483647 w 876"/>
                  <a:gd name="T43" fmla="*/ 2147483647 h 1710"/>
                  <a:gd name="T44" fmla="*/ 2147483647 w 876"/>
                  <a:gd name="T45" fmla="*/ 2147483647 h 1710"/>
                  <a:gd name="T46" fmla="*/ 2147483647 w 876"/>
                  <a:gd name="T47" fmla="*/ 2147483647 h 1710"/>
                  <a:gd name="T48" fmla="*/ 2147483647 w 876"/>
                  <a:gd name="T49" fmla="*/ 2147483647 h 1710"/>
                  <a:gd name="T50" fmla="*/ 2147483647 w 876"/>
                  <a:gd name="T51" fmla="*/ 2147483647 h 1710"/>
                  <a:gd name="T52" fmla="*/ 2147483647 w 876"/>
                  <a:gd name="T53" fmla="*/ 2147483647 h 1710"/>
                  <a:gd name="T54" fmla="*/ 2147483647 w 876"/>
                  <a:gd name="T55" fmla="*/ 2147483647 h 1710"/>
                  <a:gd name="T56" fmla="*/ 2147483647 w 876"/>
                  <a:gd name="T57" fmla="*/ 2147483647 h 1710"/>
                  <a:gd name="T58" fmla="*/ 2147483647 w 876"/>
                  <a:gd name="T59" fmla="*/ 2147483647 h 1710"/>
                  <a:gd name="T60" fmla="*/ 2147483647 w 876"/>
                  <a:gd name="T61" fmla="*/ 2147483647 h 1710"/>
                  <a:gd name="T62" fmla="*/ 2147483647 w 876"/>
                  <a:gd name="T63" fmla="*/ 2147483647 h 1710"/>
                  <a:gd name="T64" fmla="*/ 2147483647 w 876"/>
                  <a:gd name="T65" fmla="*/ 2147483647 h 1710"/>
                  <a:gd name="T66" fmla="*/ 2147483647 w 876"/>
                  <a:gd name="T67" fmla="*/ 2147483647 h 1710"/>
                  <a:gd name="T68" fmla="*/ 2147483647 w 876"/>
                  <a:gd name="T69" fmla="*/ 2147483647 h 1710"/>
                  <a:gd name="T70" fmla="*/ 2147483647 w 876"/>
                  <a:gd name="T71" fmla="*/ 2147483647 h 1710"/>
                  <a:gd name="T72" fmla="*/ 2147483647 w 876"/>
                  <a:gd name="T73" fmla="*/ 2147483647 h 1710"/>
                  <a:gd name="T74" fmla="*/ 2147483647 w 876"/>
                  <a:gd name="T75" fmla="*/ 2147483647 h 1710"/>
                  <a:gd name="T76" fmla="*/ 2147483647 w 876"/>
                  <a:gd name="T77" fmla="*/ 2147483647 h 1710"/>
                  <a:gd name="T78" fmla="*/ 2147483647 w 876"/>
                  <a:gd name="T79" fmla="*/ 2147483647 h 1710"/>
                  <a:gd name="T80" fmla="*/ 2147483647 w 876"/>
                  <a:gd name="T81" fmla="*/ 2147483647 h 1710"/>
                  <a:gd name="T82" fmla="*/ 2147483647 w 876"/>
                  <a:gd name="T83" fmla="*/ 2147483647 h 1710"/>
                  <a:gd name="T84" fmla="*/ 2147483647 w 876"/>
                  <a:gd name="T85" fmla="*/ 2147483647 h 1710"/>
                  <a:gd name="T86" fmla="*/ 2147483647 w 876"/>
                  <a:gd name="T87" fmla="*/ 2147483647 h 1710"/>
                  <a:gd name="T88" fmla="*/ 2147483647 w 876"/>
                  <a:gd name="T89" fmla="*/ 2147483647 h 1710"/>
                  <a:gd name="T90" fmla="*/ 2147483647 w 876"/>
                  <a:gd name="T91" fmla="*/ 2147483647 h 1710"/>
                  <a:gd name="T92" fmla="*/ 2147483647 w 876"/>
                  <a:gd name="T93" fmla="*/ 2147483647 h 1710"/>
                  <a:gd name="T94" fmla="*/ 2147483647 w 876"/>
                  <a:gd name="T95" fmla="*/ 2147483647 h 1710"/>
                  <a:gd name="T96" fmla="*/ 2147483647 w 876"/>
                  <a:gd name="T97" fmla="*/ 2147483647 h 1710"/>
                  <a:gd name="T98" fmla="*/ 2147483647 w 876"/>
                  <a:gd name="T99" fmla="*/ 2147483647 h 1710"/>
                  <a:gd name="T100" fmla="*/ 2147483647 w 876"/>
                  <a:gd name="T101" fmla="*/ 2147483647 h 1710"/>
                  <a:gd name="T102" fmla="*/ 2147483647 w 876"/>
                  <a:gd name="T103" fmla="*/ 2147483647 h 1710"/>
                  <a:gd name="T104" fmla="*/ 2147483647 w 876"/>
                  <a:gd name="T105" fmla="*/ 2147483647 h 1710"/>
                  <a:gd name="T106" fmla="*/ 2147483647 w 876"/>
                  <a:gd name="T107" fmla="*/ 2147483647 h 1710"/>
                  <a:gd name="T108" fmla="*/ 2147483647 w 876"/>
                  <a:gd name="T109" fmla="*/ 2147483647 h 1710"/>
                  <a:gd name="T110" fmla="*/ 2147483647 w 876"/>
                  <a:gd name="T111" fmla="*/ 2147483647 h 1710"/>
                  <a:gd name="T112" fmla="*/ 2147483647 w 876"/>
                  <a:gd name="T113" fmla="*/ 2147483647 h 1710"/>
                  <a:gd name="T114" fmla="*/ 2147483647 w 876"/>
                  <a:gd name="T115" fmla="*/ 2147483647 h 1710"/>
                  <a:gd name="T116" fmla="*/ 2147483647 w 876"/>
                  <a:gd name="T117" fmla="*/ 2147483647 h 1710"/>
                  <a:gd name="T118" fmla="*/ 2147483647 w 876"/>
                  <a:gd name="T119" fmla="*/ 2147483647 h 171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876"/>
                  <a:gd name="T181" fmla="*/ 0 h 1710"/>
                  <a:gd name="T182" fmla="*/ 876 w 876"/>
                  <a:gd name="T183" fmla="*/ 1710 h 171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876" h="1710">
                    <a:moveTo>
                      <a:pt x="876" y="780"/>
                    </a:moveTo>
                    <a:lnTo>
                      <a:pt x="864" y="774"/>
                    </a:lnTo>
                    <a:lnTo>
                      <a:pt x="858" y="768"/>
                    </a:lnTo>
                    <a:lnTo>
                      <a:pt x="846" y="762"/>
                    </a:lnTo>
                    <a:lnTo>
                      <a:pt x="840" y="750"/>
                    </a:lnTo>
                    <a:lnTo>
                      <a:pt x="828" y="744"/>
                    </a:lnTo>
                    <a:lnTo>
                      <a:pt x="828" y="720"/>
                    </a:lnTo>
                    <a:lnTo>
                      <a:pt x="834" y="702"/>
                    </a:lnTo>
                    <a:lnTo>
                      <a:pt x="834" y="684"/>
                    </a:lnTo>
                    <a:lnTo>
                      <a:pt x="828" y="666"/>
                    </a:lnTo>
                    <a:lnTo>
                      <a:pt x="816" y="642"/>
                    </a:lnTo>
                    <a:lnTo>
                      <a:pt x="792" y="618"/>
                    </a:lnTo>
                    <a:lnTo>
                      <a:pt x="786" y="600"/>
                    </a:lnTo>
                    <a:lnTo>
                      <a:pt x="786" y="576"/>
                    </a:lnTo>
                    <a:lnTo>
                      <a:pt x="792" y="570"/>
                    </a:lnTo>
                    <a:lnTo>
                      <a:pt x="810" y="570"/>
                    </a:lnTo>
                    <a:lnTo>
                      <a:pt x="810" y="528"/>
                    </a:lnTo>
                    <a:lnTo>
                      <a:pt x="798" y="516"/>
                    </a:lnTo>
                    <a:lnTo>
                      <a:pt x="810" y="510"/>
                    </a:lnTo>
                    <a:lnTo>
                      <a:pt x="810" y="498"/>
                    </a:lnTo>
                    <a:lnTo>
                      <a:pt x="804" y="486"/>
                    </a:lnTo>
                    <a:lnTo>
                      <a:pt x="804" y="474"/>
                    </a:lnTo>
                    <a:lnTo>
                      <a:pt x="798" y="468"/>
                    </a:lnTo>
                    <a:lnTo>
                      <a:pt x="792" y="456"/>
                    </a:lnTo>
                    <a:lnTo>
                      <a:pt x="786" y="450"/>
                    </a:lnTo>
                    <a:lnTo>
                      <a:pt x="774" y="444"/>
                    </a:lnTo>
                    <a:lnTo>
                      <a:pt x="768" y="438"/>
                    </a:lnTo>
                    <a:lnTo>
                      <a:pt x="762" y="420"/>
                    </a:lnTo>
                    <a:lnTo>
                      <a:pt x="756" y="420"/>
                    </a:lnTo>
                    <a:lnTo>
                      <a:pt x="738" y="402"/>
                    </a:lnTo>
                    <a:lnTo>
                      <a:pt x="714" y="390"/>
                    </a:lnTo>
                    <a:lnTo>
                      <a:pt x="702" y="378"/>
                    </a:lnTo>
                    <a:lnTo>
                      <a:pt x="696" y="360"/>
                    </a:lnTo>
                    <a:lnTo>
                      <a:pt x="690" y="348"/>
                    </a:lnTo>
                    <a:lnTo>
                      <a:pt x="690" y="330"/>
                    </a:lnTo>
                    <a:lnTo>
                      <a:pt x="684" y="324"/>
                    </a:lnTo>
                    <a:lnTo>
                      <a:pt x="678" y="324"/>
                    </a:lnTo>
                    <a:lnTo>
                      <a:pt x="666" y="318"/>
                    </a:lnTo>
                    <a:lnTo>
                      <a:pt x="654" y="318"/>
                    </a:lnTo>
                    <a:lnTo>
                      <a:pt x="648" y="324"/>
                    </a:lnTo>
                    <a:lnTo>
                      <a:pt x="648" y="342"/>
                    </a:lnTo>
                    <a:lnTo>
                      <a:pt x="654" y="342"/>
                    </a:lnTo>
                    <a:lnTo>
                      <a:pt x="660" y="348"/>
                    </a:lnTo>
                    <a:lnTo>
                      <a:pt x="672" y="342"/>
                    </a:lnTo>
                    <a:lnTo>
                      <a:pt x="678" y="348"/>
                    </a:lnTo>
                    <a:lnTo>
                      <a:pt x="678" y="366"/>
                    </a:lnTo>
                    <a:lnTo>
                      <a:pt x="672" y="366"/>
                    </a:lnTo>
                    <a:lnTo>
                      <a:pt x="666" y="360"/>
                    </a:lnTo>
                    <a:lnTo>
                      <a:pt x="654" y="372"/>
                    </a:lnTo>
                    <a:lnTo>
                      <a:pt x="630" y="342"/>
                    </a:lnTo>
                    <a:lnTo>
                      <a:pt x="612" y="342"/>
                    </a:lnTo>
                    <a:lnTo>
                      <a:pt x="636" y="378"/>
                    </a:lnTo>
                    <a:lnTo>
                      <a:pt x="618" y="378"/>
                    </a:lnTo>
                    <a:lnTo>
                      <a:pt x="648" y="426"/>
                    </a:lnTo>
                    <a:lnTo>
                      <a:pt x="636" y="438"/>
                    </a:lnTo>
                    <a:lnTo>
                      <a:pt x="648" y="444"/>
                    </a:lnTo>
                    <a:lnTo>
                      <a:pt x="666" y="462"/>
                    </a:lnTo>
                    <a:lnTo>
                      <a:pt x="678" y="468"/>
                    </a:lnTo>
                    <a:lnTo>
                      <a:pt x="684" y="480"/>
                    </a:lnTo>
                    <a:lnTo>
                      <a:pt x="684" y="504"/>
                    </a:lnTo>
                    <a:lnTo>
                      <a:pt x="678" y="516"/>
                    </a:lnTo>
                    <a:lnTo>
                      <a:pt x="678" y="534"/>
                    </a:lnTo>
                    <a:lnTo>
                      <a:pt x="672" y="540"/>
                    </a:lnTo>
                    <a:lnTo>
                      <a:pt x="672" y="570"/>
                    </a:lnTo>
                    <a:lnTo>
                      <a:pt x="678" y="570"/>
                    </a:lnTo>
                    <a:lnTo>
                      <a:pt x="690" y="582"/>
                    </a:lnTo>
                    <a:lnTo>
                      <a:pt x="690" y="600"/>
                    </a:lnTo>
                    <a:lnTo>
                      <a:pt x="678" y="606"/>
                    </a:lnTo>
                    <a:lnTo>
                      <a:pt x="660" y="606"/>
                    </a:lnTo>
                    <a:lnTo>
                      <a:pt x="660" y="618"/>
                    </a:lnTo>
                    <a:lnTo>
                      <a:pt x="666" y="630"/>
                    </a:lnTo>
                    <a:lnTo>
                      <a:pt x="666" y="642"/>
                    </a:lnTo>
                    <a:lnTo>
                      <a:pt x="660" y="654"/>
                    </a:lnTo>
                    <a:lnTo>
                      <a:pt x="654" y="660"/>
                    </a:lnTo>
                    <a:lnTo>
                      <a:pt x="642" y="666"/>
                    </a:lnTo>
                    <a:lnTo>
                      <a:pt x="630" y="666"/>
                    </a:lnTo>
                    <a:lnTo>
                      <a:pt x="618" y="672"/>
                    </a:lnTo>
                    <a:lnTo>
                      <a:pt x="612" y="678"/>
                    </a:lnTo>
                    <a:lnTo>
                      <a:pt x="606" y="678"/>
                    </a:lnTo>
                    <a:lnTo>
                      <a:pt x="606" y="696"/>
                    </a:lnTo>
                    <a:lnTo>
                      <a:pt x="588" y="696"/>
                    </a:lnTo>
                    <a:lnTo>
                      <a:pt x="564" y="672"/>
                    </a:lnTo>
                    <a:lnTo>
                      <a:pt x="564" y="654"/>
                    </a:lnTo>
                    <a:lnTo>
                      <a:pt x="570" y="636"/>
                    </a:lnTo>
                    <a:lnTo>
                      <a:pt x="558" y="636"/>
                    </a:lnTo>
                    <a:lnTo>
                      <a:pt x="552" y="642"/>
                    </a:lnTo>
                    <a:lnTo>
                      <a:pt x="540" y="648"/>
                    </a:lnTo>
                    <a:lnTo>
                      <a:pt x="534" y="654"/>
                    </a:lnTo>
                    <a:lnTo>
                      <a:pt x="534" y="660"/>
                    </a:lnTo>
                    <a:lnTo>
                      <a:pt x="540" y="666"/>
                    </a:lnTo>
                    <a:lnTo>
                      <a:pt x="558" y="702"/>
                    </a:lnTo>
                    <a:lnTo>
                      <a:pt x="558" y="714"/>
                    </a:lnTo>
                    <a:lnTo>
                      <a:pt x="552" y="720"/>
                    </a:lnTo>
                    <a:lnTo>
                      <a:pt x="540" y="744"/>
                    </a:lnTo>
                    <a:lnTo>
                      <a:pt x="540" y="756"/>
                    </a:lnTo>
                    <a:lnTo>
                      <a:pt x="546" y="762"/>
                    </a:lnTo>
                    <a:lnTo>
                      <a:pt x="546" y="768"/>
                    </a:lnTo>
                    <a:lnTo>
                      <a:pt x="552" y="780"/>
                    </a:lnTo>
                    <a:lnTo>
                      <a:pt x="558" y="786"/>
                    </a:lnTo>
                    <a:lnTo>
                      <a:pt x="558" y="792"/>
                    </a:lnTo>
                    <a:lnTo>
                      <a:pt x="522" y="792"/>
                    </a:lnTo>
                    <a:lnTo>
                      <a:pt x="498" y="780"/>
                    </a:lnTo>
                    <a:lnTo>
                      <a:pt x="474" y="780"/>
                    </a:lnTo>
                    <a:lnTo>
                      <a:pt x="450" y="792"/>
                    </a:lnTo>
                    <a:lnTo>
                      <a:pt x="438" y="792"/>
                    </a:lnTo>
                    <a:lnTo>
                      <a:pt x="420" y="798"/>
                    </a:lnTo>
                    <a:lnTo>
                      <a:pt x="414" y="804"/>
                    </a:lnTo>
                    <a:lnTo>
                      <a:pt x="378" y="804"/>
                    </a:lnTo>
                    <a:lnTo>
                      <a:pt x="366" y="792"/>
                    </a:lnTo>
                    <a:lnTo>
                      <a:pt x="336" y="816"/>
                    </a:lnTo>
                    <a:lnTo>
                      <a:pt x="330" y="828"/>
                    </a:lnTo>
                    <a:lnTo>
                      <a:pt x="312" y="846"/>
                    </a:lnTo>
                    <a:lnTo>
                      <a:pt x="306" y="864"/>
                    </a:lnTo>
                    <a:lnTo>
                      <a:pt x="300" y="870"/>
                    </a:lnTo>
                    <a:lnTo>
                      <a:pt x="294" y="882"/>
                    </a:lnTo>
                    <a:lnTo>
                      <a:pt x="270" y="882"/>
                    </a:lnTo>
                    <a:lnTo>
                      <a:pt x="264" y="888"/>
                    </a:lnTo>
                    <a:lnTo>
                      <a:pt x="258" y="888"/>
                    </a:lnTo>
                    <a:lnTo>
                      <a:pt x="258" y="900"/>
                    </a:lnTo>
                    <a:lnTo>
                      <a:pt x="264" y="912"/>
                    </a:lnTo>
                    <a:lnTo>
                      <a:pt x="276" y="924"/>
                    </a:lnTo>
                    <a:lnTo>
                      <a:pt x="288" y="924"/>
                    </a:lnTo>
                    <a:lnTo>
                      <a:pt x="294" y="918"/>
                    </a:lnTo>
                    <a:lnTo>
                      <a:pt x="312" y="918"/>
                    </a:lnTo>
                    <a:lnTo>
                      <a:pt x="318" y="924"/>
                    </a:lnTo>
                    <a:lnTo>
                      <a:pt x="324" y="924"/>
                    </a:lnTo>
                    <a:lnTo>
                      <a:pt x="336" y="930"/>
                    </a:lnTo>
                    <a:lnTo>
                      <a:pt x="342" y="930"/>
                    </a:lnTo>
                    <a:lnTo>
                      <a:pt x="348" y="924"/>
                    </a:lnTo>
                    <a:lnTo>
                      <a:pt x="348" y="912"/>
                    </a:lnTo>
                    <a:lnTo>
                      <a:pt x="354" y="906"/>
                    </a:lnTo>
                    <a:lnTo>
                      <a:pt x="354" y="894"/>
                    </a:lnTo>
                    <a:lnTo>
                      <a:pt x="372" y="906"/>
                    </a:lnTo>
                    <a:lnTo>
                      <a:pt x="378" y="906"/>
                    </a:lnTo>
                    <a:lnTo>
                      <a:pt x="384" y="900"/>
                    </a:lnTo>
                    <a:lnTo>
                      <a:pt x="420" y="882"/>
                    </a:lnTo>
                    <a:lnTo>
                      <a:pt x="426" y="882"/>
                    </a:lnTo>
                    <a:lnTo>
                      <a:pt x="432" y="876"/>
                    </a:lnTo>
                    <a:lnTo>
                      <a:pt x="444" y="876"/>
                    </a:lnTo>
                    <a:lnTo>
                      <a:pt x="456" y="882"/>
                    </a:lnTo>
                    <a:lnTo>
                      <a:pt x="480" y="882"/>
                    </a:lnTo>
                    <a:lnTo>
                      <a:pt x="480" y="876"/>
                    </a:lnTo>
                    <a:lnTo>
                      <a:pt x="474" y="870"/>
                    </a:lnTo>
                    <a:lnTo>
                      <a:pt x="474" y="864"/>
                    </a:lnTo>
                    <a:lnTo>
                      <a:pt x="480" y="858"/>
                    </a:lnTo>
                    <a:lnTo>
                      <a:pt x="498" y="858"/>
                    </a:lnTo>
                    <a:lnTo>
                      <a:pt x="516" y="876"/>
                    </a:lnTo>
                    <a:lnTo>
                      <a:pt x="522" y="870"/>
                    </a:lnTo>
                    <a:lnTo>
                      <a:pt x="534" y="864"/>
                    </a:lnTo>
                    <a:lnTo>
                      <a:pt x="540" y="864"/>
                    </a:lnTo>
                    <a:lnTo>
                      <a:pt x="546" y="858"/>
                    </a:lnTo>
                    <a:lnTo>
                      <a:pt x="552" y="864"/>
                    </a:lnTo>
                    <a:lnTo>
                      <a:pt x="552" y="882"/>
                    </a:lnTo>
                    <a:lnTo>
                      <a:pt x="546" y="894"/>
                    </a:lnTo>
                    <a:lnTo>
                      <a:pt x="540" y="900"/>
                    </a:lnTo>
                    <a:lnTo>
                      <a:pt x="540" y="912"/>
                    </a:lnTo>
                    <a:lnTo>
                      <a:pt x="546" y="918"/>
                    </a:lnTo>
                    <a:lnTo>
                      <a:pt x="552" y="930"/>
                    </a:lnTo>
                    <a:lnTo>
                      <a:pt x="576" y="954"/>
                    </a:lnTo>
                    <a:lnTo>
                      <a:pt x="600" y="966"/>
                    </a:lnTo>
                    <a:lnTo>
                      <a:pt x="612" y="960"/>
                    </a:lnTo>
                    <a:lnTo>
                      <a:pt x="618" y="954"/>
                    </a:lnTo>
                    <a:lnTo>
                      <a:pt x="630" y="930"/>
                    </a:lnTo>
                    <a:lnTo>
                      <a:pt x="630" y="906"/>
                    </a:lnTo>
                    <a:lnTo>
                      <a:pt x="660" y="900"/>
                    </a:lnTo>
                    <a:lnTo>
                      <a:pt x="654" y="894"/>
                    </a:lnTo>
                    <a:lnTo>
                      <a:pt x="648" y="882"/>
                    </a:lnTo>
                    <a:lnTo>
                      <a:pt x="636" y="870"/>
                    </a:lnTo>
                    <a:lnTo>
                      <a:pt x="624" y="870"/>
                    </a:lnTo>
                    <a:lnTo>
                      <a:pt x="612" y="858"/>
                    </a:lnTo>
                    <a:lnTo>
                      <a:pt x="630" y="834"/>
                    </a:lnTo>
                    <a:lnTo>
                      <a:pt x="636" y="834"/>
                    </a:lnTo>
                    <a:lnTo>
                      <a:pt x="636" y="840"/>
                    </a:lnTo>
                    <a:lnTo>
                      <a:pt x="642" y="852"/>
                    </a:lnTo>
                    <a:lnTo>
                      <a:pt x="642" y="858"/>
                    </a:lnTo>
                    <a:lnTo>
                      <a:pt x="654" y="858"/>
                    </a:lnTo>
                    <a:lnTo>
                      <a:pt x="666" y="870"/>
                    </a:lnTo>
                    <a:lnTo>
                      <a:pt x="666" y="876"/>
                    </a:lnTo>
                    <a:lnTo>
                      <a:pt x="684" y="864"/>
                    </a:lnTo>
                    <a:lnTo>
                      <a:pt x="696" y="870"/>
                    </a:lnTo>
                    <a:lnTo>
                      <a:pt x="732" y="870"/>
                    </a:lnTo>
                    <a:lnTo>
                      <a:pt x="744" y="858"/>
                    </a:lnTo>
                    <a:lnTo>
                      <a:pt x="744" y="852"/>
                    </a:lnTo>
                    <a:lnTo>
                      <a:pt x="738" y="846"/>
                    </a:lnTo>
                    <a:lnTo>
                      <a:pt x="738" y="840"/>
                    </a:lnTo>
                    <a:lnTo>
                      <a:pt x="744" y="834"/>
                    </a:lnTo>
                    <a:lnTo>
                      <a:pt x="762" y="834"/>
                    </a:lnTo>
                    <a:lnTo>
                      <a:pt x="768" y="840"/>
                    </a:lnTo>
                    <a:lnTo>
                      <a:pt x="768" y="858"/>
                    </a:lnTo>
                    <a:lnTo>
                      <a:pt x="774" y="864"/>
                    </a:lnTo>
                    <a:lnTo>
                      <a:pt x="774" y="870"/>
                    </a:lnTo>
                    <a:lnTo>
                      <a:pt x="780" y="870"/>
                    </a:lnTo>
                    <a:lnTo>
                      <a:pt x="786" y="864"/>
                    </a:lnTo>
                    <a:lnTo>
                      <a:pt x="786" y="852"/>
                    </a:lnTo>
                    <a:lnTo>
                      <a:pt x="780" y="840"/>
                    </a:lnTo>
                    <a:lnTo>
                      <a:pt x="780" y="816"/>
                    </a:lnTo>
                    <a:lnTo>
                      <a:pt x="804" y="816"/>
                    </a:lnTo>
                    <a:lnTo>
                      <a:pt x="804" y="798"/>
                    </a:lnTo>
                    <a:lnTo>
                      <a:pt x="810" y="792"/>
                    </a:lnTo>
                    <a:lnTo>
                      <a:pt x="810" y="786"/>
                    </a:lnTo>
                    <a:lnTo>
                      <a:pt x="816" y="780"/>
                    </a:lnTo>
                    <a:lnTo>
                      <a:pt x="828" y="792"/>
                    </a:lnTo>
                    <a:lnTo>
                      <a:pt x="828" y="840"/>
                    </a:lnTo>
                    <a:lnTo>
                      <a:pt x="852" y="840"/>
                    </a:lnTo>
                    <a:lnTo>
                      <a:pt x="858" y="828"/>
                    </a:lnTo>
                    <a:lnTo>
                      <a:pt x="858" y="792"/>
                    </a:lnTo>
                    <a:lnTo>
                      <a:pt x="876" y="780"/>
                    </a:lnTo>
                    <a:close/>
                    <a:moveTo>
                      <a:pt x="498" y="912"/>
                    </a:moveTo>
                    <a:lnTo>
                      <a:pt x="486" y="906"/>
                    </a:lnTo>
                    <a:lnTo>
                      <a:pt x="480" y="900"/>
                    </a:lnTo>
                    <a:lnTo>
                      <a:pt x="468" y="894"/>
                    </a:lnTo>
                    <a:lnTo>
                      <a:pt x="444" y="894"/>
                    </a:lnTo>
                    <a:lnTo>
                      <a:pt x="438" y="900"/>
                    </a:lnTo>
                    <a:lnTo>
                      <a:pt x="438" y="924"/>
                    </a:lnTo>
                    <a:lnTo>
                      <a:pt x="432" y="924"/>
                    </a:lnTo>
                    <a:lnTo>
                      <a:pt x="426" y="918"/>
                    </a:lnTo>
                    <a:lnTo>
                      <a:pt x="396" y="918"/>
                    </a:lnTo>
                    <a:lnTo>
                      <a:pt x="390" y="924"/>
                    </a:lnTo>
                    <a:lnTo>
                      <a:pt x="390" y="942"/>
                    </a:lnTo>
                    <a:lnTo>
                      <a:pt x="396" y="948"/>
                    </a:lnTo>
                    <a:lnTo>
                      <a:pt x="396" y="954"/>
                    </a:lnTo>
                    <a:lnTo>
                      <a:pt x="378" y="972"/>
                    </a:lnTo>
                    <a:lnTo>
                      <a:pt x="390" y="978"/>
                    </a:lnTo>
                    <a:lnTo>
                      <a:pt x="396" y="990"/>
                    </a:lnTo>
                    <a:lnTo>
                      <a:pt x="408" y="1002"/>
                    </a:lnTo>
                    <a:lnTo>
                      <a:pt x="432" y="1014"/>
                    </a:lnTo>
                    <a:lnTo>
                      <a:pt x="438" y="1020"/>
                    </a:lnTo>
                    <a:lnTo>
                      <a:pt x="450" y="1026"/>
                    </a:lnTo>
                    <a:lnTo>
                      <a:pt x="450" y="984"/>
                    </a:lnTo>
                    <a:lnTo>
                      <a:pt x="456" y="972"/>
                    </a:lnTo>
                    <a:lnTo>
                      <a:pt x="462" y="966"/>
                    </a:lnTo>
                    <a:lnTo>
                      <a:pt x="474" y="960"/>
                    </a:lnTo>
                    <a:lnTo>
                      <a:pt x="486" y="960"/>
                    </a:lnTo>
                    <a:lnTo>
                      <a:pt x="492" y="966"/>
                    </a:lnTo>
                    <a:lnTo>
                      <a:pt x="504" y="972"/>
                    </a:lnTo>
                    <a:lnTo>
                      <a:pt x="510" y="984"/>
                    </a:lnTo>
                    <a:lnTo>
                      <a:pt x="516" y="990"/>
                    </a:lnTo>
                    <a:lnTo>
                      <a:pt x="516" y="978"/>
                    </a:lnTo>
                    <a:lnTo>
                      <a:pt x="522" y="966"/>
                    </a:lnTo>
                    <a:lnTo>
                      <a:pt x="522" y="954"/>
                    </a:lnTo>
                    <a:lnTo>
                      <a:pt x="528" y="942"/>
                    </a:lnTo>
                    <a:lnTo>
                      <a:pt x="528" y="930"/>
                    </a:lnTo>
                    <a:lnTo>
                      <a:pt x="522" y="918"/>
                    </a:lnTo>
                    <a:lnTo>
                      <a:pt x="516" y="912"/>
                    </a:lnTo>
                    <a:lnTo>
                      <a:pt x="516" y="906"/>
                    </a:lnTo>
                    <a:lnTo>
                      <a:pt x="498" y="912"/>
                    </a:lnTo>
                    <a:close/>
                    <a:moveTo>
                      <a:pt x="354" y="1050"/>
                    </a:moveTo>
                    <a:lnTo>
                      <a:pt x="354" y="1038"/>
                    </a:lnTo>
                    <a:lnTo>
                      <a:pt x="372" y="1020"/>
                    </a:lnTo>
                    <a:lnTo>
                      <a:pt x="372" y="1008"/>
                    </a:lnTo>
                    <a:lnTo>
                      <a:pt x="360" y="1002"/>
                    </a:lnTo>
                    <a:lnTo>
                      <a:pt x="354" y="990"/>
                    </a:lnTo>
                    <a:lnTo>
                      <a:pt x="348" y="984"/>
                    </a:lnTo>
                    <a:lnTo>
                      <a:pt x="336" y="978"/>
                    </a:lnTo>
                    <a:lnTo>
                      <a:pt x="336" y="966"/>
                    </a:lnTo>
                    <a:lnTo>
                      <a:pt x="330" y="960"/>
                    </a:lnTo>
                    <a:lnTo>
                      <a:pt x="324" y="960"/>
                    </a:lnTo>
                    <a:lnTo>
                      <a:pt x="318" y="954"/>
                    </a:lnTo>
                    <a:lnTo>
                      <a:pt x="300" y="954"/>
                    </a:lnTo>
                    <a:lnTo>
                      <a:pt x="294" y="948"/>
                    </a:lnTo>
                    <a:lnTo>
                      <a:pt x="270" y="936"/>
                    </a:lnTo>
                    <a:lnTo>
                      <a:pt x="258" y="936"/>
                    </a:lnTo>
                    <a:lnTo>
                      <a:pt x="240" y="954"/>
                    </a:lnTo>
                    <a:lnTo>
                      <a:pt x="204" y="972"/>
                    </a:lnTo>
                    <a:lnTo>
                      <a:pt x="234" y="1026"/>
                    </a:lnTo>
                    <a:lnTo>
                      <a:pt x="252" y="1014"/>
                    </a:lnTo>
                    <a:lnTo>
                      <a:pt x="252" y="1008"/>
                    </a:lnTo>
                    <a:lnTo>
                      <a:pt x="246" y="1002"/>
                    </a:lnTo>
                    <a:lnTo>
                      <a:pt x="246" y="990"/>
                    </a:lnTo>
                    <a:lnTo>
                      <a:pt x="252" y="990"/>
                    </a:lnTo>
                    <a:lnTo>
                      <a:pt x="264" y="1002"/>
                    </a:lnTo>
                    <a:lnTo>
                      <a:pt x="270" y="1014"/>
                    </a:lnTo>
                    <a:lnTo>
                      <a:pt x="276" y="1020"/>
                    </a:lnTo>
                    <a:lnTo>
                      <a:pt x="282" y="1032"/>
                    </a:lnTo>
                    <a:lnTo>
                      <a:pt x="282" y="1068"/>
                    </a:lnTo>
                    <a:lnTo>
                      <a:pt x="264" y="1074"/>
                    </a:lnTo>
                    <a:lnTo>
                      <a:pt x="264" y="1080"/>
                    </a:lnTo>
                    <a:lnTo>
                      <a:pt x="270" y="1086"/>
                    </a:lnTo>
                    <a:lnTo>
                      <a:pt x="270" y="1104"/>
                    </a:lnTo>
                    <a:lnTo>
                      <a:pt x="276" y="1116"/>
                    </a:lnTo>
                    <a:lnTo>
                      <a:pt x="282" y="1134"/>
                    </a:lnTo>
                    <a:lnTo>
                      <a:pt x="294" y="1146"/>
                    </a:lnTo>
                    <a:lnTo>
                      <a:pt x="300" y="1146"/>
                    </a:lnTo>
                    <a:lnTo>
                      <a:pt x="306" y="1140"/>
                    </a:lnTo>
                    <a:lnTo>
                      <a:pt x="306" y="1104"/>
                    </a:lnTo>
                    <a:lnTo>
                      <a:pt x="336" y="1116"/>
                    </a:lnTo>
                    <a:lnTo>
                      <a:pt x="336" y="1140"/>
                    </a:lnTo>
                    <a:lnTo>
                      <a:pt x="342" y="1146"/>
                    </a:lnTo>
                    <a:lnTo>
                      <a:pt x="342" y="1152"/>
                    </a:lnTo>
                    <a:lnTo>
                      <a:pt x="348" y="1152"/>
                    </a:lnTo>
                    <a:lnTo>
                      <a:pt x="348" y="1140"/>
                    </a:lnTo>
                    <a:lnTo>
                      <a:pt x="360" y="1128"/>
                    </a:lnTo>
                    <a:lnTo>
                      <a:pt x="366" y="1116"/>
                    </a:lnTo>
                    <a:lnTo>
                      <a:pt x="366" y="1110"/>
                    </a:lnTo>
                    <a:lnTo>
                      <a:pt x="360" y="1104"/>
                    </a:lnTo>
                    <a:lnTo>
                      <a:pt x="360" y="1074"/>
                    </a:lnTo>
                    <a:lnTo>
                      <a:pt x="354" y="1062"/>
                    </a:lnTo>
                    <a:lnTo>
                      <a:pt x="354" y="1050"/>
                    </a:lnTo>
                    <a:close/>
                    <a:moveTo>
                      <a:pt x="264" y="1026"/>
                    </a:moveTo>
                    <a:lnTo>
                      <a:pt x="246" y="1062"/>
                    </a:lnTo>
                    <a:lnTo>
                      <a:pt x="264" y="1056"/>
                    </a:lnTo>
                    <a:lnTo>
                      <a:pt x="264" y="1026"/>
                    </a:lnTo>
                    <a:close/>
                    <a:moveTo>
                      <a:pt x="624" y="618"/>
                    </a:moveTo>
                    <a:lnTo>
                      <a:pt x="636" y="618"/>
                    </a:lnTo>
                    <a:lnTo>
                      <a:pt x="636" y="594"/>
                    </a:lnTo>
                    <a:lnTo>
                      <a:pt x="630" y="594"/>
                    </a:lnTo>
                    <a:lnTo>
                      <a:pt x="612" y="570"/>
                    </a:lnTo>
                    <a:lnTo>
                      <a:pt x="606" y="582"/>
                    </a:lnTo>
                    <a:lnTo>
                      <a:pt x="618" y="600"/>
                    </a:lnTo>
                    <a:lnTo>
                      <a:pt x="624" y="618"/>
                    </a:lnTo>
                    <a:close/>
                    <a:moveTo>
                      <a:pt x="546" y="72"/>
                    </a:moveTo>
                    <a:lnTo>
                      <a:pt x="552" y="96"/>
                    </a:lnTo>
                    <a:lnTo>
                      <a:pt x="558" y="102"/>
                    </a:lnTo>
                    <a:lnTo>
                      <a:pt x="570" y="108"/>
                    </a:lnTo>
                    <a:lnTo>
                      <a:pt x="576" y="114"/>
                    </a:lnTo>
                    <a:lnTo>
                      <a:pt x="576" y="132"/>
                    </a:lnTo>
                    <a:lnTo>
                      <a:pt x="564" y="144"/>
                    </a:lnTo>
                    <a:lnTo>
                      <a:pt x="564" y="150"/>
                    </a:lnTo>
                    <a:lnTo>
                      <a:pt x="570" y="156"/>
                    </a:lnTo>
                    <a:lnTo>
                      <a:pt x="576" y="168"/>
                    </a:lnTo>
                    <a:lnTo>
                      <a:pt x="582" y="174"/>
                    </a:lnTo>
                    <a:lnTo>
                      <a:pt x="582" y="186"/>
                    </a:lnTo>
                    <a:lnTo>
                      <a:pt x="576" y="186"/>
                    </a:lnTo>
                    <a:lnTo>
                      <a:pt x="564" y="180"/>
                    </a:lnTo>
                    <a:lnTo>
                      <a:pt x="552" y="180"/>
                    </a:lnTo>
                    <a:lnTo>
                      <a:pt x="540" y="174"/>
                    </a:lnTo>
                    <a:lnTo>
                      <a:pt x="528" y="174"/>
                    </a:lnTo>
                    <a:lnTo>
                      <a:pt x="522" y="168"/>
                    </a:lnTo>
                    <a:lnTo>
                      <a:pt x="522" y="180"/>
                    </a:lnTo>
                    <a:lnTo>
                      <a:pt x="540" y="198"/>
                    </a:lnTo>
                    <a:lnTo>
                      <a:pt x="516" y="228"/>
                    </a:lnTo>
                    <a:lnTo>
                      <a:pt x="522" y="240"/>
                    </a:lnTo>
                    <a:lnTo>
                      <a:pt x="528" y="246"/>
                    </a:lnTo>
                    <a:lnTo>
                      <a:pt x="528" y="252"/>
                    </a:lnTo>
                    <a:lnTo>
                      <a:pt x="534" y="258"/>
                    </a:lnTo>
                    <a:lnTo>
                      <a:pt x="546" y="264"/>
                    </a:lnTo>
                    <a:lnTo>
                      <a:pt x="552" y="270"/>
                    </a:lnTo>
                    <a:lnTo>
                      <a:pt x="564" y="276"/>
                    </a:lnTo>
                    <a:lnTo>
                      <a:pt x="570" y="282"/>
                    </a:lnTo>
                    <a:lnTo>
                      <a:pt x="576" y="282"/>
                    </a:lnTo>
                    <a:lnTo>
                      <a:pt x="576" y="318"/>
                    </a:lnTo>
                    <a:lnTo>
                      <a:pt x="582" y="330"/>
                    </a:lnTo>
                    <a:lnTo>
                      <a:pt x="600" y="330"/>
                    </a:lnTo>
                    <a:lnTo>
                      <a:pt x="600" y="300"/>
                    </a:lnTo>
                    <a:lnTo>
                      <a:pt x="636" y="300"/>
                    </a:lnTo>
                    <a:lnTo>
                      <a:pt x="642" y="294"/>
                    </a:lnTo>
                    <a:lnTo>
                      <a:pt x="606" y="270"/>
                    </a:lnTo>
                    <a:lnTo>
                      <a:pt x="588" y="270"/>
                    </a:lnTo>
                    <a:lnTo>
                      <a:pt x="576" y="264"/>
                    </a:lnTo>
                    <a:lnTo>
                      <a:pt x="570" y="264"/>
                    </a:lnTo>
                    <a:lnTo>
                      <a:pt x="558" y="258"/>
                    </a:lnTo>
                    <a:lnTo>
                      <a:pt x="558" y="246"/>
                    </a:lnTo>
                    <a:lnTo>
                      <a:pt x="564" y="240"/>
                    </a:lnTo>
                    <a:lnTo>
                      <a:pt x="576" y="234"/>
                    </a:lnTo>
                    <a:lnTo>
                      <a:pt x="600" y="246"/>
                    </a:lnTo>
                    <a:lnTo>
                      <a:pt x="606" y="252"/>
                    </a:lnTo>
                    <a:lnTo>
                      <a:pt x="618" y="240"/>
                    </a:lnTo>
                    <a:lnTo>
                      <a:pt x="630" y="234"/>
                    </a:lnTo>
                    <a:lnTo>
                      <a:pt x="636" y="234"/>
                    </a:lnTo>
                    <a:lnTo>
                      <a:pt x="690" y="252"/>
                    </a:lnTo>
                    <a:lnTo>
                      <a:pt x="726" y="270"/>
                    </a:lnTo>
                    <a:lnTo>
                      <a:pt x="756" y="282"/>
                    </a:lnTo>
                    <a:lnTo>
                      <a:pt x="768" y="282"/>
                    </a:lnTo>
                    <a:lnTo>
                      <a:pt x="768" y="270"/>
                    </a:lnTo>
                    <a:lnTo>
                      <a:pt x="762" y="258"/>
                    </a:lnTo>
                    <a:lnTo>
                      <a:pt x="762" y="222"/>
                    </a:lnTo>
                    <a:lnTo>
                      <a:pt x="780" y="204"/>
                    </a:lnTo>
                    <a:lnTo>
                      <a:pt x="792" y="204"/>
                    </a:lnTo>
                    <a:lnTo>
                      <a:pt x="798" y="210"/>
                    </a:lnTo>
                    <a:lnTo>
                      <a:pt x="816" y="210"/>
                    </a:lnTo>
                    <a:lnTo>
                      <a:pt x="840" y="198"/>
                    </a:lnTo>
                    <a:lnTo>
                      <a:pt x="858" y="180"/>
                    </a:lnTo>
                    <a:lnTo>
                      <a:pt x="804" y="144"/>
                    </a:lnTo>
                    <a:lnTo>
                      <a:pt x="804" y="120"/>
                    </a:lnTo>
                    <a:lnTo>
                      <a:pt x="798" y="108"/>
                    </a:lnTo>
                    <a:lnTo>
                      <a:pt x="792" y="102"/>
                    </a:lnTo>
                    <a:lnTo>
                      <a:pt x="786" y="102"/>
                    </a:lnTo>
                    <a:lnTo>
                      <a:pt x="774" y="114"/>
                    </a:lnTo>
                    <a:lnTo>
                      <a:pt x="774" y="126"/>
                    </a:lnTo>
                    <a:lnTo>
                      <a:pt x="756" y="120"/>
                    </a:lnTo>
                    <a:lnTo>
                      <a:pt x="720" y="114"/>
                    </a:lnTo>
                    <a:lnTo>
                      <a:pt x="678" y="102"/>
                    </a:lnTo>
                    <a:lnTo>
                      <a:pt x="648" y="90"/>
                    </a:lnTo>
                    <a:lnTo>
                      <a:pt x="624" y="72"/>
                    </a:lnTo>
                    <a:lnTo>
                      <a:pt x="552" y="24"/>
                    </a:lnTo>
                    <a:lnTo>
                      <a:pt x="516" y="6"/>
                    </a:lnTo>
                    <a:lnTo>
                      <a:pt x="498" y="0"/>
                    </a:lnTo>
                    <a:lnTo>
                      <a:pt x="498" y="18"/>
                    </a:lnTo>
                    <a:lnTo>
                      <a:pt x="510" y="30"/>
                    </a:lnTo>
                    <a:lnTo>
                      <a:pt x="516" y="42"/>
                    </a:lnTo>
                    <a:lnTo>
                      <a:pt x="528" y="54"/>
                    </a:lnTo>
                    <a:lnTo>
                      <a:pt x="534" y="66"/>
                    </a:lnTo>
                    <a:lnTo>
                      <a:pt x="546" y="72"/>
                    </a:lnTo>
                    <a:close/>
                    <a:moveTo>
                      <a:pt x="282" y="1458"/>
                    </a:moveTo>
                    <a:lnTo>
                      <a:pt x="306" y="1458"/>
                    </a:lnTo>
                    <a:lnTo>
                      <a:pt x="276" y="1440"/>
                    </a:lnTo>
                    <a:lnTo>
                      <a:pt x="282" y="1458"/>
                    </a:lnTo>
                    <a:close/>
                    <a:moveTo>
                      <a:pt x="300" y="1386"/>
                    </a:moveTo>
                    <a:lnTo>
                      <a:pt x="312" y="1398"/>
                    </a:lnTo>
                    <a:lnTo>
                      <a:pt x="318" y="1398"/>
                    </a:lnTo>
                    <a:lnTo>
                      <a:pt x="330" y="1386"/>
                    </a:lnTo>
                    <a:lnTo>
                      <a:pt x="336" y="1386"/>
                    </a:lnTo>
                    <a:lnTo>
                      <a:pt x="342" y="1380"/>
                    </a:lnTo>
                    <a:lnTo>
                      <a:pt x="342" y="1368"/>
                    </a:lnTo>
                    <a:lnTo>
                      <a:pt x="336" y="1362"/>
                    </a:lnTo>
                    <a:lnTo>
                      <a:pt x="318" y="1362"/>
                    </a:lnTo>
                    <a:lnTo>
                      <a:pt x="306" y="1368"/>
                    </a:lnTo>
                    <a:lnTo>
                      <a:pt x="300" y="1380"/>
                    </a:lnTo>
                    <a:lnTo>
                      <a:pt x="300" y="1386"/>
                    </a:lnTo>
                    <a:close/>
                    <a:moveTo>
                      <a:pt x="312" y="1416"/>
                    </a:moveTo>
                    <a:lnTo>
                      <a:pt x="300" y="1416"/>
                    </a:lnTo>
                    <a:lnTo>
                      <a:pt x="300" y="1428"/>
                    </a:lnTo>
                    <a:lnTo>
                      <a:pt x="318" y="1428"/>
                    </a:lnTo>
                    <a:lnTo>
                      <a:pt x="318" y="1422"/>
                    </a:lnTo>
                    <a:lnTo>
                      <a:pt x="312" y="1416"/>
                    </a:lnTo>
                    <a:close/>
                    <a:moveTo>
                      <a:pt x="336" y="1200"/>
                    </a:moveTo>
                    <a:lnTo>
                      <a:pt x="336" y="1206"/>
                    </a:lnTo>
                    <a:lnTo>
                      <a:pt x="330" y="1206"/>
                    </a:lnTo>
                    <a:lnTo>
                      <a:pt x="318" y="1212"/>
                    </a:lnTo>
                    <a:lnTo>
                      <a:pt x="342" y="1230"/>
                    </a:lnTo>
                    <a:lnTo>
                      <a:pt x="342" y="1218"/>
                    </a:lnTo>
                    <a:lnTo>
                      <a:pt x="336" y="1206"/>
                    </a:lnTo>
                    <a:lnTo>
                      <a:pt x="336" y="1200"/>
                    </a:lnTo>
                    <a:close/>
                    <a:moveTo>
                      <a:pt x="366" y="1170"/>
                    </a:moveTo>
                    <a:lnTo>
                      <a:pt x="366" y="1182"/>
                    </a:lnTo>
                    <a:lnTo>
                      <a:pt x="360" y="1194"/>
                    </a:lnTo>
                    <a:lnTo>
                      <a:pt x="378" y="1224"/>
                    </a:lnTo>
                    <a:lnTo>
                      <a:pt x="378" y="1200"/>
                    </a:lnTo>
                    <a:lnTo>
                      <a:pt x="372" y="1194"/>
                    </a:lnTo>
                    <a:lnTo>
                      <a:pt x="372" y="1176"/>
                    </a:lnTo>
                    <a:lnTo>
                      <a:pt x="366" y="1170"/>
                    </a:lnTo>
                    <a:close/>
                    <a:moveTo>
                      <a:pt x="36" y="1698"/>
                    </a:moveTo>
                    <a:lnTo>
                      <a:pt x="54" y="1698"/>
                    </a:lnTo>
                    <a:lnTo>
                      <a:pt x="60" y="1692"/>
                    </a:lnTo>
                    <a:lnTo>
                      <a:pt x="72" y="1692"/>
                    </a:lnTo>
                    <a:lnTo>
                      <a:pt x="42" y="1680"/>
                    </a:lnTo>
                    <a:lnTo>
                      <a:pt x="36" y="1686"/>
                    </a:lnTo>
                    <a:lnTo>
                      <a:pt x="36" y="1698"/>
                    </a:lnTo>
                    <a:close/>
                    <a:moveTo>
                      <a:pt x="114" y="1662"/>
                    </a:moveTo>
                    <a:lnTo>
                      <a:pt x="96" y="1632"/>
                    </a:lnTo>
                    <a:lnTo>
                      <a:pt x="96" y="1662"/>
                    </a:lnTo>
                    <a:lnTo>
                      <a:pt x="102" y="1674"/>
                    </a:lnTo>
                    <a:lnTo>
                      <a:pt x="114" y="1680"/>
                    </a:lnTo>
                    <a:lnTo>
                      <a:pt x="120" y="1680"/>
                    </a:lnTo>
                    <a:lnTo>
                      <a:pt x="126" y="1674"/>
                    </a:lnTo>
                    <a:lnTo>
                      <a:pt x="126" y="1662"/>
                    </a:lnTo>
                    <a:lnTo>
                      <a:pt x="114" y="1662"/>
                    </a:lnTo>
                    <a:close/>
                    <a:moveTo>
                      <a:pt x="12" y="1686"/>
                    </a:moveTo>
                    <a:lnTo>
                      <a:pt x="6" y="1686"/>
                    </a:lnTo>
                    <a:lnTo>
                      <a:pt x="0" y="1692"/>
                    </a:lnTo>
                    <a:lnTo>
                      <a:pt x="0" y="1704"/>
                    </a:lnTo>
                    <a:lnTo>
                      <a:pt x="6" y="1710"/>
                    </a:lnTo>
                    <a:lnTo>
                      <a:pt x="12" y="1710"/>
                    </a:lnTo>
                    <a:lnTo>
                      <a:pt x="24" y="1698"/>
                    </a:lnTo>
                    <a:lnTo>
                      <a:pt x="24" y="1686"/>
                    </a:lnTo>
                    <a:lnTo>
                      <a:pt x="12" y="1686"/>
                    </a:lnTo>
                    <a:close/>
                    <a:moveTo>
                      <a:pt x="168" y="1536"/>
                    </a:moveTo>
                    <a:lnTo>
                      <a:pt x="168" y="1542"/>
                    </a:lnTo>
                    <a:lnTo>
                      <a:pt x="180" y="1548"/>
                    </a:lnTo>
                    <a:lnTo>
                      <a:pt x="186" y="1548"/>
                    </a:lnTo>
                    <a:lnTo>
                      <a:pt x="186" y="1536"/>
                    </a:lnTo>
                    <a:lnTo>
                      <a:pt x="180" y="1530"/>
                    </a:lnTo>
                    <a:lnTo>
                      <a:pt x="168" y="1530"/>
                    </a:lnTo>
                    <a:lnTo>
                      <a:pt x="168" y="1536"/>
                    </a:lnTo>
                    <a:close/>
                    <a:moveTo>
                      <a:pt x="264" y="1494"/>
                    </a:moveTo>
                    <a:lnTo>
                      <a:pt x="252" y="1518"/>
                    </a:lnTo>
                    <a:lnTo>
                      <a:pt x="246" y="1536"/>
                    </a:lnTo>
                    <a:lnTo>
                      <a:pt x="246" y="1548"/>
                    </a:lnTo>
                    <a:lnTo>
                      <a:pt x="240" y="1554"/>
                    </a:lnTo>
                    <a:lnTo>
                      <a:pt x="240" y="1560"/>
                    </a:lnTo>
                    <a:lnTo>
                      <a:pt x="258" y="1566"/>
                    </a:lnTo>
                    <a:lnTo>
                      <a:pt x="264" y="1554"/>
                    </a:lnTo>
                    <a:lnTo>
                      <a:pt x="264" y="1548"/>
                    </a:lnTo>
                    <a:lnTo>
                      <a:pt x="270" y="1542"/>
                    </a:lnTo>
                    <a:lnTo>
                      <a:pt x="270" y="1524"/>
                    </a:lnTo>
                    <a:lnTo>
                      <a:pt x="288" y="1506"/>
                    </a:lnTo>
                    <a:lnTo>
                      <a:pt x="282" y="1500"/>
                    </a:lnTo>
                    <a:lnTo>
                      <a:pt x="282" y="1494"/>
                    </a:lnTo>
                    <a:lnTo>
                      <a:pt x="276" y="1488"/>
                    </a:lnTo>
                    <a:lnTo>
                      <a:pt x="264" y="1494"/>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51" name="India" descr="© INSCALE GmbH, 05.05.2010&#10;http://www.presentationload.com/">
                <a:extLst>
                  <a:ext uri="{FF2B5EF4-FFF2-40B4-BE49-F238E27FC236}">
                    <a16:creationId xmlns:a16="http://schemas.microsoft.com/office/drawing/2014/main" id="{471E510F-CDC4-9571-3550-09A4F35FF995}"/>
                  </a:ext>
                </a:extLst>
              </p:cNvPr>
              <p:cNvSpPr>
                <a:spLocks noEditPoints="1"/>
              </p:cNvSpPr>
              <p:nvPr/>
            </p:nvSpPr>
            <p:spPr bwMode="gray">
              <a:xfrm>
                <a:off x="3864" y="1833"/>
                <a:ext cx="496" cy="598"/>
              </a:xfrm>
              <a:custGeom>
                <a:avLst/>
                <a:gdLst>
                  <a:gd name="T0" fmla="*/ 2147483647 w 1956"/>
                  <a:gd name="T1" fmla="*/ 2147483647 h 2358"/>
                  <a:gd name="T2" fmla="*/ 2147483647 w 1956"/>
                  <a:gd name="T3" fmla="*/ 2147483647 h 2358"/>
                  <a:gd name="T4" fmla="*/ 2147483647 w 1956"/>
                  <a:gd name="T5" fmla="*/ 2147483647 h 2358"/>
                  <a:gd name="T6" fmla="*/ 2147483647 w 1956"/>
                  <a:gd name="T7" fmla="*/ 2147483647 h 2358"/>
                  <a:gd name="T8" fmla="*/ 2147483647 w 1956"/>
                  <a:gd name="T9" fmla="*/ 2147483647 h 2358"/>
                  <a:gd name="T10" fmla="*/ 2147483647 w 1956"/>
                  <a:gd name="T11" fmla="*/ 2147483647 h 2358"/>
                  <a:gd name="T12" fmla="*/ 2147483647 w 1956"/>
                  <a:gd name="T13" fmla="*/ 2147483647 h 2358"/>
                  <a:gd name="T14" fmla="*/ 2147483647 w 1956"/>
                  <a:gd name="T15" fmla="*/ 2147483647 h 2358"/>
                  <a:gd name="T16" fmla="*/ 2147483647 w 1956"/>
                  <a:gd name="T17" fmla="*/ 2147483647 h 2358"/>
                  <a:gd name="T18" fmla="*/ 2147483647 w 1956"/>
                  <a:gd name="T19" fmla="*/ 2147483647 h 2358"/>
                  <a:gd name="T20" fmla="*/ 2147483647 w 1956"/>
                  <a:gd name="T21" fmla="*/ 2147483647 h 2358"/>
                  <a:gd name="T22" fmla="*/ 2147483647 w 1956"/>
                  <a:gd name="T23" fmla="*/ 2147483647 h 2358"/>
                  <a:gd name="T24" fmla="*/ 2147483647 w 1956"/>
                  <a:gd name="T25" fmla="*/ 2147483647 h 2358"/>
                  <a:gd name="T26" fmla="*/ 2147483647 w 1956"/>
                  <a:gd name="T27" fmla="*/ 2147483647 h 2358"/>
                  <a:gd name="T28" fmla="*/ 2147483647 w 1956"/>
                  <a:gd name="T29" fmla="*/ 2147483647 h 2358"/>
                  <a:gd name="T30" fmla="*/ 2147483647 w 1956"/>
                  <a:gd name="T31" fmla="*/ 2147483647 h 2358"/>
                  <a:gd name="T32" fmla="*/ 2147483647 w 1956"/>
                  <a:gd name="T33" fmla="*/ 2147483647 h 2358"/>
                  <a:gd name="T34" fmla="*/ 2147483647 w 1956"/>
                  <a:gd name="T35" fmla="*/ 2147483647 h 2358"/>
                  <a:gd name="T36" fmla="*/ 2147483647 w 1956"/>
                  <a:gd name="T37" fmla="*/ 2147483647 h 2358"/>
                  <a:gd name="T38" fmla="*/ 2147483647 w 1956"/>
                  <a:gd name="T39" fmla="*/ 2147483647 h 2358"/>
                  <a:gd name="T40" fmla="*/ 2147483647 w 1956"/>
                  <a:gd name="T41" fmla="*/ 2147483647 h 2358"/>
                  <a:gd name="T42" fmla="*/ 2147483647 w 1956"/>
                  <a:gd name="T43" fmla="*/ 2147483647 h 2358"/>
                  <a:gd name="T44" fmla="*/ 2147483647 w 1956"/>
                  <a:gd name="T45" fmla="*/ 2147483647 h 2358"/>
                  <a:gd name="T46" fmla="*/ 2147483647 w 1956"/>
                  <a:gd name="T47" fmla="*/ 2147483647 h 2358"/>
                  <a:gd name="T48" fmla="*/ 2147483647 w 1956"/>
                  <a:gd name="T49" fmla="*/ 2147483647 h 2358"/>
                  <a:gd name="T50" fmla="*/ 2147483647 w 1956"/>
                  <a:gd name="T51" fmla="*/ 2147483647 h 2358"/>
                  <a:gd name="T52" fmla="*/ 2147483647 w 1956"/>
                  <a:gd name="T53" fmla="*/ 2147483647 h 2358"/>
                  <a:gd name="T54" fmla="*/ 2147483647 w 1956"/>
                  <a:gd name="T55" fmla="*/ 2147483647 h 2358"/>
                  <a:gd name="T56" fmla="*/ 2147483647 w 1956"/>
                  <a:gd name="T57" fmla="*/ 2147483647 h 2358"/>
                  <a:gd name="T58" fmla="*/ 2147483647 w 1956"/>
                  <a:gd name="T59" fmla="*/ 2147483647 h 2358"/>
                  <a:gd name="T60" fmla="*/ 2147483647 w 1956"/>
                  <a:gd name="T61" fmla="*/ 2147483647 h 2358"/>
                  <a:gd name="T62" fmla="*/ 2147483647 w 1956"/>
                  <a:gd name="T63" fmla="*/ 2147483647 h 2358"/>
                  <a:gd name="T64" fmla="*/ 2147483647 w 1956"/>
                  <a:gd name="T65" fmla="*/ 2147483647 h 2358"/>
                  <a:gd name="T66" fmla="*/ 2147483647 w 1956"/>
                  <a:gd name="T67" fmla="*/ 2147483647 h 2358"/>
                  <a:gd name="T68" fmla="*/ 2147483647 w 1956"/>
                  <a:gd name="T69" fmla="*/ 2147483647 h 2358"/>
                  <a:gd name="T70" fmla="*/ 2147483647 w 1956"/>
                  <a:gd name="T71" fmla="*/ 2147483647 h 2358"/>
                  <a:gd name="T72" fmla="*/ 2147483647 w 1956"/>
                  <a:gd name="T73" fmla="*/ 2147483647 h 2358"/>
                  <a:gd name="T74" fmla="*/ 2147483647 w 1956"/>
                  <a:gd name="T75" fmla="*/ 2147483647 h 2358"/>
                  <a:gd name="T76" fmla="*/ 2147483647 w 1956"/>
                  <a:gd name="T77" fmla="*/ 2147483647 h 2358"/>
                  <a:gd name="T78" fmla="*/ 2147483647 w 1956"/>
                  <a:gd name="T79" fmla="*/ 2147483647 h 2358"/>
                  <a:gd name="T80" fmla="*/ 2147483647 w 1956"/>
                  <a:gd name="T81" fmla="*/ 2147483647 h 2358"/>
                  <a:gd name="T82" fmla="*/ 2147483647 w 1956"/>
                  <a:gd name="T83" fmla="*/ 2147483647 h 2358"/>
                  <a:gd name="T84" fmla="*/ 2147483647 w 1956"/>
                  <a:gd name="T85" fmla="*/ 2147483647 h 2358"/>
                  <a:gd name="T86" fmla="*/ 2147483647 w 1956"/>
                  <a:gd name="T87" fmla="*/ 2147483647 h 2358"/>
                  <a:gd name="T88" fmla="*/ 2147483647 w 1956"/>
                  <a:gd name="T89" fmla="*/ 2147483647 h 2358"/>
                  <a:gd name="T90" fmla="*/ 2147483647 w 1956"/>
                  <a:gd name="T91" fmla="*/ 2147483647 h 2358"/>
                  <a:gd name="T92" fmla="*/ 2147483647 w 1956"/>
                  <a:gd name="T93" fmla="*/ 2147483647 h 2358"/>
                  <a:gd name="T94" fmla="*/ 2147483647 w 1956"/>
                  <a:gd name="T95" fmla="*/ 2147483647 h 2358"/>
                  <a:gd name="T96" fmla="*/ 2147483647 w 1956"/>
                  <a:gd name="T97" fmla="*/ 2147483647 h 2358"/>
                  <a:gd name="T98" fmla="*/ 2147483647 w 1956"/>
                  <a:gd name="T99" fmla="*/ 2147483647 h 2358"/>
                  <a:gd name="T100" fmla="*/ 2147483647 w 1956"/>
                  <a:gd name="T101" fmla="*/ 2147483647 h 2358"/>
                  <a:gd name="T102" fmla="*/ 2147483647 w 1956"/>
                  <a:gd name="T103" fmla="*/ 2147483647 h 2358"/>
                  <a:gd name="T104" fmla="*/ 2147483647 w 1956"/>
                  <a:gd name="T105" fmla="*/ 2147483647 h 2358"/>
                  <a:gd name="T106" fmla="*/ 2147483647 w 1956"/>
                  <a:gd name="T107" fmla="*/ 2147483647 h 2358"/>
                  <a:gd name="T108" fmla="*/ 2147483647 w 1956"/>
                  <a:gd name="T109" fmla="*/ 2147483647 h 2358"/>
                  <a:gd name="T110" fmla="*/ 2147483647 w 1956"/>
                  <a:gd name="T111" fmla="*/ 2147483647 h 2358"/>
                  <a:gd name="T112" fmla="*/ 2147483647 w 1956"/>
                  <a:gd name="T113" fmla="*/ 2147483647 h 2358"/>
                  <a:gd name="T114" fmla="*/ 2147483647 w 1956"/>
                  <a:gd name="T115" fmla="*/ 2147483647 h 2358"/>
                  <a:gd name="T116" fmla="*/ 2147483647 w 1956"/>
                  <a:gd name="T117" fmla="*/ 2147483647 h 2358"/>
                  <a:gd name="T118" fmla="*/ 2147483647 w 1956"/>
                  <a:gd name="T119" fmla="*/ 2147483647 h 235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956"/>
                  <a:gd name="T181" fmla="*/ 0 h 2358"/>
                  <a:gd name="T182" fmla="*/ 1956 w 1956"/>
                  <a:gd name="T183" fmla="*/ 2358 h 235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956" h="2358">
                    <a:moveTo>
                      <a:pt x="1806" y="1788"/>
                    </a:moveTo>
                    <a:lnTo>
                      <a:pt x="1794" y="1800"/>
                    </a:lnTo>
                    <a:lnTo>
                      <a:pt x="1782" y="1824"/>
                    </a:lnTo>
                    <a:lnTo>
                      <a:pt x="1782" y="1884"/>
                    </a:lnTo>
                    <a:lnTo>
                      <a:pt x="1788" y="1980"/>
                    </a:lnTo>
                    <a:lnTo>
                      <a:pt x="1800" y="1950"/>
                    </a:lnTo>
                    <a:lnTo>
                      <a:pt x="1800" y="1848"/>
                    </a:lnTo>
                    <a:lnTo>
                      <a:pt x="1806" y="1836"/>
                    </a:lnTo>
                    <a:lnTo>
                      <a:pt x="1806" y="1830"/>
                    </a:lnTo>
                    <a:lnTo>
                      <a:pt x="1812" y="1818"/>
                    </a:lnTo>
                    <a:lnTo>
                      <a:pt x="1812" y="1806"/>
                    </a:lnTo>
                    <a:lnTo>
                      <a:pt x="1818" y="1800"/>
                    </a:lnTo>
                    <a:lnTo>
                      <a:pt x="1812" y="1788"/>
                    </a:lnTo>
                    <a:lnTo>
                      <a:pt x="1806" y="1788"/>
                    </a:lnTo>
                    <a:close/>
                    <a:moveTo>
                      <a:pt x="1794" y="2028"/>
                    </a:moveTo>
                    <a:lnTo>
                      <a:pt x="1788" y="2028"/>
                    </a:lnTo>
                    <a:lnTo>
                      <a:pt x="1782" y="2040"/>
                    </a:lnTo>
                    <a:lnTo>
                      <a:pt x="1782" y="2046"/>
                    </a:lnTo>
                    <a:lnTo>
                      <a:pt x="1788" y="2058"/>
                    </a:lnTo>
                    <a:lnTo>
                      <a:pt x="1788" y="2064"/>
                    </a:lnTo>
                    <a:lnTo>
                      <a:pt x="1794" y="2076"/>
                    </a:lnTo>
                    <a:lnTo>
                      <a:pt x="1800" y="2064"/>
                    </a:lnTo>
                    <a:lnTo>
                      <a:pt x="1800" y="2028"/>
                    </a:lnTo>
                    <a:lnTo>
                      <a:pt x="1794" y="2028"/>
                    </a:lnTo>
                    <a:close/>
                    <a:moveTo>
                      <a:pt x="1890" y="2310"/>
                    </a:moveTo>
                    <a:lnTo>
                      <a:pt x="1884" y="2316"/>
                    </a:lnTo>
                    <a:lnTo>
                      <a:pt x="1884" y="2334"/>
                    </a:lnTo>
                    <a:lnTo>
                      <a:pt x="1890" y="2346"/>
                    </a:lnTo>
                    <a:lnTo>
                      <a:pt x="1896" y="2352"/>
                    </a:lnTo>
                    <a:lnTo>
                      <a:pt x="1908" y="2358"/>
                    </a:lnTo>
                    <a:lnTo>
                      <a:pt x="1908" y="2346"/>
                    </a:lnTo>
                    <a:lnTo>
                      <a:pt x="1902" y="2334"/>
                    </a:lnTo>
                    <a:lnTo>
                      <a:pt x="1902" y="2322"/>
                    </a:lnTo>
                    <a:lnTo>
                      <a:pt x="1896" y="2310"/>
                    </a:lnTo>
                    <a:lnTo>
                      <a:pt x="1890" y="2310"/>
                    </a:lnTo>
                    <a:close/>
                    <a:moveTo>
                      <a:pt x="1920" y="672"/>
                    </a:moveTo>
                    <a:lnTo>
                      <a:pt x="1932" y="660"/>
                    </a:lnTo>
                    <a:lnTo>
                      <a:pt x="1944" y="654"/>
                    </a:lnTo>
                    <a:lnTo>
                      <a:pt x="1950" y="648"/>
                    </a:lnTo>
                    <a:lnTo>
                      <a:pt x="1956" y="648"/>
                    </a:lnTo>
                    <a:lnTo>
                      <a:pt x="1956" y="618"/>
                    </a:lnTo>
                    <a:lnTo>
                      <a:pt x="1950" y="618"/>
                    </a:lnTo>
                    <a:lnTo>
                      <a:pt x="1944" y="612"/>
                    </a:lnTo>
                    <a:lnTo>
                      <a:pt x="1878" y="612"/>
                    </a:lnTo>
                    <a:lnTo>
                      <a:pt x="1878" y="606"/>
                    </a:lnTo>
                    <a:lnTo>
                      <a:pt x="1890" y="594"/>
                    </a:lnTo>
                    <a:lnTo>
                      <a:pt x="1896" y="594"/>
                    </a:lnTo>
                    <a:lnTo>
                      <a:pt x="1878" y="564"/>
                    </a:lnTo>
                    <a:lnTo>
                      <a:pt x="1848" y="564"/>
                    </a:lnTo>
                    <a:lnTo>
                      <a:pt x="1842" y="558"/>
                    </a:lnTo>
                    <a:lnTo>
                      <a:pt x="1848" y="558"/>
                    </a:lnTo>
                    <a:lnTo>
                      <a:pt x="1860" y="546"/>
                    </a:lnTo>
                    <a:lnTo>
                      <a:pt x="1854" y="540"/>
                    </a:lnTo>
                    <a:lnTo>
                      <a:pt x="1818" y="522"/>
                    </a:lnTo>
                    <a:lnTo>
                      <a:pt x="1806" y="534"/>
                    </a:lnTo>
                    <a:lnTo>
                      <a:pt x="1806" y="558"/>
                    </a:lnTo>
                    <a:lnTo>
                      <a:pt x="1788" y="558"/>
                    </a:lnTo>
                    <a:lnTo>
                      <a:pt x="1770" y="546"/>
                    </a:lnTo>
                    <a:lnTo>
                      <a:pt x="1758" y="540"/>
                    </a:lnTo>
                    <a:lnTo>
                      <a:pt x="1740" y="540"/>
                    </a:lnTo>
                    <a:lnTo>
                      <a:pt x="1728" y="552"/>
                    </a:lnTo>
                    <a:lnTo>
                      <a:pt x="1716" y="558"/>
                    </a:lnTo>
                    <a:lnTo>
                      <a:pt x="1692" y="582"/>
                    </a:lnTo>
                    <a:lnTo>
                      <a:pt x="1656" y="582"/>
                    </a:lnTo>
                    <a:lnTo>
                      <a:pt x="1656" y="588"/>
                    </a:lnTo>
                    <a:lnTo>
                      <a:pt x="1662" y="594"/>
                    </a:lnTo>
                    <a:lnTo>
                      <a:pt x="1662" y="618"/>
                    </a:lnTo>
                    <a:lnTo>
                      <a:pt x="1656" y="624"/>
                    </a:lnTo>
                    <a:lnTo>
                      <a:pt x="1626" y="624"/>
                    </a:lnTo>
                    <a:lnTo>
                      <a:pt x="1632" y="636"/>
                    </a:lnTo>
                    <a:lnTo>
                      <a:pt x="1632" y="654"/>
                    </a:lnTo>
                    <a:lnTo>
                      <a:pt x="1620" y="666"/>
                    </a:lnTo>
                    <a:lnTo>
                      <a:pt x="1566" y="666"/>
                    </a:lnTo>
                    <a:lnTo>
                      <a:pt x="1566" y="684"/>
                    </a:lnTo>
                    <a:lnTo>
                      <a:pt x="1572" y="690"/>
                    </a:lnTo>
                    <a:lnTo>
                      <a:pt x="1596" y="690"/>
                    </a:lnTo>
                    <a:lnTo>
                      <a:pt x="1596" y="714"/>
                    </a:lnTo>
                    <a:lnTo>
                      <a:pt x="1608" y="726"/>
                    </a:lnTo>
                    <a:lnTo>
                      <a:pt x="1608" y="732"/>
                    </a:lnTo>
                    <a:lnTo>
                      <a:pt x="1584" y="744"/>
                    </a:lnTo>
                    <a:lnTo>
                      <a:pt x="1572" y="744"/>
                    </a:lnTo>
                    <a:lnTo>
                      <a:pt x="1566" y="738"/>
                    </a:lnTo>
                    <a:lnTo>
                      <a:pt x="1554" y="738"/>
                    </a:lnTo>
                    <a:lnTo>
                      <a:pt x="1542" y="744"/>
                    </a:lnTo>
                    <a:lnTo>
                      <a:pt x="1512" y="744"/>
                    </a:lnTo>
                    <a:lnTo>
                      <a:pt x="1500" y="738"/>
                    </a:lnTo>
                    <a:lnTo>
                      <a:pt x="1482" y="738"/>
                    </a:lnTo>
                    <a:lnTo>
                      <a:pt x="1476" y="744"/>
                    </a:lnTo>
                    <a:lnTo>
                      <a:pt x="1464" y="750"/>
                    </a:lnTo>
                    <a:lnTo>
                      <a:pt x="1440" y="750"/>
                    </a:lnTo>
                    <a:lnTo>
                      <a:pt x="1428" y="738"/>
                    </a:lnTo>
                    <a:lnTo>
                      <a:pt x="1428" y="732"/>
                    </a:lnTo>
                    <a:lnTo>
                      <a:pt x="1428" y="738"/>
                    </a:lnTo>
                    <a:lnTo>
                      <a:pt x="1416" y="738"/>
                    </a:lnTo>
                    <a:lnTo>
                      <a:pt x="1392" y="726"/>
                    </a:lnTo>
                    <a:lnTo>
                      <a:pt x="1374" y="708"/>
                    </a:lnTo>
                    <a:lnTo>
                      <a:pt x="1374" y="696"/>
                    </a:lnTo>
                    <a:lnTo>
                      <a:pt x="1380" y="696"/>
                    </a:lnTo>
                    <a:lnTo>
                      <a:pt x="1374" y="696"/>
                    </a:lnTo>
                    <a:lnTo>
                      <a:pt x="1368" y="690"/>
                    </a:lnTo>
                    <a:lnTo>
                      <a:pt x="1368" y="642"/>
                    </a:lnTo>
                    <a:lnTo>
                      <a:pt x="1362" y="636"/>
                    </a:lnTo>
                    <a:lnTo>
                      <a:pt x="1350" y="630"/>
                    </a:lnTo>
                    <a:lnTo>
                      <a:pt x="1338" y="630"/>
                    </a:lnTo>
                    <a:lnTo>
                      <a:pt x="1326" y="642"/>
                    </a:lnTo>
                    <a:lnTo>
                      <a:pt x="1314" y="648"/>
                    </a:lnTo>
                    <a:lnTo>
                      <a:pt x="1326" y="666"/>
                    </a:lnTo>
                    <a:lnTo>
                      <a:pt x="1326" y="714"/>
                    </a:lnTo>
                    <a:lnTo>
                      <a:pt x="1338" y="738"/>
                    </a:lnTo>
                    <a:lnTo>
                      <a:pt x="1338" y="774"/>
                    </a:lnTo>
                    <a:lnTo>
                      <a:pt x="1272" y="774"/>
                    </a:lnTo>
                    <a:lnTo>
                      <a:pt x="1272" y="762"/>
                    </a:lnTo>
                    <a:lnTo>
                      <a:pt x="1266" y="756"/>
                    </a:lnTo>
                    <a:lnTo>
                      <a:pt x="1260" y="756"/>
                    </a:lnTo>
                    <a:lnTo>
                      <a:pt x="1248" y="762"/>
                    </a:lnTo>
                    <a:lnTo>
                      <a:pt x="1242" y="774"/>
                    </a:lnTo>
                    <a:lnTo>
                      <a:pt x="1236" y="762"/>
                    </a:lnTo>
                    <a:lnTo>
                      <a:pt x="1224" y="756"/>
                    </a:lnTo>
                    <a:lnTo>
                      <a:pt x="1206" y="750"/>
                    </a:lnTo>
                    <a:lnTo>
                      <a:pt x="1188" y="750"/>
                    </a:lnTo>
                    <a:lnTo>
                      <a:pt x="1182" y="756"/>
                    </a:lnTo>
                    <a:lnTo>
                      <a:pt x="1152" y="738"/>
                    </a:lnTo>
                    <a:lnTo>
                      <a:pt x="1134" y="750"/>
                    </a:lnTo>
                    <a:lnTo>
                      <a:pt x="1080" y="696"/>
                    </a:lnTo>
                    <a:lnTo>
                      <a:pt x="1056" y="696"/>
                    </a:lnTo>
                    <a:lnTo>
                      <a:pt x="1056" y="690"/>
                    </a:lnTo>
                    <a:lnTo>
                      <a:pt x="1044" y="678"/>
                    </a:lnTo>
                    <a:lnTo>
                      <a:pt x="1038" y="678"/>
                    </a:lnTo>
                    <a:lnTo>
                      <a:pt x="1032" y="684"/>
                    </a:lnTo>
                    <a:lnTo>
                      <a:pt x="1032" y="702"/>
                    </a:lnTo>
                    <a:lnTo>
                      <a:pt x="1032" y="696"/>
                    </a:lnTo>
                    <a:lnTo>
                      <a:pt x="1026" y="690"/>
                    </a:lnTo>
                    <a:lnTo>
                      <a:pt x="1008" y="690"/>
                    </a:lnTo>
                    <a:lnTo>
                      <a:pt x="996" y="702"/>
                    </a:lnTo>
                    <a:lnTo>
                      <a:pt x="990" y="690"/>
                    </a:lnTo>
                    <a:lnTo>
                      <a:pt x="984" y="684"/>
                    </a:lnTo>
                    <a:lnTo>
                      <a:pt x="960" y="684"/>
                    </a:lnTo>
                    <a:lnTo>
                      <a:pt x="954" y="678"/>
                    </a:lnTo>
                    <a:lnTo>
                      <a:pt x="954" y="666"/>
                    </a:lnTo>
                    <a:lnTo>
                      <a:pt x="942" y="666"/>
                    </a:lnTo>
                    <a:lnTo>
                      <a:pt x="936" y="672"/>
                    </a:lnTo>
                    <a:lnTo>
                      <a:pt x="918" y="672"/>
                    </a:lnTo>
                    <a:lnTo>
                      <a:pt x="912" y="666"/>
                    </a:lnTo>
                    <a:lnTo>
                      <a:pt x="906" y="654"/>
                    </a:lnTo>
                    <a:lnTo>
                      <a:pt x="900" y="648"/>
                    </a:lnTo>
                    <a:lnTo>
                      <a:pt x="888" y="648"/>
                    </a:lnTo>
                    <a:lnTo>
                      <a:pt x="846" y="630"/>
                    </a:lnTo>
                    <a:lnTo>
                      <a:pt x="834" y="612"/>
                    </a:lnTo>
                    <a:lnTo>
                      <a:pt x="810" y="612"/>
                    </a:lnTo>
                    <a:lnTo>
                      <a:pt x="792" y="588"/>
                    </a:lnTo>
                    <a:lnTo>
                      <a:pt x="780" y="594"/>
                    </a:lnTo>
                    <a:lnTo>
                      <a:pt x="750" y="564"/>
                    </a:lnTo>
                    <a:lnTo>
                      <a:pt x="750" y="552"/>
                    </a:lnTo>
                    <a:lnTo>
                      <a:pt x="762" y="540"/>
                    </a:lnTo>
                    <a:lnTo>
                      <a:pt x="768" y="540"/>
                    </a:lnTo>
                    <a:lnTo>
                      <a:pt x="756" y="528"/>
                    </a:lnTo>
                    <a:lnTo>
                      <a:pt x="756" y="522"/>
                    </a:lnTo>
                    <a:lnTo>
                      <a:pt x="762" y="516"/>
                    </a:lnTo>
                    <a:lnTo>
                      <a:pt x="756" y="504"/>
                    </a:lnTo>
                    <a:lnTo>
                      <a:pt x="780" y="480"/>
                    </a:lnTo>
                    <a:lnTo>
                      <a:pt x="786" y="456"/>
                    </a:lnTo>
                    <a:lnTo>
                      <a:pt x="762" y="438"/>
                    </a:lnTo>
                    <a:lnTo>
                      <a:pt x="750" y="438"/>
                    </a:lnTo>
                    <a:lnTo>
                      <a:pt x="738" y="432"/>
                    </a:lnTo>
                    <a:lnTo>
                      <a:pt x="738" y="414"/>
                    </a:lnTo>
                    <a:lnTo>
                      <a:pt x="720" y="420"/>
                    </a:lnTo>
                    <a:lnTo>
                      <a:pt x="702" y="402"/>
                    </a:lnTo>
                    <a:lnTo>
                      <a:pt x="696" y="402"/>
                    </a:lnTo>
                    <a:lnTo>
                      <a:pt x="690" y="396"/>
                    </a:lnTo>
                    <a:lnTo>
                      <a:pt x="678" y="396"/>
                    </a:lnTo>
                    <a:lnTo>
                      <a:pt x="666" y="390"/>
                    </a:lnTo>
                    <a:lnTo>
                      <a:pt x="654" y="378"/>
                    </a:lnTo>
                    <a:lnTo>
                      <a:pt x="648" y="366"/>
                    </a:lnTo>
                    <a:lnTo>
                      <a:pt x="618" y="366"/>
                    </a:lnTo>
                    <a:lnTo>
                      <a:pt x="612" y="360"/>
                    </a:lnTo>
                    <a:lnTo>
                      <a:pt x="612" y="342"/>
                    </a:lnTo>
                    <a:lnTo>
                      <a:pt x="618" y="336"/>
                    </a:lnTo>
                    <a:lnTo>
                      <a:pt x="618" y="324"/>
                    </a:lnTo>
                    <a:lnTo>
                      <a:pt x="612" y="324"/>
                    </a:lnTo>
                    <a:lnTo>
                      <a:pt x="600" y="312"/>
                    </a:lnTo>
                    <a:lnTo>
                      <a:pt x="594" y="300"/>
                    </a:lnTo>
                    <a:lnTo>
                      <a:pt x="588" y="294"/>
                    </a:lnTo>
                    <a:lnTo>
                      <a:pt x="588" y="276"/>
                    </a:lnTo>
                    <a:lnTo>
                      <a:pt x="594" y="276"/>
                    </a:lnTo>
                    <a:lnTo>
                      <a:pt x="600" y="270"/>
                    </a:lnTo>
                    <a:lnTo>
                      <a:pt x="612" y="270"/>
                    </a:lnTo>
                    <a:lnTo>
                      <a:pt x="612" y="288"/>
                    </a:lnTo>
                    <a:lnTo>
                      <a:pt x="624" y="300"/>
                    </a:lnTo>
                    <a:lnTo>
                      <a:pt x="636" y="282"/>
                    </a:lnTo>
                    <a:lnTo>
                      <a:pt x="642" y="282"/>
                    </a:lnTo>
                    <a:lnTo>
                      <a:pt x="648" y="276"/>
                    </a:lnTo>
                    <a:lnTo>
                      <a:pt x="660" y="270"/>
                    </a:lnTo>
                    <a:lnTo>
                      <a:pt x="660" y="258"/>
                    </a:lnTo>
                    <a:lnTo>
                      <a:pt x="642" y="240"/>
                    </a:lnTo>
                    <a:lnTo>
                      <a:pt x="636" y="228"/>
                    </a:lnTo>
                    <a:lnTo>
                      <a:pt x="630" y="222"/>
                    </a:lnTo>
                    <a:lnTo>
                      <a:pt x="618" y="222"/>
                    </a:lnTo>
                    <a:lnTo>
                      <a:pt x="594" y="210"/>
                    </a:lnTo>
                    <a:lnTo>
                      <a:pt x="594" y="186"/>
                    </a:lnTo>
                    <a:lnTo>
                      <a:pt x="612" y="180"/>
                    </a:lnTo>
                    <a:lnTo>
                      <a:pt x="594" y="156"/>
                    </a:lnTo>
                    <a:lnTo>
                      <a:pt x="624" y="156"/>
                    </a:lnTo>
                    <a:lnTo>
                      <a:pt x="636" y="150"/>
                    </a:lnTo>
                    <a:lnTo>
                      <a:pt x="642" y="138"/>
                    </a:lnTo>
                    <a:lnTo>
                      <a:pt x="642" y="114"/>
                    </a:lnTo>
                    <a:lnTo>
                      <a:pt x="636" y="108"/>
                    </a:lnTo>
                    <a:lnTo>
                      <a:pt x="636" y="102"/>
                    </a:lnTo>
                    <a:lnTo>
                      <a:pt x="654" y="102"/>
                    </a:lnTo>
                    <a:lnTo>
                      <a:pt x="660" y="96"/>
                    </a:lnTo>
                    <a:lnTo>
                      <a:pt x="660" y="36"/>
                    </a:lnTo>
                    <a:lnTo>
                      <a:pt x="618" y="36"/>
                    </a:lnTo>
                    <a:lnTo>
                      <a:pt x="594" y="12"/>
                    </a:lnTo>
                    <a:lnTo>
                      <a:pt x="576" y="0"/>
                    </a:lnTo>
                    <a:lnTo>
                      <a:pt x="564" y="0"/>
                    </a:lnTo>
                    <a:lnTo>
                      <a:pt x="540" y="12"/>
                    </a:lnTo>
                    <a:lnTo>
                      <a:pt x="522" y="18"/>
                    </a:lnTo>
                    <a:lnTo>
                      <a:pt x="516" y="30"/>
                    </a:lnTo>
                    <a:lnTo>
                      <a:pt x="504" y="36"/>
                    </a:lnTo>
                    <a:lnTo>
                      <a:pt x="480" y="36"/>
                    </a:lnTo>
                    <a:lnTo>
                      <a:pt x="456" y="72"/>
                    </a:lnTo>
                    <a:lnTo>
                      <a:pt x="432" y="78"/>
                    </a:lnTo>
                    <a:lnTo>
                      <a:pt x="432" y="96"/>
                    </a:lnTo>
                    <a:lnTo>
                      <a:pt x="408" y="96"/>
                    </a:lnTo>
                    <a:lnTo>
                      <a:pt x="402" y="102"/>
                    </a:lnTo>
                    <a:lnTo>
                      <a:pt x="396" y="96"/>
                    </a:lnTo>
                    <a:lnTo>
                      <a:pt x="390" y="102"/>
                    </a:lnTo>
                    <a:lnTo>
                      <a:pt x="378" y="108"/>
                    </a:lnTo>
                    <a:lnTo>
                      <a:pt x="372" y="114"/>
                    </a:lnTo>
                    <a:lnTo>
                      <a:pt x="360" y="120"/>
                    </a:lnTo>
                    <a:lnTo>
                      <a:pt x="348" y="120"/>
                    </a:lnTo>
                    <a:lnTo>
                      <a:pt x="348" y="108"/>
                    </a:lnTo>
                    <a:lnTo>
                      <a:pt x="342" y="102"/>
                    </a:lnTo>
                    <a:lnTo>
                      <a:pt x="324" y="102"/>
                    </a:lnTo>
                    <a:lnTo>
                      <a:pt x="306" y="96"/>
                    </a:lnTo>
                    <a:lnTo>
                      <a:pt x="264" y="96"/>
                    </a:lnTo>
                    <a:lnTo>
                      <a:pt x="240" y="108"/>
                    </a:lnTo>
                    <a:lnTo>
                      <a:pt x="234" y="120"/>
                    </a:lnTo>
                    <a:lnTo>
                      <a:pt x="234" y="126"/>
                    </a:lnTo>
                    <a:lnTo>
                      <a:pt x="258" y="144"/>
                    </a:lnTo>
                    <a:lnTo>
                      <a:pt x="252" y="156"/>
                    </a:lnTo>
                    <a:lnTo>
                      <a:pt x="282" y="162"/>
                    </a:lnTo>
                    <a:lnTo>
                      <a:pt x="276" y="168"/>
                    </a:lnTo>
                    <a:lnTo>
                      <a:pt x="270" y="180"/>
                    </a:lnTo>
                    <a:lnTo>
                      <a:pt x="264" y="186"/>
                    </a:lnTo>
                    <a:lnTo>
                      <a:pt x="264" y="192"/>
                    </a:lnTo>
                    <a:lnTo>
                      <a:pt x="276" y="204"/>
                    </a:lnTo>
                    <a:lnTo>
                      <a:pt x="282" y="204"/>
                    </a:lnTo>
                    <a:lnTo>
                      <a:pt x="282" y="210"/>
                    </a:lnTo>
                    <a:lnTo>
                      <a:pt x="276" y="222"/>
                    </a:lnTo>
                    <a:lnTo>
                      <a:pt x="276" y="234"/>
                    </a:lnTo>
                    <a:lnTo>
                      <a:pt x="294" y="234"/>
                    </a:lnTo>
                    <a:lnTo>
                      <a:pt x="306" y="252"/>
                    </a:lnTo>
                    <a:lnTo>
                      <a:pt x="324" y="252"/>
                    </a:lnTo>
                    <a:lnTo>
                      <a:pt x="330" y="288"/>
                    </a:lnTo>
                    <a:lnTo>
                      <a:pt x="366" y="288"/>
                    </a:lnTo>
                    <a:lnTo>
                      <a:pt x="378" y="294"/>
                    </a:lnTo>
                    <a:lnTo>
                      <a:pt x="384" y="300"/>
                    </a:lnTo>
                    <a:lnTo>
                      <a:pt x="384" y="306"/>
                    </a:lnTo>
                    <a:lnTo>
                      <a:pt x="378" y="312"/>
                    </a:lnTo>
                    <a:lnTo>
                      <a:pt x="354" y="324"/>
                    </a:lnTo>
                    <a:lnTo>
                      <a:pt x="342" y="324"/>
                    </a:lnTo>
                    <a:lnTo>
                      <a:pt x="336" y="330"/>
                    </a:lnTo>
                    <a:lnTo>
                      <a:pt x="336" y="366"/>
                    </a:lnTo>
                    <a:lnTo>
                      <a:pt x="342" y="378"/>
                    </a:lnTo>
                    <a:lnTo>
                      <a:pt x="354" y="390"/>
                    </a:lnTo>
                    <a:lnTo>
                      <a:pt x="354" y="396"/>
                    </a:lnTo>
                    <a:lnTo>
                      <a:pt x="324" y="414"/>
                    </a:lnTo>
                    <a:lnTo>
                      <a:pt x="300" y="450"/>
                    </a:lnTo>
                    <a:lnTo>
                      <a:pt x="318" y="474"/>
                    </a:lnTo>
                    <a:lnTo>
                      <a:pt x="306" y="474"/>
                    </a:lnTo>
                    <a:lnTo>
                      <a:pt x="300" y="480"/>
                    </a:lnTo>
                    <a:lnTo>
                      <a:pt x="288" y="486"/>
                    </a:lnTo>
                    <a:lnTo>
                      <a:pt x="282" y="492"/>
                    </a:lnTo>
                    <a:lnTo>
                      <a:pt x="282" y="504"/>
                    </a:lnTo>
                    <a:lnTo>
                      <a:pt x="276" y="522"/>
                    </a:lnTo>
                    <a:lnTo>
                      <a:pt x="276" y="534"/>
                    </a:lnTo>
                    <a:lnTo>
                      <a:pt x="270" y="552"/>
                    </a:lnTo>
                    <a:lnTo>
                      <a:pt x="258" y="564"/>
                    </a:lnTo>
                    <a:lnTo>
                      <a:pt x="234" y="576"/>
                    </a:lnTo>
                    <a:lnTo>
                      <a:pt x="228" y="582"/>
                    </a:lnTo>
                    <a:lnTo>
                      <a:pt x="228" y="588"/>
                    </a:lnTo>
                    <a:lnTo>
                      <a:pt x="222" y="594"/>
                    </a:lnTo>
                    <a:lnTo>
                      <a:pt x="222" y="612"/>
                    </a:lnTo>
                    <a:lnTo>
                      <a:pt x="204" y="624"/>
                    </a:lnTo>
                    <a:lnTo>
                      <a:pt x="204" y="630"/>
                    </a:lnTo>
                    <a:lnTo>
                      <a:pt x="198" y="636"/>
                    </a:lnTo>
                    <a:lnTo>
                      <a:pt x="192" y="648"/>
                    </a:lnTo>
                    <a:lnTo>
                      <a:pt x="186" y="654"/>
                    </a:lnTo>
                    <a:lnTo>
                      <a:pt x="168" y="654"/>
                    </a:lnTo>
                    <a:lnTo>
                      <a:pt x="162" y="648"/>
                    </a:lnTo>
                    <a:lnTo>
                      <a:pt x="156" y="654"/>
                    </a:lnTo>
                    <a:lnTo>
                      <a:pt x="132" y="666"/>
                    </a:lnTo>
                    <a:lnTo>
                      <a:pt x="126" y="666"/>
                    </a:lnTo>
                    <a:lnTo>
                      <a:pt x="120" y="660"/>
                    </a:lnTo>
                    <a:lnTo>
                      <a:pt x="120" y="648"/>
                    </a:lnTo>
                    <a:lnTo>
                      <a:pt x="114" y="642"/>
                    </a:lnTo>
                    <a:lnTo>
                      <a:pt x="108" y="642"/>
                    </a:lnTo>
                    <a:lnTo>
                      <a:pt x="96" y="648"/>
                    </a:lnTo>
                    <a:lnTo>
                      <a:pt x="84" y="660"/>
                    </a:lnTo>
                    <a:lnTo>
                      <a:pt x="84" y="666"/>
                    </a:lnTo>
                    <a:lnTo>
                      <a:pt x="78" y="678"/>
                    </a:lnTo>
                    <a:lnTo>
                      <a:pt x="72" y="684"/>
                    </a:lnTo>
                    <a:lnTo>
                      <a:pt x="66" y="696"/>
                    </a:lnTo>
                    <a:lnTo>
                      <a:pt x="54" y="708"/>
                    </a:lnTo>
                    <a:lnTo>
                      <a:pt x="48" y="720"/>
                    </a:lnTo>
                    <a:lnTo>
                      <a:pt x="48" y="744"/>
                    </a:lnTo>
                    <a:lnTo>
                      <a:pt x="54" y="750"/>
                    </a:lnTo>
                    <a:lnTo>
                      <a:pt x="66" y="756"/>
                    </a:lnTo>
                    <a:lnTo>
                      <a:pt x="72" y="756"/>
                    </a:lnTo>
                    <a:lnTo>
                      <a:pt x="102" y="750"/>
                    </a:lnTo>
                    <a:lnTo>
                      <a:pt x="102" y="768"/>
                    </a:lnTo>
                    <a:lnTo>
                      <a:pt x="96" y="798"/>
                    </a:lnTo>
                    <a:lnTo>
                      <a:pt x="102" y="804"/>
                    </a:lnTo>
                    <a:lnTo>
                      <a:pt x="108" y="816"/>
                    </a:lnTo>
                    <a:lnTo>
                      <a:pt x="120" y="828"/>
                    </a:lnTo>
                    <a:lnTo>
                      <a:pt x="144" y="828"/>
                    </a:lnTo>
                    <a:lnTo>
                      <a:pt x="144" y="852"/>
                    </a:lnTo>
                    <a:lnTo>
                      <a:pt x="168" y="894"/>
                    </a:lnTo>
                    <a:lnTo>
                      <a:pt x="174" y="906"/>
                    </a:lnTo>
                    <a:lnTo>
                      <a:pt x="180" y="912"/>
                    </a:lnTo>
                    <a:lnTo>
                      <a:pt x="180" y="936"/>
                    </a:lnTo>
                    <a:lnTo>
                      <a:pt x="168" y="942"/>
                    </a:lnTo>
                    <a:lnTo>
                      <a:pt x="162" y="948"/>
                    </a:lnTo>
                    <a:lnTo>
                      <a:pt x="144" y="948"/>
                    </a:lnTo>
                    <a:lnTo>
                      <a:pt x="138" y="942"/>
                    </a:lnTo>
                    <a:lnTo>
                      <a:pt x="138" y="930"/>
                    </a:lnTo>
                    <a:lnTo>
                      <a:pt x="132" y="930"/>
                    </a:lnTo>
                    <a:lnTo>
                      <a:pt x="120" y="936"/>
                    </a:lnTo>
                    <a:lnTo>
                      <a:pt x="108" y="948"/>
                    </a:lnTo>
                    <a:lnTo>
                      <a:pt x="84" y="948"/>
                    </a:lnTo>
                    <a:lnTo>
                      <a:pt x="78" y="942"/>
                    </a:lnTo>
                    <a:lnTo>
                      <a:pt x="78" y="936"/>
                    </a:lnTo>
                    <a:lnTo>
                      <a:pt x="54" y="948"/>
                    </a:lnTo>
                    <a:lnTo>
                      <a:pt x="48" y="942"/>
                    </a:lnTo>
                    <a:lnTo>
                      <a:pt x="36" y="936"/>
                    </a:lnTo>
                    <a:lnTo>
                      <a:pt x="24" y="936"/>
                    </a:lnTo>
                    <a:lnTo>
                      <a:pt x="12" y="948"/>
                    </a:lnTo>
                    <a:lnTo>
                      <a:pt x="12" y="960"/>
                    </a:lnTo>
                    <a:lnTo>
                      <a:pt x="18" y="966"/>
                    </a:lnTo>
                    <a:lnTo>
                      <a:pt x="0" y="972"/>
                    </a:lnTo>
                    <a:lnTo>
                      <a:pt x="36" y="972"/>
                    </a:lnTo>
                    <a:lnTo>
                      <a:pt x="30" y="984"/>
                    </a:lnTo>
                    <a:lnTo>
                      <a:pt x="30" y="1014"/>
                    </a:lnTo>
                    <a:lnTo>
                      <a:pt x="36" y="1026"/>
                    </a:lnTo>
                    <a:lnTo>
                      <a:pt x="48" y="1032"/>
                    </a:lnTo>
                    <a:lnTo>
                      <a:pt x="66" y="1038"/>
                    </a:lnTo>
                    <a:lnTo>
                      <a:pt x="120" y="1038"/>
                    </a:lnTo>
                    <a:lnTo>
                      <a:pt x="132" y="1032"/>
                    </a:lnTo>
                    <a:lnTo>
                      <a:pt x="150" y="1014"/>
                    </a:lnTo>
                    <a:lnTo>
                      <a:pt x="162" y="1008"/>
                    </a:lnTo>
                    <a:lnTo>
                      <a:pt x="168" y="1020"/>
                    </a:lnTo>
                    <a:lnTo>
                      <a:pt x="168" y="1026"/>
                    </a:lnTo>
                    <a:lnTo>
                      <a:pt x="162" y="1038"/>
                    </a:lnTo>
                    <a:lnTo>
                      <a:pt x="144" y="1056"/>
                    </a:lnTo>
                    <a:lnTo>
                      <a:pt x="120" y="1068"/>
                    </a:lnTo>
                    <a:lnTo>
                      <a:pt x="114" y="1074"/>
                    </a:lnTo>
                    <a:lnTo>
                      <a:pt x="90" y="1074"/>
                    </a:lnTo>
                    <a:lnTo>
                      <a:pt x="78" y="1080"/>
                    </a:lnTo>
                    <a:lnTo>
                      <a:pt x="60" y="1086"/>
                    </a:lnTo>
                    <a:lnTo>
                      <a:pt x="48" y="1092"/>
                    </a:lnTo>
                    <a:lnTo>
                      <a:pt x="42" y="1098"/>
                    </a:lnTo>
                    <a:lnTo>
                      <a:pt x="54" y="1122"/>
                    </a:lnTo>
                    <a:lnTo>
                      <a:pt x="66" y="1128"/>
                    </a:lnTo>
                    <a:lnTo>
                      <a:pt x="78" y="1140"/>
                    </a:lnTo>
                    <a:lnTo>
                      <a:pt x="96" y="1152"/>
                    </a:lnTo>
                    <a:lnTo>
                      <a:pt x="108" y="1164"/>
                    </a:lnTo>
                    <a:lnTo>
                      <a:pt x="132" y="1182"/>
                    </a:lnTo>
                    <a:lnTo>
                      <a:pt x="162" y="1206"/>
                    </a:lnTo>
                    <a:lnTo>
                      <a:pt x="204" y="1224"/>
                    </a:lnTo>
                    <a:lnTo>
                      <a:pt x="240" y="1218"/>
                    </a:lnTo>
                    <a:lnTo>
                      <a:pt x="270" y="1200"/>
                    </a:lnTo>
                    <a:lnTo>
                      <a:pt x="294" y="1176"/>
                    </a:lnTo>
                    <a:lnTo>
                      <a:pt x="300" y="1158"/>
                    </a:lnTo>
                    <a:lnTo>
                      <a:pt x="300" y="1128"/>
                    </a:lnTo>
                    <a:lnTo>
                      <a:pt x="306" y="1116"/>
                    </a:lnTo>
                    <a:lnTo>
                      <a:pt x="318" y="1104"/>
                    </a:lnTo>
                    <a:lnTo>
                      <a:pt x="324" y="1092"/>
                    </a:lnTo>
                    <a:lnTo>
                      <a:pt x="330" y="1086"/>
                    </a:lnTo>
                    <a:lnTo>
                      <a:pt x="342" y="1086"/>
                    </a:lnTo>
                    <a:lnTo>
                      <a:pt x="348" y="1080"/>
                    </a:lnTo>
                    <a:lnTo>
                      <a:pt x="354" y="1080"/>
                    </a:lnTo>
                    <a:lnTo>
                      <a:pt x="360" y="1086"/>
                    </a:lnTo>
                    <a:lnTo>
                      <a:pt x="360" y="1098"/>
                    </a:lnTo>
                    <a:lnTo>
                      <a:pt x="348" y="1110"/>
                    </a:lnTo>
                    <a:lnTo>
                      <a:pt x="336" y="1128"/>
                    </a:lnTo>
                    <a:lnTo>
                      <a:pt x="324" y="1140"/>
                    </a:lnTo>
                    <a:lnTo>
                      <a:pt x="318" y="1152"/>
                    </a:lnTo>
                    <a:lnTo>
                      <a:pt x="318" y="1164"/>
                    </a:lnTo>
                    <a:lnTo>
                      <a:pt x="324" y="1176"/>
                    </a:lnTo>
                    <a:lnTo>
                      <a:pt x="336" y="1182"/>
                    </a:lnTo>
                    <a:lnTo>
                      <a:pt x="342" y="1182"/>
                    </a:lnTo>
                    <a:lnTo>
                      <a:pt x="354" y="1194"/>
                    </a:lnTo>
                    <a:lnTo>
                      <a:pt x="354" y="1206"/>
                    </a:lnTo>
                    <a:lnTo>
                      <a:pt x="348" y="1242"/>
                    </a:lnTo>
                    <a:lnTo>
                      <a:pt x="342" y="1284"/>
                    </a:lnTo>
                    <a:lnTo>
                      <a:pt x="336" y="1338"/>
                    </a:lnTo>
                    <a:lnTo>
                      <a:pt x="342" y="1398"/>
                    </a:lnTo>
                    <a:lnTo>
                      <a:pt x="354" y="1446"/>
                    </a:lnTo>
                    <a:lnTo>
                      <a:pt x="384" y="1536"/>
                    </a:lnTo>
                    <a:lnTo>
                      <a:pt x="402" y="1554"/>
                    </a:lnTo>
                    <a:lnTo>
                      <a:pt x="402" y="1596"/>
                    </a:lnTo>
                    <a:lnTo>
                      <a:pt x="414" y="1620"/>
                    </a:lnTo>
                    <a:lnTo>
                      <a:pt x="426" y="1626"/>
                    </a:lnTo>
                    <a:lnTo>
                      <a:pt x="438" y="1626"/>
                    </a:lnTo>
                    <a:lnTo>
                      <a:pt x="444" y="1632"/>
                    </a:lnTo>
                    <a:lnTo>
                      <a:pt x="450" y="1632"/>
                    </a:lnTo>
                    <a:lnTo>
                      <a:pt x="450" y="1644"/>
                    </a:lnTo>
                    <a:lnTo>
                      <a:pt x="456" y="1656"/>
                    </a:lnTo>
                    <a:lnTo>
                      <a:pt x="456" y="1674"/>
                    </a:lnTo>
                    <a:lnTo>
                      <a:pt x="474" y="1710"/>
                    </a:lnTo>
                    <a:lnTo>
                      <a:pt x="498" y="1722"/>
                    </a:lnTo>
                    <a:lnTo>
                      <a:pt x="504" y="1728"/>
                    </a:lnTo>
                    <a:lnTo>
                      <a:pt x="510" y="1728"/>
                    </a:lnTo>
                    <a:lnTo>
                      <a:pt x="510" y="1746"/>
                    </a:lnTo>
                    <a:lnTo>
                      <a:pt x="516" y="1782"/>
                    </a:lnTo>
                    <a:lnTo>
                      <a:pt x="522" y="1830"/>
                    </a:lnTo>
                    <a:lnTo>
                      <a:pt x="534" y="1872"/>
                    </a:lnTo>
                    <a:lnTo>
                      <a:pt x="552" y="1908"/>
                    </a:lnTo>
                    <a:lnTo>
                      <a:pt x="576" y="1944"/>
                    </a:lnTo>
                    <a:lnTo>
                      <a:pt x="600" y="1974"/>
                    </a:lnTo>
                    <a:lnTo>
                      <a:pt x="612" y="1998"/>
                    </a:lnTo>
                    <a:lnTo>
                      <a:pt x="618" y="2016"/>
                    </a:lnTo>
                    <a:lnTo>
                      <a:pt x="618" y="2070"/>
                    </a:lnTo>
                    <a:lnTo>
                      <a:pt x="624" y="2094"/>
                    </a:lnTo>
                    <a:lnTo>
                      <a:pt x="642" y="2124"/>
                    </a:lnTo>
                    <a:lnTo>
                      <a:pt x="672" y="2166"/>
                    </a:lnTo>
                    <a:lnTo>
                      <a:pt x="696" y="2202"/>
                    </a:lnTo>
                    <a:lnTo>
                      <a:pt x="714" y="2232"/>
                    </a:lnTo>
                    <a:lnTo>
                      <a:pt x="720" y="2244"/>
                    </a:lnTo>
                    <a:lnTo>
                      <a:pt x="726" y="2244"/>
                    </a:lnTo>
                    <a:lnTo>
                      <a:pt x="732" y="2238"/>
                    </a:lnTo>
                    <a:lnTo>
                      <a:pt x="744" y="2238"/>
                    </a:lnTo>
                    <a:lnTo>
                      <a:pt x="768" y="2226"/>
                    </a:lnTo>
                    <a:lnTo>
                      <a:pt x="774" y="2220"/>
                    </a:lnTo>
                    <a:lnTo>
                      <a:pt x="780" y="2208"/>
                    </a:lnTo>
                    <a:lnTo>
                      <a:pt x="780" y="2172"/>
                    </a:lnTo>
                    <a:lnTo>
                      <a:pt x="786" y="2160"/>
                    </a:lnTo>
                    <a:lnTo>
                      <a:pt x="798" y="2154"/>
                    </a:lnTo>
                    <a:lnTo>
                      <a:pt x="804" y="2154"/>
                    </a:lnTo>
                    <a:lnTo>
                      <a:pt x="810" y="2160"/>
                    </a:lnTo>
                    <a:lnTo>
                      <a:pt x="828" y="2160"/>
                    </a:lnTo>
                    <a:lnTo>
                      <a:pt x="834" y="2154"/>
                    </a:lnTo>
                    <a:lnTo>
                      <a:pt x="846" y="2148"/>
                    </a:lnTo>
                    <a:lnTo>
                      <a:pt x="852" y="2142"/>
                    </a:lnTo>
                    <a:lnTo>
                      <a:pt x="864" y="2136"/>
                    </a:lnTo>
                    <a:lnTo>
                      <a:pt x="852" y="2136"/>
                    </a:lnTo>
                    <a:lnTo>
                      <a:pt x="846" y="2130"/>
                    </a:lnTo>
                    <a:lnTo>
                      <a:pt x="846" y="2118"/>
                    </a:lnTo>
                    <a:lnTo>
                      <a:pt x="852" y="2100"/>
                    </a:lnTo>
                    <a:lnTo>
                      <a:pt x="858" y="2088"/>
                    </a:lnTo>
                    <a:lnTo>
                      <a:pt x="906" y="2064"/>
                    </a:lnTo>
                    <a:lnTo>
                      <a:pt x="918" y="2052"/>
                    </a:lnTo>
                    <a:lnTo>
                      <a:pt x="918" y="2040"/>
                    </a:lnTo>
                    <a:lnTo>
                      <a:pt x="912" y="2028"/>
                    </a:lnTo>
                    <a:lnTo>
                      <a:pt x="912" y="2010"/>
                    </a:lnTo>
                    <a:lnTo>
                      <a:pt x="900" y="1974"/>
                    </a:lnTo>
                    <a:lnTo>
                      <a:pt x="900" y="1908"/>
                    </a:lnTo>
                    <a:lnTo>
                      <a:pt x="906" y="1890"/>
                    </a:lnTo>
                    <a:lnTo>
                      <a:pt x="906" y="1884"/>
                    </a:lnTo>
                    <a:lnTo>
                      <a:pt x="912" y="1878"/>
                    </a:lnTo>
                    <a:lnTo>
                      <a:pt x="912" y="1860"/>
                    </a:lnTo>
                    <a:lnTo>
                      <a:pt x="918" y="1842"/>
                    </a:lnTo>
                    <a:lnTo>
                      <a:pt x="918" y="1800"/>
                    </a:lnTo>
                    <a:lnTo>
                      <a:pt x="906" y="1776"/>
                    </a:lnTo>
                    <a:lnTo>
                      <a:pt x="888" y="1758"/>
                    </a:lnTo>
                    <a:lnTo>
                      <a:pt x="888" y="1728"/>
                    </a:lnTo>
                    <a:lnTo>
                      <a:pt x="894" y="1722"/>
                    </a:lnTo>
                    <a:lnTo>
                      <a:pt x="900" y="1710"/>
                    </a:lnTo>
                    <a:lnTo>
                      <a:pt x="900" y="1698"/>
                    </a:lnTo>
                    <a:lnTo>
                      <a:pt x="894" y="1686"/>
                    </a:lnTo>
                    <a:lnTo>
                      <a:pt x="894" y="1644"/>
                    </a:lnTo>
                    <a:lnTo>
                      <a:pt x="918" y="1632"/>
                    </a:lnTo>
                    <a:lnTo>
                      <a:pt x="924" y="1632"/>
                    </a:lnTo>
                    <a:lnTo>
                      <a:pt x="948" y="1620"/>
                    </a:lnTo>
                    <a:lnTo>
                      <a:pt x="948" y="1596"/>
                    </a:lnTo>
                    <a:lnTo>
                      <a:pt x="954" y="1584"/>
                    </a:lnTo>
                    <a:lnTo>
                      <a:pt x="960" y="1578"/>
                    </a:lnTo>
                    <a:lnTo>
                      <a:pt x="972" y="1572"/>
                    </a:lnTo>
                    <a:lnTo>
                      <a:pt x="990" y="1572"/>
                    </a:lnTo>
                    <a:lnTo>
                      <a:pt x="996" y="1560"/>
                    </a:lnTo>
                    <a:lnTo>
                      <a:pt x="1002" y="1566"/>
                    </a:lnTo>
                    <a:lnTo>
                      <a:pt x="1032" y="1566"/>
                    </a:lnTo>
                    <a:lnTo>
                      <a:pt x="1032" y="1548"/>
                    </a:lnTo>
                    <a:lnTo>
                      <a:pt x="1038" y="1530"/>
                    </a:lnTo>
                    <a:lnTo>
                      <a:pt x="1050" y="1518"/>
                    </a:lnTo>
                    <a:lnTo>
                      <a:pt x="1056" y="1500"/>
                    </a:lnTo>
                    <a:lnTo>
                      <a:pt x="1068" y="1488"/>
                    </a:lnTo>
                    <a:lnTo>
                      <a:pt x="1074" y="1476"/>
                    </a:lnTo>
                    <a:lnTo>
                      <a:pt x="1086" y="1470"/>
                    </a:lnTo>
                    <a:lnTo>
                      <a:pt x="1092" y="1464"/>
                    </a:lnTo>
                    <a:lnTo>
                      <a:pt x="1110" y="1458"/>
                    </a:lnTo>
                    <a:lnTo>
                      <a:pt x="1116" y="1452"/>
                    </a:lnTo>
                    <a:lnTo>
                      <a:pt x="1128" y="1446"/>
                    </a:lnTo>
                    <a:lnTo>
                      <a:pt x="1134" y="1428"/>
                    </a:lnTo>
                    <a:lnTo>
                      <a:pt x="1158" y="1380"/>
                    </a:lnTo>
                    <a:lnTo>
                      <a:pt x="1176" y="1362"/>
                    </a:lnTo>
                    <a:lnTo>
                      <a:pt x="1188" y="1356"/>
                    </a:lnTo>
                    <a:lnTo>
                      <a:pt x="1206" y="1344"/>
                    </a:lnTo>
                    <a:lnTo>
                      <a:pt x="1218" y="1338"/>
                    </a:lnTo>
                    <a:lnTo>
                      <a:pt x="1236" y="1320"/>
                    </a:lnTo>
                    <a:lnTo>
                      <a:pt x="1242" y="1320"/>
                    </a:lnTo>
                    <a:lnTo>
                      <a:pt x="1230" y="1290"/>
                    </a:lnTo>
                    <a:lnTo>
                      <a:pt x="1236" y="1284"/>
                    </a:lnTo>
                    <a:lnTo>
                      <a:pt x="1260" y="1314"/>
                    </a:lnTo>
                    <a:lnTo>
                      <a:pt x="1320" y="1254"/>
                    </a:lnTo>
                    <a:lnTo>
                      <a:pt x="1332" y="1230"/>
                    </a:lnTo>
                    <a:lnTo>
                      <a:pt x="1326" y="1224"/>
                    </a:lnTo>
                    <a:lnTo>
                      <a:pt x="1320" y="1212"/>
                    </a:lnTo>
                    <a:lnTo>
                      <a:pt x="1314" y="1206"/>
                    </a:lnTo>
                    <a:lnTo>
                      <a:pt x="1308" y="1194"/>
                    </a:lnTo>
                    <a:lnTo>
                      <a:pt x="1308" y="1182"/>
                    </a:lnTo>
                    <a:lnTo>
                      <a:pt x="1320" y="1176"/>
                    </a:lnTo>
                    <a:lnTo>
                      <a:pt x="1326" y="1170"/>
                    </a:lnTo>
                    <a:lnTo>
                      <a:pt x="1338" y="1170"/>
                    </a:lnTo>
                    <a:lnTo>
                      <a:pt x="1350" y="1164"/>
                    </a:lnTo>
                    <a:lnTo>
                      <a:pt x="1362" y="1152"/>
                    </a:lnTo>
                    <a:lnTo>
                      <a:pt x="1374" y="1134"/>
                    </a:lnTo>
                    <a:lnTo>
                      <a:pt x="1374" y="1110"/>
                    </a:lnTo>
                    <a:lnTo>
                      <a:pt x="1392" y="1116"/>
                    </a:lnTo>
                    <a:lnTo>
                      <a:pt x="1398" y="1146"/>
                    </a:lnTo>
                    <a:lnTo>
                      <a:pt x="1416" y="1110"/>
                    </a:lnTo>
                    <a:lnTo>
                      <a:pt x="1416" y="1128"/>
                    </a:lnTo>
                    <a:lnTo>
                      <a:pt x="1422" y="1140"/>
                    </a:lnTo>
                    <a:lnTo>
                      <a:pt x="1422" y="1158"/>
                    </a:lnTo>
                    <a:lnTo>
                      <a:pt x="1428" y="1170"/>
                    </a:lnTo>
                    <a:lnTo>
                      <a:pt x="1434" y="1176"/>
                    </a:lnTo>
                    <a:lnTo>
                      <a:pt x="1440" y="1176"/>
                    </a:lnTo>
                    <a:lnTo>
                      <a:pt x="1446" y="1170"/>
                    </a:lnTo>
                    <a:lnTo>
                      <a:pt x="1446" y="1158"/>
                    </a:lnTo>
                    <a:lnTo>
                      <a:pt x="1452" y="1152"/>
                    </a:lnTo>
                    <a:lnTo>
                      <a:pt x="1452" y="1140"/>
                    </a:lnTo>
                    <a:lnTo>
                      <a:pt x="1458" y="1110"/>
                    </a:lnTo>
                    <a:lnTo>
                      <a:pt x="1440" y="1068"/>
                    </a:lnTo>
                    <a:lnTo>
                      <a:pt x="1440" y="1038"/>
                    </a:lnTo>
                    <a:lnTo>
                      <a:pt x="1410" y="1014"/>
                    </a:lnTo>
                    <a:lnTo>
                      <a:pt x="1398" y="984"/>
                    </a:lnTo>
                    <a:lnTo>
                      <a:pt x="1404" y="972"/>
                    </a:lnTo>
                    <a:lnTo>
                      <a:pt x="1410" y="966"/>
                    </a:lnTo>
                    <a:lnTo>
                      <a:pt x="1416" y="948"/>
                    </a:lnTo>
                    <a:lnTo>
                      <a:pt x="1416" y="942"/>
                    </a:lnTo>
                    <a:lnTo>
                      <a:pt x="1410" y="936"/>
                    </a:lnTo>
                    <a:lnTo>
                      <a:pt x="1398" y="930"/>
                    </a:lnTo>
                    <a:lnTo>
                      <a:pt x="1380" y="930"/>
                    </a:lnTo>
                    <a:lnTo>
                      <a:pt x="1368" y="924"/>
                    </a:lnTo>
                    <a:lnTo>
                      <a:pt x="1356" y="912"/>
                    </a:lnTo>
                    <a:lnTo>
                      <a:pt x="1368" y="900"/>
                    </a:lnTo>
                    <a:lnTo>
                      <a:pt x="1374" y="900"/>
                    </a:lnTo>
                    <a:lnTo>
                      <a:pt x="1374" y="870"/>
                    </a:lnTo>
                    <a:lnTo>
                      <a:pt x="1410" y="870"/>
                    </a:lnTo>
                    <a:lnTo>
                      <a:pt x="1410" y="858"/>
                    </a:lnTo>
                    <a:lnTo>
                      <a:pt x="1380" y="840"/>
                    </a:lnTo>
                    <a:lnTo>
                      <a:pt x="1374" y="840"/>
                    </a:lnTo>
                    <a:lnTo>
                      <a:pt x="1362" y="828"/>
                    </a:lnTo>
                    <a:lnTo>
                      <a:pt x="1350" y="822"/>
                    </a:lnTo>
                    <a:lnTo>
                      <a:pt x="1344" y="810"/>
                    </a:lnTo>
                    <a:lnTo>
                      <a:pt x="1344" y="804"/>
                    </a:lnTo>
                    <a:lnTo>
                      <a:pt x="1350" y="792"/>
                    </a:lnTo>
                    <a:lnTo>
                      <a:pt x="1362" y="780"/>
                    </a:lnTo>
                    <a:lnTo>
                      <a:pt x="1350" y="762"/>
                    </a:lnTo>
                    <a:lnTo>
                      <a:pt x="1368" y="762"/>
                    </a:lnTo>
                    <a:lnTo>
                      <a:pt x="1392" y="774"/>
                    </a:lnTo>
                    <a:lnTo>
                      <a:pt x="1386" y="768"/>
                    </a:lnTo>
                    <a:lnTo>
                      <a:pt x="1404" y="762"/>
                    </a:lnTo>
                    <a:lnTo>
                      <a:pt x="1410" y="774"/>
                    </a:lnTo>
                    <a:lnTo>
                      <a:pt x="1410" y="780"/>
                    </a:lnTo>
                    <a:lnTo>
                      <a:pt x="1416" y="792"/>
                    </a:lnTo>
                    <a:lnTo>
                      <a:pt x="1422" y="798"/>
                    </a:lnTo>
                    <a:lnTo>
                      <a:pt x="1434" y="798"/>
                    </a:lnTo>
                    <a:lnTo>
                      <a:pt x="1440" y="804"/>
                    </a:lnTo>
                    <a:lnTo>
                      <a:pt x="1446" y="786"/>
                    </a:lnTo>
                    <a:lnTo>
                      <a:pt x="1452" y="792"/>
                    </a:lnTo>
                    <a:lnTo>
                      <a:pt x="1458" y="792"/>
                    </a:lnTo>
                    <a:lnTo>
                      <a:pt x="1464" y="798"/>
                    </a:lnTo>
                    <a:lnTo>
                      <a:pt x="1464" y="828"/>
                    </a:lnTo>
                    <a:lnTo>
                      <a:pt x="1470" y="828"/>
                    </a:lnTo>
                    <a:lnTo>
                      <a:pt x="1470" y="864"/>
                    </a:lnTo>
                    <a:lnTo>
                      <a:pt x="1476" y="864"/>
                    </a:lnTo>
                    <a:lnTo>
                      <a:pt x="1482" y="870"/>
                    </a:lnTo>
                    <a:lnTo>
                      <a:pt x="1542" y="870"/>
                    </a:lnTo>
                    <a:lnTo>
                      <a:pt x="1554" y="876"/>
                    </a:lnTo>
                    <a:lnTo>
                      <a:pt x="1572" y="876"/>
                    </a:lnTo>
                    <a:lnTo>
                      <a:pt x="1620" y="864"/>
                    </a:lnTo>
                    <a:lnTo>
                      <a:pt x="1626" y="864"/>
                    </a:lnTo>
                    <a:lnTo>
                      <a:pt x="1650" y="888"/>
                    </a:lnTo>
                    <a:lnTo>
                      <a:pt x="1650" y="894"/>
                    </a:lnTo>
                    <a:lnTo>
                      <a:pt x="1644" y="900"/>
                    </a:lnTo>
                    <a:lnTo>
                      <a:pt x="1638" y="900"/>
                    </a:lnTo>
                    <a:lnTo>
                      <a:pt x="1638" y="912"/>
                    </a:lnTo>
                    <a:lnTo>
                      <a:pt x="1632" y="930"/>
                    </a:lnTo>
                    <a:lnTo>
                      <a:pt x="1626" y="942"/>
                    </a:lnTo>
                    <a:lnTo>
                      <a:pt x="1620" y="948"/>
                    </a:lnTo>
                    <a:lnTo>
                      <a:pt x="1614" y="948"/>
                    </a:lnTo>
                    <a:lnTo>
                      <a:pt x="1602" y="954"/>
                    </a:lnTo>
                    <a:lnTo>
                      <a:pt x="1596" y="954"/>
                    </a:lnTo>
                    <a:lnTo>
                      <a:pt x="1584" y="966"/>
                    </a:lnTo>
                    <a:lnTo>
                      <a:pt x="1578" y="978"/>
                    </a:lnTo>
                    <a:lnTo>
                      <a:pt x="1578" y="996"/>
                    </a:lnTo>
                    <a:lnTo>
                      <a:pt x="1584" y="1008"/>
                    </a:lnTo>
                    <a:lnTo>
                      <a:pt x="1602" y="1026"/>
                    </a:lnTo>
                    <a:lnTo>
                      <a:pt x="1608" y="1026"/>
                    </a:lnTo>
                    <a:lnTo>
                      <a:pt x="1626" y="1050"/>
                    </a:lnTo>
                    <a:lnTo>
                      <a:pt x="1632" y="1014"/>
                    </a:lnTo>
                    <a:lnTo>
                      <a:pt x="1632" y="990"/>
                    </a:lnTo>
                    <a:lnTo>
                      <a:pt x="1650" y="990"/>
                    </a:lnTo>
                    <a:lnTo>
                      <a:pt x="1662" y="996"/>
                    </a:lnTo>
                    <a:lnTo>
                      <a:pt x="1668" y="1002"/>
                    </a:lnTo>
                    <a:lnTo>
                      <a:pt x="1668" y="1020"/>
                    </a:lnTo>
                    <a:lnTo>
                      <a:pt x="1674" y="1032"/>
                    </a:lnTo>
                    <a:lnTo>
                      <a:pt x="1674" y="1038"/>
                    </a:lnTo>
                    <a:lnTo>
                      <a:pt x="1680" y="1050"/>
                    </a:lnTo>
                    <a:lnTo>
                      <a:pt x="1680" y="1062"/>
                    </a:lnTo>
                    <a:lnTo>
                      <a:pt x="1686" y="1074"/>
                    </a:lnTo>
                    <a:lnTo>
                      <a:pt x="1692" y="1092"/>
                    </a:lnTo>
                    <a:lnTo>
                      <a:pt x="1698" y="1104"/>
                    </a:lnTo>
                    <a:lnTo>
                      <a:pt x="1704" y="1110"/>
                    </a:lnTo>
                    <a:lnTo>
                      <a:pt x="1704" y="1116"/>
                    </a:lnTo>
                    <a:lnTo>
                      <a:pt x="1722" y="1134"/>
                    </a:lnTo>
                    <a:lnTo>
                      <a:pt x="1722" y="1110"/>
                    </a:lnTo>
                    <a:lnTo>
                      <a:pt x="1728" y="1110"/>
                    </a:lnTo>
                    <a:lnTo>
                      <a:pt x="1734" y="1116"/>
                    </a:lnTo>
                    <a:lnTo>
                      <a:pt x="1746" y="1116"/>
                    </a:lnTo>
                    <a:lnTo>
                      <a:pt x="1746" y="1104"/>
                    </a:lnTo>
                    <a:lnTo>
                      <a:pt x="1728" y="1086"/>
                    </a:lnTo>
                    <a:lnTo>
                      <a:pt x="1728" y="1062"/>
                    </a:lnTo>
                    <a:lnTo>
                      <a:pt x="1722" y="1050"/>
                    </a:lnTo>
                    <a:lnTo>
                      <a:pt x="1740" y="1032"/>
                    </a:lnTo>
                    <a:lnTo>
                      <a:pt x="1746" y="1032"/>
                    </a:lnTo>
                    <a:lnTo>
                      <a:pt x="1740" y="984"/>
                    </a:lnTo>
                    <a:lnTo>
                      <a:pt x="1722" y="966"/>
                    </a:lnTo>
                    <a:lnTo>
                      <a:pt x="1716" y="966"/>
                    </a:lnTo>
                    <a:lnTo>
                      <a:pt x="1770" y="966"/>
                    </a:lnTo>
                    <a:lnTo>
                      <a:pt x="1782" y="972"/>
                    </a:lnTo>
                    <a:lnTo>
                      <a:pt x="1794" y="972"/>
                    </a:lnTo>
                    <a:lnTo>
                      <a:pt x="1794" y="936"/>
                    </a:lnTo>
                    <a:lnTo>
                      <a:pt x="1812" y="882"/>
                    </a:lnTo>
                    <a:lnTo>
                      <a:pt x="1806" y="876"/>
                    </a:lnTo>
                    <a:lnTo>
                      <a:pt x="1800" y="864"/>
                    </a:lnTo>
                    <a:lnTo>
                      <a:pt x="1800" y="846"/>
                    </a:lnTo>
                    <a:lnTo>
                      <a:pt x="1812" y="840"/>
                    </a:lnTo>
                    <a:lnTo>
                      <a:pt x="1818" y="834"/>
                    </a:lnTo>
                    <a:lnTo>
                      <a:pt x="1836" y="804"/>
                    </a:lnTo>
                    <a:lnTo>
                      <a:pt x="1836" y="792"/>
                    </a:lnTo>
                    <a:lnTo>
                      <a:pt x="1830" y="786"/>
                    </a:lnTo>
                    <a:lnTo>
                      <a:pt x="1830" y="780"/>
                    </a:lnTo>
                    <a:lnTo>
                      <a:pt x="1824" y="774"/>
                    </a:lnTo>
                    <a:lnTo>
                      <a:pt x="1824" y="750"/>
                    </a:lnTo>
                    <a:lnTo>
                      <a:pt x="1830" y="750"/>
                    </a:lnTo>
                    <a:lnTo>
                      <a:pt x="1836" y="744"/>
                    </a:lnTo>
                    <a:lnTo>
                      <a:pt x="1848" y="744"/>
                    </a:lnTo>
                    <a:lnTo>
                      <a:pt x="1860" y="738"/>
                    </a:lnTo>
                    <a:lnTo>
                      <a:pt x="1872" y="726"/>
                    </a:lnTo>
                    <a:lnTo>
                      <a:pt x="1872" y="708"/>
                    </a:lnTo>
                    <a:lnTo>
                      <a:pt x="1878" y="708"/>
                    </a:lnTo>
                    <a:lnTo>
                      <a:pt x="1890" y="702"/>
                    </a:lnTo>
                    <a:lnTo>
                      <a:pt x="1926" y="702"/>
                    </a:lnTo>
                    <a:lnTo>
                      <a:pt x="1932" y="708"/>
                    </a:lnTo>
                    <a:lnTo>
                      <a:pt x="1950" y="708"/>
                    </a:lnTo>
                    <a:lnTo>
                      <a:pt x="1950" y="702"/>
                    </a:lnTo>
                    <a:lnTo>
                      <a:pt x="1944" y="696"/>
                    </a:lnTo>
                    <a:lnTo>
                      <a:pt x="1932" y="690"/>
                    </a:lnTo>
                    <a:lnTo>
                      <a:pt x="1926" y="684"/>
                    </a:lnTo>
                    <a:lnTo>
                      <a:pt x="1920" y="672"/>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52" name="Bhutan" descr="© INSCALE GmbH, 05.05.2010&#10;http://www.presentationload.com/">
                <a:extLst>
                  <a:ext uri="{FF2B5EF4-FFF2-40B4-BE49-F238E27FC236}">
                    <a16:creationId xmlns:a16="http://schemas.microsoft.com/office/drawing/2014/main" id="{E6E75543-D0A5-EC3E-E114-83A7FB265B81}"/>
                  </a:ext>
                </a:extLst>
              </p:cNvPr>
              <p:cNvSpPr>
                <a:spLocks/>
              </p:cNvSpPr>
              <p:nvPr/>
            </p:nvSpPr>
            <p:spPr bwMode="gray">
              <a:xfrm>
                <a:off x="4212" y="1989"/>
                <a:ext cx="59" cy="34"/>
              </a:xfrm>
              <a:custGeom>
                <a:avLst/>
                <a:gdLst>
                  <a:gd name="T0" fmla="*/ 2147483647 w 234"/>
                  <a:gd name="T1" fmla="*/ 2147483647 h 132"/>
                  <a:gd name="T2" fmla="*/ 2147483647 w 234"/>
                  <a:gd name="T3" fmla="*/ 2147483647 h 132"/>
                  <a:gd name="T4" fmla="*/ 2147483647 w 234"/>
                  <a:gd name="T5" fmla="*/ 2147483647 h 132"/>
                  <a:gd name="T6" fmla="*/ 2147483647 w 234"/>
                  <a:gd name="T7" fmla="*/ 2147483647 h 132"/>
                  <a:gd name="T8" fmla="*/ 2147483647 w 234"/>
                  <a:gd name="T9" fmla="*/ 2147483647 h 132"/>
                  <a:gd name="T10" fmla="*/ 2147483647 w 234"/>
                  <a:gd name="T11" fmla="*/ 2147483647 h 132"/>
                  <a:gd name="T12" fmla="*/ 2147483647 w 234"/>
                  <a:gd name="T13" fmla="*/ 2147483647 h 132"/>
                  <a:gd name="T14" fmla="*/ 2147483647 w 234"/>
                  <a:gd name="T15" fmla="*/ 2147483647 h 132"/>
                  <a:gd name="T16" fmla="*/ 2147483647 w 234"/>
                  <a:gd name="T17" fmla="*/ 2147483647 h 132"/>
                  <a:gd name="T18" fmla="*/ 2147483647 w 234"/>
                  <a:gd name="T19" fmla="*/ 2147483647 h 132"/>
                  <a:gd name="T20" fmla="*/ 2147483647 w 234"/>
                  <a:gd name="T21" fmla="*/ 2147483647 h 132"/>
                  <a:gd name="T22" fmla="*/ 2147483647 w 234"/>
                  <a:gd name="T23" fmla="*/ 2147483647 h 132"/>
                  <a:gd name="T24" fmla="*/ 2147483647 w 234"/>
                  <a:gd name="T25" fmla="*/ 2147483647 h 132"/>
                  <a:gd name="T26" fmla="*/ 2147483647 w 234"/>
                  <a:gd name="T27" fmla="*/ 2147483647 h 132"/>
                  <a:gd name="T28" fmla="*/ 2147483647 w 234"/>
                  <a:gd name="T29" fmla="*/ 2147483647 h 132"/>
                  <a:gd name="T30" fmla="*/ 2147483647 w 234"/>
                  <a:gd name="T31" fmla="*/ 2147483647 h 132"/>
                  <a:gd name="T32" fmla="*/ 2147483647 w 234"/>
                  <a:gd name="T33" fmla="*/ 2147483647 h 132"/>
                  <a:gd name="T34" fmla="*/ 2147483647 w 234"/>
                  <a:gd name="T35" fmla="*/ 2147483647 h 132"/>
                  <a:gd name="T36" fmla="*/ 2147483647 w 234"/>
                  <a:gd name="T37" fmla="*/ 2147483647 h 132"/>
                  <a:gd name="T38" fmla="*/ 2147483647 w 234"/>
                  <a:gd name="T39" fmla="*/ 2147483647 h 132"/>
                  <a:gd name="T40" fmla="*/ 2147483647 w 234"/>
                  <a:gd name="T41" fmla="*/ 2147483647 h 132"/>
                  <a:gd name="T42" fmla="*/ 2147483647 w 234"/>
                  <a:gd name="T43" fmla="*/ 2147483647 h 132"/>
                  <a:gd name="T44" fmla="*/ 2147483647 w 234"/>
                  <a:gd name="T45" fmla="*/ 2147483647 h 132"/>
                  <a:gd name="T46" fmla="*/ 2147483647 w 234"/>
                  <a:gd name="T47" fmla="*/ 2147483647 h 132"/>
                  <a:gd name="T48" fmla="*/ 2147483647 w 234"/>
                  <a:gd name="T49" fmla="*/ 2147483647 h 132"/>
                  <a:gd name="T50" fmla="*/ 2147483647 w 234"/>
                  <a:gd name="T51" fmla="*/ 2147483647 h 132"/>
                  <a:gd name="T52" fmla="*/ 2147483647 w 234"/>
                  <a:gd name="T53" fmla="*/ 2147483647 h 132"/>
                  <a:gd name="T54" fmla="*/ 2147483647 w 234"/>
                  <a:gd name="T55" fmla="*/ 2147483647 h 132"/>
                  <a:gd name="T56" fmla="*/ 2147483647 w 234"/>
                  <a:gd name="T57" fmla="*/ 2147483647 h 132"/>
                  <a:gd name="T58" fmla="*/ 2147483647 w 234"/>
                  <a:gd name="T59" fmla="*/ 0 h 132"/>
                  <a:gd name="T60" fmla="*/ 2147483647 w 234"/>
                  <a:gd name="T61" fmla="*/ 0 h 132"/>
                  <a:gd name="T62" fmla="*/ 2147483647 w 234"/>
                  <a:gd name="T63" fmla="*/ 2147483647 h 132"/>
                  <a:gd name="T64" fmla="*/ 2147483647 w 234"/>
                  <a:gd name="T65" fmla="*/ 2147483647 h 132"/>
                  <a:gd name="T66" fmla="*/ 2147483647 w 234"/>
                  <a:gd name="T67" fmla="*/ 2147483647 h 132"/>
                  <a:gd name="T68" fmla="*/ 2147483647 w 234"/>
                  <a:gd name="T69" fmla="*/ 2147483647 h 132"/>
                  <a:gd name="T70" fmla="*/ 2147483647 w 234"/>
                  <a:gd name="T71" fmla="*/ 2147483647 h 132"/>
                  <a:gd name="T72" fmla="*/ 2147483647 w 234"/>
                  <a:gd name="T73" fmla="*/ 2147483647 h 132"/>
                  <a:gd name="T74" fmla="*/ 2147483647 w 234"/>
                  <a:gd name="T75" fmla="*/ 2147483647 h 132"/>
                  <a:gd name="T76" fmla="*/ 0 w 234"/>
                  <a:gd name="T77" fmla="*/ 2147483647 h 132"/>
                  <a:gd name="T78" fmla="*/ 0 w 234"/>
                  <a:gd name="T79" fmla="*/ 2147483647 h 132"/>
                  <a:gd name="T80" fmla="*/ 2147483647 w 234"/>
                  <a:gd name="T81" fmla="*/ 2147483647 h 132"/>
                  <a:gd name="T82" fmla="*/ 2147483647 w 234"/>
                  <a:gd name="T83" fmla="*/ 2147483647 h 132"/>
                  <a:gd name="T84" fmla="*/ 2147483647 w 234"/>
                  <a:gd name="T85" fmla="*/ 2147483647 h 132"/>
                  <a:gd name="T86" fmla="*/ 2147483647 w 234"/>
                  <a:gd name="T87" fmla="*/ 2147483647 h 132"/>
                  <a:gd name="T88" fmla="*/ 2147483647 w 234"/>
                  <a:gd name="T89" fmla="*/ 2147483647 h 132"/>
                  <a:gd name="T90" fmla="*/ 2147483647 w 234"/>
                  <a:gd name="T91" fmla="*/ 2147483647 h 132"/>
                  <a:gd name="T92" fmla="*/ 2147483647 w 234"/>
                  <a:gd name="T93" fmla="*/ 2147483647 h 13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234"/>
                  <a:gd name="T142" fmla="*/ 0 h 132"/>
                  <a:gd name="T143" fmla="*/ 234 w 234"/>
                  <a:gd name="T144" fmla="*/ 132 h 13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234" h="132">
                    <a:moveTo>
                      <a:pt x="78" y="132"/>
                    </a:moveTo>
                    <a:lnTo>
                      <a:pt x="90" y="132"/>
                    </a:lnTo>
                    <a:lnTo>
                      <a:pt x="102" y="126"/>
                    </a:lnTo>
                    <a:lnTo>
                      <a:pt x="108" y="120"/>
                    </a:lnTo>
                    <a:lnTo>
                      <a:pt x="126" y="120"/>
                    </a:lnTo>
                    <a:lnTo>
                      <a:pt x="138" y="126"/>
                    </a:lnTo>
                    <a:lnTo>
                      <a:pt x="168" y="126"/>
                    </a:lnTo>
                    <a:lnTo>
                      <a:pt x="180" y="120"/>
                    </a:lnTo>
                    <a:lnTo>
                      <a:pt x="192" y="120"/>
                    </a:lnTo>
                    <a:lnTo>
                      <a:pt x="198" y="126"/>
                    </a:lnTo>
                    <a:lnTo>
                      <a:pt x="210" y="126"/>
                    </a:lnTo>
                    <a:lnTo>
                      <a:pt x="234" y="114"/>
                    </a:lnTo>
                    <a:lnTo>
                      <a:pt x="234" y="108"/>
                    </a:lnTo>
                    <a:lnTo>
                      <a:pt x="222" y="96"/>
                    </a:lnTo>
                    <a:lnTo>
                      <a:pt x="222" y="72"/>
                    </a:lnTo>
                    <a:lnTo>
                      <a:pt x="198" y="72"/>
                    </a:lnTo>
                    <a:lnTo>
                      <a:pt x="192" y="66"/>
                    </a:lnTo>
                    <a:lnTo>
                      <a:pt x="192" y="42"/>
                    </a:lnTo>
                    <a:lnTo>
                      <a:pt x="186" y="30"/>
                    </a:lnTo>
                    <a:lnTo>
                      <a:pt x="174" y="18"/>
                    </a:lnTo>
                    <a:lnTo>
                      <a:pt x="162" y="12"/>
                    </a:lnTo>
                    <a:lnTo>
                      <a:pt x="150" y="12"/>
                    </a:lnTo>
                    <a:lnTo>
                      <a:pt x="138" y="18"/>
                    </a:lnTo>
                    <a:lnTo>
                      <a:pt x="126" y="18"/>
                    </a:lnTo>
                    <a:lnTo>
                      <a:pt x="114" y="24"/>
                    </a:lnTo>
                    <a:lnTo>
                      <a:pt x="108" y="30"/>
                    </a:lnTo>
                    <a:lnTo>
                      <a:pt x="102" y="30"/>
                    </a:lnTo>
                    <a:lnTo>
                      <a:pt x="102" y="6"/>
                    </a:lnTo>
                    <a:lnTo>
                      <a:pt x="78" y="6"/>
                    </a:lnTo>
                    <a:lnTo>
                      <a:pt x="66" y="0"/>
                    </a:lnTo>
                    <a:lnTo>
                      <a:pt x="54" y="0"/>
                    </a:lnTo>
                    <a:lnTo>
                      <a:pt x="48" y="12"/>
                    </a:lnTo>
                    <a:lnTo>
                      <a:pt x="36" y="24"/>
                    </a:lnTo>
                    <a:lnTo>
                      <a:pt x="30" y="36"/>
                    </a:lnTo>
                    <a:lnTo>
                      <a:pt x="18" y="54"/>
                    </a:lnTo>
                    <a:lnTo>
                      <a:pt x="12" y="66"/>
                    </a:lnTo>
                    <a:lnTo>
                      <a:pt x="6" y="72"/>
                    </a:lnTo>
                    <a:lnTo>
                      <a:pt x="6" y="78"/>
                    </a:lnTo>
                    <a:lnTo>
                      <a:pt x="0" y="78"/>
                    </a:lnTo>
                    <a:lnTo>
                      <a:pt x="0" y="90"/>
                    </a:lnTo>
                    <a:lnTo>
                      <a:pt x="18" y="108"/>
                    </a:lnTo>
                    <a:lnTo>
                      <a:pt x="42" y="120"/>
                    </a:lnTo>
                    <a:lnTo>
                      <a:pt x="54" y="120"/>
                    </a:lnTo>
                    <a:lnTo>
                      <a:pt x="54" y="114"/>
                    </a:lnTo>
                    <a:lnTo>
                      <a:pt x="54" y="120"/>
                    </a:lnTo>
                    <a:lnTo>
                      <a:pt x="66" y="132"/>
                    </a:lnTo>
                    <a:lnTo>
                      <a:pt x="78" y="132"/>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53" name="Bangladesh" descr="© INSCALE GmbH, 05.05.2010&#10;http://www.presentationload.com/">
                <a:extLst>
                  <a:ext uri="{FF2B5EF4-FFF2-40B4-BE49-F238E27FC236}">
                    <a16:creationId xmlns:a16="http://schemas.microsoft.com/office/drawing/2014/main" id="{D7A2200F-79F5-741E-3478-D891B51A4002}"/>
                  </a:ext>
                </a:extLst>
              </p:cNvPr>
              <p:cNvSpPr>
                <a:spLocks/>
              </p:cNvSpPr>
              <p:nvPr/>
            </p:nvSpPr>
            <p:spPr bwMode="gray">
              <a:xfrm>
                <a:off x="4204" y="2026"/>
                <a:ext cx="95" cy="108"/>
              </a:xfrm>
              <a:custGeom>
                <a:avLst/>
                <a:gdLst>
                  <a:gd name="T0" fmla="*/ 2147483647 w 372"/>
                  <a:gd name="T1" fmla="*/ 2147483647 h 426"/>
                  <a:gd name="T2" fmla="*/ 2147483647 w 372"/>
                  <a:gd name="T3" fmla="*/ 2147483647 h 426"/>
                  <a:gd name="T4" fmla="*/ 2147483647 w 372"/>
                  <a:gd name="T5" fmla="*/ 2147483647 h 426"/>
                  <a:gd name="T6" fmla="*/ 2147483647 w 372"/>
                  <a:gd name="T7" fmla="*/ 2147483647 h 426"/>
                  <a:gd name="T8" fmla="*/ 2147483647 w 372"/>
                  <a:gd name="T9" fmla="*/ 2147483647 h 426"/>
                  <a:gd name="T10" fmla="*/ 2147483647 w 372"/>
                  <a:gd name="T11" fmla="*/ 2147483647 h 426"/>
                  <a:gd name="T12" fmla="*/ 2147483647 w 372"/>
                  <a:gd name="T13" fmla="*/ 2147483647 h 426"/>
                  <a:gd name="T14" fmla="*/ 2147483647 w 372"/>
                  <a:gd name="T15" fmla="*/ 2147483647 h 426"/>
                  <a:gd name="T16" fmla="*/ 2147483647 w 372"/>
                  <a:gd name="T17" fmla="*/ 2147483647 h 426"/>
                  <a:gd name="T18" fmla="*/ 2147483647 w 372"/>
                  <a:gd name="T19" fmla="*/ 2147483647 h 426"/>
                  <a:gd name="T20" fmla="*/ 2147483647 w 372"/>
                  <a:gd name="T21" fmla="*/ 2147483647 h 426"/>
                  <a:gd name="T22" fmla="*/ 2147483647 w 372"/>
                  <a:gd name="T23" fmla="*/ 2147483647 h 426"/>
                  <a:gd name="T24" fmla="*/ 2147483647 w 372"/>
                  <a:gd name="T25" fmla="*/ 2147483647 h 426"/>
                  <a:gd name="T26" fmla="*/ 2147483647 w 372"/>
                  <a:gd name="T27" fmla="*/ 2147483647 h 426"/>
                  <a:gd name="T28" fmla="*/ 2147483647 w 372"/>
                  <a:gd name="T29" fmla="*/ 2147483647 h 426"/>
                  <a:gd name="T30" fmla="*/ 2147483647 w 372"/>
                  <a:gd name="T31" fmla="*/ 2147483647 h 426"/>
                  <a:gd name="T32" fmla="*/ 2147483647 w 372"/>
                  <a:gd name="T33" fmla="*/ 2147483647 h 426"/>
                  <a:gd name="T34" fmla="*/ 2147483647 w 372"/>
                  <a:gd name="T35" fmla="*/ 2147483647 h 426"/>
                  <a:gd name="T36" fmla="*/ 2147483647 w 372"/>
                  <a:gd name="T37" fmla="*/ 2147483647 h 426"/>
                  <a:gd name="T38" fmla="*/ 2147483647 w 372"/>
                  <a:gd name="T39" fmla="*/ 2147483647 h 426"/>
                  <a:gd name="T40" fmla="*/ 2147483647 w 372"/>
                  <a:gd name="T41" fmla="*/ 2147483647 h 426"/>
                  <a:gd name="T42" fmla="*/ 2147483647 w 372"/>
                  <a:gd name="T43" fmla="*/ 2147483647 h 426"/>
                  <a:gd name="T44" fmla="*/ 2147483647 w 372"/>
                  <a:gd name="T45" fmla="*/ 2147483647 h 426"/>
                  <a:gd name="T46" fmla="*/ 2147483647 w 372"/>
                  <a:gd name="T47" fmla="*/ 2147483647 h 426"/>
                  <a:gd name="T48" fmla="*/ 2147483647 w 372"/>
                  <a:gd name="T49" fmla="*/ 2147483647 h 426"/>
                  <a:gd name="T50" fmla="*/ 2147483647 w 372"/>
                  <a:gd name="T51" fmla="*/ 2147483647 h 426"/>
                  <a:gd name="T52" fmla="*/ 2147483647 w 372"/>
                  <a:gd name="T53" fmla="*/ 2147483647 h 426"/>
                  <a:gd name="T54" fmla="*/ 2147483647 w 372"/>
                  <a:gd name="T55" fmla="*/ 2147483647 h 426"/>
                  <a:gd name="T56" fmla="*/ 2147483647 w 372"/>
                  <a:gd name="T57" fmla="*/ 2147483647 h 426"/>
                  <a:gd name="T58" fmla="*/ 2147483647 w 372"/>
                  <a:gd name="T59" fmla="*/ 2147483647 h 426"/>
                  <a:gd name="T60" fmla="*/ 2147483647 w 372"/>
                  <a:gd name="T61" fmla="*/ 2147483647 h 426"/>
                  <a:gd name="T62" fmla="*/ 2147483647 w 372"/>
                  <a:gd name="T63" fmla="*/ 2147483647 h 426"/>
                  <a:gd name="T64" fmla="*/ 2147483647 w 372"/>
                  <a:gd name="T65" fmla="*/ 2147483647 h 426"/>
                  <a:gd name="T66" fmla="*/ 2147483647 w 372"/>
                  <a:gd name="T67" fmla="*/ 2147483647 h 426"/>
                  <a:gd name="T68" fmla="*/ 2147483647 w 372"/>
                  <a:gd name="T69" fmla="*/ 2147483647 h 426"/>
                  <a:gd name="T70" fmla="*/ 2147483647 w 372"/>
                  <a:gd name="T71" fmla="*/ 2147483647 h 426"/>
                  <a:gd name="T72" fmla="*/ 2147483647 w 372"/>
                  <a:gd name="T73" fmla="*/ 2147483647 h 426"/>
                  <a:gd name="T74" fmla="*/ 2147483647 w 372"/>
                  <a:gd name="T75" fmla="*/ 2147483647 h 426"/>
                  <a:gd name="T76" fmla="*/ 2147483647 w 372"/>
                  <a:gd name="T77" fmla="*/ 2147483647 h 426"/>
                  <a:gd name="T78" fmla="*/ 2147483647 w 372"/>
                  <a:gd name="T79" fmla="*/ 2147483647 h 426"/>
                  <a:gd name="T80" fmla="*/ 2147483647 w 372"/>
                  <a:gd name="T81" fmla="*/ 2147483647 h 426"/>
                  <a:gd name="T82" fmla="*/ 2147483647 w 372"/>
                  <a:gd name="T83" fmla="*/ 2147483647 h 426"/>
                  <a:gd name="T84" fmla="*/ 2147483647 w 372"/>
                  <a:gd name="T85" fmla="*/ 0 h 426"/>
                  <a:gd name="T86" fmla="*/ 2147483647 w 372"/>
                  <a:gd name="T87" fmla="*/ 2147483647 h 426"/>
                  <a:gd name="T88" fmla="*/ 0 w 372"/>
                  <a:gd name="T89" fmla="*/ 2147483647 h 426"/>
                  <a:gd name="T90" fmla="*/ 2147483647 w 372"/>
                  <a:gd name="T91" fmla="*/ 2147483647 h 426"/>
                  <a:gd name="T92" fmla="*/ 2147483647 w 372"/>
                  <a:gd name="T93" fmla="*/ 2147483647 h 426"/>
                  <a:gd name="T94" fmla="*/ 2147483647 w 372"/>
                  <a:gd name="T95" fmla="*/ 2147483647 h 426"/>
                  <a:gd name="T96" fmla="*/ 2147483647 w 372"/>
                  <a:gd name="T97" fmla="*/ 2147483647 h 426"/>
                  <a:gd name="T98" fmla="*/ 2147483647 w 372"/>
                  <a:gd name="T99" fmla="*/ 2147483647 h 426"/>
                  <a:gd name="T100" fmla="*/ 2147483647 w 372"/>
                  <a:gd name="T101" fmla="*/ 2147483647 h 426"/>
                  <a:gd name="T102" fmla="*/ 2147483647 w 372"/>
                  <a:gd name="T103" fmla="*/ 2147483647 h 426"/>
                  <a:gd name="T104" fmla="*/ 2147483647 w 372"/>
                  <a:gd name="T105" fmla="*/ 2147483647 h 426"/>
                  <a:gd name="T106" fmla="*/ 2147483647 w 372"/>
                  <a:gd name="T107" fmla="*/ 2147483647 h 426"/>
                  <a:gd name="T108" fmla="*/ 2147483647 w 372"/>
                  <a:gd name="T109" fmla="*/ 2147483647 h 426"/>
                  <a:gd name="T110" fmla="*/ 2147483647 w 372"/>
                  <a:gd name="T111" fmla="*/ 2147483647 h 426"/>
                  <a:gd name="T112" fmla="*/ 2147483647 w 372"/>
                  <a:gd name="T113" fmla="*/ 2147483647 h 426"/>
                  <a:gd name="T114" fmla="*/ 2147483647 w 372"/>
                  <a:gd name="T115" fmla="*/ 2147483647 h 42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72"/>
                  <a:gd name="T175" fmla="*/ 0 h 426"/>
                  <a:gd name="T176" fmla="*/ 372 w 372"/>
                  <a:gd name="T177" fmla="*/ 426 h 42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72" h="426">
                    <a:moveTo>
                      <a:pt x="132" y="414"/>
                    </a:moveTo>
                    <a:lnTo>
                      <a:pt x="138" y="354"/>
                    </a:lnTo>
                    <a:lnTo>
                      <a:pt x="144" y="354"/>
                    </a:lnTo>
                    <a:lnTo>
                      <a:pt x="150" y="360"/>
                    </a:lnTo>
                    <a:lnTo>
                      <a:pt x="162" y="360"/>
                    </a:lnTo>
                    <a:lnTo>
                      <a:pt x="174" y="366"/>
                    </a:lnTo>
                    <a:lnTo>
                      <a:pt x="192" y="372"/>
                    </a:lnTo>
                    <a:lnTo>
                      <a:pt x="216" y="372"/>
                    </a:lnTo>
                    <a:lnTo>
                      <a:pt x="210" y="366"/>
                    </a:lnTo>
                    <a:lnTo>
                      <a:pt x="210" y="348"/>
                    </a:lnTo>
                    <a:lnTo>
                      <a:pt x="204" y="342"/>
                    </a:lnTo>
                    <a:lnTo>
                      <a:pt x="222" y="342"/>
                    </a:lnTo>
                    <a:lnTo>
                      <a:pt x="258" y="360"/>
                    </a:lnTo>
                    <a:lnTo>
                      <a:pt x="270" y="360"/>
                    </a:lnTo>
                    <a:lnTo>
                      <a:pt x="282" y="348"/>
                    </a:lnTo>
                    <a:lnTo>
                      <a:pt x="282" y="336"/>
                    </a:lnTo>
                    <a:lnTo>
                      <a:pt x="270" y="300"/>
                    </a:lnTo>
                    <a:lnTo>
                      <a:pt x="318" y="354"/>
                    </a:lnTo>
                    <a:lnTo>
                      <a:pt x="318" y="360"/>
                    </a:lnTo>
                    <a:lnTo>
                      <a:pt x="312" y="366"/>
                    </a:lnTo>
                    <a:lnTo>
                      <a:pt x="312" y="390"/>
                    </a:lnTo>
                    <a:lnTo>
                      <a:pt x="306" y="402"/>
                    </a:lnTo>
                    <a:lnTo>
                      <a:pt x="306" y="414"/>
                    </a:lnTo>
                    <a:lnTo>
                      <a:pt x="312" y="420"/>
                    </a:lnTo>
                    <a:lnTo>
                      <a:pt x="324" y="420"/>
                    </a:lnTo>
                    <a:lnTo>
                      <a:pt x="330" y="426"/>
                    </a:lnTo>
                    <a:lnTo>
                      <a:pt x="336" y="414"/>
                    </a:lnTo>
                    <a:lnTo>
                      <a:pt x="336" y="408"/>
                    </a:lnTo>
                    <a:lnTo>
                      <a:pt x="372" y="414"/>
                    </a:lnTo>
                    <a:lnTo>
                      <a:pt x="360" y="354"/>
                    </a:lnTo>
                    <a:lnTo>
                      <a:pt x="360" y="348"/>
                    </a:lnTo>
                    <a:lnTo>
                      <a:pt x="354" y="342"/>
                    </a:lnTo>
                    <a:lnTo>
                      <a:pt x="348" y="330"/>
                    </a:lnTo>
                    <a:lnTo>
                      <a:pt x="342" y="312"/>
                    </a:lnTo>
                    <a:lnTo>
                      <a:pt x="336" y="300"/>
                    </a:lnTo>
                    <a:lnTo>
                      <a:pt x="336" y="288"/>
                    </a:lnTo>
                    <a:lnTo>
                      <a:pt x="330" y="276"/>
                    </a:lnTo>
                    <a:lnTo>
                      <a:pt x="330" y="270"/>
                    </a:lnTo>
                    <a:lnTo>
                      <a:pt x="324" y="258"/>
                    </a:lnTo>
                    <a:lnTo>
                      <a:pt x="324" y="240"/>
                    </a:lnTo>
                    <a:lnTo>
                      <a:pt x="318" y="234"/>
                    </a:lnTo>
                    <a:lnTo>
                      <a:pt x="306" y="228"/>
                    </a:lnTo>
                    <a:lnTo>
                      <a:pt x="288" y="228"/>
                    </a:lnTo>
                    <a:lnTo>
                      <a:pt x="288" y="252"/>
                    </a:lnTo>
                    <a:lnTo>
                      <a:pt x="282" y="288"/>
                    </a:lnTo>
                    <a:lnTo>
                      <a:pt x="264" y="264"/>
                    </a:lnTo>
                    <a:lnTo>
                      <a:pt x="258" y="264"/>
                    </a:lnTo>
                    <a:lnTo>
                      <a:pt x="240" y="246"/>
                    </a:lnTo>
                    <a:lnTo>
                      <a:pt x="234" y="234"/>
                    </a:lnTo>
                    <a:lnTo>
                      <a:pt x="234" y="216"/>
                    </a:lnTo>
                    <a:lnTo>
                      <a:pt x="240" y="204"/>
                    </a:lnTo>
                    <a:lnTo>
                      <a:pt x="252" y="192"/>
                    </a:lnTo>
                    <a:lnTo>
                      <a:pt x="258" y="192"/>
                    </a:lnTo>
                    <a:lnTo>
                      <a:pt x="270" y="186"/>
                    </a:lnTo>
                    <a:lnTo>
                      <a:pt x="276" y="186"/>
                    </a:lnTo>
                    <a:lnTo>
                      <a:pt x="282" y="180"/>
                    </a:lnTo>
                    <a:lnTo>
                      <a:pt x="288" y="168"/>
                    </a:lnTo>
                    <a:lnTo>
                      <a:pt x="294" y="150"/>
                    </a:lnTo>
                    <a:lnTo>
                      <a:pt x="294" y="138"/>
                    </a:lnTo>
                    <a:lnTo>
                      <a:pt x="300" y="138"/>
                    </a:lnTo>
                    <a:lnTo>
                      <a:pt x="306" y="132"/>
                    </a:lnTo>
                    <a:lnTo>
                      <a:pt x="306" y="126"/>
                    </a:lnTo>
                    <a:lnTo>
                      <a:pt x="282" y="102"/>
                    </a:lnTo>
                    <a:lnTo>
                      <a:pt x="276" y="102"/>
                    </a:lnTo>
                    <a:lnTo>
                      <a:pt x="228" y="114"/>
                    </a:lnTo>
                    <a:lnTo>
                      <a:pt x="210" y="114"/>
                    </a:lnTo>
                    <a:lnTo>
                      <a:pt x="198" y="108"/>
                    </a:lnTo>
                    <a:lnTo>
                      <a:pt x="138" y="108"/>
                    </a:lnTo>
                    <a:lnTo>
                      <a:pt x="132" y="102"/>
                    </a:lnTo>
                    <a:lnTo>
                      <a:pt x="126" y="102"/>
                    </a:lnTo>
                    <a:lnTo>
                      <a:pt x="126" y="66"/>
                    </a:lnTo>
                    <a:lnTo>
                      <a:pt x="120" y="66"/>
                    </a:lnTo>
                    <a:lnTo>
                      <a:pt x="120" y="36"/>
                    </a:lnTo>
                    <a:lnTo>
                      <a:pt x="114" y="30"/>
                    </a:lnTo>
                    <a:lnTo>
                      <a:pt x="108" y="30"/>
                    </a:lnTo>
                    <a:lnTo>
                      <a:pt x="102" y="24"/>
                    </a:lnTo>
                    <a:lnTo>
                      <a:pt x="96" y="42"/>
                    </a:lnTo>
                    <a:lnTo>
                      <a:pt x="90" y="36"/>
                    </a:lnTo>
                    <a:lnTo>
                      <a:pt x="78" y="36"/>
                    </a:lnTo>
                    <a:lnTo>
                      <a:pt x="72" y="30"/>
                    </a:lnTo>
                    <a:lnTo>
                      <a:pt x="66" y="18"/>
                    </a:lnTo>
                    <a:lnTo>
                      <a:pt x="66" y="12"/>
                    </a:lnTo>
                    <a:lnTo>
                      <a:pt x="60" y="0"/>
                    </a:lnTo>
                    <a:lnTo>
                      <a:pt x="42" y="6"/>
                    </a:lnTo>
                    <a:lnTo>
                      <a:pt x="48" y="12"/>
                    </a:lnTo>
                    <a:lnTo>
                      <a:pt x="24" y="0"/>
                    </a:lnTo>
                    <a:lnTo>
                      <a:pt x="6" y="0"/>
                    </a:lnTo>
                    <a:lnTo>
                      <a:pt x="18" y="18"/>
                    </a:lnTo>
                    <a:lnTo>
                      <a:pt x="6" y="30"/>
                    </a:lnTo>
                    <a:lnTo>
                      <a:pt x="0" y="42"/>
                    </a:lnTo>
                    <a:lnTo>
                      <a:pt x="0" y="48"/>
                    </a:lnTo>
                    <a:lnTo>
                      <a:pt x="6" y="60"/>
                    </a:lnTo>
                    <a:lnTo>
                      <a:pt x="18" y="66"/>
                    </a:lnTo>
                    <a:lnTo>
                      <a:pt x="30" y="78"/>
                    </a:lnTo>
                    <a:lnTo>
                      <a:pt x="36" y="78"/>
                    </a:lnTo>
                    <a:lnTo>
                      <a:pt x="66" y="96"/>
                    </a:lnTo>
                    <a:lnTo>
                      <a:pt x="66" y="108"/>
                    </a:lnTo>
                    <a:lnTo>
                      <a:pt x="30" y="108"/>
                    </a:lnTo>
                    <a:lnTo>
                      <a:pt x="30" y="138"/>
                    </a:lnTo>
                    <a:lnTo>
                      <a:pt x="24" y="138"/>
                    </a:lnTo>
                    <a:lnTo>
                      <a:pt x="12" y="150"/>
                    </a:lnTo>
                    <a:lnTo>
                      <a:pt x="24" y="162"/>
                    </a:lnTo>
                    <a:lnTo>
                      <a:pt x="36" y="168"/>
                    </a:lnTo>
                    <a:lnTo>
                      <a:pt x="54" y="168"/>
                    </a:lnTo>
                    <a:lnTo>
                      <a:pt x="66" y="174"/>
                    </a:lnTo>
                    <a:lnTo>
                      <a:pt x="72" y="180"/>
                    </a:lnTo>
                    <a:lnTo>
                      <a:pt x="72" y="186"/>
                    </a:lnTo>
                    <a:lnTo>
                      <a:pt x="66" y="204"/>
                    </a:lnTo>
                    <a:lnTo>
                      <a:pt x="60" y="210"/>
                    </a:lnTo>
                    <a:lnTo>
                      <a:pt x="54" y="222"/>
                    </a:lnTo>
                    <a:lnTo>
                      <a:pt x="66" y="252"/>
                    </a:lnTo>
                    <a:lnTo>
                      <a:pt x="96" y="276"/>
                    </a:lnTo>
                    <a:lnTo>
                      <a:pt x="96" y="306"/>
                    </a:lnTo>
                    <a:lnTo>
                      <a:pt x="114" y="348"/>
                    </a:lnTo>
                    <a:lnTo>
                      <a:pt x="108" y="378"/>
                    </a:lnTo>
                    <a:lnTo>
                      <a:pt x="132" y="414"/>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sp>
            <p:nvSpPr>
              <p:cNvPr id="454" name="Afghanistan" descr="© INSCALE GmbH, 05.05.2010&#10;http://www.presentationload.com/">
                <a:extLst>
                  <a:ext uri="{FF2B5EF4-FFF2-40B4-BE49-F238E27FC236}">
                    <a16:creationId xmlns:a16="http://schemas.microsoft.com/office/drawing/2014/main" id="{77EFECCD-9BC5-97E8-AFC9-E085449D5947}"/>
                  </a:ext>
                </a:extLst>
              </p:cNvPr>
              <p:cNvSpPr>
                <a:spLocks/>
              </p:cNvSpPr>
              <p:nvPr/>
            </p:nvSpPr>
            <p:spPr bwMode="gray">
              <a:xfrm>
                <a:off x="3696" y="1781"/>
                <a:ext cx="230" cy="188"/>
              </a:xfrm>
              <a:custGeom>
                <a:avLst/>
                <a:gdLst>
                  <a:gd name="T0" fmla="*/ 2147483647 w 906"/>
                  <a:gd name="T1" fmla="*/ 2147483647 h 738"/>
                  <a:gd name="T2" fmla="*/ 2147483647 w 906"/>
                  <a:gd name="T3" fmla="*/ 2147483647 h 738"/>
                  <a:gd name="T4" fmla="*/ 2147483647 w 906"/>
                  <a:gd name="T5" fmla="*/ 2147483647 h 738"/>
                  <a:gd name="T6" fmla="*/ 2147483647 w 906"/>
                  <a:gd name="T7" fmla="*/ 2147483647 h 738"/>
                  <a:gd name="T8" fmla="*/ 2147483647 w 906"/>
                  <a:gd name="T9" fmla="*/ 2147483647 h 738"/>
                  <a:gd name="T10" fmla="*/ 2147483647 w 906"/>
                  <a:gd name="T11" fmla="*/ 0 h 738"/>
                  <a:gd name="T12" fmla="*/ 2147483647 w 906"/>
                  <a:gd name="T13" fmla="*/ 2147483647 h 738"/>
                  <a:gd name="T14" fmla="*/ 2147483647 w 906"/>
                  <a:gd name="T15" fmla="*/ 2147483647 h 738"/>
                  <a:gd name="T16" fmla="*/ 2147483647 w 906"/>
                  <a:gd name="T17" fmla="*/ 2147483647 h 738"/>
                  <a:gd name="T18" fmla="*/ 2147483647 w 906"/>
                  <a:gd name="T19" fmla="*/ 2147483647 h 738"/>
                  <a:gd name="T20" fmla="*/ 2147483647 w 906"/>
                  <a:gd name="T21" fmla="*/ 2147483647 h 738"/>
                  <a:gd name="T22" fmla="*/ 2147483647 w 906"/>
                  <a:gd name="T23" fmla="*/ 2147483647 h 738"/>
                  <a:gd name="T24" fmla="*/ 2147483647 w 906"/>
                  <a:gd name="T25" fmla="*/ 2147483647 h 738"/>
                  <a:gd name="T26" fmla="*/ 2147483647 w 906"/>
                  <a:gd name="T27" fmla="*/ 2147483647 h 738"/>
                  <a:gd name="T28" fmla="*/ 2147483647 w 906"/>
                  <a:gd name="T29" fmla="*/ 2147483647 h 738"/>
                  <a:gd name="T30" fmla="*/ 2147483647 w 906"/>
                  <a:gd name="T31" fmla="*/ 2147483647 h 738"/>
                  <a:gd name="T32" fmla="*/ 2147483647 w 906"/>
                  <a:gd name="T33" fmla="*/ 2147483647 h 738"/>
                  <a:gd name="T34" fmla="*/ 2147483647 w 906"/>
                  <a:gd name="T35" fmla="*/ 2147483647 h 738"/>
                  <a:gd name="T36" fmla="*/ 2147483647 w 906"/>
                  <a:gd name="T37" fmla="*/ 2147483647 h 738"/>
                  <a:gd name="T38" fmla="*/ 2147483647 w 906"/>
                  <a:gd name="T39" fmla="*/ 2147483647 h 738"/>
                  <a:gd name="T40" fmla="*/ 2147483647 w 906"/>
                  <a:gd name="T41" fmla="*/ 2147483647 h 738"/>
                  <a:gd name="T42" fmla="*/ 2147483647 w 906"/>
                  <a:gd name="T43" fmla="*/ 2147483647 h 738"/>
                  <a:gd name="T44" fmla="*/ 2147483647 w 906"/>
                  <a:gd name="T45" fmla="*/ 2147483647 h 738"/>
                  <a:gd name="T46" fmla="*/ 0 w 906"/>
                  <a:gd name="T47" fmla="*/ 2147483647 h 738"/>
                  <a:gd name="T48" fmla="*/ 2147483647 w 906"/>
                  <a:gd name="T49" fmla="*/ 2147483647 h 738"/>
                  <a:gd name="T50" fmla="*/ 2147483647 w 906"/>
                  <a:gd name="T51" fmla="*/ 2147483647 h 738"/>
                  <a:gd name="T52" fmla="*/ 2147483647 w 906"/>
                  <a:gd name="T53" fmla="*/ 2147483647 h 738"/>
                  <a:gd name="T54" fmla="*/ 2147483647 w 906"/>
                  <a:gd name="T55" fmla="*/ 2147483647 h 738"/>
                  <a:gd name="T56" fmla="*/ 2147483647 w 906"/>
                  <a:gd name="T57" fmla="*/ 2147483647 h 738"/>
                  <a:gd name="T58" fmla="*/ 2147483647 w 906"/>
                  <a:gd name="T59" fmla="*/ 2147483647 h 738"/>
                  <a:gd name="T60" fmla="*/ 2147483647 w 906"/>
                  <a:gd name="T61" fmla="*/ 2147483647 h 738"/>
                  <a:gd name="T62" fmla="*/ 2147483647 w 906"/>
                  <a:gd name="T63" fmla="*/ 2147483647 h 738"/>
                  <a:gd name="T64" fmla="*/ 2147483647 w 906"/>
                  <a:gd name="T65" fmla="*/ 2147483647 h 738"/>
                  <a:gd name="T66" fmla="*/ 2147483647 w 906"/>
                  <a:gd name="T67" fmla="*/ 2147483647 h 738"/>
                  <a:gd name="T68" fmla="*/ 2147483647 w 906"/>
                  <a:gd name="T69" fmla="*/ 2147483647 h 738"/>
                  <a:gd name="T70" fmla="*/ 2147483647 w 906"/>
                  <a:gd name="T71" fmla="*/ 2147483647 h 738"/>
                  <a:gd name="T72" fmla="*/ 2147483647 w 906"/>
                  <a:gd name="T73" fmla="*/ 2147483647 h 738"/>
                  <a:gd name="T74" fmla="*/ 2147483647 w 906"/>
                  <a:gd name="T75" fmla="*/ 2147483647 h 738"/>
                  <a:gd name="T76" fmla="*/ 2147483647 w 906"/>
                  <a:gd name="T77" fmla="*/ 2147483647 h 738"/>
                  <a:gd name="T78" fmla="*/ 2147483647 w 906"/>
                  <a:gd name="T79" fmla="*/ 2147483647 h 738"/>
                  <a:gd name="T80" fmla="*/ 2147483647 w 906"/>
                  <a:gd name="T81" fmla="*/ 2147483647 h 738"/>
                  <a:gd name="T82" fmla="*/ 2147483647 w 906"/>
                  <a:gd name="T83" fmla="*/ 2147483647 h 738"/>
                  <a:gd name="T84" fmla="*/ 2147483647 w 906"/>
                  <a:gd name="T85" fmla="*/ 2147483647 h 738"/>
                  <a:gd name="T86" fmla="*/ 2147483647 w 906"/>
                  <a:gd name="T87" fmla="*/ 2147483647 h 738"/>
                  <a:gd name="T88" fmla="*/ 2147483647 w 906"/>
                  <a:gd name="T89" fmla="*/ 2147483647 h 738"/>
                  <a:gd name="T90" fmla="*/ 2147483647 w 906"/>
                  <a:gd name="T91" fmla="*/ 2147483647 h 738"/>
                  <a:gd name="T92" fmla="*/ 2147483647 w 906"/>
                  <a:gd name="T93" fmla="*/ 2147483647 h 738"/>
                  <a:gd name="T94" fmla="*/ 2147483647 w 906"/>
                  <a:gd name="T95" fmla="*/ 2147483647 h 738"/>
                  <a:gd name="T96" fmla="*/ 2147483647 w 906"/>
                  <a:gd name="T97" fmla="*/ 2147483647 h 738"/>
                  <a:gd name="T98" fmla="*/ 2147483647 w 906"/>
                  <a:gd name="T99" fmla="*/ 2147483647 h 738"/>
                  <a:gd name="T100" fmla="*/ 2147483647 w 906"/>
                  <a:gd name="T101" fmla="*/ 2147483647 h 738"/>
                  <a:gd name="T102" fmla="*/ 2147483647 w 906"/>
                  <a:gd name="T103" fmla="*/ 2147483647 h 738"/>
                  <a:gd name="T104" fmla="*/ 2147483647 w 906"/>
                  <a:gd name="T105" fmla="*/ 2147483647 h 738"/>
                  <a:gd name="T106" fmla="*/ 2147483647 w 906"/>
                  <a:gd name="T107" fmla="*/ 2147483647 h 738"/>
                  <a:gd name="T108" fmla="*/ 2147483647 w 906"/>
                  <a:gd name="T109" fmla="*/ 2147483647 h 73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906"/>
                  <a:gd name="T166" fmla="*/ 0 h 738"/>
                  <a:gd name="T167" fmla="*/ 906 w 906"/>
                  <a:gd name="T168" fmla="*/ 738 h 73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906" h="738">
                    <a:moveTo>
                      <a:pt x="894" y="108"/>
                    </a:moveTo>
                    <a:lnTo>
                      <a:pt x="894" y="96"/>
                    </a:lnTo>
                    <a:lnTo>
                      <a:pt x="906" y="96"/>
                    </a:lnTo>
                    <a:lnTo>
                      <a:pt x="900" y="90"/>
                    </a:lnTo>
                    <a:lnTo>
                      <a:pt x="876" y="90"/>
                    </a:lnTo>
                    <a:lnTo>
                      <a:pt x="840" y="102"/>
                    </a:lnTo>
                    <a:lnTo>
                      <a:pt x="840" y="84"/>
                    </a:lnTo>
                    <a:lnTo>
                      <a:pt x="816" y="84"/>
                    </a:lnTo>
                    <a:lnTo>
                      <a:pt x="792" y="96"/>
                    </a:lnTo>
                    <a:lnTo>
                      <a:pt x="786" y="102"/>
                    </a:lnTo>
                    <a:lnTo>
                      <a:pt x="780" y="114"/>
                    </a:lnTo>
                    <a:lnTo>
                      <a:pt x="774" y="120"/>
                    </a:lnTo>
                    <a:lnTo>
                      <a:pt x="756" y="120"/>
                    </a:lnTo>
                    <a:lnTo>
                      <a:pt x="750" y="126"/>
                    </a:lnTo>
                    <a:lnTo>
                      <a:pt x="744" y="138"/>
                    </a:lnTo>
                    <a:lnTo>
                      <a:pt x="732" y="144"/>
                    </a:lnTo>
                    <a:lnTo>
                      <a:pt x="726" y="150"/>
                    </a:lnTo>
                    <a:lnTo>
                      <a:pt x="720" y="150"/>
                    </a:lnTo>
                    <a:lnTo>
                      <a:pt x="690" y="120"/>
                    </a:lnTo>
                    <a:lnTo>
                      <a:pt x="690" y="114"/>
                    </a:lnTo>
                    <a:lnTo>
                      <a:pt x="678" y="48"/>
                    </a:lnTo>
                    <a:lnTo>
                      <a:pt x="660" y="48"/>
                    </a:lnTo>
                    <a:lnTo>
                      <a:pt x="660" y="18"/>
                    </a:lnTo>
                    <a:lnTo>
                      <a:pt x="642" y="0"/>
                    </a:lnTo>
                    <a:lnTo>
                      <a:pt x="624" y="0"/>
                    </a:lnTo>
                    <a:lnTo>
                      <a:pt x="618" y="6"/>
                    </a:lnTo>
                    <a:lnTo>
                      <a:pt x="618" y="30"/>
                    </a:lnTo>
                    <a:lnTo>
                      <a:pt x="612" y="36"/>
                    </a:lnTo>
                    <a:lnTo>
                      <a:pt x="606" y="36"/>
                    </a:lnTo>
                    <a:lnTo>
                      <a:pt x="594" y="48"/>
                    </a:lnTo>
                    <a:lnTo>
                      <a:pt x="594" y="54"/>
                    </a:lnTo>
                    <a:lnTo>
                      <a:pt x="600" y="60"/>
                    </a:lnTo>
                    <a:lnTo>
                      <a:pt x="606" y="60"/>
                    </a:lnTo>
                    <a:lnTo>
                      <a:pt x="600" y="84"/>
                    </a:lnTo>
                    <a:lnTo>
                      <a:pt x="588" y="72"/>
                    </a:lnTo>
                    <a:lnTo>
                      <a:pt x="570" y="72"/>
                    </a:lnTo>
                    <a:lnTo>
                      <a:pt x="558" y="78"/>
                    </a:lnTo>
                    <a:lnTo>
                      <a:pt x="546" y="90"/>
                    </a:lnTo>
                    <a:lnTo>
                      <a:pt x="546" y="120"/>
                    </a:lnTo>
                    <a:lnTo>
                      <a:pt x="540" y="120"/>
                    </a:lnTo>
                    <a:lnTo>
                      <a:pt x="534" y="114"/>
                    </a:lnTo>
                    <a:lnTo>
                      <a:pt x="528" y="102"/>
                    </a:lnTo>
                    <a:lnTo>
                      <a:pt x="522" y="96"/>
                    </a:lnTo>
                    <a:lnTo>
                      <a:pt x="510" y="96"/>
                    </a:lnTo>
                    <a:lnTo>
                      <a:pt x="504" y="102"/>
                    </a:lnTo>
                    <a:lnTo>
                      <a:pt x="492" y="108"/>
                    </a:lnTo>
                    <a:lnTo>
                      <a:pt x="474" y="126"/>
                    </a:lnTo>
                    <a:lnTo>
                      <a:pt x="468" y="126"/>
                    </a:lnTo>
                    <a:lnTo>
                      <a:pt x="456" y="114"/>
                    </a:lnTo>
                    <a:lnTo>
                      <a:pt x="444" y="108"/>
                    </a:lnTo>
                    <a:lnTo>
                      <a:pt x="438" y="102"/>
                    </a:lnTo>
                    <a:lnTo>
                      <a:pt x="426" y="102"/>
                    </a:lnTo>
                    <a:lnTo>
                      <a:pt x="414" y="108"/>
                    </a:lnTo>
                    <a:lnTo>
                      <a:pt x="396" y="84"/>
                    </a:lnTo>
                    <a:lnTo>
                      <a:pt x="384" y="96"/>
                    </a:lnTo>
                    <a:lnTo>
                      <a:pt x="342" y="96"/>
                    </a:lnTo>
                    <a:lnTo>
                      <a:pt x="330" y="90"/>
                    </a:lnTo>
                    <a:lnTo>
                      <a:pt x="324" y="84"/>
                    </a:lnTo>
                    <a:lnTo>
                      <a:pt x="312" y="78"/>
                    </a:lnTo>
                    <a:lnTo>
                      <a:pt x="300" y="78"/>
                    </a:lnTo>
                    <a:lnTo>
                      <a:pt x="300" y="102"/>
                    </a:lnTo>
                    <a:lnTo>
                      <a:pt x="264" y="102"/>
                    </a:lnTo>
                    <a:lnTo>
                      <a:pt x="252" y="108"/>
                    </a:lnTo>
                    <a:lnTo>
                      <a:pt x="246" y="120"/>
                    </a:lnTo>
                    <a:lnTo>
                      <a:pt x="246" y="180"/>
                    </a:lnTo>
                    <a:lnTo>
                      <a:pt x="234" y="180"/>
                    </a:lnTo>
                    <a:lnTo>
                      <a:pt x="222" y="186"/>
                    </a:lnTo>
                    <a:lnTo>
                      <a:pt x="216" y="198"/>
                    </a:lnTo>
                    <a:lnTo>
                      <a:pt x="180" y="216"/>
                    </a:lnTo>
                    <a:lnTo>
                      <a:pt x="168" y="216"/>
                    </a:lnTo>
                    <a:lnTo>
                      <a:pt x="168" y="228"/>
                    </a:lnTo>
                    <a:lnTo>
                      <a:pt x="156" y="252"/>
                    </a:lnTo>
                    <a:lnTo>
                      <a:pt x="150" y="258"/>
                    </a:lnTo>
                    <a:lnTo>
                      <a:pt x="138" y="264"/>
                    </a:lnTo>
                    <a:lnTo>
                      <a:pt x="114" y="264"/>
                    </a:lnTo>
                    <a:lnTo>
                      <a:pt x="90" y="240"/>
                    </a:lnTo>
                    <a:lnTo>
                      <a:pt x="84" y="240"/>
                    </a:lnTo>
                    <a:lnTo>
                      <a:pt x="78" y="246"/>
                    </a:lnTo>
                    <a:lnTo>
                      <a:pt x="66" y="246"/>
                    </a:lnTo>
                    <a:lnTo>
                      <a:pt x="60" y="240"/>
                    </a:lnTo>
                    <a:lnTo>
                      <a:pt x="48" y="240"/>
                    </a:lnTo>
                    <a:lnTo>
                      <a:pt x="42" y="234"/>
                    </a:lnTo>
                    <a:lnTo>
                      <a:pt x="36" y="240"/>
                    </a:lnTo>
                    <a:lnTo>
                      <a:pt x="30" y="252"/>
                    </a:lnTo>
                    <a:lnTo>
                      <a:pt x="30" y="258"/>
                    </a:lnTo>
                    <a:lnTo>
                      <a:pt x="36" y="270"/>
                    </a:lnTo>
                    <a:lnTo>
                      <a:pt x="36" y="294"/>
                    </a:lnTo>
                    <a:lnTo>
                      <a:pt x="42" y="300"/>
                    </a:lnTo>
                    <a:lnTo>
                      <a:pt x="42" y="306"/>
                    </a:lnTo>
                    <a:lnTo>
                      <a:pt x="18" y="312"/>
                    </a:lnTo>
                    <a:lnTo>
                      <a:pt x="30" y="330"/>
                    </a:lnTo>
                    <a:lnTo>
                      <a:pt x="24" y="330"/>
                    </a:lnTo>
                    <a:lnTo>
                      <a:pt x="18" y="336"/>
                    </a:lnTo>
                    <a:lnTo>
                      <a:pt x="6" y="342"/>
                    </a:lnTo>
                    <a:lnTo>
                      <a:pt x="0" y="348"/>
                    </a:lnTo>
                    <a:lnTo>
                      <a:pt x="0" y="354"/>
                    </a:lnTo>
                    <a:lnTo>
                      <a:pt x="12" y="366"/>
                    </a:lnTo>
                    <a:lnTo>
                      <a:pt x="12" y="396"/>
                    </a:lnTo>
                    <a:lnTo>
                      <a:pt x="36" y="396"/>
                    </a:lnTo>
                    <a:lnTo>
                      <a:pt x="42" y="402"/>
                    </a:lnTo>
                    <a:lnTo>
                      <a:pt x="42" y="408"/>
                    </a:lnTo>
                    <a:lnTo>
                      <a:pt x="24" y="426"/>
                    </a:lnTo>
                    <a:lnTo>
                      <a:pt x="18" y="438"/>
                    </a:lnTo>
                    <a:lnTo>
                      <a:pt x="30" y="462"/>
                    </a:lnTo>
                    <a:lnTo>
                      <a:pt x="42" y="480"/>
                    </a:lnTo>
                    <a:lnTo>
                      <a:pt x="54" y="504"/>
                    </a:lnTo>
                    <a:lnTo>
                      <a:pt x="60" y="510"/>
                    </a:lnTo>
                    <a:lnTo>
                      <a:pt x="60" y="564"/>
                    </a:lnTo>
                    <a:lnTo>
                      <a:pt x="66" y="570"/>
                    </a:lnTo>
                    <a:lnTo>
                      <a:pt x="72" y="570"/>
                    </a:lnTo>
                    <a:lnTo>
                      <a:pt x="84" y="576"/>
                    </a:lnTo>
                    <a:lnTo>
                      <a:pt x="120" y="576"/>
                    </a:lnTo>
                    <a:lnTo>
                      <a:pt x="126" y="582"/>
                    </a:lnTo>
                    <a:lnTo>
                      <a:pt x="138" y="606"/>
                    </a:lnTo>
                    <a:lnTo>
                      <a:pt x="114" y="654"/>
                    </a:lnTo>
                    <a:lnTo>
                      <a:pt x="108" y="660"/>
                    </a:lnTo>
                    <a:lnTo>
                      <a:pt x="102" y="672"/>
                    </a:lnTo>
                    <a:lnTo>
                      <a:pt x="84" y="690"/>
                    </a:lnTo>
                    <a:lnTo>
                      <a:pt x="84" y="702"/>
                    </a:lnTo>
                    <a:lnTo>
                      <a:pt x="120" y="702"/>
                    </a:lnTo>
                    <a:lnTo>
                      <a:pt x="132" y="708"/>
                    </a:lnTo>
                    <a:lnTo>
                      <a:pt x="150" y="720"/>
                    </a:lnTo>
                    <a:lnTo>
                      <a:pt x="168" y="726"/>
                    </a:lnTo>
                    <a:lnTo>
                      <a:pt x="192" y="738"/>
                    </a:lnTo>
                    <a:lnTo>
                      <a:pt x="210" y="738"/>
                    </a:lnTo>
                    <a:lnTo>
                      <a:pt x="228" y="732"/>
                    </a:lnTo>
                    <a:lnTo>
                      <a:pt x="234" y="732"/>
                    </a:lnTo>
                    <a:lnTo>
                      <a:pt x="240" y="726"/>
                    </a:lnTo>
                    <a:lnTo>
                      <a:pt x="294" y="726"/>
                    </a:lnTo>
                    <a:lnTo>
                      <a:pt x="294" y="732"/>
                    </a:lnTo>
                    <a:lnTo>
                      <a:pt x="318" y="732"/>
                    </a:lnTo>
                    <a:lnTo>
                      <a:pt x="324" y="726"/>
                    </a:lnTo>
                    <a:lnTo>
                      <a:pt x="348" y="726"/>
                    </a:lnTo>
                    <a:lnTo>
                      <a:pt x="366" y="720"/>
                    </a:lnTo>
                    <a:lnTo>
                      <a:pt x="396" y="720"/>
                    </a:lnTo>
                    <a:lnTo>
                      <a:pt x="444" y="696"/>
                    </a:lnTo>
                    <a:lnTo>
                      <a:pt x="450" y="696"/>
                    </a:lnTo>
                    <a:lnTo>
                      <a:pt x="456" y="690"/>
                    </a:lnTo>
                    <a:lnTo>
                      <a:pt x="456" y="660"/>
                    </a:lnTo>
                    <a:lnTo>
                      <a:pt x="450" y="654"/>
                    </a:lnTo>
                    <a:lnTo>
                      <a:pt x="450" y="636"/>
                    </a:lnTo>
                    <a:lnTo>
                      <a:pt x="444" y="624"/>
                    </a:lnTo>
                    <a:lnTo>
                      <a:pt x="444" y="606"/>
                    </a:lnTo>
                    <a:lnTo>
                      <a:pt x="450" y="594"/>
                    </a:lnTo>
                    <a:lnTo>
                      <a:pt x="462" y="588"/>
                    </a:lnTo>
                    <a:lnTo>
                      <a:pt x="468" y="576"/>
                    </a:lnTo>
                    <a:lnTo>
                      <a:pt x="486" y="576"/>
                    </a:lnTo>
                    <a:lnTo>
                      <a:pt x="486" y="588"/>
                    </a:lnTo>
                    <a:lnTo>
                      <a:pt x="528" y="588"/>
                    </a:lnTo>
                    <a:lnTo>
                      <a:pt x="534" y="582"/>
                    </a:lnTo>
                    <a:lnTo>
                      <a:pt x="534" y="576"/>
                    </a:lnTo>
                    <a:lnTo>
                      <a:pt x="528" y="570"/>
                    </a:lnTo>
                    <a:lnTo>
                      <a:pt x="522" y="570"/>
                    </a:lnTo>
                    <a:lnTo>
                      <a:pt x="522" y="564"/>
                    </a:lnTo>
                    <a:lnTo>
                      <a:pt x="528" y="558"/>
                    </a:lnTo>
                    <a:lnTo>
                      <a:pt x="534" y="558"/>
                    </a:lnTo>
                    <a:lnTo>
                      <a:pt x="546" y="552"/>
                    </a:lnTo>
                    <a:lnTo>
                      <a:pt x="552" y="546"/>
                    </a:lnTo>
                    <a:lnTo>
                      <a:pt x="564" y="540"/>
                    </a:lnTo>
                    <a:lnTo>
                      <a:pt x="594" y="540"/>
                    </a:lnTo>
                    <a:lnTo>
                      <a:pt x="594" y="552"/>
                    </a:lnTo>
                    <a:lnTo>
                      <a:pt x="600" y="558"/>
                    </a:lnTo>
                    <a:lnTo>
                      <a:pt x="612" y="558"/>
                    </a:lnTo>
                    <a:lnTo>
                      <a:pt x="624" y="552"/>
                    </a:lnTo>
                    <a:lnTo>
                      <a:pt x="630" y="540"/>
                    </a:lnTo>
                    <a:lnTo>
                      <a:pt x="636" y="534"/>
                    </a:lnTo>
                    <a:lnTo>
                      <a:pt x="636" y="528"/>
                    </a:lnTo>
                    <a:lnTo>
                      <a:pt x="630" y="522"/>
                    </a:lnTo>
                    <a:lnTo>
                      <a:pt x="630" y="510"/>
                    </a:lnTo>
                    <a:lnTo>
                      <a:pt x="624" y="498"/>
                    </a:lnTo>
                    <a:lnTo>
                      <a:pt x="624" y="480"/>
                    </a:lnTo>
                    <a:lnTo>
                      <a:pt x="630" y="474"/>
                    </a:lnTo>
                    <a:lnTo>
                      <a:pt x="636" y="474"/>
                    </a:lnTo>
                    <a:lnTo>
                      <a:pt x="636" y="438"/>
                    </a:lnTo>
                    <a:lnTo>
                      <a:pt x="642" y="432"/>
                    </a:lnTo>
                    <a:lnTo>
                      <a:pt x="660" y="432"/>
                    </a:lnTo>
                    <a:lnTo>
                      <a:pt x="690" y="414"/>
                    </a:lnTo>
                    <a:lnTo>
                      <a:pt x="684" y="414"/>
                    </a:lnTo>
                    <a:lnTo>
                      <a:pt x="672" y="408"/>
                    </a:lnTo>
                    <a:lnTo>
                      <a:pt x="672" y="402"/>
                    </a:lnTo>
                    <a:lnTo>
                      <a:pt x="666" y="396"/>
                    </a:lnTo>
                    <a:lnTo>
                      <a:pt x="666" y="390"/>
                    </a:lnTo>
                    <a:lnTo>
                      <a:pt x="654" y="384"/>
                    </a:lnTo>
                    <a:lnTo>
                      <a:pt x="642" y="372"/>
                    </a:lnTo>
                    <a:lnTo>
                      <a:pt x="642" y="360"/>
                    </a:lnTo>
                    <a:lnTo>
                      <a:pt x="660" y="360"/>
                    </a:lnTo>
                    <a:lnTo>
                      <a:pt x="666" y="366"/>
                    </a:lnTo>
                    <a:lnTo>
                      <a:pt x="684" y="372"/>
                    </a:lnTo>
                    <a:lnTo>
                      <a:pt x="690" y="372"/>
                    </a:lnTo>
                    <a:lnTo>
                      <a:pt x="696" y="366"/>
                    </a:lnTo>
                    <a:lnTo>
                      <a:pt x="714" y="366"/>
                    </a:lnTo>
                    <a:lnTo>
                      <a:pt x="714" y="336"/>
                    </a:lnTo>
                    <a:lnTo>
                      <a:pt x="708" y="330"/>
                    </a:lnTo>
                    <a:lnTo>
                      <a:pt x="708" y="318"/>
                    </a:lnTo>
                    <a:lnTo>
                      <a:pt x="714" y="306"/>
                    </a:lnTo>
                    <a:lnTo>
                      <a:pt x="738" y="282"/>
                    </a:lnTo>
                    <a:lnTo>
                      <a:pt x="738" y="276"/>
                    </a:lnTo>
                    <a:lnTo>
                      <a:pt x="732" y="264"/>
                    </a:lnTo>
                    <a:lnTo>
                      <a:pt x="726" y="258"/>
                    </a:lnTo>
                    <a:lnTo>
                      <a:pt x="726" y="228"/>
                    </a:lnTo>
                    <a:lnTo>
                      <a:pt x="696" y="198"/>
                    </a:lnTo>
                    <a:lnTo>
                      <a:pt x="696" y="192"/>
                    </a:lnTo>
                    <a:lnTo>
                      <a:pt x="702" y="186"/>
                    </a:lnTo>
                    <a:lnTo>
                      <a:pt x="708" y="174"/>
                    </a:lnTo>
                    <a:lnTo>
                      <a:pt x="714" y="168"/>
                    </a:lnTo>
                    <a:lnTo>
                      <a:pt x="738" y="156"/>
                    </a:lnTo>
                    <a:lnTo>
                      <a:pt x="744" y="150"/>
                    </a:lnTo>
                    <a:lnTo>
                      <a:pt x="768" y="138"/>
                    </a:lnTo>
                    <a:lnTo>
                      <a:pt x="774" y="138"/>
                    </a:lnTo>
                    <a:lnTo>
                      <a:pt x="780" y="132"/>
                    </a:lnTo>
                    <a:lnTo>
                      <a:pt x="822" y="132"/>
                    </a:lnTo>
                    <a:lnTo>
                      <a:pt x="828" y="126"/>
                    </a:lnTo>
                    <a:lnTo>
                      <a:pt x="852" y="126"/>
                    </a:lnTo>
                    <a:lnTo>
                      <a:pt x="864" y="132"/>
                    </a:lnTo>
                    <a:lnTo>
                      <a:pt x="876" y="132"/>
                    </a:lnTo>
                    <a:lnTo>
                      <a:pt x="882" y="126"/>
                    </a:lnTo>
                    <a:lnTo>
                      <a:pt x="894" y="126"/>
                    </a:lnTo>
                    <a:lnTo>
                      <a:pt x="900" y="120"/>
                    </a:lnTo>
                    <a:lnTo>
                      <a:pt x="894" y="114"/>
                    </a:lnTo>
                    <a:lnTo>
                      <a:pt x="894" y="108"/>
                    </a:lnTo>
                    <a:close/>
                  </a:path>
                </a:pathLst>
              </a:custGeom>
              <a:grpFill/>
              <a:ln w="3175" algn="ctr">
                <a:solidFill>
                  <a:schemeClr val="bg1"/>
                </a:solidFill>
                <a:round/>
                <a:headEnd/>
                <a:tailEnd/>
              </a:ln>
              <a:effectLst/>
            </p:spPr>
            <p:txBody>
              <a:bodyPr vert="horz" wrap="square" lIns="91440" tIns="45720" rIns="91440" bIns="45720" numCol="1" anchor="t" anchorCtr="0" compatLnSpc="1">
                <a:prstTxWarp prst="textNoShape">
                  <a:avLst/>
                </a:prstTxWarp>
              </a:bodyPr>
              <a:lstStyle/>
              <a:p>
                <a:pPr fontAlgn="base">
                  <a:spcBef>
                    <a:spcPct val="0"/>
                  </a:spcBef>
                  <a:spcAft>
                    <a:spcPct val="0"/>
                  </a:spcAft>
                </a:pPr>
                <a:endParaRPr lang="en-GB" noProof="0">
                  <a:latin typeface="Arial" pitchFamily="34" charset="0"/>
                </a:endParaRPr>
              </a:p>
            </p:txBody>
          </p:sp>
          <p:grpSp>
            <p:nvGrpSpPr>
              <p:cNvPr id="455" name="Group 178">
                <a:extLst>
                  <a:ext uri="{FF2B5EF4-FFF2-40B4-BE49-F238E27FC236}">
                    <a16:creationId xmlns:a16="http://schemas.microsoft.com/office/drawing/2014/main" id="{0F2AB9B2-D31A-5BF9-20AA-9349D766FB59}"/>
                  </a:ext>
                </a:extLst>
              </p:cNvPr>
              <p:cNvGrpSpPr>
                <a:grpSpLocks/>
              </p:cNvGrpSpPr>
              <p:nvPr/>
            </p:nvGrpSpPr>
            <p:grpSpPr bwMode="auto">
              <a:xfrm>
                <a:off x="2976" y="1626"/>
                <a:ext cx="70" cy="86"/>
                <a:chOff x="2184" y="1242"/>
                <a:chExt cx="257" cy="316"/>
              </a:xfrm>
              <a:grpFill/>
            </p:grpSpPr>
            <p:sp>
              <p:nvSpPr>
                <p:cNvPr id="456" name="Freeform 179" descr="© INSCALE GmbH, 05.05.2010&#10;http://www.presentationload.com/">
                  <a:extLst>
                    <a:ext uri="{FF2B5EF4-FFF2-40B4-BE49-F238E27FC236}">
                      <a16:creationId xmlns:a16="http://schemas.microsoft.com/office/drawing/2014/main" id="{CFD3E733-D551-C0AD-DD8E-BE85C5988547}"/>
                    </a:ext>
                  </a:extLst>
                </p:cNvPr>
                <p:cNvSpPr>
                  <a:spLocks/>
                </p:cNvSpPr>
                <p:nvPr/>
              </p:nvSpPr>
              <p:spPr bwMode="gray">
                <a:xfrm>
                  <a:off x="2184" y="1242"/>
                  <a:ext cx="257" cy="282"/>
                </a:xfrm>
                <a:custGeom>
                  <a:avLst/>
                  <a:gdLst/>
                  <a:ahLst/>
                  <a:cxnLst>
                    <a:cxn ang="0">
                      <a:pos x="464" y="374"/>
                    </a:cxn>
                    <a:cxn ang="0">
                      <a:pos x="453" y="310"/>
                    </a:cxn>
                    <a:cxn ang="0">
                      <a:pos x="453" y="235"/>
                    </a:cxn>
                    <a:cxn ang="0">
                      <a:pos x="378" y="224"/>
                    </a:cxn>
                    <a:cxn ang="0">
                      <a:pos x="302" y="171"/>
                    </a:cxn>
                    <a:cxn ang="0">
                      <a:pos x="291" y="118"/>
                    </a:cxn>
                    <a:cxn ang="0">
                      <a:pos x="259" y="128"/>
                    </a:cxn>
                    <a:cxn ang="0">
                      <a:pos x="216" y="53"/>
                    </a:cxn>
                    <a:cxn ang="0">
                      <a:pos x="87" y="0"/>
                    </a:cxn>
                    <a:cxn ang="0">
                      <a:pos x="0" y="43"/>
                    </a:cxn>
                    <a:cxn ang="0">
                      <a:pos x="32" y="96"/>
                    </a:cxn>
                    <a:cxn ang="0">
                      <a:pos x="65" y="139"/>
                    </a:cxn>
                    <a:cxn ang="0">
                      <a:pos x="54" y="150"/>
                    </a:cxn>
                    <a:cxn ang="0">
                      <a:pos x="32" y="181"/>
                    </a:cxn>
                    <a:cxn ang="0">
                      <a:pos x="32" y="192"/>
                    </a:cxn>
                    <a:cxn ang="0">
                      <a:pos x="76" y="203"/>
                    </a:cxn>
                    <a:cxn ang="0">
                      <a:pos x="87" y="267"/>
                    </a:cxn>
                    <a:cxn ang="0">
                      <a:pos x="65" y="310"/>
                    </a:cxn>
                    <a:cxn ang="0">
                      <a:pos x="98" y="363"/>
                    </a:cxn>
                    <a:cxn ang="0">
                      <a:pos x="119" y="395"/>
                    </a:cxn>
                    <a:cxn ang="0">
                      <a:pos x="157" y="442"/>
                    </a:cxn>
                    <a:cxn ang="0">
                      <a:pos x="173" y="438"/>
                    </a:cxn>
                    <a:cxn ang="0">
                      <a:pos x="180" y="444"/>
                    </a:cxn>
                    <a:cxn ang="0">
                      <a:pos x="230" y="446"/>
                    </a:cxn>
                    <a:cxn ang="0">
                      <a:pos x="237" y="431"/>
                    </a:cxn>
                    <a:cxn ang="0">
                      <a:pos x="258" y="416"/>
                    </a:cxn>
                    <a:cxn ang="0">
                      <a:pos x="266" y="418"/>
                    </a:cxn>
                    <a:cxn ang="0">
                      <a:pos x="268" y="407"/>
                    </a:cxn>
                    <a:cxn ang="0">
                      <a:pos x="267" y="399"/>
                    </a:cxn>
                    <a:cxn ang="0">
                      <a:pos x="254" y="388"/>
                    </a:cxn>
                    <a:cxn ang="0">
                      <a:pos x="262" y="387"/>
                    </a:cxn>
                    <a:cxn ang="0">
                      <a:pos x="279" y="380"/>
                    </a:cxn>
                    <a:cxn ang="0">
                      <a:pos x="288" y="372"/>
                    </a:cxn>
                    <a:cxn ang="0">
                      <a:pos x="298" y="389"/>
                    </a:cxn>
                    <a:cxn ang="0">
                      <a:pos x="292" y="399"/>
                    </a:cxn>
                    <a:cxn ang="0">
                      <a:pos x="309" y="402"/>
                    </a:cxn>
                    <a:cxn ang="0">
                      <a:pos x="321" y="404"/>
                    </a:cxn>
                    <a:cxn ang="0">
                      <a:pos x="326" y="408"/>
                    </a:cxn>
                    <a:cxn ang="0">
                      <a:pos x="328" y="433"/>
                    </a:cxn>
                    <a:cxn ang="0">
                      <a:pos x="334" y="429"/>
                    </a:cxn>
                    <a:cxn ang="0">
                      <a:pos x="335" y="448"/>
                    </a:cxn>
                    <a:cxn ang="0">
                      <a:pos x="348" y="452"/>
                    </a:cxn>
                    <a:cxn ang="0">
                      <a:pos x="356" y="467"/>
                    </a:cxn>
                    <a:cxn ang="0">
                      <a:pos x="354" y="478"/>
                    </a:cxn>
                    <a:cxn ang="0">
                      <a:pos x="356" y="482"/>
                    </a:cxn>
                    <a:cxn ang="0">
                      <a:pos x="369" y="485"/>
                    </a:cxn>
                    <a:cxn ang="0">
                      <a:pos x="381" y="492"/>
                    </a:cxn>
                    <a:cxn ang="0">
                      <a:pos x="390" y="496"/>
                    </a:cxn>
                    <a:cxn ang="0">
                      <a:pos x="399" y="501"/>
                    </a:cxn>
                    <a:cxn ang="0">
                      <a:pos x="392" y="513"/>
                    </a:cxn>
                    <a:cxn ang="0">
                      <a:pos x="384" y="528"/>
                    </a:cxn>
                    <a:cxn ang="0">
                      <a:pos x="376" y="542"/>
                    </a:cxn>
                    <a:cxn ang="0">
                      <a:pos x="453" y="492"/>
                    </a:cxn>
                    <a:cxn ang="0">
                      <a:pos x="486" y="470"/>
                    </a:cxn>
                    <a:cxn ang="0">
                      <a:pos x="486" y="406"/>
                    </a:cxn>
                  </a:cxnLst>
                  <a:rect l="0" t="0" r="r" b="b"/>
                  <a:pathLst>
                    <a:path w="496" h="542">
                      <a:moveTo>
                        <a:pt x="486" y="406"/>
                      </a:moveTo>
                      <a:cubicBezTo>
                        <a:pt x="453" y="395"/>
                        <a:pt x="453" y="395"/>
                        <a:pt x="453" y="395"/>
                      </a:cubicBezTo>
                      <a:cubicBezTo>
                        <a:pt x="464" y="374"/>
                        <a:pt x="464" y="374"/>
                        <a:pt x="464" y="374"/>
                      </a:cubicBezTo>
                      <a:cubicBezTo>
                        <a:pt x="432" y="363"/>
                        <a:pt x="432" y="363"/>
                        <a:pt x="432" y="363"/>
                      </a:cubicBezTo>
                      <a:cubicBezTo>
                        <a:pt x="432" y="331"/>
                        <a:pt x="432" y="331"/>
                        <a:pt x="432" y="331"/>
                      </a:cubicBezTo>
                      <a:cubicBezTo>
                        <a:pt x="453" y="310"/>
                        <a:pt x="453" y="310"/>
                        <a:pt x="453" y="310"/>
                      </a:cubicBezTo>
                      <a:cubicBezTo>
                        <a:pt x="453" y="267"/>
                        <a:pt x="453" y="267"/>
                        <a:pt x="453" y="267"/>
                      </a:cubicBezTo>
                      <a:cubicBezTo>
                        <a:pt x="442" y="256"/>
                        <a:pt x="442" y="256"/>
                        <a:pt x="442" y="256"/>
                      </a:cubicBezTo>
                      <a:cubicBezTo>
                        <a:pt x="453" y="235"/>
                        <a:pt x="453" y="235"/>
                        <a:pt x="453" y="235"/>
                      </a:cubicBezTo>
                      <a:cubicBezTo>
                        <a:pt x="464" y="224"/>
                        <a:pt x="464" y="224"/>
                        <a:pt x="464" y="224"/>
                      </a:cubicBezTo>
                      <a:cubicBezTo>
                        <a:pt x="421" y="213"/>
                        <a:pt x="421" y="213"/>
                        <a:pt x="421" y="213"/>
                      </a:cubicBezTo>
                      <a:cubicBezTo>
                        <a:pt x="378" y="224"/>
                        <a:pt x="378" y="224"/>
                        <a:pt x="378" y="224"/>
                      </a:cubicBezTo>
                      <a:cubicBezTo>
                        <a:pt x="367" y="213"/>
                        <a:pt x="367" y="213"/>
                        <a:pt x="367" y="213"/>
                      </a:cubicBezTo>
                      <a:cubicBezTo>
                        <a:pt x="324" y="203"/>
                        <a:pt x="324" y="203"/>
                        <a:pt x="324" y="203"/>
                      </a:cubicBezTo>
                      <a:cubicBezTo>
                        <a:pt x="302" y="171"/>
                        <a:pt x="302" y="171"/>
                        <a:pt x="302" y="171"/>
                      </a:cubicBezTo>
                      <a:cubicBezTo>
                        <a:pt x="313" y="160"/>
                        <a:pt x="313" y="160"/>
                        <a:pt x="313" y="160"/>
                      </a:cubicBezTo>
                      <a:cubicBezTo>
                        <a:pt x="313" y="128"/>
                        <a:pt x="313" y="128"/>
                        <a:pt x="313" y="128"/>
                      </a:cubicBezTo>
                      <a:cubicBezTo>
                        <a:pt x="291" y="118"/>
                        <a:pt x="291" y="118"/>
                        <a:pt x="291" y="118"/>
                      </a:cubicBezTo>
                      <a:cubicBezTo>
                        <a:pt x="280" y="118"/>
                        <a:pt x="280" y="118"/>
                        <a:pt x="280" y="118"/>
                      </a:cubicBezTo>
                      <a:cubicBezTo>
                        <a:pt x="270" y="128"/>
                        <a:pt x="270" y="128"/>
                        <a:pt x="270" y="128"/>
                      </a:cubicBezTo>
                      <a:cubicBezTo>
                        <a:pt x="259" y="128"/>
                        <a:pt x="259" y="128"/>
                        <a:pt x="259" y="128"/>
                      </a:cubicBezTo>
                      <a:cubicBezTo>
                        <a:pt x="249" y="118"/>
                        <a:pt x="249" y="118"/>
                        <a:pt x="249" y="118"/>
                      </a:cubicBezTo>
                      <a:cubicBezTo>
                        <a:pt x="227" y="53"/>
                        <a:pt x="227" y="53"/>
                        <a:pt x="227" y="53"/>
                      </a:cubicBezTo>
                      <a:cubicBezTo>
                        <a:pt x="216" y="53"/>
                        <a:pt x="216" y="53"/>
                        <a:pt x="216" y="53"/>
                      </a:cubicBezTo>
                      <a:cubicBezTo>
                        <a:pt x="173" y="21"/>
                        <a:pt x="173" y="21"/>
                        <a:pt x="173" y="21"/>
                      </a:cubicBezTo>
                      <a:cubicBezTo>
                        <a:pt x="129" y="0"/>
                        <a:pt x="129" y="0"/>
                        <a:pt x="129" y="0"/>
                      </a:cubicBezTo>
                      <a:cubicBezTo>
                        <a:pt x="87" y="0"/>
                        <a:pt x="87" y="0"/>
                        <a:pt x="87" y="0"/>
                      </a:cubicBezTo>
                      <a:cubicBezTo>
                        <a:pt x="54" y="32"/>
                        <a:pt x="54" y="32"/>
                        <a:pt x="54" y="32"/>
                      </a:cubicBezTo>
                      <a:cubicBezTo>
                        <a:pt x="11" y="32"/>
                        <a:pt x="11" y="32"/>
                        <a:pt x="11" y="32"/>
                      </a:cubicBezTo>
                      <a:cubicBezTo>
                        <a:pt x="0" y="43"/>
                        <a:pt x="0" y="43"/>
                        <a:pt x="0" y="43"/>
                      </a:cubicBezTo>
                      <a:cubicBezTo>
                        <a:pt x="11" y="43"/>
                        <a:pt x="11" y="43"/>
                        <a:pt x="11" y="43"/>
                      </a:cubicBezTo>
                      <a:cubicBezTo>
                        <a:pt x="22" y="96"/>
                        <a:pt x="22" y="96"/>
                        <a:pt x="22" y="96"/>
                      </a:cubicBezTo>
                      <a:cubicBezTo>
                        <a:pt x="32" y="96"/>
                        <a:pt x="32" y="96"/>
                        <a:pt x="32" y="96"/>
                      </a:cubicBezTo>
                      <a:cubicBezTo>
                        <a:pt x="22" y="128"/>
                        <a:pt x="22" y="128"/>
                        <a:pt x="22" y="128"/>
                      </a:cubicBezTo>
                      <a:cubicBezTo>
                        <a:pt x="43" y="128"/>
                        <a:pt x="43" y="128"/>
                        <a:pt x="43" y="128"/>
                      </a:cubicBezTo>
                      <a:cubicBezTo>
                        <a:pt x="65" y="139"/>
                        <a:pt x="65" y="139"/>
                        <a:pt x="65" y="139"/>
                      </a:cubicBezTo>
                      <a:cubicBezTo>
                        <a:pt x="76" y="139"/>
                        <a:pt x="76" y="139"/>
                        <a:pt x="76" y="139"/>
                      </a:cubicBezTo>
                      <a:cubicBezTo>
                        <a:pt x="65" y="150"/>
                        <a:pt x="65" y="150"/>
                        <a:pt x="65" y="150"/>
                      </a:cubicBezTo>
                      <a:cubicBezTo>
                        <a:pt x="54" y="150"/>
                        <a:pt x="54" y="150"/>
                        <a:pt x="54" y="150"/>
                      </a:cubicBezTo>
                      <a:cubicBezTo>
                        <a:pt x="43" y="160"/>
                        <a:pt x="43" y="160"/>
                        <a:pt x="43" y="160"/>
                      </a:cubicBezTo>
                      <a:cubicBezTo>
                        <a:pt x="32" y="160"/>
                        <a:pt x="32" y="160"/>
                        <a:pt x="32" y="160"/>
                      </a:cubicBezTo>
                      <a:cubicBezTo>
                        <a:pt x="32" y="181"/>
                        <a:pt x="32" y="181"/>
                        <a:pt x="32" y="181"/>
                      </a:cubicBezTo>
                      <a:cubicBezTo>
                        <a:pt x="22" y="181"/>
                        <a:pt x="22" y="181"/>
                        <a:pt x="22" y="181"/>
                      </a:cubicBezTo>
                      <a:cubicBezTo>
                        <a:pt x="22" y="192"/>
                        <a:pt x="22" y="192"/>
                        <a:pt x="22" y="192"/>
                      </a:cubicBezTo>
                      <a:cubicBezTo>
                        <a:pt x="32" y="192"/>
                        <a:pt x="32" y="192"/>
                        <a:pt x="32" y="192"/>
                      </a:cubicBezTo>
                      <a:cubicBezTo>
                        <a:pt x="54" y="181"/>
                        <a:pt x="54" y="181"/>
                        <a:pt x="54" y="181"/>
                      </a:cubicBezTo>
                      <a:cubicBezTo>
                        <a:pt x="76" y="181"/>
                        <a:pt x="76" y="181"/>
                        <a:pt x="76" y="181"/>
                      </a:cubicBezTo>
                      <a:cubicBezTo>
                        <a:pt x="76" y="203"/>
                        <a:pt x="76" y="203"/>
                        <a:pt x="76" y="203"/>
                      </a:cubicBezTo>
                      <a:cubicBezTo>
                        <a:pt x="43" y="235"/>
                        <a:pt x="43" y="235"/>
                        <a:pt x="43" y="235"/>
                      </a:cubicBezTo>
                      <a:cubicBezTo>
                        <a:pt x="43" y="267"/>
                        <a:pt x="43" y="267"/>
                        <a:pt x="43" y="267"/>
                      </a:cubicBezTo>
                      <a:cubicBezTo>
                        <a:pt x="87" y="267"/>
                        <a:pt x="87" y="267"/>
                        <a:pt x="87" y="267"/>
                      </a:cubicBezTo>
                      <a:cubicBezTo>
                        <a:pt x="98" y="278"/>
                        <a:pt x="98" y="278"/>
                        <a:pt x="98" y="278"/>
                      </a:cubicBezTo>
                      <a:cubicBezTo>
                        <a:pt x="108" y="299"/>
                        <a:pt x="108" y="299"/>
                        <a:pt x="108" y="299"/>
                      </a:cubicBezTo>
                      <a:cubicBezTo>
                        <a:pt x="65" y="310"/>
                        <a:pt x="65" y="310"/>
                        <a:pt x="65" y="310"/>
                      </a:cubicBezTo>
                      <a:cubicBezTo>
                        <a:pt x="87" y="331"/>
                        <a:pt x="87" y="331"/>
                        <a:pt x="87" y="331"/>
                      </a:cubicBezTo>
                      <a:cubicBezTo>
                        <a:pt x="98" y="353"/>
                        <a:pt x="98" y="353"/>
                        <a:pt x="98" y="353"/>
                      </a:cubicBezTo>
                      <a:cubicBezTo>
                        <a:pt x="98" y="363"/>
                        <a:pt x="98" y="363"/>
                        <a:pt x="98" y="363"/>
                      </a:cubicBezTo>
                      <a:cubicBezTo>
                        <a:pt x="87" y="363"/>
                        <a:pt x="87" y="363"/>
                        <a:pt x="87" y="363"/>
                      </a:cubicBezTo>
                      <a:cubicBezTo>
                        <a:pt x="87" y="374"/>
                        <a:pt x="87" y="374"/>
                        <a:pt x="87" y="374"/>
                      </a:cubicBezTo>
                      <a:cubicBezTo>
                        <a:pt x="119" y="395"/>
                        <a:pt x="119" y="395"/>
                        <a:pt x="119" y="395"/>
                      </a:cubicBezTo>
                      <a:cubicBezTo>
                        <a:pt x="140" y="417"/>
                        <a:pt x="140" y="417"/>
                        <a:pt x="140" y="417"/>
                      </a:cubicBezTo>
                      <a:cubicBezTo>
                        <a:pt x="157" y="442"/>
                        <a:pt x="157" y="442"/>
                        <a:pt x="157" y="442"/>
                      </a:cubicBezTo>
                      <a:cubicBezTo>
                        <a:pt x="157" y="442"/>
                        <a:pt x="157" y="442"/>
                        <a:pt x="157" y="442"/>
                      </a:cubicBezTo>
                      <a:cubicBezTo>
                        <a:pt x="159" y="442"/>
                        <a:pt x="161" y="443"/>
                        <a:pt x="166" y="444"/>
                      </a:cubicBezTo>
                      <a:cubicBezTo>
                        <a:pt x="166" y="444"/>
                        <a:pt x="166" y="444"/>
                        <a:pt x="167" y="444"/>
                      </a:cubicBezTo>
                      <a:cubicBezTo>
                        <a:pt x="173" y="438"/>
                        <a:pt x="173" y="438"/>
                        <a:pt x="173" y="438"/>
                      </a:cubicBezTo>
                      <a:cubicBezTo>
                        <a:pt x="173" y="447"/>
                        <a:pt x="173" y="447"/>
                        <a:pt x="173" y="447"/>
                      </a:cubicBezTo>
                      <a:cubicBezTo>
                        <a:pt x="174" y="448"/>
                        <a:pt x="175" y="448"/>
                        <a:pt x="176" y="449"/>
                      </a:cubicBezTo>
                      <a:cubicBezTo>
                        <a:pt x="176" y="449"/>
                        <a:pt x="176" y="449"/>
                        <a:pt x="180" y="444"/>
                      </a:cubicBezTo>
                      <a:cubicBezTo>
                        <a:pt x="180" y="444"/>
                        <a:pt x="180" y="444"/>
                        <a:pt x="199" y="447"/>
                      </a:cubicBezTo>
                      <a:cubicBezTo>
                        <a:pt x="199" y="447"/>
                        <a:pt x="199" y="447"/>
                        <a:pt x="212" y="446"/>
                      </a:cubicBezTo>
                      <a:cubicBezTo>
                        <a:pt x="212" y="446"/>
                        <a:pt x="212" y="446"/>
                        <a:pt x="230" y="446"/>
                      </a:cubicBezTo>
                      <a:cubicBezTo>
                        <a:pt x="230" y="446"/>
                        <a:pt x="230" y="446"/>
                        <a:pt x="240" y="443"/>
                      </a:cubicBezTo>
                      <a:cubicBezTo>
                        <a:pt x="240" y="443"/>
                        <a:pt x="240" y="443"/>
                        <a:pt x="239" y="437"/>
                      </a:cubicBezTo>
                      <a:cubicBezTo>
                        <a:pt x="239" y="437"/>
                        <a:pt x="239" y="437"/>
                        <a:pt x="237" y="431"/>
                      </a:cubicBezTo>
                      <a:cubicBezTo>
                        <a:pt x="237" y="431"/>
                        <a:pt x="237" y="431"/>
                        <a:pt x="245" y="425"/>
                      </a:cubicBezTo>
                      <a:cubicBezTo>
                        <a:pt x="245" y="425"/>
                        <a:pt x="245" y="425"/>
                        <a:pt x="255" y="417"/>
                      </a:cubicBezTo>
                      <a:cubicBezTo>
                        <a:pt x="255" y="417"/>
                        <a:pt x="255" y="417"/>
                        <a:pt x="258" y="416"/>
                      </a:cubicBezTo>
                      <a:cubicBezTo>
                        <a:pt x="258" y="416"/>
                        <a:pt x="258" y="416"/>
                        <a:pt x="258" y="421"/>
                      </a:cubicBezTo>
                      <a:cubicBezTo>
                        <a:pt x="258" y="421"/>
                        <a:pt x="258" y="421"/>
                        <a:pt x="262" y="419"/>
                      </a:cubicBezTo>
                      <a:cubicBezTo>
                        <a:pt x="262" y="419"/>
                        <a:pt x="262" y="419"/>
                        <a:pt x="266" y="418"/>
                      </a:cubicBezTo>
                      <a:cubicBezTo>
                        <a:pt x="266" y="418"/>
                        <a:pt x="266" y="418"/>
                        <a:pt x="263" y="414"/>
                      </a:cubicBezTo>
                      <a:cubicBezTo>
                        <a:pt x="263" y="414"/>
                        <a:pt x="263" y="414"/>
                        <a:pt x="267" y="412"/>
                      </a:cubicBezTo>
                      <a:cubicBezTo>
                        <a:pt x="267" y="412"/>
                        <a:pt x="267" y="412"/>
                        <a:pt x="268" y="407"/>
                      </a:cubicBezTo>
                      <a:cubicBezTo>
                        <a:pt x="268" y="407"/>
                        <a:pt x="268" y="407"/>
                        <a:pt x="264" y="405"/>
                      </a:cubicBezTo>
                      <a:cubicBezTo>
                        <a:pt x="264" y="405"/>
                        <a:pt x="264" y="405"/>
                        <a:pt x="264" y="402"/>
                      </a:cubicBezTo>
                      <a:cubicBezTo>
                        <a:pt x="264" y="402"/>
                        <a:pt x="264" y="402"/>
                        <a:pt x="267" y="399"/>
                      </a:cubicBezTo>
                      <a:cubicBezTo>
                        <a:pt x="267" y="399"/>
                        <a:pt x="267" y="399"/>
                        <a:pt x="266" y="396"/>
                      </a:cubicBezTo>
                      <a:cubicBezTo>
                        <a:pt x="266" y="396"/>
                        <a:pt x="266" y="396"/>
                        <a:pt x="258" y="394"/>
                      </a:cubicBezTo>
                      <a:cubicBezTo>
                        <a:pt x="258" y="394"/>
                        <a:pt x="258" y="394"/>
                        <a:pt x="254" y="388"/>
                      </a:cubicBezTo>
                      <a:cubicBezTo>
                        <a:pt x="254" y="388"/>
                        <a:pt x="254" y="388"/>
                        <a:pt x="256" y="385"/>
                      </a:cubicBezTo>
                      <a:cubicBezTo>
                        <a:pt x="256" y="385"/>
                        <a:pt x="256" y="385"/>
                        <a:pt x="259" y="389"/>
                      </a:cubicBezTo>
                      <a:cubicBezTo>
                        <a:pt x="259" y="389"/>
                        <a:pt x="259" y="389"/>
                        <a:pt x="262" y="387"/>
                      </a:cubicBezTo>
                      <a:cubicBezTo>
                        <a:pt x="262" y="387"/>
                        <a:pt x="262" y="387"/>
                        <a:pt x="267" y="388"/>
                      </a:cubicBezTo>
                      <a:cubicBezTo>
                        <a:pt x="267" y="388"/>
                        <a:pt x="267" y="388"/>
                        <a:pt x="271" y="385"/>
                      </a:cubicBezTo>
                      <a:cubicBezTo>
                        <a:pt x="271" y="385"/>
                        <a:pt x="271" y="385"/>
                        <a:pt x="279" y="380"/>
                      </a:cubicBezTo>
                      <a:cubicBezTo>
                        <a:pt x="279" y="380"/>
                        <a:pt x="279" y="380"/>
                        <a:pt x="282" y="378"/>
                      </a:cubicBezTo>
                      <a:cubicBezTo>
                        <a:pt x="282" y="378"/>
                        <a:pt x="282" y="378"/>
                        <a:pt x="283" y="374"/>
                      </a:cubicBezTo>
                      <a:cubicBezTo>
                        <a:pt x="283" y="374"/>
                        <a:pt x="283" y="374"/>
                        <a:pt x="288" y="372"/>
                      </a:cubicBezTo>
                      <a:cubicBezTo>
                        <a:pt x="288" y="372"/>
                        <a:pt x="288" y="372"/>
                        <a:pt x="293" y="377"/>
                      </a:cubicBezTo>
                      <a:cubicBezTo>
                        <a:pt x="293" y="377"/>
                        <a:pt x="293" y="377"/>
                        <a:pt x="297" y="384"/>
                      </a:cubicBezTo>
                      <a:cubicBezTo>
                        <a:pt x="297" y="384"/>
                        <a:pt x="297" y="384"/>
                        <a:pt x="298" y="389"/>
                      </a:cubicBezTo>
                      <a:cubicBezTo>
                        <a:pt x="298" y="389"/>
                        <a:pt x="298" y="389"/>
                        <a:pt x="298" y="392"/>
                      </a:cubicBezTo>
                      <a:cubicBezTo>
                        <a:pt x="298" y="392"/>
                        <a:pt x="298" y="392"/>
                        <a:pt x="291" y="396"/>
                      </a:cubicBezTo>
                      <a:cubicBezTo>
                        <a:pt x="291" y="396"/>
                        <a:pt x="291" y="396"/>
                        <a:pt x="292" y="399"/>
                      </a:cubicBezTo>
                      <a:cubicBezTo>
                        <a:pt x="292" y="399"/>
                        <a:pt x="292" y="399"/>
                        <a:pt x="299" y="400"/>
                      </a:cubicBezTo>
                      <a:cubicBezTo>
                        <a:pt x="299" y="400"/>
                        <a:pt x="299" y="400"/>
                        <a:pt x="303" y="404"/>
                      </a:cubicBezTo>
                      <a:cubicBezTo>
                        <a:pt x="303" y="404"/>
                        <a:pt x="303" y="404"/>
                        <a:pt x="309" y="402"/>
                      </a:cubicBezTo>
                      <a:cubicBezTo>
                        <a:pt x="309" y="402"/>
                        <a:pt x="309" y="402"/>
                        <a:pt x="314" y="404"/>
                      </a:cubicBezTo>
                      <a:cubicBezTo>
                        <a:pt x="314" y="404"/>
                        <a:pt x="314" y="404"/>
                        <a:pt x="319" y="401"/>
                      </a:cubicBezTo>
                      <a:cubicBezTo>
                        <a:pt x="319" y="401"/>
                        <a:pt x="319" y="401"/>
                        <a:pt x="321" y="404"/>
                      </a:cubicBezTo>
                      <a:cubicBezTo>
                        <a:pt x="321" y="404"/>
                        <a:pt x="321" y="404"/>
                        <a:pt x="318" y="408"/>
                      </a:cubicBezTo>
                      <a:cubicBezTo>
                        <a:pt x="318" y="408"/>
                        <a:pt x="318" y="408"/>
                        <a:pt x="324" y="407"/>
                      </a:cubicBezTo>
                      <a:cubicBezTo>
                        <a:pt x="324" y="407"/>
                        <a:pt x="324" y="407"/>
                        <a:pt x="326" y="408"/>
                      </a:cubicBezTo>
                      <a:cubicBezTo>
                        <a:pt x="326" y="408"/>
                        <a:pt x="326" y="408"/>
                        <a:pt x="324" y="425"/>
                      </a:cubicBezTo>
                      <a:cubicBezTo>
                        <a:pt x="324" y="425"/>
                        <a:pt x="324" y="425"/>
                        <a:pt x="324" y="432"/>
                      </a:cubicBezTo>
                      <a:cubicBezTo>
                        <a:pt x="324" y="432"/>
                        <a:pt x="324" y="432"/>
                        <a:pt x="328" y="433"/>
                      </a:cubicBezTo>
                      <a:cubicBezTo>
                        <a:pt x="328" y="433"/>
                        <a:pt x="328" y="433"/>
                        <a:pt x="330" y="431"/>
                      </a:cubicBezTo>
                      <a:cubicBezTo>
                        <a:pt x="330" y="431"/>
                        <a:pt x="330" y="431"/>
                        <a:pt x="331" y="428"/>
                      </a:cubicBezTo>
                      <a:cubicBezTo>
                        <a:pt x="331" y="428"/>
                        <a:pt x="331" y="428"/>
                        <a:pt x="334" y="429"/>
                      </a:cubicBezTo>
                      <a:cubicBezTo>
                        <a:pt x="334" y="429"/>
                        <a:pt x="334" y="429"/>
                        <a:pt x="336" y="433"/>
                      </a:cubicBezTo>
                      <a:cubicBezTo>
                        <a:pt x="336" y="433"/>
                        <a:pt x="336" y="433"/>
                        <a:pt x="336" y="443"/>
                      </a:cubicBezTo>
                      <a:cubicBezTo>
                        <a:pt x="336" y="443"/>
                        <a:pt x="336" y="443"/>
                        <a:pt x="335" y="448"/>
                      </a:cubicBezTo>
                      <a:cubicBezTo>
                        <a:pt x="335" y="448"/>
                        <a:pt x="335" y="448"/>
                        <a:pt x="339" y="450"/>
                      </a:cubicBezTo>
                      <a:cubicBezTo>
                        <a:pt x="339" y="450"/>
                        <a:pt x="339" y="450"/>
                        <a:pt x="344" y="450"/>
                      </a:cubicBezTo>
                      <a:cubicBezTo>
                        <a:pt x="344" y="450"/>
                        <a:pt x="344" y="450"/>
                        <a:pt x="348" y="452"/>
                      </a:cubicBezTo>
                      <a:cubicBezTo>
                        <a:pt x="348" y="452"/>
                        <a:pt x="348" y="452"/>
                        <a:pt x="353" y="456"/>
                      </a:cubicBezTo>
                      <a:cubicBezTo>
                        <a:pt x="353" y="456"/>
                        <a:pt x="353" y="456"/>
                        <a:pt x="357" y="457"/>
                      </a:cubicBezTo>
                      <a:cubicBezTo>
                        <a:pt x="357" y="457"/>
                        <a:pt x="357" y="457"/>
                        <a:pt x="356" y="467"/>
                      </a:cubicBezTo>
                      <a:cubicBezTo>
                        <a:pt x="356" y="467"/>
                        <a:pt x="356" y="467"/>
                        <a:pt x="356" y="472"/>
                      </a:cubicBezTo>
                      <a:cubicBezTo>
                        <a:pt x="356" y="472"/>
                        <a:pt x="356" y="472"/>
                        <a:pt x="352" y="473"/>
                      </a:cubicBezTo>
                      <a:cubicBezTo>
                        <a:pt x="352" y="473"/>
                        <a:pt x="352" y="473"/>
                        <a:pt x="354" y="478"/>
                      </a:cubicBezTo>
                      <a:cubicBezTo>
                        <a:pt x="354" y="478"/>
                        <a:pt x="354" y="478"/>
                        <a:pt x="351" y="482"/>
                      </a:cubicBezTo>
                      <a:cubicBezTo>
                        <a:pt x="351" y="482"/>
                        <a:pt x="351" y="482"/>
                        <a:pt x="353" y="483"/>
                      </a:cubicBezTo>
                      <a:cubicBezTo>
                        <a:pt x="353" y="483"/>
                        <a:pt x="353" y="483"/>
                        <a:pt x="356" y="482"/>
                      </a:cubicBezTo>
                      <a:cubicBezTo>
                        <a:pt x="356" y="482"/>
                        <a:pt x="356" y="482"/>
                        <a:pt x="361" y="485"/>
                      </a:cubicBezTo>
                      <a:cubicBezTo>
                        <a:pt x="361" y="485"/>
                        <a:pt x="361" y="485"/>
                        <a:pt x="364" y="483"/>
                      </a:cubicBezTo>
                      <a:cubicBezTo>
                        <a:pt x="364" y="483"/>
                        <a:pt x="364" y="483"/>
                        <a:pt x="369" y="485"/>
                      </a:cubicBezTo>
                      <a:cubicBezTo>
                        <a:pt x="369" y="485"/>
                        <a:pt x="369" y="485"/>
                        <a:pt x="372" y="485"/>
                      </a:cubicBezTo>
                      <a:cubicBezTo>
                        <a:pt x="372" y="485"/>
                        <a:pt x="372" y="485"/>
                        <a:pt x="377" y="489"/>
                      </a:cubicBezTo>
                      <a:cubicBezTo>
                        <a:pt x="377" y="489"/>
                        <a:pt x="377" y="489"/>
                        <a:pt x="381" y="492"/>
                      </a:cubicBezTo>
                      <a:cubicBezTo>
                        <a:pt x="381" y="492"/>
                        <a:pt x="381" y="492"/>
                        <a:pt x="383" y="496"/>
                      </a:cubicBezTo>
                      <a:cubicBezTo>
                        <a:pt x="383" y="496"/>
                        <a:pt x="383" y="496"/>
                        <a:pt x="385" y="499"/>
                      </a:cubicBezTo>
                      <a:cubicBezTo>
                        <a:pt x="385" y="499"/>
                        <a:pt x="385" y="499"/>
                        <a:pt x="390" y="496"/>
                      </a:cubicBezTo>
                      <a:cubicBezTo>
                        <a:pt x="390" y="496"/>
                        <a:pt x="390" y="496"/>
                        <a:pt x="394" y="494"/>
                      </a:cubicBezTo>
                      <a:cubicBezTo>
                        <a:pt x="394" y="494"/>
                        <a:pt x="394" y="494"/>
                        <a:pt x="398" y="496"/>
                      </a:cubicBezTo>
                      <a:cubicBezTo>
                        <a:pt x="398" y="496"/>
                        <a:pt x="398" y="496"/>
                        <a:pt x="399" y="501"/>
                      </a:cubicBezTo>
                      <a:cubicBezTo>
                        <a:pt x="399" y="501"/>
                        <a:pt x="399" y="501"/>
                        <a:pt x="395" y="505"/>
                      </a:cubicBezTo>
                      <a:cubicBezTo>
                        <a:pt x="395" y="505"/>
                        <a:pt x="395" y="505"/>
                        <a:pt x="395" y="509"/>
                      </a:cubicBezTo>
                      <a:cubicBezTo>
                        <a:pt x="395" y="509"/>
                        <a:pt x="395" y="509"/>
                        <a:pt x="392" y="513"/>
                      </a:cubicBezTo>
                      <a:cubicBezTo>
                        <a:pt x="392" y="513"/>
                        <a:pt x="392" y="513"/>
                        <a:pt x="392" y="516"/>
                      </a:cubicBezTo>
                      <a:cubicBezTo>
                        <a:pt x="392" y="516"/>
                        <a:pt x="392" y="516"/>
                        <a:pt x="386" y="519"/>
                      </a:cubicBezTo>
                      <a:cubicBezTo>
                        <a:pt x="386" y="519"/>
                        <a:pt x="386" y="519"/>
                        <a:pt x="384" y="528"/>
                      </a:cubicBezTo>
                      <a:cubicBezTo>
                        <a:pt x="384" y="528"/>
                        <a:pt x="384" y="528"/>
                        <a:pt x="379" y="531"/>
                      </a:cubicBezTo>
                      <a:cubicBezTo>
                        <a:pt x="379" y="531"/>
                        <a:pt x="379" y="531"/>
                        <a:pt x="376" y="535"/>
                      </a:cubicBezTo>
                      <a:cubicBezTo>
                        <a:pt x="376" y="535"/>
                        <a:pt x="376" y="535"/>
                        <a:pt x="376" y="542"/>
                      </a:cubicBezTo>
                      <a:cubicBezTo>
                        <a:pt x="432" y="535"/>
                        <a:pt x="432" y="535"/>
                        <a:pt x="432" y="535"/>
                      </a:cubicBezTo>
                      <a:cubicBezTo>
                        <a:pt x="453" y="535"/>
                        <a:pt x="453" y="535"/>
                        <a:pt x="453" y="535"/>
                      </a:cubicBezTo>
                      <a:cubicBezTo>
                        <a:pt x="453" y="492"/>
                        <a:pt x="453" y="492"/>
                        <a:pt x="453" y="492"/>
                      </a:cubicBezTo>
                      <a:cubicBezTo>
                        <a:pt x="442" y="481"/>
                        <a:pt x="442" y="481"/>
                        <a:pt x="442" y="481"/>
                      </a:cubicBezTo>
                      <a:cubicBezTo>
                        <a:pt x="442" y="470"/>
                        <a:pt x="442" y="470"/>
                        <a:pt x="442" y="470"/>
                      </a:cubicBezTo>
                      <a:cubicBezTo>
                        <a:pt x="486" y="470"/>
                        <a:pt x="486" y="470"/>
                        <a:pt x="486" y="470"/>
                      </a:cubicBezTo>
                      <a:cubicBezTo>
                        <a:pt x="496" y="460"/>
                        <a:pt x="496" y="460"/>
                        <a:pt x="496" y="460"/>
                      </a:cubicBezTo>
                      <a:cubicBezTo>
                        <a:pt x="496" y="417"/>
                        <a:pt x="496" y="417"/>
                        <a:pt x="496" y="417"/>
                      </a:cubicBezTo>
                      <a:lnTo>
                        <a:pt x="486" y="406"/>
                      </a:lnTo>
                      <a:close/>
                    </a:path>
                  </a:pathLst>
                </a:custGeom>
                <a:solidFill>
                  <a:schemeClr val="accent1"/>
                </a:solidFill>
                <a:ln w="3175" cap="flat" cmpd="sng">
                  <a:solidFill>
                    <a:schemeClr val="accent1"/>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bodyPr>
                <a:lstStyle/>
                <a:p>
                  <a:endParaRPr lang="en-GB" noProof="0">
                    <a:latin typeface="Arial"/>
                    <a:sym typeface="Arial"/>
                  </a:endParaRPr>
                </a:p>
              </p:txBody>
            </p:sp>
            <p:sp>
              <p:nvSpPr>
                <p:cNvPr id="457" name="Freeform 180" descr="© INSCALE GmbH, 05.05.2010&#10;http://www.presentationload.com/">
                  <a:extLst>
                    <a:ext uri="{FF2B5EF4-FFF2-40B4-BE49-F238E27FC236}">
                      <a16:creationId xmlns:a16="http://schemas.microsoft.com/office/drawing/2014/main" id="{44E8AA9F-FA3E-5A91-6B73-CB5FB76C79DB}"/>
                    </a:ext>
                  </a:extLst>
                </p:cNvPr>
                <p:cNvSpPr>
                  <a:spLocks noEditPoints="1"/>
                </p:cNvSpPr>
                <p:nvPr/>
              </p:nvSpPr>
              <p:spPr bwMode="gray">
                <a:xfrm>
                  <a:off x="2268" y="1436"/>
                  <a:ext cx="121" cy="122"/>
                </a:xfrm>
                <a:custGeom>
                  <a:avLst/>
                  <a:gdLst/>
                  <a:ahLst/>
                  <a:cxnLst>
                    <a:cxn ang="0">
                      <a:pos x="6" y="75"/>
                    </a:cxn>
                    <a:cxn ang="0">
                      <a:pos x="0" y="72"/>
                    </a:cxn>
                    <a:cxn ang="0">
                      <a:pos x="227" y="122"/>
                    </a:cxn>
                    <a:cxn ang="0">
                      <a:pos x="218" y="127"/>
                    </a:cxn>
                    <a:cxn ang="0">
                      <a:pos x="214" y="120"/>
                    </a:cxn>
                    <a:cxn ang="0">
                      <a:pos x="206" y="113"/>
                    </a:cxn>
                    <a:cxn ang="0">
                      <a:pos x="197" y="111"/>
                    </a:cxn>
                    <a:cxn ang="0">
                      <a:pos x="190" y="110"/>
                    </a:cxn>
                    <a:cxn ang="0">
                      <a:pos x="185" y="110"/>
                    </a:cxn>
                    <a:cxn ang="0">
                      <a:pos x="185" y="101"/>
                    </a:cxn>
                    <a:cxn ang="0">
                      <a:pos x="189" y="95"/>
                    </a:cxn>
                    <a:cxn ang="0">
                      <a:pos x="187" y="84"/>
                    </a:cxn>
                    <a:cxn ang="0">
                      <a:pos x="177" y="78"/>
                    </a:cxn>
                    <a:cxn ang="0">
                      <a:pos x="169" y="76"/>
                    </a:cxn>
                    <a:cxn ang="0">
                      <a:pos x="170" y="61"/>
                    </a:cxn>
                    <a:cxn ang="0">
                      <a:pos x="165" y="56"/>
                    </a:cxn>
                    <a:cxn ang="0">
                      <a:pos x="161" y="61"/>
                    </a:cxn>
                    <a:cxn ang="0">
                      <a:pos x="157" y="53"/>
                    </a:cxn>
                    <a:cxn ang="0">
                      <a:pos x="158" y="35"/>
                    </a:cxn>
                    <a:cxn ang="0">
                      <a:pos x="154" y="32"/>
                    </a:cxn>
                    <a:cxn ang="0">
                      <a:pos x="147" y="32"/>
                    </a:cxn>
                    <a:cxn ang="0">
                      <a:pos x="137" y="32"/>
                    </a:cxn>
                    <a:cxn ang="0">
                      <a:pos x="126" y="27"/>
                    </a:cxn>
                    <a:cxn ang="0">
                      <a:pos x="131" y="20"/>
                    </a:cxn>
                    <a:cxn ang="0">
                      <a:pos x="130" y="12"/>
                    </a:cxn>
                    <a:cxn ang="0">
                      <a:pos x="122" y="0"/>
                    </a:cxn>
                    <a:cxn ang="0">
                      <a:pos x="115" y="6"/>
                    </a:cxn>
                    <a:cxn ang="0">
                      <a:pos x="104" y="13"/>
                    </a:cxn>
                    <a:cxn ang="0">
                      <a:pos x="96" y="15"/>
                    </a:cxn>
                    <a:cxn ang="0">
                      <a:pos x="89" y="13"/>
                    </a:cxn>
                    <a:cxn ang="0">
                      <a:pos x="91" y="22"/>
                    </a:cxn>
                    <a:cxn ang="0">
                      <a:pos x="101" y="27"/>
                    </a:cxn>
                    <a:cxn ang="0">
                      <a:pos x="97" y="33"/>
                    </a:cxn>
                    <a:cxn ang="0">
                      <a:pos x="100" y="40"/>
                    </a:cxn>
                    <a:cxn ang="0">
                      <a:pos x="99" y="46"/>
                    </a:cxn>
                    <a:cxn ang="0">
                      <a:pos x="92" y="49"/>
                    </a:cxn>
                    <a:cxn ang="0">
                      <a:pos x="88" y="45"/>
                    </a:cxn>
                    <a:cxn ang="0">
                      <a:pos x="70" y="59"/>
                    </a:cxn>
                    <a:cxn ang="0">
                      <a:pos x="73" y="71"/>
                    </a:cxn>
                    <a:cxn ang="0">
                      <a:pos x="45" y="74"/>
                    </a:cxn>
                    <a:cxn ang="0">
                      <a:pos x="14" y="72"/>
                    </a:cxn>
                    <a:cxn ang="0">
                      <a:pos x="6" y="75"/>
                    </a:cxn>
                    <a:cxn ang="0">
                      <a:pos x="6" y="141"/>
                    </a:cxn>
                    <a:cxn ang="0">
                      <a:pos x="14" y="155"/>
                    </a:cxn>
                    <a:cxn ang="0">
                      <a:pos x="27" y="173"/>
                    </a:cxn>
                    <a:cxn ang="0">
                      <a:pos x="50" y="175"/>
                    </a:cxn>
                    <a:cxn ang="0">
                      <a:pos x="60" y="211"/>
                    </a:cxn>
                    <a:cxn ang="0">
                      <a:pos x="60" y="237"/>
                    </a:cxn>
                    <a:cxn ang="0">
                      <a:pos x="92" y="226"/>
                    </a:cxn>
                    <a:cxn ang="0">
                      <a:pos x="138" y="205"/>
                    </a:cxn>
                    <a:cxn ang="0">
                      <a:pos x="146" y="184"/>
                    </a:cxn>
                    <a:cxn ang="0">
                      <a:pos x="189" y="173"/>
                    </a:cxn>
                    <a:cxn ang="0">
                      <a:pos x="209" y="163"/>
                    </a:cxn>
                    <a:cxn ang="0">
                      <a:pos x="217" y="156"/>
                    </a:cxn>
                    <a:cxn ang="0">
                      <a:pos x="225" y="144"/>
                    </a:cxn>
                    <a:cxn ang="0">
                      <a:pos x="228" y="137"/>
                    </a:cxn>
                    <a:cxn ang="0">
                      <a:pos x="232" y="129"/>
                    </a:cxn>
                  </a:cxnLst>
                  <a:rect l="0" t="0" r="r" b="b"/>
                  <a:pathLst>
                    <a:path w="232" h="237">
                      <a:moveTo>
                        <a:pt x="0" y="72"/>
                      </a:moveTo>
                      <a:cubicBezTo>
                        <a:pt x="1" y="72"/>
                        <a:pt x="2" y="73"/>
                        <a:pt x="6" y="75"/>
                      </a:cubicBezTo>
                      <a:cubicBezTo>
                        <a:pt x="6" y="66"/>
                        <a:pt x="6" y="66"/>
                        <a:pt x="6" y="66"/>
                      </a:cubicBezTo>
                      <a:lnTo>
                        <a:pt x="0" y="72"/>
                      </a:lnTo>
                      <a:close/>
                      <a:moveTo>
                        <a:pt x="231" y="124"/>
                      </a:moveTo>
                      <a:cubicBezTo>
                        <a:pt x="227" y="122"/>
                        <a:pt x="227" y="122"/>
                        <a:pt x="227" y="122"/>
                      </a:cubicBezTo>
                      <a:cubicBezTo>
                        <a:pt x="223" y="124"/>
                        <a:pt x="223" y="124"/>
                        <a:pt x="223" y="124"/>
                      </a:cubicBezTo>
                      <a:cubicBezTo>
                        <a:pt x="218" y="127"/>
                        <a:pt x="218" y="127"/>
                        <a:pt x="218" y="127"/>
                      </a:cubicBezTo>
                      <a:cubicBezTo>
                        <a:pt x="216" y="124"/>
                        <a:pt x="216" y="124"/>
                        <a:pt x="216" y="124"/>
                      </a:cubicBezTo>
                      <a:cubicBezTo>
                        <a:pt x="214" y="120"/>
                        <a:pt x="214" y="120"/>
                        <a:pt x="214" y="120"/>
                      </a:cubicBezTo>
                      <a:cubicBezTo>
                        <a:pt x="210" y="117"/>
                        <a:pt x="210" y="117"/>
                        <a:pt x="210" y="117"/>
                      </a:cubicBezTo>
                      <a:cubicBezTo>
                        <a:pt x="206" y="113"/>
                        <a:pt x="206" y="113"/>
                        <a:pt x="206" y="113"/>
                      </a:cubicBezTo>
                      <a:cubicBezTo>
                        <a:pt x="202" y="113"/>
                        <a:pt x="202" y="113"/>
                        <a:pt x="202" y="113"/>
                      </a:cubicBezTo>
                      <a:cubicBezTo>
                        <a:pt x="197" y="111"/>
                        <a:pt x="197" y="111"/>
                        <a:pt x="197" y="111"/>
                      </a:cubicBezTo>
                      <a:cubicBezTo>
                        <a:pt x="195" y="113"/>
                        <a:pt x="195" y="113"/>
                        <a:pt x="195" y="113"/>
                      </a:cubicBezTo>
                      <a:cubicBezTo>
                        <a:pt x="190" y="110"/>
                        <a:pt x="190" y="110"/>
                        <a:pt x="190" y="110"/>
                      </a:cubicBezTo>
                      <a:cubicBezTo>
                        <a:pt x="186" y="111"/>
                        <a:pt x="186" y="111"/>
                        <a:pt x="186" y="111"/>
                      </a:cubicBezTo>
                      <a:cubicBezTo>
                        <a:pt x="185" y="110"/>
                        <a:pt x="185" y="110"/>
                        <a:pt x="185" y="110"/>
                      </a:cubicBezTo>
                      <a:cubicBezTo>
                        <a:pt x="187" y="106"/>
                        <a:pt x="187" y="106"/>
                        <a:pt x="187" y="106"/>
                      </a:cubicBezTo>
                      <a:cubicBezTo>
                        <a:pt x="185" y="101"/>
                        <a:pt x="185" y="101"/>
                        <a:pt x="185" y="101"/>
                      </a:cubicBezTo>
                      <a:cubicBezTo>
                        <a:pt x="189" y="100"/>
                        <a:pt x="189" y="100"/>
                        <a:pt x="189" y="100"/>
                      </a:cubicBezTo>
                      <a:cubicBezTo>
                        <a:pt x="189" y="95"/>
                        <a:pt x="189" y="95"/>
                        <a:pt x="189" y="95"/>
                      </a:cubicBezTo>
                      <a:cubicBezTo>
                        <a:pt x="191" y="85"/>
                        <a:pt x="191" y="85"/>
                        <a:pt x="191" y="85"/>
                      </a:cubicBezTo>
                      <a:cubicBezTo>
                        <a:pt x="187" y="84"/>
                        <a:pt x="187" y="84"/>
                        <a:pt x="187" y="84"/>
                      </a:cubicBezTo>
                      <a:cubicBezTo>
                        <a:pt x="182" y="80"/>
                        <a:pt x="182" y="80"/>
                        <a:pt x="182" y="80"/>
                      </a:cubicBezTo>
                      <a:cubicBezTo>
                        <a:pt x="177" y="78"/>
                        <a:pt x="177" y="78"/>
                        <a:pt x="177" y="78"/>
                      </a:cubicBezTo>
                      <a:cubicBezTo>
                        <a:pt x="172" y="78"/>
                        <a:pt x="172" y="78"/>
                        <a:pt x="172" y="78"/>
                      </a:cubicBezTo>
                      <a:cubicBezTo>
                        <a:pt x="169" y="76"/>
                        <a:pt x="169" y="76"/>
                        <a:pt x="169" y="76"/>
                      </a:cubicBezTo>
                      <a:cubicBezTo>
                        <a:pt x="169" y="71"/>
                        <a:pt x="169" y="71"/>
                        <a:pt x="169" y="71"/>
                      </a:cubicBezTo>
                      <a:cubicBezTo>
                        <a:pt x="170" y="61"/>
                        <a:pt x="170" y="61"/>
                        <a:pt x="170" y="61"/>
                      </a:cubicBezTo>
                      <a:cubicBezTo>
                        <a:pt x="167" y="57"/>
                        <a:pt x="167" y="57"/>
                        <a:pt x="167" y="57"/>
                      </a:cubicBezTo>
                      <a:cubicBezTo>
                        <a:pt x="165" y="56"/>
                        <a:pt x="165" y="56"/>
                        <a:pt x="165" y="56"/>
                      </a:cubicBezTo>
                      <a:cubicBezTo>
                        <a:pt x="163" y="59"/>
                        <a:pt x="163" y="59"/>
                        <a:pt x="163" y="59"/>
                      </a:cubicBezTo>
                      <a:cubicBezTo>
                        <a:pt x="161" y="61"/>
                        <a:pt x="161" y="61"/>
                        <a:pt x="161" y="61"/>
                      </a:cubicBezTo>
                      <a:cubicBezTo>
                        <a:pt x="158" y="60"/>
                        <a:pt x="158" y="60"/>
                        <a:pt x="158" y="60"/>
                      </a:cubicBezTo>
                      <a:cubicBezTo>
                        <a:pt x="157" y="53"/>
                        <a:pt x="157" y="53"/>
                        <a:pt x="157" y="53"/>
                      </a:cubicBezTo>
                      <a:cubicBezTo>
                        <a:pt x="159" y="36"/>
                        <a:pt x="159" y="36"/>
                        <a:pt x="159" y="36"/>
                      </a:cubicBezTo>
                      <a:cubicBezTo>
                        <a:pt x="158" y="35"/>
                        <a:pt x="158" y="35"/>
                        <a:pt x="158" y="35"/>
                      </a:cubicBezTo>
                      <a:cubicBezTo>
                        <a:pt x="151" y="36"/>
                        <a:pt x="151" y="36"/>
                        <a:pt x="151" y="36"/>
                      </a:cubicBezTo>
                      <a:cubicBezTo>
                        <a:pt x="154" y="32"/>
                        <a:pt x="154" y="32"/>
                        <a:pt x="154" y="32"/>
                      </a:cubicBezTo>
                      <a:cubicBezTo>
                        <a:pt x="152" y="29"/>
                        <a:pt x="152" y="29"/>
                        <a:pt x="152" y="29"/>
                      </a:cubicBezTo>
                      <a:cubicBezTo>
                        <a:pt x="147" y="32"/>
                        <a:pt x="147" y="32"/>
                        <a:pt x="147" y="32"/>
                      </a:cubicBezTo>
                      <a:cubicBezTo>
                        <a:pt x="142" y="30"/>
                        <a:pt x="142" y="30"/>
                        <a:pt x="142" y="30"/>
                      </a:cubicBezTo>
                      <a:cubicBezTo>
                        <a:pt x="137" y="32"/>
                        <a:pt x="137" y="32"/>
                        <a:pt x="137" y="32"/>
                      </a:cubicBezTo>
                      <a:cubicBezTo>
                        <a:pt x="132" y="28"/>
                        <a:pt x="132" y="28"/>
                        <a:pt x="132" y="28"/>
                      </a:cubicBezTo>
                      <a:cubicBezTo>
                        <a:pt x="126" y="27"/>
                        <a:pt x="126" y="27"/>
                        <a:pt x="126" y="27"/>
                      </a:cubicBezTo>
                      <a:cubicBezTo>
                        <a:pt x="125" y="24"/>
                        <a:pt x="125" y="24"/>
                        <a:pt x="125" y="24"/>
                      </a:cubicBezTo>
                      <a:cubicBezTo>
                        <a:pt x="131" y="20"/>
                        <a:pt x="131" y="20"/>
                        <a:pt x="131" y="20"/>
                      </a:cubicBezTo>
                      <a:cubicBezTo>
                        <a:pt x="131" y="17"/>
                        <a:pt x="131" y="17"/>
                        <a:pt x="131" y="17"/>
                      </a:cubicBezTo>
                      <a:cubicBezTo>
                        <a:pt x="130" y="12"/>
                        <a:pt x="130" y="12"/>
                        <a:pt x="130" y="12"/>
                      </a:cubicBezTo>
                      <a:cubicBezTo>
                        <a:pt x="126" y="5"/>
                        <a:pt x="126" y="5"/>
                        <a:pt x="126" y="5"/>
                      </a:cubicBezTo>
                      <a:cubicBezTo>
                        <a:pt x="122" y="0"/>
                        <a:pt x="122" y="0"/>
                        <a:pt x="122" y="0"/>
                      </a:cubicBezTo>
                      <a:cubicBezTo>
                        <a:pt x="116" y="2"/>
                        <a:pt x="116" y="2"/>
                        <a:pt x="116" y="2"/>
                      </a:cubicBezTo>
                      <a:cubicBezTo>
                        <a:pt x="115" y="6"/>
                        <a:pt x="115" y="6"/>
                        <a:pt x="115" y="6"/>
                      </a:cubicBezTo>
                      <a:cubicBezTo>
                        <a:pt x="112" y="8"/>
                        <a:pt x="112" y="8"/>
                        <a:pt x="112" y="8"/>
                      </a:cubicBezTo>
                      <a:cubicBezTo>
                        <a:pt x="104" y="13"/>
                        <a:pt x="104" y="13"/>
                        <a:pt x="104" y="13"/>
                      </a:cubicBezTo>
                      <a:cubicBezTo>
                        <a:pt x="100" y="16"/>
                        <a:pt x="100" y="16"/>
                        <a:pt x="100" y="16"/>
                      </a:cubicBezTo>
                      <a:cubicBezTo>
                        <a:pt x="96" y="15"/>
                        <a:pt x="96" y="15"/>
                        <a:pt x="96" y="15"/>
                      </a:cubicBezTo>
                      <a:cubicBezTo>
                        <a:pt x="92" y="17"/>
                        <a:pt x="92" y="17"/>
                        <a:pt x="92" y="17"/>
                      </a:cubicBezTo>
                      <a:cubicBezTo>
                        <a:pt x="89" y="13"/>
                        <a:pt x="89" y="13"/>
                        <a:pt x="89" y="13"/>
                      </a:cubicBezTo>
                      <a:cubicBezTo>
                        <a:pt x="88" y="16"/>
                        <a:pt x="88" y="16"/>
                        <a:pt x="88" y="16"/>
                      </a:cubicBezTo>
                      <a:cubicBezTo>
                        <a:pt x="91" y="22"/>
                        <a:pt x="91" y="22"/>
                        <a:pt x="91" y="22"/>
                      </a:cubicBezTo>
                      <a:cubicBezTo>
                        <a:pt x="99" y="24"/>
                        <a:pt x="99" y="24"/>
                        <a:pt x="99" y="24"/>
                      </a:cubicBezTo>
                      <a:cubicBezTo>
                        <a:pt x="101" y="27"/>
                        <a:pt x="101" y="27"/>
                        <a:pt x="101" y="27"/>
                      </a:cubicBezTo>
                      <a:cubicBezTo>
                        <a:pt x="97" y="30"/>
                        <a:pt x="97" y="30"/>
                        <a:pt x="97" y="30"/>
                      </a:cubicBezTo>
                      <a:cubicBezTo>
                        <a:pt x="97" y="33"/>
                        <a:pt x="97" y="33"/>
                        <a:pt x="97" y="33"/>
                      </a:cubicBezTo>
                      <a:cubicBezTo>
                        <a:pt x="101" y="35"/>
                        <a:pt x="101" y="35"/>
                        <a:pt x="101" y="35"/>
                      </a:cubicBezTo>
                      <a:cubicBezTo>
                        <a:pt x="100" y="40"/>
                        <a:pt x="100" y="40"/>
                        <a:pt x="100" y="40"/>
                      </a:cubicBezTo>
                      <a:cubicBezTo>
                        <a:pt x="97" y="42"/>
                        <a:pt x="97" y="42"/>
                        <a:pt x="97" y="42"/>
                      </a:cubicBezTo>
                      <a:cubicBezTo>
                        <a:pt x="99" y="46"/>
                        <a:pt x="99" y="46"/>
                        <a:pt x="99" y="46"/>
                      </a:cubicBezTo>
                      <a:cubicBezTo>
                        <a:pt x="96" y="47"/>
                        <a:pt x="96" y="47"/>
                        <a:pt x="96" y="47"/>
                      </a:cubicBezTo>
                      <a:cubicBezTo>
                        <a:pt x="92" y="49"/>
                        <a:pt x="92" y="49"/>
                        <a:pt x="92" y="49"/>
                      </a:cubicBezTo>
                      <a:cubicBezTo>
                        <a:pt x="91" y="44"/>
                        <a:pt x="91" y="44"/>
                        <a:pt x="91" y="44"/>
                      </a:cubicBezTo>
                      <a:cubicBezTo>
                        <a:pt x="88" y="45"/>
                        <a:pt x="88" y="45"/>
                        <a:pt x="88" y="45"/>
                      </a:cubicBezTo>
                      <a:cubicBezTo>
                        <a:pt x="78" y="53"/>
                        <a:pt x="78" y="53"/>
                        <a:pt x="78" y="53"/>
                      </a:cubicBezTo>
                      <a:cubicBezTo>
                        <a:pt x="70" y="59"/>
                        <a:pt x="70" y="59"/>
                        <a:pt x="70" y="59"/>
                      </a:cubicBezTo>
                      <a:cubicBezTo>
                        <a:pt x="72" y="65"/>
                        <a:pt x="72" y="65"/>
                        <a:pt x="72" y="65"/>
                      </a:cubicBezTo>
                      <a:cubicBezTo>
                        <a:pt x="73" y="71"/>
                        <a:pt x="73" y="71"/>
                        <a:pt x="73" y="71"/>
                      </a:cubicBezTo>
                      <a:cubicBezTo>
                        <a:pt x="63" y="74"/>
                        <a:pt x="63" y="74"/>
                        <a:pt x="63" y="74"/>
                      </a:cubicBezTo>
                      <a:cubicBezTo>
                        <a:pt x="45" y="74"/>
                        <a:pt x="45" y="74"/>
                        <a:pt x="45" y="74"/>
                      </a:cubicBezTo>
                      <a:cubicBezTo>
                        <a:pt x="32" y="75"/>
                        <a:pt x="32" y="75"/>
                        <a:pt x="32" y="75"/>
                      </a:cubicBezTo>
                      <a:cubicBezTo>
                        <a:pt x="14" y="72"/>
                        <a:pt x="14" y="72"/>
                        <a:pt x="14" y="72"/>
                      </a:cubicBezTo>
                      <a:cubicBezTo>
                        <a:pt x="9" y="77"/>
                        <a:pt x="9" y="77"/>
                        <a:pt x="9" y="77"/>
                      </a:cubicBezTo>
                      <a:cubicBezTo>
                        <a:pt x="8" y="76"/>
                        <a:pt x="7" y="76"/>
                        <a:pt x="6" y="75"/>
                      </a:cubicBezTo>
                      <a:cubicBezTo>
                        <a:pt x="6" y="116"/>
                        <a:pt x="6" y="116"/>
                        <a:pt x="6" y="116"/>
                      </a:cubicBezTo>
                      <a:cubicBezTo>
                        <a:pt x="6" y="141"/>
                        <a:pt x="6" y="141"/>
                        <a:pt x="6" y="141"/>
                      </a:cubicBezTo>
                      <a:cubicBezTo>
                        <a:pt x="14" y="153"/>
                        <a:pt x="14" y="153"/>
                        <a:pt x="14" y="153"/>
                      </a:cubicBezTo>
                      <a:cubicBezTo>
                        <a:pt x="14" y="154"/>
                        <a:pt x="14" y="155"/>
                        <a:pt x="14" y="155"/>
                      </a:cubicBezTo>
                      <a:cubicBezTo>
                        <a:pt x="14" y="155"/>
                        <a:pt x="15" y="155"/>
                        <a:pt x="16" y="156"/>
                      </a:cubicBezTo>
                      <a:cubicBezTo>
                        <a:pt x="27" y="173"/>
                        <a:pt x="27" y="173"/>
                        <a:pt x="27" y="173"/>
                      </a:cubicBezTo>
                      <a:cubicBezTo>
                        <a:pt x="48" y="173"/>
                        <a:pt x="48" y="173"/>
                        <a:pt x="48" y="173"/>
                      </a:cubicBezTo>
                      <a:cubicBezTo>
                        <a:pt x="48" y="173"/>
                        <a:pt x="49" y="174"/>
                        <a:pt x="50" y="175"/>
                      </a:cubicBezTo>
                      <a:cubicBezTo>
                        <a:pt x="59" y="201"/>
                        <a:pt x="59" y="201"/>
                        <a:pt x="59" y="201"/>
                      </a:cubicBezTo>
                      <a:cubicBezTo>
                        <a:pt x="59" y="205"/>
                        <a:pt x="60" y="208"/>
                        <a:pt x="60" y="211"/>
                      </a:cubicBezTo>
                      <a:cubicBezTo>
                        <a:pt x="60" y="229"/>
                        <a:pt x="60" y="229"/>
                        <a:pt x="60" y="229"/>
                      </a:cubicBezTo>
                      <a:cubicBezTo>
                        <a:pt x="60" y="237"/>
                        <a:pt x="60" y="237"/>
                        <a:pt x="60" y="237"/>
                      </a:cubicBezTo>
                      <a:cubicBezTo>
                        <a:pt x="76" y="232"/>
                        <a:pt x="76" y="232"/>
                        <a:pt x="76" y="232"/>
                      </a:cubicBezTo>
                      <a:cubicBezTo>
                        <a:pt x="92" y="226"/>
                        <a:pt x="92" y="226"/>
                        <a:pt x="92" y="226"/>
                      </a:cubicBezTo>
                      <a:cubicBezTo>
                        <a:pt x="103" y="205"/>
                        <a:pt x="103" y="205"/>
                        <a:pt x="103" y="205"/>
                      </a:cubicBezTo>
                      <a:cubicBezTo>
                        <a:pt x="138" y="205"/>
                        <a:pt x="138" y="205"/>
                        <a:pt x="138" y="205"/>
                      </a:cubicBezTo>
                      <a:cubicBezTo>
                        <a:pt x="146" y="205"/>
                        <a:pt x="146" y="205"/>
                        <a:pt x="146" y="205"/>
                      </a:cubicBezTo>
                      <a:cubicBezTo>
                        <a:pt x="146" y="184"/>
                        <a:pt x="146" y="184"/>
                        <a:pt x="146" y="184"/>
                      </a:cubicBezTo>
                      <a:cubicBezTo>
                        <a:pt x="178" y="184"/>
                        <a:pt x="178" y="184"/>
                        <a:pt x="178" y="184"/>
                      </a:cubicBezTo>
                      <a:cubicBezTo>
                        <a:pt x="189" y="173"/>
                        <a:pt x="189" y="173"/>
                        <a:pt x="189" y="173"/>
                      </a:cubicBezTo>
                      <a:cubicBezTo>
                        <a:pt x="210" y="170"/>
                        <a:pt x="210" y="170"/>
                        <a:pt x="210" y="170"/>
                      </a:cubicBezTo>
                      <a:cubicBezTo>
                        <a:pt x="209" y="163"/>
                        <a:pt x="209" y="163"/>
                        <a:pt x="209" y="163"/>
                      </a:cubicBezTo>
                      <a:cubicBezTo>
                        <a:pt x="213" y="159"/>
                        <a:pt x="213" y="159"/>
                        <a:pt x="213" y="159"/>
                      </a:cubicBezTo>
                      <a:cubicBezTo>
                        <a:pt x="217" y="156"/>
                        <a:pt x="217" y="156"/>
                        <a:pt x="217" y="156"/>
                      </a:cubicBezTo>
                      <a:cubicBezTo>
                        <a:pt x="219" y="147"/>
                        <a:pt x="219" y="147"/>
                        <a:pt x="219" y="147"/>
                      </a:cubicBezTo>
                      <a:cubicBezTo>
                        <a:pt x="225" y="144"/>
                        <a:pt x="225" y="144"/>
                        <a:pt x="225" y="144"/>
                      </a:cubicBezTo>
                      <a:cubicBezTo>
                        <a:pt x="225" y="141"/>
                        <a:pt x="225" y="141"/>
                        <a:pt x="225" y="141"/>
                      </a:cubicBezTo>
                      <a:cubicBezTo>
                        <a:pt x="228" y="137"/>
                        <a:pt x="228" y="137"/>
                        <a:pt x="228" y="137"/>
                      </a:cubicBezTo>
                      <a:cubicBezTo>
                        <a:pt x="229" y="133"/>
                        <a:pt x="229" y="133"/>
                        <a:pt x="229" y="133"/>
                      </a:cubicBezTo>
                      <a:cubicBezTo>
                        <a:pt x="232" y="129"/>
                        <a:pt x="232" y="129"/>
                        <a:pt x="232" y="129"/>
                      </a:cubicBezTo>
                      <a:cubicBezTo>
                        <a:pt x="231" y="124"/>
                        <a:pt x="231" y="124"/>
                        <a:pt x="231" y="124"/>
                      </a:cubicBezTo>
                      <a:close/>
                    </a:path>
                  </a:pathLst>
                </a:custGeom>
                <a:solidFill>
                  <a:schemeClr val="accent1"/>
                </a:solidFill>
                <a:ln w="3175" cap="flat" cmpd="sng">
                  <a:solidFill>
                    <a:schemeClr val="accent1"/>
                  </a:solidFill>
                  <a:prstDash val="solid"/>
                  <a:round/>
                  <a:headEnd type="none" w="med" len="med"/>
                  <a:tailEnd type="none" w="med" len="med"/>
                </a:ln>
                <a:effectLst/>
              </p:spPr>
              <p:txBody>
                <a:bodyPr vert="horz" wrap="square" lIns="91440" tIns="45720" rIns="91440" bIns="45720" numCol="1" anchor="t" anchorCtr="0" compatLnSpc="1">
                  <a:prstTxWarp prst="textNoShape">
                    <a:avLst/>
                  </a:prstTxWarp>
                </a:bodyPr>
                <a:lstStyle/>
                <a:p>
                  <a:endParaRPr lang="en-GB" noProof="0">
                    <a:latin typeface="Arial"/>
                    <a:sym typeface="Arial"/>
                  </a:endParaRPr>
                </a:p>
              </p:txBody>
            </p:sp>
          </p:grpSp>
        </p:grpSp>
      </p:grpSp>
      <p:sp>
        <p:nvSpPr>
          <p:cNvPr id="2" name="Titel 1">
            <a:extLst>
              <a:ext uri="{FF2B5EF4-FFF2-40B4-BE49-F238E27FC236}">
                <a16:creationId xmlns:a16="http://schemas.microsoft.com/office/drawing/2014/main" id="{393544DD-A303-E11F-31FD-FD038718BA76}"/>
              </a:ext>
            </a:extLst>
          </p:cNvPr>
          <p:cNvSpPr>
            <a:spLocks noGrp="1"/>
          </p:cNvSpPr>
          <p:nvPr>
            <p:ph type="title"/>
          </p:nvPr>
        </p:nvSpPr>
        <p:spPr>
          <a:xfrm>
            <a:off x="514800" y="540000"/>
            <a:ext cx="5579613" cy="817200"/>
          </a:xfrm>
        </p:spPr>
        <p:txBody>
          <a:bodyPr/>
          <a:lstStyle/>
          <a:p>
            <a:pPr>
              <a:lnSpc>
                <a:spcPct val="95000"/>
              </a:lnSpc>
            </a:pPr>
            <a:r>
              <a:rPr lang="en-GB" noProof="0" dirty="0"/>
              <a:t>Lorem ipsum </a:t>
            </a:r>
            <a:r>
              <a:rPr lang="en-GB" noProof="0" dirty="0" err="1"/>
              <a:t>dolor</a:t>
            </a:r>
            <a:r>
              <a:rPr lang="en-GB" noProof="0" dirty="0"/>
              <a:t> </a:t>
            </a:r>
            <a:br>
              <a:rPr lang="en-GB" noProof="0" dirty="0"/>
            </a:br>
            <a:r>
              <a:rPr lang="en-GB" noProof="0" dirty="0"/>
              <a:t>sit </a:t>
            </a:r>
            <a:r>
              <a:rPr lang="en-GB" noProof="0" dirty="0" err="1"/>
              <a:t>amet</a:t>
            </a:r>
            <a:r>
              <a:rPr lang="en-GB" noProof="0" dirty="0"/>
              <a:t>, </a:t>
            </a:r>
            <a:r>
              <a:rPr lang="en-GB" noProof="0" dirty="0" err="1"/>
              <a:t>sadipscing</a:t>
            </a:r>
            <a:endParaRPr lang="en-GB" noProof="0" dirty="0"/>
          </a:p>
        </p:txBody>
      </p:sp>
      <p:grpSp>
        <p:nvGrpSpPr>
          <p:cNvPr id="215" name="Gruppieren 214">
            <a:extLst>
              <a:ext uri="{FF2B5EF4-FFF2-40B4-BE49-F238E27FC236}">
                <a16:creationId xmlns:a16="http://schemas.microsoft.com/office/drawing/2014/main" id="{0BD12B2A-6CCB-4CEA-94F1-D3DD64EC46BA}"/>
              </a:ext>
            </a:extLst>
          </p:cNvPr>
          <p:cNvGrpSpPr/>
          <p:nvPr/>
        </p:nvGrpSpPr>
        <p:grpSpPr>
          <a:xfrm>
            <a:off x="8097230" y="490318"/>
            <a:ext cx="2482939" cy="2420705"/>
            <a:chOff x="8457777" y="700844"/>
            <a:chExt cx="2482939" cy="2420705"/>
          </a:xfrm>
        </p:grpSpPr>
        <p:graphicFrame>
          <p:nvGraphicFramePr>
            <p:cNvPr id="188" name="Diagramm 187">
              <a:extLst>
                <a:ext uri="{FF2B5EF4-FFF2-40B4-BE49-F238E27FC236}">
                  <a16:creationId xmlns:a16="http://schemas.microsoft.com/office/drawing/2014/main" id="{8B77EAA0-5BA7-0FC2-A192-81C9D98ED107}"/>
                </a:ext>
              </a:extLst>
            </p:cNvPr>
            <p:cNvGraphicFramePr/>
            <p:nvPr/>
          </p:nvGraphicFramePr>
          <p:xfrm>
            <a:off x="8457777" y="700844"/>
            <a:ext cx="1625689" cy="1083793"/>
          </p:xfrm>
          <a:graphic>
            <a:graphicData uri="http://schemas.openxmlformats.org/drawingml/2006/chart">
              <c:chart xmlns:c="http://schemas.openxmlformats.org/drawingml/2006/chart" xmlns:r="http://schemas.openxmlformats.org/officeDocument/2006/relationships" r:id="rId3"/>
            </a:graphicData>
          </a:graphic>
        </p:graphicFrame>
        <p:grpSp>
          <p:nvGrpSpPr>
            <p:cNvPr id="189" name="Group 4">
              <a:extLst>
                <a:ext uri="{FF2B5EF4-FFF2-40B4-BE49-F238E27FC236}">
                  <a16:creationId xmlns:a16="http://schemas.microsoft.com/office/drawing/2014/main" id="{03F928AA-0868-094F-4369-6C763D95D1D4}"/>
                </a:ext>
              </a:extLst>
            </p:cNvPr>
            <p:cNvGrpSpPr>
              <a:grpSpLocks noChangeAspect="1"/>
            </p:cNvGrpSpPr>
            <p:nvPr/>
          </p:nvGrpSpPr>
          <p:grpSpPr bwMode="auto">
            <a:xfrm>
              <a:off x="8498846" y="1010651"/>
              <a:ext cx="177410" cy="476921"/>
              <a:chOff x="5087" y="-142"/>
              <a:chExt cx="1607" cy="4320"/>
            </a:xfrm>
          </p:grpSpPr>
          <p:sp>
            <p:nvSpPr>
              <p:cNvPr id="190" name="AutoShape 3">
                <a:extLst>
                  <a:ext uri="{FF2B5EF4-FFF2-40B4-BE49-F238E27FC236}">
                    <a16:creationId xmlns:a16="http://schemas.microsoft.com/office/drawing/2014/main" id="{EC1086DB-CA81-8879-79D2-55341DE48223}"/>
                  </a:ext>
                </a:extLst>
              </p:cNvPr>
              <p:cNvSpPr>
                <a:spLocks noChangeAspect="1" noChangeArrowheads="1" noTextEdit="1"/>
              </p:cNvSpPr>
              <p:nvPr/>
            </p:nvSpPr>
            <p:spPr bwMode="auto">
              <a:xfrm>
                <a:off x="5087" y="-142"/>
                <a:ext cx="1607"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noProof="0"/>
              </a:p>
            </p:txBody>
          </p:sp>
          <p:sp>
            <p:nvSpPr>
              <p:cNvPr id="191" name="Freeform 5">
                <a:extLst>
                  <a:ext uri="{FF2B5EF4-FFF2-40B4-BE49-F238E27FC236}">
                    <a16:creationId xmlns:a16="http://schemas.microsoft.com/office/drawing/2014/main" id="{FD9088C3-B8FE-11C0-746B-D7C11CD071F7}"/>
                  </a:ext>
                </a:extLst>
              </p:cNvPr>
              <p:cNvSpPr>
                <a:spLocks/>
              </p:cNvSpPr>
              <p:nvPr/>
            </p:nvSpPr>
            <p:spPr bwMode="auto">
              <a:xfrm>
                <a:off x="5087" y="637"/>
                <a:ext cx="1607" cy="3541"/>
              </a:xfrm>
              <a:custGeom>
                <a:avLst/>
                <a:gdLst>
                  <a:gd name="T0" fmla="*/ 371 w 1607"/>
                  <a:gd name="T1" fmla="*/ 3383 h 3541"/>
                  <a:gd name="T2" fmla="*/ 400 w 1607"/>
                  <a:gd name="T3" fmla="*/ 3455 h 3541"/>
                  <a:gd name="T4" fmla="*/ 454 w 1607"/>
                  <a:gd name="T5" fmla="*/ 3507 h 3541"/>
                  <a:gd name="T6" fmla="*/ 524 w 1607"/>
                  <a:gd name="T7" fmla="*/ 3537 h 3541"/>
                  <a:gd name="T8" fmla="*/ 584 w 1607"/>
                  <a:gd name="T9" fmla="*/ 3541 h 3541"/>
                  <a:gd name="T10" fmla="*/ 659 w 1607"/>
                  <a:gd name="T11" fmla="*/ 3518 h 3541"/>
                  <a:gd name="T12" fmla="*/ 716 w 1607"/>
                  <a:gd name="T13" fmla="*/ 3469 h 3541"/>
                  <a:gd name="T14" fmla="*/ 752 w 1607"/>
                  <a:gd name="T15" fmla="*/ 3402 h 3541"/>
                  <a:gd name="T16" fmla="*/ 761 w 1607"/>
                  <a:gd name="T17" fmla="*/ 1686 h 3541"/>
                  <a:gd name="T18" fmla="*/ 850 w 1607"/>
                  <a:gd name="T19" fmla="*/ 3364 h 3541"/>
                  <a:gd name="T20" fmla="*/ 874 w 1607"/>
                  <a:gd name="T21" fmla="*/ 3437 h 3541"/>
                  <a:gd name="T22" fmla="*/ 922 w 1607"/>
                  <a:gd name="T23" fmla="*/ 3496 h 3541"/>
                  <a:gd name="T24" fmla="*/ 988 w 1607"/>
                  <a:gd name="T25" fmla="*/ 3532 h 3541"/>
                  <a:gd name="T26" fmla="*/ 1047 w 1607"/>
                  <a:gd name="T27" fmla="*/ 3541 h 3541"/>
                  <a:gd name="T28" fmla="*/ 1123 w 1607"/>
                  <a:gd name="T29" fmla="*/ 3526 h 3541"/>
                  <a:gd name="T30" fmla="*/ 1186 w 1607"/>
                  <a:gd name="T31" fmla="*/ 3484 h 3541"/>
                  <a:gd name="T32" fmla="*/ 1229 w 1607"/>
                  <a:gd name="T33" fmla="*/ 3421 h 3541"/>
                  <a:gd name="T34" fmla="*/ 1245 w 1607"/>
                  <a:gd name="T35" fmla="*/ 3344 h 3541"/>
                  <a:gd name="T36" fmla="*/ 1332 w 1607"/>
                  <a:gd name="T37" fmla="*/ 1539 h 3541"/>
                  <a:gd name="T38" fmla="*/ 1344 w 1607"/>
                  <a:gd name="T39" fmla="*/ 1609 h 3541"/>
                  <a:gd name="T40" fmla="*/ 1375 w 1607"/>
                  <a:gd name="T41" fmla="*/ 1659 h 3541"/>
                  <a:gd name="T42" fmla="*/ 1419 w 1607"/>
                  <a:gd name="T43" fmla="*/ 1688 h 3541"/>
                  <a:gd name="T44" fmla="*/ 1470 w 1607"/>
                  <a:gd name="T45" fmla="*/ 1698 h 3541"/>
                  <a:gd name="T46" fmla="*/ 1521 w 1607"/>
                  <a:gd name="T47" fmla="*/ 1688 h 3541"/>
                  <a:gd name="T48" fmla="*/ 1565 w 1607"/>
                  <a:gd name="T49" fmla="*/ 1659 h 3541"/>
                  <a:gd name="T50" fmla="*/ 1595 w 1607"/>
                  <a:gd name="T51" fmla="*/ 1609 h 3541"/>
                  <a:gd name="T52" fmla="*/ 1607 w 1607"/>
                  <a:gd name="T53" fmla="*/ 1539 h 3541"/>
                  <a:gd name="T54" fmla="*/ 1601 w 1607"/>
                  <a:gd name="T55" fmla="*/ 376 h 3541"/>
                  <a:gd name="T56" fmla="*/ 1568 w 1607"/>
                  <a:gd name="T57" fmla="*/ 251 h 3541"/>
                  <a:gd name="T58" fmla="*/ 1528 w 1607"/>
                  <a:gd name="T59" fmla="*/ 177 h 3541"/>
                  <a:gd name="T60" fmla="*/ 1477 w 1607"/>
                  <a:gd name="T61" fmla="*/ 112 h 3541"/>
                  <a:gd name="T62" fmla="*/ 1413 w 1607"/>
                  <a:gd name="T63" fmla="*/ 60 h 3541"/>
                  <a:gd name="T64" fmla="*/ 1335 w 1607"/>
                  <a:gd name="T65" fmla="*/ 22 h 3541"/>
                  <a:gd name="T66" fmla="*/ 1246 w 1607"/>
                  <a:gd name="T67" fmla="*/ 3 h 3541"/>
                  <a:gd name="T68" fmla="*/ 406 w 1607"/>
                  <a:gd name="T69" fmla="*/ 0 h 3541"/>
                  <a:gd name="T70" fmla="*/ 317 w 1607"/>
                  <a:gd name="T71" fmla="*/ 9 h 3541"/>
                  <a:gd name="T72" fmla="*/ 238 w 1607"/>
                  <a:gd name="T73" fmla="*/ 35 h 3541"/>
                  <a:gd name="T74" fmla="*/ 168 w 1607"/>
                  <a:gd name="T75" fmla="*/ 77 h 3541"/>
                  <a:gd name="T76" fmla="*/ 110 w 1607"/>
                  <a:gd name="T77" fmla="*/ 133 h 3541"/>
                  <a:gd name="T78" fmla="*/ 63 w 1607"/>
                  <a:gd name="T79" fmla="*/ 200 h 3541"/>
                  <a:gd name="T80" fmla="*/ 29 w 1607"/>
                  <a:gd name="T81" fmla="*/ 278 h 3541"/>
                  <a:gd name="T82" fmla="*/ 7 w 1607"/>
                  <a:gd name="T83" fmla="*/ 364 h 3541"/>
                  <a:gd name="T84" fmla="*/ 0 w 1607"/>
                  <a:gd name="T85" fmla="*/ 456 h 3541"/>
                  <a:gd name="T86" fmla="*/ 4 w 1607"/>
                  <a:gd name="T87" fmla="*/ 1575 h 3541"/>
                  <a:gd name="T88" fmla="*/ 26 w 1607"/>
                  <a:gd name="T89" fmla="*/ 1635 h 3541"/>
                  <a:gd name="T90" fmla="*/ 66 w 1607"/>
                  <a:gd name="T91" fmla="*/ 1675 h 3541"/>
                  <a:gd name="T92" fmla="*/ 114 w 1607"/>
                  <a:gd name="T93" fmla="*/ 1694 h 3541"/>
                  <a:gd name="T94" fmla="*/ 165 w 1607"/>
                  <a:gd name="T95" fmla="*/ 1694 h 3541"/>
                  <a:gd name="T96" fmla="*/ 215 w 1607"/>
                  <a:gd name="T97" fmla="*/ 1675 h 3541"/>
                  <a:gd name="T98" fmla="*/ 253 w 1607"/>
                  <a:gd name="T99" fmla="*/ 1635 h 3541"/>
                  <a:gd name="T100" fmla="*/ 275 w 1607"/>
                  <a:gd name="T101" fmla="*/ 1575 h 3541"/>
                  <a:gd name="T102" fmla="*/ 367 w 1607"/>
                  <a:gd name="T103" fmla="*/ 485 h 3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607" h="3541">
                    <a:moveTo>
                      <a:pt x="367" y="3344"/>
                    </a:moveTo>
                    <a:lnTo>
                      <a:pt x="367" y="3344"/>
                    </a:lnTo>
                    <a:lnTo>
                      <a:pt x="368" y="3364"/>
                    </a:lnTo>
                    <a:lnTo>
                      <a:pt x="371" y="3383"/>
                    </a:lnTo>
                    <a:lnTo>
                      <a:pt x="375" y="3402"/>
                    </a:lnTo>
                    <a:lnTo>
                      <a:pt x="383" y="3421"/>
                    </a:lnTo>
                    <a:lnTo>
                      <a:pt x="390" y="3437"/>
                    </a:lnTo>
                    <a:lnTo>
                      <a:pt x="400" y="3455"/>
                    </a:lnTo>
                    <a:lnTo>
                      <a:pt x="412" y="3469"/>
                    </a:lnTo>
                    <a:lnTo>
                      <a:pt x="425" y="3484"/>
                    </a:lnTo>
                    <a:lnTo>
                      <a:pt x="438" y="3496"/>
                    </a:lnTo>
                    <a:lnTo>
                      <a:pt x="454" y="3507"/>
                    </a:lnTo>
                    <a:lnTo>
                      <a:pt x="470" y="3518"/>
                    </a:lnTo>
                    <a:lnTo>
                      <a:pt x="486" y="3526"/>
                    </a:lnTo>
                    <a:lnTo>
                      <a:pt x="505" y="3532"/>
                    </a:lnTo>
                    <a:lnTo>
                      <a:pt x="524" y="3537"/>
                    </a:lnTo>
                    <a:lnTo>
                      <a:pt x="543" y="3541"/>
                    </a:lnTo>
                    <a:lnTo>
                      <a:pt x="564" y="3541"/>
                    </a:lnTo>
                    <a:lnTo>
                      <a:pt x="564" y="3541"/>
                    </a:lnTo>
                    <a:lnTo>
                      <a:pt x="584" y="3541"/>
                    </a:lnTo>
                    <a:lnTo>
                      <a:pt x="603" y="3537"/>
                    </a:lnTo>
                    <a:lnTo>
                      <a:pt x="622" y="3532"/>
                    </a:lnTo>
                    <a:lnTo>
                      <a:pt x="641" y="3526"/>
                    </a:lnTo>
                    <a:lnTo>
                      <a:pt x="659" y="3518"/>
                    </a:lnTo>
                    <a:lnTo>
                      <a:pt x="675" y="3507"/>
                    </a:lnTo>
                    <a:lnTo>
                      <a:pt x="690" y="3496"/>
                    </a:lnTo>
                    <a:lnTo>
                      <a:pt x="704" y="3484"/>
                    </a:lnTo>
                    <a:lnTo>
                      <a:pt x="716" y="3469"/>
                    </a:lnTo>
                    <a:lnTo>
                      <a:pt x="728" y="3455"/>
                    </a:lnTo>
                    <a:lnTo>
                      <a:pt x="738" y="3437"/>
                    </a:lnTo>
                    <a:lnTo>
                      <a:pt x="747" y="3421"/>
                    </a:lnTo>
                    <a:lnTo>
                      <a:pt x="752" y="3402"/>
                    </a:lnTo>
                    <a:lnTo>
                      <a:pt x="758" y="3383"/>
                    </a:lnTo>
                    <a:lnTo>
                      <a:pt x="761" y="3364"/>
                    </a:lnTo>
                    <a:lnTo>
                      <a:pt x="761" y="3344"/>
                    </a:lnTo>
                    <a:lnTo>
                      <a:pt x="761" y="1686"/>
                    </a:lnTo>
                    <a:lnTo>
                      <a:pt x="850" y="1686"/>
                    </a:lnTo>
                    <a:lnTo>
                      <a:pt x="849" y="3344"/>
                    </a:lnTo>
                    <a:lnTo>
                      <a:pt x="849" y="3344"/>
                    </a:lnTo>
                    <a:lnTo>
                      <a:pt x="850" y="3364"/>
                    </a:lnTo>
                    <a:lnTo>
                      <a:pt x="853" y="3383"/>
                    </a:lnTo>
                    <a:lnTo>
                      <a:pt x="858" y="3402"/>
                    </a:lnTo>
                    <a:lnTo>
                      <a:pt x="865" y="3421"/>
                    </a:lnTo>
                    <a:lnTo>
                      <a:pt x="874" y="3437"/>
                    </a:lnTo>
                    <a:lnTo>
                      <a:pt x="882" y="3455"/>
                    </a:lnTo>
                    <a:lnTo>
                      <a:pt x="894" y="3469"/>
                    </a:lnTo>
                    <a:lnTo>
                      <a:pt x="907" y="3484"/>
                    </a:lnTo>
                    <a:lnTo>
                      <a:pt x="922" y="3496"/>
                    </a:lnTo>
                    <a:lnTo>
                      <a:pt x="936" y="3507"/>
                    </a:lnTo>
                    <a:lnTo>
                      <a:pt x="953" y="3518"/>
                    </a:lnTo>
                    <a:lnTo>
                      <a:pt x="970" y="3526"/>
                    </a:lnTo>
                    <a:lnTo>
                      <a:pt x="988" y="3532"/>
                    </a:lnTo>
                    <a:lnTo>
                      <a:pt x="1007" y="3537"/>
                    </a:lnTo>
                    <a:lnTo>
                      <a:pt x="1027" y="3541"/>
                    </a:lnTo>
                    <a:lnTo>
                      <a:pt x="1047" y="3541"/>
                    </a:lnTo>
                    <a:lnTo>
                      <a:pt x="1047" y="3541"/>
                    </a:lnTo>
                    <a:lnTo>
                      <a:pt x="1066" y="3541"/>
                    </a:lnTo>
                    <a:lnTo>
                      <a:pt x="1087" y="3537"/>
                    </a:lnTo>
                    <a:lnTo>
                      <a:pt x="1106" y="3532"/>
                    </a:lnTo>
                    <a:lnTo>
                      <a:pt x="1123" y="3526"/>
                    </a:lnTo>
                    <a:lnTo>
                      <a:pt x="1141" y="3518"/>
                    </a:lnTo>
                    <a:lnTo>
                      <a:pt x="1157" y="3507"/>
                    </a:lnTo>
                    <a:lnTo>
                      <a:pt x="1173" y="3496"/>
                    </a:lnTo>
                    <a:lnTo>
                      <a:pt x="1186" y="3484"/>
                    </a:lnTo>
                    <a:lnTo>
                      <a:pt x="1199" y="3469"/>
                    </a:lnTo>
                    <a:lnTo>
                      <a:pt x="1211" y="3455"/>
                    </a:lnTo>
                    <a:lnTo>
                      <a:pt x="1220" y="3437"/>
                    </a:lnTo>
                    <a:lnTo>
                      <a:pt x="1229" y="3421"/>
                    </a:lnTo>
                    <a:lnTo>
                      <a:pt x="1236" y="3402"/>
                    </a:lnTo>
                    <a:lnTo>
                      <a:pt x="1240" y="3383"/>
                    </a:lnTo>
                    <a:lnTo>
                      <a:pt x="1243" y="3364"/>
                    </a:lnTo>
                    <a:lnTo>
                      <a:pt x="1245" y="3344"/>
                    </a:lnTo>
                    <a:lnTo>
                      <a:pt x="1245" y="485"/>
                    </a:lnTo>
                    <a:lnTo>
                      <a:pt x="1332" y="485"/>
                    </a:lnTo>
                    <a:lnTo>
                      <a:pt x="1332" y="1539"/>
                    </a:lnTo>
                    <a:lnTo>
                      <a:pt x="1332" y="1539"/>
                    </a:lnTo>
                    <a:lnTo>
                      <a:pt x="1332" y="1558"/>
                    </a:lnTo>
                    <a:lnTo>
                      <a:pt x="1335" y="1575"/>
                    </a:lnTo>
                    <a:lnTo>
                      <a:pt x="1338" y="1593"/>
                    </a:lnTo>
                    <a:lnTo>
                      <a:pt x="1344" y="1609"/>
                    </a:lnTo>
                    <a:lnTo>
                      <a:pt x="1350" y="1622"/>
                    </a:lnTo>
                    <a:lnTo>
                      <a:pt x="1357" y="1635"/>
                    </a:lnTo>
                    <a:lnTo>
                      <a:pt x="1366" y="1647"/>
                    </a:lnTo>
                    <a:lnTo>
                      <a:pt x="1375" y="1659"/>
                    </a:lnTo>
                    <a:lnTo>
                      <a:pt x="1385" y="1667"/>
                    </a:lnTo>
                    <a:lnTo>
                      <a:pt x="1395" y="1675"/>
                    </a:lnTo>
                    <a:lnTo>
                      <a:pt x="1407" y="1682"/>
                    </a:lnTo>
                    <a:lnTo>
                      <a:pt x="1419" y="1688"/>
                    </a:lnTo>
                    <a:lnTo>
                      <a:pt x="1432" y="1692"/>
                    </a:lnTo>
                    <a:lnTo>
                      <a:pt x="1443" y="1695"/>
                    </a:lnTo>
                    <a:lnTo>
                      <a:pt x="1457" y="1697"/>
                    </a:lnTo>
                    <a:lnTo>
                      <a:pt x="1470" y="1698"/>
                    </a:lnTo>
                    <a:lnTo>
                      <a:pt x="1483" y="1697"/>
                    </a:lnTo>
                    <a:lnTo>
                      <a:pt x="1496" y="1695"/>
                    </a:lnTo>
                    <a:lnTo>
                      <a:pt x="1508" y="1692"/>
                    </a:lnTo>
                    <a:lnTo>
                      <a:pt x="1521" y="1688"/>
                    </a:lnTo>
                    <a:lnTo>
                      <a:pt x="1532" y="1682"/>
                    </a:lnTo>
                    <a:lnTo>
                      <a:pt x="1544" y="1675"/>
                    </a:lnTo>
                    <a:lnTo>
                      <a:pt x="1554" y="1667"/>
                    </a:lnTo>
                    <a:lnTo>
                      <a:pt x="1565" y="1659"/>
                    </a:lnTo>
                    <a:lnTo>
                      <a:pt x="1573" y="1647"/>
                    </a:lnTo>
                    <a:lnTo>
                      <a:pt x="1582" y="1635"/>
                    </a:lnTo>
                    <a:lnTo>
                      <a:pt x="1589" y="1622"/>
                    </a:lnTo>
                    <a:lnTo>
                      <a:pt x="1595" y="1609"/>
                    </a:lnTo>
                    <a:lnTo>
                      <a:pt x="1601" y="1593"/>
                    </a:lnTo>
                    <a:lnTo>
                      <a:pt x="1604" y="1575"/>
                    </a:lnTo>
                    <a:lnTo>
                      <a:pt x="1607" y="1558"/>
                    </a:lnTo>
                    <a:lnTo>
                      <a:pt x="1607" y="1539"/>
                    </a:lnTo>
                    <a:lnTo>
                      <a:pt x="1607" y="463"/>
                    </a:lnTo>
                    <a:lnTo>
                      <a:pt x="1607" y="463"/>
                    </a:lnTo>
                    <a:lnTo>
                      <a:pt x="1606" y="419"/>
                    </a:lnTo>
                    <a:lnTo>
                      <a:pt x="1601" y="376"/>
                    </a:lnTo>
                    <a:lnTo>
                      <a:pt x="1592" y="333"/>
                    </a:lnTo>
                    <a:lnTo>
                      <a:pt x="1582" y="292"/>
                    </a:lnTo>
                    <a:lnTo>
                      <a:pt x="1575" y="272"/>
                    </a:lnTo>
                    <a:lnTo>
                      <a:pt x="1568" y="251"/>
                    </a:lnTo>
                    <a:lnTo>
                      <a:pt x="1559" y="232"/>
                    </a:lnTo>
                    <a:lnTo>
                      <a:pt x="1550" y="213"/>
                    </a:lnTo>
                    <a:lnTo>
                      <a:pt x="1540" y="196"/>
                    </a:lnTo>
                    <a:lnTo>
                      <a:pt x="1528" y="177"/>
                    </a:lnTo>
                    <a:lnTo>
                      <a:pt x="1516" y="161"/>
                    </a:lnTo>
                    <a:lnTo>
                      <a:pt x="1505" y="143"/>
                    </a:lnTo>
                    <a:lnTo>
                      <a:pt x="1492" y="127"/>
                    </a:lnTo>
                    <a:lnTo>
                      <a:pt x="1477" y="112"/>
                    </a:lnTo>
                    <a:lnTo>
                      <a:pt x="1462" y="98"/>
                    </a:lnTo>
                    <a:lnTo>
                      <a:pt x="1446" y="85"/>
                    </a:lnTo>
                    <a:lnTo>
                      <a:pt x="1430" y="72"/>
                    </a:lnTo>
                    <a:lnTo>
                      <a:pt x="1413" y="60"/>
                    </a:lnTo>
                    <a:lnTo>
                      <a:pt x="1395" y="50"/>
                    </a:lnTo>
                    <a:lnTo>
                      <a:pt x="1376" y="39"/>
                    </a:lnTo>
                    <a:lnTo>
                      <a:pt x="1356" y="31"/>
                    </a:lnTo>
                    <a:lnTo>
                      <a:pt x="1335" y="22"/>
                    </a:lnTo>
                    <a:lnTo>
                      <a:pt x="1315" y="16"/>
                    </a:lnTo>
                    <a:lnTo>
                      <a:pt x="1293" y="10"/>
                    </a:lnTo>
                    <a:lnTo>
                      <a:pt x="1270" y="6"/>
                    </a:lnTo>
                    <a:lnTo>
                      <a:pt x="1246" y="3"/>
                    </a:lnTo>
                    <a:lnTo>
                      <a:pt x="1221" y="0"/>
                    </a:lnTo>
                    <a:lnTo>
                      <a:pt x="1196" y="0"/>
                    </a:lnTo>
                    <a:lnTo>
                      <a:pt x="406" y="0"/>
                    </a:lnTo>
                    <a:lnTo>
                      <a:pt x="406" y="0"/>
                    </a:lnTo>
                    <a:lnTo>
                      <a:pt x="383" y="0"/>
                    </a:lnTo>
                    <a:lnTo>
                      <a:pt x="361" y="1"/>
                    </a:lnTo>
                    <a:lnTo>
                      <a:pt x="339" y="4"/>
                    </a:lnTo>
                    <a:lnTo>
                      <a:pt x="317" y="9"/>
                    </a:lnTo>
                    <a:lnTo>
                      <a:pt x="297" y="13"/>
                    </a:lnTo>
                    <a:lnTo>
                      <a:pt x="276" y="20"/>
                    </a:lnTo>
                    <a:lnTo>
                      <a:pt x="257" y="26"/>
                    </a:lnTo>
                    <a:lnTo>
                      <a:pt x="238" y="35"/>
                    </a:lnTo>
                    <a:lnTo>
                      <a:pt x="219" y="44"/>
                    </a:lnTo>
                    <a:lnTo>
                      <a:pt x="202" y="54"/>
                    </a:lnTo>
                    <a:lnTo>
                      <a:pt x="184" y="66"/>
                    </a:lnTo>
                    <a:lnTo>
                      <a:pt x="168" y="77"/>
                    </a:lnTo>
                    <a:lnTo>
                      <a:pt x="153" y="89"/>
                    </a:lnTo>
                    <a:lnTo>
                      <a:pt x="137" y="104"/>
                    </a:lnTo>
                    <a:lnTo>
                      <a:pt x="124" y="117"/>
                    </a:lnTo>
                    <a:lnTo>
                      <a:pt x="110" y="133"/>
                    </a:lnTo>
                    <a:lnTo>
                      <a:pt x="98" y="149"/>
                    </a:lnTo>
                    <a:lnTo>
                      <a:pt x="85" y="165"/>
                    </a:lnTo>
                    <a:lnTo>
                      <a:pt x="75" y="183"/>
                    </a:lnTo>
                    <a:lnTo>
                      <a:pt x="63" y="200"/>
                    </a:lnTo>
                    <a:lnTo>
                      <a:pt x="54" y="219"/>
                    </a:lnTo>
                    <a:lnTo>
                      <a:pt x="44" y="238"/>
                    </a:lnTo>
                    <a:lnTo>
                      <a:pt x="37" y="257"/>
                    </a:lnTo>
                    <a:lnTo>
                      <a:pt x="29" y="278"/>
                    </a:lnTo>
                    <a:lnTo>
                      <a:pt x="22" y="300"/>
                    </a:lnTo>
                    <a:lnTo>
                      <a:pt x="16" y="320"/>
                    </a:lnTo>
                    <a:lnTo>
                      <a:pt x="12" y="342"/>
                    </a:lnTo>
                    <a:lnTo>
                      <a:pt x="7" y="364"/>
                    </a:lnTo>
                    <a:lnTo>
                      <a:pt x="4" y="387"/>
                    </a:lnTo>
                    <a:lnTo>
                      <a:pt x="3" y="409"/>
                    </a:lnTo>
                    <a:lnTo>
                      <a:pt x="1" y="433"/>
                    </a:lnTo>
                    <a:lnTo>
                      <a:pt x="0" y="456"/>
                    </a:lnTo>
                    <a:lnTo>
                      <a:pt x="0" y="1539"/>
                    </a:lnTo>
                    <a:lnTo>
                      <a:pt x="0" y="1539"/>
                    </a:lnTo>
                    <a:lnTo>
                      <a:pt x="1" y="1558"/>
                    </a:lnTo>
                    <a:lnTo>
                      <a:pt x="4" y="1575"/>
                    </a:lnTo>
                    <a:lnTo>
                      <a:pt x="7" y="1593"/>
                    </a:lnTo>
                    <a:lnTo>
                      <a:pt x="13" y="1608"/>
                    </a:lnTo>
                    <a:lnTo>
                      <a:pt x="19" y="1622"/>
                    </a:lnTo>
                    <a:lnTo>
                      <a:pt x="26" y="1635"/>
                    </a:lnTo>
                    <a:lnTo>
                      <a:pt x="35" y="1647"/>
                    </a:lnTo>
                    <a:lnTo>
                      <a:pt x="44" y="1657"/>
                    </a:lnTo>
                    <a:lnTo>
                      <a:pt x="54" y="1666"/>
                    </a:lnTo>
                    <a:lnTo>
                      <a:pt x="66" y="1675"/>
                    </a:lnTo>
                    <a:lnTo>
                      <a:pt x="76" y="1681"/>
                    </a:lnTo>
                    <a:lnTo>
                      <a:pt x="89" y="1686"/>
                    </a:lnTo>
                    <a:lnTo>
                      <a:pt x="101" y="1691"/>
                    </a:lnTo>
                    <a:lnTo>
                      <a:pt x="114" y="1694"/>
                    </a:lnTo>
                    <a:lnTo>
                      <a:pt x="127" y="1697"/>
                    </a:lnTo>
                    <a:lnTo>
                      <a:pt x="140" y="1697"/>
                    </a:lnTo>
                    <a:lnTo>
                      <a:pt x="152" y="1697"/>
                    </a:lnTo>
                    <a:lnTo>
                      <a:pt x="165" y="1694"/>
                    </a:lnTo>
                    <a:lnTo>
                      <a:pt x="178" y="1691"/>
                    </a:lnTo>
                    <a:lnTo>
                      <a:pt x="190" y="1686"/>
                    </a:lnTo>
                    <a:lnTo>
                      <a:pt x="203" y="1681"/>
                    </a:lnTo>
                    <a:lnTo>
                      <a:pt x="215" y="1675"/>
                    </a:lnTo>
                    <a:lnTo>
                      <a:pt x="225" y="1666"/>
                    </a:lnTo>
                    <a:lnTo>
                      <a:pt x="235" y="1657"/>
                    </a:lnTo>
                    <a:lnTo>
                      <a:pt x="244" y="1647"/>
                    </a:lnTo>
                    <a:lnTo>
                      <a:pt x="253" y="1635"/>
                    </a:lnTo>
                    <a:lnTo>
                      <a:pt x="260" y="1622"/>
                    </a:lnTo>
                    <a:lnTo>
                      <a:pt x="266" y="1608"/>
                    </a:lnTo>
                    <a:lnTo>
                      <a:pt x="272" y="1593"/>
                    </a:lnTo>
                    <a:lnTo>
                      <a:pt x="275" y="1575"/>
                    </a:lnTo>
                    <a:lnTo>
                      <a:pt x="278" y="1558"/>
                    </a:lnTo>
                    <a:lnTo>
                      <a:pt x="279" y="1539"/>
                    </a:lnTo>
                    <a:lnTo>
                      <a:pt x="279" y="485"/>
                    </a:lnTo>
                    <a:lnTo>
                      <a:pt x="367" y="485"/>
                    </a:lnTo>
                    <a:lnTo>
                      <a:pt x="367" y="33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a:p>
            </p:txBody>
          </p:sp>
          <p:sp>
            <p:nvSpPr>
              <p:cNvPr id="192" name="Freeform 6">
                <a:extLst>
                  <a:ext uri="{FF2B5EF4-FFF2-40B4-BE49-F238E27FC236}">
                    <a16:creationId xmlns:a16="http://schemas.microsoft.com/office/drawing/2014/main" id="{C180FDC6-D6BF-F5B6-91E0-6AE593B10B74}"/>
                  </a:ext>
                </a:extLst>
              </p:cNvPr>
              <p:cNvSpPr>
                <a:spLocks/>
              </p:cNvSpPr>
              <p:nvPr/>
            </p:nvSpPr>
            <p:spPr bwMode="auto">
              <a:xfrm>
                <a:off x="5518" y="-142"/>
                <a:ext cx="704" cy="704"/>
              </a:xfrm>
              <a:custGeom>
                <a:avLst/>
                <a:gdLst>
                  <a:gd name="T0" fmla="*/ 352 w 704"/>
                  <a:gd name="T1" fmla="*/ 0 h 704"/>
                  <a:gd name="T2" fmla="*/ 389 w 704"/>
                  <a:gd name="T3" fmla="*/ 1 h 704"/>
                  <a:gd name="T4" fmla="*/ 424 w 704"/>
                  <a:gd name="T5" fmla="*/ 7 h 704"/>
                  <a:gd name="T6" fmla="*/ 489 w 704"/>
                  <a:gd name="T7" fmla="*/ 28 h 704"/>
                  <a:gd name="T8" fmla="*/ 549 w 704"/>
                  <a:gd name="T9" fmla="*/ 60 h 704"/>
                  <a:gd name="T10" fmla="*/ 602 w 704"/>
                  <a:gd name="T11" fmla="*/ 104 h 704"/>
                  <a:gd name="T12" fmla="*/ 644 w 704"/>
                  <a:gd name="T13" fmla="*/ 155 h 704"/>
                  <a:gd name="T14" fmla="*/ 676 w 704"/>
                  <a:gd name="T15" fmla="*/ 215 h 704"/>
                  <a:gd name="T16" fmla="*/ 697 w 704"/>
                  <a:gd name="T17" fmla="*/ 282 h 704"/>
                  <a:gd name="T18" fmla="*/ 703 w 704"/>
                  <a:gd name="T19" fmla="*/ 317 h 704"/>
                  <a:gd name="T20" fmla="*/ 704 w 704"/>
                  <a:gd name="T21" fmla="*/ 352 h 704"/>
                  <a:gd name="T22" fmla="*/ 704 w 704"/>
                  <a:gd name="T23" fmla="*/ 371 h 704"/>
                  <a:gd name="T24" fmla="*/ 700 w 704"/>
                  <a:gd name="T25" fmla="*/ 406 h 704"/>
                  <a:gd name="T26" fmla="*/ 688 w 704"/>
                  <a:gd name="T27" fmla="*/ 457 h 704"/>
                  <a:gd name="T28" fmla="*/ 662 w 704"/>
                  <a:gd name="T29" fmla="*/ 520 h 704"/>
                  <a:gd name="T30" fmla="*/ 624 w 704"/>
                  <a:gd name="T31" fmla="*/ 577 h 704"/>
                  <a:gd name="T32" fmla="*/ 576 w 704"/>
                  <a:gd name="T33" fmla="*/ 624 h 704"/>
                  <a:gd name="T34" fmla="*/ 520 w 704"/>
                  <a:gd name="T35" fmla="*/ 662 h 704"/>
                  <a:gd name="T36" fmla="*/ 457 w 704"/>
                  <a:gd name="T37" fmla="*/ 690 h 704"/>
                  <a:gd name="T38" fmla="*/ 406 w 704"/>
                  <a:gd name="T39" fmla="*/ 701 h 704"/>
                  <a:gd name="T40" fmla="*/ 370 w 704"/>
                  <a:gd name="T41" fmla="*/ 704 h 704"/>
                  <a:gd name="T42" fmla="*/ 352 w 704"/>
                  <a:gd name="T43" fmla="*/ 704 h 704"/>
                  <a:gd name="T44" fmla="*/ 316 w 704"/>
                  <a:gd name="T45" fmla="*/ 703 h 704"/>
                  <a:gd name="T46" fmla="*/ 280 w 704"/>
                  <a:gd name="T47" fmla="*/ 699 h 704"/>
                  <a:gd name="T48" fmla="*/ 215 w 704"/>
                  <a:gd name="T49" fmla="*/ 677 h 704"/>
                  <a:gd name="T50" fmla="*/ 155 w 704"/>
                  <a:gd name="T51" fmla="*/ 644 h 704"/>
                  <a:gd name="T52" fmla="*/ 102 w 704"/>
                  <a:gd name="T53" fmla="*/ 602 h 704"/>
                  <a:gd name="T54" fmla="*/ 60 w 704"/>
                  <a:gd name="T55" fmla="*/ 549 h 704"/>
                  <a:gd name="T56" fmla="*/ 28 w 704"/>
                  <a:gd name="T57" fmla="*/ 490 h 704"/>
                  <a:gd name="T58" fmla="*/ 7 w 704"/>
                  <a:gd name="T59" fmla="*/ 424 h 704"/>
                  <a:gd name="T60" fmla="*/ 1 w 704"/>
                  <a:gd name="T61" fmla="*/ 389 h 704"/>
                  <a:gd name="T62" fmla="*/ 0 w 704"/>
                  <a:gd name="T63" fmla="*/ 352 h 704"/>
                  <a:gd name="T64" fmla="*/ 0 w 704"/>
                  <a:gd name="T65" fmla="*/ 335 h 704"/>
                  <a:gd name="T66" fmla="*/ 4 w 704"/>
                  <a:gd name="T67" fmla="*/ 298 h 704"/>
                  <a:gd name="T68" fmla="*/ 16 w 704"/>
                  <a:gd name="T69" fmla="*/ 247 h 704"/>
                  <a:gd name="T70" fmla="*/ 42 w 704"/>
                  <a:gd name="T71" fmla="*/ 184 h 704"/>
                  <a:gd name="T72" fmla="*/ 80 w 704"/>
                  <a:gd name="T73" fmla="*/ 129 h 704"/>
                  <a:gd name="T74" fmla="*/ 129 w 704"/>
                  <a:gd name="T75" fmla="*/ 80 h 704"/>
                  <a:gd name="T76" fmla="*/ 184 w 704"/>
                  <a:gd name="T77" fmla="*/ 42 h 704"/>
                  <a:gd name="T78" fmla="*/ 247 w 704"/>
                  <a:gd name="T79" fmla="*/ 16 h 704"/>
                  <a:gd name="T80" fmla="*/ 298 w 704"/>
                  <a:gd name="T81" fmla="*/ 4 h 704"/>
                  <a:gd name="T82" fmla="*/ 335 w 704"/>
                  <a:gd name="T83" fmla="*/ 0 h 704"/>
                  <a:gd name="T84" fmla="*/ 352 w 704"/>
                  <a:gd name="T85" fmla="*/ 0 h 7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04" h="704">
                    <a:moveTo>
                      <a:pt x="352" y="0"/>
                    </a:moveTo>
                    <a:lnTo>
                      <a:pt x="352" y="0"/>
                    </a:lnTo>
                    <a:lnTo>
                      <a:pt x="370" y="0"/>
                    </a:lnTo>
                    <a:lnTo>
                      <a:pt x="389" y="1"/>
                    </a:lnTo>
                    <a:lnTo>
                      <a:pt x="406" y="4"/>
                    </a:lnTo>
                    <a:lnTo>
                      <a:pt x="424" y="7"/>
                    </a:lnTo>
                    <a:lnTo>
                      <a:pt x="457" y="16"/>
                    </a:lnTo>
                    <a:lnTo>
                      <a:pt x="489" y="28"/>
                    </a:lnTo>
                    <a:lnTo>
                      <a:pt x="520" y="42"/>
                    </a:lnTo>
                    <a:lnTo>
                      <a:pt x="549" y="60"/>
                    </a:lnTo>
                    <a:lnTo>
                      <a:pt x="576" y="80"/>
                    </a:lnTo>
                    <a:lnTo>
                      <a:pt x="602" y="104"/>
                    </a:lnTo>
                    <a:lnTo>
                      <a:pt x="624" y="129"/>
                    </a:lnTo>
                    <a:lnTo>
                      <a:pt x="644" y="155"/>
                    </a:lnTo>
                    <a:lnTo>
                      <a:pt x="662" y="184"/>
                    </a:lnTo>
                    <a:lnTo>
                      <a:pt x="676" y="215"/>
                    </a:lnTo>
                    <a:lnTo>
                      <a:pt x="688" y="247"/>
                    </a:lnTo>
                    <a:lnTo>
                      <a:pt x="697" y="282"/>
                    </a:lnTo>
                    <a:lnTo>
                      <a:pt x="700" y="298"/>
                    </a:lnTo>
                    <a:lnTo>
                      <a:pt x="703" y="317"/>
                    </a:lnTo>
                    <a:lnTo>
                      <a:pt x="704" y="335"/>
                    </a:lnTo>
                    <a:lnTo>
                      <a:pt x="704" y="352"/>
                    </a:lnTo>
                    <a:lnTo>
                      <a:pt x="704" y="352"/>
                    </a:lnTo>
                    <a:lnTo>
                      <a:pt x="704" y="371"/>
                    </a:lnTo>
                    <a:lnTo>
                      <a:pt x="703" y="389"/>
                    </a:lnTo>
                    <a:lnTo>
                      <a:pt x="700" y="406"/>
                    </a:lnTo>
                    <a:lnTo>
                      <a:pt x="697" y="424"/>
                    </a:lnTo>
                    <a:lnTo>
                      <a:pt x="688" y="457"/>
                    </a:lnTo>
                    <a:lnTo>
                      <a:pt x="676" y="490"/>
                    </a:lnTo>
                    <a:lnTo>
                      <a:pt x="662" y="520"/>
                    </a:lnTo>
                    <a:lnTo>
                      <a:pt x="644" y="549"/>
                    </a:lnTo>
                    <a:lnTo>
                      <a:pt x="624" y="577"/>
                    </a:lnTo>
                    <a:lnTo>
                      <a:pt x="602" y="602"/>
                    </a:lnTo>
                    <a:lnTo>
                      <a:pt x="576" y="624"/>
                    </a:lnTo>
                    <a:lnTo>
                      <a:pt x="549" y="644"/>
                    </a:lnTo>
                    <a:lnTo>
                      <a:pt x="520" y="662"/>
                    </a:lnTo>
                    <a:lnTo>
                      <a:pt x="489" y="677"/>
                    </a:lnTo>
                    <a:lnTo>
                      <a:pt x="457" y="690"/>
                    </a:lnTo>
                    <a:lnTo>
                      <a:pt x="424" y="699"/>
                    </a:lnTo>
                    <a:lnTo>
                      <a:pt x="406" y="701"/>
                    </a:lnTo>
                    <a:lnTo>
                      <a:pt x="389" y="703"/>
                    </a:lnTo>
                    <a:lnTo>
                      <a:pt x="370" y="704"/>
                    </a:lnTo>
                    <a:lnTo>
                      <a:pt x="352" y="704"/>
                    </a:lnTo>
                    <a:lnTo>
                      <a:pt x="352" y="704"/>
                    </a:lnTo>
                    <a:lnTo>
                      <a:pt x="335" y="704"/>
                    </a:lnTo>
                    <a:lnTo>
                      <a:pt x="316" y="703"/>
                    </a:lnTo>
                    <a:lnTo>
                      <a:pt x="298" y="701"/>
                    </a:lnTo>
                    <a:lnTo>
                      <a:pt x="280" y="699"/>
                    </a:lnTo>
                    <a:lnTo>
                      <a:pt x="247" y="690"/>
                    </a:lnTo>
                    <a:lnTo>
                      <a:pt x="215" y="677"/>
                    </a:lnTo>
                    <a:lnTo>
                      <a:pt x="184" y="662"/>
                    </a:lnTo>
                    <a:lnTo>
                      <a:pt x="155" y="644"/>
                    </a:lnTo>
                    <a:lnTo>
                      <a:pt x="129" y="624"/>
                    </a:lnTo>
                    <a:lnTo>
                      <a:pt x="102" y="602"/>
                    </a:lnTo>
                    <a:lnTo>
                      <a:pt x="80" y="577"/>
                    </a:lnTo>
                    <a:lnTo>
                      <a:pt x="60" y="549"/>
                    </a:lnTo>
                    <a:lnTo>
                      <a:pt x="42" y="520"/>
                    </a:lnTo>
                    <a:lnTo>
                      <a:pt x="28" y="490"/>
                    </a:lnTo>
                    <a:lnTo>
                      <a:pt x="16" y="457"/>
                    </a:lnTo>
                    <a:lnTo>
                      <a:pt x="7" y="424"/>
                    </a:lnTo>
                    <a:lnTo>
                      <a:pt x="4" y="406"/>
                    </a:lnTo>
                    <a:lnTo>
                      <a:pt x="1" y="389"/>
                    </a:lnTo>
                    <a:lnTo>
                      <a:pt x="0" y="371"/>
                    </a:lnTo>
                    <a:lnTo>
                      <a:pt x="0" y="352"/>
                    </a:lnTo>
                    <a:lnTo>
                      <a:pt x="0" y="352"/>
                    </a:lnTo>
                    <a:lnTo>
                      <a:pt x="0" y="335"/>
                    </a:lnTo>
                    <a:lnTo>
                      <a:pt x="1" y="317"/>
                    </a:lnTo>
                    <a:lnTo>
                      <a:pt x="4" y="298"/>
                    </a:lnTo>
                    <a:lnTo>
                      <a:pt x="7" y="282"/>
                    </a:lnTo>
                    <a:lnTo>
                      <a:pt x="16" y="247"/>
                    </a:lnTo>
                    <a:lnTo>
                      <a:pt x="28" y="215"/>
                    </a:lnTo>
                    <a:lnTo>
                      <a:pt x="42" y="184"/>
                    </a:lnTo>
                    <a:lnTo>
                      <a:pt x="60" y="155"/>
                    </a:lnTo>
                    <a:lnTo>
                      <a:pt x="80" y="129"/>
                    </a:lnTo>
                    <a:lnTo>
                      <a:pt x="102" y="104"/>
                    </a:lnTo>
                    <a:lnTo>
                      <a:pt x="129" y="80"/>
                    </a:lnTo>
                    <a:lnTo>
                      <a:pt x="155" y="60"/>
                    </a:lnTo>
                    <a:lnTo>
                      <a:pt x="184" y="42"/>
                    </a:lnTo>
                    <a:lnTo>
                      <a:pt x="215" y="28"/>
                    </a:lnTo>
                    <a:lnTo>
                      <a:pt x="247" y="16"/>
                    </a:lnTo>
                    <a:lnTo>
                      <a:pt x="280" y="7"/>
                    </a:lnTo>
                    <a:lnTo>
                      <a:pt x="298" y="4"/>
                    </a:lnTo>
                    <a:lnTo>
                      <a:pt x="316" y="1"/>
                    </a:lnTo>
                    <a:lnTo>
                      <a:pt x="335" y="0"/>
                    </a:lnTo>
                    <a:lnTo>
                      <a:pt x="352" y="0"/>
                    </a:lnTo>
                    <a:lnTo>
                      <a:pt x="352"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a:p>
            </p:txBody>
          </p:sp>
        </p:grpSp>
        <p:grpSp>
          <p:nvGrpSpPr>
            <p:cNvPr id="193" name="Group 9">
              <a:extLst>
                <a:ext uri="{FF2B5EF4-FFF2-40B4-BE49-F238E27FC236}">
                  <a16:creationId xmlns:a16="http://schemas.microsoft.com/office/drawing/2014/main" id="{4D8F28FC-16E3-F6A1-30B3-9D9256180348}"/>
                </a:ext>
              </a:extLst>
            </p:cNvPr>
            <p:cNvGrpSpPr>
              <a:grpSpLocks noChangeAspect="1"/>
            </p:cNvGrpSpPr>
            <p:nvPr/>
          </p:nvGrpSpPr>
          <p:grpSpPr bwMode="auto">
            <a:xfrm>
              <a:off x="9827655" y="1010651"/>
              <a:ext cx="218699" cy="476921"/>
              <a:chOff x="2849" y="0"/>
              <a:chExt cx="1981" cy="4320"/>
            </a:xfrm>
          </p:grpSpPr>
          <p:sp>
            <p:nvSpPr>
              <p:cNvPr id="194" name="Freeform 10">
                <a:extLst>
                  <a:ext uri="{FF2B5EF4-FFF2-40B4-BE49-F238E27FC236}">
                    <a16:creationId xmlns:a16="http://schemas.microsoft.com/office/drawing/2014/main" id="{4B2BACE1-5670-7775-B45B-BF68FCF7072F}"/>
                  </a:ext>
                </a:extLst>
              </p:cNvPr>
              <p:cNvSpPr>
                <a:spLocks/>
              </p:cNvSpPr>
              <p:nvPr/>
            </p:nvSpPr>
            <p:spPr bwMode="auto">
              <a:xfrm>
                <a:off x="2849" y="779"/>
                <a:ext cx="1981" cy="3541"/>
              </a:xfrm>
              <a:custGeom>
                <a:avLst/>
                <a:gdLst>
                  <a:gd name="T0" fmla="*/ 1331 w 1981"/>
                  <a:gd name="T1" fmla="*/ 3 h 3541"/>
                  <a:gd name="T2" fmla="*/ 1409 w 1981"/>
                  <a:gd name="T3" fmla="*/ 20 h 3541"/>
                  <a:gd name="T4" fmla="*/ 1476 w 1981"/>
                  <a:gd name="T5" fmla="*/ 51 h 3541"/>
                  <a:gd name="T6" fmla="*/ 1555 w 1981"/>
                  <a:gd name="T7" fmla="*/ 117 h 3541"/>
                  <a:gd name="T8" fmla="*/ 1628 w 1981"/>
                  <a:gd name="T9" fmla="*/ 219 h 3541"/>
                  <a:gd name="T10" fmla="*/ 1669 w 1981"/>
                  <a:gd name="T11" fmla="*/ 315 h 3541"/>
                  <a:gd name="T12" fmla="*/ 1980 w 1981"/>
                  <a:gd name="T13" fmla="*/ 1348 h 3541"/>
                  <a:gd name="T14" fmla="*/ 1974 w 1981"/>
                  <a:gd name="T15" fmla="*/ 1415 h 3541"/>
                  <a:gd name="T16" fmla="*/ 1947 w 1981"/>
                  <a:gd name="T17" fmla="*/ 1468 h 3541"/>
                  <a:gd name="T18" fmla="*/ 1906 w 1981"/>
                  <a:gd name="T19" fmla="*/ 1503 h 3541"/>
                  <a:gd name="T20" fmla="*/ 1855 w 1981"/>
                  <a:gd name="T21" fmla="*/ 1520 h 3541"/>
                  <a:gd name="T22" fmla="*/ 1801 w 1981"/>
                  <a:gd name="T23" fmla="*/ 1517 h 3541"/>
                  <a:gd name="T24" fmla="*/ 1750 w 1981"/>
                  <a:gd name="T25" fmla="*/ 1490 h 3541"/>
                  <a:gd name="T26" fmla="*/ 1710 w 1981"/>
                  <a:gd name="T27" fmla="*/ 1439 h 3541"/>
                  <a:gd name="T28" fmla="*/ 1344 w 1981"/>
                  <a:gd name="T29" fmla="*/ 491 h 3541"/>
                  <a:gd name="T30" fmla="*/ 1381 w 1981"/>
                  <a:gd name="T31" fmla="*/ 3379 h 3541"/>
                  <a:gd name="T32" fmla="*/ 1367 w 1981"/>
                  <a:gd name="T33" fmla="*/ 3450 h 3541"/>
                  <a:gd name="T34" fmla="*/ 1330 w 1981"/>
                  <a:gd name="T35" fmla="*/ 3501 h 3541"/>
                  <a:gd name="T36" fmla="*/ 1279 w 1981"/>
                  <a:gd name="T37" fmla="*/ 3531 h 3541"/>
                  <a:gd name="T38" fmla="*/ 1219 w 1981"/>
                  <a:gd name="T39" fmla="*/ 3541 h 3541"/>
                  <a:gd name="T40" fmla="*/ 1159 w 1981"/>
                  <a:gd name="T41" fmla="*/ 3531 h 3541"/>
                  <a:gd name="T42" fmla="*/ 1107 w 1981"/>
                  <a:gd name="T43" fmla="*/ 3501 h 3541"/>
                  <a:gd name="T44" fmla="*/ 1070 w 1981"/>
                  <a:gd name="T45" fmla="*/ 3450 h 3541"/>
                  <a:gd name="T46" fmla="*/ 1056 w 1981"/>
                  <a:gd name="T47" fmla="*/ 3379 h 3541"/>
                  <a:gd name="T48" fmla="*/ 924 w 1981"/>
                  <a:gd name="T49" fmla="*/ 3378 h 3541"/>
                  <a:gd name="T50" fmla="*/ 911 w 1981"/>
                  <a:gd name="T51" fmla="*/ 3450 h 3541"/>
                  <a:gd name="T52" fmla="*/ 873 w 1981"/>
                  <a:gd name="T53" fmla="*/ 3500 h 3541"/>
                  <a:gd name="T54" fmla="*/ 822 w 1981"/>
                  <a:gd name="T55" fmla="*/ 3531 h 3541"/>
                  <a:gd name="T56" fmla="*/ 762 w 1981"/>
                  <a:gd name="T57" fmla="*/ 3541 h 3541"/>
                  <a:gd name="T58" fmla="*/ 701 w 1981"/>
                  <a:gd name="T59" fmla="*/ 3531 h 3541"/>
                  <a:gd name="T60" fmla="*/ 650 w 1981"/>
                  <a:gd name="T61" fmla="*/ 3500 h 3541"/>
                  <a:gd name="T62" fmla="*/ 613 w 1981"/>
                  <a:gd name="T63" fmla="*/ 3450 h 3541"/>
                  <a:gd name="T64" fmla="*/ 599 w 1981"/>
                  <a:gd name="T65" fmla="*/ 3378 h 3541"/>
                  <a:gd name="T66" fmla="*/ 558 w 1981"/>
                  <a:gd name="T67" fmla="*/ 491 h 3541"/>
                  <a:gd name="T68" fmla="*/ 271 w 1981"/>
                  <a:gd name="T69" fmla="*/ 1441 h 3541"/>
                  <a:gd name="T70" fmla="*/ 230 w 1981"/>
                  <a:gd name="T71" fmla="*/ 1490 h 3541"/>
                  <a:gd name="T72" fmla="*/ 180 w 1981"/>
                  <a:gd name="T73" fmla="*/ 1516 h 3541"/>
                  <a:gd name="T74" fmla="*/ 125 w 1981"/>
                  <a:gd name="T75" fmla="*/ 1520 h 3541"/>
                  <a:gd name="T76" fmla="*/ 74 w 1981"/>
                  <a:gd name="T77" fmla="*/ 1503 h 3541"/>
                  <a:gd name="T78" fmla="*/ 33 w 1981"/>
                  <a:gd name="T79" fmla="*/ 1468 h 3541"/>
                  <a:gd name="T80" fmla="*/ 6 w 1981"/>
                  <a:gd name="T81" fmla="*/ 1416 h 3541"/>
                  <a:gd name="T82" fmla="*/ 1 w 1981"/>
                  <a:gd name="T83" fmla="*/ 1348 h 3541"/>
                  <a:gd name="T84" fmla="*/ 311 w 1981"/>
                  <a:gd name="T85" fmla="*/ 315 h 3541"/>
                  <a:gd name="T86" fmla="*/ 349 w 1981"/>
                  <a:gd name="T87" fmla="*/ 219 h 3541"/>
                  <a:gd name="T88" fmla="*/ 420 w 1981"/>
                  <a:gd name="T89" fmla="*/ 115 h 3541"/>
                  <a:gd name="T90" fmla="*/ 500 w 1981"/>
                  <a:gd name="T91" fmla="*/ 51 h 3541"/>
                  <a:gd name="T92" fmla="*/ 566 w 1981"/>
                  <a:gd name="T93" fmla="*/ 20 h 3541"/>
                  <a:gd name="T94" fmla="*/ 646 w 1981"/>
                  <a:gd name="T95" fmla="*/ 3 h 3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81" h="3541">
                    <a:moveTo>
                      <a:pt x="1286" y="0"/>
                    </a:moveTo>
                    <a:lnTo>
                      <a:pt x="1286" y="0"/>
                    </a:lnTo>
                    <a:lnTo>
                      <a:pt x="1308" y="2"/>
                    </a:lnTo>
                    <a:lnTo>
                      <a:pt x="1331" y="3"/>
                    </a:lnTo>
                    <a:lnTo>
                      <a:pt x="1351" y="6"/>
                    </a:lnTo>
                    <a:lnTo>
                      <a:pt x="1372" y="10"/>
                    </a:lnTo>
                    <a:lnTo>
                      <a:pt x="1391" y="14"/>
                    </a:lnTo>
                    <a:lnTo>
                      <a:pt x="1409" y="20"/>
                    </a:lnTo>
                    <a:lnTo>
                      <a:pt x="1428" y="27"/>
                    </a:lnTo>
                    <a:lnTo>
                      <a:pt x="1445" y="34"/>
                    </a:lnTo>
                    <a:lnTo>
                      <a:pt x="1460" y="43"/>
                    </a:lnTo>
                    <a:lnTo>
                      <a:pt x="1476" y="51"/>
                    </a:lnTo>
                    <a:lnTo>
                      <a:pt x="1491" y="61"/>
                    </a:lnTo>
                    <a:lnTo>
                      <a:pt x="1506" y="71"/>
                    </a:lnTo>
                    <a:lnTo>
                      <a:pt x="1533" y="92"/>
                    </a:lnTo>
                    <a:lnTo>
                      <a:pt x="1555" y="117"/>
                    </a:lnTo>
                    <a:lnTo>
                      <a:pt x="1578" y="141"/>
                    </a:lnTo>
                    <a:lnTo>
                      <a:pt x="1596" y="166"/>
                    </a:lnTo>
                    <a:lnTo>
                      <a:pt x="1613" y="193"/>
                    </a:lnTo>
                    <a:lnTo>
                      <a:pt x="1628" y="219"/>
                    </a:lnTo>
                    <a:lnTo>
                      <a:pt x="1642" y="244"/>
                    </a:lnTo>
                    <a:lnTo>
                      <a:pt x="1652" y="270"/>
                    </a:lnTo>
                    <a:lnTo>
                      <a:pt x="1662" y="294"/>
                    </a:lnTo>
                    <a:lnTo>
                      <a:pt x="1669" y="315"/>
                    </a:lnTo>
                    <a:lnTo>
                      <a:pt x="1971" y="1310"/>
                    </a:lnTo>
                    <a:lnTo>
                      <a:pt x="1971" y="1310"/>
                    </a:lnTo>
                    <a:lnTo>
                      <a:pt x="1977" y="1328"/>
                    </a:lnTo>
                    <a:lnTo>
                      <a:pt x="1980" y="1348"/>
                    </a:lnTo>
                    <a:lnTo>
                      <a:pt x="1981" y="1365"/>
                    </a:lnTo>
                    <a:lnTo>
                      <a:pt x="1980" y="1384"/>
                    </a:lnTo>
                    <a:lnTo>
                      <a:pt x="1978" y="1399"/>
                    </a:lnTo>
                    <a:lnTo>
                      <a:pt x="1974" y="1415"/>
                    </a:lnTo>
                    <a:lnTo>
                      <a:pt x="1970" y="1429"/>
                    </a:lnTo>
                    <a:lnTo>
                      <a:pt x="1963" y="1443"/>
                    </a:lnTo>
                    <a:lnTo>
                      <a:pt x="1955" y="1456"/>
                    </a:lnTo>
                    <a:lnTo>
                      <a:pt x="1947" y="1468"/>
                    </a:lnTo>
                    <a:lnTo>
                      <a:pt x="1938" y="1479"/>
                    </a:lnTo>
                    <a:lnTo>
                      <a:pt x="1928" y="1487"/>
                    </a:lnTo>
                    <a:lnTo>
                      <a:pt x="1917" y="1496"/>
                    </a:lnTo>
                    <a:lnTo>
                      <a:pt x="1906" y="1503"/>
                    </a:lnTo>
                    <a:lnTo>
                      <a:pt x="1893" y="1510"/>
                    </a:lnTo>
                    <a:lnTo>
                      <a:pt x="1880" y="1514"/>
                    </a:lnTo>
                    <a:lnTo>
                      <a:pt x="1867" y="1519"/>
                    </a:lnTo>
                    <a:lnTo>
                      <a:pt x="1855" y="1520"/>
                    </a:lnTo>
                    <a:lnTo>
                      <a:pt x="1841" y="1521"/>
                    </a:lnTo>
                    <a:lnTo>
                      <a:pt x="1828" y="1521"/>
                    </a:lnTo>
                    <a:lnTo>
                      <a:pt x="1814" y="1520"/>
                    </a:lnTo>
                    <a:lnTo>
                      <a:pt x="1801" y="1517"/>
                    </a:lnTo>
                    <a:lnTo>
                      <a:pt x="1787" y="1513"/>
                    </a:lnTo>
                    <a:lnTo>
                      <a:pt x="1774" y="1507"/>
                    </a:lnTo>
                    <a:lnTo>
                      <a:pt x="1762" y="1499"/>
                    </a:lnTo>
                    <a:lnTo>
                      <a:pt x="1750" y="1490"/>
                    </a:lnTo>
                    <a:lnTo>
                      <a:pt x="1738" y="1480"/>
                    </a:lnTo>
                    <a:lnTo>
                      <a:pt x="1728" y="1468"/>
                    </a:lnTo>
                    <a:lnTo>
                      <a:pt x="1718" y="1455"/>
                    </a:lnTo>
                    <a:lnTo>
                      <a:pt x="1710" y="1439"/>
                    </a:lnTo>
                    <a:lnTo>
                      <a:pt x="1701" y="1422"/>
                    </a:lnTo>
                    <a:lnTo>
                      <a:pt x="1696" y="1404"/>
                    </a:lnTo>
                    <a:lnTo>
                      <a:pt x="1423" y="491"/>
                    </a:lnTo>
                    <a:lnTo>
                      <a:pt x="1344" y="491"/>
                    </a:lnTo>
                    <a:lnTo>
                      <a:pt x="1815" y="2115"/>
                    </a:lnTo>
                    <a:lnTo>
                      <a:pt x="1381" y="2115"/>
                    </a:lnTo>
                    <a:lnTo>
                      <a:pt x="1381" y="3379"/>
                    </a:lnTo>
                    <a:lnTo>
                      <a:pt x="1381" y="3379"/>
                    </a:lnTo>
                    <a:lnTo>
                      <a:pt x="1381" y="3399"/>
                    </a:lnTo>
                    <a:lnTo>
                      <a:pt x="1378" y="3418"/>
                    </a:lnTo>
                    <a:lnTo>
                      <a:pt x="1374" y="3435"/>
                    </a:lnTo>
                    <a:lnTo>
                      <a:pt x="1367" y="3450"/>
                    </a:lnTo>
                    <a:lnTo>
                      <a:pt x="1359" y="3466"/>
                    </a:lnTo>
                    <a:lnTo>
                      <a:pt x="1351" y="3479"/>
                    </a:lnTo>
                    <a:lnTo>
                      <a:pt x="1341" y="3490"/>
                    </a:lnTo>
                    <a:lnTo>
                      <a:pt x="1330" y="3501"/>
                    </a:lnTo>
                    <a:lnTo>
                      <a:pt x="1318" y="3511"/>
                    </a:lnTo>
                    <a:lnTo>
                      <a:pt x="1306" y="3518"/>
                    </a:lnTo>
                    <a:lnTo>
                      <a:pt x="1293" y="3525"/>
                    </a:lnTo>
                    <a:lnTo>
                      <a:pt x="1279" y="3531"/>
                    </a:lnTo>
                    <a:lnTo>
                      <a:pt x="1264" y="3535"/>
                    </a:lnTo>
                    <a:lnTo>
                      <a:pt x="1249" y="3538"/>
                    </a:lnTo>
                    <a:lnTo>
                      <a:pt x="1235" y="3541"/>
                    </a:lnTo>
                    <a:lnTo>
                      <a:pt x="1219" y="3541"/>
                    </a:lnTo>
                    <a:lnTo>
                      <a:pt x="1203" y="3541"/>
                    </a:lnTo>
                    <a:lnTo>
                      <a:pt x="1189" y="3538"/>
                    </a:lnTo>
                    <a:lnTo>
                      <a:pt x="1174" y="3535"/>
                    </a:lnTo>
                    <a:lnTo>
                      <a:pt x="1159" y="3531"/>
                    </a:lnTo>
                    <a:lnTo>
                      <a:pt x="1145" y="3525"/>
                    </a:lnTo>
                    <a:lnTo>
                      <a:pt x="1132" y="3518"/>
                    </a:lnTo>
                    <a:lnTo>
                      <a:pt x="1120" y="3510"/>
                    </a:lnTo>
                    <a:lnTo>
                      <a:pt x="1107" y="3501"/>
                    </a:lnTo>
                    <a:lnTo>
                      <a:pt x="1097" y="3490"/>
                    </a:lnTo>
                    <a:lnTo>
                      <a:pt x="1087" y="3479"/>
                    </a:lnTo>
                    <a:lnTo>
                      <a:pt x="1078" y="3464"/>
                    </a:lnTo>
                    <a:lnTo>
                      <a:pt x="1070" y="3450"/>
                    </a:lnTo>
                    <a:lnTo>
                      <a:pt x="1064" y="3435"/>
                    </a:lnTo>
                    <a:lnTo>
                      <a:pt x="1060" y="3418"/>
                    </a:lnTo>
                    <a:lnTo>
                      <a:pt x="1057" y="3399"/>
                    </a:lnTo>
                    <a:lnTo>
                      <a:pt x="1056" y="3379"/>
                    </a:lnTo>
                    <a:lnTo>
                      <a:pt x="1056" y="2106"/>
                    </a:lnTo>
                    <a:lnTo>
                      <a:pt x="924" y="2106"/>
                    </a:lnTo>
                    <a:lnTo>
                      <a:pt x="924" y="3378"/>
                    </a:lnTo>
                    <a:lnTo>
                      <a:pt x="924" y="3378"/>
                    </a:lnTo>
                    <a:lnTo>
                      <a:pt x="924" y="3398"/>
                    </a:lnTo>
                    <a:lnTo>
                      <a:pt x="921" y="3416"/>
                    </a:lnTo>
                    <a:lnTo>
                      <a:pt x="917" y="3433"/>
                    </a:lnTo>
                    <a:lnTo>
                      <a:pt x="911" y="3450"/>
                    </a:lnTo>
                    <a:lnTo>
                      <a:pt x="903" y="3464"/>
                    </a:lnTo>
                    <a:lnTo>
                      <a:pt x="894" y="3477"/>
                    </a:lnTo>
                    <a:lnTo>
                      <a:pt x="884" y="3490"/>
                    </a:lnTo>
                    <a:lnTo>
                      <a:pt x="873" y="3500"/>
                    </a:lnTo>
                    <a:lnTo>
                      <a:pt x="861" y="3510"/>
                    </a:lnTo>
                    <a:lnTo>
                      <a:pt x="849" y="3518"/>
                    </a:lnTo>
                    <a:lnTo>
                      <a:pt x="836" y="3525"/>
                    </a:lnTo>
                    <a:lnTo>
                      <a:pt x="822" y="3531"/>
                    </a:lnTo>
                    <a:lnTo>
                      <a:pt x="806" y="3535"/>
                    </a:lnTo>
                    <a:lnTo>
                      <a:pt x="792" y="3538"/>
                    </a:lnTo>
                    <a:lnTo>
                      <a:pt x="776" y="3541"/>
                    </a:lnTo>
                    <a:lnTo>
                      <a:pt x="762" y="3541"/>
                    </a:lnTo>
                    <a:lnTo>
                      <a:pt x="746" y="3541"/>
                    </a:lnTo>
                    <a:lnTo>
                      <a:pt x="731" y="3538"/>
                    </a:lnTo>
                    <a:lnTo>
                      <a:pt x="717" y="3535"/>
                    </a:lnTo>
                    <a:lnTo>
                      <a:pt x="701" y="3531"/>
                    </a:lnTo>
                    <a:lnTo>
                      <a:pt x="687" y="3525"/>
                    </a:lnTo>
                    <a:lnTo>
                      <a:pt x="674" y="3518"/>
                    </a:lnTo>
                    <a:lnTo>
                      <a:pt x="661" y="3510"/>
                    </a:lnTo>
                    <a:lnTo>
                      <a:pt x="650" y="3500"/>
                    </a:lnTo>
                    <a:lnTo>
                      <a:pt x="639" y="3490"/>
                    </a:lnTo>
                    <a:lnTo>
                      <a:pt x="629" y="3477"/>
                    </a:lnTo>
                    <a:lnTo>
                      <a:pt x="620" y="3464"/>
                    </a:lnTo>
                    <a:lnTo>
                      <a:pt x="613" y="3450"/>
                    </a:lnTo>
                    <a:lnTo>
                      <a:pt x="606" y="3433"/>
                    </a:lnTo>
                    <a:lnTo>
                      <a:pt x="602" y="3416"/>
                    </a:lnTo>
                    <a:lnTo>
                      <a:pt x="599" y="3398"/>
                    </a:lnTo>
                    <a:lnTo>
                      <a:pt x="599" y="3378"/>
                    </a:lnTo>
                    <a:lnTo>
                      <a:pt x="599" y="2115"/>
                    </a:lnTo>
                    <a:lnTo>
                      <a:pt x="162" y="2115"/>
                    </a:lnTo>
                    <a:lnTo>
                      <a:pt x="630" y="491"/>
                    </a:lnTo>
                    <a:lnTo>
                      <a:pt x="558" y="491"/>
                    </a:lnTo>
                    <a:lnTo>
                      <a:pt x="285" y="1407"/>
                    </a:lnTo>
                    <a:lnTo>
                      <a:pt x="285" y="1407"/>
                    </a:lnTo>
                    <a:lnTo>
                      <a:pt x="278" y="1425"/>
                    </a:lnTo>
                    <a:lnTo>
                      <a:pt x="271" y="1441"/>
                    </a:lnTo>
                    <a:lnTo>
                      <a:pt x="261" y="1455"/>
                    </a:lnTo>
                    <a:lnTo>
                      <a:pt x="253" y="1469"/>
                    </a:lnTo>
                    <a:lnTo>
                      <a:pt x="241" y="1480"/>
                    </a:lnTo>
                    <a:lnTo>
                      <a:pt x="230" y="1490"/>
                    </a:lnTo>
                    <a:lnTo>
                      <a:pt x="219" y="1499"/>
                    </a:lnTo>
                    <a:lnTo>
                      <a:pt x="206" y="1506"/>
                    </a:lnTo>
                    <a:lnTo>
                      <a:pt x="193" y="1512"/>
                    </a:lnTo>
                    <a:lnTo>
                      <a:pt x="180" y="1516"/>
                    </a:lnTo>
                    <a:lnTo>
                      <a:pt x="166" y="1519"/>
                    </a:lnTo>
                    <a:lnTo>
                      <a:pt x="153" y="1520"/>
                    </a:lnTo>
                    <a:lnTo>
                      <a:pt x="139" y="1520"/>
                    </a:lnTo>
                    <a:lnTo>
                      <a:pt x="125" y="1520"/>
                    </a:lnTo>
                    <a:lnTo>
                      <a:pt x="112" y="1517"/>
                    </a:lnTo>
                    <a:lnTo>
                      <a:pt x="99" y="1513"/>
                    </a:lnTo>
                    <a:lnTo>
                      <a:pt x="87" y="1509"/>
                    </a:lnTo>
                    <a:lnTo>
                      <a:pt x="74" y="1503"/>
                    </a:lnTo>
                    <a:lnTo>
                      <a:pt x="62" y="1496"/>
                    </a:lnTo>
                    <a:lnTo>
                      <a:pt x="51" y="1487"/>
                    </a:lnTo>
                    <a:lnTo>
                      <a:pt x="41" y="1478"/>
                    </a:lnTo>
                    <a:lnTo>
                      <a:pt x="33" y="1468"/>
                    </a:lnTo>
                    <a:lnTo>
                      <a:pt x="24" y="1456"/>
                    </a:lnTo>
                    <a:lnTo>
                      <a:pt x="17" y="1443"/>
                    </a:lnTo>
                    <a:lnTo>
                      <a:pt x="10" y="1431"/>
                    </a:lnTo>
                    <a:lnTo>
                      <a:pt x="6" y="1416"/>
                    </a:lnTo>
                    <a:lnTo>
                      <a:pt x="1" y="1401"/>
                    </a:lnTo>
                    <a:lnTo>
                      <a:pt x="0" y="1384"/>
                    </a:lnTo>
                    <a:lnTo>
                      <a:pt x="0" y="1367"/>
                    </a:lnTo>
                    <a:lnTo>
                      <a:pt x="1" y="1348"/>
                    </a:lnTo>
                    <a:lnTo>
                      <a:pt x="4" y="1330"/>
                    </a:lnTo>
                    <a:lnTo>
                      <a:pt x="9" y="1310"/>
                    </a:lnTo>
                    <a:lnTo>
                      <a:pt x="311" y="315"/>
                    </a:lnTo>
                    <a:lnTo>
                      <a:pt x="311" y="315"/>
                    </a:lnTo>
                    <a:lnTo>
                      <a:pt x="318" y="292"/>
                    </a:lnTo>
                    <a:lnTo>
                      <a:pt x="326" y="270"/>
                    </a:lnTo>
                    <a:lnTo>
                      <a:pt x="336" y="244"/>
                    </a:lnTo>
                    <a:lnTo>
                      <a:pt x="349" y="219"/>
                    </a:lnTo>
                    <a:lnTo>
                      <a:pt x="363" y="192"/>
                    </a:lnTo>
                    <a:lnTo>
                      <a:pt x="380" y="166"/>
                    </a:lnTo>
                    <a:lnTo>
                      <a:pt x="399" y="141"/>
                    </a:lnTo>
                    <a:lnTo>
                      <a:pt x="420" y="115"/>
                    </a:lnTo>
                    <a:lnTo>
                      <a:pt x="444" y="92"/>
                    </a:lnTo>
                    <a:lnTo>
                      <a:pt x="470" y="71"/>
                    </a:lnTo>
                    <a:lnTo>
                      <a:pt x="484" y="60"/>
                    </a:lnTo>
                    <a:lnTo>
                      <a:pt x="500" y="51"/>
                    </a:lnTo>
                    <a:lnTo>
                      <a:pt x="515" y="43"/>
                    </a:lnTo>
                    <a:lnTo>
                      <a:pt x="531" y="34"/>
                    </a:lnTo>
                    <a:lnTo>
                      <a:pt x="548" y="27"/>
                    </a:lnTo>
                    <a:lnTo>
                      <a:pt x="566" y="20"/>
                    </a:lnTo>
                    <a:lnTo>
                      <a:pt x="585" y="14"/>
                    </a:lnTo>
                    <a:lnTo>
                      <a:pt x="605" y="10"/>
                    </a:lnTo>
                    <a:lnTo>
                      <a:pt x="624" y="6"/>
                    </a:lnTo>
                    <a:lnTo>
                      <a:pt x="646" y="3"/>
                    </a:lnTo>
                    <a:lnTo>
                      <a:pt x="668" y="2"/>
                    </a:lnTo>
                    <a:lnTo>
                      <a:pt x="691" y="0"/>
                    </a:lnTo>
                    <a:lnTo>
                      <a:pt x="1286"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a:p>
            </p:txBody>
          </p:sp>
          <p:sp>
            <p:nvSpPr>
              <p:cNvPr id="195" name="Freeform 11">
                <a:extLst>
                  <a:ext uri="{FF2B5EF4-FFF2-40B4-BE49-F238E27FC236}">
                    <a16:creationId xmlns:a16="http://schemas.microsoft.com/office/drawing/2014/main" id="{FC7D91AC-2A47-3287-310E-94FCE12614AB}"/>
                  </a:ext>
                </a:extLst>
              </p:cNvPr>
              <p:cNvSpPr>
                <a:spLocks/>
              </p:cNvSpPr>
              <p:nvPr/>
            </p:nvSpPr>
            <p:spPr bwMode="auto">
              <a:xfrm>
                <a:off x="3773" y="2885"/>
                <a:ext cx="132" cy="0"/>
              </a:xfrm>
              <a:custGeom>
                <a:avLst/>
                <a:gdLst>
                  <a:gd name="T0" fmla="*/ 132 w 132"/>
                  <a:gd name="T1" fmla="*/ 0 w 132"/>
                  <a:gd name="T2" fmla="*/ 132 w 132"/>
                </a:gdLst>
                <a:ahLst/>
                <a:cxnLst>
                  <a:cxn ang="0">
                    <a:pos x="T0" y="0"/>
                  </a:cxn>
                  <a:cxn ang="0">
                    <a:pos x="T1" y="0"/>
                  </a:cxn>
                  <a:cxn ang="0">
                    <a:pos x="T2" y="0"/>
                  </a:cxn>
                </a:cxnLst>
                <a:rect l="0" t="0" r="r" b="b"/>
                <a:pathLst>
                  <a:path w="132">
                    <a:moveTo>
                      <a:pt x="132" y="0"/>
                    </a:moveTo>
                    <a:lnTo>
                      <a:pt x="0" y="0"/>
                    </a:lnTo>
                    <a:lnTo>
                      <a:pt x="132" y="0"/>
                    </a:lnTo>
                    <a:close/>
                  </a:path>
                </a:pathLst>
              </a:custGeom>
              <a:solidFill>
                <a:srgbClr val="4FA8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a:p>
            </p:txBody>
          </p:sp>
          <p:sp>
            <p:nvSpPr>
              <p:cNvPr id="196" name="Line 12">
                <a:extLst>
                  <a:ext uri="{FF2B5EF4-FFF2-40B4-BE49-F238E27FC236}">
                    <a16:creationId xmlns:a16="http://schemas.microsoft.com/office/drawing/2014/main" id="{A8CD9F4B-A7E3-F2A3-6B74-7517E1327477}"/>
                  </a:ext>
                </a:extLst>
              </p:cNvPr>
              <p:cNvSpPr>
                <a:spLocks noChangeShapeType="1"/>
              </p:cNvSpPr>
              <p:nvPr/>
            </p:nvSpPr>
            <p:spPr bwMode="auto">
              <a:xfrm flipH="1">
                <a:off x="3773" y="2885"/>
                <a:ext cx="132"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a:p>
            </p:txBody>
          </p:sp>
          <p:sp>
            <p:nvSpPr>
              <p:cNvPr id="197" name="Freeform 13">
                <a:extLst>
                  <a:ext uri="{FF2B5EF4-FFF2-40B4-BE49-F238E27FC236}">
                    <a16:creationId xmlns:a16="http://schemas.microsoft.com/office/drawing/2014/main" id="{9EB921F5-D091-67E5-DA45-6F38A0BAC36E}"/>
                  </a:ext>
                </a:extLst>
              </p:cNvPr>
              <p:cNvSpPr>
                <a:spLocks/>
              </p:cNvSpPr>
              <p:nvPr/>
            </p:nvSpPr>
            <p:spPr bwMode="auto">
              <a:xfrm>
                <a:off x="3486" y="0"/>
                <a:ext cx="705" cy="705"/>
              </a:xfrm>
              <a:custGeom>
                <a:avLst/>
                <a:gdLst>
                  <a:gd name="T0" fmla="*/ 354 w 705"/>
                  <a:gd name="T1" fmla="*/ 0 h 705"/>
                  <a:gd name="T2" fmla="*/ 389 w 705"/>
                  <a:gd name="T3" fmla="*/ 1 h 705"/>
                  <a:gd name="T4" fmla="*/ 424 w 705"/>
                  <a:gd name="T5" fmla="*/ 7 h 705"/>
                  <a:gd name="T6" fmla="*/ 459 w 705"/>
                  <a:gd name="T7" fmla="*/ 16 h 705"/>
                  <a:gd name="T8" fmla="*/ 491 w 705"/>
                  <a:gd name="T9" fmla="*/ 28 h 705"/>
                  <a:gd name="T10" fmla="*/ 551 w 705"/>
                  <a:gd name="T11" fmla="*/ 60 h 705"/>
                  <a:gd name="T12" fmla="*/ 603 w 705"/>
                  <a:gd name="T13" fmla="*/ 104 h 705"/>
                  <a:gd name="T14" fmla="*/ 646 w 705"/>
                  <a:gd name="T15" fmla="*/ 156 h 705"/>
                  <a:gd name="T16" fmla="*/ 678 w 705"/>
                  <a:gd name="T17" fmla="*/ 216 h 705"/>
                  <a:gd name="T18" fmla="*/ 690 w 705"/>
                  <a:gd name="T19" fmla="*/ 248 h 705"/>
                  <a:gd name="T20" fmla="*/ 698 w 705"/>
                  <a:gd name="T21" fmla="*/ 281 h 705"/>
                  <a:gd name="T22" fmla="*/ 704 w 705"/>
                  <a:gd name="T23" fmla="*/ 316 h 705"/>
                  <a:gd name="T24" fmla="*/ 705 w 705"/>
                  <a:gd name="T25" fmla="*/ 353 h 705"/>
                  <a:gd name="T26" fmla="*/ 705 w 705"/>
                  <a:gd name="T27" fmla="*/ 370 h 705"/>
                  <a:gd name="T28" fmla="*/ 701 w 705"/>
                  <a:gd name="T29" fmla="*/ 406 h 705"/>
                  <a:gd name="T30" fmla="*/ 694 w 705"/>
                  <a:gd name="T31" fmla="*/ 441 h 705"/>
                  <a:gd name="T32" fmla="*/ 684 w 705"/>
                  <a:gd name="T33" fmla="*/ 474 h 705"/>
                  <a:gd name="T34" fmla="*/ 663 w 705"/>
                  <a:gd name="T35" fmla="*/ 521 h 705"/>
                  <a:gd name="T36" fmla="*/ 626 w 705"/>
                  <a:gd name="T37" fmla="*/ 578 h 705"/>
                  <a:gd name="T38" fmla="*/ 578 w 705"/>
                  <a:gd name="T39" fmla="*/ 624 h 705"/>
                  <a:gd name="T40" fmla="*/ 521 w 705"/>
                  <a:gd name="T41" fmla="*/ 663 h 705"/>
                  <a:gd name="T42" fmla="*/ 474 w 705"/>
                  <a:gd name="T43" fmla="*/ 684 h 705"/>
                  <a:gd name="T44" fmla="*/ 441 w 705"/>
                  <a:gd name="T45" fmla="*/ 694 h 705"/>
                  <a:gd name="T46" fmla="*/ 407 w 705"/>
                  <a:gd name="T47" fmla="*/ 701 h 705"/>
                  <a:gd name="T48" fmla="*/ 372 w 705"/>
                  <a:gd name="T49" fmla="*/ 705 h 705"/>
                  <a:gd name="T50" fmla="*/ 354 w 705"/>
                  <a:gd name="T51" fmla="*/ 705 h 705"/>
                  <a:gd name="T52" fmla="*/ 317 w 705"/>
                  <a:gd name="T53" fmla="*/ 704 h 705"/>
                  <a:gd name="T54" fmla="*/ 283 w 705"/>
                  <a:gd name="T55" fmla="*/ 698 h 705"/>
                  <a:gd name="T56" fmla="*/ 248 w 705"/>
                  <a:gd name="T57" fmla="*/ 690 h 705"/>
                  <a:gd name="T58" fmla="*/ 216 w 705"/>
                  <a:gd name="T59" fmla="*/ 678 h 705"/>
                  <a:gd name="T60" fmla="*/ 156 w 705"/>
                  <a:gd name="T61" fmla="*/ 646 h 705"/>
                  <a:gd name="T62" fmla="*/ 104 w 705"/>
                  <a:gd name="T63" fmla="*/ 602 h 705"/>
                  <a:gd name="T64" fmla="*/ 61 w 705"/>
                  <a:gd name="T65" fmla="*/ 551 h 705"/>
                  <a:gd name="T66" fmla="*/ 29 w 705"/>
                  <a:gd name="T67" fmla="*/ 490 h 705"/>
                  <a:gd name="T68" fmla="*/ 16 w 705"/>
                  <a:gd name="T69" fmla="*/ 457 h 705"/>
                  <a:gd name="T70" fmla="*/ 7 w 705"/>
                  <a:gd name="T71" fmla="*/ 424 h 705"/>
                  <a:gd name="T72" fmla="*/ 3 w 705"/>
                  <a:gd name="T73" fmla="*/ 389 h 705"/>
                  <a:gd name="T74" fmla="*/ 0 w 705"/>
                  <a:gd name="T75" fmla="*/ 353 h 705"/>
                  <a:gd name="T76" fmla="*/ 2 w 705"/>
                  <a:gd name="T77" fmla="*/ 335 h 705"/>
                  <a:gd name="T78" fmla="*/ 4 w 705"/>
                  <a:gd name="T79" fmla="*/ 299 h 705"/>
                  <a:gd name="T80" fmla="*/ 12 w 705"/>
                  <a:gd name="T81" fmla="*/ 264 h 705"/>
                  <a:gd name="T82" fmla="*/ 21 w 705"/>
                  <a:gd name="T83" fmla="*/ 231 h 705"/>
                  <a:gd name="T84" fmla="*/ 43 w 705"/>
                  <a:gd name="T85" fmla="*/ 184 h 705"/>
                  <a:gd name="T86" fmla="*/ 81 w 705"/>
                  <a:gd name="T87" fmla="*/ 128 h 705"/>
                  <a:gd name="T88" fmla="*/ 129 w 705"/>
                  <a:gd name="T89" fmla="*/ 81 h 705"/>
                  <a:gd name="T90" fmla="*/ 185 w 705"/>
                  <a:gd name="T91" fmla="*/ 43 h 705"/>
                  <a:gd name="T92" fmla="*/ 231 w 705"/>
                  <a:gd name="T93" fmla="*/ 21 h 705"/>
                  <a:gd name="T94" fmla="*/ 266 w 705"/>
                  <a:gd name="T95" fmla="*/ 11 h 705"/>
                  <a:gd name="T96" fmla="*/ 300 w 705"/>
                  <a:gd name="T97" fmla="*/ 4 h 705"/>
                  <a:gd name="T98" fmla="*/ 335 w 705"/>
                  <a:gd name="T99" fmla="*/ 0 h 705"/>
                  <a:gd name="T100" fmla="*/ 354 w 705"/>
                  <a:gd name="T101" fmla="*/ 0 h 7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05" h="705">
                    <a:moveTo>
                      <a:pt x="354" y="0"/>
                    </a:moveTo>
                    <a:lnTo>
                      <a:pt x="354" y="0"/>
                    </a:lnTo>
                    <a:lnTo>
                      <a:pt x="372" y="0"/>
                    </a:lnTo>
                    <a:lnTo>
                      <a:pt x="389" y="1"/>
                    </a:lnTo>
                    <a:lnTo>
                      <a:pt x="407" y="4"/>
                    </a:lnTo>
                    <a:lnTo>
                      <a:pt x="424" y="7"/>
                    </a:lnTo>
                    <a:lnTo>
                      <a:pt x="441" y="11"/>
                    </a:lnTo>
                    <a:lnTo>
                      <a:pt x="459" y="16"/>
                    </a:lnTo>
                    <a:lnTo>
                      <a:pt x="474" y="21"/>
                    </a:lnTo>
                    <a:lnTo>
                      <a:pt x="491" y="28"/>
                    </a:lnTo>
                    <a:lnTo>
                      <a:pt x="521" y="43"/>
                    </a:lnTo>
                    <a:lnTo>
                      <a:pt x="551" y="60"/>
                    </a:lnTo>
                    <a:lnTo>
                      <a:pt x="578" y="81"/>
                    </a:lnTo>
                    <a:lnTo>
                      <a:pt x="603" y="104"/>
                    </a:lnTo>
                    <a:lnTo>
                      <a:pt x="626" y="128"/>
                    </a:lnTo>
                    <a:lnTo>
                      <a:pt x="646" y="156"/>
                    </a:lnTo>
                    <a:lnTo>
                      <a:pt x="663" y="184"/>
                    </a:lnTo>
                    <a:lnTo>
                      <a:pt x="678" y="216"/>
                    </a:lnTo>
                    <a:lnTo>
                      <a:pt x="684" y="231"/>
                    </a:lnTo>
                    <a:lnTo>
                      <a:pt x="690" y="248"/>
                    </a:lnTo>
                    <a:lnTo>
                      <a:pt x="694" y="264"/>
                    </a:lnTo>
                    <a:lnTo>
                      <a:pt x="698" y="281"/>
                    </a:lnTo>
                    <a:lnTo>
                      <a:pt x="701" y="299"/>
                    </a:lnTo>
                    <a:lnTo>
                      <a:pt x="704" y="316"/>
                    </a:lnTo>
                    <a:lnTo>
                      <a:pt x="705" y="335"/>
                    </a:lnTo>
                    <a:lnTo>
                      <a:pt x="705" y="353"/>
                    </a:lnTo>
                    <a:lnTo>
                      <a:pt x="705" y="353"/>
                    </a:lnTo>
                    <a:lnTo>
                      <a:pt x="705" y="370"/>
                    </a:lnTo>
                    <a:lnTo>
                      <a:pt x="704" y="389"/>
                    </a:lnTo>
                    <a:lnTo>
                      <a:pt x="701" y="406"/>
                    </a:lnTo>
                    <a:lnTo>
                      <a:pt x="698" y="424"/>
                    </a:lnTo>
                    <a:lnTo>
                      <a:pt x="694" y="441"/>
                    </a:lnTo>
                    <a:lnTo>
                      <a:pt x="690" y="457"/>
                    </a:lnTo>
                    <a:lnTo>
                      <a:pt x="684" y="474"/>
                    </a:lnTo>
                    <a:lnTo>
                      <a:pt x="678" y="490"/>
                    </a:lnTo>
                    <a:lnTo>
                      <a:pt x="663" y="521"/>
                    </a:lnTo>
                    <a:lnTo>
                      <a:pt x="646" y="551"/>
                    </a:lnTo>
                    <a:lnTo>
                      <a:pt x="626" y="578"/>
                    </a:lnTo>
                    <a:lnTo>
                      <a:pt x="603" y="602"/>
                    </a:lnTo>
                    <a:lnTo>
                      <a:pt x="578" y="624"/>
                    </a:lnTo>
                    <a:lnTo>
                      <a:pt x="551" y="646"/>
                    </a:lnTo>
                    <a:lnTo>
                      <a:pt x="521" y="663"/>
                    </a:lnTo>
                    <a:lnTo>
                      <a:pt x="491" y="678"/>
                    </a:lnTo>
                    <a:lnTo>
                      <a:pt x="474" y="684"/>
                    </a:lnTo>
                    <a:lnTo>
                      <a:pt x="459" y="690"/>
                    </a:lnTo>
                    <a:lnTo>
                      <a:pt x="441" y="694"/>
                    </a:lnTo>
                    <a:lnTo>
                      <a:pt x="424" y="698"/>
                    </a:lnTo>
                    <a:lnTo>
                      <a:pt x="407" y="701"/>
                    </a:lnTo>
                    <a:lnTo>
                      <a:pt x="389" y="704"/>
                    </a:lnTo>
                    <a:lnTo>
                      <a:pt x="372" y="705"/>
                    </a:lnTo>
                    <a:lnTo>
                      <a:pt x="354" y="705"/>
                    </a:lnTo>
                    <a:lnTo>
                      <a:pt x="354" y="705"/>
                    </a:lnTo>
                    <a:lnTo>
                      <a:pt x="335" y="705"/>
                    </a:lnTo>
                    <a:lnTo>
                      <a:pt x="317" y="704"/>
                    </a:lnTo>
                    <a:lnTo>
                      <a:pt x="300" y="701"/>
                    </a:lnTo>
                    <a:lnTo>
                      <a:pt x="283" y="698"/>
                    </a:lnTo>
                    <a:lnTo>
                      <a:pt x="266" y="694"/>
                    </a:lnTo>
                    <a:lnTo>
                      <a:pt x="248" y="690"/>
                    </a:lnTo>
                    <a:lnTo>
                      <a:pt x="231" y="684"/>
                    </a:lnTo>
                    <a:lnTo>
                      <a:pt x="216" y="678"/>
                    </a:lnTo>
                    <a:lnTo>
                      <a:pt x="185" y="663"/>
                    </a:lnTo>
                    <a:lnTo>
                      <a:pt x="156" y="646"/>
                    </a:lnTo>
                    <a:lnTo>
                      <a:pt x="129" y="624"/>
                    </a:lnTo>
                    <a:lnTo>
                      <a:pt x="104" y="602"/>
                    </a:lnTo>
                    <a:lnTo>
                      <a:pt x="81" y="578"/>
                    </a:lnTo>
                    <a:lnTo>
                      <a:pt x="61" y="551"/>
                    </a:lnTo>
                    <a:lnTo>
                      <a:pt x="43" y="521"/>
                    </a:lnTo>
                    <a:lnTo>
                      <a:pt x="29" y="490"/>
                    </a:lnTo>
                    <a:lnTo>
                      <a:pt x="21" y="474"/>
                    </a:lnTo>
                    <a:lnTo>
                      <a:pt x="16" y="457"/>
                    </a:lnTo>
                    <a:lnTo>
                      <a:pt x="12" y="441"/>
                    </a:lnTo>
                    <a:lnTo>
                      <a:pt x="7" y="424"/>
                    </a:lnTo>
                    <a:lnTo>
                      <a:pt x="4" y="406"/>
                    </a:lnTo>
                    <a:lnTo>
                      <a:pt x="3" y="389"/>
                    </a:lnTo>
                    <a:lnTo>
                      <a:pt x="2" y="370"/>
                    </a:lnTo>
                    <a:lnTo>
                      <a:pt x="0" y="353"/>
                    </a:lnTo>
                    <a:lnTo>
                      <a:pt x="0" y="353"/>
                    </a:lnTo>
                    <a:lnTo>
                      <a:pt x="2" y="335"/>
                    </a:lnTo>
                    <a:lnTo>
                      <a:pt x="3" y="316"/>
                    </a:lnTo>
                    <a:lnTo>
                      <a:pt x="4" y="299"/>
                    </a:lnTo>
                    <a:lnTo>
                      <a:pt x="7" y="281"/>
                    </a:lnTo>
                    <a:lnTo>
                      <a:pt x="12" y="264"/>
                    </a:lnTo>
                    <a:lnTo>
                      <a:pt x="16" y="248"/>
                    </a:lnTo>
                    <a:lnTo>
                      <a:pt x="21" y="231"/>
                    </a:lnTo>
                    <a:lnTo>
                      <a:pt x="29" y="216"/>
                    </a:lnTo>
                    <a:lnTo>
                      <a:pt x="43" y="184"/>
                    </a:lnTo>
                    <a:lnTo>
                      <a:pt x="61" y="156"/>
                    </a:lnTo>
                    <a:lnTo>
                      <a:pt x="81" y="128"/>
                    </a:lnTo>
                    <a:lnTo>
                      <a:pt x="104" y="104"/>
                    </a:lnTo>
                    <a:lnTo>
                      <a:pt x="129" y="81"/>
                    </a:lnTo>
                    <a:lnTo>
                      <a:pt x="156" y="60"/>
                    </a:lnTo>
                    <a:lnTo>
                      <a:pt x="185" y="43"/>
                    </a:lnTo>
                    <a:lnTo>
                      <a:pt x="216" y="28"/>
                    </a:lnTo>
                    <a:lnTo>
                      <a:pt x="231" y="21"/>
                    </a:lnTo>
                    <a:lnTo>
                      <a:pt x="248" y="16"/>
                    </a:lnTo>
                    <a:lnTo>
                      <a:pt x="266" y="11"/>
                    </a:lnTo>
                    <a:lnTo>
                      <a:pt x="283" y="7"/>
                    </a:lnTo>
                    <a:lnTo>
                      <a:pt x="300" y="4"/>
                    </a:lnTo>
                    <a:lnTo>
                      <a:pt x="317" y="1"/>
                    </a:lnTo>
                    <a:lnTo>
                      <a:pt x="335" y="0"/>
                    </a:lnTo>
                    <a:lnTo>
                      <a:pt x="354" y="0"/>
                    </a:lnTo>
                    <a:lnTo>
                      <a:pt x="354"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a:p>
            </p:txBody>
          </p:sp>
        </p:grpSp>
        <p:sp>
          <p:nvSpPr>
            <p:cNvPr id="198" name="Textfeld 197">
              <a:extLst>
                <a:ext uri="{FF2B5EF4-FFF2-40B4-BE49-F238E27FC236}">
                  <a16:creationId xmlns:a16="http://schemas.microsoft.com/office/drawing/2014/main" id="{20A6E665-AE5E-A7EB-6AEA-DD20D41F2FF8}"/>
                </a:ext>
              </a:extLst>
            </p:cNvPr>
            <p:cNvSpPr txBox="1"/>
            <p:nvPr/>
          </p:nvSpPr>
          <p:spPr>
            <a:xfrm>
              <a:off x="8482803" y="1725500"/>
              <a:ext cx="1110376" cy="276999"/>
            </a:xfrm>
            <a:prstGeom prst="rect">
              <a:avLst/>
            </a:prstGeom>
            <a:noFill/>
          </p:spPr>
          <p:txBody>
            <a:bodyPr wrap="square" lIns="0" tIns="0" rIns="0" bIns="0" rtlCol="0">
              <a:spAutoFit/>
            </a:bodyPr>
            <a:lstStyle/>
            <a:p>
              <a:r>
                <a:rPr lang="en-GB" b="1" noProof="0"/>
                <a:t>Europe</a:t>
              </a:r>
            </a:p>
          </p:txBody>
        </p:sp>
        <p:sp>
          <p:nvSpPr>
            <p:cNvPr id="199" name="Textfeld 198">
              <a:extLst>
                <a:ext uri="{FF2B5EF4-FFF2-40B4-BE49-F238E27FC236}">
                  <a16:creationId xmlns:a16="http://schemas.microsoft.com/office/drawing/2014/main" id="{E576CF16-0C08-B171-F0C1-4A3E666F813D}"/>
                </a:ext>
              </a:extLst>
            </p:cNvPr>
            <p:cNvSpPr txBox="1"/>
            <p:nvPr/>
          </p:nvSpPr>
          <p:spPr>
            <a:xfrm>
              <a:off x="8482803" y="1888809"/>
              <a:ext cx="1917340" cy="830997"/>
            </a:xfrm>
            <a:prstGeom prst="rect">
              <a:avLst/>
            </a:prstGeom>
            <a:noFill/>
          </p:spPr>
          <p:txBody>
            <a:bodyPr wrap="square" lIns="0" tIns="0" rIns="0" bIns="0" rtlCol="0">
              <a:spAutoFit/>
            </a:bodyPr>
            <a:lstStyle/>
            <a:p>
              <a:r>
                <a:rPr lang="en-GB" sz="5400" b="1" noProof="0" dirty="0">
                  <a:solidFill>
                    <a:schemeClr val="accent1"/>
                  </a:solidFill>
                </a:rPr>
                <a:t>5.102</a:t>
              </a:r>
            </a:p>
          </p:txBody>
        </p:sp>
        <p:sp>
          <p:nvSpPr>
            <p:cNvPr id="200" name="Textfeld 199">
              <a:extLst>
                <a:ext uri="{FF2B5EF4-FFF2-40B4-BE49-F238E27FC236}">
                  <a16:creationId xmlns:a16="http://schemas.microsoft.com/office/drawing/2014/main" id="{AE948FFE-ECD3-C33B-F5F4-591E1464089E}"/>
                </a:ext>
              </a:extLst>
            </p:cNvPr>
            <p:cNvSpPr txBox="1"/>
            <p:nvPr/>
          </p:nvSpPr>
          <p:spPr>
            <a:xfrm>
              <a:off x="8482803" y="2567551"/>
              <a:ext cx="2457913" cy="553998"/>
            </a:xfrm>
            <a:prstGeom prst="rect">
              <a:avLst/>
            </a:prstGeom>
            <a:noFill/>
          </p:spPr>
          <p:txBody>
            <a:bodyPr wrap="square" lIns="0" tIns="0" rIns="0" bIns="0" rtlCol="0">
              <a:spAutoFit/>
            </a:bodyPr>
            <a:lstStyle/>
            <a:p>
              <a:r>
                <a:rPr lang="en-GB" noProof="0" err="1"/>
                <a:t>Beatur</a:t>
              </a:r>
              <a:r>
                <a:rPr lang="en-GB" noProof="0"/>
                <a:t> </a:t>
              </a:r>
              <a:r>
                <a:rPr lang="en-GB" noProof="0" err="1"/>
                <a:t>quia</a:t>
              </a:r>
              <a:r>
                <a:rPr lang="en-GB" noProof="0"/>
                <a:t> </a:t>
              </a:r>
              <a:r>
                <a:rPr lang="en-GB" noProof="0" err="1"/>
                <a:t>doluptatius</a:t>
              </a:r>
              <a:endParaRPr lang="en-GB" noProof="0"/>
            </a:p>
            <a:p>
              <a:r>
                <a:rPr lang="en-GB" noProof="0" err="1"/>
                <a:t>Molum</a:t>
              </a:r>
              <a:r>
                <a:rPr lang="en-GB" noProof="0"/>
                <a:t> </a:t>
              </a:r>
              <a:r>
                <a:rPr lang="en-GB" noProof="0" err="1"/>
                <a:t>quidunt</a:t>
              </a:r>
              <a:r>
                <a:rPr lang="en-GB" noProof="0"/>
                <a:t> </a:t>
              </a:r>
              <a:r>
                <a:rPr lang="en-GB" noProof="0" err="1"/>
                <a:t>otatibus</a:t>
              </a:r>
              <a:r>
                <a:rPr lang="en-GB" noProof="0"/>
                <a:t>.</a:t>
              </a:r>
            </a:p>
          </p:txBody>
        </p:sp>
      </p:grpSp>
      <p:grpSp>
        <p:nvGrpSpPr>
          <p:cNvPr id="216" name="Gruppieren 215">
            <a:extLst>
              <a:ext uri="{FF2B5EF4-FFF2-40B4-BE49-F238E27FC236}">
                <a16:creationId xmlns:a16="http://schemas.microsoft.com/office/drawing/2014/main" id="{89CDCAB3-242E-C6E1-9575-9AC9764CE29A}"/>
              </a:ext>
            </a:extLst>
          </p:cNvPr>
          <p:cNvGrpSpPr/>
          <p:nvPr/>
        </p:nvGrpSpPr>
        <p:grpSpPr>
          <a:xfrm>
            <a:off x="3038054" y="3669324"/>
            <a:ext cx="2562136" cy="2399490"/>
            <a:chOff x="3382378" y="2716181"/>
            <a:chExt cx="2562136" cy="2399490"/>
          </a:xfrm>
        </p:grpSpPr>
        <p:sp>
          <p:nvSpPr>
            <p:cNvPr id="201" name="Textfeld 200">
              <a:extLst>
                <a:ext uri="{FF2B5EF4-FFF2-40B4-BE49-F238E27FC236}">
                  <a16:creationId xmlns:a16="http://schemas.microsoft.com/office/drawing/2014/main" id="{2A7D67BF-9E82-1DB8-E7DD-7D63E73C81BC}"/>
                </a:ext>
              </a:extLst>
            </p:cNvPr>
            <p:cNvSpPr txBox="1"/>
            <p:nvPr/>
          </p:nvSpPr>
          <p:spPr>
            <a:xfrm>
              <a:off x="3486601" y="3719622"/>
              <a:ext cx="1110376" cy="276999"/>
            </a:xfrm>
            <a:prstGeom prst="rect">
              <a:avLst/>
            </a:prstGeom>
            <a:noFill/>
          </p:spPr>
          <p:txBody>
            <a:bodyPr wrap="square" lIns="0" tIns="0" rIns="0" bIns="0" rtlCol="0">
              <a:spAutoFit/>
            </a:bodyPr>
            <a:lstStyle/>
            <a:p>
              <a:r>
                <a:rPr lang="en-GB" b="1" noProof="0"/>
                <a:t>Africa</a:t>
              </a:r>
            </a:p>
          </p:txBody>
        </p:sp>
        <p:sp>
          <p:nvSpPr>
            <p:cNvPr id="202" name="Textfeld 201">
              <a:extLst>
                <a:ext uri="{FF2B5EF4-FFF2-40B4-BE49-F238E27FC236}">
                  <a16:creationId xmlns:a16="http://schemas.microsoft.com/office/drawing/2014/main" id="{9B772A67-3438-8E2A-9823-4AAB1C3C9CBC}"/>
                </a:ext>
              </a:extLst>
            </p:cNvPr>
            <p:cNvSpPr txBox="1"/>
            <p:nvPr/>
          </p:nvSpPr>
          <p:spPr>
            <a:xfrm>
              <a:off x="3486601" y="3882931"/>
              <a:ext cx="2096966" cy="830997"/>
            </a:xfrm>
            <a:prstGeom prst="rect">
              <a:avLst/>
            </a:prstGeom>
            <a:noFill/>
          </p:spPr>
          <p:txBody>
            <a:bodyPr wrap="square" lIns="0" tIns="0" rIns="0" bIns="0" rtlCol="0">
              <a:spAutoFit/>
            </a:bodyPr>
            <a:lstStyle/>
            <a:p>
              <a:r>
                <a:rPr lang="en-GB" sz="5400" b="1" noProof="0">
                  <a:solidFill>
                    <a:schemeClr val="accent1"/>
                  </a:solidFill>
                </a:rPr>
                <a:t>70.234</a:t>
              </a:r>
            </a:p>
          </p:txBody>
        </p:sp>
        <p:sp>
          <p:nvSpPr>
            <p:cNvPr id="203" name="Textfeld 202">
              <a:extLst>
                <a:ext uri="{FF2B5EF4-FFF2-40B4-BE49-F238E27FC236}">
                  <a16:creationId xmlns:a16="http://schemas.microsoft.com/office/drawing/2014/main" id="{AFC8EE98-E63D-E2CD-279D-2B3DDC11AD87}"/>
                </a:ext>
              </a:extLst>
            </p:cNvPr>
            <p:cNvSpPr txBox="1"/>
            <p:nvPr/>
          </p:nvSpPr>
          <p:spPr>
            <a:xfrm>
              <a:off x="3486601" y="4561673"/>
              <a:ext cx="2457913" cy="553998"/>
            </a:xfrm>
            <a:prstGeom prst="rect">
              <a:avLst/>
            </a:prstGeom>
            <a:noFill/>
          </p:spPr>
          <p:txBody>
            <a:bodyPr wrap="square" lIns="0" tIns="0" rIns="0" bIns="0" rtlCol="0">
              <a:spAutoFit/>
            </a:bodyPr>
            <a:lstStyle/>
            <a:p>
              <a:r>
                <a:rPr lang="en-GB" noProof="0" err="1"/>
                <a:t>Beatur</a:t>
              </a:r>
              <a:r>
                <a:rPr lang="en-GB" noProof="0"/>
                <a:t> </a:t>
              </a:r>
              <a:r>
                <a:rPr lang="en-GB" noProof="0" err="1"/>
                <a:t>quia</a:t>
              </a:r>
              <a:r>
                <a:rPr lang="en-GB" noProof="0"/>
                <a:t> </a:t>
              </a:r>
              <a:r>
                <a:rPr lang="en-GB" noProof="0" err="1"/>
                <a:t>doluptatius</a:t>
              </a:r>
              <a:endParaRPr lang="en-GB" noProof="0"/>
            </a:p>
            <a:p>
              <a:r>
                <a:rPr lang="en-GB" noProof="0" err="1"/>
                <a:t>Molum</a:t>
              </a:r>
              <a:r>
                <a:rPr lang="en-GB" noProof="0"/>
                <a:t> </a:t>
              </a:r>
              <a:r>
                <a:rPr lang="en-GB" noProof="0" err="1"/>
                <a:t>quidunt</a:t>
              </a:r>
              <a:r>
                <a:rPr lang="en-GB" noProof="0"/>
                <a:t> </a:t>
              </a:r>
              <a:r>
                <a:rPr lang="en-GB" noProof="0" err="1"/>
                <a:t>otatibus</a:t>
              </a:r>
              <a:r>
                <a:rPr lang="en-GB" noProof="0"/>
                <a:t>.</a:t>
              </a:r>
            </a:p>
          </p:txBody>
        </p:sp>
        <p:graphicFrame>
          <p:nvGraphicFramePr>
            <p:cNvPr id="204" name="Diagramm 203">
              <a:extLst>
                <a:ext uri="{FF2B5EF4-FFF2-40B4-BE49-F238E27FC236}">
                  <a16:creationId xmlns:a16="http://schemas.microsoft.com/office/drawing/2014/main" id="{BC6ECCFF-AB27-2BCE-9053-3DDB9CBEF028}"/>
                </a:ext>
              </a:extLst>
            </p:cNvPr>
            <p:cNvGraphicFramePr/>
            <p:nvPr/>
          </p:nvGraphicFramePr>
          <p:xfrm>
            <a:off x="3382378" y="2716181"/>
            <a:ext cx="1625689" cy="1083793"/>
          </p:xfrm>
          <a:graphic>
            <a:graphicData uri="http://schemas.openxmlformats.org/drawingml/2006/chart">
              <c:chart xmlns:c="http://schemas.openxmlformats.org/drawingml/2006/chart" xmlns:r="http://schemas.openxmlformats.org/officeDocument/2006/relationships" r:id="rId4"/>
            </a:graphicData>
          </a:graphic>
        </p:graphicFrame>
        <p:grpSp>
          <p:nvGrpSpPr>
            <p:cNvPr id="205" name="Group 4">
              <a:extLst>
                <a:ext uri="{FF2B5EF4-FFF2-40B4-BE49-F238E27FC236}">
                  <a16:creationId xmlns:a16="http://schemas.microsoft.com/office/drawing/2014/main" id="{AC0BC228-C8A2-D356-4708-E913147862CF}"/>
                </a:ext>
              </a:extLst>
            </p:cNvPr>
            <p:cNvGrpSpPr>
              <a:grpSpLocks noChangeAspect="1"/>
            </p:cNvGrpSpPr>
            <p:nvPr/>
          </p:nvGrpSpPr>
          <p:grpSpPr bwMode="auto">
            <a:xfrm>
              <a:off x="3491051" y="2968121"/>
              <a:ext cx="177410" cy="476921"/>
              <a:chOff x="5087" y="-142"/>
              <a:chExt cx="1607" cy="4320"/>
            </a:xfrm>
          </p:grpSpPr>
          <p:sp>
            <p:nvSpPr>
              <p:cNvPr id="206" name="AutoShape 3">
                <a:extLst>
                  <a:ext uri="{FF2B5EF4-FFF2-40B4-BE49-F238E27FC236}">
                    <a16:creationId xmlns:a16="http://schemas.microsoft.com/office/drawing/2014/main" id="{8F026C58-E190-846C-C1EB-11F1E513AE64}"/>
                  </a:ext>
                </a:extLst>
              </p:cNvPr>
              <p:cNvSpPr>
                <a:spLocks noChangeAspect="1" noChangeArrowheads="1" noTextEdit="1"/>
              </p:cNvSpPr>
              <p:nvPr/>
            </p:nvSpPr>
            <p:spPr bwMode="auto">
              <a:xfrm>
                <a:off x="5087" y="-142"/>
                <a:ext cx="1607" cy="4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noProof="0"/>
              </a:p>
            </p:txBody>
          </p:sp>
          <p:sp>
            <p:nvSpPr>
              <p:cNvPr id="207" name="Freeform 5">
                <a:extLst>
                  <a:ext uri="{FF2B5EF4-FFF2-40B4-BE49-F238E27FC236}">
                    <a16:creationId xmlns:a16="http://schemas.microsoft.com/office/drawing/2014/main" id="{4DD1F2B2-90BC-21E7-692C-DDFEC097327B}"/>
                  </a:ext>
                </a:extLst>
              </p:cNvPr>
              <p:cNvSpPr>
                <a:spLocks/>
              </p:cNvSpPr>
              <p:nvPr/>
            </p:nvSpPr>
            <p:spPr bwMode="auto">
              <a:xfrm>
                <a:off x="5087" y="637"/>
                <a:ext cx="1607" cy="3541"/>
              </a:xfrm>
              <a:custGeom>
                <a:avLst/>
                <a:gdLst>
                  <a:gd name="T0" fmla="*/ 371 w 1607"/>
                  <a:gd name="T1" fmla="*/ 3383 h 3541"/>
                  <a:gd name="T2" fmla="*/ 400 w 1607"/>
                  <a:gd name="T3" fmla="*/ 3455 h 3541"/>
                  <a:gd name="T4" fmla="*/ 454 w 1607"/>
                  <a:gd name="T5" fmla="*/ 3507 h 3541"/>
                  <a:gd name="T6" fmla="*/ 524 w 1607"/>
                  <a:gd name="T7" fmla="*/ 3537 h 3541"/>
                  <a:gd name="T8" fmla="*/ 584 w 1607"/>
                  <a:gd name="T9" fmla="*/ 3541 h 3541"/>
                  <a:gd name="T10" fmla="*/ 659 w 1607"/>
                  <a:gd name="T11" fmla="*/ 3518 h 3541"/>
                  <a:gd name="T12" fmla="*/ 716 w 1607"/>
                  <a:gd name="T13" fmla="*/ 3469 h 3541"/>
                  <a:gd name="T14" fmla="*/ 752 w 1607"/>
                  <a:gd name="T15" fmla="*/ 3402 h 3541"/>
                  <a:gd name="T16" fmla="*/ 761 w 1607"/>
                  <a:gd name="T17" fmla="*/ 1686 h 3541"/>
                  <a:gd name="T18" fmla="*/ 850 w 1607"/>
                  <a:gd name="T19" fmla="*/ 3364 h 3541"/>
                  <a:gd name="T20" fmla="*/ 874 w 1607"/>
                  <a:gd name="T21" fmla="*/ 3437 h 3541"/>
                  <a:gd name="T22" fmla="*/ 922 w 1607"/>
                  <a:gd name="T23" fmla="*/ 3496 h 3541"/>
                  <a:gd name="T24" fmla="*/ 988 w 1607"/>
                  <a:gd name="T25" fmla="*/ 3532 h 3541"/>
                  <a:gd name="T26" fmla="*/ 1047 w 1607"/>
                  <a:gd name="T27" fmla="*/ 3541 h 3541"/>
                  <a:gd name="T28" fmla="*/ 1123 w 1607"/>
                  <a:gd name="T29" fmla="*/ 3526 h 3541"/>
                  <a:gd name="T30" fmla="*/ 1186 w 1607"/>
                  <a:gd name="T31" fmla="*/ 3484 h 3541"/>
                  <a:gd name="T32" fmla="*/ 1229 w 1607"/>
                  <a:gd name="T33" fmla="*/ 3421 h 3541"/>
                  <a:gd name="T34" fmla="*/ 1245 w 1607"/>
                  <a:gd name="T35" fmla="*/ 3344 h 3541"/>
                  <a:gd name="T36" fmla="*/ 1332 w 1607"/>
                  <a:gd name="T37" fmla="*/ 1539 h 3541"/>
                  <a:gd name="T38" fmla="*/ 1344 w 1607"/>
                  <a:gd name="T39" fmla="*/ 1609 h 3541"/>
                  <a:gd name="T40" fmla="*/ 1375 w 1607"/>
                  <a:gd name="T41" fmla="*/ 1659 h 3541"/>
                  <a:gd name="T42" fmla="*/ 1419 w 1607"/>
                  <a:gd name="T43" fmla="*/ 1688 h 3541"/>
                  <a:gd name="T44" fmla="*/ 1470 w 1607"/>
                  <a:gd name="T45" fmla="*/ 1698 h 3541"/>
                  <a:gd name="T46" fmla="*/ 1521 w 1607"/>
                  <a:gd name="T47" fmla="*/ 1688 h 3541"/>
                  <a:gd name="T48" fmla="*/ 1565 w 1607"/>
                  <a:gd name="T49" fmla="*/ 1659 h 3541"/>
                  <a:gd name="T50" fmla="*/ 1595 w 1607"/>
                  <a:gd name="T51" fmla="*/ 1609 h 3541"/>
                  <a:gd name="T52" fmla="*/ 1607 w 1607"/>
                  <a:gd name="T53" fmla="*/ 1539 h 3541"/>
                  <a:gd name="T54" fmla="*/ 1601 w 1607"/>
                  <a:gd name="T55" fmla="*/ 376 h 3541"/>
                  <a:gd name="T56" fmla="*/ 1568 w 1607"/>
                  <a:gd name="T57" fmla="*/ 251 h 3541"/>
                  <a:gd name="T58" fmla="*/ 1528 w 1607"/>
                  <a:gd name="T59" fmla="*/ 177 h 3541"/>
                  <a:gd name="T60" fmla="*/ 1477 w 1607"/>
                  <a:gd name="T61" fmla="*/ 112 h 3541"/>
                  <a:gd name="T62" fmla="*/ 1413 w 1607"/>
                  <a:gd name="T63" fmla="*/ 60 h 3541"/>
                  <a:gd name="T64" fmla="*/ 1335 w 1607"/>
                  <a:gd name="T65" fmla="*/ 22 h 3541"/>
                  <a:gd name="T66" fmla="*/ 1246 w 1607"/>
                  <a:gd name="T67" fmla="*/ 3 h 3541"/>
                  <a:gd name="T68" fmla="*/ 406 w 1607"/>
                  <a:gd name="T69" fmla="*/ 0 h 3541"/>
                  <a:gd name="T70" fmla="*/ 317 w 1607"/>
                  <a:gd name="T71" fmla="*/ 9 h 3541"/>
                  <a:gd name="T72" fmla="*/ 238 w 1607"/>
                  <a:gd name="T73" fmla="*/ 35 h 3541"/>
                  <a:gd name="T74" fmla="*/ 168 w 1607"/>
                  <a:gd name="T75" fmla="*/ 77 h 3541"/>
                  <a:gd name="T76" fmla="*/ 110 w 1607"/>
                  <a:gd name="T77" fmla="*/ 133 h 3541"/>
                  <a:gd name="T78" fmla="*/ 63 w 1607"/>
                  <a:gd name="T79" fmla="*/ 200 h 3541"/>
                  <a:gd name="T80" fmla="*/ 29 w 1607"/>
                  <a:gd name="T81" fmla="*/ 278 h 3541"/>
                  <a:gd name="T82" fmla="*/ 7 w 1607"/>
                  <a:gd name="T83" fmla="*/ 364 h 3541"/>
                  <a:gd name="T84" fmla="*/ 0 w 1607"/>
                  <a:gd name="T85" fmla="*/ 456 h 3541"/>
                  <a:gd name="T86" fmla="*/ 4 w 1607"/>
                  <a:gd name="T87" fmla="*/ 1575 h 3541"/>
                  <a:gd name="T88" fmla="*/ 26 w 1607"/>
                  <a:gd name="T89" fmla="*/ 1635 h 3541"/>
                  <a:gd name="T90" fmla="*/ 66 w 1607"/>
                  <a:gd name="T91" fmla="*/ 1675 h 3541"/>
                  <a:gd name="T92" fmla="*/ 114 w 1607"/>
                  <a:gd name="T93" fmla="*/ 1694 h 3541"/>
                  <a:gd name="T94" fmla="*/ 165 w 1607"/>
                  <a:gd name="T95" fmla="*/ 1694 h 3541"/>
                  <a:gd name="T96" fmla="*/ 215 w 1607"/>
                  <a:gd name="T97" fmla="*/ 1675 h 3541"/>
                  <a:gd name="T98" fmla="*/ 253 w 1607"/>
                  <a:gd name="T99" fmla="*/ 1635 h 3541"/>
                  <a:gd name="T100" fmla="*/ 275 w 1607"/>
                  <a:gd name="T101" fmla="*/ 1575 h 3541"/>
                  <a:gd name="T102" fmla="*/ 367 w 1607"/>
                  <a:gd name="T103" fmla="*/ 485 h 3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607" h="3541">
                    <a:moveTo>
                      <a:pt x="367" y="3344"/>
                    </a:moveTo>
                    <a:lnTo>
                      <a:pt x="367" y="3344"/>
                    </a:lnTo>
                    <a:lnTo>
                      <a:pt x="368" y="3364"/>
                    </a:lnTo>
                    <a:lnTo>
                      <a:pt x="371" y="3383"/>
                    </a:lnTo>
                    <a:lnTo>
                      <a:pt x="375" y="3402"/>
                    </a:lnTo>
                    <a:lnTo>
                      <a:pt x="383" y="3421"/>
                    </a:lnTo>
                    <a:lnTo>
                      <a:pt x="390" y="3437"/>
                    </a:lnTo>
                    <a:lnTo>
                      <a:pt x="400" y="3455"/>
                    </a:lnTo>
                    <a:lnTo>
                      <a:pt x="412" y="3469"/>
                    </a:lnTo>
                    <a:lnTo>
                      <a:pt x="425" y="3484"/>
                    </a:lnTo>
                    <a:lnTo>
                      <a:pt x="438" y="3496"/>
                    </a:lnTo>
                    <a:lnTo>
                      <a:pt x="454" y="3507"/>
                    </a:lnTo>
                    <a:lnTo>
                      <a:pt x="470" y="3518"/>
                    </a:lnTo>
                    <a:lnTo>
                      <a:pt x="486" y="3526"/>
                    </a:lnTo>
                    <a:lnTo>
                      <a:pt x="505" y="3532"/>
                    </a:lnTo>
                    <a:lnTo>
                      <a:pt x="524" y="3537"/>
                    </a:lnTo>
                    <a:lnTo>
                      <a:pt x="543" y="3541"/>
                    </a:lnTo>
                    <a:lnTo>
                      <a:pt x="564" y="3541"/>
                    </a:lnTo>
                    <a:lnTo>
                      <a:pt x="564" y="3541"/>
                    </a:lnTo>
                    <a:lnTo>
                      <a:pt x="584" y="3541"/>
                    </a:lnTo>
                    <a:lnTo>
                      <a:pt x="603" y="3537"/>
                    </a:lnTo>
                    <a:lnTo>
                      <a:pt x="622" y="3532"/>
                    </a:lnTo>
                    <a:lnTo>
                      <a:pt x="641" y="3526"/>
                    </a:lnTo>
                    <a:lnTo>
                      <a:pt x="659" y="3518"/>
                    </a:lnTo>
                    <a:lnTo>
                      <a:pt x="675" y="3507"/>
                    </a:lnTo>
                    <a:lnTo>
                      <a:pt x="690" y="3496"/>
                    </a:lnTo>
                    <a:lnTo>
                      <a:pt x="704" y="3484"/>
                    </a:lnTo>
                    <a:lnTo>
                      <a:pt x="716" y="3469"/>
                    </a:lnTo>
                    <a:lnTo>
                      <a:pt x="728" y="3455"/>
                    </a:lnTo>
                    <a:lnTo>
                      <a:pt x="738" y="3437"/>
                    </a:lnTo>
                    <a:lnTo>
                      <a:pt x="747" y="3421"/>
                    </a:lnTo>
                    <a:lnTo>
                      <a:pt x="752" y="3402"/>
                    </a:lnTo>
                    <a:lnTo>
                      <a:pt x="758" y="3383"/>
                    </a:lnTo>
                    <a:lnTo>
                      <a:pt x="761" y="3364"/>
                    </a:lnTo>
                    <a:lnTo>
                      <a:pt x="761" y="3344"/>
                    </a:lnTo>
                    <a:lnTo>
                      <a:pt x="761" y="1686"/>
                    </a:lnTo>
                    <a:lnTo>
                      <a:pt x="850" y="1686"/>
                    </a:lnTo>
                    <a:lnTo>
                      <a:pt x="849" y="3344"/>
                    </a:lnTo>
                    <a:lnTo>
                      <a:pt x="849" y="3344"/>
                    </a:lnTo>
                    <a:lnTo>
                      <a:pt x="850" y="3364"/>
                    </a:lnTo>
                    <a:lnTo>
                      <a:pt x="853" y="3383"/>
                    </a:lnTo>
                    <a:lnTo>
                      <a:pt x="858" y="3402"/>
                    </a:lnTo>
                    <a:lnTo>
                      <a:pt x="865" y="3421"/>
                    </a:lnTo>
                    <a:lnTo>
                      <a:pt x="874" y="3437"/>
                    </a:lnTo>
                    <a:lnTo>
                      <a:pt x="882" y="3455"/>
                    </a:lnTo>
                    <a:lnTo>
                      <a:pt x="894" y="3469"/>
                    </a:lnTo>
                    <a:lnTo>
                      <a:pt x="907" y="3484"/>
                    </a:lnTo>
                    <a:lnTo>
                      <a:pt x="922" y="3496"/>
                    </a:lnTo>
                    <a:lnTo>
                      <a:pt x="936" y="3507"/>
                    </a:lnTo>
                    <a:lnTo>
                      <a:pt x="953" y="3518"/>
                    </a:lnTo>
                    <a:lnTo>
                      <a:pt x="970" y="3526"/>
                    </a:lnTo>
                    <a:lnTo>
                      <a:pt x="988" y="3532"/>
                    </a:lnTo>
                    <a:lnTo>
                      <a:pt x="1007" y="3537"/>
                    </a:lnTo>
                    <a:lnTo>
                      <a:pt x="1027" y="3541"/>
                    </a:lnTo>
                    <a:lnTo>
                      <a:pt x="1047" y="3541"/>
                    </a:lnTo>
                    <a:lnTo>
                      <a:pt x="1047" y="3541"/>
                    </a:lnTo>
                    <a:lnTo>
                      <a:pt x="1066" y="3541"/>
                    </a:lnTo>
                    <a:lnTo>
                      <a:pt x="1087" y="3537"/>
                    </a:lnTo>
                    <a:lnTo>
                      <a:pt x="1106" y="3532"/>
                    </a:lnTo>
                    <a:lnTo>
                      <a:pt x="1123" y="3526"/>
                    </a:lnTo>
                    <a:lnTo>
                      <a:pt x="1141" y="3518"/>
                    </a:lnTo>
                    <a:lnTo>
                      <a:pt x="1157" y="3507"/>
                    </a:lnTo>
                    <a:lnTo>
                      <a:pt x="1173" y="3496"/>
                    </a:lnTo>
                    <a:lnTo>
                      <a:pt x="1186" y="3484"/>
                    </a:lnTo>
                    <a:lnTo>
                      <a:pt x="1199" y="3469"/>
                    </a:lnTo>
                    <a:lnTo>
                      <a:pt x="1211" y="3455"/>
                    </a:lnTo>
                    <a:lnTo>
                      <a:pt x="1220" y="3437"/>
                    </a:lnTo>
                    <a:lnTo>
                      <a:pt x="1229" y="3421"/>
                    </a:lnTo>
                    <a:lnTo>
                      <a:pt x="1236" y="3402"/>
                    </a:lnTo>
                    <a:lnTo>
                      <a:pt x="1240" y="3383"/>
                    </a:lnTo>
                    <a:lnTo>
                      <a:pt x="1243" y="3364"/>
                    </a:lnTo>
                    <a:lnTo>
                      <a:pt x="1245" y="3344"/>
                    </a:lnTo>
                    <a:lnTo>
                      <a:pt x="1245" y="485"/>
                    </a:lnTo>
                    <a:lnTo>
                      <a:pt x="1332" y="485"/>
                    </a:lnTo>
                    <a:lnTo>
                      <a:pt x="1332" y="1539"/>
                    </a:lnTo>
                    <a:lnTo>
                      <a:pt x="1332" y="1539"/>
                    </a:lnTo>
                    <a:lnTo>
                      <a:pt x="1332" y="1558"/>
                    </a:lnTo>
                    <a:lnTo>
                      <a:pt x="1335" y="1575"/>
                    </a:lnTo>
                    <a:lnTo>
                      <a:pt x="1338" y="1593"/>
                    </a:lnTo>
                    <a:lnTo>
                      <a:pt x="1344" y="1609"/>
                    </a:lnTo>
                    <a:lnTo>
                      <a:pt x="1350" y="1622"/>
                    </a:lnTo>
                    <a:lnTo>
                      <a:pt x="1357" y="1635"/>
                    </a:lnTo>
                    <a:lnTo>
                      <a:pt x="1366" y="1647"/>
                    </a:lnTo>
                    <a:lnTo>
                      <a:pt x="1375" y="1659"/>
                    </a:lnTo>
                    <a:lnTo>
                      <a:pt x="1385" y="1667"/>
                    </a:lnTo>
                    <a:lnTo>
                      <a:pt x="1395" y="1675"/>
                    </a:lnTo>
                    <a:lnTo>
                      <a:pt x="1407" y="1682"/>
                    </a:lnTo>
                    <a:lnTo>
                      <a:pt x="1419" y="1688"/>
                    </a:lnTo>
                    <a:lnTo>
                      <a:pt x="1432" y="1692"/>
                    </a:lnTo>
                    <a:lnTo>
                      <a:pt x="1443" y="1695"/>
                    </a:lnTo>
                    <a:lnTo>
                      <a:pt x="1457" y="1697"/>
                    </a:lnTo>
                    <a:lnTo>
                      <a:pt x="1470" y="1698"/>
                    </a:lnTo>
                    <a:lnTo>
                      <a:pt x="1483" y="1697"/>
                    </a:lnTo>
                    <a:lnTo>
                      <a:pt x="1496" y="1695"/>
                    </a:lnTo>
                    <a:lnTo>
                      <a:pt x="1508" y="1692"/>
                    </a:lnTo>
                    <a:lnTo>
                      <a:pt x="1521" y="1688"/>
                    </a:lnTo>
                    <a:lnTo>
                      <a:pt x="1532" y="1682"/>
                    </a:lnTo>
                    <a:lnTo>
                      <a:pt x="1544" y="1675"/>
                    </a:lnTo>
                    <a:lnTo>
                      <a:pt x="1554" y="1667"/>
                    </a:lnTo>
                    <a:lnTo>
                      <a:pt x="1565" y="1659"/>
                    </a:lnTo>
                    <a:lnTo>
                      <a:pt x="1573" y="1647"/>
                    </a:lnTo>
                    <a:lnTo>
                      <a:pt x="1582" y="1635"/>
                    </a:lnTo>
                    <a:lnTo>
                      <a:pt x="1589" y="1622"/>
                    </a:lnTo>
                    <a:lnTo>
                      <a:pt x="1595" y="1609"/>
                    </a:lnTo>
                    <a:lnTo>
                      <a:pt x="1601" y="1593"/>
                    </a:lnTo>
                    <a:lnTo>
                      <a:pt x="1604" y="1575"/>
                    </a:lnTo>
                    <a:lnTo>
                      <a:pt x="1607" y="1558"/>
                    </a:lnTo>
                    <a:lnTo>
                      <a:pt x="1607" y="1539"/>
                    </a:lnTo>
                    <a:lnTo>
                      <a:pt x="1607" y="463"/>
                    </a:lnTo>
                    <a:lnTo>
                      <a:pt x="1607" y="463"/>
                    </a:lnTo>
                    <a:lnTo>
                      <a:pt x="1606" y="419"/>
                    </a:lnTo>
                    <a:lnTo>
                      <a:pt x="1601" y="376"/>
                    </a:lnTo>
                    <a:lnTo>
                      <a:pt x="1592" y="333"/>
                    </a:lnTo>
                    <a:lnTo>
                      <a:pt x="1582" y="292"/>
                    </a:lnTo>
                    <a:lnTo>
                      <a:pt x="1575" y="272"/>
                    </a:lnTo>
                    <a:lnTo>
                      <a:pt x="1568" y="251"/>
                    </a:lnTo>
                    <a:lnTo>
                      <a:pt x="1559" y="232"/>
                    </a:lnTo>
                    <a:lnTo>
                      <a:pt x="1550" y="213"/>
                    </a:lnTo>
                    <a:lnTo>
                      <a:pt x="1540" y="196"/>
                    </a:lnTo>
                    <a:lnTo>
                      <a:pt x="1528" y="177"/>
                    </a:lnTo>
                    <a:lnTo>
                      <a:pt x="1516" y="161"/>
                    </a:lnTo>
                    <a:lnTo>
                      <a:pt x="1505" y="143"/>
                    </a:lnTo>
                    <a:lnTo>
                      <a:pt x="1492" y="127"/>
                    </a:lnTo>
                    <a:lnTo>
                      <a:pt x="1477" y="112"/>
                    </a:lnTo>
                    <a:lnTo>
                      <a:pt x="1462" y="98"/>
                    </a:lnTo>
                    <a:lnTo>
                      <a:pt x="1446" y="85"/>
                    </a:lnTo>
                    <a:lnTo>
                      <a:pt x="1430" y="72"/>
                    </a:lnTo>
                    <a:lnTo>
                      <a:pt x="1413" y="60"/>
                    </a:lnTo>
                    <a:lnTo>
                      <a:pt x="1395" y="50"/>
                    </a:lnTo>
                    <a:lnTo>
                      <a:pt x="1376" y="39"/>
                    </a:lnTo>
                    <a:lnTo>
                      <a:pt x="1356" y="31"/>
                    </a:lnTo>
                    <a:lnTo>
                      <a:pt x="1335" y="22"/>
                    </a:lnTo>
                    <a:lnTo>
                      <a:pt x="1315" y="16"/>
                    </a:lnTo>
                    <a:lnTo>
                      <a:pt x="1293" y="10"/>
                    </a:lnTo>
                    <a:lnTo>
                      <a:pt x="1270" y="6"/>
                    </a:lnTo>
                    <a:lnTo>
                      <a:pt x="1246" y="3"/>
                    </a:lnTo>
                    <a:lnTo>
                      <a:pt x="1221" y="0"/>
                    </a:lnTo>
                    <a:lnTo>
                      <a:pt x="1196" y="0"/>
                    </a:lnTo>
                    <a:lnTo>
                      <a:pt x="406" y="0"/>
                    </a:lnTo>
                    <a:lnTo>
                      <a:pt x="406" y="0"/>
                    </a:lnTo>
                    <a:lnTo>
                      <a:pt x="383" y="0"/>
                    </a:lnTo>
                    <a:lnTo>
                      <a:pt x="361" y="1"/>
                    </a:lnTo>
                    <a:lnTo>
                      <a:pt x="339" y="4"/>
                    </a:lnTo>
                    <a:lnTo>
                      <a:pt x="317" y="9"/>
                    </a:lnTo>
                    <a:lnTo>
                      <a:pt x="297" y="13"/>
                    </a:lnTo>
                    <a:lnTo>
                      <a:pt x="276" y="20"/>
                    </a:lnTo>
                    <a:lnTo>
                      <a:pt x="257" y="26"/>
                    </a:lnTo>
                    <a:lnTo>
                      <a:pt x="238" y="35"/>
                    </a:lnTo>
                    <a:lnTo>
                      <a:pt x="219" y="44"/>
                    </a:lnTo>
                    <a:lnTo>
                      <a:pt x="202" y="54"/>
                    </a:lnTo>
                    <a:lnTo>
                      <a:pt x="184" y="66"/>
                    </a:lnTo>
                    <a:lnTo>
                      <a:pt x="168" y="77"/>
                    </a:lnTo>
                    <a:lnTo>
                      <a:pt x="153" y="89"/>
                    </a:lnTo>
                    <a:lnTo>
                      <a:pt x="137" y="104"/>
                    </a:lnTo>
                    <a:lnTo>
                      <a:pt x="124" y="117"/>
                    </a:lnTo>
                    <a:lnTo>
                      <a:pt x="110" y="133"/>
                    </a:lnTo>
                    <a:lnTo>
                      <a:pt x="98" y="149"/>
                    </a:lnTo>
                    <a:lnTo>
                      <a:pt x="85" y="165"/>
                    </a:lnTo>
                    <a:lnTo>
                      <a:pt x="75" y="183"/>
                    </a:lnTo>
                    <a:lnTo>
                      <a:pt x="63" y="200"/>
                    </a:lnTo>
                    <a:lnTo>
                      <a:pt x="54" y="219"/>
                    </a:lnTo>
                    <a:lnTo>
                      <a:pt x="44" y="238"/>
                    </a:lnTo>
                    <a:lnTo>
                      <a:pt x="37" y="257"/>
                    </a:lnTo>
                    <a:lnTo>
                      <a:pt x="29" y="278"/>
                    </a:lnTo>
                    <a:lnTo>
                      <a:pt x="22" y="300"/>
                    </a:lnTo>
                    <a:lnTo>
                      <a:pt x="16" y="320"/>
                    </a:lnTo>
                    <a:lnTo>
                      <a:pt x="12" y="342"/>
                    </a:lnTo>
                    <a:lnTo>
                      <a:pt x="7" y="364"/>
                    </a:lnTo>
                    <a:lnTo>
                      <a:pt x="4" y="387"/>
                    </a:lnTo>
                    <a:lnTo>
                      <a:pt x="3" y="409"/>
                    </a:lnTo>
                    <a:lnTo>
                      <a:pt x="1" y="433"/>
                    </a:lnTo>
                    <a:lnTo>
                      <a:pt x="0" y="456"/>
                    </a:lnTo>
                    <a:lnTo>
                      <a:pt x="0" y="1539"/>
                    </a:lnTo>
                    <a:lnTo>
                      <a:pt x="0" y="1539"/>
                    </a:lnTo>
                    <a:lnTo>
                      <a:pt x="1" y="1558"/>
                    </a:lnTo>
                    <a:lnTo>
                      <a:pt x="4" y="1575"/>
                    </a:lnTo>
                    <a:lnTo>
                      <a:pt x="7" y="1593"/>
                    </a:lnTo>
                    <a:lnTo>
                      <a:pt x="13" y="1608"/>
                    </a:lnTo>
                    <a:lnTo>
                      <a:pt x="19" y="1622"/>
                    </a:lnTo>
                    <a:lnTo>
                      <a:pt x="26" y="1635"/>
                    </a:lnTo>
                    <a:lnTo>
                      <a:pt x="35" y="1647"/>
                    </a:lnTo>
                    <a:lnTo>
                      <a:pt x="44" y="1657"/>
                    </a:lnTo>
                    <a:lnTo>
                      <a:pt x="54" y="1666"/>
                    </a:lnTo>
                    <a:lnTo>
                      <a:pt x="66" y="1675"/>
                    </a:lnTo>
                    <a:lnTo>
                      <a:pt x="76" y="1681"/>
                    </a:lnTo>
                    <a:lnTo>
                      <a:pt x="89" y="1686"/>
                    </a:lnTo>
                    <a:lnTo>
                      <a:pt x="101" y="1691"/>
                    </a:lnTo>
                    <a:lnTo>
                      <a:pt x="114" y="1694"/>
                    </a:lnTo>
                    <a:lnTo>
                      <a:pt x="127" y="1697"/>
                    </a:lnTo>
                    <a:lnTo>
                      <a:pt x="140" y="1697"/>
                    </a:lnTo>
                    <a:lnTo>
                      <a:pt x="152" y="1697"/>
                    </a:lnTo>
                    <a:lnTo>
                      <a:pt x="165" y="1694"/>
                    </a:lnTo>
                    <a:lnTo>
                      <a:pt x="178" y="1691"/>
                    </a:lnTo>
                    <a:lnTo>
                      <a:pt x="190" y="1686"/>
                    </a:lnTo>
                    <a:lnTo>
                      <a:pt x="203" y="1681"/>
                    </a:lnTo>
                    <a:lnTo>
                      <a:pt x="215" y="1675"/>
                    </a:lnTo>
                    <a:lnTo>
                      <a:pt x="225" y="1666"/>
                    </a:lnTo>
                    <a:lnTo>
                      <a:pt x="235" y="1657"/>
                    </a:lnTo>
                    <a:lnTo>
                      <a:pt x="244" y="1647"/>
                    </a:lnTo>
                    <a:lnTo>
                      <a:pt x="253" y="1635"/>
                    </a:lnTo>
                    <a:lnTo>
                      <a:pt x="260" y="1622"/>
                    </a:lnTo>
                    <a:lnTo>
                      <a:pt x="266" y="1608"/>
                    </a:lnTo>
                    <a:lnTo>
                      <a:pt x="272" y="1593"/>
                    </a:lnTo>
                    <a:lnTo>
                      <a:pt x="275" y="1575"/>
                    </a:lnTo>
                    <a:lnTo>
                      <a:pt x="278" y="1558"/>
                    </a:lnTo>
                    <a:lnTo>
                      <a:pt x="279" y="1539"/>
                    </a:lnTo>
                    <a:lnTo>
                      <a:pt x="279" y="485"/>
                    </a:lnTo>
                    <a:lnTo>
                      <a:pt x="367" y="485"/>
                    </a:lnTo>
                    <a:lnTo>
                      <a:pt x="367" y="3344"/>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a:p>
            </p:txBody>
          </p:sp>
          <p:sp>
            <p:nvSpPr>
              <p:cNvPr id="208" name="Freeform 6">
                <a:extLst>
                  <a:ext uri="{FF2B5EF4-FFF2-40B4-BE49-F238E27FC236}">
                    <a16:creationId xmlns:a16="http://schemas.microsoft.com/office/drawing/2014/main" id="{8D93C9C5-F54A-A7C6-7916-75FBDCC457D3}"/>
                  </a:ext>
                </a:extLst>
              </p:cNvPr>
              <p:cNvSpPr>
                <a:spLocks/>
              </p:cNvSpPr>
              <p:nvPr/>
            </p:nvSpPr>
            <p:spPr bwMode="auto">
              <a:xfrm>
                <a:off x="5518" y="-142"/>
                <a:ext cx="704" cy="704"/>
              </a:xfrm>
              <a:custGeom>
                <a:avLst/>
                <a:gdLst>
                  <a:gd name="T0" fmla="*/ 352 w 704"/>
                  <a:gd name="T1" fmla="*/ 0 h 704"/>
                  <a:gd name="T2" fmla="*/ 389 w 704"/>
                  <a:gd name="T3" fmla="*/ 1 h 704"/>
                  <a:gd name="T4" fmla="*/ 424 w 704"/>
                  <a:gd name="T5" fmla="*/ 7 h 704"/>
                  <a:gd name="T6" fmla="*/ 489 w 704"/>
                  <a:gd name="T7" fmla="*/ 28 h 704"/>
                  <a:gd name="T8" fmla="*/ 549 w 704"/>
                  <a:gd name="T9" fmla="*/ 60 h 704"/>
                  <a:gd name="T10" fmla="*/ 602 w 704"/>
                  <a:gd name="T11" fmla="*/ 104 h 704"/>
                  <a:gd name="T12" fmla="*/ 644 w 704"/>
                  <a:gd name="T13" fmla="*/ 155 h 704"/>
                  <a:gd name="T14" fmla="*/ 676 w 704"/>
                  <a:gd name="T15" fmla="*/ 215 h 704"/>
                  <a:gd name="T16" fmla="*/ 697 w 704"/>
                  <a:gd name="T17" fmla="*/ 282 h 704"/>
                  <a:gd name="T18" fmla="*/ 703 w 704"/>
                  <a:gd name="T19" fmla="*/ 317 h 704"/>
                  <a:gd name="T20" fmla="*/ 704 w 704"/>
                  <a:gd name="T21" fmla="*/ 352 h 704"/>
                  <a:gd name="T22" fmla="*/ 704 w 704"/>
                  <a:gd name="T23" fmla="*/ 371 h 704"/>
                  <a:gd name="T24" fmla="*/ 700 w 704"/>
                  <a:gd name="T25" fmla="*/ 406 h 704"/>
                  <a:gd name="T26" fmla="*/ 688 w 704"/>
                  <a:gd name="T27" fmla="*/ 457 h 704"/>
                  <a:gd name="T28" fmla="*/ 662 w 704"/>
                  <a:gd name="T29" fmla="*/ 520 h 704"/>
                  <a:gd name="T30" fmla="*/ 624 w 704"/>
                  <a:gd name="T31" fmla="*/ 577 h 704"/>
                  <a:gd name="T32" fmla="*/ 576 w 704"/>
                  <a:gd name="T33" fmla="*/ 624 h 704"/>
                  <a:gd name="T34" fmla="*/ 520 w 704"/>
                  <a:gd name="T35" fmla="*/ 662 h 704"/>
                  <a:gd name="T36" fmla="*/ 457 w 704"/>
                  <a:gd name="T37" fmla="*/ 690 h 704"/>
                  <a:gd name="T38" fmla="*/ 406 w 704"/>
                  <a:gd name="T39" fmla="*/ 701 h 704"/>
                  <a:gd name="T40" fmla="*/ 370 w 704"/>
                  <a:gd name="T41" fmla="*/ 704 h 704"/>
                  <a:gd name="T42" fmla="*/ 352 w 704"/>
                  <a:gd name="T43" fmla="*/ 704 h 704"/>
                  <a:gd name="T44" fmla="*/ 316 w 704"/>
                  <a:gd name="T45" fmla="*/ 703 h 704"/>
                  <a:gd name="T46" fmla="*/ 280 w 704"/>
                  <a:gd name="T47" fmla="*/ 699 h 704"/>
                  <a:gd name="T48" fmla="*/ 215 w 704"/>
                  <a:gd name="T49" fmla="*/ 677 h 704"/>
                  <a:gd name="T50" fmla="*/ 155 w 704"/>
                  <a:gd name="T51" fmla="*/ 644 h 704"/>
                  <a:gd name="T52" fmla="*/ 102 w 704"/>
                  <a:gd name="T53" fmla="*/ 602 h 704"/>
                  <a:gd name="T54" fmla="*/ 60 w 704"/>
                  <a:gd name="T55" fmla="*/ 549 h 704"/>
                  <a:gd name="T56" fmla="*/ 28 w 704"/>
                  <a:gd name="T57" fmla="*/ 490 h 704"/>
                  <a:gd name="T58" fmla="*/ 7 w 704"/>
                  <a:gd name="T59" fmla="*/ 424 h 704"/>
                  <a:gd name="T60" fmla="*/ 1 w 704"/>
                  <a:gd name="T61" fmla="*/ 389 h 704"/>
                  <a:gd name="T62" fmla="*/ 0 w 704"/>
                  <a:gd name="T63" fmla="*/ 352 h 704"/>
                  <a:gd name="T64" fmla="*/ 0 w 704"/>
                  <a:gd name="T65" fmla="*/ 335 h 704"/>
                  <a:gd name="T66" fmla="*/ 4 w 704"/>
                  <a:gd name="T67" fmla="*/ 298 h 704"/>
                  <a:gd name="T68" fmla="*/ 16 w 704"/>
                  <a:gd name="T69" fmla="*/ 247 h 704"/>
                  <a:gd name="T70" fmla="*/ 42 w 704"/>
                  <a:gd name="T71" fmla="*/ 184 h 704"/>
                  <a:gd name="T72" fmla="*/ 80 w 704"/>
                  <a:gd name="T73" fmla="*/ 129 h 704"/>
                  <a:gd name="T74" fmla="*/ 129 w 704"/>
                  <a:gd name="T75" fmla="*/ 80 h 704"/>
                  <a:gd name="T76" fmla="*/ 184 w 704"/>
                  <a:gd name="T77" fmla="*/ 42 h 704"/>
                  <a:gd name="T78" fmla="*/ 247 w 704"/>
                  <a:gd name="T79" fmla="*/ 16 h 704"/>
                  <a:gd name="T80" fmla="*/ 298 w 704"/>
                  <a:gd name="T81" fmla="*/ 4 h 704"/>
                  <a:gd name="T82" fmla="*/ 335 w 704"/>
                  <a:gd name="T83" fmla="*/ 0 h 704"/>
                  <a:gd name="T84" fmla="*/ 352 w 704"/>
                  <a:gd name="T85" fmla="*/ 0 h 7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04" h="704">
                    <a:moveTo>
                      <a:pt x="352" y="0"/>
                    </a:moveTo>
                    <a:lnTo>
                      <a:pt x="352" y="0"/>
                    </a:lnTo>
                    <a:lnTo>
                      <a:pt x="370" y="0"/>
                    </a:lnTo>
                    <a:lnTo>
                      <a:pt x="389" y="1"/>
                    </a:lnTo>
                    <a:lnTo>
                      <a:pt x="406" y="4"/>
                    </a:lnTo>
                    <a:lnTo>
                      <a:pt x="424" y="7"/>
                    </a:lnTo>
                    <a:lnTo>
                      <a:pt x="457" y="16"/>
                    </a:lnTo>
                    <a:lnTo>
                      <a:pt x="489" y="28"/>
                    </a:lnTo>
                    <a:lnTo>
                      <a:pt x="520" y="42"/>
                    </a:lnTo>
                    <a:lnTo>
                      <a:pt x="549" y="60"/>
                    </a:lnTo>
                    <a:lnTo>
                      <a:pt x="576" y="80"/>
                    </a:lnTo>
                    <a:lnTo>
                      <a:pt x="602" y="104"/>
                    </a:lnTo>
                    <a:lnTo>
                      <a:pt x="624" y="129"/>
                    </a:lnTo>
                    <a:lnTo>
                      <a:pt x="644" y="155"/>
                    </a:lnTo>
                    <a:lnTo>
                      <a:pt x="662" y="184"/>
                    </a:lnTo>
                    <a:lnTo>
                      <a:pt x="676" y="215"/>
                    </a:lnTo>
                    <a:lnTo>
                      <a:pt x="688" y="247"/>
                    </a:lnTo>
                    <a:lnTo>
                      <a:pt x="697" y="282"/>
                    </a:lnTo>
                    <a:lnTo>
                      <a:pt x="700" y="298"/>
                    </a:lnTo>
                    <a:lnTo>
                      <a:pt x="703" y="317"/>
                    </a:lnTo>
                    <a:lnTo>
                      <a:pt x="704" y="335"/>
                    </a:lnTo>
                    <a:lnTo>
                      <a:pt x="704" y="352"/>
                    </a:lnTo>
                    <a:lnTo>
                      <a:pt x="704" y="352"/>
                    </a:lnTo>
                    <a:lnTo>
                      <a:pt x="704" y="371"/>
                    </a:lnTo>
                    <a:lnTo>
                      <a:pt x="703" y="389"/>
                    </a:lnTo>
                    <a:lnTo>
                      <a:pt x="700" y="406"/>
                    </a:lnTo>
                    <a:lnTo>
                      <a:pt x="697" y="424"/>
                    </a:lnTo>
                    <a:lnTo>
                      <a:pt x="688" y="457"/>
                    </a:lnTo>
                    <a:lnTo>
                      <a:pt x="676" y="490"/>
                    </a:lnTo>
                    <a:lnTo>
                      <a:pt x="662" y="520"/>
                    </a:lnTo>
                    <a:lnTo>
                      <a:pt x="644" y="549"/>
                    </a:lnTo>
                    <a:lnTo>
                      <a:pt x="624" y="577"/>
                    </a:lnTo>
                    <a:lnTo>
                      <a:pt x="602" y="602"/>
                    </a:lnTo>
                    <a:lnTo>
                      <a:pt x="576" y="624"/>
                    </a:lnTo>
                    <a:lnTo>
                      <a:pt x="549" y="644"/>
                    </a:lnTo>
                    <a:lnTo>
                      <a:pt x="520" y="662"/>
                    </a:lnTo>
                    <a:lnTo>
                      <a:pt x="489" y="677"/>
                    </a:lnTo>
                    <a:lnTo>
                      <a:pt x="457" y="690"/>
                    </a:lnTo>
                    <a:lnTo>
                      <a:pt x="424" y="699"/>
                    </a:lnTo>
                    <a:lnTo>
                      <a:pt x="406" y="701"/>
                    </a:lnTo>
                    <a:lnTo>
                      <a:pt x="389" y="703"/>
                    </a:lnTo>
                    <a:lnTo>
                      <a:pt x="370" y="704"/>
                    </a:lnTo>
                    <a:lnTo>
                      <a:pt x="352" y="704"/>
                    </a:lnTo>
                    <a:lnTo>
                      <a:pt x="352" y="704"/>
                    </a:lnTo>
                    <a:lnTo>
                      <a:pt x="335" y="704"/>
                    </a:lnTo>
                    <a:lnTo>
                      <a:pt x="316" y="703"/>
                    </a:lnTo>
                    <a:lnTo>
                      <a:pt x="298" y="701"/>
                    </a:lnTo>
                    <a:lnTo>
                      <a:pt x="280" y="699"/>
                    </a:lnTo>
                    <a:lnTo>
                      <a:pt x="247" y="690"/>
                    </a:lnTo>
                    <a:lnTo>
                      <a:pt x="215" y="677"/>
                    </a:lnTo>
                    <a:lnTo>
                      <a:pt x="184" y="662"/>
                    </a:lnTo>
                    <a:lnTo>
                      <a:pt x="155" y="644"/>
                    </a:lnTo>
                    <a:lnTo>
                      <a:pt x="129" y="624"/>
                    </a:lnTo>
                    <a:lnTo>
                      <a:pt x="102" y="602"/>
                    </a:lnTo>
                    <a:lnTo>
                      <a:pt x="80" y="577"/>
                    </a:lnTo>
                    <a:lnTo>
                      <a:pt x="60" y="549"/>
                    </a:lnTo>
                    <a:lnTo>
                      <a:pt x="42" y="520"/>
                    </a:lnTo>
                    <a:lnTo>
                      <a:pt x="28" y="490"/>
                    </a:lnTo>
                    <a:lnTo>
                      <a:pt x="16" y="457"/>
                    </a:lnTo>
                    <a:lnTo>
                      <a:pt x="7" y="424"/>
                    </a:lnTo>
                    <a:lnTo>
                      <a:pt x="4" y="406"/>
                    </a:lnTo>
                    <a:lnTo>
                      <a:pt x="1" y="389"/>
                    </a:lnTo>
                    <a:lnTo>
                      <a:pt x="0" y="371"/>
                    </a:lnTo>
                    <a:lnTo>
                      <a:pt x="0" y="352"/>
                    </a:lnTo>
                    <a:lnTo>
                      <a:pt x="0" y="352"/>
                    </a:lnTo>
                    <a:lnTo>
                      <a:pt x="0" y="335"/>
                    </a:lnTo>
                    <a:lnTo>
                      <a:pt x="1" y="317"/>
                    </a:lnTo>
                    <a:lnTo>
                      <a:pt x="4" y="298"/>
                    </a:lnTo>
                    <a:lnTo>
                      <a:pt x="7" y="282"/>
                    </a:lnTo>
                    <a:lnTo>
                      <a:pt x="16" y="247"/>
                    </a:lnTo>
                    <a:lnTo>
                      <a:pt x="28" y="215"/>
                    </a:lnTo>
                    <a:lnTo>
                      <a:pt x="42" y="184"/>
                    </a:lnTo>
                    <a:lnTo>
                      <a:pt x="60" y="155"/>
                    </a:lnTo>
                    <a:lnTo>
                      <a:pt x="80" y="129"/>
                    </a:lnTo>
                    <a:lnTo>
                      <a:pt x="102" y="104"/>
                    </a:lnTo>
                    <a:lnTo>
                      <a:pt x="129" y="80"/>
                    </a:lnTo>
                    <a:lnTo>
                      <a:pt x="155" y="60"/>
                    </a:lnTo>
                    <a:lnTo>
                      <a:pt x="184" y="42"/>
                    </a:lnTo>
                    <a:lnTo>
                      <a:pt x="215" y="28"/>
                    </a:lnTo>
                    <a:lnTo>
                      <a:pt x="247" y="16"/>
                    </a:lnTo>
                    <a:lnTo>
                      <a:pt x="280" y="7"/>
                    </a:lnTo>
                    <a:lnTo>
                      <a:pt x="298" y="4"/>
                    </a:lnTo>
                    <a:lnTo>
                      <a:pt x="316" y="1"/>
                    </a:lnTo>
                    <a:lnTo>
                      <a:pt x="335" y="0"/>
                    </a:lnTo>
                    <a:lnTo>
                      <a:pt x="352" y="0"/>
                    </a:lnTo>
                    <a:lnTo>
                      <a:pt x="352" y="0"/>
                    </a:lnTo>
                    <a:close/>
                  </a:path>
                </a:pathLst>
              </a:cu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a:p>
            </p:txBody>
          </p:sp>
        </p:grpSp>
        <p:grpSp>
          <p:nvGrpSpPr>
            <p:cNvPr id="209" name="Group 9">
              <a:extLst>
                <a:ext uri="{FF2B5EF4-FFF2-40B4-BE49-F238E27FC236}">
                  <a16:creationId xmlns:a16="http://schemas.microsoft.com/office/drawing/2014/main" id="{1FCBB214-AAEC-500D-7459-6548B9BC1F1C}"/>
                </a:ext>
              </a:extLst>
            </p:cNvPr>
            <p:cNvGrpSpPr>
              <a:grpSpLocks noChangeAspect="1"/>
            </p:cNvGrpSpPr>
            <p:nvPr/>
          </p:nvGrpSpPr>
          <p:grpSpPr bwMode="auto">
            <a:xfrm>
              <a:off x="4754199" y="2964351"/>
              <a:ext cx="218699" cy="476921"/>
              <a:chOff x="2849" y="0"/>
              <a:chExt cx="1981" cy="4320"/>
            </a:xfrm>
          </p:grpSpPr>
          <p:sp>
            <p:nvSpPr>
              <p:cNvPr id="210" name="Freeform 10">
                <a:extLst>
                  <a:ext uri="{FF2B5EF4-FFF2-40B4-BE49-F238E27FC236}">
                    <a16:creationId xmlns:a16="http://schemas.microsoft.com/office/drawing/2014/main" id="{FCD1C4D7-B96A-42E1-4982-0AFD6ACB0FC9}"/>
                  </a:ext>
                </a:extLst>
              </p:cNvPr>
              <p:cNvSpPr>
                <a:spLocks/>
              </p:cNvSpPr>
              <p:nvPr/>
            </p:nvSpPr>
            <p:spPr bwMode="auto">
              <a:xfrm>
                <a:off x="2849" y="779"/>
                <a:ext cx="1981" cy="3541"/>
              </a:xfrm>
              <a:custGeom>
                <a:avLst/>
                <a:gdLst>
                  <a:gd name="T0" fmla="*/ 1331 w 1981"/>
                  <a:gd name="T1" fmla="*/ 3 h 3541"/>
                  <a:gd name="T2" fmla="*/ 1409 w 1981"/>
                  <a:gd name="T3" fmla="*/ 20 h 3541"/>
                  <a:gd name="T4" fmla="*/ 1476 w 1981"/>
                  <a:gd name="T5" fmla="*/ 51 h 3541"/>
                  <a:gd name="T6" fmla="*/ 1555 w 1981"/>
                  <a:gd name="T7" fmla="*/ 117 h 3541"/>
                  <a:gd name="T8" fmla="*/ 1628 w 1981"/>
                  <a:gd name="T9" fmla="*/ 219 h 3541"/>
                  <a:gd name="T10" fmla="*/ 1669 w 1981"/>
                  <a:gd name="T11" fmla="*/ 315 h 3541"/>
                  <a:gd name="T12" fmla="*/ 1980 w 1981"/>
                  <a:gd name="T13" fmla="*/ 1348 h 3541"/>
                  <a:gd name="T14" fmla="*/ 1974 w 1981"/>
                  <a:gd name="T15" fmla="*/ 1415 h 3541"/>
                  <a:gd name="T16" fmla="*/ 1947 w 1981"/>
                  <a:gd name="T17" fmla="*/ 1468 h 3541"/>
                  <a:gd name="T18" fmla="*/ 1906 w 1981"/>
                  <a:gd name="T19" fmla="*/ 1503 h 3541"/>
                  <a:gd name="T20" fmla="*/ 1855 w 1981"/>
                  <a:gd name="T21" fmla="*/ 1520 h 3541"/>
                  <a:gd name="T22" fmla="*/ 1801 w 1981"/>
                  <a:gd name="T23" fmla="*/ 1517 h 3541"/>
                  <a:gd name="T24" fmla="*/ 1750 w 1981"/>
                  <a:gd name="T25" fmla="*/ 1490 h 3541"/>
                  <a:gd name="T26" fmla="*/ 1710 w 1981"/>
                  <a:gd name="T27" fmla="*/ 1439 h 3541"/>
                  <a:gd name="T28" fmla="*/ 1344 w 1981"/>
                  <a:gd name="T29" fmla="*/ 491 h 3541"/>
                  <a:gd name="T30" fmla="*/ 1381 w 1981"/>
                  <a:gd name="T31" fmla="*/ 3379 h 3541"/>
                  <a:gd name="T32" fmla="*/ 1367 w 1981"/>
                  <a:gd name="T33" fmla="*/ 3450 h 3541"/>
                  <a:gd name="T34" fmla="*/ 1330 w 1981"/>
                  <a:gd name="T35" fmla="*/ 3501 h 3541"/>
                  <a:gd name="T36" fmla="*/ 1279 w 1981"/>
                  <a:gd name="T37" fmla="*/ 3531 h 3541"/>
                  <a:gd name="T38" fmla="*/ 1219 w 1981"/>
                  <a:gd name="T39" fmla="*/ 3541 h 3541"/>
                  <a:gd name="T40" fmla="*/ 1159 w 1981"/>
                  <a:gd name="T41" fmla="*/ 3531 h 3541"/>
                  <a:gd name="T42" fmla="*/ 1107 w 1981"/>
                  <a:gd name="T43" fmla="*/ 3501 h 3541"/>
                  <a:gd name="T44" fmla="*/ 1070 w 1981"/>
                  <a:gd name="T45" fmla="*/ 3450 h 3541"/>
                  <a:gd name="T46" fmla="*/ 1056 w 1981"/>
                  <a:gd name="T47" fmla="*/ 3379 h 3541"/>
                  <a:gd name="T48" fmla="*/ 924 w 1981"/>
                  <a:gd name="T49" fmla="*/ 3378 h 3541"/>
                  <a:gd name="T50" fmla="*/ 911 w 1981"/>
                  <a:gd name="T51" fmla="*/ 3450 h 3541"/>
                  <a:gd name="T52" fmla="*/ 873 w 1981"/>
                  <a:gd name="T53" fmla="*/ 3500 h 3541"/>
                  <a:gd name="T54" fmla="*/ 822 w 1981"/>
                  <a:gd name="T55" fmla="*/ 3531 h 3541"/>
                  <a:gd name="T56" fmla="*/ 762 w 1981"/>
                  <a:gd name="T57" fmla="*/ 3541 h 3541"/>
                  <a:gd name="T58" fmla="*/ 701 w 1981"/>
                  <a:gd name="T59" fmla="*/ 3531 h 3541"/>
                  <a:gd name="T60" fmla="*/ 650 w 1981"/>
                  <a:gd name="T61" fmla="*/ 3500 h 3541"/>
                  <a:gd name="T62" fmla="*/ 613 w 1981"/>
                  <a:gd name="T63" fmla="*/ 3450 h 3541"/>
                  <a:gd name="T64" fmla="*/ 599 w 1981"/>
                  <a:gd name="T65" fmla="*/ 3378 h 3541"/>
                  <a:gd name="T66" fmla="*/ 558 w 1981"/>
                  <a:gd name="T67" fmla="*/ 491 h 3541"/>
                  <a:gd name="T68" fmla="*/ 271 w 1981"/>
                  <a:gd name="T69" fmla="*/ 1441 h 3541"/>
                  <a:gd name="T70" fmla="*/ 230 w 1981"/>
                  <a:gd name="T71" fmla="*/ 1490 h 3541"/>
                  <a:gd name="T72" fmla="*/ 180 w 1981"/>
                  <a:gd name="T73" fmla="*/ 1516 h 3541"/>
                  <a:gd name="T74" fmla="*/ 125 w 1981"/>
                  <a:gd name="T75" fmla="*/ 1520 h 3541"/>
                  <a:gd name="T76" fmla="*/ 74 w 1981"/>
                  <a:gd name="T77" fmla="*/ 1503 h 3541"/>
                  <a:gd name="T78" fmla="*/ 33 w 1981"/>
                  <a:gd name="T79" fmla="*/ 1468 h 3541"/>
                  <a:gd name="T80" fmla="*/ 6 w 1981"/>
                  <a:gd name="T81" fmla="*/ 1416 h 3541"/>
                  <a:gd name="T82" fmla="*/ 1 w 1981"/>
                  <a:gd name="T83" fmla="*/ 1348 h 3541"/>
                  <a:gd name="T84" fmla="*/ 311 w 1981"/>
                  <a:gd name="T85" fmla="*/ 315 h 3541"/>
                  <a:gd name="T86" fmla="*/ 349 w 1981"/>
                  <a:gd name="T87" fmla="*/ 219 h 3541"/>
                  <a:gd name="T88" fmla="*/ 420 w 1981"/>
                  <a:gd name="T89" fmla="*/ 115 h 3541"/>
                  <a:gd name="T90" fmla="*/ 500 w 1981"/>
                  <a:gd name="T91" fmla="*/ 51 h 3541"/>
                  <a:gd name="T92" fmla="*/ 566 w 1981"/>
                  <a:gd name="T93" fmla="*/ 20 h 3541"/>
                  <a:gd name="T94" fmla="*/ 646 w 1981"/>
                  <a:gd name="T95" fmla="*/ 3 h 3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81" h="3541">
                    <a:moveTo>
                      <a:pt x="1286" y="0"/>
                    </a:moveTo>
                    <a:lnTo>
                      <a:pt x="1286" y="0"/>
                    </a:lnTo>
                    <a:lnTo>
                      <a:pt x="1308" y="2"/>
                    </a:lnTo>
                    <a:lnTo>
                      <a:pt x="1331" y="3"/>
                    </a:lnTo>
                    <a:lnTo>
                      <a:pt x="1351" y="6"/>
                    </a:lnTo>
                    <a:lnTo>
                      <a:pt x="1372" y="10"/>
                    </a:lnTo>
                    <a:lnTo>
                      <a:pt x="1391" y="14"/>
                    </a:lnTo>
                    <a:lnTo>
                      <a:pt x="1409" y="20"/>
                    </a:lnTo>
                    <a:lnTo>
                      <a:pt x="1428" y="27"/>
                    </a:lnTo>
                    <a:lnTo>
                      <a:pt x="1445" y="34"/>
                    </a:lnTo>
                    <a:lnTo>
                      <a:pt x="1460" y="43"/>
                    </a:lnTo>
                    <a:lnTo>
                      <a:pt x="1476" y="51"/>
                    </a:lnTo>
                    <a:lnTo>
                      <a:pt x="1491" y="61"/>
                    </a:lnTo>
                    <a:lnTo>
                      <a:pt x="1506" y="71"/>
                    </a:lnTo>
                    <a:lnTo>
                      <a:pt x="1533" y="92"/>
                    </a:lnTo>
                    <a:lnTo>
                      <a:pt x="1555" y="117"/>
                    </a:lnTo>
                    <a:lnTo>
                      <a:pt x="1578" y="141"/>
                    </a:lnTo>
                    <a:lnTo>
                      <a:pt x="1596" y="166"/>
                    </a:lnTo>
                    <a:lnTo>
                      <a:pt x="1613" y="193"/>
                    </a:lnTo>
                    <a:lnTo>
                      <a:pt x="1628" y="219"/>
                    </a:lnTo>
                    <a:lnTo>
                      <a:pt x="1642" y="244"/>
                    </a:lnTo>
                    <a:lnTo>
                      <a:pt x="1652" y="270"/>
                    </a:lnTo>
                    <a:lnTo>
                      <a:pt x="1662" y="294"/>
                    </a:lnTo>
                    <a:lnTo>
                      <a:pt x="1669" y="315"/>
                    </a:lnTo>
                    <a:lnTo>
                      <a:pt x="1971" y="1310"/>
                    </a:lnTo>
                    <a:lnTo>
                      <a:pt x="1971" y="1310"/>
                    </a:lnTo>
                    <a:lnTo>
                      <a:pt x="1977" y="1328"/>
                    </a:lnTo>
                    <a:lnTo>
                      <a:pt x="1980" y="1348"/>
                    </a:lnTo>
                    <a:lnTo>
                      <a:pt x="1981" y="1365"/>
                    </a:lnTo>
                    <a:lnTo>
                      <a:pt x="1980" y="1384"/>
                    </a:lnTo>
                    <a:lnTo>
                      <a:pt x="1978" y="1399"/>
                    </a:lnTo>
                    <a:lnTo>
                      <a:pt x="1974" y="1415"/>
                    </a:lnTo>
                    <a:lnTo>
                      <a:pt x="1970" y="1429"/>
                    </a:lnTo>
                    <a:lnTo>
                      <a:pt x="1963" y="1443"/>
                    </a:lnTo>
                    <a:lnTo>
                      <a:pt x="1955" y="1456"/>
                    </a:lnTo>
                    <a:lnTo>
                      <a:pt x="1947" y="1468"/>
                    </a:lnTo>
                    <a:lnTo>
                      <a:pt x="1938" y="1479"/>
                    </a:lnTo>
                    <a:lnTo>
                      <a:pt x="1928" y="1487"/>
                    </a:lnTo>
                    <a:lnTo>
                      <a:pt x="1917" y="1496"/>
                    </a:lnTo>
                    <a:lnTo>
                      <a:pt x="1906" y="1503"/>
                    </a:lnTo>
                    <a:lnTo>
                      <a:pt x="1893" y="1510"/>
                    </a:lnTo>
                    <a:lnTo>
                      <a:pt x="1880" y="1514"/>
                    </a:lnTo>
                    <a:lnTo>
                      <a:pt x="1867" y="1519"/>
                    </a:lnTo>
                    <a:lnTo>
                      <a:pt x="1855" y="1520"/>
                    </a:lnTo>
                    <a:lnTo>
                      <a:pt x="1841" y="1521"/>
                    </a:lnTo>
                    <a:lnTo>
                      <a:pt x="1828" y="1521"/>
                    </a:lnTo>
                    <a:lnTo>
                      <a:pt x="1814" y="1520"/>
                    </a:lnTo>
                    <a:lnTo>
                      <a:pt x="1801" y="1517"/>
                    </a:lnTo>
                    <a:lnTo>
                      <a:pt x="1787" y="1513"/>
                    </a:lnTo>
                    <a:lnTo>
                      <a:pt x="1774" y="1507"/>
                    </a:lnTo>
                    <a:lnTo>
                      <a:pt x="1762" y="1499"/>
                    </a:lnTo>
                    <a:lnTo>
                      <a:pt x="1750" y="1490"/>
                    </a:lnTo>
                    <a:lnTo>
                      <a:pt x="1738" y="1480"/>
                    </a:lnTo>
                    <a:lnTo>
                      <a:pt x="1728" y="1468"/>
                    </a:lnTo>
                    <a:lnTo>
                      <a:pt x="1718" y="1455"/>
                    </a:lnTo>
                    <a:lnTo>
                      <a:pt x="1710" y="1439"/>
                    </a:lnTo>
                    <a:lnTo>
                      <a:pt x="1701" y="1422"/>
                    </a:lnTo>
                    <a:lnTo>
                      <a:pt x="1696" y="1404"/>
                    </a:lnTo>
                    <a:lnTo>
                      <a:pt x="1423" y="491"/>
                    </a:lnTo>
                    <a:lnTo>
                      <a:pt x="1344" y="491"/>
                    </a:lnTo>
                    <a:lnTo>
                      <a:pt x="1815" y="2115"/>
                    </a:lnTo>
                    <a:lnTo>
                      <a:pt x="1381" y="2115"/>
                    </a:lnTo>
                    <a:lnTo>
                      <a:pt x="1381" y="3379"/>
                    </a:lnTo>
                    <a:lnTo>
                      <a:pt x="1381" y="3379"/>
                    </a:lnTo>
                    <a:lnTo>
                      <a:pt x="1381" y="3399"/>
                    </a:lnTo>
                    <a:lnTo>
                      <a:pt x="1378" y="3418"/>
                    </a:lnTo>
                    <a:lnTo>
                      <a:pt x="1374" y="3435"/>
                    </a:lnTo>
                    <a:lnTo>
                      <a:pt x="1367" y="3450"/>
                    </a:lnTo>
                    <a:lnTo>
                      <a:pt x="1359" y="3466"/>
                    </a:lnTo>
                    <a:lnTo>
                      <a:pt x="1351" y="3479"/>
                    </a:lnTo>
                    <a:lnTo>
                      <a:pt x="1341" y="3490"/>
                    </a:lnTo>
                    <a:lnTo>
                      <a:pt x="1330" y="3501"/>
                    </a:lnTo>
                    <a:lnTo>
                      <a:pt x="1318" y="3511"/>
                    </a:lnTo>
                    <a:lnTo>
                      <a:pt x="1306" y="3518"/>
                    </a:lnTo>
                    <a:lnTo>
                      <a:pt x="1293" y="3525"/>
                    </a:lnTo>
                    <a:lnTo>
                      <a:pt x="1279" y="3531"/>
                    </a:lnTo>
                    <a:lnTo>
                      <a:pt x="1264" y="3535"/>
                    </a:lnTo>
                    <a:lnTo>
                      <a:pt x="1249" y="3538"/>
                    </a:lnTo>
                    <a:lnTo>
                      <a:pt x="1235" y="3541"/>
                    </a:lnTo>
                    <a:lnTo>
                      <a:pt x="1219" y="3541"/>
                    </a:lnTo>
                    <a:lnTo>
                      <a:pt x="1203" y="3541"/>
                    </a:lnTo>
                    <a:lnTo>
                      <a:pt x="1189" y="3538"/>
                    </a:lnTo>
                    <a:lnTo>
                      <a:pt x="1174" y="3535"/>
                    </a:lnTo>
                    <a:lnTo>
                      <a:pt x="1159" y="3531"/>
                    </a:lnTo>
                    <a:lnTo>
                      <a:pt x="1145" y="3525"/>
                    </a:lnTo>
                    <a:lnTo>
                      <a:pt x="1132" y="3518"/>
                    </a:lnTo>
                    <a:lnTo>
                      <a:pt x="1120" y="3510"/>
                    </a:lnTo>
                    <a:lnTo>
                      <a:pt x="1107" y="3501"/>
                    </a:lnTo>
                    <a:lnTo>
                      <a:pt x="1097" y="3490"/>
                    </a:lnTo>
                    <a:lnTo>
                      <a:pt x="1087" y="3479"/>
                    </a:lnTo>
                    <a:lnTo>
                      <a:pt x="1078" y="3464"/>
                    </a:lnTo>
                    <a:lnTo>
                      <a:pt x="1070" y="3450"/>
                    </a:lnTo>
                    <a:lnTo>
                      <a:pt x="1064" y="3435"/>
                    </a:lnTo>
                    <a:lnTo>
                      <a:pt x="1060" y="3418"/>
                    </a:lnTo>
                    <a:lnTo>
                      <a:pt x="1057" y="3399"/>
                    </a:lnTo>
                    <a:lnTo>
                      <a:pt x="1056" y="3379"/>
                    </a:lnTo>
                    <a:lnTo>
                      <a:pt x="1056" y="2106"/>
                    </a:lnTo>
                    <a:lnTo>
                      <a:pt x="924" y="2106"/>
                    </a:lnTo>
                    <a:lnTo>
                      <a:pt x="924" y="3378"/>
                    </a:lnTo>
                    <a:lnTo>
                      <a:pt x="924" y="3378"/>
                    </a:lnTo>
                    <a:lnTo>
                      <a:pt x="924" y="3398"/>
                    </a:lnTo>
                    <a:lnTo>
                      <a:pt x="921" y="3416"/>
                    </a:lnTo>
                    <a:lnTo>
                      <a:pt x="917" y="3433"/>
                    </a:lnTo>
                    <a:lnTo>
                      <a:pt x="911" y="3450"/>
                    </a:lnTo>
                    <a:lnTo>
                      <a:pt x="903" y="3464"/>
                    </a:lnTo>
                    <a:lnTo>
                      <a:pt x="894" y="3477"/>
                    </a:lnTo>
                    <a:lnTo>
                      <a:pt x="884" y="3490"/>
                    </a:lnTo>
                    <a:lnTo>
                      <a:pt x="873" y="3500"/>
                    </a:lnTo>
                    <a:lnTo>
                      <a:pt x="861" y="3510"/>
                    </a:lnTo>
                    <a:lnTo>
                      <a:pt x="849" y="3518"/>
                    </a:lnTo>
                    <a:lnTo>
                      <a:pt x="836" y="3525"/>
                    </a:lnTo>
                    <a:lnTo>
                      <a:pt x="822" y="3531"/>
                    </a:lnTo>
                    <a:lnTo>
                      <a:pt x="806" y="3535"/>
                    </a:lnTo>
                    <a:lnTo>
                      <a:pt x="792" y="3538"/>
                    </a:lnTo>
                    <a:lnTo>
                      <a:pt x="776" y="3541"/>
                    </a:lnTo>
                    <a:lnTo>
                      <a:pt x="762" y="3541"/>
                    </a:lnTo>
                    <a:lnTo>
                      <a:pt x="746" y="3541"/>
                    </a:lnTo>
                    <a:lnTo>
                      <a:pt x="731" y="3538"/>
                    </a:lnTo>
                    <a:lnTo>
                      <a:pt x="717" y="3535"/>
                    </a:lnTo>
                    <a:lnTo>
                      <a:pt x="701" y="3531"/>
                    </a:lnTo>
                    <a:lnTo>
                      <a:pt x="687" y="3525"/>
                    </a:lnTo>
                    <a:lnTo>
                      <a:pt x="674" y="3518"/>
                    </a:lnTo>
                    <a:lnTo>
                      <a:pt x="661" y="3510"/>
                    </a:lnTo>
                    <a:lnTo>
                      <a:pt x="650" y="3500"/>
                    </a:lnTo>
                    <a:lnTo>
                      <a:pt x="639" y="3490"/>
                    </a:lnTo>
                    <a:lnTo>
                      <a:pt x="629" y="3477"/>
                    </a:lnTo>
                    <a:lnTo>
                      <a:pt x="620" y="3464"/>
                    </a:lnTo>
                    <a:lnTo>
                      <a:pt x="613" y="3450"/>
                    </a:lnTo>
                    <a:lnTo>
                      <a:pt x="606" y="3433"/>
                    </a:lnTo>
                    <a:lnTo>
                      <a:pt x="602" y="3416"/>
                    </a:lnTo>
                    <a:lnTo>
                      <a:pt x="599" y="3398"/>
                    </a:lnTo>
                    <a:lnTo>
                      <a:pt x="599" y="3378"/>
                    </a:lnTo>
                    <a:lnTo>
                      <a:pt x="599" y="2115"/>
                    </a:lnTo>
                    <a:lnTo>
                      <a:pt x="162" y="2115"/>
                    </a:lnTo>
                    <a:lnTo>
                      <a:pt x="630" y="491"/>
                    </a:lnTo>
                    <a:lnTo>
                      <a:pt x="558" y="491"/>
                    </a:lnTo>
                    <a:lnTo>
                      <a:pt x="285" y="1407"/>
                    </a:lnTo>
                    <a:lnTo>
                      <a:pt x="285" y="1407"/>
                    </a:lnTo>
                    <a:lnTo>
                      <a:pt x="278" y="1425"/>
                    </a:lnTo>
                    <a:lnTo>
                      <a:pt x="271" y="1441"/>
                    </a:lnTo>
                    <a:lnTo>
                      <a:pt x="261" y="1455"/>
                    </a:lnTo>
                    <a:lnTo>
                      <a:pt x="253" y="1469"/>
                    </a:lnTo>
                    <a:lnTo>
                      <a:pt x="241" y="1480"/>
                    </a:lnTo>
                    <a:lnTo>
                      <a:pt x="230" y="1490"/>
                    </a:lnTo>
                    <a:lnTo>
                      <a:pt x="219" y="1499"/>
                    </a:lnTo>
                    <a:lnTo>
                      <a:pt x="206" y="1506"/>
                    </a:lnTo>
                    <a:lnTo>
                      <a:pt x="193" y="1512"/>
                    </a:lnTo>
                    <a:lnTo>
                      <a:pt x="180" y="1516"/>
                    </a:lnTo>
                    <a:lnTo>
                      <a:pt x="166" y="1519"/>
                    </a:lnTo>
                    <a:lnTo>
                      <a:pt x="153" y="1520"/>
                    </a:lnTo>
                    <a:lnTo>
                      <a:pt x="139" y="1520"/>
                    </a:lnTo>
                    <a:lnTo>
                      <a:pt x="125" y="1520"/>
                    </a:lnTo>
                    <a:lnTo>
                      <a:pt x="112" y="1517"/>
                    </a:lnTo>
                    <a:lnTo>
                      <a:pt x="99" y="1513"/>
                    </a:lnTo>
                    <a:lnTo>
                      <a:pt x="87" y="1509"/>
                    </a:lnTo>
                    <a:lnTo>
                      <a:pt x="74" y="1503"/>
                    </a:lnTo>
                    <a:lnTo>
                      <a:pt x="62" y="1496"/>
                    </a:lnTo>
                    <a:lnTo>
                      <a:pt x="51" y="1487"/>
                    </a:lnTo>
                    <a:lnTo>
                      <a:pt x="41" y="1478"/>
                    </a:lnTo>
                    <a:lnTo>
                      <a:pt x="33" y="1468"/>
                    </a:lnTo>
                    <a:lnTo>
                      <a:pt x="24" y="1456"/>
                    </a:lnTo>
                    <a:lnTo>
                      <a:pt x="17" y="1443"/>
                    </a:lnTo>
                    <a:lnTo>
                      <a:pt x="10" y="1431"/>
                    </a:lnTo>
                    <a:lnTo>
                      <a:pt x="6" y="1416"/>
                    </a:lnTo>
                    <a:lnTo>
                      <a:pt x="1" y="1401"/>
                    </a:lnTo>
                    <a:lnTo>
                      <a:pt x="0" y="1384"/>
                    </a:lnTo>
                    <a:lnTo>
                      <a:pt x="0" y="1367"/>
                    </a:lnTo>
                    <a:lnTo>
                      <a:pt x="1" y="1348"/>
                    </a:lnTo>
                    <a:lnTo>
                      <a:pt x="4" y="1330"/>
                    </a:lnTo>
                    <a:lnTo>
                      <a:pt x="9" y="1310"/>
                    </a:lnTo>
                    <a:lnTo>
                      <a:pt x="311" y="315"/>
                    </a:lnTo>
                    <a:lnTo>
                      <a:pt x="311" y="315"/>
                    </a:lnTo>
                    <a:lnTo>
                      <a:pt x="318" y="292"/>
                    </a:lnTo>
                    <a:lnTo>
                      <a:pt x="326" y="270"/>
                    </a:lnTo>
                    <a:lnTo>
                      <a:pt x="336" y="244"/>
                    </a:lnTo>
                    <a:lnTo>
                      <a:pt x="349" y="219"/>
                    </a:lnTo>
                    <a:lnTo>
                      <a:pt x="363" y="192"/>
                    </a:lnTo>
                    <a:lnTo>
                      <a:pt x="380" y="166"/>
                    </a:lnTo>
                    <a:lnTo>
                      <a:pt x="399" y="141"/>
                    </a:lnTo>
                    <a:lnTo>
                      <a:pt x="420" y="115"/>
                    </a:lnTo>
                    <a:lnTo>
                      <a:pt x="444" y="92"/>
                    </a:lnTo>
                    <a:lnTo>
                      <a:pt x="470" y="71"/>
                    </a:lnTo>
                    <a:lnTo>
                      <a:pt x="484" y="60"/>
                    </a:lnTo>
                    <a:lnTo>
                      <a:pt x="500" y="51"/>
                    </a:lnTo>
                    <a:lnTo>
                      <a:pt x="515" y="43"/>
                    </a:lnTo>
                    <a:lnTo>
                      <a:pt x="531" y="34"/>
                    </a:lnTo>
                    <a:lnTo>
                      <a:pt x="548" y="27"/>
                    </a:lnTo>
                    <a:lnTo>
                      <a:pt x="566" y="20"/>
                    </a:lnTo>
                    <a:lnTo>
                      <a:pt x="585" y="14"/>
                    </a:lnTo>
                    <a:lnTo>
                      <a:pt x="605" y="10"/>
                    </a:lnTo>
                    <a:lnTo>
                      <a:pt x="624" y="6"/>
                    </a:lnTo>
                    <a:lnTo>
                      <a:pt x="646" y="3"/>
                    </a:lnTo>
                    <a:lnTo>
                      <a:pt x="668" y="2"/>
                    </a:lnTo>
                    <a:lnTo>
                      <a:pt x="691" y="0"/>
                    </a:lnTo>
                    <a:lnTo>
                      <a:pt x="1286"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a:p>
            </p:txBody>
          </p:sp>
          <p:sp>
            <p:nvSpPr>
              <p:cNvPr id="211" name="Freeform 11">
                <a:extLst>
                  <a:ext uri="{FF2B5EF4-FFF2-40B4-BE49-F238E27FC236}">
                    <a16:creationId xmlns:a16="http://schemas.microsoft.com/office/drawing/2014/main" id="{9428A10B-7A67-B7BB-9547-545699003ADA}"/>
                  </a:ext>
                </a:extLst>
              </p:cNvPr>
              <p:cNvSpPr>
                <a:spLocks/>
              </p:cNvSpPr>
              <p:nvPr/>
            </p:nvSpPr>
            <p:spPr bwMode="auto">
              <a:xfrm>
                <a:off x="3773" y="2885"/>
                <a:ext cx="132" cy="0"/>
              </a:xfrm>
              <a:custGeom>
                <a:avLst/>
                <a:gdLst>
                  <a:gd name="T0" fmla="*/ 132 w 132"/>
                  <a:gd name="T1" fmla="*/ 0 w 132"/>
                  <a:gd name="T2" fmla="*/ 132 w 132"/>
                </a:gdLst>
                <a:ahLst/>
                <a:cxnLst>
                  <a:cxn ang="0">
                    <a:pos x="T0" y="0"/>
                  </a:cxn>
                  <a:cxn ang="0">
                    <a:pos x="T1" y="0"/>
                  </a:cxn>
                  <a:cxn ang="0">
                    <a:pos x="T2" y="0"/>
                  </a:cxn>
                </a:cxnLst>
                <a:rect l="0" t="0" r="r" b="b"/>
                <a:pathLst>
                  <a:path w="132">
                    <a:moveTo>
                      <a:pt x="132" y="0"/>
                    </a:moveTo>
                    <a:lnTo>
                      <a:pt x="0" y="0"/>
                    </a:lnTo>
                    <a:lnTo>
                      <a:pt x="132" y="0"/>
                    </a:lnTo>
                    <a:close/>
                  </a:path>
                </a:pathLst>
              </a:custGeom>
              <a:solidFill>
                <a:srgbClr val="4FA83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a:p>
            </p:txBody>
          </p:sp>
          <p:sp>
            <p:nvSpPr>
              <p:cNvPr id="212" name="Line 12">
                <a:extLst>
                  <a:ext uri="{FF2B5EF4-FFF2-40B4-BE49-F238E27FC236}">
                    <a16:creationId xmlns:a16="http://schemas.microsoft.com/office/drawing/2014/main" id="{AA80C6D6-4363-4623-FF44-CAF0A246A6FF}"/>
                  </a:ext>
                </a:extLst>
              </p:cNvPr>
              <p:cNvSpPr>
                <a:spLocks noChangeShapeType="1"/>
              </p:cNvSpPr>
              <p:nvPr/>
            </p:nvSpPr>
            <p:spPr bwMode="auto">
              <a:xfrm flipH="1">
                <a:off x="3773" y="2885"/>
                <a:ext cx="132"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a:p>
            </p:txBody>
          </p:sp>
          <p:sp>
            <p:nvSpPr>
              <p:cNvPr id="213" name="Freeform 13">
                <a:extLst>
                  <a:ext uri="{FF2B5EF4-FFF2-40B4-BE49-F238E27FC236}">
                    <a16:creationId xmlns:a16="http://schemas.microsoft.com/office/drawing/2014/main" id="{F181375B-D99C-DC3A-73BC-5D9E8937B5BF}"/>
                  </a:ext>
                </a:extLst>
              </p:cNvPr>
              <p:cNvSpPr>
                <a:spLocks/>
              </p:cNvSpPr>
              <p:nvPr/>
            </p:nvSpPr>
            <p:spPr bwMode="auto">
              <a:xfrm>
                <a:off x="3486" y="0"/>
                <a:ext cx="705" cy="705"/>
              </a:xfrm>
              <a:custGeom>
                <a:avLst/>
                <a:gdLst>
                  <a:gd name="T0" fmla="*/ 354 w 705"/>
                  <a:gd name="T1" fmla="*/ 0 h 705"/>
                  <a:gd name="T2" fmla="*/ 389 w 705"/>
                  <a:gd name="T3" fmla="*/ 1 h 705"/>
                  <a:gd name="T4" fmla="*/ 424 w 705"/>
                  <a:gd name="T5" fmla="*/ 7 h 705"/>
                  <a:gd name="T6" fmla="*/ 459 w 705"/>
                  <a:gd name="T7" fmla="*/ 16 h 705"/>
                  <a:gd name="T8" fmla="*/ 491 w 705"/>
                  <a:gd name="T9" fmla="*/ 28 h 705"/>
                  <a:gd name="T10" fmla="*/ 551 w 705"/>
                  <a:gd name="T11" fmla="*/ 60 h 705"/>
                  <a:gd name="T12" fmla="*/ 603 w 705"/>
                  <a:gd name="T13" fmla="*/ 104 h 705"/>
                  <a:gd name="T14" fmla="*/ 646 w 705"/>
                  <a:gd name="T15" fmla="*/ 156 h 705"/>
                  <a:gd name="T16" fmla="*/ 678 w 705"/>
                  <a:gd name="T17" fmla="*/ 216 h 705"/>
                  <a:gd name="T18" fmla="*/ 690 w 705"/>
                  <a:gd name="T19" fmla="*/ 248 h 705"/>
                  <a:gd name="T20" fmla="*/ 698 w 705"/>
                  <a:gd name="T21" fmla="*/ 281 h 705"/>
                  <a:gd name="T22" fmla="*/ 704 w 705"/>
                  <a:gd name="T23" fmla="*/ 316 h 705"/>
                  <a:gd name="T24" fmla="*/ 705 w 705"/>
                  <a:gd name="T25" fmla="*/ 353 h 705"/>
                  <a:gd name="T26" fmla="*/ 705 w 705"/>
                  <a:gd name="T27" fmla="*/ 370 h 705"/>
                  <a:gd name="T28" fmla="*/ 701 w 705"/>
                  <a:gd name="T29" fmla="*/ 406 h 705"/>
                  <a:gd name="T30" fmla="*/ 694 w 705"/>
                  <a:gd name="T31" fmla="*/ 441 h 705"/>
                  <a:gd name="T32" fmla="*/ 684 w 705"/>
                  <a:gd name="T33" fmla="*/ 474 h 705"/>
                  <a:gd name="T34" fmla="*/ 663 w 705"/>
                  <a:gd name="T35" fmla="*/ 521 h 705"/>
                  <a:gd name="T36" fmla="*/ 626 w 705"/>
                  <a:gd name="T37" fmla="*/ 578 h 705"/>
                  <a:gd name="T38" fmla="*/ 578 w 705"/>
                  <a:gd name="T39" fmla="*/ 624 h 705"/>
                  <a:gd name="T40" fmla="*/ 521 w 705"/>
                  <a:gd name="T41" fmla="*/ 663 h 705"/>
                  <a:gd name="T42" fmla="*/ 474 w 705"/>
                  <a:gd name="T43" fmla="*/ 684 h 705"/>
                  <a:gd name="T44" fmla="*/ 441 w 705"/>
                  <a:gd name="T45" fmla="*/ 694 h 705"/>
                  <a:gd name="T46" fmla="*/ 407 w 705"/>
                  <a:gd name="T47" fmla="*/ 701 h 705"/>
                  <a:gd name="T48" fmla="*/ 372 w 705"/>
                  <a:gd name="T49" fmla="*/ 705 h 705"/>
                  <a:gd name="T50" fmla="*/ 354 w 705"/>
                  <a:gd name="T51" fmla="*/ 705 h 705"/>
                  <a:gd name="T52" fmla="*/ 317 w 705"/>
                  <a:gd name="T53" fmla="*/ 704 h 705"/>
                  <a:gd name="T54" fmla="*/ 283 w 705"/>
                  <a:gd name="T55" fmla="*/ 698 h 705"/>
                  <a:gd name="T56" fmla="*/ 248 w 705"/>
                  <a:gd name="T57" fmla="*/ 690 h 705"/>
                  <a:gd name="T58" fmla="*/ 216 w 705"/>
                  <a:gd name="T59" fmla="*/ 678 h 705"/>
                  <a:gd name="T60" fmla="*/ 156 w 705"/>
                  <a:gd name="T61" fmla="*/ 646 h 705"/>
                  <a:gd name="T62" fmla="*/ 104 w 705"/>
                  <a:gd name="T63" fmla="*/ 602 h 705"/>
                  <a:gd name="T64" fmla="*/ 61 w 705"/>
                  <a:gd name="T65" fmla="*/ 551 h 705"/>
                  <a:gd name="T66" fmla="*/ 29 w 705"/>
                  <a:gd name="T67" fmla="*/ 490 h 705"/>
                  <a:gd name="T68" fmla="*/ 16 w 705"/>
                  <a:gd name="T69" fmla="*/ 457 h 705"/>
                  <a:gd name="T70" fmla="*/ 7 w 705"/>
                  <a:gd name="T71" fmla="*/ 424 h 705"/>
                  <a:gd name="T72" fmla="*/ 3 w 705"/>
                  <a:gd name="T73" fmla="*/ 389 h 705"/>
                  <a:gd name="T74" fmla="*/ 0 w 705"/>
                  <a:gd name="T75" fmla="*/ 353 h 705"/>
                  <a:gd name="T76" fmla="*/ 2 w 705"/>
                  <a:gd name="T77" fmla="*/ 335 h 705"/>
                  <a:gd name="T78" fmla="*/ 4 w 705"/>
                  <a:gd name="T79" fmla="*/ 299 h 705"/>
                  <a:gd name="T80" fmla="*/ 12 w 705"/>
                  <a:gd name="T81" fmla="*/ 264 h 705"/>
                  <a:gd name="T82" fmla="*/ 21 w 705"/>
                  <a:gd name="T83" fmla="*/ 231 h 705"/>
                  <a:gd name="T84" fmla="*/ 43 w 705"/>
                  <a:gd name="T85" fmla="*/ 184 h 705"/>
                  <a:gd name="T86" fmla="*/ 81 w 705"/>
                  <a:gd name="T87" fmla="*/ 128 h 705"/>
                  <a:gd name="T88" fmla="*/ 129 w 705"/>
                  <a:gd name="T89" fmla="*/ 81 h 705"/>
                  <a:gd name="T90" fmla="*/ 185 w 705"/>
                  <a:gd name="T91" fmla="*/ 43 h 705"/>
                  <a:gd name="T92" fmla="*/ 231 w 705"/>
                  <a:gd name="T93" fmla="*/ 21 h 705"/>
                  <a:gd name="T94" fmla="*/ 266 w 705"/>
                  <a:gd name="T95" fmla="*/ 11 h 705"/>
                  <a:gd name="T96" fmla="*/ 300 w 705"/>
                  <a:gd name="T97" fmla="*/ 4 h 705"/>
                  <a:gd name="T98" fmla="*/ 335 w 705"/>
                  <a:gd name="T99" fmla="*/ 0 h 705"/>
                  <a:gd name="T100" fmla="*/ 354 w 705"/>
                  <a:gd name="T101" fmla="*/ 0 h 7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705" h="705">
                    <a:moveTo>
                      <a:pt x="354" y="0"/>
                    </a:moveTo>
                    <a:lnTo>
                      <a:pt x="354" y="0"/>
                    </a:lnTo>
                    <a:lnTo>
                      <a:pt x="372" y="0"/>
                    </a:lnTo>
                    <a:lnTo>
                      <a:pt x="389" y="1"/>
                    </a:lnTo>
                    <a:lnTo>
                      <a:pt x="407" y="4"/>
                    </a:lnTo>
                    <a:lnTo>
                      <a:pt x="424" y="7"/>
                    </a:lnTo>
                    <a:lnTo>
                      <a:pt x="441" y="11"/>
                    </a:lnTo>
                    <a:lnTo>
                      <a:pt x="459" y="16"/>
                    </a:lnTo>
                    <a:lnTo>
                      <a:pt x="474" y="21"/>
                    </a:lnTo>
                    <a:lnTo>
                      <a:pt x="491" y="28"/>
                    </a:lnTo>
                    <a:lnTo>
                      <a:pt x="521" y="43"/>
                    </a:lnTo>
                    <a:lnTo>
                      <a:pt x="551" y="60"/>
                    </a:lnTo>
                    <a:lnTo>
                      <a:pt x="578" y="81"/>
                    </a:lnTo>
                    <a:lnTo>
                      <a:pt x="603" y="104"/>
                    </a:lnTo>
                    <a:lnTo>
                      <a:pt x="626" y="128"/>
                    </a:lnTo>
                    <a:lnTo>
                      <a:pt x="646" y="156"/>
                    </a:lnTo>
                    <a:lnTo>
                      <a:pt x="663" y="184"/>
                    </a:lnTo>
                    <a:lnTo>
                      <a:pt x="678" y="216"/>
                    </a:lnTo>
                    <a:lnTo>
                      <a:pt x="684" y="231"/>
                    </a:lnTo>
                    <a:lnTo>
                      <a:pt x="690" y="248"/>
                    </a:lnTo>
                    <a:lnTo>
                      <a:pt x="694" y="264"/>
                    </a:lnTo>
                    <a:lnTo>
                      <a:pt x="698" y="281"/>
                    </a:lnTo>
                    <a:lnTo>
                      <a:pt x="701" y="299"/>
                    </a:lnTo>
                    <a:lnTo>
                      <a:pt x="704" y="316"/>
                    </a:lnTo>
                    <a:lnTo>
                      <a:pt x="705" y="335"/>
                    </a:lnTo>
                    <a:lnTo>
                      <a:pt x="705" y="353"/>
                    </a:lnTo>
                    <a:lnTo>
                      <a:pt x="705" y="353"/>
                    </a:lnTo>
                    <a:lnTo>
                      <a:pt x="705" y="370"/>
                    </a:lnTo>
                    <a:lnTo>
                      <a:pt x="704" y="389"/>
                    </a:lnTo>
                    <a:lnTo>
                      <a:pt x="701" y="406"/>
                    </a:lnTo>
                    <a:lnTo>
                      <a:pt x="698" y="424"/>
                    </a:lnTo>
                    <a:lnTo>
                      <a:pt x="694" y="441"/>
                    </a:lnTo>
                    <a:lnTo>
                      <a:pt x="690" y="457"/>
                    </a:lnTo>
                    <a:lnTo>
                      <a:pt x="684" y="474"/>
                    </a:lnTo>
                    <a:lnTo>
                      <a:pt x="678" y="490"/>
                    </a:lnTo>
                    <a:lnTo>
                      <a:pt x="663" y="521"/>
                    </a:lnTo>
                    <a:lnTo>
                      <a:pt x="646" y="551"/>
                    </a:lnTo>
                    <a:lnTo>
                      <a:pt x="626" y="578"/>
                    </a:lnTo>
                    <a:lnTo>
                      <a:pt x="603" y="602"/>
                    </a:lnTo>
                    <a:lnTo>
                      <a:pt x="578" y="624"/>
                    </a:lnTo>
                    <a:lnTo>
                      <a:pt x="551" y="646"/>
                    </a:lnTo>
                    <a:lnTo>
                      <a:pt x="521" y="663"/>
                    </a:lnTo>
                    <a:lnTo>
                      <a:pt x="491" y="678"/>
                    </a:lnTo>
                    <a:lnTo>
                      <a:pt x="474" y="684"/>
                    </a:lnTo>
                    <a:lnTo>
                      <a:pt x="459" y="690"/>
                    </a:lnTo>
                    <a:lnTo>
                      <a:pt x="441" y="694"/>
                    </a:lnTo>
                    <a:lnTo>
                      <a:pt x="424" y="698"/>
                    </a:lnTo>
                    <a:lnTo>
                      <a:pt x="407" y="701"/>
                    </a:lnTo>
                    <a:lnTo>
                      <a:pt x="389" y="704"/>
                    </a:lnTo>
                    <a:lnTo>
                      <a:pt x="372" y="705"/>
                    </a:lnTo>
                    <a:lnTo>
                      <a:pt x="354" y="705"/>
                    </a:lnTo>
                    <a:lnTo>
                      <a:pt x="354" y="705"/>
                    </a:lnTo>
                    <a:lnTo>
                      <a:pt x="335" y="705"/>
                    </a:lnTo>
                    <a:lnTo>
                      <a:pt x="317" y="704"/>
                    </a:lnTo>
                    <a:lnTo>
                      <a:pt x="300" y="701"/>
                    </a:lnTo>
                    <a:lnTo>
                      <a:pt x="283" y="698"/>
                    </a:lnTo>
                    <a:lnTo>
                      <a:pt x="266" y="694"/>
                    </a:lnTo>
                    <a:lnTo>
                      <a:pt x="248" y="690"/>
                    </a:lnTo>
                    <a:lnTo>
                      <a:pt x="231" y="684"/>
                    </a:lnTo>
                    <a:lnTo>
                      <a:pt x="216" y="678"/>
                    </a:lnTo>
                    <a:lnTo>
                      <a:pt x="185" y="663"/>
                    </a:lnTo>
                    <a:lnTo>
                      <a:pt x="156" y="646"/>
                    </a:lnTo>
                    <a:lnTo>
                      <a:pt x="129" y="624"/>
                    </a:lnTo>
                    <a:lnTo>
                      <a:pt x="104" y="602"/>
                    </a:lnTo>
                    <a:lnTo>
                      <a:pt x="81" y="578"/>
                    </a:lnTo>
                    <a:lnTo>
                      <a:pt x="61" y="551"/>
                    </a:lnTo>
                    <a:lnTo>
                      <a:pt x="43" y="521"/>
                    </a:lnTo>
                    <a:lnTo>
                      <a:pt x="29" y="490"/>
                    </a:lnTo>
                    <a:lnTo>
                      <a:pt x="21" y="474"/>
                    </a:lnTo>
                    <a:lnTo>
                      <a:pt x="16" y="457"/>
                    </a:lnTo>
                    <a:lnTo>
                      <a:pt x="12" y="441"/>
                    </a:lnTo>
                    <a:lnTo>
                      <a:pt x="7" y="424"/>
                    </a:lnTo>
                    <a:lnTo>
                      <a:pt x="4" y="406"/>
                    </a:lnTo>
                    <a:lnTo>
                      <a:pt x="3" y="389"/>
                    </a:lnTo>
                    <a:lnTo>
                      <a:pt x="2" y="370"/>
                    </a:lnTo>
                    <a:lnTo>
                      <a:pt x="0" y="353"/>
                    </a:lnTo>
                    <a:lnTo>
                      <a:pt x="0" y="353"/>
                    </a:lnTo>
                    <a:lnTo>
                      <a:pt x="2" y="335"/>
                    </a:lnTo>
                    <a:lnTo>
                      <a:pt x="3" y="316"/>
                    </a:lnTo>
                    <a:lnTo>
                      <a:pt x="4" y="299"/>
                    </a:lnTo>
                    <a:lnTo>
                      <a:pt x="7" y="281"/>
                    </a:lnTo>
                    <a:lnTo>
                      <a:pt x="12" y="264"/>
                    </a:lnTo>
                    <a:lnTo>
                      <a:pt x="16" y="248"/>
                    </a:lnTo>
                    <a:lnTo>
                      <a:pt x="21" y="231"/>
                    </a:lnTo>
                    <a:lnTo>
                      <a:pt x="29" y="216"/>
                    </a:lnTo>
                    <a:lnTo>
                      <a:pt x="43" y="184"/>
                    </a:lnTo>
                    <a:lnTo>
                      <a:pt x="61" y="156"/>
                    </a:lnTo>
                    <a:lnTo>
                      <a:pt x="81" y="128"/>
                    </a:lnTo>
                    <a:lnTo>
                      <a:pt x="104" y="104"/>
                    </a:lnTo>
                    <a:lnTo>
                      <a:pt x="129" y="81"/>
                    </a:lnTo>
                    <a:lnTo>
                      <a:pt x="156" y="60"/>
                    </a:lnTo>
                    <a:lnTo>
                      <a:pt x="185" y="43"/>
                    </a:lnTo>
                    <a:lnTo>
                      <a:pt x="216" y="28"/>
                    </a:lnTo>
                    <a:lnTo>
                      <a:pt x="231" y="21"/>
                    </a:lnTo>
                    <a:lnTo>
                      <a:pt x="248" y="16"/>
                    </a:lnTo>
                    <a:lnTo>
                      <a:pt x="266" y="11"/>
                    </a:lnTo>
                    <a:lnTo>
                      <a:pt x="283" y="7"/>
                    </a:lnTo>
                    <a:lnTo>
                      <a:pt x="300" y="4"/>
                    </a:lnTo>
                    <a:lnTo>
                      <a:pt x="317" y="1"/>
                    </a:lnTo>
                    <a:lnTo>
                      <a:pt x="335" y="0"/>
                    </a:lnTo>
                    <a:lnTo>
                      <a:pt x="354" y="0"/>
                    </a:lnTo>
                    <a:lnTo>
                      <a:pt x="354"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noProof="0"/>
              </a:p>
            </p:txBody>
          </p:sp>
        </p:grpSp>
      </p:grpSp>
      <p:sp>
        <p:nvSpPr>
          <p:cNvPr id="3" name="Foliennummernplatzhalter 7">
            <a:extLst>
              <a:ext uri="{FF2B5EF4-FFF2-40B4-BE49-F238E27FC236}">
                <a16:creationId xmlns:a16="http://schemas.microsoft.com/office/drawing/2014/main" id="{2D631910-28A3-ACAA-2512-31C05DCC5EE0}"/>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58</a:t>
            </a:fld>
            <a:endParaRPr lang="de-DE"/>
          </a:p>
        </p:txBody>
      </p:sp>
    </p:spTree>
    <p:extLst>
      <p:ext uri="{BB962C8B-B14F-4D97-AF65-F5344CB8AC3E}">
        <p14:creationId xmlns:p14="http://schemas.microsoft.com/office/powerpoint/2010/main" val="702047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7" name="Rechteck 626">
            <a:extLst>
              <a:ext uri="{FF2B5EF4-FFF2-40B4-BE49-F238E27FC236}">
                <a16:creationId xmlns:a16="http://schemas.microsoft.com/office/drawing/2014/main" id="{E2A33F02-1EFF-6C62-C874-174E1B40C2F6}"/>
              </a:ext>
            </a:extLst>
          </p:cNvPr>
          <p:cNvSpPr/>
          <p:nvPr/>
        </p:nvSpPr>
        <p:spPr>
          <a:xfrm>
            <a:off x="9023350" y="0"/>
            <a:ext cx="3167063"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 name="Titel 1">
            <a:extLst>
              <a:ext uri="{FF2B5EF4-FFF2-40B4-BE49-F238E27FC236}">
                <a16:creationId xmlns:a16="http://schemas.microsoft.com/office/drawing/2014/main" id="{9FC12250-3AA0-B6CC-2004-7917BA04B63E}"/>
              </a:ext>
            </a:extLst>
          </p:cNvPr>
          <p:cNvSpPr>
            <a:spLocks noGrp="1"/>
          </p:cNvSpPr>
          <p:nvPr>
            <p:ph type="title"/>
          </p:nvPr>
        </p:nvSpPr>
        <p:spPr>
          <a:xfrm>
            <a:off x="514800" y="540000"/>
            <a:ext cx="8327575" cy="817200"/>
          </a:xfrm>
        </p:spPr>
        <p:txBody>
          <a:bodyPr/>
          <a:lstStyle/>
          <a:p>
            <a:r>
              <a:rPr lang="en-GB" noProof="0" dirty="0"/>
              <a:t>Lorem ipsum </a:t>
            </a:r>
            <a:r>
              <a:rPr lang="en-GB" noProof="0" dirty="0" err="1"/>
              <a:t>dolor</a:t>
            </a:r>
            <a:r>
              <a:rPr lang="en-GB" noProof="0" dirty="0"/>
              <a:t> sit </a:t>
            </a:r>
            <a:r>
              <a:rPr lang="en-GB" noProof="0" dirty="0" err="1"/>
              <a:t>amet</a:t>
            </a:r>
            <a:r>
              <a:rPr lang="en-GB" noProof="0" dirty="0"/>
              <a:t>, </a:t>
            </a:r>
            <a:r>
              <a:rPr lang="en-GB" noProof="0" dirty="0" err="1"/>
              <a:t>consetetur</a:t>
            </a:r>
            <a:r>
              <a:rPr lang="en-GB" noProof="0" dirty="0"/>
              <a:t> </a:t>
            </a:r>
            <a:br>
              <a:rPr lang="en-GB" noProof="0" dirty="0"/>
            </a:br>
            <a:r>
              <a:rPr lang="en-GB" noProof="0" dirty="0" err="1"/>
              <a:t>sadipscing</a:t>
            </a:r>
            <a:r>
              <a:rPr lang="en-GB" noProof="0" dirty="0"/>
              <a:t> </a:t>
            </a:r>
            <a:r>
              <a:rPr lang="en-GB" noProof="0" dirty="0" err="1"/>
              <a:t>elitr</a:t>
            </a:r>
            <a:r>
              <a:rPr lang="en-GB" noProof="0" dirty="0"/>
              <a:t>, </a:t>
            </a:r>
            <a:r>
              <a:rPr lang="en-GB" noProof="0" dirty="0" err="1"/>
              <a:t>sed</a:t>
            </a:r>
            <a:r>
              <a:rPr lang="en-GB" noProof="0" dirty="0"/>
              <a:t> </a:t>
            </a:r>
            <a:r>
              <a:rPr lang="en-GB" noProof="0" dirty="0" err="1"/>
              <a:t>diam</a:t>
            </a:r>
            <a:r>
              <a:rPr lang="en-GB" noProof="0" dirty="0"/>
              <a:t> </a:t>
            </a:r>
            <a:r>
              <a:rPr lang="en-GB" noProof="0" dirty="0" err="1"/>
              <a:t>nonumy</a:t>
            </a:r>
            <a:r>
              <a:rPr lang="en-GB" noProof="0" dirty="0"/>
              <a:t> </a:t>
            </a:r>
            <a:r>
              <a:rPr lang="en-GB" noProof="0" dirty="0" err="1"/>
              <a:t>eirmod</a:t>
            </a:r>
            <a:endParaRPr lang="en-GB" noProof="0" dirty="0"/>
          </a:p>
        </p:txBody>
      </p:sp>
      <p:sp>
        <p:nvSpPr>
          <p:cNvPr id="321" name="Textfeld 320">
            <a:extLst>
              <a:ext uri="{FF2B5EF4-FFF2-40B4-BE49-F238E27FC236}">
                <a16:creationId xmlns:a16="http://schemas.microsoft.com/office/drawing/2014/main" id="{24E39385-8855-420B-25BA-E3B4E94895D9}"/>
              </a:ext>
            </a:extLst>
          </p:cNvPr>
          <p:cNvSpPr txBox="1"/>
          <p:nvPr/>
        </p:nvSpPr>
        <p:spPr>
          <a:xfrm>
            <a:off x="9047163" y="6100437"/>
            <a:ext cx="2613713" cy="123111"/>
          </a:xfrm>
          <a:prstGeom prst="rect">
            <a:avLst/>
          </a:prstGeom>
          <a:noFill/>
        </p:spPr>
        <p:txBody>
          <a:bodyPr wrap="square" lIns="144000" tIns="0" rIns="0" bIns="0" rtlCol="0">
            <a:spAutoFit/>
          </a:bodyPr>
          <a:lstStyle/>
          <a:p>
            <a:r>
              <a:rPr lang="en-GB" sz="800" baseline="30000" noProof="0"/>
              <a:t>1 </a:t>
            </a:r>
            <a:r>
              <a:rPr lang="en-GB" sz="800" noProof="0"/>
              <a:t>Lorem ipsum </a:t>
            </a:r>
            <a:r>
              <a:rPr lang="en-GB" sz="800" noProof="0" err="1"/>
              <a:t>dolor</a:t>
            </a:r>
            <a:r>
              <a:rPr lang="en-GB" sz="800" noProof="0"/>
              <a:t> sit </a:t>
            </a:r>
            <a:r>
              <a:rPr lang="en-GB" sz="800" noProof="0" err="1"/>
              <a:t>amet</a:t>
            </a:r>
            <a:r>
              <a:rPr lang="en-GB" sz="800" noProof="0"/>
              <a:t> </a:t>
            </a:r>
            <a:r>
              <a:rPr lang="en-GB" sz="800" noProof="0" err="1"/>
              <a:t>consetetur</a:t>
            </a:r>
            <a:endParaRPr lang="en-GB" sz="800" noProof="0"/>
          </a:p>
        </p:txBody>
      </p:sp>
      <p:sp>
        <p:nvSpPr>
          <p:cNvPr id="322" name="Textfeld 321">
            <a:extLst>
              <a:ext uri="{FF2B5EF4-FFF2-40B4-BE49-F238E27FC236}">
                <a16:creationId xmlns:a16="http://schemas.microsoft.com/office/drawing/2014/main" id="{B9541A57-0F6D-DBD3-B5AD-6F94EF8890A0}"/>
              </a:ext>
            </a:extLst>
          </p:cNvPr>
          <p:cNvSpPr txBox="1"/>
          <p:nvPr/>
        </p:nvSpPr>
        <p:spPr>
          <a:xfrm>
            <a:off x="9039789" y="4617974"/>
            <a:ext cx="1992059" cy="1015531"/>
          </a:xfrm>
          <a:prstGeom prst="rect">
            <a:avLst/>
          </a:prstGeom>
          <a:noFill/>
        </p:spPr>
        <p:txBody>
          <a:bodyPr wrap="square" lIns="144000">
            <a:spAutoFit/>
          </a:bodyPr>
          <a:lstStyle/>
          <a:p>
            <a:pPr defTabSz="914309">
              <a:spcBef>
                <a:spcPts val="300"/>
              </a:spcBef>
              <a:defRPr/>
            </a:pPr>
            <a:r>
              <a:rPr lang="en-GB" sz="1000" b="1" noProof="0" dirty="0">
                <a:solidFill>
                  <a:srgbClr val="000000"/>
                </a:solidFill>
                <a:latin typeface="Arial" panose="020B0604020202020204"/>
                <a:cs typeface="Arial"/>
              </a:rPr>
              <a:t>Lorem ipsum </a:t>
            </a:r>
            <a:r>
              <a:rPr lang="en-GB" sz="1000" b="1" noProof="0" dirty="0" err="1">
                <a:solidFill>
                  <a:srgbClr val="000000"/>
                </a:solidFill>
                <a:latin typeface="Arial" panose="020B0604020202020204"/>
                <a:cs typeface="Arial"/>
              </a:rPr>
              <a:t>dolor</a:t>
            </a:r>
            <a:r>
              <a:rPr lang="en-GB" sz="1000" b="1" noProof="0" dirty="0">
                <a:solidFill>
                  <a:srgbClr val="000000"/>
                </a:solidFill>
                <a:latin typeface="Arial" panose="020B0604020202020204"/>
                <a:cs typeface="Arial"/>
              </a:rPr>
              <a:t> sit </a:t>
            </a:r>
            <a:r>
              <a:rPr lang="en-GB" sz="1000" b="1" noProof="0" dirty="0" err="1">
                <a:solidFill>
                  <a:srgbClr val="000000"/>
                </a:solidFill>
                <a:latin typeface="Arial" panose="020B0604020202020204"/>
                <a:cs typeface="Arial"/>
              </a:rPr>
              <a:t>amet</a:t>
            </a:r>
            <a:endParaRPr lang="en-GB" sz="1000" b="1" noProof="0" dirty="0">
              <a:solidFill>
                <a:srgbClr val="000000"/>
              </a:solidFill>
              <a:latin typeface="Arial" panose="020B0604020202020204"/>
              <a:cs typeface="Arial"/>
            </a:endParaRPr>
          </a:p>
          <a:p>
            <a:pPr marL="404813" lvl="1" indent="-190500" defTabSz="914309">
              <a:spcBef>
                <a:spcPts val="300"/>
              </a:spcBef>
              <a:defRPr/>
            </a:pPr>
            <a:r>
              <a:rPr lang="en-GB" sz="1000" noProof="0" dirty="0">
                <a:solidFill>
                  <a:srgbClr val="000000"/>
                </a:solidFill>
                <a:latin typeface="Arial" panose="020B0604020202020204"/>
                <a:cs typeface="Arial"/>
              </a:rPr>
              <a:t>Lorem ipsum</a:t>
            </a:r>
          </a:p>
          <a:p>
            <a:pPr marL="404813" lvl="1" indent="-190500" defTabSz="914309">
              <a:spcBef>
                <a:spcPts val="300"/>
              </a:spcBef>
              <a:defRPr/>
            </a:pPr>
            <a:r>
              <a:rPr lang="en-GB" sz="1000" noProof="0" dirty="0">
                <a:solidFill>
                  <a:srgbClr val="000000"/>
                </a:solidFill>
                <a:latin typeface="Arial" panose="020B0604020202020204"/>
                <a:cs typeface="Arial"/>
              </a:rPr>
              <a:t>Lorem ipsum</a:t>
            </a:r>
          </a:p>
          <a:p>
            <a:pPr marL="404813" lvl="1" indent="-190500" defTabSz="914309">
              <a:spcBef>
                <a:spcPts val="300"/>
              </a:spcBef>
              <a:defRPr/>
            </a:pPr>
            <a:r>
              <a:rPr lang="en-GB" sz="1000" noProof="0" dirty="0">
                <a:solidFill>
                  <a:srgbClr val="000000"/>
                </a:solidFill>
                <a:latin typeface="Arial" panose="020B0604020202020204"/>
                <a:cs typeface="Arial"/>
              </a:rPr>
              <a:t>Lorem ipsum</a:t>
            </a:r>
          </a:p>
          <a:p>
            <a:pPr marL="404813" lvl="1" indent="-190500" defTabSz="914309">
              <a:spcBef>
                <a:spcPts val="300"/>
              </a:spcBef>
              <a:defRPr/>
            </a:pPr>
            <a:r>
              <a:rPr lang="en-GB" sz="1000" noProof="0" dirty="0">
                <a:solidFill>
                  <a:srgbClr val="000000"/>
                </a:solidFill>
                <a:latin typeface="Arial" panose="020B0604020202020204"/>
                <a:cs typeface="Arial"/>
              </a:rPr>
              <a:t>Lorem ipsum</a:t>
            </a:r>
          </a:p>
        </p:txBody>
      </p:sp>
      <p:sp>
        <p:nvSpPr>
          <p:cNvPr id="323" name="Rechteck 322">
            <a:extLst>
              <a:ext uri="{FF2B5EF4-FFF2-40B4-BE49-F238E27FC236}">
                <a16:creationId xmlns:a16="http://schemas.microsoft.com/office/drawing/2014/main" id="{9ACF709A-F7FD-B566-E541-E1BFB0A38C03}"/>
              </a:ext>
            </a:extLst>
          </p:cNvPr>
          <p:cNvSpPr/>
          <p:nvPr/>
        </p:nvSpPr>
        <p:spPr>
          <a:xfrm>
            <a:off x="9168240" y="5085241"/>
            <a:ext cx="100217" cy="100217"/>
          </a:xfrm>
          <a:prstGeom prst="rect">
            <a:avLst/>
          </a:prstGeom>
          <a:solidFill>
            <a:srgbClr val="65AC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324" name="Rechteck 323">
            <a:extLst>
              <a:ext uri="{FF2B5EF4-FFF2-40B4-BE49-F238E27FC236}">
                <a16:creationId xmlns:a16="http://schemas.microsoft.com/office/drawing/2014/main" id="{4747E192-C0C5-2319-2C53-24BD306290B3}"/>
              </a:ext>
            </a:extLst>
          </p:cNvPr>
          <p:cNvSpPr/>
          <p:nvPr/>
        </p:nvSpPr>
        <p:spPr>
          <a:xfrm>
            <a:off x="9168240" y="4890022"/>
            <a:ext cx="100217" cy="100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325" name="Rechteck 324">
            <a:extLst>
              <a:ext uri="{FF2B5EF4-FFF2-40B4-BE49-F238E27FC236}">
                <a16:creationId xmlns:a16="http://schemas.microsoft.com/office/drawing/2014/main" id="{A006321A-B12F-86A1-76DA-E8B095CD1A5E}"/>
              </a:ext>
            </a:extLst>
          </p:cNvPr>
          <p:cNvSpPr/>
          <p:nvPr/>
        </p:nvSpPr>
        <p:spPr>
          <a:xfrm>
            <a:off x="9168240" y="5271752"/>
            <a:ext cx="100217" cy="100217"/>
          </a:xfrm>
          <a:prstGeom prst="rect">
            <a:avLst/>
          </a:prstGeom>
          <a:solidFill>
            <a:srgbClr val="4EAB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326" name="Rechteck 325">
            <a:extLst>
              <a:ext uri="{FF2B5EF4-FFF2-40B4-BE49-F238E27FC236}">
                <a16:creationId xmlns:a16="http://schemas.microsoft.com/office/drawing/2014/main" id="{89F6F116-AB05-1DAA-761E-664F313AD447}"/>
              </a:ext>
            </a:extLst>
          </p:cNvPr>
          <p:cNvSpPr/>
          <p:nvPr/>
        </p:nvSpPr>
        <p:spPr>
          <a:xfrm>
            <a:off x="9168240" y="5458261"/>
            <a:ext cx="100217" cy="100217"/>
          </a:xfrm>
          <a:prstGeom prst="rect">
            <a:avLst/>
          </a:prstGeom>
          <a:solidFill>
            <a:srgbClr val="F7B6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327" name="Textfeld 326">
            <a:extLst>
              <a:ext uri="{FF2B5EF4-FFF2-40B4-BE49-F238E27FC236}">
                <a16:creationId xmlns:a16="http://schemas.microsoft.com/office/drawing/2014/main" id="{E29E960F-C232-E2FE-C038-2E82292A2177}"/>
              </a:ext>
            </a:extLst>
          </p:cNvPr>
          <p:cNvSpPr txBox="1"/>
          <p:nvPr/>
        </p:nvSpPr>
        <p:spPr>
          <a:xfrm>
            <a:off x="9023351" y="3528649"/>
            <a:ext cx="2535170" cy="1015531"/>
          </a:xfrm>
          <a:prstGeom prst="rect">
            <a:avLst/>
          </a:prstGeom>
          <a:noFill/>
        </p:spPr>
        <p:txBody>
          <a:bodyPr wrap="square" lIns="144000">
            <a:spAutoFit/>
          </a:bodyPr>
          <a:lstStyle/>
          <a:p>
            <a:pPr defTabSz="914309">
              <a:spcBef>
                <a:spcPts val="300"/>
              </a:spcBef>
              <a:defRPr/>
            </a:pPr>
            <a:r>
              <a:rPr lang="en-GB" sz="1000" b="1" noProof="0" dirty="0">
                <a:solidFill>
                  <a:srgbClr val="000000"/>
                </a:solidFill>
                <a:latin typeface="Arial" panose="020B0604020202020204"/>
                <a:cs typeface="Arial"/>
              </a:rPr>
              <a:t>Lorem ipsum </a:t>
            </a:r>
            <a:r>
              <a:rPr lang="en-GB" sz="1000" b="1" noProof="0" dirty="0" err="1">
                <a:solidFill>
                  <a:srgbClr val="000000"/>
                </a:solidFill>
                <a:latin typeface="Arial" panose="020B0604020202020204"/>
                <a:cs typeface="Arial"/>
              </a:rPr>
              <a:t>dolor</a:t>
            </a:r>
            <a:r>
              <a:rPr lang="en-GB" sz="1000" b="1" noProof="0" dirty="0">
                <a:solidFill>
                  <a:srgbClr val="000000"/>
                </a:solidFill>
                <a:latin typeface="Arial" panose="020B0604020202020204"/>
                <a:cs typeface="Arial"/>
              </a:rPr>
              <a:t> sit </a:t>
            </a:r>
            <a:r>
              <a:rPr lang="en-GB" sz="1000" b="1" noProof="0" dirty="0" err="1">
                <a:solidFill>
                  <a:srgbClr val="000000"/>
                </a:solidFill>
                <a:latin typeface="Arial" panose="020B0604020202020204"/>
                <a:cs typeface="Arial"/>
              </a:rPr>
              <a:t>amet</a:t>
            </a:r>
            <a:endParaRPr lang="en-GB" sz="1000" b="1" noProof="0" dirty="0">
              <a:solidFill>
                <a:srgbClr val="000000"/>
              </a:solidFill>
              <a:latin typeface="Arial" panose="020B0604020202020204"/>
              <a:cs typeface="Arial"/>
            </a:endParaRPr>
          </a:p>
          <a:p>
            <a:pPr marL="404813" lvl="1" indent="-190500" defTabSz="914309">
              <a:spcBef>
                <a:spcPts val="300"/>
              </a:spcBef>
              <a:defRPr/>
            </a:pPr>
            <a:r>
              <a:rPr lang="en-GB" sz="1000" noProof="0" dirty="0">
                <a:solidFill>
                  <a:srgbClr val="000000"/>
                </a:solidFill>
                <a:latin typeface="Arial" panose="020B0604020202020204"/>
                <a:cs typeface="Arial"/>
              </a:rPr>
              <a:t>Lorem ipsum</a:t>
            </a:r>
          </a:p>
          <a:p>
            <a:pPr marL="404813" lvl="1" indent="-190500" defTabSz="914309">
              <a:spcBef>
                <a:spcPts val="300"/>
              </a:spcBef>
              <a:defRPr/>
            </a:pPr>
            <a:r>
              <a:rPr lang="en-GB" sz="1000" noProof="0" dirty="0">
                <a:solidFill>
                  <a:srgbClr val="000000"/>
                </a:solidFill>
                <a:latin typeface="Arial" panose="020B0604020202020204"/>
                <a:cs typeface="Arial"/>
              </a:rPr>
              <a:t>Lorem ipsum</a:t>
            </a:r>
          </a:p>
          <a:p>
            <a:pPr marL="404813" lvl="1" indent="-190500" defTabSz="914309">
              <a:spcBef>
                <a:spcPts val="300"/>
              </a:spcBef>
              <a:defRPr/>
            </a:pPr>
            <a:r>
              <a:rPr lang="en-GB" sz="1000" noProof="0" dirty="0">
                <a:solidFill>
                  <a:srgbClr val="000000"/>
                </a:solidFill>
                <a:latin typeface="Arial" panose="020B0604020202020204"/>
                <a:cs typeface="Arial"/>
              </a:rPr>
              <a:t>Lorem ipsum</a:t>
            </a:r>
          </a:p>
          <a:p>
            <a:pPr marL="404813" lvl="1" indent="-190500" defTabSz="914309">
              <a:spcBef>
                <a:spcPts val="300"/>
              </a:spcBef>
              <a:defRPr/>
            </a:pPr>
            <a:r>
              <a:rPr lang="en-GB" sz="1000" noProof="0" dirty="0">
                <a:solidFill>
                  <a:srgbClr val="000000"/>
                </a:solidFill>
                <a:latin typeface="Arial" panose="020B0604020202020204"/>
                <a:cs typeface="Arial"/>
              </a:rPr>
              <a:t>Lorem ipsum</a:t>
            </a:r>
          </a:p>
        </p:txBody>
      </p:sp>
      <p:sp>
        <p:nvSpPr>
          <p:cNvPr id="328" name="Ellipse 1248">
            <a:extLst>
              <a:ext uri="{FF2B5EF4-FFF2-40B4-BE49-F238E27FC236}">
                <a16:creationId xmlns:a16="http://schemas.microsoft.com/office/drawing/2014/main" id="{875B6D76-1DDB-8471-35C4-20184E0ACED2}"/>
              </a:ext>
            </a:extLst>
          </p:cNvPr>
          <p:cNvSpPr/>
          <p:nvPr/>
        </p:nvSpPr>
        <p:spPr>
          <a:xfrm rot="5400000">
            <a:off x="9168240" y="3795102"/>
            <a:ext cx="100217" cy="100217"/>
          </a:xfrm>
          <a:prstGeom prst="ellipse">
            <a:avLst/>
          </a:prstGeom>
          <a:solidFill>
            <a:srgbClr val="F39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329" name="Ellipse 1249">
            <a:extLst>
              <a:ext uri="{FF2B5EF4-FFF2-40B4-BE49-F238E27FC236}">
                <a16:creationId xmlns:a16="http://schemas.microsoft.com/office/drawing/2014/main" id="{F29C33F0-5978-F742-6594-645BC2B53C27}"/>
              </a:ext>
            </a:extLst>
          </p:cNvPr>
          <p:cNvSpPr/>
          <p:nvPr/>
        </p:nvSpPr>
        <p:spPr>
          <a:xfrm rot="5400000">
            <a:off x="9168240" y="3986305"/>
            <a:ext cx="100217" cy="100217"/>
          </a:xfrm>
          <a:prstGeom prst="ellipse">
            <a:avLst/>
          </a:prstGeom>
          <a:solidFill>
            <a:srgbClr val="C50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330" name="Ellipse 1250">
            <a:extLst>
              <a:ext uri="{FF2B5EF4-FFF2-40B4-BE49-F238E27FC236}">
                <a16:creationId xmlns:a16="http://schemas.microsoft.com/office/drawing/2014/main" id="{EED4F825-CFAB-AF9A-C63E-B2153CB0C026}"/>
              </a:ext>
            </a:extLst>
          </p:cNvPr>
          <p:cNvSpPr/>
          <p:nvPr/>
        </p:nvSpPr>
        <p:spPr>
          <a:xfrm rot="5400000">
            <a:off x="9168240" y="4166773"/>
            <a:ext cx="100217" cy="100217"/>
          </a:xfrm>
          <a:prstGeom prst="ellipse">
            <a:avLst/>
          </a:prstGeom>
          <a:solidFill>
            <a:srgbClr val="0079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331" name="Ellipse 1251">
            <a:extLst>
              <a:ext uri="{FF2B5EF4-FFF2-40B4-BE49-F238E27FC236}">
                <a16:creationId xmlns:a16="http://schemas.microsoft.com/office/drawing/2014/main" id="{60C3925C-7F01-C914-318D-29D84C1C20BC}"/>
              </a:ext>
            </a:extLst>
          </p:cNvPr>
          <p:cNvSpPr/>
          <p:nvPr/>
        </p:nvSpPr>
        <p:spPr>
          <a:xfrm rot="5400000">
            <a:off x="9168240" y="4361960"/>
            <a:ext cx="100217" cy="100217"/>
          </a:xfrm>
          <a:prstGeom prst="ellipse">
            <a:avLst/>
          </a:prstGeom>
          <a:solidFill>
            <a:srgbClr val="21A0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grpSp>
        <p:nvGrpSpPr>
          <p:cNvPr id="332" name="Gruppieren 331">
            <a:extLst>
              <a:ext uri="{FF2B5EF4-FFF2-40B4-BE49-F238E27FC236}">
                <a16:creationId xmlns:a16="http://schemas.microsoft.com/office/drawing/2014/main" id="{879BC571-B5E4-7F04-6728-D4BB75CEE02D}"/>
              </a:ext>
            </a:extLst>
          </p:cNvPr>
          <p:cNvGrpSpPr/>
          <p:nvPr/>
        </p:nvGrpSpPr>
        <p:grpSpPr>
          <a:xfrm>
            <a:off x="-249732" y="2482492"/>
            <a:ext cx="9384312" cy="3968762"/>
            <a:chOff x="11676063" y="6227923"/>
            <a:chExt cx="11035540" cy="4667091"/>
          </a:xfrm>
        </p:grpSpPr>
        <p:grpSp>
          <p:nvGrpSpPr>
            <p:cNvPr id="333" name="Gruppieren 332">
              <a:extLst>
                <a:ext uri="{FF2B5EF4-FFF2-40B4-BE49-F238E27FC236}">
                  <a16:creationId xmlns:a16="http://schemas.microsoft.com/office/drawing/2014/main" id="{2B7F7755-0F8F-F17A-02BC-6BBA7DEBB733}"/>
                </a:ext>
              </a:extLst>
            </p:cNvPr>
            <p:cNvGrpSpPr/>
            <p:nvPr/>
          </p:nvGrpSpPr>
          <p:grpSpPr>
            <a:xfrm>
              <a:off x="11676063" y="6227923"/>
              <a:ext cx="11035540" cy="4667091"/>
              <a:chOff x="375665" y="4581128"/>
              <a:chExt cx="4130929" cy="2016224"/>
            </a:xfrm>
            <a:solidFill>
              <a:schemeClr val="bg1"/>
            </a:solidFill>
          </p:grpSpPr>
          <p:grpSp>
            <p:nvGrpSpPr>
              <p:cNvPr id="444" name="Group 3">
                <a:extLst>
                  <a:ext uri="{FF2B5EF4-FFF2-40B4-BE49-F238E27FC236}">
                    <a16:creationId xmlns:a16="http://schemas.microsoft.com/office/drawing/2014/main" id="{5EF4C023-CBD5-C460-AE46-D3A2D3966F6D}"/>
                  </a:ext>
                </a:extLst>
              </p:cNvPr>
              <p:cNvGrpSpPr>
                <a:grpSpLocks/>
              </p:cNvGrpSpPr>
              <p:nvPr/>
            </p:nvGrpSpPr>
            <p:grpSpPr bwMode="auto">
              <a:xfrm>
                <a:off x="375665" y="4581128"/>
                <a:ext cx="4130929" cy="2016224"/>
                <a:chOff x="181" y="4439"/>
                <a:chExt cx="5579" cy="2723"/>
              </a:xfrm>
              <a:grpFill/>
              <a:effectLst/>
            </p:grpSpPr>
            <p:sp>
              <p:nvSpPr>
                <p:cNvPr id="448" name="USA (Alaska)" descr="© INSCALE GmbH, 05.05.2010&#10;http://www.presentationload.com/">
                  <a:extLst>
                    <a:ext uri="{FF2B5EF4-FFF2-40B4-BE49-F238E27FC236}">
                      <a16:creationId xmlns:a16="http://schemas.microsoft.com/office/drawing/2014/main" id="{F44415A0-F446-0C55-BC16-3F1057B73691}"/>
                    </a:ext>
                  </a:extLst>
                </p:cNvPr>
                <p:cNvSpPr>
                  <a:spLocks noEditPoints="1"/>
                </p:cNvSpPr>
                <p:nvPr/>
              </p:nvSpPr>
              <p:spPr bwMode="gray">
                <a:xfrm>
                  <a:off x="181" y="4621"/>
                  <a:ext cx="779" cy="338"/>
                </a:xfrm>
                <a:custGeom>
                  <a:avLst/>
                  <a:gdLst>
                    <a:gd name="T0" fmla="*/ 2147483647 w 3072"/>
                    <a:gd name="T1" fmla="*/ 2147483647 h 1332"/>
                    <a:gd name="T2" fmla="*/ 2147483647 w 3072"/>
                    <a:gd name="T3" fmla="*/ 2147483647 h 1332"/>
                    <a:gd name="T4" fmla="*/ 2147483647 w 3072"/>
                    <a:gd name="T5" fmla="*/ 2147483647 h 1332"/>
                    <a:gd name="T6" fmla="*/ 2147483647 w 3072"/>
                    <a:gd name="T7" fmla="*/ 2147483647 h 1332"/>
                    <a:gd name="T8" fmla="*/ 2147483647 w 3072"/>
                    <a:gd name="T9" fmla="*/ 2147483647 h 1332"/>
                    <a:gd name="T10" fmla="*/ 2147483647 w 3072"/>
                    <a:gd name="T11" fmla="*/ 2147483647 h 1332"/>
                    <a:gd name="T12" fmla="*/ 2147483647 w 3072"/>
                    <a:gd name="T13" fmla="*/ 2147483647 h 1332"/>
                    <a:gd name="T14" fmla="*/ 2147483647 w 3072"/>
                    <a:gd name="T15" fmla="*/ 2147483647 h 1332"/>
                    <a:gd name="T16" fmla="*/ 2147483647 w 3072"/>
                    <a:gd name="T17" fmla="*/ 2147483647 h 1332"/>
                    <a:gd name="T18" fmla="*/ 2147483647 w 3072"/>
                    <a:gd name="T19" fmla="*/ 2147483647 h 1332"/>
                    <a:gd name="T20" fmla="*/ 2147483647 w 3072"/>
                    <a:gd name="T21" fmla="*/ 2147483647 h 1332"/>
                    <a:gd name="T22" fmla="*/ 2147483647 w 3072"/>
                    <a:gd name="T23" fmla="*/ 0 h 1332"/>
                    <a:gd name="T24" fmla="*/ 2147483647 w 3072"/>
                    <a:gd name="T25" fmla="*/ 2147483647 h 1332"/>
                    <a:gd name="T26" fmla="*/ 2147483647 w 3072"/>
                    <a:gd name="T27" fmla="*/ 2147483647 h 1332"/>
                    <a:gd name="T28" fmla="*/ 2147483647 w 3072"/>
                    <a:gd name="T29" fmla="*/ 2147483647 h 1332"/>
                    <a:gd name="T30" fmla="*/ 2147483647 w 3072"/>
                    <a:gd name="T31" fmla="*/ 2147483647 h 1332"/>
                    <a:gd name="T32" fmla="*/ 2147483647 w 3072"/>
                    <a:gd name="T33" fmla="*/ 2147483647 h 1332"/>
                    <a:gd name="T34" fmla="*/ 2147483647 w 3072"/>
                    <a:gd name="T35" fmla="*/ 2147483647 h 1332"/>
                    <a:gd name="T36" fmla="*/ 2147483647 w 3072"/>
                    <a:gd name="T37" fmla="*/ 2147483647 h 1332"/>
                    <a:gd name="T38" fmla="*/ 2147483647 w 3072"/>
                    <a:gd name="T39" fmla="*/ 2147483647 h 1332"/>
                    <a:gd name="T40" fmla="*/ 2147483647 w 3072"/>
                    <a:gd name="T41" fmla="*/ 2147483647 h 1332"/>
                    <a:gd name="T42" fmla="*/ 2147483647 w 3072"/>
                    <a:gd name="T43" fmla="*/ 2147483647 h 1332"/>
                    <a:gd name="T44" fmla="*/ 2147483647 w 3072"/>
                    <a:gd name="T45" fmla="*/ 2147483647 h 1332"/>
                    <a:gd name="T46" fmla="*/ 2147483647 w 3072"/>
                    <a:gd name="T47" fmla="*/ 2147483647 h 1332"/>
                    <a:gd name="T48" fmla="*/ 2147483647 w 3072"/>
                    <a:gd name="T49" fmla="*/ 2147483647 h 1332"/>
                    <a:gd name="T50" fmla="*/ 2147483647 w 3072"/>
                    <a:gd name="T51" fmla="*/ 2147483647 h 1332"/>
                    <a:gd name="T52" fmla="*/ 2147483647 w 3072"/>
                    <a:gd name="T53" fmla="*/ 2147483647 h 1332"/>
                    <a:gd name="T54" fmla="*/ 2147483647 w 3072"/>
                    <a:gd name="T55" fmla="*/ 2147483647 h 1332"/>
                    <a:gd name="T56" fmla="*/ 2147483647 w 3072"/>
                    <a:gd name="T57" fmla="*/ 2147483647 h 1332"/>
                    <a:gd name="T58" fmla="*/ 2147483647 w 3072"/>
                    <a:gd name="T59" fmla="*/ 2147483647 h 1332"/>
                    <a:gd name="T60" fmla="*/ 2147483647 w 3072"/>
                    <a:gd name="T61" fmla="*/ 2147483647 h 1332"/>
                    <a:gd name="T62" fmla="*/ 2147483647 w 3072"/>
                    <a:gd name="T63" fmla="*/ 2147483647 h 1332"/>
                    <a:gd name="T64" fmla="*/ 2147483647 w 3072"/>
                    <a:gd name="T65" fmla="*/ 2147483647 h 1332"/>
                    <a:gd name="T66" fmla="*/ 2147483647 w 3072"/>
                    <a:gd name="T67" fmla="*/ 2147483647 h 1332"/>
                    <a:gd name="T68" fmla="*/ 2147483647 w 3072"/>
                    <a:gd name="T69" fmla="*/ 2147483647 h 1332"/>
                    <a:gd name="T70" fmla="*/ 2147483647 w 3072"/>
                    <a:gd name="T71" fmla="*/ 2147483647 h 1332"/>
                    <a:gd name="T72" fmla="*/ 2147483647 w 3072"/>
                    <a:gd name="T73" fmla="*/ 2147483647 h 1332"/>
                    <a:gd name="T74" fmla="*/ 2147483647 w 3072"/>
                    <a:gd name="T75" fmla="*/ 2147483647 h 1332"/>
                    <a:gd name="T76" fmla="*/ 2147483647 w 3072"/>
                    <a:gd name="T77" fmla="*/ 2147483647 h 1332"/>
                    <a:gd name="T78" fmla="*/ 2147483647 w 3072"/>
                    <a:gd name="T79" fmla="*/ 2147483647 h 1332"/>
                    <a:gd name="T80" fmla="*/ 2147483647 w 3072"/>
                    <a:gd name="T81" fmla="*/ 2147483647 h 1332"/>
                    <a:gd name="T82" fmla="*/ 2147483647 w 3072"/>
                    <a:gd name="T83" fmla="*/ 2147483647 h 1332"/>
                    <a:gd name="T84" fmla="*/ 2147483647 w 3072"/>
                    <a:gd name="T85" fmla="*/ 2147483647 h 1332"/>
                    <a:gd name="T86" fmla="*/ 2147483647 w 3072"/>
                    <a:gd name="T87" fmla="*/ 2147483647 h 1332"/>
                    <a:gd name="T88" fmla="*/ 2147483647 w 3072"/>
                    <a:gd name="T89" fmla="*/ 2147483647 h 1332"/>
                    <a:gd name="T90" fmla="*/ 2147483647 w 3072"/>
                    <a:gd name="T91" fmla="*/ 2147483647 h 1332"/>
                    <a:gd name="T92" fmla="*/ 2147483647 w 3072"/>
                    <a:gd name="T93" fmla="*/ 2147483647 h 1332"/>
                    <a:gd name="T94" fmla="*/ 2147483647 w 3072"/>
                    <a:gd name="T95" fmla="*/ 2147483647 h 1332"/>
                    <a:gd name="T96" fmla="*/ 2147483647 w 3072"/>
                    <a:gd name="T97" fmla="*/ 2147483647 h 1332"/>
                    <a:gd name="T98" fmla="*/ 2147483647 w 3072"/>
                    <a:gd name="T99" fmla="*/ 2147483647 h 1332"/>
                    <a:gd name="T100" fmla="*/ 2147483647 w 3072"/>
                    <a:gd name="T101" fmla="*/ 2147483647 h 1332"/>
                    <a:gd name="T102" fmla="*/ 2147483647 w 3072"/>
                    <a:gd name="T103" fmla="*/ 2147483647 h 1332"/>
                    <a:gd name="T104" fmla="*/ 2147483647 w 3072"/>
                    <a:gd name="T105" fmla="*/ 2147483647 h 1332"/>
                    <a:gd name="T106" fmla="*/ 2147483647 w 3072"/>
                    <a:gd name="T107" fmla="*/ 2147483647 h 1332"/>
                    <a:gd name="T108" fmla="*/ 2147483647 w 3072"/>
                    <a:gd name="T109" fmla="*/ 2147483647 h 1332"/>
                    <a:gd name="T110" fmla="*/ 2147483647 w 3072"/>
                    <a:gd name="T111" fmla="*/ 2147483647 h 1332"/>
                    <a:gd name="T112" fmla="*/ 2147483647 w 3072"/>
                    <a:gd name="T113" fmla="*/ 2147483647 h 1332"/>
                    <a:gd name="T114" fmla="*/ 2147483647 w 3072"/>
                    <a:gd name="T115" fmla="*/ 2147483647 h 1332"/>
                    <a:gd name="T116" fmla="*/ 2147483647 w 3072"/>
                    <a:gd name="T117" fmla="*/ 2147483647 h 1332"/>
                    <a:gd name="T118" fmla="*/ 2147483647 w 3072"/>
                    <a:gd name="T119" fmla="*/ 2147483647 h 1332"/>
                    <a:gd name="T120" fmla="*/ 2147483647 w 3072"/>
                    <a:gd name="T121" fmla="*/ 2147483647 h 133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072"/>
                    <a:gd name="T184" fmla="*/ 0 h 1332"/>
                    <a:gd name="T185" fmla="*/ 3072 w 3072"/>
                    <a:gd name="T186" fmla="*/ 1332 h 133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072" h="1332">
                      <a:moveTo>
                        <a:pt x="2454" y="930"/>
                      </a:moveTo>
                      <a:lnTo>
                        <a:pt x="2418" y="966"/>
                      </a:lnTo>
                      <a:lnTo>
                        <a:pt x="2400" y="1002"/>
                      </a:lnTo>
                      <a:lnTo>
                        <a:pt x="2412" y="1002"/>
                      </a:lnTo>
                      <a:lnTo>
                        <a:pt x="2448" y="984"/>
                      </a:lnTo>
                      <a:lnTo>
                        <a:pt x="2460" y="972"/>
                      </a:lnTo>
                      <a:lnTo>
                        <a:pt x="2460" y="954"/>
                      </a:lnTo>
                      <a:lnTo>
                        <a:pt x="2472" y="942"/>
                      </a:lnTo>
                      <a:lnTo>
                        <a:pt x="2460" y="930"/>
                      </a:lnTo>
                      <a:lnTo>
                        <a:pt x="2454" y="930"/>
                      </a:lnTo>
                      <a:close/>
                      <a:moveTo>
                        <a:pt x="2400" y="930"/>
                      </a:moveTo>
                      <a:lnTo>
                        <a:pt x="2388" y="930"/>
                      </a:lnTo>
                      <a:lnTo>
                        <a:pt x="2376" y="936"/>
                      </a:lnTo>
                      <a:lnTo>
                        <a:pt x="2364" y="948"/>
                      </a:lnTo>
                      <a:lnTo>
                        <a:pt x="2364" y="954"/>
                      </a:lnTo>
                      <a:lnTo>
                        <a:pt x="2370" y="966"/>
                      </a:lnTo>
                      <a:lnTo>
                        <a:pt x="2376" y="972"/>
                      </a:lnTo>
                      <a:lnTo>
                        <a:pt x="2406" y="972"/>
                      </a:lnTo>
                      <a:lnTo>
                        <a:pt x="2412" y="960"/>
                      </a:lnTo>
                      <a:lnTo>
                        <a:pt x="2418" y="954"/>
                      </a:lnTo>
                      <a:lnTo>
                        <a:pt x="2418" y="942"/>
                      </a:lnTo>
                      <a:lnTo>
                        <a:pt x="2406" y="936"/>
                      </a:lnTo>
                      <a:lnTo>
                        <a:pt x="2400" y="930"/>
                      </a:lnTo>
                      <a:close/>
                      <a:moveTo>
                        <a:pt x="2316" y="1188"/>
                      </a:moveTo>
                      <a:lnTo>
                        <a:pt x="2328" y="1188"/>
                      </a:lnTo>
                      <a:lnTo>
                        <a:pt x="2340" y="1152"/>
                      </a:lnTo>
                      <a:lnTo>
                        <a:pt x="2322" y="1158"/>
                      </a:lnTo>
                      <a:lnTo>
                        <a:pt x="2316" y="1188"/>
                      </a:lnTo>
                      <a:close/>
                      <a:moveTo>
                        <a:pt x="2388" y="1074"/>
                      </a:moveTo>
                      <a:lnTo>
                        <a:pt x="2370" y="1086"/>
                      </a:lnTo>
                      <a:lnTo>
                        <a:pt x="2382" y="1098"/>
                      </a:lnTo>
                      <a:lnTo>
                        <a:pt x="2388" y="1098"/>
                      </a:lnTo>
                      <a:lnTo>
                        <a:pt x="2382" y="1104"/>
                      </a:lnTo>
                      <a:lnTo>
                        <a:pt x="2376" y="1104"/>
                      </a:lnTo>
                      <a:lnTo>
                        <a:pt x="2364" y="1116"/>
                      </a:lnTo>
                      <a:lnTo>
                        <a:pt x="2358" y="1116"/>
                      </a:lnTo>
                      <a:lnTo>
                        <a:pt x="2352" y="1122"/>
                      </a:lnTo>
                      <a:lnTo>
                        <a:pt x="2352" y="1152"/>
                      </a:lnTo>
                      <a:lnTo>
                        <a:pt x="2358" y="1164"/>
                      </a:lnTo>
                      <a:lnTo>
                        <a:pt x="2358" y="1188"/>
                      </a:lnTo>
                      <a:lnTo>
                        <a:pt x="2370" y="1182"/>
                      </a:lnTo>
                      <a:lnTo>
                        <a:pt x="2376" y="1170"/>
                      </a:lnTo>
                      <a:lnTo>
                        <a:pt x="2388" y="1164"/>
                      </a:lnTo>
                      <a:lnTo>
                        <a:pt x="2394" y="1158"/>
                      </a:lnTo>
                      <a:lnTo>
                        <a:pt x="2394" y="1146"/>
                      </a:lnTo>
                      <a:lnTo>
                        <a:pt x="2382" y="1134"/>
                      </a:lnTo>
                      <a:lnTo>
                        <a:pt x="2394" y="1134"/>
                      </a:lnTo>
                      <a:lnTo>
                        <a:pt x="2412" y="1116"/>
                      </a:lnTo>
                      <a:lnTo>
                        <a:pt x="2412" y="1098"/>
                      </a:lnTo>
                      <a:lnTo>
                        <a:pt x="2388" y="1074"/>
                      </a:lnTo>
                      <a:close/>
                      <a:moveTo>
                        <a:pt x="2562" y="1080"/>
                      </a:moveTo>
                      <a:lnTo>
                        <a:pt x="2550" y="1080"/>
                      </a:lnTo>
                      <a:lnTo>
                        <a:pt x="2550" y="1074"/>
                      </a:lnTo>
                      <a:lnTo>
                        <a:pt x="2544" y="1068"/>
                      </a:lnTo>
                      <a:lnTo>
                        <a:pt x="2538" y="1068"/>
                      </a:lnTo>
                      <a:lnTo>
                        <a:pt x="2532" y="1062"/>
                      </a:lnTo>
                      <a:lnTo>
                        <a:pt x="2520" y="1056"/>
                      </a:lnTo>
                      <a:lnTo>
                        <a:pt x="2514" y="1050"/>
                      </a:lnTo>
                      <a:lnTo>
                        <a:pt x="2514" y="1044"/>
                      </a:lnTo>
                      <a:lnTo>
                        <a:pt x="2520" y="1032"/>
                      </a:lnTo>
                      <a:lnTo>
                        <a:pt x="2520" y="1020"/>
                      </a:lnTo>
                      <a:lnTo>
                        <a:pt x="2526" y="1008"/>
                      </a:lnTo>
                      <a:lnTo>
                        <a:pt x="2532" y="1002"/>
                      </a:lnTo>
                      <a:lnTo>
                        <a:pt x="2532" y="960"/>
                      </a:lnTo>
                      <a:lnTo>
                        <a:pt x="2550" y="924"/>
                      </a:lnTo>
                      <a:lnTo>
                        <a:pt x="2550" y="906"/>
                      </a:lnTo>
                      <a:lnTo>
                        <a:pt x="2544" y="894"/>
                      </a:lnTo>
                      <a:lnTo>
                        <a:pt x="2526" y="876"/>
                      </a:lnTo>
                      <a:lnTo>
                        <a:pt x="2538" y="864"/>
                      </a:lnTo>
                      <a:lnTo>
                        <a:pt x="2538" y="834"/>
                      </a:lnTo>
                      <a:lnTo>
                        <a:pt x="2544" y="828"/>
                      </a:lnTo>
                      <a:lnTo>
                        <a:pt x="2550" y="828"/>
                      </a:lnTo>
                      <a:lnTo>
                        <a:pt x="2556" y="822"/>
                      </a:lnTo>
                      <a:lnTo>
                        <a:pt x="2550" y="816"/>
                      </a:lnTo>
                      <a:lnTo>
                        <a:pt x="2532" y="810"/>
                      </a:lnTo>
                      <a:lnTo>
                        <a:pt x="2520" y="810"/>
                      </a:lnTo>
                      <a:lnTo>
                        <a:pt x="2502" y="816"/>
                      </a:lnTo>
                      <a:lnTo>
                        <a:pt x="2490" y="816"/>
                      </a:lnTo>
                      <a:lnTo>
                        <a:pt x="2484" y="822"/>
                      </a:lnTo>
                      <a:lnTo>
                        <a:pt x="2478" y="822"/>
                      </a:lnTo>
                      <a:lnTo>
                        <a:pt x="2478" y="834"/>
                      </a:lnTo>
                      <a:lnTo>
                        <a:pt x="2460" y="834"/>
                      </a:lnTo>
                      <a:lnTo>
                        <a:pt x="2454" y="840"/>
                      </a:lnTo>
                      <a:lnTo>
                        <a:pt x="2442" y="846"/>
                      </a:lnTo>
                      <a:lnTo>
                        <a:pt x="2430" y="846"/>
                      </a:lnTo>
                      <a:lnTo>
                        <a:pt x="2418" y="852"/>
                      </a:lnTo>
                      <a:lnTo>
                        <a:pt x="2406" y="852"/>
                      </a:lnTo>
                      <a:lnTo>
                        <a:pt x="2400" y="858"/>
                      </a:lnTo>
                      <a:lnTo>
                        <a:pt x="2394" y="858"/>
                      </a:lnTo>
                      <a:lnTo>
                        <a:pt x="2388" y="864"/>
                      </a:lnTo>
                      <a:lnTo>
                        <a:pt x="2376" y="870"/>
                      </a:lnTo>
                      <a:lnTo>
                        <a:pt x="2370" y="876"/>
                      </a:lnTo>
                      <a:lnTo>
                        <a:pt x="2364" y="876"/>
                      </a:lnTo>
                      <a:lnTo>
                        <a:pt x="2364" y="864"/>
                      </a:lnTo>
                      <a:lnTo>
                        <a:pt x="2382" y="846"/>
                      </a:lnTo>
                      <a:lnTo>
                        <a:pt x="2376" y="840"/>
                      </a:lnTo>
                      <a:lnTo>
                        <a:pt x="2364" y="834"/>
                      </a:lnTo>
                      <a:lnTo>
                        <a:pt x="2358" y="828"/>
                      </a:lnTo>
                      <a:lnTo>
                        <a:pt x="2358" y="810"/>
                      </a:lnTo>
                      <a:lnTo>
                        <a:pt x="2352" y="798"/>
                      </a:lnTo>
                      <a:lnTo>
                        <a:pt x="2352" y="792"/>
                      </a:lnTo>
                      <a:lnTo>
                        <a:pt x="2376" y="768"/>
                      </a:lnTo>
                      <a:lnTo>
                        <a:pt x="2340" y="768"/>
                      </a:lnTo>
                      <a:lnTo>
                        <a:pt x="2328" y="780"/>
                      </a:lnTo>
                      <a:lnTo>
                        <a:pt x="2274" y="780"/>
                      </a:lnTo>
                      <a:lnTo>
                        <a:pt x="2274" y="768"/>
                      </a:lnTo>
                      <a:lnTo>
                        <a:pt x="2280" y="756"/>
                      </a:lnTo>
                      <a:lnTo>
                        <a:pt x="2292" y="750"/>
                      </a:lnTo>
                      <a:lnTo>
                        <a:pt x="2298" y="744"/>
                      </a:lnTo>
                      <a:lnTo>
                        <a:pt x="3072" y="108"/>
                      </a:lnTo>
                      <a:lnTo>
                        <a:pt x="3054" y="108"/>
                      </a:lnTo>
                      <a:lnTo>
                        <a:pt x="3054" y="102"/>
                      </a:lnTo>
                      <a:lnTo>
                        <a:pt x="3048" y="90"/>
                      </a:lnTo>
                      <a:lnTo>
                        <a:pt x="3036" y="84"/>
                      </a:lnTo>
                      <a:lnTo>
                        <a:pt x="3030" y="78"/>
                      </a:lnTo>
                      <a:lnTo>
                        <a:pt x="3012" y="78"/>
                      </a:lnTo>
                      <a:lnTo>
                        <a:pt x="2988" y="84"/>
                      </a:lnTo>
                      <a:lnTo>
                        <a:pt x="2964" y="84"/>
                      </a:lnTo>
                      <a:lnTo>
                        <a:pt x="2928" y="96"/>
                      </a:lnTo>
                      <a:lnTo>
                        <a:pt x="2916" y="96"/>
                      </a:lnTo>
                      <a:lnTo>
                        <a:pt x="2892" y="84"/>
                      </a:lnTo>
                      <a:lnTo>
                        <a:pt x="2886" y="78"/>
                      </a:lnTo>
                      <a:lnTo>
                        <a:pt x="2874" y="72"/>
                      </a:lnTo>
                      <a:lnTo>
                        <a:pt x="2784" y="72"/>
                      </a:lnTo>
                      <a:lnTo>
                        <a:pt x="2772" y="66"/>
                      </a:lnTo>
                      <a:lnTo>
                        <a:pt x="2766" y="60"/>
                      </a:lnTo>
                      <a:lnTo>
                        <a:pt x="2748" y="60"/>
                      </a:lnTo>
                      <a:lnTo>
                        <a:pt x="2736" y="54"/>
                      </a:lnTo>
                      <a:lnTo>
                        <a:pt x="2598" y="54"/>
                      </a:lnTo>
                      <a:lnTo>
                        <a:pt x="2598" y="42"/>
                      </a:lnTo>
                      <a:lnTo>
                        <a:pt x="2604" y="36"/>
                      </a:lnTo>
                      <a:lnTo>
                        <a:pt x="2592" y="36"/>
                      </a:lnTo>
                      <a:lnTo>
                        <a:pt x="2574" y="30"/>
                      </a:lnTo>
                      <a:lnTo>
                        <a:pt x="2562" y="30"/>
                      </a:lnTo>
                      <a:lnTo>
                        <a:pt x="2550" y="24"/>
                      </a:lnTo>
                      <a:lnTo>
                        <a:pt x="2532" y="24"/>
                      </a:lnTo>
                      <a:lnTo>
                        <a:pt x="2520" y="30"/>
                      </a:lnTo>
                      <a:lnTo>
                        <a:pt x="2496" y="30"/>
                      </a:lnTo>
                      <a:lnTo>
                        <a:pt x="2490" y="36"/>
                      </a:lnTo>
                      <a:lnTo>
                        <a:pt x="2484" y="36"/>
                      </a:lnTo>
                      <a:lnTo>
                        <a:pt x="2514" y="0"/>
                      </a:lnTo>
                      <a:lnTo>
                        <a:pt x="2430" y="36"/>
                      </a:lnTo>
                      <a:lnTo>
                        <a:pt x="2460" y="0"/>
                      </a:lnTo>
                      <a:lnTo>
                        <a:pt x="2430" y="0"/>
                      </a:lnTo>
                      <a:lnTo>
                        <a:pt x="2418" y="6"/>
                      </a:lnTo>
                      <a:lnTo>
                        <a:pt x="2412" y="12"/>
                      </a:lnTo>
                      <a:lnTo>
                        <a:pt x="2358" y="30"/>
                      </a:lnTo>
                      <a:lnTo>
                        <a:pt x="2232" y="30"/>
                      </a:lnTo>
                      <a:lnTo>
                        <a:pt x="2214" y="36"/>
                      </a:lnTo>
                      <a:lnTo>
                        <a:pt x="2208" y="42"/>
                      </a:lnTo>
                      <a:lnTo>
                        <a:pt x="2184" y="54"/>
                      </a:lnTo>
                      <a:lnTo>
                        <a:pt x="2172" y="54"/>
                      </a:lnTo>
                      <a:lnTo>
                        <a:pt x="2166" y="60"/>
                      </a:lnTo>
                      <a:lnTo>
                        <a:pt x="2046" y="60"/>
                      </a:lnTo>
                      <a:lnTo>
                        <a:pt x="2004" y="72"/>
                      </a:lnTo>
                      <a:lnTo>
                        <a:pt x="1956" y="102"/>
                      </a:lnTo>
                      <a:lnTo>
                        <a:pt x="1902" y="132"/>
                      </a:lnTo>
                      <a:lnTo>
                        <a:pt x="1854" y="144"/>
                      </a:lnTo>
                      <a:lnTo>
                        <a:pt x="1758" y="156"/>
                      </a:lnTo>
                      <a:lnTo>
                        <a:pt x="1722" y="162"/>
                      </a:lnTo>
                      <a:lnTo>
                        <a:pt x="1704" y="162"/>
                      </a:lnTo>
                      <a:lnTo>
                        <a:pt x="1698" y="168"/>
                      </a:lnTo>
                      <a:lnTo>
                        <a:pt x="1644" y="186"/>
                      </a:lnTo>
                      <a:lnTo>
                        <a:pt x="1632" y="192"/>
                      </a:lnTo>
                      <a:lnTo>
                        <a:pt x="1620" y="192"/>
                      </a:lnTo>
                      <a:lnTo>
                        <a:pt x="1620" y="198"/>
                      </a:lnTo>
                      <a:lnTo>
                        <a:pt x="1626" y="204"/>
                      </a:lnTo>
                      <a:lnTo>
                        <a:pt x="1638" y="210"/>
                      </a:lnTo>
                      <a:lnTo>
                        <a:pt x="1650" y="222"/>
                      </a:lnTo>
                      <a:lnTo>
                        <a:pt x="1656" y="222"/>
                      </a:lnTo>
                      <a:lnTo>
                        <a:pt x="1662" y="234"/>
                      </a:lnTo>
                      <a:lnTo>
                        <a:pt x="1662" y="240"/>
                      </a:lnTo>
                      <a:lnTo>
                        <a:pt x="1668" y="252"/>
                      </a:lnTo>
                      <a:lnTo>
                        <a:pt x="1668" y="264"/>
                      </a:lnTo>
                      <a:lnTo>
                        <a:pt x="1662" y="264"/>
                      </a:lnTo>
                      <a:lnTo>
                        <a:pt x="1650" y="270"/>
                      </a:lnTo>
                      <a:lnTo>
                        <a:pt x="1644" y="282"/>
                      </a:lnTo>
                      <a:lnTo>
                        <a:pt x="1734" y="282"/>
                      </a:lnTo>
                      <a:lnTo>
                        <a:pt x="1704" y="318"/>
                      </a:lnTo>
                      <a:lnTo>
                        <a:pt x="1770" y="318"/>
                      </a:lnTo>
                      <a:lnTo>
                        <a:pt x="1764" y="336"/>
                      </a:lnTo>
                      <a:lnTo>
                        <a:pt x="1710" y="336"/>
                      </a:lnTo>
                      <a:lnTo>
                        <a:pt x="1698" y="348"/>
                      </a:lnTo>
                      <a:lnTo>
                        <a:pt x="1632" y="348"/>
                      </a:lnTo>
                      <a:lnTo>
                        <a:pt x="1614" y="354"/>
                      </a:lnTo>
                      <a:lnTo>
                        <a:pt x="1560" y="354"/>
                      </a:lnTo>
                      <a:lnTo>
                        <a:pt x="1554" y="348"/>
                      </a:lnTo>
                      <a:lnTo>
                        <a:pt x="1548" y="348"/>
                      </a:lnTo>
                      <a:lnTo>
                        <a:pt x="1554" y="342"/>
                      </a:lnTo>
                      <a:lnTo>
                        <a:pt x="1560" y="342"/>
                      </a:lnTo>
                      <a:lnTo>
                        <a:pt x="1572" y="330"/>
                      </a:lnTo>
                      <a:lnTo>
                        <a:pt x="1566" y="324"/>
                      </a:lnTo>
                      <a:lnTo>
                        <a:pt x="1458" y="324"/>
                      </a:lnTo>
                      <a:lnTo>
                        <a:pt x="1452" y="330"/>
                      </a:lnTo>
                      <a:lnTo>
                        <a:pt x="1452" y="348"/>
                      </a:lnTo>
                      <a:lnTo>
                        <a:pt x="1434" y="348"/>
                      </a:lnTo>
                      <a:lnTo>
                        <a:pt x="1422" y="354"/>
                      </a:lnTo>
                      <a:lnTo>
                        <a:pt x="1404" y="354"/>
                      </a:lnTo>
                      <a:lnTo>
                        <a:pt x="1386" y="360"/>
                      </a:lnTo>
                      <a:lnTo>
                        <a:pt x="1338" y="360"/>
                      </a:lnTo>
                      <a:lnTo>
                        <a:pt x="1308" y="366"/>
                      </a:lnTo>
                      <a:lnTo>
                        <a:pt x="1254" y="384"/>
                      </a:lnTo>
                      <a:lnTo>
                        <a:pt x="1254" y="390"/>
                      </a:lnTo>
                      <a:lnTo>
                        <a:pt x="1272" y="396"/>
                      </a:lnTo>
                      <a:lnTo>
                        <a:pt x="1284" y="402"/>
                      </a:lnTo>
                      <a:lnTo>
                        <a:pt x="1314" y="402"/>
                      </a:lnTo>
                      <a:lnTo>
                        <a:pt x="1272" y="420"/>
                      </a:lnTo>
                      <a:lnTo>
                        <a:pt x="1260" y="462"/>
                      </a:lnTo>
                      <a:lnTo>
                        <a:pt x="1272" y="462"/>
                      </a:lnTo>
                      <a:lnTo>
                        <a:pt x="1290" y="468"/>
                      </a:lnTo>
                      <a:lnTo>
                        <a:pt x="1338" y="468"/>
                      </a:lnTo>
                      <a:lnTo>
                        <a:pt x="1350" y="462"/>
                      </a:lnTo>
                      <a:lnTo>
                        <a:pt x="1362" y="462"/>
                      </a:lnTo>
                      <a:lnTo>
                        <a:pt x="1410" y="474"/>
                      </a:lnTo>
                      <a:lnTo>
                        <a:pt x="1422" y="456"/>
                      </a:lnTo>
                      <a:lnTo>
                        <a:pt x="1434" y="474"/>
                      </a:lnTo>
                      <a:lnTo>
                        <a:pt x="1446" y="468"/>
                      </a:lnTo>
                      <a:lnTo>
                        <a:pt x="1452" y="462"/>
                      </a:lnTo>
                      <a:lnTo>
                        <a:pt x="1476" y="450"/>
                      </a:lnTo>
                      <a:lnTo>
                        <a:pt x="1482" y="444"/>
                      </a:lnTo>
                      <a:lnTo>
                        <a:pt x="1494" y="444"/>
                      </a:lnTo>
                      <a:lnTo>
                        <a:pt x="1506" y="450"/>
                      </a:lnTo>
                      <a:lnTo>
                        <a:pt x="1524" y="450"/>
                      </a:lnTo>
                      <a:lnTo>
                        <a:pt x="1536" y="444"/>
                      </a:lnTo>
                      <a:lnTo>
                        <a:pt x="1542" y="438"/>
                      </a:lnTo>
                      <a:lnTo>
                        <a:pt x="1554" y="432"/>
                      </a:lnTo>
                      <a:lnTo>
                        <a:pt x="1560" y="432"/>
                      </a:lnTo>
                      <a:lnTo>
                        <a:pt x="1566" y="426"/>
                      </a:lnTo>
                      <a:lnTo>
                        <a:pt x="1566" y="450"/>
                      </a:lnTo>
                      <a:lnTo>
                        <a:pt x="1560" y="462"/>
                      </a:lnTo>
                      <a:lnTo>
                        <a:pt x="1554" y="468"/>
                      </a:lnTo>
                      <a:lnTo>
                        <a:pt x="1500" y="468"/>
                      </a:lnTo>
                      <a:lnTo>
                        <a:pt x="1506" y="498"/>
                      </a:lnTo>
                      <a:lnTo>
                        <a:pt x="1494" y="504"/>
                      </a:lnTo>
                      <a:lnTo>
                        <a:pt x="1488" y="516"/>
                      </a:lnTo>
                      <a:lnTo>
                        <a:pt x="1476" y="522"/>
                      </a:lnTo>
                      <a:lnTo>
                        <a:pt x="1464" y="534"/>
                      </a:lnTo>
                      <a:lnTo>
                        <a:pt x="1446" y="540"/>
                      </a:lnTo>
                      <a:lnTo>
                        <a:pt x="1380" y="540"/>
                      </a:lnTo>
                      <a:lnTo>
                        <a:pt x="1362" y="522"/>
                      </a:lnTo>
                      <a:lnTo>
                        <a:pt x="1344" y="534"/>
                      </a:lnTo>
                      <a:lnTo>
                        <a:pt x="1344" y="546"/>
                      </a:lnTo>
                      <a:lnTo>
                        <a:pt x="1338" y="546"/>
                      </a:lnTo>
                      <a:lnTo>
                        <a:pt x="1332" y="552"/>
                      </a:lnTo>
                      <a:lnTo>
                        <a:pt x="1320" y="558"/>
                      </a:lnTo>
                      <a:lnTo>
                        <a:pt x="1302" y="564"/>
                      </a:lnTo>
                      <a:lnTo>
                        <a:pt x="1290" y="570"/>
                      </a:lnTo>
                      <a:lnTo>
                        <a:pt x="1266" y="570"/>
                      </a:lnTo>
                      <a:lnTo>
                        <a:pt x="1242" y="558"/>
                      </a:lnTo>
                      <a:lnTo>
                        <a:pt x="1236" y="558"/>
                      </a:lnTo>
                      <a:lnTo>
                        <a:pt x="1140" y="606"/>
                      </a:lnTo>
                      <a:lnTo>
                        <a:pt x="1122" y="624"/>
                      </a:lnTo>
                      <a:lnTo>
                        <a:pt x="1116" y="606"/>
                      </a:lnTo>
                      <a:lnTo>
                        <a:pt x="1080" y="624"/>
                      </a:lnTo>
                      <a:lnTo>
                        <a:pt x="1068" y="624"/>
                      </a:lnTo>
                      <a:lnTo>
                        <a:pt x="1044" y="636"/>
                      </a:lnTo>
                      <a:lnTo>
                        <a:pt x="1020" y="660"/>
                      </a:lnTo>
                      <a:lnTo>
                        <a:pt x="990" y="648"/>
                      </a:lnTo>
                      <a:lnTo>
                        <a:pt x="990" y="672"/>
                      </a:lnTo>
                      <a:lnTo>
                        <a:pt x="984" y="666"/>
                      </a:lnTo>
                      <a:lnTo>
                        <a:pt x="972" y="666"/>
                      </a:lnTo>
                      <a:lnTo>
                        <a:pt x="966" y="672"/>
                      </a:lnTo>
                      <a:lnTo>
                        <a:pt x="966" y="690"/>
                      </a:lnTo>
                      <a:lnTo>
                        <a:pt x="954" y="708"/>
                      </a:lnTo>
                      <a:lnTo>
                        <a:pt x="1014" y="684"/>
                      </a:lnTo>
                      <a:lnTo>
                        <a:pt x="990" y="702"/>
                      </a:lnTo>
                      <a:lnTo>
                        <a:pt x="990" y="714"/>
                      </a:lnTo>
                      <a:lnTo>
                        <a:pt x="972" y="726"/>
                      </a:lnTo>
                      <a:lnTo>
                        <a:pt x="1026" y="726"/>
                      </a:lnTo>
                      <a:lnTo>
                        <a:pt x="1032" y="732"/>
                      </a:lnTo>
                      <a:lnTo>
                        <a:pt x="1032" y="738"/>
                      </a:lnTo>
                      <a:lnTo>
                        <a:pt x="1020" y="744"/>
                      </a:lnTo>
                      <a:lnTo>
                        <a:pt x="984" y="744"/>
                      </a:lnTo>
                      <a:lnTo>
                        <a:pt x="960" y="750"/>
                      </a:lnTo>
                      <a:lnTo>
                        <a:pt x="972" y="738"/>
                      </a:lnTo>
                      <a:lnTo>
                        <a:pt x="960" y="732"/>
                      </a:lnTo>
                      <a:lnTo>
                        <a:pt x="954" y="732"/>
                      </a:lnTo>
                      <a:lnTo>
                        <a:pt x="948" y="738"/>
                      </a:lnTo>
                      <a:lnTo>
                        <a:pt x="936" y="744"/>
                      </a:lnTo>
                      <a:lnTo>
                        <a:pt x="930" y="750"/>
                      </a:lnTo>
                      <a:lnTo>
                        <a:pt x="924" y="750"/>
                      </a:lnTo>
                      <a:lnTo>
                        <a:pt x="918" y="756"/>
                      </a:lnTo>
                      <a:lnTo>
                        <a:pt x="924" y="756"/>
                      </a:lnTo>
                      <a:lnTo>
                        <a:pt x="930" y="762"/>
                      </a:lnTo>
                      <a:lnTo>
                        <a:pt x="930" y="768"/>
                      </a:lnTo>
                      <a:lnTo>
                        <a:pt x="924" y="774"/>
                      </a:lnTo>
                      <a:lnTo>
                        <a:pt x="924" y="780"/>
                      </a:lnTo>
                      <a:lnTo>
                        <a:pt x="918" y="792"/>
                      </a:lnTo>
                      <a:lnTo>
                        <a:pt x="918" y="804"/>
                      </a:lnTo>
                      <a:lnTo>
                        <a:pt x="990" y="804"/>
                      </a:lnTo>
                      <a:lnTo>
                        <a:pt x="1038" y="774"/>
                      </a:lnTo>
                      <a:lnTo>
                        <a:pt x="1104" y="750"/>
                      </a:lnTo>
                      <a:lnTo>
                        <a:pt x="1098" y="750"/>
                      </a:lnTo>
                      <a:lnTo>
                        <a:pt x="1092" y="756"/>
                      </a:lnTo>
                      <a:lnTo>
                        <a:pt x="1080" y="762"/>
                      </a:lnTo>
                      <a:lnTo>
                        <a:pt x="1062" y="768"/>
                      </a:lnTo>
                      <a:lnTo>
                        <a:pt x="1050" y="780"/>
                      </a:lnTo>
                      <a:lnTo>
                        <a:pt x="1038" y="786"/>
                      </a:lnTo>
                      <a:lnTo>
                        <a:pt x="1026" y="798"/>
                      </a:lnTo>
                      <a:lnTo>
                        <a:pt x="1026" y="816"/>
                      </a:lnTo>
                      <a:lnTo>
                        <a:pt x="1020" y="828"/>
                      </a:lnTo>
                      <a:lnTo>
                        <a:pt x="990" y="828"/>
                      </a:lnTo>
                      <a:lnTo>
                        <a:pt x="978" y="834"/>
                      </a:lnTo>
                      <a:lnTo>
                        <a:pt x="972" y="852"/>
                      </a:lnTo>
                      <a:lnTo>
                        <a:pt x="966" y="864"/>
                      </a:lnTo>
                      <a:lnTo>
                        <a:pt x="954" y="870"/>
                      </a:lnTo>
                      <a:lnTo>
                        <a:pt x="942" y="882"/>
                      </a:lnTo>
                      <a:lnTo>
                        <a:pt x="930" y="888"/>
                      </a:lnTo>
                      <a:lnTo>
                        <a:pt x="924" y="894"/>
                      </a:lnTo>
                      <a:lnTo>
                        <a:pt x="978" y="888"/>
                      </a:lnTo>
                      <a:lnTo>
                        <a:pt x="972" y="906"/>
                      </a:lnTo>
                      <a:lnTo>
                        <a:pt x="978" y="894"/>
                      </a:lnTo>
                      <a:lnTo>
                        <a:pt x="990" y="888"/>
                      </a:lnTo>
                      <a:lnTo>
                        <a:pt x="1002" y="876"/>
                      </a:lnTo>
                      <a:lnTo>
                        <a:pt x="1026" y="864"/>
                      </a:lnTo>
                      <a:lnTo>
                        <a:pt x="1038" y="864"/>
                      </a:lnTo>
                      <a:lnTo>
                        <a:pt x="1050" y="870"/>
                      </a:lnTo>
                      <a:lnTo>
                        <a:pt x="1056" y="870"/>
                      </a:lnTo>
                      <a:lnTo>
                        <a:pt x="1056" y="876"/>
                      </a:lnTo>
                      <a:lnTo>
                        <a:pt x="1050" y="876"/>
                      </a:lnTo>
                      <a:lnTo>
                        <a:pt x="1074" y="870"/>
                      </a:lnTo>
                      <a:lnTo>
                        <a:pt x="1068" y="876"/>
                      </a:lnTo>
                      <a:lnTo>
                        <a:pt x="1068" y="906"/>
                      </a:lnTo>
                      <a:lnTo>
                        <a:pt x="1074" y="912"/>
                      </a:lnTo>
                      <a:lnTo>
                        <a:pt x="1092" y="912"/>
                      </a:lnTo>
                      <a:lnTo>
                        <a:pt x="1098" y="900"/>
                      </a:lnTo>
                      <a:lnTo>
                        <a:pt x="1110" y="894"/>
                      </a:lnTo>
                      <a:lnTo>
                        <a:pt x="1116" y="888"/>
                      </a:lnTo>
                      <a:lnTo>
                        <a:pt x="1122" y="876"/>
                      </a:lnTo>
                      <a:lnTo>
                        <a:pt x="1164" y="858"/>
                      </a:lnTo>
                      <a:lnTo>
                        <a:pt x="1176" y="870"/>
                      </a:lnTo>
                      <a:lnTo>
                        <a:pt x="1146" y="870"/>
                      </a:lnTo>
                      <a:lnTo>
                        <a:pt x="1140" y="876"/>
                      </a:lnTo>
                      <a:lnTo>
                        <a:pt x="1140" y="882"/>
                      </a:lnTo>
                      <a:lnTo>
                        <a:pt x="1134" y="888"/>
                      </a:lnTo>
                      <a:lnTo>
                        <a:pt x="1134" y="894"/>
                      </a:lnTo>
                      <a:lnTo>
                        <a:pt x="1152" y="894"/>
                      </a:lnTo>
                      <a:lnTo>
                        <a:pt x="1164" y="888"/>
                      </a:lnTo>
                      <a:lnTo>
                        <a:pt x="1182" y="888"/>
                      </a:lnTo>
                      <a:lnTo>
                        <a:pt x="1200" y="882"/>
                      </a:lnTo>
                      <a:lnTo>
                        <a:pt x="1218" y="882"/>
                      </a:lnTo>
                      <a:lnTo>
                        <a:pt x="1224" y="876"/>
                      </a:lnTo>
                      <a:lnTo>
                        <a:pt x="1230" y="876"/>
                      </a:lnTo>
                      <a:lnTo>
                        <a:pt x="1272" y="858"/>
                      </a:lnTo>
                      <a:lnTo>
                        <a:pt x="1224" y="882"/>
                      </a:lnTo>
                      <a:lnTo>
                        <a:pt x="1224" y="894"/>
                      </a:lnTo>
                      <a:lnTo>
                        <a:pt x="1212" y="894"/>
                      </a:lnTo>
                      <a:lnTo>
                        <a:pt x="1200" y="900"/>
                      </a:lnTo>
                      <a:lnTo>
                        <a:pt x="1188" y="900"/>
                      </a:lnTo>
                      <a:lnTo>
                        <a:pt x="1176" y="906"/>
                      </a:lnTo>
                      <a:lnTo>
                        <a:pt x="1170" y="912"/>
                      </a:lnTo>
                      <a:lnTo>
                        <a:pt x="1158" y="918"/>
                      </a:lnTo>
                      <a:lnTo>
                        <a:pt x="1152" y="930"/>
                      </a:lnTo>
                      <a:lnTo>
                        <a:pt x="1122" y="930"/>
                      </a:lnTo>
                      <a:lnTo>
                        <a:pt x="1086" y="960"/>
                      </a:lnTo>
                      <a:lnTo>
                        <a:pt x="1086" y="978"/>
                      </a:lnTo>
                      <a:lnTo>
                        <a:pt x="1038" y="978"/>
                      </a:lnTo>
                      <a:lnTo>
                        <a:pt x="1032" y="984"/>
                      </a:lnTo>
                      <a:lnTo>
                        <a:pt x="1020" y="984"/>
                      </a:lnTo>
                      <a:lnTo>
                        <a:pt x="1002" y="990"/>
                      </a:lnTo>
                      <a:lnTo>
                        <a:pt x="990" y="996"/>
                      </a:lnTo>
                      <a:lnTo>
                        <a:pt x="978" y="996"/>
                      </a:lnTo>
                      <a:lnTo>
                        <a:pt x="966" y="1008"/>
                      </a:lnTo>
                      <a:lnTo>
                        <a:pt x="966" y="1020"/>
                      </a:lnTo>
                      <a:lnTo>
                        <a:pt x="960" y="1026"/>
                      </a:lnTo>
                      <a:lnTo>
                        <a:pt x="960" y="1038"/>
                      </a:lnTo>
                      <a:lnTo>
                        <a:pt x="876" y="1038"/>
                      </a:lnTo>
                      <a:lnTo>
                        <a:pt x="858" y="1044"/>
                      </a:lnTo>
                      <a:lnTo>
                        <a:pt x="828" y="1062"/>
                      </a:lnTo>
                      <a:lnTo>
                        <a:pt x="804" y="1080"/>
                      </a:lnTo>
                      <a:lnTo>
                        <a:pt x="780" y="1092"/>
                      </a:lnTo>
                      <a:lnTo>
                        <a:pt x="774" y="1098"/>
                      </a:lnTo>
                      <a:lnTo>
                        <a:pt x="750" y="1104"/>
                      </a:lnTo>
                      <a:lnTo>
                        <a:pt x="738" y="1122"/>
                      </a:lnTo>
                      <a:lnTo>
                        <a:pt x="732" y="1104"/>
                      </a:lnTo>
                      <a:lnTo>
                        <a:pt x="672" y="1104"/>
                      </a:lnTo>
                      <a:lnTo>
                        <a:pt x="648" y="1116"/>
                      </a:lnTo>
                      <a:lnTo>
                        <a:pt x="630" y="1122"/>
                      </a:lnTo>
                      <a:lnTo>
                        <a:pt x="624" y="1128"/>
                      </a:lnTo>
                      <a:lnTo>
                        <a:pt x="606" y="1128"/>
                      </a:lnTo>
                      <a:lnTo>
                        <a:pt x="606" y="1140"/>
                      </a:lnTo>
                      <a:lnTo>
                        <a:pt x="576" y="1146"/>
                      </a:lnTo>
                      <a:lnTo>
                        <a:pt x="564" y="1152"/>
                      </a:lnTo>
                      <a:lnTo>
                        <a:pt x="540" y="1152"/>
                      </a:lnTo>
                      <a:lnTo>
                        <a:pt x="516" y="1170"/>
                      </a:lnTo>
                      <a:lnTo>
                        <a:pt x="522" y="1182"/>
                      </a:lnTo>
                      <a:lnTo>
                        <a:pt x="540" y="1164"/>
                      </a:lnTo>
                      <a:lnTo>
                        <a:pt x="558" y="1176"/>
                      </a:lnTo>
                      <a:lnTo>
                        <a:pt x="582" y="1158"/>
                      </a:lnTo>
                      <a:lnTo>
                        <a:pt x="582" y="1170"/>
                      </a:lnTo>
                      <a:lnTo>
                        <a:pt x="594" y="1170"/>
                      </a:lnTo>
                      <a:lnTo>
                        <a:pt x="606" y="1164"/>
                      </a:lnTo>
                      <a:lnTo>
                        <a:pt x="618" y="1164"/>
                      </a:lnTo>
                      <a:lnTo>
                        <a:pt x="642" y="1140"/>
                      </a:lnTo>
                      <a:lnTo>
                        <a:pt x="654" y="1134"/>
                      </a:lnTo>
                      <a:lnTo>
                        <a:pt x="666" y="1122"/>
                      </a:lnTo>
                      <a:lnTo>
                        <a:pt x="684" y="1122"/>
                      </a:lnTo>
                      <a:lnTo>
                        <a:pt x="684" y="1134"/>
                      </a:lnTo>
                      <a:lnTo>
                        <a:pt x="690" y="1140"/>
                      </a:lnTo>
                      <a:lnTo>
                        <a:pt x="708" y="1140"/>
                      </a:lnTo>
                      <a:lnTo>
                        <a:pt x="732" y="1128"/>
                      </a:lnTo>
                      <a:lnTo>
                        <a:pt x="744" y="1128"/>
                      </a:lnTo>
                      <a:lnTo>
                        <a:pt x="756" y="1122"/>
                      </a:lnTo>
                      <a:lnTo>
                        <a:pt x="762" y="1116"/>
                      </a:lnTo>
                      <a:lnTo>
                        <a:pt x="768" y="1116"/>
                      </a:lnTo>
                      <a:lnTo>
                        <a:pt x="804" y="1128"/>
                      </a:lnTo>
                      <a:lnTo>
                        <a:pt x="822" y="1110"/>
                      </a:lnTo>
                      <a:lnTo>
                        <a:pt x="834" y="1110"/>
                      </a:lnTo>
                      <a:lnTo>
                        <a:pt x="852" y="1104"/>
                      </a:lnTo>
                      <a:lnTo>
                        <a:pt x="870" y="1104"/>
                      </a:lnTo>
                      <a:lnTo>
                        <a:pt x="894" y="1092"/>
                      </a:lnTo>
                      <a:lnTo>
                        <a:pt x="918" y="1068"/>
                      </a:lnTo>
                      <a:lnTo>
                        <a:pt x="942" y="1056"/>
                      </a:lnTo>
                      <a:lnTo>
                        <a:pt x="972" y="1056"/>
                      </a:lnTo>
                      <a:lnTo>
                        <a:pt x="978" y="1044"/>
                      </a:lnTo>
                      <a:lnTo>
                        <a:pt x="1014" y="1044"/>
                      </a:lnTo>
                      <a:lnTo>
                        <a:pt x="1026" y="1038"/>
                      </a:lnTo>
                      <a:lnTo>
                        <a:pt x="1032" y="1038"/>
                      </a:lnTo>
                      <a:lnTo>
                        <a:pt x="1038" y="1032"/>
                      </a:lnTo>
                      <a:lnTo>
                        <a:pt x="1050" y="1032"/>
                      </a:lnTo>
                      <a:lnTo>
                        <a:pt x="1086" y="1020"/>
                      </a:lnTo>
                      <a:lnTo>
                        <a:pt x="1110" y="1008"/>
                      </a:lnTo>
                      <a:lnTo>
                        <a:pt x="1122" y="996"/>
                      </a:lnTo>
                      <a:lnTo>
                        <a:pt x="1134" y="990"/>
                      </a:lnTo>
                      <a:lnTo>
                        <a:pt x="1140" y="984"/>
                      </a:lnTo>
                      <a:lnTo>
                        <a:pt x="1206" y="972"/>
                      </a:lnTo>
                      <a:lnTo>
                        <a:pt x="1260" y="942"/>
                      </a:lnTo>
                      <a:lnTo>
                        <a:pt x="1296" y="942"/>
                      </a:lnTo>
                      <a:lnTo>
                        <a:pt x="1314" y="936"/>
                      </a:lnTo>
                      <a:lnTo>
                        <a:pt x="1326" y="936"/>
                      </a:lnTo>
                      <a:lnTo>
                        <a:pt x="1338" y="930"/>
                      </a:lnTo>
                      <a:lnTo>
                        <a:pt x="1368" y="900"/>
                      </a:lnTo>
                      <a:lnTo>
                        <a:pt x="1380" y="900"/>
                      </a:lnTo>
                      <a:lnTo>
                        <a:pt x="1404" y="888"/>
                      </a:lnTo>
                      <a:lnTo>
                        <a:pt x="1416" y="888"/>
                      </a:lnTo>
                      <a:lnTo>
                        <a:pt x="1428" y="882"/>
                      </a:lnTo>
                      <a:lnTo>
                        <a:pt x="1434" y="876"/>
                      </a:lnTo>
                      <a:lnTo>
                        <a:pt x="1434" y="864"/>
                      </a:lnTo>
                      <a:lnTo>
                        <a:pt x="1422" y="864"/>
                      </a:lnTo>
                      <a:lnTo>
                        <a:pt x="1428" y="858"/>
                      </a:lnTo>
                      <a:lnTo>
                        <a:pt x="1452" y="846"/>
                      </a:lnTo>
                      <a:lnTo>
                        <a:pt x="1458" y="840"/>
                      </a:lnTo>
                      <a:lnTo>
                        <a:pt x="1470" y="834"/>
                      </a:lnTo>
                      <a:lnTo>
                        <a:pt x="1476" y="828"/>
                      </a:lnTo>
                      <a:lnTo>
                        <a:pt x="1488" y="828"/>
                      </a:lnTo>
                      <a:lnTo>
                        <a:pt x="1500" y="822"/>
                      </a:lnTo>
                      <a:lnTo>
                        <a:pt x="1512" y="822"/>
                      </a:lnTo>
                      <a:lnTo>
                        <a:pt x="1518" y="816"/>
                      </a:lnTo>
                      <a:lnTo>
                        <a:pt x="1524" y="816"/>
                      </a:lnTo>
                      <a:lnTo>
                        <a:pt x="1596" y="786"/>
                      </a:lnTo>
                      <a:lnTo>
                        <a:pt x="1590" y="768"/>
                      </a:lnTo>
                      <a:lnTo>
                        <a:pt x="1602" y="768"/>
                      </a:lnTo>
                      <a:lnTo>
                        <a:pt x="1608" y="774"/>
                      </a:lnTo>
                      <a:lnTo>
                        <a:pt x="1626" y="774"/>
                      </a:lnTo>
                      <a:lnTo>
                        <a:pt x="1638" y="762"/>
                      </a:lnTo>
                      <a:lnTo>
                        <a:pt x="1650" y="762"/>
                      </a:lnTo>
                      <a:lnTo>
                        <a:pt x="1674" y="750"/>
                      </a:lnTo>
                      <a:lnTo>
                        <a:pt x="1680" y="744"/>
                      </a:lnTo>
                      <a:lnTo>
                        <a:pt x="1704" y="732"/>
                      </a:lnTo>
                      <a:lnTo>
                        <a:pt x="1740" y="720"/>
                      </a:lnTo>
                      <a:lnTo>
                        <a:pt x="1770" y="708"/>
                      </a:lnTo>
                      <a:lnTo>
                        <a:pt x="1794" y="702"/>
                      </a:lnTo>
                      <a:lnTo>
                        <a:pt x="1812" y="702"/>
                      </a:lnTo>
                      <a:lnTo>
                        <a:pt x="1818" y="708"/>
                      </a:lnTo>
                      <a:lnTo>
                        <a:pt x="1842" y="720"/>
                      </a:lnTo>
                      <a:lnTo>
                        <a:pt x="1848" y="726"/>
                      </a:lnTo>
                      <a:lnTo>
                        <a:pt x="1812" y="726"/>
                      </a:lnTo>
                      <a:lnTo>
                        <a:pt x="1794" y="714"/>
                      </a:lnTo>
                      <a:lnTo>
                        <a:pt x="1758" y="738"/>
                      </a:lnTo>
                      <a:lnTo>
                        <a:pt x="1728" y="738"/>
                      </a:lnTo>
                      <a:lnTo>
                        <a:pt x="1722" y="744"/>
                      </a:lnTo>
                      <a:lnTo>
                        <a:pt x="1710" y="750"/>
                      </a:lnTo>
                      <a:lnTo>
                        <a:pt x="1704" y="762"/>
                      </a:lnTo>
                      <a:lnTo>
                        <a:pt x="1692" y="768"/>
                      </a:lnTo>
                      <a:lnTo>
                        <a:pt x="1686" y="774"/>
                      </a:lnTo>
                      <a:lnTo>
                        <a:pt x="1680" y="774"/>
                      </a:lnTo>
                      <a:lnTo>
                        <a:pt x="1668" y="780"/>
                      </a:lnTo>
                      <a:lnTo>
                        <a:pt x="1656" y="780"/>
                      </a:lnTo>
                      <a:lnTo>
                        <a:pt x="1638" y="786"/>
                      </a:lnTo>
                      <a:lnTo>
                        <a:pt x="1614" y="798"/>
                      </a:lnTo>
                      <a:lnTo>
                        <a:pt x="1614" y="804"/>
                      </a:lnTo>
                      <a:lnTo>
                        <a:pt x="1620" y="810"/>
                      </a:lnTo>
                      <a:lnTo>
                        <a:pt x="1632" y="816"/>
                      </a:lnTo>
                      <a:lnTo>
                        <a:pt x="1650" y="816"/>
                      </a:lnTo>
                      <a:lnTo>
                        <a:pt x="1644" y="816"/>
                      </a:lnTo>
                      <a:lnTo>
                        <a:pt x="1638" y="822"/>
                      </a:lnTo>
                      <a:lnTo>
                        <a:pt x="1632" y="822"/>
                      </a:lnTo>
                      <a:lnTo>
                        <a:pt x="1620" y="828"/>
                      </a:lnTo>
                      <a:lnTo>
                        <a:pt x="1572" y="828"/>
                      </a:lnTo>
                      <a:lnTo>
                        <a:pt x="1566" y="834"/>
                      </a:lnTo>
                      <a:lnTo>
                        <a:pt x="1560" y="834"/>
                      </a:lnTo>
                      <a:lnTo>
                        <a:pt x="1560" y="846"/>
                      </a:lnTo>
                      <a:lnTo>
                        <a:pt x="1572" y="858"/>
                      </a:lnTo>
                      <a:lnTo>
                        <a:pt x="1584" y="858"/>
                      </a:lnTo>
                      <a:lnTo>
                        <a:pt x="1596" y="852"/>
                      </a:lnTo>
                      <a:lnTo>
                        <a:pt x="1638" y="834"/>
                      </a:lnTo>
                      <a:lnTo>
                        <a:pt x="1680" y="810"/>
                      </a:lnTo>
                      <a:lnTo>
                        <a:pt x="1722" y="798"/>
                      </a:lnTo>
                      <a:lnTo>
                        <a:pt x="1788" y="798"/>
                      </a:lnTo>
                      <a:lnTo>
                        <a:pt x="1818" y="792"/>
                      </a:lnTo>
                      <a:lnTo>
                        <a:pt x="1824" y="786"/>
                      </a:lnTo>
                      <a:lnTo>
                        <a:pt x="1848" y="774"/>
                      </a:lnTo>
                      <a:lnTo>
                        <a:pt x="1854" y="762"/>
                      </a:lnTo>
                      <a:lnTo>
                        <a:pt x="1866" y="756"/>
                      </a:lnTo>
                      <a:lnTo>
                        <a:pt x="1872" y="750"/>
                      </a:lnTo>
                      <a:lnTo>
                        <a:pt x="1866" y="738"/>
                      </a:lnTo>
                      <a:lnTo>
                        <a:pt x="1878" y="732"/>
                      </a:lnTo>
                      <a:lnTo>
                        <a:pt x="1908" y="720"/>
                      </a:lnTo>
                      <a:lnTo>
                        <a:pt x="1944" y="714"/>
                      </a:lnTo>
                      <a:lnTo>
                        <a:pt x="1962" y="708"/>
                      </a:lnTo>
                      <a:lnTo>
                        <a:pt x="1968" y="708"/>
                      </a:lnTo>
                      <a:lnTo>
                        <a:pt x="1980" y="720"/>
                      </a:lnTo>
                      <a:lnTo>
                        <a:pt x="1980" y="726"/>
                      </a:lnTo>
                      <a:lnTo>
                        <a:pt x="2046" y="702"/>
                      </a:lnTo>
                      <a:lnTo>
                        <a:pt x="2004" y="738"/>
                      </a:lnTo>
                      <a:lnTo>
                        <a:pt x="2022" y="744"/>
                      </a:lnTo>
                      <a:lnTo>
                        <a:pt x="2022" y="762"/>
                      </a:lnTo>
                      <a:lnTo>
                        <a:pt x="2028" y="762"/>
                      </a:lnTo>
                      <a:lnTo>
                        <a:pt x="2034" y="756"/>
                      </a:lnTo>
                      <a:lnTo>
                        <a:pt x="2094" y="726"/>
                      </a:lnTo>
                      <a:lnTo>
                        <a:pt x="2082" y="732"/>
                      </a:lnTo>
                      <a:lnTo>
                        <a:pt x="2076" y="744"/>
                      </a:lnTo>
                      <a:lnTo>
                        <a:pt x="2064" y="750"/>
                      </a:lnTo>
                      <a:lnTo>
                        <a:pt x="2058" y="762"/>
                      </a:lnTo>
                      <a:lnTo>
                        <a:pt x="2046" y="774"/>
                      </a:lnTo>
                      <a:lnTo>
                        <a:pt x="2052" y="780"/>
                      </a:lnTo>
                      <a:lnTo>
                        <a:pt x="2064" y="780"/>
                      </a:lnTo>
                      <a:lnTo>
                        <a:pt x="2076" y="786"/>
                      </a:lnTo>
                      <a:lnTo>
                        <a:pt x="2106" y="786"/>
                      </a:lnTo>
                      <a:lnTo>
                        <a:pt x="2208" y="798"/>
                      </a:lnTo>
                      <a:lnTo>
                        <a:pt x="2238" y="780"/>
                      </a:lnTo>
                      <a:lnTo>
                        <a:pt x="2232" y="786"/>
                      </a:lnTo>
                      <a:lnTo>
                        <a:pt x="2232" y="810"/>
                      </a:lnTo>
                      <a:lnTo>
                        <a:pt x="2298" y="810"/>
                      </a:lnTo>
                      <a:lnTo>
                        <a:pt x="2334" y="804"/>
                      </a:lnTo>
                      <a:lnTo>
                        <a:pt x="2328" y="804"/>
                      </a:lnTo>
                      <a:lnTo>
                        <a:pt x="2322" y="810"/>
                      </a:lnTo>
                      <a:lnTo>
                        <a:pt x="2310" y="810"/>
                      </a:lnTo>
                      <a:lnTo>
                        <a:pt x="2286" y="822"/>
                      </a:lnTo>
                      <a:lnTo>
                        <a:pt x="2280" y="828"/>
                      </a:lnTo>
                      <a:lnTo>
                        <a:pt x="2280" y="834"/>
                      </a:lnTo>
                      <a:lnTo>
                        <a:pt x="2292" y="846"/>
                      </a:lnTo>
                      <a:lnTo>
                        <a:pt x="2304" y="852"/>
                      </a:lnTo>
                      <a:lnTo>
                        <a:pt x="2310" y="858"/>
                      </a:lnTo>
                      <a:lnTo>
                        <a:pt x="2310" y="882"/>
                      </a:lnTo>
                      <a:lnTo>
                        <a:pt x="2316" y="888"/>
                      </a:lnTo>
                      <a:lnTo>
                        <a:pt x="2316" y="900"/>
                      </a:lnTo>
                      <a:lnTo>
                        <a:pt x="2322" y="912"/>
                      </a:lnTo>
                      <a:lnTo>
                        <a:pt x="2358" y="912"/>
                      </a:lnTo>
                      <a:lnTo>
                        <a:pt x="2370" y="906"/>
                      </a:lnTo>
                      <a:lnTo>
                        <a:pt x="2388" y="906"/>
                      </a:lnTo>
                      <a:lnTo>
                        <a:pt x="2382" y="876"/>
                      </a:lnTo>
                      <a:lnTo>
                        <a:pt x="2400" y="870"/>
                      </a:lnTo>
                      <a:lnTo>
                        <a:pt x="2412" y="888"/>
                      </a:lnTo>
                      <a:lnTo>
                        <a:pt x="2442" y="876"/>
                      </a:lnTo>
                      <a:lnTo>
                        <a:pt x="2430" y="888"/>
                      </a:lnTo>
                      <a:lnTo>
                        <a:pt x="2430" y="900"/>
                      </a:lnTo>
                      <a:lnTo>
                        <a:pt x="2424" y="906"/>
                      </a:lnTo>
                      <a:lnTo>
                        <a:pt x="2424" y="912"/>
                      </a:lnTo>
                      <a:lnTo>
                        <a:pt x="2430" y="918"/>
                      </a:lnTo>
                      <a:lnTo>
                        <a:pt x="2436" y="918"/>
                      </a:lnTo>
                      <a:lnTo>
                        <a:pt x="2448" y="912"/>
                      </a:lnTo>
                      <a:lnTo>
                        <a:pt x="2454" y="906"/>
                      </a:lnTo>
                      <a:lnTo>
                        <a:pt x="2460" y="894"/>
                      </a:lnTo>
                      <a:lnTo>
                        <a:pt x="2466" y="888"/>
                      </a:lnTo>
                      <a:lnTo>
                        <a:pt x="2472" y="876"/>
                      </a:lnTo>
                      <a:lnTo>
                        <a:pt x="2502" y="834"/>
                      </a:lnTo>
                      <a:lnTo>
                        <a:pt x="2478" y="900"/>
                      </a:lnTo>
                      <a:lnTo>
                        <a:pt x="2484" y="924"/>
                      </a:lnTo>
                      <a:lnTo>
                        <a:pt x="2520" y="912"/>
                      </a:lnTo>
                      <a:lnTo>
                        <a:pt x="2496" y="936"/>
                      </a:lnTo>
                      <a:lnTo>
                        <a:pt x="2520" y="954"/>
                      </a:lnTo>
                      <a:lnTo>
                        <a:pt x="2502" y="954"/>
                      </a:lnTo>
                      <a:lnTo>
                        <a:pt x="2502" y="972"/>
                      </a:lnTo>
                      <a:lnTo>
                        <a:pt x="2472" y="990"/>
                      </a:lnTo>
                      <a:lnTo>
                        <a:pt x="2454" y="1002"/>
                      </a:lnTo>
                      <a:lnTo>
                        <a:pt x="2484" y="1020"/>
                      </a:lnTo>
                      <a:lnTo>
                        <a:pt x="2478" y="1050"/>
                      </a:lnTo>
                      <a:lnTo>
                        <a:pt x="2460" y="1068"/>
                      </a:lnTo>
                      <a:lnTo>
                        <a:pt x="2478" y="1080"/>
                      </a:lnTo>
                      <a:lnTo>
                        <a:pt x="2460" y="1098"/>
                      </a:lnTo>
                      <a:lnTo>
                        <a:pt x="2490" y="1098"/>
                      </a:lnTo>
                      <a:lnTo>
                        <a:pt x="2526" y="1086"/>
                      </a:lnTo>
                      <a:lnTo>
                        <a:pt x="2496" y="1122"/>
                      </a:lnTo>
                      <a:lnTo>
                        <a:pt x="2478" y="1140"/>
                      </a:lnTo>
                      <a:lnTo>
                        <a:pt x="2502" y="1146"/>
                      </a:lnTo>
                      <a:lnTo>
                        <a:pt x="2454" y="1164"/>
                      </a:lnTo>
                      <a:lnTo>
                        <a:pt x="2436" y="1176"/>
                      </a:lnTo>
                      <a:lnTo>
                        <a:pt x="2454" y="1188"/>
                      </a:lnTo>
                      <a:lnTo>
                        <a:pt x="2454" y="1200"/>
                      </a:lnTo>
                      <a:lnTo>
                        <a:pt x="2472" y="1188"/>
                      </a:lnTo>
                      <a:lnTo>
                        <a:pt x="2490" y="1182"/>
                      </a:lnTo>
                      <a:lnTo>
                        <a:pt x="2502" y="1170"/>
                      </a:lnTo>
                      <a:lnTo>
                        <a:pt x="2514" y="1164"/>
                      </a:lnTo>
                      <a:lnTo>
                        <a:pt x="2532" y="1146"/>
                      </a:lnTo>
                      <a:lnTo>
                        <a:pt x="2538" y="1134"/>
                      </a:lnTo>
                      <a:lnTo>
                        <a:pt x="2538" y="1122"/>
                      </a:lnTo>
                      <a:lnTo>
                        <a:pt x="2550" y="1116"/>
                      </a:lnTo>
                      <a:lnTo>
                        <a:pt x="2562" y="1104"/>
                      </a:lnTo>
                      <a:lnTo>
                        <a:pt x="2574" y="1098"/>
                      </a:lnTo>
                      <a:lnTo>
                        <a:pt x="2574" y="1086"/>
                      </a:lnTo>
                      <a:lnTo>
                        <a:pt x="2568" y="1080"/>
                      </a:lnTo>
                      <a:lnTo>
                        <a:pt x="2562" y="1080"/>
                      </a:lnTo>
                      <a:close/>
                      <a:moveTo>
                        <a:pt x="2394" y="1056"/>
                      </a:moveTo>
                      <a:lnTo>
                        <a:pt x="2400" y="1062"/>
                      </a:lnTo>
                      <a:lnTo>
                        <a:pt x="2418" y="1062"/>
                      </a:lnTo>
                      <a:lnTo>
                        <a:pt x="2436" y="1044"/>
                      </a:lnTo>
                      <a:lnTo>
                        <a:pt x="2460" y="1038"/>
                      </a:lnTo>
                      <a:lnTo>
                        <a:pt x="2454" y="1020"/>
                      </a:lnTo>
                      <a:lnTo>
                        <a:pt x="2430" y="1020"/>
                      </a:lnTo>
                      <a:lnTo>
                        <a:pt x="2418" y="1026"/>
                      </a:lnTo>
                      <a:lnTo>
                        <a:pt x="2412" y="1032"/>
                      </a:lnTo>
                      <a:lnTo>
                        <a:pt x="2406" y="1044"/>
                      </a:lnTo>
                      <a:lnTo>
                        <a:pt x="2394" y="1050"/>
                      </a:lnTo>
                      <a:lnTo>
                        <a:pt x="2394" y="1056"/>
                      </a:lnTo>
                      <a:close/>
                      <a:moveTo>
                        <a:pt x="2376" y="984"/>
                      </a:moveTo>
                      <a:lnTo>
                        <a:pt x="2358" y="984"/>
                      </a:lnTo>
                      <a:lnTo>
                        <a:pt x="2346" y="990"/>
                      </a:lnTo>
                      <a:lnTo>
                        <a:pt x="2334" y="1002"/>
                      </a:lnTo>
                      <a:lnTo>
                        <a:pt x="2334" y="1014"/>
                      </a:lnTo>
                      <a:lnTo>
                        <a:pt x="2322" y="1026"/>
                      </a:lnTo>
                      <a:lnTo>
                        <a:pt x="2322" y="1044"/>
                      </a:lnTo>
                      <a:lnTo>
                        <a:pt x="2310" y="1056"/>
                      </a:lnTo>
                      <a:lnTo>
                        <a:pt x="2310" y="1074"/>
                      </a:lnTo>
                      <a:lnTo>
                        <a:pt x="2316" y="1080"/>
                      </a:lnTo>
                      <a:lnTo>
                        <a:pt x="2322" y="1074"/>
                      </a:lnTo>
                      <a:lnTo>
                        <a:pt x="2328" y="1062"/>
                      </a:lnTo>
                      <a:lnTo>
                        <a:pt x="2340" y="1050"/>
                      </a:lnTo>
                      <a:lnTo>
                        <a:pt x="2352" y="1044"/>
                      </a:lnTo>
                      <a:lnTo>
                        <a:pt x="2376" y="1020"/>
                      </a:lnTo>
                      <a:lnTo>
                        <a:pt x="2382" y="1008"/>
                      </a:lnTo>
                      <a:lnTo>
                        <a:pt x="2382" y="990"/>
                      </a:lnTo>
                      <a:lnTo>
                        <a:pt x="2376" y="984"/>
                      </a:lnTo>
                      <a:close/>
                      <a:moveTo>
                        <a:pt x="786" y="810"/>
                      </a:moveTo>
                      <a:lnTo>
                        <a:pt x="798" y="810"/>
                      </a:lnTo>
                      <a:lnTo>
                        <a:pt x="834" y="798"/>
                      </a:lnTo>
                      <a:lnTo>
                        <a:pt x="858" y="786"/>
                      </a:lnTo>
                      <a:lnTo>
                        <a:pt x="864" y="780"/>
                      </a:lnTo>
                      <a:lnTo>
                        <a:pt x="870" y="780"/>
                      </a:lnTo>
                      <a:lnTo>
                        <a:pt x="864" y="774"/>
                      </a:lnTo>
                      <a:lnTo>
                        <a:pt x="828" y="762"/>
                      </a:lnTo>
                      <a:lnTo>
                        <a:pt x="810" y="762"/>
                      </a:lnTo>
                      <a:lnTo>
                        <a:pt x="798" y="768"/>
                      </a:lnTo>
                      <a:lnTo>
                        <a:pt x="792" y="774"/>
                      </a:lnTo>
                      <a:lnTo>
                        <a:pt x="786" y="768"/>
                      </a:lnTo>
                      <a:lnTo>
                        <a:pt x="774" y="768"/>
                      </a:lnTo>
                      <a:lnTo>
                        <a:pt x="768" y="774"/>
                      </a:lnTo>
                      <a:lnTo>
                        <a:pt x="768" y="804"/>
                      </a:lnTo>
                      <a:lnTo>
                        <a:pt x="774" y="810"/>
                      </a:lnTo>
                      <a:lnTo>
                        <a:pt x="786" y="810"/>
                      </a:lnTo>
                      <a:close/>
                      <a:moveTo>
                        <a:pt x="0" y="1332"/>
                      </a:moveTo>
                      <a:lnTo>
                        <a:pt x="60" y="1320"/>
                      </a:lnTo>
                      <a:lnTo>
                        <a:pt x="72" y="1302"/>
                      </a:lnTo>
                      <a:lnTo>
                        <a:pt x="132" y="1296"/>
                      </a:lnTo>
                      <a:lnTo>
                        <a:pt x="114" y="1272"/>
                      </a:lnTo>
                      <a:lnTo>
                        <a:pt x="0" y="1332"/>
                      </a:lnTo>
                      <a:close/>
                      <a:moveTo>
                        <a:pt x="1362" y="954"/>
                      </a:moveTo>
                      <a:lnTo>
                        <a:pt x="1350" y="954"/>
                      </a:lnTo>
                      <a:lnTo>
                        <a:pt x="1338" y="960"/>
                      </a:lnTo>
                      <a:lnTo>
                        <a:pt x="1332" y="954"/>
                      </a:lnTo>
                      <a:lnTo>
                        <a:pt x="1314" y="954"/>
                      </a:lnTo>
                      <a:lnTo>
                        <a:pt x="1314" y="978"/>
                      </a:lnTo>
                      <a:lnTo>
                        <a:pt x="1290" y="996"/>
                      </a:lnTo>
                      <a:lnTo>
                        <a:pt x="1290" y="972"/>
                      </a:lnTo>
                      <a:lnTo>
                        <a:pt x="1278" y="966"/>
                      </a:lnTo>
                      <a:lnTo>
                        <a:pt x="1272" y="966"/>
                      </a:lnTo>
                      <a:lnTo>
                        <a:pt x="1248" y="978"/>
                      </a:lnTo>
                      <a:lnTo>
                        <a:pt x="1242" y="978"/>
                      </a:lnTo>
                      <a:lnTo>
                        <a:pt x="1230" y="990"/>
                      </a:lnTo>
                      <a:lnTo>
                        <a:pt x="1224" y="1002"/>
                      </a:lnTo>
                      <a:lnTo>
                        <a:pt x="1218" y="1008"/>
                      </a:lnTo>
                      <a:lnTo>
                        <a:pt x="1218" y="1014"/>
                      </a:lnTo>
                      <a:lnTo>
                        <a:pt x="1224" y="1014"/>
                      </a:lnTo>
                      <a:lnTo>
                        <a:pt x="1230" y="1020"/>
                      </a:lnTo>
                      <a:lnTo>
                        <a:pt x="1278" y="1020"/>
                      </a:lnTo>
                      <a:lnTo>
                        <a:pt x="1296" y="1014"/>
                      </a:lnTo>
                      <a:lnTo>
                        <a:pt x="1308" y="1014"/>
                      </a:lnTo>
                      <a:lnTo>
                        <a:pt x="1320" y="1008"/>
                      </a:lnTo>
                      <a:lnTo>
                        <a:pt x="1320" y="996"/>
                      </a:lnTo>
                      <a:lnTo>
                        <a:pt x="1350" y="990"/>
                      </a:lnTo>
                      <a:lnTo>
                        <a:pt x="1350" y="984"/>
                      </a:lnTo>
                      <a:lnTo>
                        <a:pt x="1386" y="978"/>
                      </a:lnTo>
                      <a:lnTo>
                        <a:pt x="1398" y="954"/>
                      </a:lnTo>
                      <a:lnTo>
                        <a:pt x="1380" y="960"/>
                      </a:lnTo>
                      <a:lnTo>
                        <a:pt x="1374" y="954"/>
                      </a:lnTo>
                      <a:lnTo>
                        <a:pt x="1362" y="954"/>
                      </a:lnTo>
                      <a:close/>
                      <a:moveTo>
                        <a:pt x="162" y="1290"/>
                      </a:moveTo>
                      <a:lnTo>
                        <a:pt x="204" y="1290"/>
                      </a:lnTo>
                      <a:lnTo>
                        <a:pt x="240" y="1260"/>
                      </a:lnTo>
                      <a:lnTo>
                        <a:pt x="228" y="1242"/>
                      </a:lnTo>
                      <a:lnTo>
                        <a:pt x="162" y="1290"/>
                      </a:lnTo>
                      <a:close/>
                      <a:moveTo>
                        <a:pt x="2466" y="1140"/>
                      </a:moveTo>
                      <a:lnTo>
                        <a:pt x="2472" y="1128"/>
                      </a:lnTo>
                      <a:lnTo>
                        <a:pt x="2454" y="1110"/>
                      </a:lnTo>
                      <a:lnTo>
                        <a:pt x="2448" y="1110"/>
                      </a:lnTo>
                      <a:lnTo>
                        <a:pt x="2436" y="1122"/>
                      </a:lnTo>
                      <a:lnTo>
                        <a:pt x="2430" y="1134"/>
                      </a:lnTo>
                      <a:lnTo>
                        <a:pt x="2424" y="1152"/>
                      </a:lnTo>
                      <a:lnTo>
                        <a:pt x="2418" y="1164"/>
                      </a:lnTo>
                      <a:lnTo>
                        <a:pt x="2418" y="1176"/>
                      </a:lnTo>
                      <a:lnTo>
                        <a:pt x="2436" y="1158"/>
                      </a:lnTo>
                      <a:lnTo>
                        <a:pt x="2454" y="1158"/>
                      </a:lnTo>
                      <a:lnTo>
                        <a:pt x="2460" y="1152"/>
                      </a:lnTo>
                      <a:lnTo>
                        <a:pt x="2466" y="1140"/>
                      </a:lnTo>
                      <a:close/>
                      <a:moveTo>
                        <a:pt x="1428" y="912"/>
                      </a:moveTo>
                      <a:lnTo>
                        <a:pt x="1404" y="924"/>
                      </a:lnTo>
                      <a:lnTo>
                        <a:pt x="1386" y="942"/>
                      </a:lnTo>
                      <a:lnTo>
                        <a:pt x="1386" y="948"/>
                      </a:lnTo>
                      <a:lnTo>
                        <a:pt x="1398" y="954"/>
                      </a:lnTo>
                      <a:lnTo>
                        <a:pt x="1410" y="954"/>
                      </a:lnTo>
                      <a:lnTo>
                        <a:pt x="1422" y="948"/>
                      </a:lnTo>
                      <a:lnTo>
                        <a:pt x="1428" y="948"/>
                      </a:lnTo>
                      <a:lnTo>
                        <a:pt x="1440" y="942"/>
                      </a:lnTo>
                      <a:lnTo>
                        <a:pt x="1446" y="930"/>
                      </a:lnTo>
                      <a:lnTo>
                        <a:pt x="1470" y="930"/>
                      </a:lnTo>
                      <a:lnTo>
                        <a:pt x="1470" y="924"/>
                      </a:lnTo>
                      <a:lnTo>
                        <a:pt x="1458" y="912"/>
                      </a:lnTo>
                      <a:lnTo>
                        <a:pt x="1452" y="912"/>
                      </a:lnTo>
                      <a:lnTo>
                        <a:pt x="1440" y="906"/>
                      </a:lnTo>
                      <a:lnTo>
                        <a:pt x="1428" y="912"/>
                      </a:lnTo>
                      <a:close/>
                      <a:moveTo>
                        <a:pt x="498" y="1164"/>
                      </a:moveTo>
                      <a:lnTo>
                        <a:pt x="486" y="1164"/>
                      </a:lnTo>
                      <a:lnTo>
                        <a:pt x="474" y="1170"/>
                      </a:lnTo>
                      <a:lnTo>
                        <a:pt x="462" y="1170"/>
                      </a:lnTo>
                      <a:lnTo>
                        <a:pt x="450" y="1176"/>
                      </a:lnTo>
                      <a:lnTo>
                        <a:pt x="444" y="1182"/>
                      </a:lnTo>
                      <a:lnTo>
                        <a:pt x="432" y="1182"/>
                      </a:lnTo>
                      <a:lnTo>
                        <a:pt x="426" y="1188"/>
                      </a:lnTo>
                      <a:lnTo>
                        <a:pt x="414" y="1188"/>
                      </a:lnTo>
                      <a:lnTo>
                        <a:pt x="390" y="1200"/>
                      </a:lnTo>
                      <a:lnTo>
                        <a:pt x="384" y="1206"/>
                      </a:lnTo>
                      <a:lnTo>
                        <a:pt x="384" y="1218"/>
                      </a:lnTo>
                      <a:lnTo>
                        <a:pt x="402" y="1218"/>
                      </a:lnTo>
                      <a:lnTo>
                        <a:pt x="420" y="1212"/>
                      </a:lnTo>
                      <a:lnTo>
                        <a:pt x="432" y="1206"/>
                      </a:lnTo>
                      <a:lnTo>
                        <a:pt x="504" y="1206"/>
                      </a:lnTo>
                      <a:lnTo>
                        <a:pt x="510" y="1200"/>
                      </a:lnTo>
                      <a:lnTo>
                        <a:pt x="510" y="1176"/>
                      </a:lnTo>
                      <a:lnTo>
                        <a:pt x="498" y="1164"/>
                      </a:lnTo>
                      <a:close/>
                      <a:moveTo>
                        <a:pt x="330" y="1242"/>
                      </a:moveTo>
                      <a:lnTo>
                        <a:pt x="330" y="1224"/>
                      </a:lnTo>
                      <a:lnTo>
                        <a:pt x="276" y="1242"/>
                      </a:lnTo>
                      <a:lnTo>
                        <a:pt x="330" y="124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grpSp>
              <p:nvGrpSpPr>
                <p:cNvPr id="449" name="Group 5">
                  <a:extLst>
                    <a:ext uri="{FF2B5EF4-FFF2-40B4-BE49-F238E27FC236}">
                      <a16:creationId xmlns:a16="http://schemas.microsoft.com/office/drawing/2014/main" id="{5FFBC574-D6B2-03D6-C3D9-6CB5D1AEB37C}"/>
                    </a:ext>
                  </a:extLst>
                </p:cNvPr>
                <p:cNvGrpSpPr>
                  <a:grpSpLocks/>
                </p:cNvGrpSpPr>
                <p:nvPr/>
              </p:nvGrpSpPr>
              <p:grpSpPr bwMode="auto">
                <a:xfrm>
                  <a:off x="691" y="4439"/>
                  <a:ext cx="5069" cy="2723"/>
                  <a:chOff x="600" y="974"/>
                  <a:chExt cx="5069" cy="2723"/>
                </a:xfrm>
                <a:grpFill/>
              </p:grpSpPr>
              <p:sp>
                <p:nvSpPr>
                  <p:cNvPr id="450" name="Israel" descr="© INSCALE GmbH, 05.05.2010&#10;http://www.presentationload.com/">
                    <a:extLst>
                      <a:ext uri="{FF2B5EF4-FFF2-40B4-BE49-F238E27FC236}">
                        <a16:creationId xmlns:a16="http://schemas.microsoft.com/office/drawing/2014/main" id="{EC913C91-7DE8-40DC-7881-1DDE04350BBD}"/>
                      </a:ext>
                    </a:extLst>
                  </p:cNvPr>
                  <p:cNvSpPr>
                    <a:spLocks/>
                  </p:cNvSpPr>
                  <p:nvPr/>
                </p:nvSpPr>
                <p:spPr bwMode="gray">
                  <a:xfrm>
                    <a:off x="3254" y="1885"/>
                    <a:ext cx="26" cy="82"/>
                  </a:xfrm>
                  <a:custGeom>
                    <a:avLst/>
                    <a:gdLst>
                      <a:gd name="T0" fmla="*/ 0 w 102"/>
                      <a:gd name="T1" fmla="*/ 2147483647 h 324"/>
                      <a:gd name="T2" fmla="*/ 2147483647 w 102"/>
                      <a:gd name="T3" fmla="*/ 2147483647 h 324"/>
                      <a:gd name="T4" fmla="*/ 2147483647 w 102"/>
                      <a:gd name="T5" fmla="*/ 2147483647 h 324"/>
                      <a:gd name="T6" fmla="*/ 2147483647 w 102"/>
                      <a:gd name="T7" fmla="*/ 2147483647 h 324"/>
                      <a:gd name="T8" fmla="*/ 2147483647 w 102"/>
                      <a:gd name="T9" fmla="*/ 2147483647 h 324"/>
                      <a:gd name="T10" fmla="*/ 2147483647 w 102"/>
                      <a:gd name="T11" fmla="*/ 2147483647 h 324"/>
                      <a:gd name="T12" fmla="*/ 2147483647 w 102"/>
                      <a:gd name="T13" fmla="*/ 2147483647 h 324"/>
                      <a:gd name="T14" fmla="*/ 2147483647 w 102"/>
                      <a:gd name="T15" fmla="*/ 2147483647 h 324"/>
                      <a:gd name="T16" fmla="*/ 2147483647 w 102"/>
                      <a:gd name="T17" fmla="*/ 2147483647 h 324"/>
                      <a:gd name="T18" fmla="*/ 2147483647 w 102"/>
                      <a:gd name="T19" fmla="*/ 2147483647 h 324"/>
                      <a:gd name="T20" fmla="*/ 2147483647 w 102"/>
                      <a:gd name="T21" fmla="*/ 2147483647 h 324"/>
                      <a:gd name="T22" fmla="*/ 2147483647 w 102"/>
                      <a:gd name="T23" fmla="*/ 2147483647 h 324"/>
                      <a:gd name="T24" fmla="*/ 2147483647 w 102"/>
                      <a:gd name="T25" fmla="*/ 2147483647 h 324"/>
                      <a:gd name="T26" fmla="*/ 2147483647 w 102"/>
                      <a:gd name="T27" fmla="*/ 2147483647 h 324"/>
                      <a:gd name="T28" fmla="*/ 2147483647 w 102"/>
                      <a:gd name="T29" fmla="*/ 2147483647 h 324"/>
                      <a:gd name="T30" fmla="*/ 2147483647 w 102"/>
                      <a:gd name="T31" fmla="*/ 2147483647 h 324"/>
                      <a:gd name="T32" fmla="*/ 2147483647 w 102"/>
                      <a:gd name="T33" fmla="*/ 2147483647 h 324"/>
                      <a:gd name="T34" fmla="*/ 2147483647 w 102"/>
                      <a:gd name="T35" fmla="*/ 2147483647 h 324"/>
                      <a:gd name="T36" fmla="*/ 2147483647 w 102"/>
                      <a:gd name="T37" fmla="*/ 2147483647 h 324"/>
                      <a:gd name="T38" fmla="*/ 2147483647 w 102"/>
                      <a:gd name="T39" fmla="*/ 2147483647 h 324"/>
                      <a:gd name="T40" fmla="*/ 2147483647 w 102"/>
                      <a:gd name="T41" fmla="*/ 2147483647 h 324"/>
                      <a:gd name="T42" fmla="*/ 2147483647 w 102"/>
                      <a:gd name="T43" fmla="*/ 2147483647 h 324"/>
                      <a:gd name="T44" fmla="*/ 2147483647 w 102"/>
                      <a:gd name="T45" fmla="*/ 2147483647 h 324"/>
                      <a:gd name="T46" fmla="*/ 2147483647 w 102"/>
                      <a:gd name="T47" fmla="*/ 2147483647 h 324"/>
                      <a:gd name="T48" fmla="*/ 2147483647 w 102"/>
                      <a:gd name="T49" fmla="*/ 0 h 324"/>
                      <a:gd name="T50" fmla="*/ 2147483647 w 102"/>
                      <a:gd name="T51" fmla="*/ 2147483647 h 324"/>
                      <a:gd name="T52" fmla="*/ 2147483647 w 102"/>
                      <a:gd name="T53" fmla="*/ 2147483647 h 324"/>
                      <a:gd name="T54" fmla="*/ 2147483647 w 102"/>
                      <a:gd name="T55" fmla="*/ 2147483647 h 324"/>
                      <a:gd name="T56" fmla="*/ 2147483647 w 102"/>
                      <a:gd name="T57" fmla="*/ 2147483647 h 324"/>
                      <a:gd name="T58" fmla="*/ 2147483647 w 102"/>
                      <a:gd name="T59" fmla="*/ 2147483647 h 324"/>
                      <a:gd name="T60" fmla="*/ 2147483647 w 102"/>
                      <a:gd name="T61" fmla="*/ 2147483647 h 324"/>
                      <a:gd name="T62" fmla="*/ 2147483647 w 102"/>
                      <a:gd name="T63" fmla="*/ 2147483647 h 324"/>
                      <a:gd name="T64" fmla="*/ 2147483647 w 102"/>
                      <a:gd name="T65" fmla="*/ 2147483647 h 324"/>
                      <a:gd name="T66" fmla="*/ 2147483647 w 102"/>
                      <a:gd name="T67" fmla="*/ 2147483647 h 324"/>
                      <a:gd name="T68" fmla="*/ 2147483647 w 102"/>
                      <a:gd name="T69" fmla="*/ 2147483647 h 324"/>
                      <a:gd name="T70" fmla="*/ 2147483647 w 102"/>
                      <a:gd name="T71" fmla="*/ 2147483647 h 324"/>
                      <a:gd name="T72" fmla="*/ 2147483647 w 102"/>
                      <a:gd name="T73" fmla="*/ 2147483647 h 324"/>
                      <a:gd name="T74" fmla="*/ 2147483647 w 102"/>
                      <a:gd name="T75" fmla="*/ 2147483647 h 324"/>
                      <a:gd name="T76" fmla="*/ 2147483647 w 102"/>
                      <a:gd name="T77" fmla="*/ 2147483647 h 324"/>
                      <a:gd name="T78" fmla="*/ 0 w 102"/>
                      <a:gd name="T79" fmla="*/ 2147483647 h 324"/>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w 102"/>
                      <a:gd name="T121" fmla="*/ 0 h 324"/>
                      <a:gd name="T122" fmla="*/ 102 w 102"/>
                      <a:gd name="T123" fmla="*/ 324 h 324"/>
                    </a:gdLst>
                    <a:ahLst/>
                    <a:cxnLst>
                      <a:cxn ang="T80">
                        <a:pos x="T0" y="T1"/>
                      </a:cxn>
                      <a:cxn ang="T81">
                        <a:pos x="T2" y="T3"/>
                      </a:cxn>
                      <a:cxn ang="T82">
                        <a:pos x="T4" y="T5"/>
                      </a:cxn>
                      <a:cxn ang="T83">
                        <a:pos x="T6" y="T7"/>
                      </a:cxn>
                      <a:cxn ang="T84">
                        <a:pos x="T8" y="T9"/>
                      </a:cxn>
                      <a:cxn ang="T85">
                        <a:pos x="T10" y="T11"/>
                      </a:cxn>
                      <a:cxn ang="T86">
                        <a:pos x="T12" y="T13"/>
                      </a:cxn>
                      <a:cxn ang="T87">
                        <a:pos x="T14" y="T15"/>
                      </a:cxn>
                      <a:cxn ang="T88">
                        <a:pos x="T16" y="T17"/>
                      </a:cxn>
                      <a:cxn ang="T89">
                        <a:pos x="T18" y="T19"/>
                      </a:cxn>
                      <a:cxn ang="T90">
                        <a:pos x="T20" y="T21"/>
                      </a:cxn>
                      <a:cxn ang="T91">
                        <a:pos x="T22" y="T23"/>
                      </a:cxn>
                      <a:cxn ang="T92">
                        <a:pos x="T24" y="T25"/>
                      </a:cxn>
                      <a:cxn ang="T93">
                        <a:pos x="T26" y="T27"/>
                      </a:cxn>
                      <a:cxn ang="T94">
                        <a:pos x="T28" y="T29"/>
                      </a:cxn>
                      <a:cxn ang="T95">
                        <a:pos x="T30" y="T31"/>
                      </a:cxn>
                      <a:cxn ang="T96">
                        <a:pos x="T32" y="T33"/>
                      </a:cxn>
                      <a:cxn ang="T97">
                        <a:pos x="T34" y="T35"/>
                      </a:cxn>
                      <a:cxn ang="T98">
                        <a:pos x="T36" y="T37"/>
                      </a:cxn>
                      <a:cxn ang="T99">
                        <a:pos x="T38" y="T39"/>
                      </a:cxn>
                      <a:cxn ang="T100">
                        <a:pos x="T40" y="T41"/>
                      </a:cxn>
                      <a:cxn ang="T101">
                        <a:pos x="T42" y="T43"/>
                      </a:cxn>
                      <a:cxn ang="T102">
                        <a:pos x="T44" y="T45"/>
                      </a:cxn>
                      <a:cxn ang="T103">
                        <a:pos x="T46" y="T47"/>
                      </a:cxn>
                      <a:cxn ang="T104">
                        <a:pos x="T48" y="T49"/>
                      </a:cxn>
                      <a:cxn ang="T105">
                        <a:pos x="T50" y="T51"/>
                      </a:cxn>
                      <a:cxn ang="T106">
                        <a:pos x="T52" y="T53"/>
                      </a:cxn>
                      <a:cxn ang="T107">
                        <a:pos x="T54" y="T55"/>
                      </a:cxn>
                      <a:cxn ang="T108">
                        <a:pos x="T56" y="T57"/>
                      </a:cxn>
                      <a:cxn ang="T109">
                        <a:pos x="T58" y="T59"/>
                      </a:cxn>
                      <a:cxn ang="T110">
                        <a:pos x="T60" y="T61"/>
                      </a:cxn>
                      <a:cxn ang="T111">
                        <a:pos x="T62" y="T63"/>
                      </a:cxn>
                      <a:cxn ang="T112">
                        <a:pos x="T64" y="T65"/>
                      </a:cxn>
                      <a:cxn ang="T113">
                        <a:pos x="T66" y="T67"/>
                      </a:cxn>
                      <a:cxn ang="T114">
                        <a:pos x="T68" y="T69"/>
                      </a:cxn>
                      <a:cxn ang="T115">
                        <a:pos x="T70" y="T71"/>
                      </a:cxn>
                      <a:cxn ang="T116">
                        <a:pos x="T72" y="T73"/>
                      </a:cxn>
                      <a:cxn ang="T117">
                        <a:pos x="T74" y="T75"/>
                      </a:cxn>
                      <a:cxn ang="T118">
                        <a:pos x="T76" y="T77"/>
                      </a:cxn>
                      <a:cxn ang="T119">
                        <a:pos x="T78" y="T79"/>
                      </a:cxn>
                    </a:cxnLst>
                    <a:rect l="T120" t="T121" r="T122" b="T123"/>
                    <a:pathLst>
                      <a:path w="102" h="324">
                        <a:moveTo>
                          <a:pt x="0" y="168"/>
                        </a:moveTo>
                        <a:lnTo>
                          <a:pt x="54" y="312"/>
                        </a:lnTo>
                        <a:lnTo>
                          <a:pt x="60" y="324"/>
                        </a:lnTo>
                        <a:lnTo>
                          <a:pt x="60" y="306"/>
                        </a:lnTo>
                        <a:lnTo>
                          <a:pt x="66" y="294"/>
                        </a:lnTo>
                        <a:lnTo>
                          <a:pt x="66" y="234"/>
                        </a:lnTo>
                        <a:lnTo>
                          <a:pt x="72" y="228"/>
                        </a:lnTo>
                        <a:lnTo>
                          <a:pt x="78" y="216"/>
                        </a:lnTo>
                        <a:lnTo>
                          <a:pt x="84" y="210"/>
                        </a:lnTo>
                        <a:lnTo>
                          <a:pt x="90" y="198"/>
                        </a:lnTo>
                        <a:lnTo>
                          <a:pt x="90" y="186"/>
                        </a:lnTo>
                        <a:lnTo>
                          <a:pt x="78" y="174"/>
                        </a:lnTo>
                        <a:lnTo>
                          <a:pt x="78" y="162"/>
                        </a:lnTo>
                        <a:lnTo>
                          <a:pt x="72" y="156"/>
                        </a:lnTo>
                        <a:lnTo>
                          <a:pt x="66" y="162"/>
                        </a:lnTo>
                        <a:lnTo>
                          <a:pt x="66" y="168"/>
                        </a:lnTo>
                        <a:lnTo>
                          <a:pt x="60" y="168"/>
                        </a:lnTo>
                        <a:lnTo>
                          <a:pt x="54" y="174"/>
                        </a:lnTo>
                        <a:lnTo>
                          <a:pt x="48" y="168"/>
                        </a:lnTo>
                        <a:lnTo>
                          <a:pt x="48" y="96"/>
                        </a:lnTo>
                        <a:lnTo>
                          <a:pt x="66" y="78"/>
                        </a:lnTo>
                        <a:lnTo>
                          <a:pt x="84" y="78"/>
                        </a:lnTo>
                        <a:lnTo>
                          <a:pt x="90" y="60"/>
                        </a:lnTo>
                        <a:lnTo>
                          <a:pt x="84" y="18"/>
                        </a:lnTo>
                        <a:lnTo>
                          <a:pt x="102" y="0"/>
                        </a:lnTo>
                        <a:lnTo>
                          <a:pt x="78" y="6"/>
                        </a:lnTo>
                        <a:lnTo>
                          <a:pt x="78" y="18"/>
                        </a:lnTo>
                        <a:lnTo>
                          <a:pt x="72" y="30"/>
                        </a:lnTo>
                        <a:lnTo>
                          <a:pt x="66" y="36"/>
                        </a:lnTo>
                        <a:lnTo>
                          <a:pt x="60" y="36"/>
                        </a:lnTo>
                        <a:lnTo>
                          <a:pt x="54" y="30"/>
                        </a:lnTo>
                        <a:lnTo>
                          <a:pt x="42" y="54"/>
                        </a:lnTo>
                        <a:lnTo>
                          <a:pt x="30" y="60"/>
                        </a:lnTo>
                        <a:lnTo>
                          <a:pt x="36" y="72"/>
                        </a:lnTo>
                        <a:lnTo>
                          <a:pt x="36" y="84"/>
                        </a:lnTo>
                        <a:lnTo>
                          <a:pt x="42" y="90"/>
                        </a:lnTo>
                        <a:lnTo>
                          <a:pt x="42" y="96"/>
                        </a:lnTo>
                        <a:lnTo>
                          <a:pt x="18" y="138"/>
                        </a:lnTo>
                        <a:lnTo>
                          <a:pt x="18" y="156"/>
                        </a:lnTo>
                        <a:lnTo>
                          <a:pt x="0" y="168"/>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51" name="Egypt" descr="© INSCALE GmbH, 05.05.2010&#10;http://www.presentationload.com/">
                    <a:extLst>
                      <a:ext uri="{FF2B5EF4-FFF2-40B4-BE49-F238E27FC236}">
                        <a16:creationId xmlns:a16="http://schemas.microsoft.com/office/drawing/2014/main" id="{E9D7D6BC-7654-B25E-4EED-455AB53C5B9C}"/>
                      </a:ext>
                    </a:extLst>
                  </p:cNvPr>
                  <p:cNvSpPr>
                    <a:spLocks/>
                  </p:cNvSpPr>
                  <p:nvPr/>
                </p:nvSpPr>
                <p:spPr bwMode="gray">
                  <a:xfrm>
                    <a:off x="3090" y="1921"/>
                    <a:ext cx="200" cy="204"/>
                  </a:xfrm>
                  <a:custGeom>
                    <a:avLst/>
                    <a:gdLst>
                      <a:gd name="T0" fmla="*/ 2147483647 w 792"/>
                      <a:gd name="T1" fmla="*/ 2147483647 h 804"/>
                      <a:gd name="T2" fmla="*/ 2147483647 w 792"/>
                      <a:gd name="T3" fmla="*/ 2147483647 h 804"/>
                      <a:gd name="T4" fmla="*/ 2147483647 w 792"/>
                      <a:gd name="T5" fmla="*/ 2147483647 h 804"/>
                      <a:gd name="T6" fmla="*/ 2147483647 w 792"/>
                      <a:gd name="T7" fmla="*/ 2147483647 h 804"/>
                      <a:gd name="T8" fmla="*/ 2147483647 w 792"/>
                      <a:gd name="T9" fmla="*/ 2147483647 h 804"/>
                      <a:gd name="T10" fmla="*/ 2147483647 w 792"/>
                      <a:gd name="T11" fmla="*/ 2147483647 h 804"/>
                      <a:gd name="T12" fmla="*/ 2147483647 w 792"/>
                      <a:gd name="T13" fmla="*/ 2147483647 h 804"/>
                      <a:gd name="T14" fmla="*/ 2147483647 w 792"/>
                      <a:gd name="T15" fmla="*/ 2147483647 h 804"/>
                      <a:gd name="T16" fmla="*/ 2147483647 w 792"/>
                      <a:gd name="T17" fmla="*/ 2147483647 h 804"/>
                      <a:gd name="T18" fmla="*/ 2147483647 w 792"/>
                      <a:gd name="T19" fmla="*/ 2147483647 h 804"/>
                      <a:gd name="T20" fmla="*/ 2147483647 w 792"/>
                      <a:gd name="T21" fmla="*/ 2147483647 h 804"/>
                      <a:gd name="T22" fmla="*/ 2147483647 w 792"/>
                      <a:gd name="T23" fmla="*/ 2147483647 h 804"/>
                      <a:gd name="T24" fmla="*/ 2147483647 w 792"/>
                      <a:gd name="T25" fmla="*/ 2147483647 h 804"/>
                      <a:gd name="T26" fmla="*/ 2147483647 w 792"/>
                      <a:gd name="T27" fmla="*/ 2147483647 h 804"/>
                      <a:gd name="T28" fmla="*/ 2147483647 w 792"/>
                      <a:gd name="T29" fmla="*/ 2147483647 h 804"/>
                      <a:gd name="T30" fmla="*/ 2147483647 w 792"/>
                      <a:gd name="T31" fmla="*/ 2147483647 h 804"/>
                      <a:gd name="T32" fmla="*/ 2147483647 w 792"/>
                      <a:gd name="T33" fmla="*/ 2147483647 h 804"/>
                      <a:gd name="T34" fmla="*/ 2147483647 w 792"/>
                      <a:gd name="T35" fmla="*/ 2147483647 h 804"/>
                      <a:gd name="T36" fmla="*/ 2147483647 w 792"/>
                      <a:gd name="T37" fmla="*/ 2147483647 h 804"/>
                      <a:gd name="T38" fmla="*/ 2147483647 w 792"/>
                      <a:gd name="T39" fmla="*/ 2147483647 h 804"/>
                      <a:gd name="T40" fmla="*/ 2147483647 w 792"/>
                      <a:gd name="T41" fmla="*/ 2147483647 h 804"/>
                      <a:gd name="T42" fmla="*/ 2147483647 w 792"/>
                      <a:gd name="T43" fmla="*/ 2147483647 h 804"/>
                      <a:gd name="T44" fmla="*/ 2147483647 w 792"/>
                      <a:gd name="T45" fmla="*/ 2147483647 h 804"/>
                      <a:gd name="T46" fmla="*/ 2147483647 w 792"/>
                      <a:gd name="T47" fmla="*/ 2147483647 h 804"/>
                      <a:gd name="T48" fmla="*/ 2147483647 w 792"/>
                      <a:gd name="T49" fmla="*/ 2147483647 h 804"/>
                      <a:gd name="T50" fmla="*/ 2147483647 w 792"/>
                      <a:gd name="T51" fmla="*/ 2147483647 h 804"/>
                      <a:gd name="T52" fmla="*/ 2147483647 w 792"/>
                      <a:gd name="T53" fmla="*/ 2147483647 h 804"/>
                      <a:gd name="T54" fmla="*/ 2147483647 w 792"/>
                      <a:gd name="T55" fmla="*/ 2147483647 h 804"/>
                      <a:gd name="T56" fmla="*/ 2147483647 w 792"/>
                      <a:gd name="T57" fmla="*/ 2147483647 h 804"/>
                      <a:gd name="T58" fmla="*/ 2147483647 w 792"/>
                      <a:gd name="T59" fmla="*/ 2147483647 h 804"/>
                      <a:gd name="T60" fmla="*/ 2147483647 w 792"/>
                      <a:gd name="T61" fmla="*/ 2147483647 h 804"/>
                      <a:gd name="T62" fmla="*/ 2147483647 w 792"/>
                      <a:gd name="T63" fmla="*/ 2147483647 h 804"/>
                      <a:gd name="T64" fmla="*/ 2147483647 w 792"/>
                      <a:gd name="T65" fmla="*/ 2147483647 h 804"/>
                      <a:gd name="T66" fmla="*/ 2147483647 w 792"/>
                      <a:gd name="T67" fmla="*/ 2147483647 h 804"/>
                      <a:gd name="T68" fmla="*/ 2147483647 w 792"/>
                      <a:gd name="T69" fmla="*/ 2147483647 h 804"/>
                      <a:gd name="T70" fmla="*/ 2147483647 w 792"/>
                      <a:gd name="T71" fmla="*/ 2147483647 h 804"/>
                      <a:gd name="T72" fmla="*/ 2147483647 w 792"/>
                      <a:gd name="T73" fmla="*/ 2147483647 h 804"/>
                      <a:gd name="T74" fmla="*/ 2147483647 w 792"/>
                      <a:gd name="T75" fmla="*/ 2147483647 h 804"/>
                      <a:gd name="T76" fmla="*/ 2147483647 w 792"/>
                      <a:gd name="T77" fmla="*/ 2147483647 h 804"/>
                      <a:gd name="T78" fmla="*/ 2147483647 w 792"/>
                      <a:gd name="T79" fmla="*/ 2147483647 h 804"/>
                      <a:gd name="T80" fmla="*/ 2147483647 w 792"/>
                      <a:gd name="T81" fmla="*/ 2147483647 h 804"/>
                      <a:gd name="T82" fmla="*/ 2147483647 w 792"/>
                      <a:gd name="T83" fmla="*/ 2147483647 h 804"/>
                      <a:gd name="T84" fmla="*/ 2147483647 w 792"/>
                      <a:gd name="T85" fmla="*/ 2147483647 h 804"/>
                      <a:gd name="T86" fmla="*/ 2147483647 w 792"/>
                      <a:gd name="T87" fmla="*/ 2147483647 h 804"/>
                      <a:gd name="T88" fmla="*/ 2147483647 w 792"/>
                      <a:gd name="T89" fmla="*/ 2147483647 h 804"/>
                      <a:gd name="T90" fmla="*/ 2147483647 w 792"/>
                      <a:gd name="T91" fmla="*/ 0 h 804"/>
                      <a:gd name="T92" fmla="*/ 2147483647 w 792"/>
                      <a:gd name="T93" fmla="*/ 2147483647 h 804"/>
                      <a:gd name="T94" fmla="*/ 2147483647 w 792"/>
                      <a:gd name="T95" fmla="*/ 0 h 80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92"/>
                      <a:gd name="T145" fmla="*/ 0 h 804"/>
                      <a:gd name="T146" fmla="*/ 792 w 792"/>
                      <a:gd name="T147" fmla="*/ 804 h 80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92" h="804">
                        <a:moveTo>
                          <a:pt x="12" y="18"/>
                        </a:moveTo>
                        <a:lnTo>
                          <a:pt x="6" y="24"/>
                        </a:lnTo>
                        <a:lnTo>
                          <a:pt x="6" y="54"/>
                        </a:lnTo>
                        <a:lnTo>
                          <a:pt x="18" y="60"/>
                        </a:lnTo>
                        <a:lnTo>
                          <a:pt x="24" y="72"/>
                        </a:lnTo>
                        <a:lnTo>
                          <a:pt x="24" y="78"/>
                        </a:lnTo>
                        <a:lnTo>
                          <a:pt x="18" y="84"/>
                        </a:lnTo>
                        <a:lnTo>
                          <a:pt x="12" y="96"/>
                        </a:lnTo>
                        <a:lnTo>
                          <a:pt x="6" y="102"/>
                        </a:lnTo>
                        <a:lnTo>
                          <a:pt x="0" y="114"/>
                        </a:lnTo>
                        <a:lnTo>
                          <a:pt x="0" y="120"/>
                        </a:lnTo>
                        <a:lnTo>
                          <a:pt x="6" y="132"/>
                        </a:lnTo>
                        <a:lnTo>
                          <a:pt x="18" y="144"/>
                        </a:lnTo>
                        <a:lnTo>
                          <a:pt x="30" y="180"/>
                        </a:lnTo>
                        <a:lnTo>
                          <a:pt x="30" y="264"/>
                        </a:lnTo>
                        <a:lnTo>
                          <a:pt x="36" y="342"/>
                        </a:lnTo>
                        <a:lnTo>
                          <a:pt x="36" y="438"/>
                        </a:lnTo>
                        <a:lnTo>
                          <a:pt x="42" y="534"/>
                        </a:lnTo>
                        <a:lnTo>
                          <a:pt x="42" y="624"/>
                        </a:lnTo>
                        <a:lnTo>
                          <a:pt x="48" y="702"/>
                        </a:lnTo>
                        <a:lnTo>
                          <a:pt x="48" y="774"/>
                        </a:lnTo>
                        <a:lnTo>
                          <a:pt x="474" y="780"/>
                        </a:lnTo>
                        <a:lnTo>
                          <a:pt x="492" y="762"/>
                        </a:lnTo>
                        <a:lnTo>
                          <a:pt x="498" y="762"/>
                        </a:lnTo>
                        <a:lnTo>
                          <a:pt x="498" y="774"/>
                        </a:lnTo>
                        <a:lnTo>
                          <a:pt x="618" y="780"/>
                        </a:lnTo>
                        <a:lnTo>
                          <a:pt x="624" y="786"/>
                        </a:lnTo>
                        <a:lnTo>
                          <a:pt x="630" y="798"/>
                        </a:lnTo>
                        <a:lnTo>
                          <a:pt x="636" y="804"/>
                        </a:lnTo>
                        <a:lnTo>
                          <a:pt x="654" y="804"/>
                        </a:lnTo>
                        <a:lnTo>
                          <a:pt x="660" y="798"/>
                        </a:lnTo>
                        <a:lnTo>
                          <a:pt x="672" y="774"/>
                        </a:lnTo>
                        <a:lnTo>
                          <a:pt x="684" y="762"/>
                        </a:lnTo>
                        <a:lnTo>
                          <a:pt x="696" y="762"/>
                        </a:lnTo>
                        <a:lnTo>
                          <a:pt x="702" y="756"/>
                        </a:lnTo>
                        <a:lnTo>
                          <a:pt x="720" y="756"/>
                        </a:lnTo>
                        <a:lnTo>
                          <a:pt x="726" y="750"/>
                        </a:lnTo>
                        <a:lnTo>
                          <a:pt x="732" y="738"/>
                        </a:lnTo>
                        <a:lnTo>
                          <a:pt x="732" y="714"/>
                        </a:lnTo>
                        <a:lnTo>
                          <a:pt x="762" y="714"/>
                        </a:lnTo>
                        <a:lnTo>
                          <a:pt x="786" y="690"/>
                        </a:lnTo>
                        <a:lnTo>
                          <a:pt x="780" y="684"/>
                        </a:lnTo>
                        <a:lnTo>
                          <a:pt x="774" y="672"/>
                        </a:lnTo>
                        <a:lnTo>
                          <a:pt x="774" y="624"/>
                        </a:lnTo>
                        <a:lnTo>
                          <a:pt x="792" y="618"/>
                        </a:lnTo>
                        <a:lnTo>
                          <a:pt x="786" y="618"/>
                        </a:lnTo>
                        <a:lnTo>
                          <a:pt x="756" y="588"/>
                        </a:lnTo>
                        <a:lnTo>
                          <a:pt x="732" y="552"/>
                        </a:lnTo>
                        <a:lnTo>
                          <a:pt x="726" y="528"/>
                        </a:lnTo>
                        <a:lnTo>
                          <a:pt x="714" y="492"/>
                        </a:lnTo>
                        <a:lnTo>
                          <a:pt x="702" y="468"/>
                        </a:lnTo>
                        <a:lnTo>
                          <a:pt x="690" y="462"/>
                        </a:lnTo>
                        <a:lnTo>
                          <a:pt x="684" y="450"/>
                        </a:lnTo>
                        <a:lnTo>
                          <a:pt x="672" y="444"/>
                        </a:lnTo>
                        <a:lnTo>
                          <a:pt x="666" y="432"/>
                        </a:lnTo>
                        <a:lnTo>
                          <a:pt x="654" y="396"/>
                        </a:lnTo>
                        <a:lnTo>
                          <a:pt x="654" y="378"/>
                        </a:lnTo>
                        <a:lnTo>
                          <a:pt x="618" y="336"/>
                        </a:lnTo>
                        <a:lnTo>
                          <a:pt x="618" y="318"/>
                        </a:lnTo>
                        <a:lnTo>
                          <a:pt x="606" y="294"/>
                        </a:lnTo>
                        <a:lnTo>
                          <a:pt x="594" y="282"/>
                        </a:lnTo>
                        <a:lnTo>
                          <a:pt x="588" y="270"/>
                        </a:lnTo>
                        <a:lnTo>
                          <a:pt x="576" y="258"/>
                        </a:lnTo>
                        <a:lnTo>
                          <a:pt x="570" y="246"/>
                        </a:lnTo>
                        <a:lnTo>
                          <a:pt x="558" y="234"/>
                        </a:lnTo>
                        <a:lnTo>
                          <a:pt x="552" y="222"/>
                        </a:lnTo>
                        <a:lnTo>
                          <a:pt x="546" y="216"/>
                        </a:lnTo>
                        <a:lnTo>
                          <a:pt x="552" y="210"/>
                        </a:lnTo>
                        <a:lnTo>
                          <a:pt x="552" y="198"/>
                        </a:lnTo>
                        <a:lnTo>
                          <a:pt x="540" y="174"/>
                        </a:lnTo>
                        <a:lnTo>
                          <a:pt x="528" y="168"/>
                        </a:lnTo>
                        <a:lnTo>
                          <a:pt x="522" y="168"/>
                        </a:lnTo>
                        <a:lnTo>
                          <a:pt x="540" y="144"/>
                        </a:lnTo>
                        <a:lnTo>
                          <a:pt x="558" y="156"/>
                        </a:lnTo>
                        <a:lnTo>
                          <a:pt x="558" y="174"/>
                        </a:lnTo>
                        <a:lnTo>
                          <a:pt x="564" y="186"/>
                        </a:lnTo>
                        <a:lnTo>
                          <a:pt x="576" y="198"/>
                        </a:lnTo>
                        <a:lnTo>
                          <a:pt x="582" y="210"/>
                        </a:lnTo>
                        <a:lnTo>
                          <a:pt x="588" y="216"/>
                        </a:lnTo>
                        <a:lnTo>
                          <a:pt x="588" y="246"/>
                        </a:lnTo>
                        <a:lnTo>
                          <a:pt x="606" y="264"/>
                        </a:lnTo>
                        <a:lnTo>
                          <a:pt x="612" y="276"/>
                        </a:lnTo>
                        <a:lnTo>
                          <a:pt x="636" y="300"/>
                        </a:lnTo>
                        <a:lnTo>
                          <a:pt x="648" y="306"/>
                        </a:lnTo>
                        <a:lnTo>
                          <a:pt x="654" y="306"/>
                        </a:lnTo>
                        <a:lnTo>
                          <a:pt x="666" y="300"/>
                        </a:lnTo>
                        <a:lnTo>
                          <a:pt x="678" y="288"/>
                        </a:lnTo>
                        <a:lnTo>
                          <a:pt x="672" y="270"/>
                        </a:lnTo>
                        <a:lnTo>
                          <a:pt x="684" y="246"/>
                        </a:lnTo>
                        <a:lnTo>
                          <a:pt x="684" y="234"/>
                        </a:lnTo>
                        <a:lnTo>
                          <a:pt x="690" y="222"/>
                        </a:lnTo>
                        <a:lnTo>
                          <a:pt x="690" y="198"/>
                        </a:lnTo>
                        <a:lnTo>
                          <a:pt x="696" y="186"/>
                        </a:lnTo>
                        <a:lnTo>
                          <a:pt x="696" y="180"/>
                        </a:lnTo>
                        <a:lnTo>
                          <a:pt x="702" y="168"/>
                        </a:lnTo>
                        <a:lnTo>
                          <a:pt x="648" y="24"/>
                        </a:lnTo>
                        <a:lnTo>
                          <a:pt x="642" y="24"/>
                        </a:lnTo>
                        <a:lnTo>
                          <a:pt x="636" y="30"/>
                        </a:lnTo>
                        <a:lnTo>
                          <a:pt x="624" y="30"/>
                        </a:lnTo>
                        <a:lnTo>
                          <a:pt x="600" y="42"/>
                        </a:lnTo>
                        <a:lnTo>
                          <a:pt x="576" y="42"/>
                        </a:lnTo>
                        <a:lnTo>
                          <a:pt x="564" y="36"/>
                        </a:lnTo>
                        <a:lnTo>
                          <a:pt x="558" y="30"/>
                        </a:lnTo>
                        <a:lnTo>
                          <a:pt x="552" y="36"/>
                        </a:lnTo>
                        <a:lnTo>
                          <a:pt x="540" y="42"/>
                        </a:lnTo>
                        <a:lnTo>
                          <a:pt x="534" y="42"/>
                        </a:lnTo>
                        <a:lnTo>
                          <a:pt x="510" y="30"/>
                        </a:lnTo>
                        <a:lnTo>
                          <a:pt x="504" y="24"/>
                        </a:lnTo>
                        <a:lnTo>
                          <a:pt x="504" y="18"/>
                        </a:lnTo>
                        <a:lnTo>
                          <a:pt x="498" y="12"/>
                        </a:lnTo>
                        <a:lnTo>
                          <a:pt x="486" y="6"/>
                        </a:lnTo>
                        <a:lnTo>
                          <a:pt x="468" y="6"/>
                        </a:lnTo>
                        <a:lnTo>
                          <a:pt x="456" y="12"/>
                        </a:lnTo>
                        <a:lnTo>
                          <a:pt x="438" y="12"/>
                        </a:lnTo>
                        <a:lnTo>
                          <a:pt x="432" y="18"/>
                        </a:lnTo>
                        <a:lnTo>
                          <a:pt x="420" y="18"/>
                        </a:lnTo>
                        <a:lnTo>
                          <a:pt x="414" y="12"/>
                        </a:lnTo>
                        <a:lnTo>
                          <a:pt x="390" y="12"/>
                        </a:lnTo>
                        <a:lnTo>
                          <a:pt x="378" y="18"/>
                        </a:lnTo>
                        <a:lnTo>
                          <a:pt x="372" y="24"/>
                        </a:lnTo>
                        <a:lnTo>
                          <a:pt x="366" y="36"/>
                        </a:lnTo>
                        <a:lnTo>
                          <a:pt x="360" y="42"/>
                        </a:lnTo>
                        <a:lnTo>
                          <a:pt x="336" y="42"/>
                        </a:lnTo>
                        <a:lnTo>
                          <a:pt x="324" y="54"/>
                        </a:lnTo>
                        <a:lnTo>
                          <a:pt x="312" y="60"/>
                        </a:lnTo>
                        <a:lnTo>
                          <a:pt x="306" y="60"/>
                        </a:lnTo>
                        <a:lnTo>
                          <a:pt x="300" y="54"/>
                        </a:lnTo>
                        <a:lnTo>
                          <a:pt x="288" y="54"/>
                        </a:lnTo>
                        <a:lnTo>
                          <a:pt x="276" y="48"/>
                        </a:lnTo>
                        <a:lnTo>
                          <a:pt x="264" y="48"/>
                        </a:lnTo>
                        <a:lnTo>
                          <a:pt x="258" y="42"/>
                        </a:lnTo>
                        <a:lnTo>
                          <a:pt x="204" y="42"/>
                        </a:lnTo>
                        <a:lnTo>
                          <a:pt x="198" y="36"/>
                        </a:lnTo>
                        <a:lnTo>
                          <a:pt x="186" y="30"/>
                        </a:lnTo>
                        <a:lnTo>
                          <a:pt x="174" y="18"/>
                        </a:lnTo>
                        <a:lnTo>
                          <a:pt x="126" y="18"/>
                        </a:lnTo>
                        <a:lnTo>
                          <a:pt x="120" y="12"/>
                        </a:lnTo>
                        <a:lnTo>
                          <a:pt x="96" y="0"/>
                        </a:lnTo>
                        <a:lnTo>
                          <a:pt x="78" y="0"/>
                        </a:lnTo>
                        <a:lnTo>
                          <a:pt x="66" y="12"/>
                        </a:lnTo>
                        <a:lnTo>
                          <a:pt x="54" y="12"/>
                        </a:lnTo>
                        <a:lnTo>
                          <a:pt x="42" y="6"/>
                        </a:lnTo>
                        <a:lnTo>
                          <a:pt x="36" y="6"/>
                        </a:lnTo>
                        <a:lnTo>
                          <a:pt x="36" y="0"/>
                        </a:lnTo>
                        <a:lnTo>
                          <a:pt x="30" y="0"/>
                        </a:lnTo>
                        <a:lnTo>
                          <a:pt x="12" y="18"/>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52" name="Jordan" descr="© INSCALE GmbH, 05.05.2010&#10;http://www.presentationload.com/">
                    <a:extLst>
                      <a:ext uri="{FF2B5EF4-FFF2-40B4-BE49-F238E27FC236}">
                        <a16:creationId xmlns:a16="http://schemas.microsoft.com/office/drawing/2014/main" id="{E516E5E9-0826-CAF4-3AFC-743DC532B733}"/>
                      </a:ext>
                    </a:extLst>
                  </p:cNvPr>
                  <p:cNvSpPr>
                    <a:spLocks/>
                  </p:cNvSpPr>
                  <p:nvPr/>
                </p:nvSpPr>
                <p:spPr bwMode="gray">
                  <a:xfrm>
                    <a:off x="3269" y="1888"/>
                    <a:ext cx="71" cy="86"/>
                  </a:xfrm>
                  <a:custGeom>
                    <a:avLst/>
                    <a:gdLst>
                      <a:gd name="T0" fmla="*/ 2147483647 w 282"/>
                      <a:gd name="T1" fmla="*/ 2147483647 h 336"/>
                      <a:gd name="T2" fmla="*/ 2147483647 w 282"/>
                      <a:gd name="T3" fmla="*/ 2147483647 h 336"/>
                      <a:gd name="T4" fmla="*/ 2147483647 w 282"/>
                      <a:gd name="T5" fmla="*/ 0 h 336"/>
                      <a:gd name="T6" fmla="*/ 2147483647 w 282"/>
                      <a:gd name="T7" fmla="*/ 2147483647 h 336"/>
                      <a:gd name="T8" fmla="*/ 2147483647 w 282"/>
                      <a:gd name="T9" fmla="*/ 2147483647 h 336"/>
                      <a:gd name="T10" fmla="*/ 2147483647 w 282"/>
                      <a:gd name="T11" fmla="*/ 2147483647 h 336"/>
                      <a:gd name="T12" fmla="*/ 2147483647 w 282"/>
                      <a:gd name="T13" fmla="*/ 2147483647 h 336"/>
                      <a:gd name="T14" fmla="*/ 2147483647 w 282"/>
                      <a:gd name="T15" fmla="*/ 2147483647 h 336"/>
                      <a:gd name="T16" fmla="*/ 2147483647 w 282"/>
                      <a:gd name="T17" fmla="*/ 2147483647 h 336"/>
                      <a:gd name="T18" fmla="*/ 2147483647 w 282"/>
                      <a:gd name="T19" fmla="*/ 2147483647 h 336"/>
                      <a:gd name="T20" fmla="*/ 2147483647 w 282"/>
                      <a:gd name="T21" fmla="*/ 2147483647 h 336"/>
                      <a:gd name="T22" fmla="*/ 2147483647 w 282"/>
                      <a:gd name="T23" fmla="*/ 2147483647 h 336"/>
                      <a:gd name="T24" fmla="*/ 2147483647 w 282"/>
                      <a:gd name="T25" fmla="*/ 2147483647 h 336"/>
                      <a:gd name="T26" fmla="*/ 2147483647 w 282"/>
                      <a:gd name="T27" fmla="*/ 2147483647 h 336"/>
                      <a:gd name="T28" fmla="*/ 2147483647 w 282"/>
                      <a:gd name="T29" fmla="*/ 2147483647 h 336"/>
                      <a:gd name="T30" fmla="*/ 2147483647 w 282"/>
                      <a:gd name="T31" fmla="*/ 2147483647 h 336"/>
                      <a:gd name="T32" fmla="*/ 2147483647 w 282"/>
                      <a:gd name="T33" fmla="*/ 2147483647 h 336"/>
                      <a:gd name="T34" fmla="*/ 2147483647 w 282"/>
                      <a:gd name="T35" fmla="*/ 2147483647 h 336"/>
                      <a:gd name="T36" fmla="*/ 2147483647 w 282"/>
                      <a:gd name="T37" fmla="*/ 2147483647 h 336"/>
                      <a:gd name="T38" fmla="*/ 2147483647 w 282"/>
                      <a:gd name="T39" fmla="*/ 2147483647 h 336"/>
                      <a:gd name="T40" fmla="*/ 2147483647 w 282"/>
                      <a:gd name="T41" fmla="*/ 2147483647 h 336"/>
                      <a:gd name="T42" fmla="*/ 2147483647 w 282"/>
                      <a:gd name="T43" fmla="*/ 2147483647 h 336"/>
                      <a:gd name="T44" fmla="*/ 2147483647 w 282"/>
                      <a:gd name="T45" fmla="*/ 2147483647 h 336"/>
                      <a:gd name="T46" fmla="*/ 0 w 282"/>
                      <a:gd name="T47" fmla="*/ 2147483647 h 336"/>
                      <a:gd name="T48" fmla="*/ 0 w 282"/>
                      <a:gd name="T49" fmla="*/ 2147483647 h 336"/>
                      <a:gd name="T50" fmla="*/ 2147483647 w 282"/>
                      <a:gd name="T51" fmla="*/ 2147483647 h 336"/>
                      <a:gd name="T52" fmla="*/ 2147483647 w 282"/>
                      <a:gd name="T53" fmla="*/ 2147483647 h 336"/>
                      <a:gd name="T54" fmla="*/ 2147483647 w 282"/>
                      <a:gd name="T55" fmla="*/ 2147483647 h 336"/>
                      <a:gd name="T56" fmla="*/ 2147483647 w 282"/>
                      <a:gd name="T57" fmla="*/ 2147483647 h 336"/>
                      <a:gd name="T58" fmla="*/ 2147483647 w 282"/>
                      <a:gd name="T59" fmla="*/ 2147483647 h 336"/>
                      <a:gd name="T60" fmla="*/ 2147483647 w 282"/>
                      <a:gd name="T61" fmla="*/ 2147483647 h 336"/>
                      <a:gd name="T62" fmla="*/ 2147483647 w 282"/>
                      <a:gd name="T63" fmla="*/ 2147483647 h 336"/>
                      <a:gd name="T64" fmla="*/ 2147483647 w 282"/>
                      <a:gd name="T65" fmla="*/ 2147483647 h 336"/>
                      <a:gd name="T66" fmla="*/ 2147483647 w 282"/>
                      <a:gd name="T67" fmla="*/ 2147483647 h 336"/>
                      <a:gd name="T68" fmla="*/ 2147483647 w 282"/>
                      <a:gd name="T69" fmla="*/ 2147483647 h 336"/>
                      <a:gd name="T70" fmla="*/ 2147483647 w 282"/>
                      <a:gd name="T71" fmla="*/ 2147483647 h 336"/>
                      <a:gd name="T72" fmla="*/ 2147483647 w 282"/>
                      <a:gd name="T73" fmla="*/ 2147483647 h 336"/>
                      <a:gd name="T74" fmla="*/ 2147483647 w 282"/>
                      <a:gd name="T75" fmla="*/ 2147483647 h 336"/>
                      <a:gd name="T76" fmla="*/ 2147483647 w 282"/>
                      <a:gd name="T77" fmla="*/ 2147483647 h 336"/>
                      <a:gd name="T78" fmla="*/ 2147483647 w 282"/>
                      <a:gd name="T79" fmla="*/ 2147483647 h 336"/>
                      <a:gd name="T80" fmla="*/ 2147483647 w 282"/>
                      <a:gd name="T81" fmla="*/ 2147483647 h 336"/>
                      <a:gd name="T82" fmla="*/ 2147483647 w 282"/>
                      <a:gd name="T83" fmla="*/ 2147483647 h 336"/>
                      <a:gd name="T84" fmla="*/ 2147483647 w 282"/>
                      <a:gd name="T85" fmla="*/ 2147483647 h 336"/>
                      <a:gd name="T86" fmla="*/ 2147483647 w 282"/>
                      <a:gd name="T87" fmla="*/ 2147483647 h 336"/>
                      <a:gd name="T88" fmla="*/ 2147483647 w 282"/>
                      <a:gd name="T89" fmla="*/ 2147483647 h 336"/>
                      <a:gd name="T90" fmla="*/ 2147483647 w 282"/>
                      <a:gd name="T91" fmla="*/ 2147483647 h 336"/>
                      <a:gd name="T92" fmla="*/ 2147483647 w 282"/>
                      <a:gd name="T93" fmla="*/ 2147483647 h 336"/>
                      <a:gd name="T94" fmla="*/ 2147483647 w 282"/>
                      <a:gd name="T95" fmla="*/ 2147483647 h 336"/>
                      <a:gd name="T96" fmla="*/ 2147483647 w 282"/>
                      <a:gd name="T97" fmla="*/ 2147483647 h 336"/>
                      <a:gd name="T98" fmla="*/ 2147483647 w 282"/>
                      <a:gd name="T99" fmla="*/ 2147483647 h 336"/>
                      <a:gd name="T100" fmla="*/ 2147483647 w 282"/>
                      <a:gd name="T101" fmla="*/ 2147483647 h 336"/>
                      <a:gd name="T102" fmla="*/ 2147483647 w 282"/>
                      <a:gd name="T103" fmla="*/ 2147483647 h 336"/>
                      <a:gd name="T104" fmla="*/ 2147483647 w 282"/>
                      <a:gd name="T105" fmla="*/ 2147483647 h 336"/>
                      <a:gd name="T106" fmla="*/ 2147483647 w 282"/>
                      <a:gd name="T107" fmla="*/ 2147483647 h 336"/>
                      <a:gd name="T108" fmla="*/ 2147483647 w 282"/>
                      <a:gd name="T109" fmla="*/ 2147483647 h 336"/>
                      <a:gd name="T110" fmla="*/ 2147483647 w 282"/>
                      <a:gd name="T111" fmla="*/ 2147483647 h 336"/>
                      <a:gd name="T112" fmla="*/ 2147483647 w 282"/>
                      <a:gd name="T113" fmla="*/ 2147483647 h 336"/>
                      <a:gd name="T114" fmla="*/ 2147483647 w 282"/>
                      <a:gd name="T115" fmla="*/ 2147483647 h 336"/>
                      <a:gd name="T116" fmla="*/ 2147483647 w 282"/>
                      <a:gd name="T117" fmla="*/ 2147483647 h 336"/>
                      <a:gd name="T118" fmla="*/ 2147483647 w 282"/>
                      <a:gd name="T119" fmla="*/ 2147483647 h 336"/>
                      <a:gd name="T120" fmla="*/ 2147483647 w 282"/>
                      <a:gd name="T121" fmla="*/ 2147483647 h 336"/>
                      <a:gd name="T122" fmla="*/ 2147483647 w 282"/>
                      <a:gd name="T123" fmla="*/ 2147483647 h 3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82"/>
                      <a:gd name="T187" fmla="*/ 0 h 336"/>
                      <a:gd name="T188" fmla="*/ 282 w 282"/>
                      <a:gd name="T189" fmla="*/ 336 h 33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82" h="336">
                        <a:moveTo>
                          <a:pt x="258" y="60"/>
                        </a:moveTo>
                        <a:lnTo>
                          <a:pt x="258" y="42"/>
                        </a:lnTo>
                        <a:lnTo>
                          <a:pt x="234" y="0"/>
                        </a:lnTo>
                        <a:lnTo>
                          <a:pt x="222" y="6"/>
                        </a:lnTo>
                        <a:lnTo>
                          <a:pt x="198" y="30"/>
                        </a:lnTo>
                        <a:lnTo>
                          <a:pt x="138" y="78"/>
                        </a:lnTo>
                        <a:lnTo>
                          <a:pt x="114" y="84"/>
                        </a:lnTo>
                        <a:lnTo>
                          <a:pt x="96" y="84"/>
                        </a:lnTo>
                        <a:lnTo>
                          <a:pt x="84" y="78"/>
                        </a:lnTo>
                        <a:lnTo>
                          <a:pt x="72" y="66"/>
                        </a:lnTo>
                        <a:lnTo>
                          <a:pt x="36" y="48"/>
                        </a:lnTo>
                        <a:lnTo>
                          <a:pt x="30" y="48"/>
                        </a:lnTo>
                        <a:lnTo>
                          <a:pt x="24" y="66"/>
                        </a:lnTo>
                        <a:lnTo>
                          <a:pt x="30" y="138"/>
                        </a:lnTo>
                        <a:lnTo>
                          <a:pt x="18" y="150"/>
                        </a:lnTo>
                        <a:lnTo>
                          <a:pt x="18" y="162"/>
                        </a:lnTo>
                        <a:lnTo>
                          <a:pt x="30" y="174"/>
                        </a:lnTo>
                        <a:lnTo>
                          <a:pt x="30" y="186"/>
                        </a:lnTo>
                        <a:lnTo>
                          <a:pt x="24" y="198"/>
                        </a:lnTo>
                        <a:lnTo>
                          <a:pt x="18" y="204"/>
                        </a:lnTo>
                        <a:lnTo>
                          <a:pt x="12" y="216"/>
                        </a:lnTo>
                        <a:lnTo>
                          <a:pt x="6" y="222"/>
                        </a:lnTo>
                        <a:lnTo>
                          <a:pt x="6" y="282"/>
                        </a:lnTo>
                        <a:lnTo>
                          <a:pt x="0" y="294"/>
                        </a:lnTo>
                        <a:lnTo>
                          <a:pt x="0" y="312"/>
                        </a:lnTo>
                        <a:lnTo>
                          <a:pt x="6" y="324"/>
                        </a:lnTo>
                        <a:lnTo>
                          <a:pt x="24" y="324"/>
                        </a:lnTo>
                        <a:lnTo>
                          <a:pt x="48" y="336"/>
                        </a:lnTo>
                        <a:lnTo>
                          <a:pt x="84" y="336"/>
                        </a:lnTo>
                        <a:lnTo>
                          <a:pt x="96" y="324"/>
                        </a:lnTo>
                        <a:lnTo>
                          <a:pt x="108" y="300"/>
                        </a:lnTo>
                        <a:lnTo>
                          <a:pt x="108" y="288"/>
                        </a:lnTo>
                        <a:lnTo>
                          <a:pt x="120" y="276"/>
                        </a:lnTo>
                        <a:lnTo>
                          <a:pt x="126" y="276"/>
                        </a:lnTo>
                        <a:lnTo>
                          <a:pt x="138" y="270"/>
                        </a:lnTo>
                        <a:lnTo>
                          <a:pt x="150" y="270"/>
                        </a:lnTo>
                        <a:lnTo>
                          <a:pt x="162" y="264"/>
                        </a:lnTo>
                        <a:lnTo>
                          <a:pt x="168" y="258"/>
                        </a:lnTo>
                        <a:lnTo>
                          <a:pt x="174" y="246"/>
                        </a:lnTo>
                        <a:lnTo>
                          <a:pt x="180" y="240"/>
                        </a:lnTo>
                        <a:lnTo>
                          <a:pt x="180" y="228"/>
                        </a:lnTo>
                        <a:lnTo>
                          <a:pt x="186" y="222"/>
                        </a:lnTo>
                        <a:lnTo>
                          <a:pt x="186" y="210"/>
                        </a:lnTo>
                        <a:lnTo>
                          <a:pt x="180" y="204"/>
                        </a:lnTo>
                        <a:lnTo>
                          <a:pt x="168" y="180"/>
                        </a:lnTo>
                        <a:lnTo>
                          <a:pt x="144" y="156"/>
                        </a:lnTo>
                        <a:lnTo>
                          <a:pt x="132" y="156"/>
                        </a:lnTo>
                        <a:lnTo>
                          <a:pt x="120" y="150"/>
                        </a:lnTo>
                        <a:lnTo>
                          <a:pt x="96" y="150"/>
                        </a:lnTo>
                        <a:lnTo>
                          <a:pt x="96" y="144"/>
                        </a:lnTo>
                        <a:lnTo>
                          <a:pt x="108" y="144"/>
                        </a:lnTo>
                        <a:lnTo>
                          <a:pt x="120" y="138"/>
                        </a:lnTo>
                        <a:lnTo>
                          <a:pt x="186" y="138"/>
                        </a:lnTo>
                        <a:lnTo>
                          <a:pt x="198" y="114"/>
                        </a:lnTo>
                        <a:lnTo>
                          <a:pt x="240" y="114"/>
                        </a:lnTo>
                        <a:lnTo>
                          <a:pt x="252" y="108"/>
                        </a:lnTo>
                        <a:lnTo>
                          <a:pt x="258" y="102"/>
                        </a:lnTo>
                        <a:lnTo>
                          <a:pt x="264" y="102"/>
                        </a:lnTo>
                        <a:lnTo>
                          <a:pt x="276" y="96"/>
                        </a:lnTo>
                        <a:lnTo>
                          <a:pt x="282" y="90"/>
                        </a:lnTo>
                        <a:lnTo>
                          <a:pt x="282" y="78"/>
                        </a:lnTo>
                        <a:lnTo>
                          <a:pt x="258" y="6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53" name="Vietnam" descr="© INSCALE GmbH, 05.05.2010&#10;http://www.presentationload.com/">
                    <a:extLst>
                      <a:ext uri="{FF2B5EF4-FFF2-40B4-BE49-F238E27FC236}">
                        <a16:creationId xmlns:a16="http://schemas.microsoft.com/office/drawing/2014/main" id="{4A7A9042-B393-EDB9-9010-CB350433229B}"/>
                      </a:ext>
                    </a:extLst>
                  </p:cNvPr>
                  <p:cNvSpPr>
                    <a:spLocks/>
                  </p:cNvSpPr>
                  <p:nvPr/>
                </p:nvSpPr>
                <p:spPr bwMode="gray">
                  <a:xfrm>
                    <a:off x="4465" y="2091"/>
                    <a:ext cx="153" cy="302"/>
                  </a:xfrm>
                  <a:custGeom>
                    <a:avLst/>
                    <a:gdLst>
                      <a:gd name="T0" fmla="*/ 2147483647 w 606"/>
                      <a:gd name="T1" fmla="*/ 2147483647 h 1194"/>
                      <a:gd name="T2" fmla="*/ 2147483647 w 606"/>
                      <a:gd name="T3" fmla="*/ 2147483647 h 1194"/>
                      <a:gd name="T4" fmla="*/ 2147483647 w 606"/>
                      <a:gd name="T5" fmla="*/ 2147483647 h 1194"/>
                      <a:gd name="T6" fmla="*/ 2147483647 w 606"/>
                      <a:gd name="T7" fmla="*/ 2147483647 h 1194"/>
                      <a:gd name="T8" fmla="*/ 2147483647 w 606"/>
                      <a:gd name="T9" fmla="*/ 2147483647 h 1194"/>
                      <a:gd name="T10" fmla="*/ 2147483647 w 606"/>
                      <a:gd name="T11" fmla="*/ 2147483647 h 1194"/>
                      <a:gd name="T12" fmla="*/ 2147483647 w 606"/>
                      <a:gd name="T13" fmla="*/ 2147483647 h 1194"/>
                      <a:gd name="T14" fmla="*/ 2147483647 w 606"/>
                      <a:gd name="T15" fmla="*/ 2147483647 h 1194"/>
                      <a:gd name="T16" fmla="*/ 2147483647 w 606"/>
                      <a:gd name="T17" fmla="*/ 2147483647 h 1194"/>
                      <a:gd name="T18" fmla="*/ 2147483647 w 606"/>
                      <a:gd name="T19" fmla="*/ 2147483647 h 1194"/>
                      <a:gd name="T20" fmla="*/ 2147483647 w 606"/>
                      <a:gd name="T21" fmla="*/ 2147483647 h 1194"/>
                      <a:gd name="T22" fmla="*/ 2147483647 w 606"/>
                      <a:gd name="T23" fmla="*/ 2147483647 h 1194"/>
                      <a:gd name="T24" fmla="*/ 2147483647 w 606"/>
                      <a:gd name="T25" fmla="*/ 2147483647 h 1194"/>
                      <a:gd name="T26" fmla="*/ 2147483647 w 606"/>
                      <a:gd name="T27" fmla="*/ 2147483647 h 1194"/>
                      <a:gd name="T28" fmla="*/ 2147483647 w 606"/>
                      <a:gd name="T29" fmla="*/ 2147483647 h 1194"/>
                      <a:gd name="T30" fmla="*/ 2147483647 w 606"/>
                      <a:gd name="T31" fmla="*/ 2147483647 h 1194"/>
                      <a:gd name="T32" fmla="*/ 2147483647 w 606"/>
                      <a:gd name="T33" fmla="*/ 2147483647 h 1194"/>
                      <a:gd name="T34" fmla="*/ 2147483647 w 606"/>
                      <a:gd name="T35" fmla="*/ 2147483647 h 1194"/>
                      <a:gd name="T36" fmla="*/ 2147483647 w 606"/>
                      <a:gd name="T37" fmla="*/ 2147483647 h 1194"/>
                      <a:gd name="T38" fmla="*/ 2147483647 w 606"/>
                      <a:gd name="T39" fmla="*/ 2147483647 h 1194"/>
                      <a:gd name="T40" fmla="*/ 2147483647 w 606"/>
                      <a:gd name="T41" fmla="*/ 2147483647 h 1194"/>
                      <a:gd name="T42" fmla="*/ 2147483647 w 606"/>
                      <a:gd name="T43" fmla="*/ 2147483647 h 1194"/>
                      <a:gd name="T44" fmla="*/ 2147483647 w 606"/>
                      <a:gd name="T45" fmla="*/ 2147483647 h 1194"/>
                      <a:gd name="T46" fmla="*/ 2147483647 w 606"/>
                      <a:gd name="T47" fmla="*/ 2147483647 h 1194"/>
                      <a:gd name="T48" fmla="*/ 2147483647 w 606"/>
                      <a:gd name="T49" fmla="*/ 2147483647 h 1194"/>
                      <a:gd name="T50" fmla="*/ 2147483647 w 606"/>
                      <a:gd name="T51" fmla="*/ 2147483647 h 1194"/>
                      <a:gd name="T52" fmla="*/ 2147483647 w 606"/>
                      <a:gd name="T53" fmla="*/ 2147483647 h 1194"/>
                      <a:gd name="T54" fmla="*/ 2147483647 w 606"/>
                      <a:gd name="T55" fmla="*/ 2147483647 h 1194"/>
                      <a:gd name="T56" fmla="*/ 2147483647 w 606"/>
                      <a:gd name="T57" fmla="*/ 2147483647 h 1194"/>
                      <a:gd name="T58" fmla="*/ 2147483647 w 606"/>
                      <a:gd name="T59" fmla="*/ 2147483647 h 1194"/>
                      <a:gd name="T60" fmla="*/ 2147483647 w 606"/>
                      <a:gd name="T61" fmla="*/ 2147483647 h 1194"/>
                      <a:gd name="T62" fmla="*/ 2147483647 w 606"/>
                      <a:gd name="T63" fmla="*/ 2147483647 h 1194"/>
                      <a:gd name="T64" fmla="*/ 2147483647 w 606"/>
                      <a:gd name="T65" fmla="*/ 2147483647 h 1194"/>
                      <a:gd name="T66" fmla="*/ 2147483647 w 606"/>
                      <a:gd name="T67" fmla="*/ 2147483647 h 1194"/>
                      <a:gd name="T68" fmla="*/ 2147483647 w 606"/>
                      <a:gd name="T69" fmla="*/ 2147483647 h 1194"/>
                      <a:gd name="T70" fmla="*/ 2147483647 w 606"/>
                      <a:gd name="T71" fmla="*/ 2147483647 h 1194"/>
                      <a:gd name="T72" fmla="*/ 2147483647 w 606"/>
                      <a:gd name="T73" fmla="*/ 2147483647 h 1194"/>
                      <a:gd name="T74" fmla="*/ 2147483647 w 606"/>
                      <a:gd name="T75" fmla="*/ 2147483647 h 1194"/>
                      <a:gd name="T76" fmla="*/ 2147483647 w 606"/>
                      <a:gd name="T77" fmla="*/ 2147483647 h 1194"/>
                      <a:gd name="T78" fmla="*/ 2147483647 w 606"/>
                      <a:gd name="T79" fmla="*/ 2147483647 h 1194"/>
                      <a:gd name="T80" fmla="*/ 2147483647 w 606"/>
                      <a:gd name="T81" fmla="*/ 2147483647 h 1194"/>
                      <a:gd name="T82" fmla="*/ 2147483647 w 606"/>
                      <a:gd name="T83" fmla="*/ 2147483647 h 1194"/>
                      <a:gd name="T84" fmla="*/ 2147483647 w 606"/>
                      <a:gd name="T85" fmla="*/ 2147483647 h 1194"/>
                      <a:gd name="T86" fmla="*/ 2147483647 w 606"/>
                      <a:gd name="T87" fmla="*/ 2147483647 h 1194"/>
                      <a:gd name="T88" fmla="*/ 2147483647 w 606"/>
                      <a:gd name="T89" fmla="*/ 2147483647 h 1194"/>
                      <a:gd name="T90" fmla="*/ 2147483647 w 606"/>
                      <a:gd name="T91" fmla="*/ 2147483647 h 1194"/>
                      <a:gd name="T92" fmla="*/ 2147483647 w 606"/>
                      <a:gd name="T93" fmla="*/ 2147483647 h 1194"/>
                      <a:gd name="T94" fmla="*/ 2147483647 w 606"/>
                      <a:gd name="T95" fmla="*/ 2147483647 h 1194"/>
                      <a:gd name="T96" fmla="*/ 2147483647 w 606"/>
                      <a:gd name="T97" fmla="*/ 2147483647 h 1194"/>
                      <a:gd name="T98" fmla="*/ 2147483647 w 606"/>
                      <a:gd name="T99" fmla="*/ 2147483647 h 1194"/>
                      <a:gd name="T100" fmla="*/ 2147483647 w 606"/>
                      <a:gd name="T101" fmla="*/ 2147483647 h 1194"/>
                      <a:gd name="T102" fmla="*/ 2147483647 w 606"/>
                      <a:gd name="T103" fmla="*/ 2147483647 h 1194"/>
                      <a:gd name="T104" fmla="*/ 2147483647 w 606"/>
                      <a:gd name="T105" fmla="*/ 2147483647 h 1194"/>
                      <a:gd name="T106" fmla="*/ 2147483647 w 606"/>
                      <a:gd name="T107" fmla="*/ 2147483647 h 1194"/>
                      <a:gd name="T108" fmla="*/ 2147483647 w 606"/>
                      <a:gd name="T109" fmla="*/ 2147483647 h 1194"/>
                      <a:gd name="T110" fmla="*/ 2147483647 w 606"/>
                      <a:gd name="T111" fmla="*/ 2147483647 h 1194"/>
                      <a:gd name="T112" fmla="*/ 2147483647 w 606"/>
                      <a:gd name="T113" fmla="*/ 2147483647 h 1194"/>
                      <a:gd name="T114" fmla="*/ 2147483647 w 606"/>
                      <a:gd name="T115" fmla="*/ 2147483647 h 1194"/>
                      <a:gd name="T116" fmla="*/ 2147483647 w 606"/>
                      <a:gd name="T117" fmla="*/ 2147483647 h 1194"/>
                      <a:gd name="T118" fmla="*/ 2147483647 w 606"/>
                      <a:gd name="T119" fmla="*/ 2147483647 h 1194"/>
                      <a:gd name="T120" fmla="*/ 2147483647 w 606"/>
                      <a:gd name="T121" fmla="*/ 2147483647 h 1194"/>
                      <a:gd name="T122" fmla="*/ 2147483647 w 606"/>
                      <a:gd name="T123" fmla="*/ 2147483647 h 119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606"/>
                      <a:gd name="T187" fmla="*/ 0 h 1194"/>
                      <a:gd name="T188" fmla="*/ 606 w 606"/>
                      <a:gd name="T189" fmla="*/ 1194 h 119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606" h="1194">
                        <a:moveTo>
                          <a:pt x="6" y="48"/>
                        </a:moveTo>
                        <a:lnTo>
                          <a:pt x="0" y="60"/>
                        </a:lnTo>
                        <a:lnTo>
                          <a:pt x="0" y="72"/>
                        </a:lnTo>
                        <a:lnTo>
                          <a:pt x="12" y="96"/>
                        </a:lnTo>
                        <a:lnTo>
                          <a:pt x="18" y="102"/>
                        </a:lnTo>
                        <a:lnTo>
                          <a:pt x="24" y="114"/>
                        </a:lnTo>
                        <a:lnTo>
                          <a:pt x="36" y="120"/>
                        </a:lnTo>
                        <a:lnTo>
                          <a:pt x="42" y="132"/>
                        </a:lnTo>
                        <a:lnTo>
                          <a:pt x="48" y="126"/>
                        </a:lnTo>
                        <a:lnTo>
                          <a:pt x="54" y="126"/>
                        </a:lnTo>
                        <a:lnTo>
                          <a:pt x="54" y="156"/>
                        </a:lnTo>
                        <a:lnTo>
                          <a:pt x="66" y="180"/>
                        </a:lnTo>
                        <a:lnTo>
                          <a:pt x="84" y="198"/>
                        </a:lnTo>
                        <a:lnTo>
                          <a:pt x="90" y="210"/>
                        </a:lnTo>
                        <a:lnTo>
                          <a:pt x="108" y="210"/>
                        </a:lnTo>
                        <a:lnTo>
                          <a:pt x="108" y="216"/>
                        </a:lnTo>
                        <a:lnTo>
                          <a:pt x="120" y="228"/>
                        </a:lnTo>
                        <a:lnTo>
                          <a:pt x="126" y="222"/>
                        </a:lnTo>
                        <a:lnTo>
                          <a:pt x="132" y="210"/>
                        </a:lnTo>
                        <a:lnTo>
                          <a:pt x="132" y="204"/>
                        </a:lnTo>
                        <a:lnTo>
                          <a:pt x="138" y="192"/>
                        </a:lnTo>
                        <a:lnTo>
                          <a:pt x="150" y="192"/>
                        </a:lnTo>
                        <a:lnTo>
                          <a:pt x="162" y="198"/>
                        </a:lnTo>
                        <a:lnTo>
                          <a:pt x="186" y="222"/>
                        </a:lnTo>
                        <a:lnTo>
                          <a:pt x="180" y="222"/>
                        </a:lnTo>
                        <a:lnTo>
                          <a:pt x="174" y="228"/>
                        </a:lnTo>
                        <a:lnTo>
                          <a:pt x="174" y="234"/>
                        </a:lnTo>
                        <a:lnTo>
                          <a:pt x="198" y="246"/>
                        </a:lnTo>
                        <a:lnTo>
                          <a:pt x="216" y="252"/>
                        </a:lnTo>
                        <a:lnTo>
                          <a:pt x="228" y="258"/>
                        </a:lnTo>
                        <a:lnTo>
                          <a:pt x="228" y="270"/>
                        </a:lnTo>
                        <a:lnTo>
                          <a:pt x="222" y="282"/>
                        </a:lnTo>
                        <a:lnTo>
                          <a:pt x="210" y="288"/>
                        </a:lnTo>
                        <a:lnTo>
                          <a:pt x="204" y="300"/>
                        </a:lnTo>
                        <a:lnTo>
                          <a:pt x="198" y="306"/>
                        </a:lnTo>
                        <a:lnTo>
                          <a:pt x="180" y="306"/>
                        </a:lnTo>
                        <a:lnTo>
                          <a:pt x="174" y="300"/>
                        </a:lnTo>
                        <a:lnTo>
                          <a:pt x="150" y="300"/>
                        </a:lnTo>
                        <a:lnTo>
                          <a:pt x="156" y="306"/>
                        </a:lnTo>
                        <a:lnTo>
                          <a:pt x="156" y="324"/>
                        </a:lnTo>
                        <a:lnTo>
                          <a:pt x="168" y="330"/>
                        </a:lnTo>
                        <a:lnTo>
                          <a:pt x="174" y="336"/>
                        </a:lnTo>
                        <a:lnTo>
                          <a:pt x="210" y="354"/>
                        </a:lnTo>
                        <a:lnTo>
                          <a:pt x="222" y="366"/>
                        </a:lnTo>
                        <a:lnTo>
                          <a:pt x="234" y="372"/>
                        </a:lnTo>
                        <a:lnTo>
                          <a:pt x="240" y="378"/>
                        </a:lnTo>
                        <a:lnTo>
                          <a:pt x="252" y="378"/>
                        </a:lnTo>
                        <a:lnTo>
                          <a:pt x="252" y="408"/>
                        </a:lnTo>
                        <a:lnTo>
                          <a:pt x="258" y="414"/>
                        </a:lnTo>
                        <a:lnTo>
                          <a:pt x="270" y="414"/>
                        </a:lnTo>
                        <a:lnTo>
                          <a:pt x="282" y="420"/>
                        </a:lnTo>
                        <a:lnTo>
                          <a:pt x="288" y="426"/>
                        </a:lnTo>
                        <a:lnTo>
                          <a:pt x="294" y="426"/>
                        </a:lnTo>
                        <a:lnTo>
                          <a:pt x="294" y="450"/>
                        </a:lnTo>
                        <a:lnTo>
                          <a:pt x="306" y="474"/>
                        </a:lnTo>
                        <a:lnTo>
                          <a:pt x="324" y="486"/>
                        </a:lnTo>
                        <a:lnTo>
                          <a:pt x="342" y="504"/>
                        </a:lnTo>
                        <a:lnTo>
                          <a:pt x="348" y="522"/>
                        </a:lnTo>
                        <a:lnTo>
                          <a:pt x="366" y="522"/>
                        </a:lnTo>
                        <a:lnTo>
                          <a:pt x="366" y="528"/>
                        </a:lnTo>
                        <a:lnTo>
                          <a:pt x="372" y="534"/>
                        </a:lnTo>
                        <a:lnTo>
                          <a:pt x="384" y="558"/>
                        </a:lnTo>
                        <a:lnTo>
                          <a:pt x="396" y="570"/>
                        </a:lnTo>
                        <a:lnTo>
                          <a:pt x="408" y="570"/>
                        </a:lnTo>
                        <a:lnTo>
                          <a:pt x="414" y="576"/>
                        </a:lnTo>
                        <a:lnTo>
                          <a:pt x="426" y="582"/>
                        </a:lnTo>
                        <a:lnTo>
                          <a:pt x="432" y="588"/>
                        </a:lnTo>
                        <a:lnTo>
                          <a:pt x="432" y="600"/>
                        </a:lnTo>
                        <a:lnTo>
                          <a:pt x="426" y="606"/>
                        </a:lnTo>
                        <a:lnTo>
                          <a:pt x="420" y="606"/>
                        </a:lnTo>
                        <a:lnTo>
                          <a:pt x="414" y="612"/>
                        </a:lnTo>
                        <a:lnTo>
                          <a:pt x="408" y="612"/>
                        </a:lnTo>
                        <a:lnTo>
                          <a:pt x="432" y="636"/>
                        </a:lnTo>
                        <a:lnTo>
                          <a:pt x="456" y="648"/>
                        </a:lnTo>
                        <a:lnTo>
                          <a:pt x="462" y="654"/>
                        </a:lnTo>
                        <a:lnTo>
                          <a:pt x="468" y="654"/>
                        </a:lnTo>
                        <a:lnTo>
                          <a:pt x="450" y="690"/>
                        </a:lnTo>
                        <a:lnTo>
                          <a:pt x="456" y="690"/>
                        </a:lnTo>
                        <a:lnTo>
                          <a:pt x="468" y="702"/>
                        </a:lnTo>
                        <a:lnTo>
                          <a:pt x="468" y="708"/>
                        </a:lnTo>
                        <a:lnTo>
                          <a:pt x="456" y="720"/>
                        </a:lnTo>
                        <a:lnTo>
                          <a:pt x="450" y="720"/>
                        </a:lnTo>
                        <a:lnTo>
                          <a:pt x="450" y="762"/>
                        </a:lnTo>
                        <a:lnTo>
                          <a:pt x="456" y="762"/>
                        </a:lnTo>
                        <a:lnTo>
                          <a:pt x="468" y="774"/>
                        </a:lnTo>
                        <a:lnTo>
                          <a:pt x="480" y="798"/>
                        </a:lnTo>
                        <a:lnTo>
                          <a:pt x="480" y="804"/>
                        </a:lnTo>
                        <a:lnTo>
                          <a:pt x="468" y="816"/>
                        </a:lnTo>
                        <a:lnTo>
                          <a:pt x="462" y="816"/>
                        </a:lnTo>
                        <a:lnTo>
                          <a:pt x="462" y="828"/>
                        </a:lnTo>
                        <a:lnTo>
                          <a:pt x="468" y="834"/>
                        </a:lnTo>
                        <a:lnTo>
                          <a:pt x="468" y="864"/>
                        </a:lnTo>
                        <a:lnTo>
                          <a:pt x="474" y="870"/>
                        </a:lnTo>
                        <a:lnTo>
                          <a:pt x="474" y="900"/>
                        </a:lnTo>
                        <a:lnTo>
                          <a:pt x="462" y="894"/>
                        </a:lnTo>
                        <a:lnTo>
                          <a:pt x="444" y="894"/>
                        </a:lnTo>
                        <a:lnTo>
                          <a:pt x="438" y="900"/>
                        </a:lnTo>
                        <a:lnTo>
                          <a:pt x="438" y="918"/>
                        </a:lnTo>
                        <a:lnTo>
                          <a:pt x="408" y="918"/>
                        </a:lnTo>
                        <a:lnTo>
                          <a:pt x="408" y="942"/>
                        </a:lnTo>
                        <a:lnTo>
                          <a:pt x="366" y="942"/>
                        </a:lnTo>
                        <a:lnTo>
                          <a:pt x="366" y="966"/>
                        </a:lnTo>
                        <a:lnTo>
                          <a:pt x="378" y="990"/>
                        </a:lnTo>
                        <a:lnTo>
                          <a:pt x="396" y="1008"/>
                        </a:lnTo>
                        <a:lnTo>
                          <a:pt x="396" y="1020"/>
                        </a:lnTo>
                        <a:lnTo>
                          <a:pt x="390" y="1014"/>
                        </a:lnTo>
                        <a:lnTo>
                          <a:pt x="378" y="1008"/>
                        </a:lnTo>
                        <a:lnTo>
                          <a:pt x="372" y="1002"/>
                        </a:lnTo>
                        <a:lnTo>
                          <a:pt x="360" y="996"/>
                        </a:lnTo>
                        <a:lnTo>
                          <a:pt x="348" y="996"/>
                        </a:lnTo>
                        <a:lnTo>
                          <a:pt x="342" y="1002"/>
                        </a:lnTo>
                        <a:lnTo>
                          <a:pt x="342" y="1008"/>
                        </a:lnTo>
                        <a:lnTo>
                          <a:pt x="306" y="1008"/>
                        </a:lnTo>
                        <a:lnTo>
                          <a:pt x="312" y="1014"/>
                        </a:lnTo>
                        <a:lnTo>
                          <a:pt x="318" y="1014"/>
                        </a:lnTo>
                        <a:lnTo>
                          <a:pt x="324" y="1020"/>
                        </a:lnTo>
                        <a:lnTo>
                          <a:pt x="324" y="1026"/>
                        </a:lnTo>
                        <a:lnTo>
                          <a:pt x="312" y="1032"/>
                        </a:lnTo>
                        <a:lnTo>
                          <a:pt x="294" y="1032"/>
                        </a:lnTo>
                        <a:lnTo>
                          <a:pt x="276" y="1038"/>
                        </a:lnTo>
                        <a:lnTo>
                          <a:pt x="270" y="1050"/>
                        </a:lnTo>
                        <a:lnTo>
                          <a:pt x="270" y="1056"/>
                        </a:lnTo>
                        <a:lnTo>
                          <a:pt x="288" y="1074"/>
                        </a:lnTo>
                        <a:lnTo>
                          <a:pt x="300" y="1080"/>
                        </a:lnTo>
                        <a:lnTo>
                          <a:pt x="306" y="1086"/>
                        </a:lnTo>
                        <a:lnTo>
                          <a:pt x="312" y="1086"/>
                        </a:lnTo>
                        <a:lnTo>
                          <a:pt x="294" y="1104"/>
                        </a:lnTo>
                        <a:lnTo>
                          <a:pt x="294" y="1110"/>
                        </a:lnTo>
                        <a:lnTo>
                          <a:pt x="300" y="1116"/>
                        </a:lnTo>
                        <a:lnTo>
                          <a:pt x="300" y="1128"/>
                        </a:lnTo>
                        <a:lnTo>
                          <a:pt x="306" y="1140"/>
                        </a:lnTo>
                        <a:lnTo>
                          <a:pt x="306" y="1152"/>
                        </a:lnTo>
                        <a:lnTo>
                          <a:pt x="312" y="1158"/>
                        </a:lnTo>
                        <a:lnTo>
                          <a:pt x="294" y="1176"/>
                        </a:lnTo>
                        <a:lnTo>
                          <a:pt x="294" y="1188"/>
                        </a:lnTo>
                        <a:lnTo>
                          <a:pt x="306" y="1194"/>
                        </a:lnTo>
                        <a:lnTo>
                          <a:pt x="318" y="1194"/>
                        </a:lnTo>
                        <a:lnTo>
                          <a:pt x="330" y="1188"/>
                        </a:lnTo>
                        <a:lnTo>
                          <a:pt x="354" y="1164"/>
                        </a:lnTo>
                        <a:lnTo>
                          <a:pt x="366" y="1158"/>
                        </a:lnTo>
                        <a:lnTo>
                          <a:pt x="378" y="1158"/>
                        </a:lnTo>
                        <a:lnTo>
                          <a:pt x="384" y="1134"/>
                        </a:lnTo>
                        <a:lnTo>
                          <a:pt x="384" y="1110"/>
                        </a:lnTo>
                        <a:lnTo>
                          <a:pt x="396" y="1110"/>
                        </a:lnTo>
                        <a:lnTo>
                          <a:pt x="402" y="1116"/>
                        </a:lnTo>
                        <a:lnTo>
                          <a:pt x="414" y="1116"/>
                        </a:lnTo>
                        <a:lnTo>
                          <a:pt x="426" y="1104"/>
                        </a:lnTo>
                        <a:lnTo>
                          <a:pt x="426" y="1092"/>
                        </a:lnTo>
                        <a:lnTo>
                          <a:pt x="420" y="1086"/>
                        </a:lnTo>
                        <a:lnTo>
                          <a:pt x="414" y="1074"/>
                        </a:lnTo>
                        <a:lnTo>
                          <a:pt x="408" y="1068"/>
                        </a:lnTo>
                        <a:lnTo>
                          <a:pt x="408" y="1062"/>
                        </a:lnTo>
                        <a:lnTo>
                          <a:pt x="414" y="1056"/>
                        </a:lnTo>
                        <a:lnTo>
                          <a:pt x="426" y="1056"/>
                        </a:lnTo>
                        <a:lnTo>
                          <a:pt x="438" y="1050"/>
                        </a:lnTo>
                        <a:lnTo>
                          <a:pt x="444" y="1044"/>
                        </a:lnTo>
                        <a:lnTo>
                          <a:pt x="450" y="1044"/>
                        </a:lnTo>
                        <a:lnTo>
                          <a:pt x="456" y="1050"/>
                        </a:lnTo>
                        <a:lnTo>
                          <a:pt x="468" y="1050"/>
                        </a:lnTo>
                        <a:lnTo>
                          <a:pt x="480" y="1044"/>
                        </a:lnTo>
                        <a:lnTo>
                          <a:pt x="498" y="1038"/>
                        </a:lnTo>
                        <a:lnTo>
                          <a:pt x="546" y="1014"/>
                        </a:lnTo>
                        <a:lnTo>
                          <a:pt x="582" y="978"/>
                        </a:lnTo>
                        <a:lnTo>
                          <a:pt x="588" y="960"/>
                        </a:lnTo>
                        <a:lnTo>
                          <a:pt x="594" y="936"/>
                        </a:lnTo>
                        <a:lnTo>
                          <a:pt x="606" y="876"/>
                        </a:lnTo>
                        <a:lnTo>
                          <a:pt x="606" y="846"/>
                        </a:lnTo>
                        <a:lnTo>
                          <a:pt x="600" y="834"/>
                        </a:lnTo>
                        <a:lnTo>
                          <a:pt x="576" y="810"/>
                        </a:lnTo>
                        <a:lnTo>
                          <a:pt x="594" y="804"/>
                        </a:lnTo>
                        <a:lnTo>
                          <a:pt x="594" y="774"/>
                        </a:lnTo>
                        <a:lnTo>
                          <a:pt x="588" y="756"/>
                        </a:lnTo>
                        <a:lnTo>
                          <a:pt x="588" y="744"/>
                        </a:lnTo>
                        <a:lnTo>
                          <a:pt x="570" y="708"/>
                        </a:lnTo>
                        <a:lnTo>
                          <a:pt x="564" y="690"/>
                        </a:lnTo>
                        <a:lnTo>
                          <a:pt x="558" y="684"/>
                        </a:lnTo>
                        <a:lnTo>
                          <a:pt x="552" y="672"/>
                        </a:lnTo>
                        <a:lnTo>
                          <a:pt x="558" y="666"/>
                        </a:lnTo>
                        <a:lnTo>
                          <a:pt x="558" y="642"/>
                        </a:lnTo>
                        <a:lnTo>
                          <a:pt x="522" y="606"/>
                        </a:lnTo>
                        <a:lnTo>
                          <a:pt x="486" y="576"/>
                        </a:lnTo>
                        <a:lnTo>
                          <a:pt x="456" y="552"/>
                        </a:lnTo>
                        <a:lnTo>
                          <a:pt x="432" y="534"/>
                        </a:lnTo>
                        <a:lnTo>
                          <a:pt x="420" y="528"/>
                        </a:lnTo>
                        <a:lnTo>
                          <a:pt x="402" y="516"/>
                        </a:lnTo>
                        <a:lnTo>
                          <a:pt x="390" y="510"/>
                        </a:lnTo>
                        <a:lnTo>
                          <a:pt x="384" y="504"/>
                        </a:lnTo>
                        <a:lnTo>
                          <a:pt x="384" y="468"/>
                        </a:lnTo>
                        <a:lnTo>
                          <a:pt x="336" y="420"/>
                        </a:lnTo>
                        <a:lnTo>
                          <a:pt x="306" y="384"/>
                        </a:lnTo>
                        <a:lnTo>
                          <a:pt x="288" y="354"/>
                        </a:lnTo>
                        <a:lnTo>
                          <a:pt x="282" y="336"/>
                        </a:lnTo>
                        <a:lnTo>
                          <a:pt x="282" y="318"/>
                        </a:lnTo>
                        <a:lnTo>
                          <a:pt x="276" y="306"/>
                        </a:lnTo>
                        <a:lnTo>
                          <a:pt x="276" y="282"/>
                        </a:lnTo>
                        <a:lnTo>
                          <a:pt x="282" y="276"/>
                        </a:lnTo>
                        <a:lnTo>
                          <a:pt x="294" y="252"/>
                        </a:lnTo>
                        <a:lnTo>
                          <a:pt x="294" y="240"/>
                        </a:lnTo>
                        <a:lnTo>
                          <a:pt x="300" y="240"/>
                        </a:lnTo>
                        <a:lnTo>
                          <a:pt x="312" y="228"/>
                        </a:lnTo>
                        <a:lnTo>
                          <a:pt x="324" y="222"/>
                        </a:lnTo>
                        <a:lnTo>
                          <a:pt x="336" y="210"/>
                        </a:lnTo>
                        <a:lnTo>
                          <a:pt x="336" y="204"/>
                        </a:lnTo>
                        <a:lnTo>
                          <a:pt x="342" y="198"/>
                        </a:lnTo>
                        <a:lnTo>
                          <a:pt x="372" y="198"/>
                        </a:lnTo>
                        <a:lnTo>
                          <a:pt x="384" y="186"/>
                        </a:lnTo>
                        <a:lnTo>
                          <a:pt x="390" y="174"/>
                        </a:lnTo>
                        <a:lnTo>
                          <a:pt x="390" y="156"/>
                        </a:lnTo>
                        <a:lnTo>
                          <a:pt x="396" y="144"/>
                        </a:lnTo>
                        <a:lnTo>
                          <a:pt x="390" y="144"/>
                        </a:lnTo>
                        <a:lnTo>
                          <a:pt x="384" y="138"/>
                        </a:lnTo>
                        <a:lnTo>
                          <a:pt x="354" y="138"/>
                        </a:lnTo>
                        <a:lnTo>
                          <a:pt x="342" y="132"/>
                        </a:lnTo>
                        <a:lnTo>
                          <a:pt x="336" y="120"/>
                        </a:lnTo>
                        <a:lnTo>
                          <a:pt x="330" y="114"/>
                        </a:lnTo>
                        <a:lnTo>
                          <a:pt x="312" y="114"/>
                        </a:lnTo>
                        <a:lnTo>
                          <a:pt x="312" y="96"/>
                        </a:lnTo>
                        <a:lnTo>
                          <a:pt x="300" y="90"/>
                        </a:lnTo>
                        <a:lnTo>
                          <a:pt x="294" y="72"/>
                        </a:lnTo>
                        <a:lnTo>
                          <a:pt x="312" y="54"/>
                        </a:lnTo>
                        <a:lnTo>
                          <a:pt x="312" y="48"/>
                        </a:lnTo>
                        <a:lnTo>
                          <a:pt x="306" y="42"/>
                        </a:lnTo>
                        <a:lnTo>
                          <a:pt x="276" y="42"/>
                        </a:lnTo>
                        <a:lnTo>
                          <a:pt x="264" y="30"/>
                        </a:lnTo>
                        <a:lnTo>
                          <a:pt x="234" y="36"/>
                        </a:lnTo>
                        <a:lnTo>
                          <a:pt x="204" y="0"/>
                        </a:lnTo>
                        <a:lnTo>
                          <a:pt x="198" y="0"/>
                        </a:lnTo>
                        <a:lnTo>
                          <a:pt x="192" y="6"/>
                        </a:lnTo>
                        <a:lnTo>
                          <a:pt x="180" y="12"/>
                        </a:lnTo>
                        <a:lnTo>
                          <a:pt x="174" y="18"/>
                        </a:lnTo>
                        <a:lnTo>
                          <a:pt x="174" y="30"/>
                        </a:lnTo>
                        <a:lnTo>
                          <a:pt x="168" y="42"/>
                        </a:lnTo>
                        <a:lnTo>
                          <a:pt x="168" y="48"/>
                        </a:lnTo>
                        <a:lnTo>
                          <a:pt x="150" y="48"/>
                        </a:lnTo>
                        <a:lnTo>
                          <a:pt x="144" y="54"/>
                        </a:lnTo>
                        <a:lnTo>
                          <a:pt x="138" y="48"/>
                        </a:lnTo>
                        <a:lnTo>
                          <a:pt x="120" y="48"/>
                        </a:lnTo>
                        <a:lnTo>
                          <a:pt x="132" y="60"/>
                        </a:lnTo>
                        <a:lnTo>
                          <a:pt x="132" y="72"/>
                        </a:lnTo>
                        <a:lnTo>
                          <a:pt x="114" y="72"/>
                        </a:lnTo>
                        <a:lnTo>
                          <a:pt x="108" y="66"/>
                        </a:lnTo>
                        <a:lnTo>
                          <a:pt x="96" y="48"/>
                        </a:lnTo>
                        <a:lnTo>
                          <a:pt x="90" y="48"/>
                        </a:lnTo>
                        <a:lnTo>
                          <a:pt x="90" y="66"/>
                        </a:lnTo>
                        <a:lnTo>
                          <a:pt x="72" y="48"/>
                        </a:lnTo>
                        <a:lnTo>
                          <a:pt x="66" y="54"/>
                        </a:lnTo>
                        <a:lnTo>
                          <a:pt x="60" y="66"/>
                        </a:lnTo>
                        <a:lnTo>
                          <a:pt x="54" y="72"/>
                        </a:lnTo>
                        <a:lnTo>
                          <a:pt x="42" y="72"/>
                        </a:lnTo>
                        <a:lnTo>
                          <a:pt x="18" y="48"/>
                        </a:lnTo>
                        <a:lnTo>
                          <a:pt x="6" y="48"/>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54" name="Thailand" descr="© INSCALE GmbH, 05.05.2010&#10;http://www.presentationload.com/">
                    <a:extLst>
                      <a:ext uri="{FF2B5EF4-FFF2-40B4-BE49-F238E27FC236}">
                        <a16:creationId xmlns:a16="http://schemas.microsoft.com/office/drawing/2014/main" id="{40F3C7D8-C418-A743-B536-C524868F283E}"/>
                      </a:ext>
                    </a:extLst>
                  </p:cNvPr>
                  <p:cNvSpPr>
                    <a:spLocks/>
                  </p:cNvSpPr>
                  <p:nvPr/>
                </p:nvSpPr>
                <p:spPr bwMode="gray">
                  <a:xfrm>
                    <a:off x="4390" y="2151"/>
                    <a:ext cx="157" cy="302"/>
                  </a:xfrm>
                  <a:custGeom>
                    <a:avLst/>
                    <a:gdLst>
                      <a:gd name="T0" fmla="*/ 2147483647 w 618"/>
                      <a:gd name="T1" fmla="*/ 2147483647 h 1188"/>
                      <a:gd name="T2" fmla="*/ 2147483647 w 618"/>
                      <a:gd name="T3" fmla="*/ 2147483647 h 1188"/>
                      <a:gd name="T4" fmla="*/ 2147483647 w 618"/>
                      <a:gd name="T5" fmla="*/ 2147483647 h 1188"/>
                      <a:gd name="T6" fmla="*/ 2147483647 w 618"/>
                      <a:gd name="T7" fmla="*/ 2147483647 h 1188"/>
                      <a:gd name="T8" fmla="*/ 2147483647 w 618"/>
                      <a:gd name="T9" fmla="*/ 2147483647 h 1188"/>
                      <a:gd name="T10" fmla="*/ 2147483647 w 618"/>
                      <a:gd name="T11" fmla="*/ 2147483647 h 1188"/>
                      <a:gd name="T12" fmla="*/ 2147483647 w 618"/>
                      <a:gd name="T13" fmla="*/ 2147483647 h 1188"/>
                      <a:gd name="T14" fmla="*/ 2147483647 w 618"/>
                      <a:gd name="T15" fmla="*/ 2147483647 h 1188"/>
                      <a:gd name="T16" fmla="*/ 2147483647 w 618"/>
                      <a:gd name="T17" fmla="*/ 2147483647 h 1188"/>
                      <a:gd name="T18" fmla="*/ 2147483647 w 618"/>
                      <a:gd name="T19" fmla="*/ 2147483647 h 1188"/>
                      <a:gd name="T20" fmla="*/ 2147483647 w 618"/>
                      <a:gd name="T21" fmla="*/ 2147483647 h 1188"/>
                      <a:gd name="T22" fmla="*/ 2147483647 w 618"/>
                      <a:gd name="T23" fmla="*/ 2147483647 h 1188"/>
                      <a:gd name="T24" fmla="*/ 2147483647 w 618"/>
                      <a:gd name="T25" fmla="*/ 0 h 1188"/>
                      <a:gd name="T26" fmla="*/ 2147483647 w 618"/>
                      <a:gd name="T27" fmla="*/ 2147483647 h 1188"/>
                      <a:gd name="T28" fmla="*/ 2147483647 w 618"/>
                      <a:gd name="T29" fmla="*/ 2147483647 h 1188"/>
                      <a:gd name="T30" fmla="*/ 2147483647 w 618"/>
                      <a:gd name="T31" fmla="*/ 2147483647 h 1188"/>
                      <a:gd name="T32" fmla="*/ 0 w 618"/>
                      <a:gd name="T33" fmla="*/ 2147483647 h 1188"/>
                      <a:gd name="T34" fmla="*/ 2147483647 w 618"/>
                      <a:gd name="T35" fmla="*/ 2147483647 h 1188"/>
                      <a:gd name="T36" fmla="*/ 2147483647 w 618"/>
                      <a:gd name="T37" fmla="*/ 2147483647 h 1188"/>
                      <a:gd name="T38" fmla="*/ 2147483647 w 618"/>
                      <a:gd name="T39" fmla="*/ 2147483647 h 1188"/>
                      <a:gd name="T40" fmla="*/ 2147483647 w 618"/>
                      <a:gd name="T41" fmla="*/ 2147483647 h 1188"/>
                      <a:gd name="T42" fmla="*/ 2147483647 w 618"/>
                      <a:gd name="T43" fmla="*/ 2147483647 h 1188"/>
                      <a:gd name="T44" fmla="*/ 2147483647 w 618"/>
                      <a:gd name="T45" fmla="*/ 2147483647 h 1188"/>
                      <a:gd name="T46" fmla="*/ 2147483647 w 618"/>
                      <a:gd name="T47" fmla="*/ 2147483647 h 1188"/>
                      <a:gd name="T48" fmla="*/ 2147483647 w 618"/>
                      <a:gd name="T49" fmla="*/ 2147483647 h 1188"/>
                      <a:gd name="T50" fmla="*/ 2147483647 w 618"/>
                      <a:gd name="T51" fmla="*/ 2147483647 h 1188"/>
                      <a:gd name="T52" fmla="*/ 2147483647 w 618"/>
                      <a:gd name="T53" fmla="*/ 2147483647 h 1188"/>
                      <a:gd name="T54" fmla="*/ 2147483647 w 618"/>
                      <a:gd name="T55" fmla="*/ 2147483647 h 1188"/>
                      <a:gd name="T56" fmla="*/ 2147483647 w 618"/>
                      <a:gd name="T57" fmla="*/ 2147483647 h 1188"/>
                      <a:gd name="T58" fmla="*/ 2147483647 w 618"/>
                      <a:gd name="T59" fmla="*/ 2147483647 h 1188"/>
                      <a:gd name="T60" fmla="*/ 2147483647 w 618"/>
                      <a:gd name="T61" fmla="*/ 2147483647 h 1188"/>
                      <a:gd name="T62" fmla="*/ 2147483647 w 618"/>
                      <a:gd name="T63" fmla="*/ 2147483647 h 1188"/>
                      <a:gd name="T64" fmla="*/ 2147483647 w 618"/>
                      <a:gd name="T65" fmla="*/ 2147483647 h 1188"/>
                      <a:gd name="T66" fmla="*/ 2147483647 w 618"/>
                      <a:gd name="T67" fmla="*/ 2147483647 h 1188"/>
                      <a:gd name="T68" fmla="*/ 2147483647 w 618"/>
                      <a:gd name="T69" fmla="*/ 2147483647 h 1188"/>
                      <a:gd name="T70" fmla="*/ 2147483647 w 618"/>
                      <a:gd name="T71" fmla="*/ 2147483647 h 1188"/>
                      <a:gd name="T72" fmla="*/ 2147483647 w 618"/>
                      <a:gd name="T73" fmla="*/ 2147483647 h 1188"/>
                      <a:gd name="T74" fmla="*/ 2147483647 w 618"/>
                      <a:gd name="T75" fmla="*/ 2147483647 h 1188"/>
                      <a:gd name="T76" fmla="*/ 2147483647 w 618"/>
                      <a:gd name="T77" fmla="*/ 2147483647 h 1188"/>
                      <a:gd name="T78" fmla="*/ 2147483647 w 618"/>
                      <a:gd name="T79" fmla="*/ 2147483647 h 1188"/>
                      <a:gd name="T80" fmla="*/ 2147483647 w 618"/>
                      <a:gd name="T81" fmla="*/ 2147483647 h 1188"/>
                      <a:gd name="T82" fmla="*/ 2147483647 w 618"/>
                      <a:gd name="T83" fmla="*/ 2147483647 h 1188"/>
                      <a:gd name="T84" fmla="*/ 2147483647 w 618"/>
                      <a:gd name="T85" fmla="*/ 2147483647 h 1188"/>
                      <a:gd name="T86" fmla="*/ 2147483647 w 618"/>
                      <a:gd name="T87" fmla="*/ 2147483647 h 1188"/>
                      <a:gd name="T88" fmla="*/ 2147483647 w 618"/>
                      <a:gd name="T89" fmla="*/ 2147483647 h 1188"/>
                      <a:gd name="T90" fmla="*/ 2147483647 w 618"/>
                      <a:gd name="T91" fmla="*/ 2147483647 h 1188"/>
                      <a:gd name="T92" fmla="*/ 2147483647 w 618"/>
                      <a:gd name="T93" fmla="*/ 2147483647 h 1188"/>
                      <a:gd name="T94" fmla="*/ 2147483647 w 618"/>
                      <a:gd name="T95" fmla="*/ 2147483647 h 1188"/>
                      <a:gd name="T96" fmla="*/ 2147483647 w 618"/>
                      <a:gd name="T97" fmla="*/ 2147483647 h 1188"/>
                      <a:gd name="T98" fmla="*/ 2147483647 w 618"/>
                      <a:gd name="T99" fmla="*/ 2147483647 h 1188"/>
                      <a:gd name="T100" fmla="*/ 2147483647 w 618"/>
                      <a:gd name="T101" fmla="*/ 2147483647 h 1188"/>
                      <a:gd name="T102" fmla="*/ 2147483647 w 618"/>
                      <a:gd name="T103" fmla="*/ 2147483647 h 1188"/>
                      <a:gd name="T104" fmla="*/ 2147483647 w 618"/>
                      <a:gd name="T105" fmla="*/ 2147483647 h 1188"/>
                      <a:gd name="T106" fmla="*/ 2147483647 w 618"/>
                      <a:gd name="T107" fmla="*/ 2147483647 h 1188"/>
                      <a:gd name="T108" fmla="*/ 2147483647 w 618"/>
                      <a:gd name="T109" fmla="*/ 2147483647 h 1188"/>
                      <a:gd name="T110" fmla="*/ 2147483647 w 618"/>
                      <a:gd name="T111" fmla="*/ 2147483647 h 1188"/>
                      <a:gd name="T112" fmla="*/ 2147483647 w 618"/>
                      <a:gd name="T113" fmla="*/ 2147483647 h 1188"/>
                      <a:gd name="T114" fmla="*/ 2147483647 w 618"/>
                      <a:gd name="T115" fmla="*/ 2147483647 h 1188"/>
                      <a:gd name="T116" fmla="*/ 2147483647 w 618"/>
                      <a:gd name="T117" fmla="*/ 2147483647 h 118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618"/>
                      <a:gd name="T178" fmla="*/ 0 h 1188"/>
                      <a:gd name="T179" fmla="*/ 618 w 618"/>
                      <a:gd name="T180" fmla="*/ 1188 h 118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618" h="1188">
                        <a:moveTo>
                          <a:pt x="588" y="426"/>
                        </a:moveTo>
                        <a:lnTo>
                          <a:pt x="588" y="420"/>
                        </a:lnTo>
                        <a:lnTo>
                          <a:pt x="594" y="414"/>
                        </a:lnTo>
                        <a:lnTo>
                          <a:pt x="606" y="390"/>
                        </a:lnTo>
                        <a:lnTo>
                          <a:pt x="594" y="378"/>
                        </a:lnTo>
                        <a:lnTo>
                          <a:pt x="594" y="372"/>
                        </a:lnTo>
                        <a:lnTo>
                          <a:pt x="588" y="378"/>
                        </a:lnTo>
                        <a:lnTo>
                          <a:pt x="588" y="366"/>
                        </a:lnTo>
                        <a:lnTo>
                          <a:pt x="582" y="360"/>
                        </a:lnTo>
                        <a:lnTo>
                          <a:pt x="582" y="354"/>
                        </a:lnTo>
                        <a:lnTo>
                          <a:pt x="546" y="318"/>
                        </a:lnTo>
                        <a:lnTo>
                          <a:pt x="534" y="294"/>
                        </a:lnTo>
                        <a:lnTo>
                          <a:pt x="534" y="282"/>
                        </a:lnTo>
                        <a:lnTo>
                          <a:pt x="528" y="240"/>
                        </a:lnTo>
                        <a:lnTo>
                          <a:pt x="510" y="222"/>
                        </a:lnTo>
                        <a:lnTo>
                          <a:pt x="498" y="216"/>
                        </a:lnTo>
                        <a:lnTo>
                          <a:pt x="480" y="204"/>
                        </a:lnTo>
                        <a:lnTo>
                          <a:pt x="468" y="192"/>
                        </a:lnTo>
                        <a:lnTo>
                          <a:pt x="468" y="180"/>
                        </a:lnTo>
                        <a:lnTo>
                          <a:pt x="462" y="174"/>
                        </a:lnTo>
                        <a:lnTo>
                          <a:pt x="438" y="174"/>
                        </a:lnTo>
                        <a:lnTo>
                          <a:pt x="426" y="168"/>
                        </a:lnTo>
                        <a:lnTo>
                          <a:pt x="420" y="162"/>
                        </a:lnTo>
                        <a:lnTo>
                          <a:pt x="402" y="162"/>
                        </a:lnTo>
                        <a:lnTo>
                          <a:pt x="396" y="168"/>
                        </a:lnTo>
                        <a:lnTo>
                          <a:pt x="396" y="180"/>
                        </a:lnTo>
                        <a:lnTo>
                          <a:pt x="378" y="198"/>
                        </a:lnTo>
                        <a:lnTo>
                          <a:pt x="360" y="198"/>
                        </a:lnTo>
                        <a:lnTo>
                          <a:pt x="336" y="186"/>
                        </a:lnTo>
                        <a:lnTo>
                          <a:pt x="330" y="180"/>
                        </a:lnTo>
                        <a:lnTo>
                          <a:pt x="318" y="180"/>
                        </a:lnTo>
                        <a:lnTo>
                          <a:pt x="312" y="186"/>
                        </a:lnTo>
                        <a:lnTo>
                          <a:pt x="306" y="198"/>
                        </a:lnTo>
                        <a:lnTo>
                          <a:pt x="294" y="210"/>
                        </a:lnTo>
                        <a:lnTo>
                          <a:pt x="294" y="216"/>
                        </a:lnTo>
                        <a:lnTo>
                          <a:pt x="288" y="222"/>
                        </a:lnTo>
                        <a:lnTo>
                          <a:pt x="264" y="234"/>
                        </a:lnTo>
                        <a:lnTo>
                          <a:pt x="246" y="234"/>
                        </a:lnTo>
                        <a:lnTo>
                          <a:pt x="246" y="222"/>
                        </a:lnTo>
                        <a:lnTo>
                          <a:pt x="270" y="174"/>
                        </a:lnTo>
                        <a:lnTo>
                          <a:pt x="270" y="162"/>
                        </a:lnTo>
                        <a:lnTo>
                          <a:pt x="264" y="156"/>
                        </a:lnTo>
                        <a:lnTo>
                          <a:pt x="252" y="156"/>
                        </a:lnTo>
                        <a:lnTo>
                          <a:pt x="264" y="144"/>
                        </a:lnTo>
                        <a:lnTo>
                          <a:pt x="270" y="132"/>
                        </a:lnTo>
                        <a:lnTo>
                          <a:pt x="270" y="120"/>
                        </a:lnTo>
                        <a:lnTo>
                          <a:pt x="264" y="108"/>
                        </a:lnTo>
                        <a:lnTo>
                          <a:pt x="258" y="102"/>
                        </a:lnTo>
                        <a:lnTo>
                          <a:pt x="264" y="96"/>
                        </a:lnTo>
                        <a:lnTo>
                          <a:pt x="264" y="66"/>
                        </a:lnTo>
                        <a:lnTo>
                          <a:pt x="252" y="60"/>
                        </a:lnTo>
                        <a:lnTo>
                          <a:pt x="246" y="60"/>
                        </a:lnTo>
                        <a:lnTo>
                          <a:pt x="240" y="66"/>
                        </a:lnTo>
                        <a:lnTo>
                          <a:pt x="228" y="66"/>
                        </a:lnTo>
                        <a:lnTo>
                          <a:pt x="228" y="78"/>
                        </a:lnTo>
                        <a:lnTo>
                          <a:pt x="210" y="78"/>
                        </a:lnTo>
                        <a:lnTo>
                          <a:pt x="204" y="72"/>
                        </a:lnTo>
                        <a:lnTo>
                          <a:pt x="198" y="60"/>
                        </a:lnTo>
                        <a:lnTo>
                          <a:pt x="198" y="36"/>
                        </a:lnTo>
                        <a:lnTo>
                          <a:pt x="204" y="30"/>
                        </a:lnTo>
                        <a:lnTo>
                          <a:pt x="204" y="18"/>
                        </a:lnTo>
                        <a:lnTo>
                          <a:pt x="198" y="12"/>
                        </a:lnTo>
                        <a:lnTo>
                          <a:pt x="186" y="12"/>
                        </a:lnTo>
                        <a:lnTo>
                          <a:pt x="174" y="6"/>
                        </a:lnTo>
                        <a:lnTo>
                          <a:pt x="168" y="0"/>
                        </a:lnTo>
                        <a:lnTo>
                          <a:pt x="138" y="0"/>
                        </a:lnTo>
                        <a:lnTo>
                          <a:pt x="132" y="6"/>
                        </a:lnTo>
                        <a:lnTo>
                          <a:pt x="126" y="6"/>
                        </a:lnTo>
                        <a:lnTo>
                          <a:pt x="120" y="30"/>
                        </a:lnTo>
                        <a:lnTo>
                          <a:pt x="96" y="30"/>
                        </a:lnTo>
                        <a:lnTo>
                          <a:pt x="96" y="36"/>
                        </a:lnTo>
                        <a:lnTo>
                          <a:pt x="90" y="42"/>
                        </a:lnTo>
                        <a:lnTo>
                          <a:pt x="84" y="54"/>
                        </a:lnTo>
                        <a:lnTo>
                          <a:pt x="78" y="60"/>
                        </a:lnTo>
                        <a:lnTo>
                          <a:pt x="66" y="60"/>
                        </a:lnTo>
                        <a:lnTo>
                          <a:pt x="54" y="54"/>
                        </a:lnTo>
                        <a:lnTo>
                          <a:pt x="24" y="54"/>
                        </a:lnTo>
                        <a:lnTo>
                          <a:pt x="24" y="102"/>
                        </a:lnTo>
                        <a:lnTo>
                          <a:pt x="18" y="108"/>
                        </a:lnTo>
                        <a:lnTo>
                          <a:pt x="12" y="108"/>
                        </a:lnTo>
                        <a:lnTo>
                          <a:pt x="6" y="114"/>
                        </a:lnTo>
                        <a:lnTo>
                          <a:pt x="6" y="120"/>
                        </a:lnTo>
                        <a:lnTo>
                          <a:pt x="24" y="138"/>
                        </a:lnTo>
                        <a:lnTo>
                          <a:pt x="24" y="156"/>
                        </a:lnTo>
                        <a:lnTo>
                          <a:pt x="0" y="156"/>
                        </a:lnTo>
                        <a:lnTo>
                          <a:pt x="0" y="162"/>
                        </a:lnTo>
                        <a:lnTo>
                          <a:pt x="24" y="186"/>
                        </a:lnTo>
                        <a:lnTo>
                          <a:pt x="36" y="192"/>
                        </a:lnTo>
                        <a:lnTo>
                          <a:pt x="30" y="216"/>
                        </a:lnTo>
                        <a:lnTo>
                          <a:pt x="36" y="216"/>
                        </a:lnTo>
                        <a:lnTo>
                          <a:pt x="36" y="222"/>
                        </a:lnTo>
                        <a:lnTo>
                          <a:pt x="42" y="234"/>
                        </a:lnTo>
                        <a:lnTo>
                          <a:pt x="60" y="252"/>
                        </a:lnTo>
                        <a:lnTo>
                          <a:pt x="72" y="258"/>
                        </a:lnTo>
                        <a:lnTo>
                          <a:pt x="84" y="270"/>
                        </a:lnTo>
                        <a:lnTo>
                          <a:pt x="96" y="276"/>
                        </a:lnTo>
                        <a:lnTo>
                          <a:pt x="102" y="282"/>
                        </a:lnTo>
                        <a:lnTo>
                          <a:pt x="102" y="288"/>
                        </a:lnTo>
                        <a:lnTo>
                          <a:pt x="96" y="288"/>
                        </a:lnTo>
                        <a:lnTo>
                          <a:pt x="96" y="306"/>
                        </a:lnTo>
                        <a:lnTo>
                          <a:pt x="102" y="318"/>
                        </a:lnTo>
                        <a:lnTo>
                          <a:pt x="108" y="324"/>
                        </a:lnTo>
                        <a:lnTo>
                          <a:pt x="114" y="324"/>
                        </a:lnTo>
                        <a:lnTo>
                          <a:pt x="120" y="318"/>
                        </a:lnTo>
                        <a:lnTo>
                          <a:pt x="126" y="324"/>
                        </a:lnTo>
                        <a:lnTo>
                          <a:pt x="126" y="342"/>
                        </a:lnTo>
                        <a:lnTo>
                          <a:pt x="120" y="348"/>
                        </a:lnTo>
                        <a:lnTo>
                          <a:pt x="108" y="348"/>
                        </a:lnTo>
                        <a:lnTo>
                          <a:pt x="114" y="360"/>
                        </a:lnTo>
                        <a:lnTo>
                          <a:pt x="114" y="384"/>
                        </a:lnTo>
                        <a:lnTo>
                          <a:pt x="108" y="396"/>
                        </a:lnTo>
                        <a:lnTo>
                          <a:pt x="102" y="402"/>
                        </a:lnTo>
                        <a:lnTo>
                          <a:pt x="84" y="438"/>
                        </a:lnTo>
                        <a:lnTo>
                          <a:pt x="90" y="444"/>
                        </a:lnTo>
                        <a:lnTo>
                          <a:pt x="90" y="450"/>
                        </a:lnTo>
                        <a:lnTo>
                          <a:pt x="96" y="456"/>
                        </a:lnTo>
                        <a:lnTo>
                          <a:pt x="102" y="468"/>
                        </a:lnTo>
                        <a:lnTo>
                          <a:pt x="108" y="474"/>
                        </a:lnTo>
                        <a:lnTo>
                          <a:pt x="114" y="486"/>
                        </a:lnTo>
                        <a:lnTo>
                          <a:pt x="156" y="528"/>
                        </a:lnTo>
                        <a:lnTo>
                          <a:pt x="162" y="540"/>
                        </a:lnTo>
                        <a:lnTo>
                          <a:pt x="162" y="570"/>
                        </a:lnTo>
                        <a:lnTo>
                          <a:pt x="168" y="588"/>
                        </a:lnTo>
                        <a:lnTo>
                          <a:pt x="168" y="612"/>
                        </a:lnTo>
                        <a:lnTo>
                          <a:pt x="192" y="636"/>
                        </a:lnTo>
                        <a:lnTo>
                          <a:pt x="192" y="660"/>
                        </a:lnTo>
                        <a:lnTo>
                          <a:pt x="198" y="672"/>
                        </a:lnTo>
                        <a:lnTo>
                          <a:pt x="198" y="702"/>
                        </a:lnTo>
                        <a:lnTo>
                          <a:pt x="192" y="714"/>
                        </a:lnTo>
                        <a:lnTo>
                          <a:pt x="192" y="732"/>
                        </a:lnTo>
                        <a:lnTo>
                          <a:pt x="174" y="768"/>
                        </a:lnTo>
                        <a:lnTo>
                          <a:pt x="156" y="786"/>
                        </a:lnTo>
                        <a:lnTo>
                          <a:pt x="156" y="798"/>
                        </a:lnTo>
                        <a:lnTo>
                          <a:pt x="162" y="804"/>
                        </a:lnTo>
                        <a:lnTo>
                          <a:pt x="162" y="816"/>
                        </a:lnTo>
                        <a:lnTo>
                          <a:pt x="156" y="828"/>
                        </a:lnTo>
                        <a:lnTo>
                          <a:pt x="150" y="834"/>
                        </a:lnTo>
                        <a:lnTo>
                          <a:pt x="144" y="846"/>
                        </a:lnTo>
                        <a:lnTo>
                          <a:pt x="144" y="852"/>
                        </a:lnTo>
                        <a:lnTo>
                          <a:pt x="138" y="858"/>
                        </a:lnTo>
                        <a:lnTo>
                          <a:pt x="132" y="876"/>
                        </a:lnTo>
                        <a:lnTo>
                          <a:pt x="126" y="888"/>
                        </a:lnTo>
                        <a:lnTo>
                          <a:pt x="126" y="906"/>
                        </a:lnTo>
                        <a:lnTo>
                          <a:pt x="120" y="918"/>
                        </a:lnTo>
                        <a:lnTo>
                          <a:pt x="120" y="966"/>
                        </a:lnTo>
                        <a:lnTo>
                          <a:pt x="126" y="978"/>
                        </a:lnTo>
                        <a:lnTo>
                          <a:pt x="126" y="1008"/>
                        </a:lnTo>
                        <a:lnTo>
                          <a:pt x="132" y="1014"/>
                        </a:lnTo>
                        <a:lnTo>
                          <a:pt x="132" y="1020"/>
                        </a:lnTo>
                        <a:lnTo>
                          <a:pt x="138" y="1020"/>
                        </a:lnTo>
                        <a:lnTo>
                          <a:pt x="138" y="1002"/>
                        </a:lnTo>
                        <a:lnTo>
                          <a:pt x="144" y="990"/>
                        </a:lnTo>
                        <a:lnTo>
                          <a:pt x="144" y="978"/>
                        </a:lnTo>
                        <a:lnTo>
                          <a:pt x="150" y="972"/>
                        </a:lnTo>
                        <a:lnTo>
                          <a:pt x="150" y="996"/>
                        </a:lnTo>
                        <a:lnTo>
                          <a:pt x="162" y="996"/>
                        </a:lnTo>
                        <a:lnTo>
                          <a:pt x="186" y="1020"/>
                        </a:lnTo>
                        <a:lnTo>
                          <a:pt x="192" y="1032"/>
                        </a:lnTo>
                        <a:lnTo>
                          <a:pt x="198" y="1038"/>
                        </a:lnTo>
                        <a:lnTo>
                          <a:pt x="198" y="1044"/>
                        </a:lnTo>
                        <a:lnTo>
                          <a:pt x="228" y="1074"/>
                        </a:lnTo>
                        <a:lnTo>
                          <a:pt x="228" y="1098"/>
                        </a:lnTo>
                        <a:lnTo>
                          <a:pt x="234" y="1110"/>
                        </a:lnTo>
                        <a:lnTo>
                          <a:pt x="246" y="1128"/>
                        </a:lnTo>
                        <a:lnTo>
                          <a:pt x="264" y="1146"/>
                        </a:lnTo>
                        <a:lnTo>
                          <a:pt x="270" y="1140"/>
                        </a:lnTo>
                        <a:lnTo>
                          <a:pt x="276" y="1128"/>
                        </a:lnTo>
                        <a:lnTo>
                          <a:pt x="270" y="1122"/>
                        </a:lnTo>
                        <a:lnTo>
                          <a:pt x="270" y="1110"/>
                        </a:lnTo>
                        <a:lnTo>
                          <a:pt x="276" y="1104"/>
                        </a:lnTo>
                        <a:lnTo>
                          <a:pt x="288" y="1104"/>
                        </a:lnTo>
                        <a:lnTo>
                          <a:pt x="294" y="1116"/>
                        </a:lnTo>
                        <a:lnTo>
                          <a:pt x="294" y="1122"/>
                        </a:lnTo>
                        <a:lnTo>
                          <a:pt x="312" y="1122"/>
                        </a:lnTo>
                        <a:lnTo>
                          <a:pt x="324" y="1128"/>
                        </a:lnTo>
                        <a:lnTo>
                          <a:pt x="330" y="1134"/>
                        </a:lnTo>
                        <a:lnTo>
                          <a:pt x="330" y="1146"/>
                        </a:lnTo>
                        <a:lnTo>
                          <a:pt x="342" y="1146"/>
                        </a:lnTo>
                        <a:lnTo>
                          <a:pt x="342" y="1158"/>
                        </a:lnTo>
                        <a:lnTo>
                          <a:pt x="330" y="1170"/>
                        </a:lnTo>
                        <a:lnTo>
                          <a:pt x="330" y="1176"/>
                        </a:lnTo>
                        <a:lnTo>
                          <a:pt x="336" y="1182"/>
                        </a:lnTo>
                        <a:lnTo>
                          <a:pt x="354" y="1182"/>
                        </a:lnTo>
                        <a:lnTo>
                          <a:pt x="354" y="1176"/>
                        </a:lnTo>
                        <a:lnTo>
                          <a:pt x="366" y="1176"/>
                        </a:lnTo>
                        <a:lnTo>
                          <a:pt x="372" y="1170"/>
                        </a:lnTo>
                        <a:lnTo>
                          <a:pt x="378" y="1170"/>
                        </a:lnTo>
                        <a:lnTo>
                          <a:pt x="396" y="1188"/>
                        </a:lnTo>
                        <a:lnTo>
                          <a:pt x="402" y="1182"/>
                        </a:lnTo>
                        <a:lnTo>
                          <a:pt x="402" y="1176"/>
                        </a:lnTo>
                        <a:lnTo>
                          <a:pt x="408" y="1164"/>
                        </a:lnTo>
                        <a:lnTo>
                          <a:pt x="414" y="1158"/>
                        </a:lnTo>
                        <a:lnTo>
                          <a:pt x="420" y="1146"/>
                        </a:lnTo>
                        <a:lnTo>
                          <a:pt x="396" y="1134"/>
                        </a:lnTo>
                        <a:lnTo>
                          <a:pt x="390" y="1128"/>
                        </a:lnTo>
                        <a:lnTo>
                          <a:pt x="390" y="1116"/>
                        </a:lnTo>
                        <a:lnTo>
                          <a:pt x="384" y="1104"/>
                        </a:lnTo>
                        <a:lnTo>
                          <a:pt x="384" y="1092"/>
                        </a:lnTo>
                        <a:lnTo>
                          <a:pt x="378" y="1080"/>
                        </a:lnTo>
                        <a:lnTo>
                          <a:pt x="372" y="1074"/>
                        </a:lnTo>
                        <a:lnTo>
                          <a:pt x="354" y="1074"/>
                        </a:lnTo>
                        <a:lnTo>
                          <a:pt x="342" y="1080"/>
                        </a:lnTo>
                        <a:lnTo>
                          <a:pt x="336" y="1086"/>
                        </a:lnTo>
                        <a:lnTo>
                          <a:pt x="318" y="1086"/>
                        </a:lnTo>
                        <a:lnTo>
                          <a:pt x="312" y="1080"/>
                        </a:lnTo>
                        <a:lnTo>
                          <a:pt x="306" y="1068"/>
                        </a:lnTo>
                        <a:lnTo>
                          <a:pt x="306" y="1056"/>
                        </a:lnTo>
                        <a:lnTo>
                          <a:pt x="294" y="1032"/>
                        </a:lnTo>
                        <a:lnTo>
                          <a:pt x="288" y="1032"/>
                        </a:lnTo>
                        <a:lnTo>
                          <a:pt x="288" y="1050"/>
                        </a:lnTo>
                        <a:lnTo>
                          <a:pt x="282" y="1056"/>
                        </a:lnTo>
                        <a:lnTo>
                          <a:pt x="276" y="1056"/>
                        </a:lnTo>
                        <a:lnTo>
                          <a:pt x="270" y="1044"/>
                        </a:lnTo>
                        <a:lnTo>
                          <a:pt x="264" y="1038"/>
                        </a:lnTo>
                        <a:lnTo>
                          <a:pt x="258" y="1026"/>
                        </a:lnTo>
                        <a:lnTo>
                          <a:pt x="258" y="1014"/>
                        </a:lnTo>
                        <a:lnTo>
                          <a:pt x="270" y="1002"/>
                        </a:lnTo>
                        <a:lnTo>
                          <a:pt x="270" y="1008"/>
                        </a:lnTo>
                        <a:lnTo>
                          <a:pt x="276" y="1008"/>
                        </a:lnTo>
                        <a:lnTo>
                          <a:pt x="276" y="1014"/>
                        </a:lnTo>
                        <a:lnTo>
                          <a:pt x="282" y="1014"/>
                        </a:lnTo>
                        <a:lnTo>
                          <a:pt x="288" y="1008"/>
                        </a:lnTo>
                        <a:lnTo>
                          <a:pt x="282" y="1002"/>
                        </a:lnTo>
                        <a:lnTo>
                          <a:pt x="282" y="990"/>
                        </a:lnTo>
                        <a:lnTo>
                          <a:pt x="276" y="978"/>
                        </a:lnTo>
                        <a:lnTo>
                          <a:pt x="270" y="972"/>
                        </a:lnTo>
                        <a:lnTo>
                          <a:pt x="270" y="960"/>
                        </a:lnTo>
                        <a:lnTo>
                          <a:pt x="258" y="948"/>
                        </a:lnTo>
                        <a:lnTo>
                          <a:pt x="246" y="948"/>
                        </a:lnTo>
                        <a:lnTo>
                          <a:pt x="246" y="894"/>
                        </a:lnTo>
                        <a:lnTo>
                          <a:pt x="192" y="906"/>
                        </a:lnTo>
                        <a:lnTo>
                          <a:pt x="192" y="864"/>
                        </a:lnTo>
                        <a:lnTo>
                          <a:pt x="186" y="828"/>
                        </a:lnTo>
                        <a:lnTo>
                          <a:pt x="186" y="804"/>
                        </a:lnTo>
                        <a:lnTo>
                          <a:pt x="180" y="792"/>
                        </a:lnTo>
                        <a:lnTo>
                          <a:pt x="174" y="786"/>
                        </a:lnTo>
                        <a:lnTo>
                          <a:pt x="180" y="786"/>
                        </a:lnTo>
                        <a:lnTo>
                          <a:pt x="192" y="774"/>
                        </a:lnTo>
                        <a:lnTo>
                          <a:pt x="198" y="762"/>
                        </a:lnTo>
                        <a:lnTo>
                          <a:pt x="204" y="744"/>
                        </a:lnTo>
                        <a:lnTo>
                          <a:pt x="204" y="678"/>
                        </a:lnTo>
                        <a:lnTo>
                          <a:pt x="210" y="678"/>
                        </a:lnTo>
                        <a:lnTo>
                          <a:pt x="216" y="672"/>
                        </a:lnTo>
                        <a:lnTo>
                          <a:pt x="222" y="660"/>
                        </a:lnTo>
                        <a:lnTo>
                          <a:pt x="228" y="654"/>
                        </a:lnTo>
                        <a:lnTo>
                          <a:pt x="228" y="612"/>
                        </a:lnTo>
                        <a:lnTo>
                          <a:pt x="222" y="600"/>
                        </a:lnTo>
                        <a:lnTo>
                          <a:pt x="222" y="594"/>
                        </a:lnTo>
                        <a:lnTo>
                          <a:pt x="216" y="588"/>
                        </a:lnTo>
                        <a:lnTo>
                          <a:pt x="222" y="558"/>
                        </a:lnTo>
                        <a:lnTo>
                          <a:pt x="234" y="558"/>
                        </a:lnTo>
                        <a:lnTo>
                          <a:pt x="234" y="552"/>
                        </a:lnTo>
                        <a:lnTo>
                          <a:pt x="240" y="546"/>
                        </a:lnTo>
                        <a:lnTo>
                          <a:pt x="264" y="546"/>
                        </a:lnTo>
                        <a:lnTo>
                          <a:pt x="270" y="552"/>
                        </a:lnTo>
                        <a:lnTo>
                          <a:pt x="294" y="564"/>
                        </a:lnTo>
                        <a:lnTo>
                          <a:pt x="300" y="570"/>
                        </a:lnTo>
                        <a:lnTo>
                          <a:pt x="288" y="576"/>
                        </a:lnTo>
                        <a:lnTo>
                          <a:pt x="288" y="588"/>
                        </a:lnTo>
                        <a:lnTo>
                          <a:pt x="282" y="594"/>
                        </a:lnTo>
                        <a:lnTo>
                          <a:pt x="282" y="612"/>
                        </a:lnTo>
                        <a:lnTo>
                          <a:pt x="288" y="624"/>
                        </a:lnTo>
                        <a:lnTo>
                          <a:pt x="306" y="624"/>
                        </a:lnTo>
                        <a:lnTo>
                          <a:pt x="330" y="612"/>
                        </a:lnTo>
                        <a:lnTo>
                          <a:pt x="342" y="612"/>
                        </a:lnTo>
                        <a:lnTo>
                          <a:pt x="354" y="606"/>
                        </a:lnTo>
                        <a:lnTo>
                          <a:pt x="360" y="600"/>
                        </a:lnTo>
                        <a:lnTo>
                          <a:pt x="366" y="600"/>
                        </a:lnTo>
                        <a:lnTo>
                          <a:pt x="396" y="684"/>
                        </a:lnTo>
                        <a:lnTo>
                          <a:pt x="402" y="678"/>
                        </a:lnTo>
                        <a:lnTo>
                          <a:pt x="414" y="672"/>
                        </a:lnTo>
                        <a:lnTo>
                          <a:pt x="426" y="672"/>
                        </a:lnTo>
                        <a:lnTo>
                          <a:pt x="426" y="642"/>
                        </a:lnTo>
                        <a:lnTo>
                          <a:pt x="414" y="630"/>
                        </a:lnTo>
                        <a:lnTo>
                          <a:pt x="414" y="600"/>
                        </a:lnTo>
                        <a:lnTo>
                          <a:pt x="402" y="588"/>
                        </a:lnTo>
                        <a:lnTo>
                          <a:pt x="396" y="552"/>
                        </a:lnTo>
                        <a:lnTo>
                          <a:pt x="426" y="522"/>
                        </a:lnTo>
                        <a:lnTo>
                          <a:pt x="426" y="516"/>
                        </a:lnTo>
                        <a:lnTo>
                          <a:pt x="432" y="504"/>
                        </a:lnTo>
                        <a:lnTo>
                          <a:pt x="438" y="498"/>
                        </a:lnTo>
                        <a:lnTo>
                          <a:pt x="450" y="492"/>
                        </a:lnTo>
                        <a:lnTo>
                          <a:pt x="468" y="486"/>
                        </a:lnTo>
                        <a:lnTo>
                          <a:pt x="504" y="486"/>
                        </a:lnTo>
                        <a:lnTo>
                          <a:pt x="510" y="492"/>
                        </a:lnTo>
                        <a:lnTo>
                          <a:pt x="522" y="492"/>
                        </a:lnTo>
                        <a:lnTo>
                          <a:pt x="534" y="486"/>
                        </a:lnTo>
                        <a:lnTo>
                          <a:pt x="564" y="486"/>
                        </a:lnTo>
                        <a:lnTo>
                          <a:pt x="576" y="492"/>
                        </a:lnTo>
                        <a:lnTo>
                          <a:pt x="582" y="498"/>
                        </a:lnTo>
                        <a:lnTo>
                          <a:pt x="588" y="498"/>
                        </a:lnTo>
                        <a:lnTo>
                          <a:pt x="594" y="492"/>
                        </a:lnTo>
                        <a:lnTo>
                          <a:pt x="600" y="480"/>
                        </a:lnTo>
                        <a:lnTo>
                          <a:pt x="618" y="462"/>
                        </a:lnTo>
                        <a:lnTo>
                          <a:pt x="618" y="450"/>
                        </a:lnTo>
                        <a:lnTo>
                          <a:pt x="612" y="444"/>
                        </a:lnTo>
                        <a:lnTo>
                          <a:pt x="600" y="438"/>
                        </a:lnTo>
                        <a:lnTo>
                          <a:pt x="588" y="426"/>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55" name="Taiwan" descr="© INSCALE GmbH, 05.05.2010&#10;http://www.presentationload.com/">
                    <a:extLst>
                      <a:ext uri="{FF2B5EF4-FFF2-40B4-BE49-F238E27FC236}">
                        <a16:creationId xmlns:a16="http://schemas.microsoft.com/office/drawing/2014/main" id="{EDA3AAC0-D150-636A-88D4-9E1FB9C073EA}"/>
                      </a:ext>
                    </a:extLst>
                  </p:cNvPr>
                  <p:cNvSpPr>
                    <a:spLocks/>
                  </p:cNvSpPr>
                  <p:nvPr/>
                </p:nvSpPr>
                <p:spPr bwMode="gray">
                  <a:xfrm>
                    <a:off x="4773" y="2051"/>
                    <a:ext cx="31" cy="68"/>
                  </a:xfrm>
                  <a:custGeom>
                    <a:avLst/>
                    <a:gdLst>
                      <a:gd name="T0" fmla="*/ 2147483647 w 120"/>
                      <a:gd name="T1" fmla="*/ 2147483647 h 270"/>
                      <a:gd name="T2" fmla="*/ 2147483647 w 120"/>
                      <a:gd name="T3" fmla="*/ 2147483647 h 270"/>
                      <a:gd name="T4" fmla="*/ 2147483647 w 120"/>
                      <a:gd name="T5" fmla="*/ 2147483647 h 270"/>
                      <a:gd name="T6" fmla="*/ 2147483647 w 120"/>
                      <a:gd name="T7" fmla="*/ 2147483647 h 270"/>
                      <a:gd name="T8" fmla="*/ 2147483647 w 120"/>
                      <a:gd name="T9" fmla="*/ 2147483647 h 270"/>
                      <a:gd name="T10" fmla="*/ 2147483647 w 120"/>
                      <a:gd name="T11" fmla="*/ 2147483647 h 270"/>
                      <a:gd name="T12" fmla="*/ 2147483647 w 120"/>
                      <a:gd name="T13" fmla="*/ 2147483647 h 270"/>
                      <a:gd name="T14" fmla="*/ 2147483647 w 120"/>
                      <a:gd name="T15" fmla="*/ 2147483647 h 270"/>
                      <a:gd name="T16" fmla="*/ 2147483647 w 120"/>
                      <a:gd name="T17" fmla="*/ 2147483647 h 270"/>
                      <a:gd name="T18" fmla="*/ 2147483647 w 120"/>
                      <a:gd name="T19" fmla="*/ 2147483647 h 270"/>
                      <a:gd name="T20" fmla="*/ 2147483647 w 120"/>
                      <a:gd name="T21" fmla="*/ 0 h 270"/>
                      <a:gd name="T22" fmla="*/ 2147483647 w 120"/>
                      <a:gd name="T23" fmla="*/ 2147483647 h 270"/>
                      <a:gd name="T24" fmla="*/ 2147483647 w 120"/>
                      <a:gd name="T25" fmla="*/ 2147483647 h 270"/>
                      <a:gd name="T26" fmla="*/ 2147483647 w 120"/>
                      <a:gd name="T27" fmla="*/ 2147483647 h 270"/>
                      <a:gd name="T28" fmla="*/ 2147483647 w 120"/>
                      <a:gd name="T29" fmla="*/ 2147483647 h 270"/>
                      <a:gd name="T30" fmla="*/ 0 w 120"/>
                      <a:gd name="T31" fmla="*/ 2147483647 h 270"/>
                      <a:gd name="T32" fmla="*/ 0 w 120"/>
                      <a:gd name="T33" fmla="*/ 2147483647 h 270"/>
                      <a:gd name="T34" fmla="*/ 2147483647 w 120"/>
                      <a:gd name="T35" fmla="*/ 2147483647 h 270"/>
                      <a:gd name="T36" fmla="*/ 2147483647 w 120"/>
                      <a:gd name="T37" fmla="*/ 2147483647 h 270"/>
                      <a:gd name="T38" fmla="*/ 2147483647 w 120"/>
                      <a:gd name="T39" fmla="*/ 2147483647 h 270"/>
                      <a:gd name="T40" fmla="*/ 2147483647 w 120"/>
                      <a:gd name="T41" fmla="*/ 2147483647 h 270"/>
                      <a:gd name="T42" fmla="*/ 2147483647 w 120"/>
                      <a:gd name="T43" fmla="*/ 2147483647 h 270"/>
                      <a:gd name="T44" fmla="*/ 2147483647 w 120"/>
                      <a:gd name="T45" fmla="*/ 2147483647 h 270"/>
                      <a:gd name="T46" fmla="*/ 2147483647 w 120"/>
                      <a:gd name="T47" fmla="*/ 2147483647 h 270"/>
                      <a:gd name="T48" fmla="*/ 2147483647 w 120"/>
                      <a:gd name="T49" fmla="*/ 2147483647 h 270"/>
                      <a:gd name="T50" fmla="*/ 2147483647 w 120"/>
                      <a:gd name="T51" fmla="*/ 2147483647 h 27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20"/>
                      <a:gd name="T79" fmla="*/ 0 h 270"/>
                      <a:gd name="T80" fmla="*/ 120 w 120"/>
                      <a:gd name="T81" fmla="*/ 270 h 27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20" h="270">
                        <a:moveTo>
                          <a:pt x="84" y="270"/>
                        </a:moveTo>
                        <a:lnTo>
                          <a:pt x="84" y="222"/>
                        </a:lnTo>
                        <a:lnTo>
                          <a:pt x="90" y="216"/>
                        </a:lnTo>
                        <a:lnTo>
                          <a:pt x="102" y="192"/>
                        </a:lnTo>
                        <a:lnTo>
                          <a:pt x="102" y="102"/>
                        </a:lnTo>
                        <a:lnTo>
                          <a:pt x="108" y="96"/>
                        </a:lnTo>
                        <a:lnTo>
                          <a:pt x="114" y="84"/>
                        </a:lnTo>
                        <a:lnTo>
                          <a:pt x="114" y="54"/>
                        </a:lnTo>
                        <a:lnTo>
                          <a:pt x="120" y="36"/>
                        </a:lnTo>
                        <a:lnTo>
                          <a:pt x="120" y="24"/>
                        </a:lnTo>
                        <a:lnTo>
                          <a:pt x="72" y="0"/>
                        </a:lnTo>
                        <a:lnTo>
                          <a:pt x="48" y="30"/>
                        </a:lnTo>
                        <a:lnTo>
                          <a:pt x="42" y="42"/>
                        </a:lnTo>
                        <a:lnTo>
                          <a:pt x="30" y="78"/>
                        </a:lnTo>
                        <a:lnTo>
                          <a:pt x="12" y="114"/>
                        </a:lnTo>
                        <a:lnTo>
                          <a:pt x="0" y="150"/>
                        </a:lnTo>
                        <a:lnTo>
                          <a:pt x="0" y="168"/>
                        </a:lnTo>
                        <a:lnTo>
                          <a:pt x="6" y="180"/>
                        </a:lnTo>
                        <a:lnTo>
                          <a:pt x="18" y="192"/>
                        </a:lnTo>
                        <a:lnTo>
                          <a:pt x="24" y="204"/>
                        </a:lnTo>
                        <a:lnTo>
                          <a:pt x="36" y="210"/>
                        </a:lnTo>
                        <a:lnTo>
                          <a:pt x="42" y="222"/>
                        </a:lnTo>
                        <a:lnTo>
                          <a:pt x="42" y="228"/>
                        </a:lnTo>
                        <a:lnTo>
                          <a:pt x="48" y="234"/>
                        </a:lnTo>
                        <a:lnTo>
                          <a:pt x="60" y="258"/>
                        </a:lnTo>
                        <a:lnTo>
                          <a:pt x="84" y="27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56" name="Solomon Islands" descr="© INSCALE GmbH, 05.05.2010&#10;http://www.presentationload.com/">
                    <a:extLst>
                      <a:ext uri="{FF2B5EF4-FFF2-40B4-BE49-F238E27FC236}">
                        <a16:creationId xmlns:a16="http://schemas.microsoft.com/office/drawing/2014/main" id="{FE3CB32C-0B31-DD4F-F327-BF815326BAD3}"/>
                      </a:ext>
                    </a:extLst>
                  </p:cNvPr>
                  <p:cNvSpPr>
                    <a:spLocks noEditPoints="1"/>
                  </p:cNvSpPr>
                  <p:nvPr/>
                </p:nvSpPr>
                <p:spPr bwMode="gray">
                  <a:xfrm>
                    <a:off x="5476" y="2705"/>
                    <a:ext cx="94" cy="89"/>
                  </a:xfrm>
                  <a:custGeom>
                    <a:avLst/>
                    <a:gdLst>
                      <a:gd name="T0" fmla="*/ 2147483647 w 372"/>
                      <a:gd name="T1" fmla="*/ 0 h 348"/>
                      <a:gd name="T2" fmla="*/ 2147483647 w 372"/>
                      <a:gd name="T3" fmla="*/ 2147483647 h 348"/>
                      <a:gd name="T4" fmla="*/ 0 w 372"/>
                      <a:gd name="T5" fmla="*/ 2147483647 h 348"/>
                      <a:gd name="T6" fmla="*/ 2147483647 w 372"/>
                      <a:gd name="T7" fmla="*/ 2147483647 h 348"/>
                      <a:gd name="T8" fmla="*/ 0 w 372"/>
                      <a:gd name="T9" fmla="*/ 2147483647 h 348"/>
                      <a:gd name="T10" fmla="*/ 2147483647 w 372"/>
                      <a:gd name="T11" fmla="*/ 2147483647 h 348"/>
                      <a:gd name="T12" fmla="*/ 2147483647 w 372"/>
                      <a:gd name="T13" fmla="*/ 2147483647 h 348"/>
                      <a:gd name="T14" fmla="*/ 2147483647 w 372"/>
                      <a:gd name="T15" fmla="*/ 2147483647 h 348"/>
                      <a:gd name="T16" fmla="*/ 2147483647 w 372"/>
                      <a:gd name="T17" fmla="*/ 2147483647 h 348"/>
                      <a:gd name="T18" fmla="*/ 2147483647 w 372"/>
                      <a:gd name="T19" fmla="*/ 2147483647 h 348"/>
                      <a:gd name="T20" fmla="*/ 2147483647 w 372"/>
                      <a:gd name="T21" fmla="*/ 2147483647 h 348"/>
                      <a:gd name="T22" fmla="*/ 2147483647 w 372"/>
                      <a:gd name="T23" fmla="*/ 2147483647 h 348"/>
                      <a:gd name="T24" fmla="*/ 2147483647 w 372"/>
                      <a:gd name="T25" fmla="*/ 2147483647 h 348"/>
                      <a:gd name="T26" fmla="*/ 2147483647 w 372"/>
                      <a:gd name="T27" fmla="*/ 2147483647 h 348"/>
                      <a:gd name="T28" fmla="*/ 2147483647 w 372"/>
                      <a:gd name="T29" fmla="*/ 2147483647 h 348"/>
                      <a:gd name="T30" fmla="*/ 2147483647 w 372"/>
                      <a:gd name="T31" fmla="*/ 2147483647 h 348"/>
                      <a:gd name="T32" fmla="*/ 2147483647 w 372"/>
                      <a:gd name="T33" fmla="*/ 2147483647 h 348"/>
                      <a:gd name="T34" fmla="*/ 2147483647 w 372"/>
                      <a:gd name="T35" fmla="*/ 2147483647 h 348"/>
                      <a:gd name="T36" fmla="*/ 2147483647 w 372"/>
                      <a:gd name="T37" fmla="*/ 2147483647 h 348"/>
                      <a:gd name="T38" fmla="*/ 2147483647 w 372"/>
                      <a:gd name="T39" fmla="*/ 2147483647 h 348"/>
                      <a:gd name="T40" fmla="*/ 2147483647 w 372"/>
                      <a:gd name="T41" fmla="*/ 2147483647 h 348"/>
                      <a:gd name="T42" fmla="*/ 2147483647 w 372"/>
                      <a:gd name="T43" fmla="*/ 2147483647 h 348"/>
                      <a:gd name="T44" fmla="*/ 2147483647 w 372"/>
                      <a:gd name="T45" fmla="*/ 2147483647 h 348"/>
                      <a:gd name="T46" fmla="*/ 2147483647 w 372"/>
                      <a:gd name="T47" fmla="*/ 2147483647 h 348"/>
                      <a:gd name="T48" fmla="*/ 2147483647 w 372"/>
                      <a:gd name="T49" fmla="*/ 2147483647 h 348"/>
                      <a:gd name="T50" fmla="*/ 2147483647 w 372"/>
                      <a:gd name="T51" fmla="*/ 2147483647 h 348"/>
                      <a:gd name="T52" fmla="*/ 2147483647 w 372"/>
                      <a:gd name="T53" fmla="*/ 2147483647 h 348"/>
                      <a:gd name="T54" fmla="*/ 2147483647 w 372"/>
                      <a:gd name="T55" fmla="*/ 2147483647 h 348"/>
                      <a:gd name="T56" fmla="*/ 2147483647 w 372"/>
                      <a:gd name="T57" fmla="*/ 2147483647 h 348"/>
                      <a:gd name="T58" fmla="*/ 2147483647 w 372"/>
                      <a:gd name="T59" fmla="*/ 2147483647 h 348"/>
                      <a:gd name="T60" fmla="*/ 2147483647 w 372"/>
                      <a:gd name="T61" fmla="*/ 2147483647 h 348"/>
                      <a:gd name="T62" fmla="*/ 2147483647 w 372"/>
                      <a:gd name="T63" fmla="*/ 2147483647 h 348"/>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w 372"/>
                      <a:gd name="T97" fmla="*/ 0 h 348"/>
                      <a:gd name="T98" fmla="*/ 372 w 372"/>
                      <a:gd name="T99" fmla="*/ 348 h 348"/>
                    </a:gdLst>
                    <a:ahLst/>
                    <a:cxnLst>
                      <a:cxn ang="T64">
                        <a:pos x="T0" y="T1"/>
                      </a:cxn>
                      <a:cxn ang="T65">
                        <a:pos x="T2" y="T3"/>
                      </a:cxn>
                      <a:cxn ang="T66">
                        <a:pos x="T4" y="T5"/>
                      </a:cxn>
                      <a:cxn ang="T67">
                        <a:pos x="T6" y="T7"/>
                      </a:cxn>
                      <a:cxn ang="T68">
                        <a:pos x="T8" y="T9"/>
                      </a:cxn>
                      <a:cxn ang="T69">
                        <a:pos x="T10" y="T11"/>
                      </a:cxn>
                      <a:cxn ang="T70">
                        <a:pos x="T12" y="T13"/>
                      </a:cxn>
                      <a:cxn ang="T71">
                        <a:pos x="T14" y="T15"/>
                      </a:cxn>
                      <a:cxn ang="T72">
                        <a:pos x="T16" y="T17"/>
                      </a:cxn>
                      <a:cxn ang="T73">
                        <a:pos x="T18" y="T19"/>
                      </a:cxn>
                      <a:cxn ang="T74">
                        <a:pos x="T20" y="T21"/>
                      </a:cxn>
                      <a:cxn ang="T75">
                        <a:pos x="T22" y="T23"/>
                      </a:cxn>
                      <a:cxn ang="T76">
                        <a:pos x="T24" y="T25"/>
                      </a:cxn>
                      <a:cxn ang="T77">
                        <a:pos x="T26" y="T27"/>
                      </a:cxn>
                      <a:cxn ang="T78">
                        <a:pos x="T28" y="T29"/>
                      </a:cxn>
                      <a:cxn ang="T79">
                        <a:pos x="T30" y="T31"/>
                      </a:cxn>
                      <a:cxn ang="T80">
                        <a:pos x="T32" y="T33"/>
                      </a:cxn>
                      <a:cxn ang="T81">
                        <a:pos x="T34" y="T35"/>
                      </a:cxn>
                      <a:cxn ang="T82">
                        <a:pos x="T36" y="T37"/>
                      </a:cxn>
                      <a:cxn ang="T83">
                        <a:pos x="T38" y="T39"/>
                      </a:cxn>
                      <a:cxn ang="T84">
                        <a:pos x="T40" y="T41"/>
                      </a:cxn>
                      <a:cxn ang="T85">
                        <a:pos x="T42" y="T43"/>
                      </a:cxn>
                      <a:cxn ang="T86">
                        <a:pos x="T44" y="T45"/>
                      </a:cxn>
                      <a:cxn ang="T87">
                        <a:pos x="T46" y="T47"/>
                      </a:cxn>
                      <a:cxn ang="T88">
                        <a:pos x="T48" y="T49"/>
                      </a:cxn>
                      <a:cxn ang="T89">
                        <a:pos x="T50" y="T51"/>
                      </a:cxn>
                      <a:cxn ang="T90">
                        <a:pos x="T52" y="T53"/>
                      </a:cxn>
                      <a:cxn ang="T91">
                        <a:pos x="T54" y="T55"/>
                      </a:cxn>
                      <a:cxn ang="T92">
                        <a:pos x="T56" y="T57"/>
                      </a:cxn>
                      <a:cxn ang="T93">
                        <a:pos x="T58" y="T59"/>
                      </a:cxn>
                      <a:cxn ang="T94">
                        <a:pos x="T60" y="T61"/>
                      </a:cxn>
                      <a:cxn ang="T95">
                        <a:pos x="T62" y="T63"/>
                      </a:cxn>
                    </a:cxnLst>
                    <a:rect l="T96" t="T97" r="T98" b="T99"/>
                    <a:pathLst>
                      <a:path w="372" h="348">
                        <a:moveTo>
                          <a:pt x="30" y="18"/>
                        </a:moveTo>
                        <a:lnTo>
                          <a:pt x="12" y="0"/>
                        </a:lnTo>
                        <a:lnTo>
                          <a:pt x="6" y="24"/>
                        </a:lnTo>
                        <a:lnTo>
                          <a:pt x="24" y="48"/>
                        </a:lnTo>
                        <a:lnTo>
                          <a:pt x="30" y="18"/>
                        </a:lnTo>
                        <a:close/>
                        <a:moveTo>
                          <a:pt x="0" y="126"/>
                        </a:moveTo>
                        <a:lnTo>
                          <a:pt x="18" y="132"/>
                        </a:lnTo>
                        <a:lnTo>
                          <a:pt x="36" y="102"/>
                        </a:lnTo>
                        <a:lnTo>
                          <a:pt x="0" y="102"/>
                        </a:lnTo>
                        <a:lnTo>
                          <a:pt x="0" y="126"/>
                        </a:lnTo>
                        <a:close/>
                        <a:moveTo>
                          <a:pt x="78" y="120"/>
                        </a:moveTo>
                        <a:lnTo>
                          <a:pt x="36" y="120"/>
                        </a:lnTo>
                        <a:lnTo>
                          <a:pt x="42" y="144"/>
                        </a:lnTo>
                        <a:lnTo>
                          <a:pt x="78" y="132"/>
                        </a:lnTo>
                        <a:lnTo>
                          <a:pt x="78" y="120"/>
                        </a:lnTo>
                        <a:close/>
                        <a:moveTo>
                          <a:pt x="60" y="186"/>
                        </a:moveTo>
                        <a:lnTo>
                          <a:pt x="96" y="186"/>
                        </a:lnTo>
                        <a:lnTo>
                          <a:pt x="48" y="150"/>
                        </a:lnTo>
                        <a:lnTo>
                          <a:pt x="60" y="186"/>
                        </a:lnTo>
                        <a:close/>
                        <a:moveTo>
                          <a:pt x="246" y="222"/>
                        </a:moveTo>
                        <a:lnTo>
                          <a:pt x="222" y="210"/>
                        </a:lnTo>
                        <a:lnTo>
                          <a:pt x="192" y="210"/>
                        </a:lnTo>
                        <a:lnTo>
                          <a:pt x="192" y="228"/>
                        </a:lnTo>
                        <a:lnTo>
                          <a:pt x="198" y="234"/>
                        </a:lnTo>
                        <a:lnTo>
                          <a:pt x="204" y="246"/>
                        </a:lnTo>
                        <a:lnTo>
                          <a:pt x="216" y="252"/>
                        </a:lnTo>
                        <a:lnTo>
                          <a:pt x="252" y="264"/>
                        </a:lnTo>
                        <a:lnTo>
                          <a:pt x="264" y="264"/>
                        </a:lnTo>
                        <a:lnTo>
                          <a:pt x="276" y="258"/>
                        </a:lnTo>
                        <a:lnTo>
                          <a:pt x="276" y="252"/>
                        </a:lnTo>
                        <a:lnTo>
                          <a:pt x="270" y="246"/>
                        </a:lnTo>
                        <a:lnTo>
                          <a:pt x="264" y="234"/>
                        </a:lnTo>
                        <a:lnTo>
                          <a:pt x="246" y="222"/>
                        </a:lnTo>
                        <a:close/>
                        <a:moveTo>
                          <a:pt x="312" y="288"/>
                        </a:moveTo>
                        <a:lnTo>
                          <a:pt x="360" y="348"/>
                        </a:lnTo>
                        <a:lnTo>
                          <a:pt x="372" y="318"/>
                        </a:lnTo>
                        <a:lnTo>
                          <a:pt x="312" y="288"/>
                        </a:lnTo>
                        <a:close/>
                        <a:moveTo>
                          <a:pt x="288" y="126"/>
                        </a:moveTo>
                        <a:lnTo>
                          <a:pt x="288" y="132"/>
                        </a:lnTo>
                        <a:lnTo>
                          <a:pt x="282" y="138"/>
                        </a:lnTo>
                        <a:lnTo>
                          <a:pt x="282" y="150"/>
                        </a:lnTo>
                        <a:lnTo>
                          <a:pt x="276" y="162"/>
                        </a:lnTo>
                        <a:lnTo>
                          <a:pt x="276" y="192"/>
                        </a:lnTo>
                        <a:lnTo>
                          <a:pt x="312" y="228"/>
                        </a:lnTo>
                        <a:lnTo>
                          <a:pt x="324" y="234"/>
                        </a:lnTo>
                        <a:lnTo>
                          <a:pt x="330" y="240"/>
                        </a:lnTo>
                        <a:lnTo>
                          <a:pt x="288" y="126"/>
                        </a:lnTo>
                        <a:close/>
                        <a:moveTo>
                          <a:pt x="120" y="60"/>
                        </a:moveTo>
                        <a:lnTo>
                          <a:pt x="120" y="66"/>
                        </a:lnTo>
                        <a:lnTo>
                          <a:pt x="126" y="78"/>
                        </a:lnTo>
                        <a:lnTo>
                          <a:pt x="138" y="90"/>
                        </a:lnTo>
                        <a:lnTo>
                          <a:pt x="150" y="108"/>
                        </a:lnTo>
                        <a:lnTo>
                          <a:pt x="168" y="120"/>
                        </a:lnTo>
                        <a:lnTo>
                          <a:pt x="192" y="144"/>
                        </a:lnTo>
                        <a:lnTo>
                          <a:pt x="204" y="150"/>
                        </a:lnTo>
                        <a:lnTo>
                          <a:pt x="216" y="150"/>
                        </a:lnTo>
                        <a:lnTo>
                          <a:pt x="210" y="138"/>
                        </a:lnTo>
                        <a:lnTo>
                          <a:pt x="204" y="132"/>
                        </a:lnTo>
                        <a:lnTo>
                          <a:pt x="198" y="120"/>
                        </a:lnTo>
                        <a:lnTo>
                          <a:pt x="186" y="108"/>
                        </a:lnTo>
                        <a:lnTo>
                          <a:pt x="174" y="90"/>
                        </a:lnTo>
                        <a:lnTo>
                          <a:pt x="156" y="78"/>
                        </a:lnTo>
                        <a:lnTo>
                          <a:pt x="144" y="66"/>
                        </a:lnTo>
                        <a:lnTo>
                          <a:pt x="132" y="60"/>
                        </a:lnTo>
                        <a:lnTo>
                          <a:pt x="120" y="6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57" name="Papua New Guinea" descr="© INSCALE GmbH, 05.05.2010&#10;http://www.presentationload.com/">
                    <a:extLst>
                      <a:ext uri="{FF2B5EF4-FFF2-40B4-BE49-F238E27FC236}">
                        <a16:creationId xmlns:a16="http://schemas.microsoft.com/office/drawing/2014/main" id="{A9A694FD-FB95-8DC1-045E-64F08EB7C02E}"/>
                      </a:ext>
                    </a:extLst>
                  </p:cNvPr>
                  <p:cNvSpPr>
                    <a:spLocks noEditPoints="1"/>
                  </p:cNvSpPr>
                  <p:nvPr/>
                </p:nvSpPr>
                <p:spPr bwMode="gray">
                  <a:xfrm>
                    <a:off x="5188" y="2606"/>
                    <a:ext cx="276" cy="185"/>
                  </a:xfrm>
                  <a:custGeom>
                    <a:avLst/>
                    <a:gdLst>
                      <a:gd name="T0" fmla="*/ 2147483647 w 1086"/>
                      <a:gd name="T1" fmla="*/ 2147483647 h 726"/>
                      <a:gd name="T2" fmla="*/ 2147483647 w 1086"/>
                      <a:gd name="T3" fmla="*/ 2147483647 h 726"/>
                      <a:gd name="T4" fmla="*/ 2147483647 w 1086"/>
                      <a:gd name="T5" fmla="*/ 2147483647 h 726"/>
                      <a:gd name="T6" fmla="*/ 2147483647 w 1086"/>
                      <a:gd name="T7" fmla="*/ 2147483647 h 726"/>
                      <a:gd name="T8" fmla="*/ 2147483647 w 1086"/>
                      <a:gd name="T9" fmla="*/ 2147483647 h 726"/>
                      <a:gd name="T10" fmla="*/ 2147483647 w 1086"/>
                      <a:gd name="T11" fmla="*/ 2147483647 h 726"/>
                      <a:gd name="T12" fmla="*/ 2147483647 w 1086"/>
                      <a:gd name="T13" fmla="*/ 2147483647 h 726"/>
                      <a:gd name="T14" fmla="*/ 2147483647 w 1086"/>
                      <a:gd name="T15" fmla="*/ 2147483647 h 726"/>
                      <a:gd name="T16" fmla="*/ 2147483647 w 1086"/>
                      <a:gd name="T17" fmla="*/ 2147483647 h 726"/>
                      <a:gd name="T18" fmla="*/ 2147483647 w 1086"/>
                      <a:gd name="T19" fmla="*/ 2147483647 h 726"/>
                      <a:gd name="T20" fmla="*/ 2147483647 w 1086"/>
                      <a:gd name="T21" fmla="*/ 2147483647 h 726"/>
                      <a:gd name="T22" fmla="*/ 2147483647 w 1086"/>
                      <a:gd name="T23" fmla="*/ 2147483647 h 726"/>
                      <a:gd name="T24" fmla="*/ 2147483647 w 1086"/>
                      <a:gd name="T25" fmla="*/ 2147483647 h 726"/>
                      <a:gd name="T26" fmla="*/ 2147483647 w 1086"/>
                      <a:gd name="T27" fmla="*/ 2147483647 h 726"/>
                      <a:gd name="T28" fmla="*/ 2147483647 w 1086"/>
                      <a:gd name="T29" fmla="*/ 2147483647 h 726"/>
                      <a:gd name="T30" fmla="*/ 2147483647 w 1086"/>
                      <a:gd name="T31" fmla="*/ 2147483647 h 726"/>
                      <a:gd name="T32" fmla="*/ 2147483647 w 1086"/>
                      <a:gd name="T33" fmla="*/ 2147483647 h 726"/>
                      <a:gd name="T34" fmla="*/ 2147483647 w 1086"/>
                      <a:gd name="T35" fmla="*/ 2147483647 h 726"/>
                      <a:gd name="T36" fmla="*/ 2147483647 w 1086"/>
                      <a:gd name="T37" fmla="*/ 2147483647 h 726"/>
                      <a:gd name="T38" fmla="*/ 2147483647 w 1086"/>
                      <a:gd name="T39" fmla="*/ 2147483647 h 726"/>
                      <a:gd name="T40" fmla="*/ 2147483647 w 1086"/>
                      <a:gd name="T41" fmla="*/ 2147483647 h 726"/>
                      <a:gd name="T42" fmla="*/ 2147483647 w 1086"/>
                      <a:gd name="T43" fmla="*/ 2147483647 h 726"/>
                      <a:gd name="T44" fmla="*/ 2147483647 w 1086"/>
                      <a:gd name="T45" fmla="*/ 2147483647 h 726"/>
                      <a:gd name="T46" fmla="*/ 2147483647 w 1086"/>
                      <a:gd name="T47" fmla="*/ 2147483647 h 726"/>
                      <a:gd name="T48" fmla="*/ 2147483647 w 1086"/>
                      <a:gd name="T49" fmla="*/ 2147483647 h 726"/>
                      <a:gd name="T50" fmla="*/ 2147483647 w 1086"/>
                      <a:gd name="T51" fmla="*/ 2147483647 h 726"/>
                      <a:gd name="T52" fmla="*/ 2147483647 w 1086"/>
                      <a:gd name="T53" fmla="*/ 2147483647 h 726"/>
                      <a:gd name="T54" fmla="*/ 2147483647 w 1086"/>
                      <a:gd name="T55" fmla="*/ 2147483647 h 726"/>
                      <a:gd name="T56" fmla="*/ 2147483647 w 1086"/>
                      <a:gd name="T57" fmla="*/ 2147483647 h 726"/>
                      <a:gd name="T58" fmla="*/ 2147483647 w 1086"/>
                      <a:gd name="T59" fmla="*/ 2147483647 h 726"/>
                      <a:gd name="T60" fmla="*/ 2147483647 w 1086"/>
                      <a:gd name="T61" fmla="*/ 2147483647 h 726"/>
                      <a:gd name="T62" fmla="*/ 2147483647 w 1086"/>
                      <a:gd name="T63" fmla="*/ 2147483647 h 726"/>
                      <a:gd name="T64" fmla="*/ 2147483647 w 1086"/>
                      <a:gd name="T65" fmla="*/ 2147483647 h 726"/>
                      <a:gd name="T66" fmla="*/ 2147483647 w 1086"/>
                      <a:gd name="T67" fmla="*/ 2147483647 h 726"/>
                      <a:gd name="T68" fmla="*/ 2147483647 w 1086"/>
                      <a:gd name="T69" fmla="*/ 2147483647 h 726"/>
                      <a:gd name="T70" fmla="*/ 2147483647 w 1086"/>
                      <a:gd name="T71" fmla="*/ 2147483647 h 726"/>
                      <a:gd name="T72" fmla="*/ 2147483647 w 1086"/>
                      <a:gd name="T73" fmla="*/ 2147483647 h 726"/>
                      <a:gd name="T74" fmla="*/ 2147483647 w 1086"/>
                      <a:gd name="T75" fmla="*/ 2147483647 h 726"/>
                      <a:gd name="T76" fmla="*/ 2147483647 w 1086"/>
                      <a:gd name="T77" fmla="*/ 2147483647 h 726"/>
                      <a:gd name="T78" fmla="*/ 2147483647 w 1086"/>
                      <a:gd name="T79" fmla="*/ 2147483647 h 726"/>
                      <a:gd name="T80" fmla="*/ 2147483647 w 1086"/>
                      <a:gd name="T81" fmla="*/ 2147483647 h 726"/>
                      <a:gd name="T82" fmla="*/ 2147483647 w 1086"/>
                      <a:gd name="T83" fmla="*/ 2147483647 h 726"/>
                      <a:gd name="T84" fmla="*/ 2147483647 w 1086"/>
                      <a:gd name="T85" fmla="*/ 2147483647 h 726"/>
                      <a:gd name="T86" fmla="*/ 2147483647 w 1086"/>
                      <a:gd name="T87" fmla="*/ 2147483647 h 726"/>
                      <a:gd name="T88" fmla="*/ 2147483647 w 1086"/>
                      <a:gd name="T89" fmla="*/ 2147483647 h 726"/>
                      <a:gd name="T90" fmla="*/ 2147483647 w 1086"/>
                      <a:gd name="T91" fmla="*/ 2147483647 h 726"/>
                      <a:gd name="T92" fmla="*/ 2147483647 w 1086"/>
                      <a:gd name="T93" fmla="*/ 2147483647 h 726"/>
                      <a:gd name="T94" fmla="*/ 2147483647 w 1086"/>
                      <a:gd name="T95" fmla="*/ 2147483647 h 726"/>
                      <a:gd name="T96" fmla="*/ 2147483647 w 1086"/>
                      <a:gd name="T97" fmla="*/ 2147483647 h 726"/>
                      <a:gd name="T98" fmla="*/ 2147483647 w 1086"/>
                      <a:gd name="T99" fmla="*/ 2147483647 h 726"/>
                      <a:gd name="T100" fmla="*/ 2147483647 w 1086"/>
                      <a:gd name="T101" fmla="*/ 2147483647 h 726"/>
                      <a:gd name="T102" fmla="*/ 2147483647 w 1086"/>
                      <a:gd name="T103" fmla="*/ 2147483647 h 726"/>
                      <a:gd name="T104" fmla="*/ 2147483647 w 1086"/>
                      <a:gd name="T105" fmla="*/ 2147483647 h 726"/>
                      <a:gd name="T106" fmla="*/ 2147483647 w 1086"/>
                      <a:gd name="T107" fmla="*/ 2147483647 h 726"/>
                      <a:gd name="T108" fmla="*/ 2147483647 w 1086"/>
                      <a:gd name="T109" fmla="*/ 2147483647 h 726"/>
                      <a:gd name="T110" fmla="*/ 2147483647 w 1086"/>
                      <a:gd name="T111" fmla="*/ 2147483647 h 726"/>
                      <a:gd name="T112" fmla="*/ 2147483647 w 1086"/>
                      <a:gd name="T113" fmla="*/ 2147483647 h 72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086"/>
                      <a:gd name="T172" fmla="*/ 0 h 726"/>
                      <a:gd name="T173" fmla="*/ 1086 w 1086"/>
                      <a:gd name="T174" fmla="*/ 726 h 72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086" h="726">
                        <a:moveTo>
                          <a:pt x="486" y="0"/>
                        </a:moveTo>
                        <a:lnTo>
                          <a:pt x="462" y="0"/>
                        </a:lnTo>
                        <a:lnTo>
                          <a:pt x="450" y="6"/>
                        </a:lnTo>
                        <a:lnTo>
                          <a:pt x="444" y="12"/>
                        </a:lnTo>
                        <a:lnTo>
                          <a:pt x="432" y="18"/>
                        </a:lnTo>
                        <a:lnTo>
                          <a:pt x="462" y="36"/>
                        </a:lnTo>
                        <a:lnTo>
                          <a:pt x="474" y="36"/>
                        </a:lnTo>
                        <a:lnTo>
                          <a:pt x="486" y="30"/>
                        </a:lnTo>
                        <a:lnTo>
                          <a:pt x="498" y="18"/>
                        </a:lnTo>
                        <a:lnTo>
                          <a:pt x="492" y="6"/>
                        </a:lnTo>
                        <a:lnTo>
                          <a:pt x="486" y="0"/>
                        </a:lnTo>
                        <a:close/>
                        <a:moveTo>
                          <a:pt x="756" y="216"/>
                        </a:moveTo>
                        <a:lnTo>
                          <a:pt x="750" y="222"/>
                        </a:lnTo>
                        <a:lnTo>
                          <a:pt x="750" y="228"/>
                        </a:lnTo>
                        <a:lnTo>
                          <a:pt x="756" y="234"/>
                        </a:lnTo>
                        <a:lnTo>
                          <a:pt x="768" y="240"/>
                        </a:lnTo>
                        <a:lnTo>
                          <a:pt x="774" y="246"/>
                        </a:lnTo>
                        <a:lnTo>
                          <a:pt x="774" y="264"/>
                        </a:lnTo>
                        <a:lnTo>
                          <a:pt x="702" y="300"/>
                        </a:lnTo>
                        <a:lnTo>
                          <a:pt x="666" y="300"/>
                        </a:lnTo>
                        <a:lnTo>
                          <a:pt x="630" y="312"/>
                        </a:lnTo>
                        <a:lnTo>
                          <a:pt x="594" y="330"/>
                        </a:lnTo>
                        <a:lnTo>
                          <a:pt x="588" y="336"/>
                        </a:lnTo>
                        <a:lnTo>
                          <a:pt x="570" y="336"/>
                        </a:lnTo>
                        <a:lnTo>
                          <a:pt x="564" y="342"/>
                        </a:lnTo>
                        <a:lnTo>
                          <a:pt x="588" y="378"/>
                        </a:lnTo>
                        <a:lnTo>
                          <a:pt x="684" y="378"/>
                        </a:lnTo>
                        <a:lnTo>
                          <a:pt x="702" y="366"/>
                        </a:lnTo>
                        <a:lnTo>
                          <a:pt x="738" y="366"/>
                        </a:lnTo>
                        <a:lnTo>
                          <a:pt x="750" y="360"/>
                        </a:lnTo>
                        <a:lnTo>
                          <a:pt x="774" y="336"/>
                        </a:lnTo>
                        <a:lnTo>
                          <a:pt x="774" y="330"/>
                        </a:lnTo>
                        <a:lnTo>
                          <a:pt x="804" y="324"/>
                        </a:lnTo>
                        <a:lnTo>
                          <a:pt x="798" y="300"/>
                        </a:lnTo>
                        <a:lnTo>
                          <a:pt x="822" y="300"/>
                        </a:lnTo>
                        <a:lnTo>
                          <a:pt x="822" y="288"/>
                        </a:lnTo>
                        <a:lnTo>
                          <a:pt x="828" y="258"/>
                        </a:lnTo>
                        <a:lnTo>
                          <a:pt x="828" y="228"/>
                        </a:lnTo>
                        <a:lnTo>
                          <a:pt x="822" y="198"/>
                        </a:lnTo>
                        <a:lnTo>
                          <a:pt x="816" y="192"/>
                        </a:lnTo>
                        <a:lnTo>
                          <a:pt x="804" y="186"/>
                        </a:lnTo>
                        <a:lnTo>
                          <a:pt x="792" y="192"/>
                        </a:lnTo>
                        <a:lnTo>
                          <a:pt x="786" y="198"/>
                        </a:lnTo>
                        <a:lnTo>
                          <a:pt x="762" y="210"/>
                        </a:lnTo>
                        <a:lnTo>
                          <a:pt x="756" y="216"/>
                        </a:lnTo>
                        <a:close/>
                        <a:moveTo>
                          <a:pt x="834" y="132"/>
                        </a:moveTo>
                        <a:lnTo>
                          <a:pt x="822" y="132"/>
                        </a:lnTo>
                        <a:lnTo>
                          <a:pt x="816" y="120"/>
                        </a:lnTo>
                        <a:lnTo>
                          <a:pt x="804" y="108"/>
                        </a:lnTo>
                        <a:lnTo>
                          <a:pt x="792" y="102"/>
                        </a:lnTo>
                        <a:lnTo>
                          <a:pt x="786" y="90"/>
                        </a:lnTo>
                        <a:lnTo>
                          <a:pt x="774" y="78"/>
                        </a:lnTo>
                        <a:lnTo>
                          <a:pt x="768" y="78"/>
                        </a:lnTo>
                        <a:lnTo>
                          <a:pt x="762" y="72"/>
                        </a:lnTo>
                        <a:lnTo>
                          <a:pt x="756" y="72"/>
                        </a:lnTo>
                        <a:lnTo>
                          <a:pt x="732" y="36"/>
                        </a:lnTo>
                        <a:lnTo>
                          <a:pt x="720" y="84"/>
                        </a:lnTo>
                        <a:lnTo>
                          <a:pt x="762" y="96"/>
                        </a:lnTo>
                        <a:lnTo>
                          <a:pt x="816" y="150"/>
                        </a:lnTo>
                        <a:lnTo>
                          <a:pt x="828" y="150"/>
                        </a:lnTo>
                        <a:lnTo>
                          <a:pt x="834" y="156"/>
                        </a:lnTo>
                        <a:lnTo>
                          <a:pt x="846" y="162"/>
                        </a:lnTo>
                        <a:lnTo>
                          <a:pt x="852" y="174"/>
                        </a:lnTo>
                        <a:lnTo>
                          <a:pt x="852" y="180"/>
                        </a:lnTo>
                        <a:lnTo>
                          <a:pt x="858" y="192"/>
                        </a:lnTo>
                        <a:lnTo>
                          <a:pt x="852" y="204"/>
                        </a:lnTo>
                        <a:lnTo>
                          <a:pt x="852" y="240"/>
                        </a:lnTo>
                        <a:lnTo>
                          <a:pt x="858" y="252"/>
                        </a:lnTo>
                        <a:lnTo>
                          <a:pt x="864" y="258"/>
                        </a:lnTo>
                        <a:lnTo>
                          <a:pt x="882" y="258"/>
                        </a:lnTo>
                        <a:lnTo>
                          <a:pt x="894" y="246"/>
                        </a:lnTo>
                        <a:lnTo>
                          <a:pt x="900" y="234"/>
                        </a:lnTo>
                        <a:lnTo>
                          <a:pt x="900" y="222"/>
                        </a:lnTo>
                        <a:lnTo>
                          <a:pt x="888" y="186"/>
                        </a:lnTo>
                        <a:lnTo>
                          <a:pt x="876" y="174"/>
                        </a:lnTo>
                        <a:lnTo>
                          <a:pt x="864" y="156"/>
                        </a:lnTo>
                        <a:lnTo>
                          <a:pt x="852" y="150"/>
                        </a:lnTo>
                        <a:lnTo>
                          <a:pt x="846" y="138"/>
                        </a:lnTo>
                        <a:lnTo>
                          <a:pt x="834" y="132"/>
                        </a:lnTo>
                        <a:close/>
                        <a:moveTo>
                          <a:pt x="1086" y="360"/>
                        </a:moveTo>
                        <a:lnTo>
                          <a:pt x="1020" y="294"/>
                        </a:lnTo>
                        <a:lnTo>
                          <a:pt x="1020" y="288"/>
                        </a:lnTo>
                        <a:lnTo>
                          <a:pt x="1002" y="270"/>
                        </a:lnTo>
                        <a:lnTo>
                          <a:pt x="984" y="270"/>
                        </a:lnTo>
                        <a:lnTo>
                          <a:pt x="978" y="276"/>
                        </a:lnTo>
                        <a:lnTo>
                          <a:pt x="978" y="300"/>
                        </a:lnTo>
                        <a:lnTo>
                          <a:pt x="996" y="330"/>
                        </a:lnTo>
                        <a:lnTo>
                          <a:pt x="1020" y="378"/>
                        </a:lnTo>
                        <a:lnTo>
                          <a:pt x="1086" y="438"/>
                        </a:lnTo>
                        <a:lnTo>
                          <a:pt x="1086" y="360"/>
                        </a:lnTo>
                        <a:close/>
                        <a:moveTo>
                          <a:pt x="672" y="672"/>
                        </a:moveTo>
                        <a:lnTo>
                          <a:pt x="630" y="642"/>
                        </a:lnTo>
                        <a:lnTo>
                          <a:pt x="648" y="630"/>
                        </a:lnTo>
                        <a:lnTo>
                          <a:pt x="636" y="630"/>
                        </a:lnTo>
                        <a:lnTo>
                          <a:pt x="624" y="624"/>
                        </a:lnTo>
                        <a:lnTo>
                          <a:pt x="612" y="624"/>
                        </a:lnTo>
                        <a:lnTo>
                          <a:pt x="600" y="618"/>
                        </a:lnTo>
                        <a:lnTo>
                          <a:pt x="594" y="606"/>
                        </a:lnTo>
                        <a:lnTo>
                          <a:pt x="594" y="594"/>
                        </a:lnTo>
                        <a:lnTo>
                          <a:pt x="600" y="582"/>
                        </a:lnTo>
                        <a:lnTo>
                          <a:pt x="600" y="564"/>
                        </a:lnTo>
                        <a:lnTo>
                          <a:pt x="588" y="570"/>
                        </a:lnTo>
                        <a:lnTo>
                          <a:pt x="582" y="570"/>
                        </a:lnTo>
                        <a:lnTo>
                          <a:pt x="570" y="576"/>
                        </a:lnTo>
                        <a:lnTo>
                          <a:pt x="564" y="576"/>
                        </a:lnTo>
                        <a:lnTo>
                          <a:pt x="552" y="582"/>
                        </a:lnTo>
                        <a:lnTo>
                          <a:pt x="552" y="552"/>
                        </a:lnTo>
                        <a:lnTo>
                          <a:pt x="528" y="540"/>
                        </a:lnTo>
                        <a:lnTo>
                          <a:pt x="528" y="492"/>
                        </a:lnTo>
                        <a:lnTo>
                          <a:pt x="474" y="456"/>
                        </a:lnTo>
                        <a:lnTo>
                          <a:pt x="450" y="402"/>
                        </a:lnTo>
                        <a:lnTo>
                          <a:pt x="474" y="390"/>
                        </a:lnTo>
                        <a:lnTo>
                          <a:pt x="480" y="384"/>
                        </a:lnTo>
                        <a:lnTo>
                          <a:pt x="492" y="378"/>
                        </a:lnTo>
                        <a:lnTo>
                          <a:pt x="504" y="366"/>
                        </a:lnTo>
                        <a:lnTo>
                          <a:pt x="504" y="360"/>
                        </a:lnTo>
                        <a:lnTo>
                          <a:pt x="492" y="336"/>
                        </a:lnTo>
                        <a:lnTo>
                          <a:pt x="468" y="324"/>
                        </a:lnTo>
                        <a:lnTo>
                          <a:pt x="462" y="318"/>
                        </a:lnTo>
                        <a:lnTo>
                          <a:pt x="456" y="318"/>
                        </a:lnTo>
                        <a:lnTo>
                          <a:pt x="450" y="312"/>
                        </a:lnTo>
                        <a:lnTo>
                          <a:pt x="438" y="312"/>
                        </a:lnTo>
                        <a:lnTo>
                          <a:pt x="402" y="300"/>
                        </a:lnTo>
                        <a:lnTo>
                          <a:pt x="390" y="300"/>
                        </a:lnTo>
                        <a:lnTo>
                          <a:pt x="378" y="294"/>
                        </a:lnTo>
                        <a:lnTo>
                          <a:pt x="372" y="294"/>
                        </a:lnTo>
                        <a:lnTo>
                          <a:pt x="372" y="234"/>
                        </a:lnTo>
                        <a:lnTo>
                          <a:pt x="366" y="222"/>
                        </a:lnTo>
                        <a:lnTo>
                          <a:pt x="354" y="210"/>
                        </a:lnTo>
                        <a:lnTo>
                          <a:pt x="342" y="210"/>
                        </a:lnTo>
                        <a:lnTo>
                          <a:pt x="288" y="156"/>
                        </a:lnTo>
                        <a:lnTo>
                          <a:pt x="252" y="162"/>
                        </a:lnTo>
                        <a:lnTo>
                          <a:pt x="216" y="126"/>
                        </a:lnTo>
                        <a:lnTo>
                          <a:pt x="186" y="120"/>
                        </a:lnTo>
                        <a:lnTo>
                          <a:pt x="66" y="60"/>
                        </a:lnTo>
                        <a:lnTo>
                          <a:pt x="42" y="72"/>
                        </a:lnTo>
                        <a:lnTo>
                          <a:pt x="0" y="42"/>
                        </a:lnTo>
                        <a:lnTo>
                          <a:pt x="42" y="72"/>
                        </a:lnTo>
                        <a:lnTo>
                          <a:pt x="36" y="102"/>
                        </a:lnTo>
                        <a:lnTo>
                          <a:pt x="36" y="240"/>
                        </a:lnTo>
                        <a:lnTo>
                          <a:pt x="30" y="258"/>
                        </a:lnTo>
                        <a:lnTo>
                          <a:pt x="30" y="372"/>
                        </a:lnTo>
                        <a:lnTo>
                          <a:pt x="24" y="378"/>
                        </a:lnTo>
                        <a:lnTo>
                          <a:pt x="12" y="384"/>
                        </a:lnTo>
                        <a:lnTo>
                          <a:pt x="0" y="396"/>
                        </a:lnTo>
                        <a:lnTo>
                          <a:pt x="0" y="402"/>
                        </a:lnTo>
                        <a:lnTo>
                          <a:pt x="6" y="408"/>
                        </a:lnTo>
                        <a:lnTo>
                          <a:pt x="18" y="414"/>
                        </a:lnTo>
                        <a:lnTo>
                          <a:pt x="30" y="414"/>
                        </a:lnTo>
                        <a:lnTo>
                          <a:pt x="30" y="444"/>
                        </a:lnTo>
                        <a:lnTo>
                          <a:pt x="24" y="456"/>
                        </a:lnTo>
                        <a:lnTo>
                          <a:pt x="24" y="480"/>
                        </a:lnTo>
                        <a:lnTo>
                          <a:pt x="18" y="492"/>
                        </a:lnTo>
                        <a:lnTo>
                          <a:pt x="18" y="504"/>
                        </a:lnTo>
                        <a:lnTo>
                          <a:pt x="12" y="510"/>
                        </a:lnTo>
                        <a:lnTo>
                          <a:pt x="12" y="516"/>
                        </a:lnTo>
                        <a:lnTo>
                          <a:pt x="18" y="540"/>
                        </a:lnTo>
                        <a:lnTo>
                          <a:pt x="18" y="588"/>
                        </a:lnTo>
                        <a:lnTo>
                          <a:pt x="30" y="594"/>
                        </a:lnTo>
                        <a:lnTo>
                          <a:pt x="48" y="594"/>
                        </a:lnTo>
                        <a:lnTo>
                          <a:pt x="60" y="588"/>
                        </a:lnTo>
                        <a:lnTo>
                          <a:pt x="90" y="588"/>
                        </a:lnTo>
                        <a:lnTo>
                          <a:pt x="96" y="582"/>
                        </a:lnTo>
                        <a:lnTo>
                          <a:pt x="102" y="582"/>
                        </a:lnTo>
                        <a:lnTo>
                          <a:pt x="126" y="600"/>
                        </a:lnTo>
                        <a:lnTo>
                          <a:pt x="132" y="600"/>
                        </a:lnTo>
                        <a:lnTo>
                          <a:pt x="138" y="594"/>
                        </a:lnTo>
                        <a:lnTo>
                          <a:pt x="156" y="588"/>
                        </a:lnTo>
                        <a:lnTo>
                          <a:pt x="168" y="582"/>
                        </a:lnTo>
                        <a:lnTo>
                          <a:pt x="180" y="570"/>
                        </a:lnTo>
                        <a:lnTo>
                          <a:pt x="180" y="564"/>
                        </a:lnTo>
                        <a:lnTo>
                          <a:pt x="168" y="552"/>
                        </a:lnTo>
                        <a:lnTo>
                          <a:pt x="150" y="540"/>
                        </a:lnTo>
                        <a:lnTo>
                          <a:pt x="138" y="534"/>
                        </a:lnTo>
                        <a:lnTo>
                          <a:pt x="120" y="522"/>
                        </a:lnTo>
                        <a:lnTo>
                          <a:pt x="108" y="516"/>
                        </a:lnTo>
                        <a:lnTo>
                          <a:pt x="102" y="510"/>
                        </a:lnTo>
                        <a:lnTo>
                          <a:pt x="96" y="510"/>
                        </a:lnTo>
                        <a:lnTo>
                          <a:pt x="108" y="510"/>
                        </a:lnTo>
                        <a:lnTo>
                          <a:pt x="138" y="516"/>
                        </a:lnTo>
                        <a:lnTo>
                          <a:pt x="204" y="516"/>
                        </a:lnTo>
                        <a:lnTo>
                          <a:pt x="204" y="510"/>
                        </a:lnTo>
                        <a:lnTo>
                          <a:pt x="198" y="504"/>
                        </a:lnTo>
                        <a:lnTo>
                          <a:pt x="198" y="498"/>
                        </a:lnTo>
                        <a:lnTo>
                          <a:pt x="186" y="486"/>
                        </a:lnTo>
                        <a:lnTo>
                          <a:pt x="192" y="492"/>
                        </a:lnTo>
                        <a:lnTo>
                          <a:pt x="204" y="492"/>
                        </a:lnTo>
                        <a:lnTo>
                          <a:pt x="210" y="498"/>
                        </a:lnTo>
                        <a:lnTo>
                          <a:pt x="216" y="498"/>
                        </a:lnTo>
                        <a:lnTo>
                          <a:pt x="222" y="492"/>
                        </a:lnTo>
                        <a:lnTo>
                          <a:pt x="222" y="486"/>
                        </a:lnTo>
                        <a:lnTo>
                          <a:pt x="216" y="480"/>
                        </a:lnTo>
                        <a:lnTo>
                          <a:pt x="216" y="468"/>
                        </a:lnTo>
                        <a:lnTo>
                          <a:pt x="210" y="462"/>
                        </a:lnTo>
                        <a:lnTo>
                          <a:pt x="222" y="468"/>
                        </a:lnTo>
                        <a:lnTo>
                          <a:pt x="228" y="474"/>
                        </a:lnTo>
                        <a:lnTo>
                          <a:pt x="246" y="474"/>
                        </a:lnTo>
                        <a:lnTo>
                          <a:pt x="252" y="468"/>
                        </a:lnTo>
                        <a:lnTo>
                          <a:pt x="264" y="462"/>
                        </a:lnTo>
                        <a:lnTo>
                          <a:pt x="270" y="456"/>
                        </a:lnTo>
                        <a:lnTo>
                          <a:pt x="288" y="474"/>
                        </a:lnTo>
                        <a:lnTo>
                          <a:pt x="300" y="480"/>
                        </a:lnTo>
                        <a:lnTo>
                          <a:pt x="306" y="486"/>
                        </a:lnTo>
                        <a:lnTo>
                          <a:pt x="312" y="486"/>
                        </a:lnTo>
                        <a:lnTo>
                          <a:pt x="330" y="492"/>
                        </a:lnTo>
                        <a:lnTo>
                          <a:pt x="342" y="492"/>
                        </a:lnTo>
                        <a:lnTo>
                          <a:pt x="378" y="504"/>
                        </a:lnTo>
                        <a:lnTo>
                          <a:pt x="390" y="510"/>
                        </a:lnTo>
                        <a:lnTo>
                          <a:pt x="402" y="534"/>
                        </a:lnTo>
                        <a:lnTo>
                          <a:pt x="402" y="558"/>
                        </a:lnTo>
                        <a:lnTo>
                          <a:pt x="408" y="570"/>
                        </a:lnTo>
                        <a:lnTo>
                          <a:pt x="420" y="582"/>
                        </a:lnTo>
                        <a:lnTo>
                          <a:pt x="438" y="582"/>
                        </a:lnTo>
                        <a:lnTo>
                          <a:pt x="450" y="594"/>
                        </a:lnTo>
                        <a:lnTo>
                          <a:pt x="450" y="606"/>
                        </a:lnTo>
                        <a:lnTo>
                          <a:pt x="456" y="618"/>
                        </a:lnTo>
                        <a:lnTo>
                          <a:pt x="468" y="654"/>
                        </a:lnTo>
                        <a:lnTo>
                          <a:pt x="486" y="672"/>
                        </a:lnTo>
                        <a:lnTo>
                          <a:pt x="516" y="678"/>
                        </a:lnTo>
                        <a:lnTo>
                          <a:pt x="558" y="684"/>
                        </a:lnTo>
                        <a:lnTo>
                          <a:pt x="618" y="684"/>
                        </a:lnTo>
                        <a:lnTo>
                          <a:pt x="630" y="690"/>
                        </a:lnTo>
                        <a:lnTo>
                          <a:pt x="654" y="714"/>
                        </a:lnTo>
                        <a:lnTo>
                          <a:pt x="678" y="726"/>
                        </a:lnTo>
                        <a:lnTo>
                          <a:pt x="684" y="726"/>
                        </a:lnTo>
                        <a:lnTo>
                          <a:pt x="684" y="720"/>
                        </a:lnTo>
                        <a:lnTo>
                          <a:pt x="678" y="708"/>
                        </a:lnTo>
                        <a:lnTo>
                          <a:pt x="678" y="702"/>
                        </a:lnTo>
                        <a:lnTo>
                          <a:pt x="672" y="690"/>
                        </a:lnTo>
                        <a:lnTo>
                          <a:pt x="666" y="684"/>
                        </a:lnTo>
                        <a:lnTo>
                          <a:pt x="672" y="67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58" name="Parcel Islands" descr="© INSCALE GmbH, 05.05.2010&#10;http://www.presentationload.com/">
                    <a:extLst>
                      <a:ext uri="{FF2B5EF4-FFF2-40B4-BE49-F238E27FC236}">
                        <a16:creationId xmlns:a16="http://schemas.microsoft.com/office/drawing/2014/main" id="{32C6E1F9-5EED-2A96-6DA0-0A9C49D93FD1}"/>
                      </a:ext>
                    </a:extLst>
                  </p:cNvPr>
                  <p:cNvSpPr>
                    <a:spLocks noEditPoints="1"/>
                  </p:cNvSpPr>
                  <p:nvPr/>
                </p:nvSpPr>
                <p:spPr bwMode="gray">
                  <a:xfrm>
                    <a:off x="4641" y="2216"/>
                    <a:ext cx="24" cy="15"/>
                  </a:xfrm>
                  <a:custGeom>
                    <a:avLst/>
                    <a:gdLst>
                      <a:gd name="T0" fmla="*/ 2147483647 w 96"/>
                      <a:gd name="T1" fmla="*/ 2147483647 h 66"/>
                      <a:gd name="T2" fmla="*/ 2147483647 w 96"/>
                      <a:gd name="T3" fmla="*/ 2147483647 h 66"/>
                      <a:gd name="T4" fmla="*/ 0 w 96"/>
                      <a:gd name="T5" fmla="*/ 2147483647 h 66"/>
                      <a:gd name="T6" fmla="*/ 0 w 96"/>
                      <a:gd name="T7" fmla="*/ 2147483647 h 66"/>
                      <a:gd name="T8" fmla="*/ 2147483647 w 96"/>
                      <a:gd name="T9" fmla="*/ 2147483647 h 66"/>
                      <a:gd name="T10" fmla="*/ 2147483647 w 96"/>
                      <a:gd name="T11" fmla="*/ 2147483647 h 66"/>
                      <a:gd name="T12" fmla="*/ 2147483647 w 96"/>
                      <a:gd name="T13" fmla="*/ 2147483647 h 66"/>
                      <a:gd name="T14" fmla="*/ 2147483647 w 96"/>
                      <a:gd name="T15" fmla="*/ 2147483647 h 66"/>
                      <a:gd name="T16" fmla="*/ 2147483647 w 96"/>
                      <a:gd name="T17" fmla="*/ 2147483647 h 66"/>
                      <a:gd name="T18" fmla="*/ 2147483647 w 96"/>
                      <a:gd name="T19" fmla="*/ 0 h 66"/>
                      <a:gd name="T20" fmla="*/ 2147483647 w 96"/>
                      <a:gd name="T21" fmla="*/ 2147483647 h 66"/>
                      <a:gd name="T22" fmla="*/ 2147483647 w 96"/>
                      <a:gd name="T23" fmla="*/ 2147483647 h 66"/>
                      <a:gd name="T24" fmla="*/ 2147483647 w 96"/>
                      <a:gd name="T25" fmla="*/ 2147483647 h 66"/>
                      <a:gd name="T26" fmla="*/ 2147483647 w 96"/>
                      <a:gd name="T27" fmla="*/ 2147483647 h 66"/>
                      <a:gd name="T28" fmla="*/ 2147483647 w 96"/>
                      <a:gd name="T29" fmla="*/ 0 h 66"/>
                      <a:gd name="T30" fmla="*/ 2147483647 w 96"/>
                      <a:gd name="T31" fmla="*/ 0 h 66"/>
                      <a:gd name="T32" fmla="*/ 2147483647 w 96"/>
                      <a:gd name="T33" fmla="*/ 2147483647 h 66"/>
                      <a:gd name="T34" fmla="*/ 2147483647 w 96"/>
                      <a:gd name="T35" fmla="*/ 2147483647 h 66"/>
                      <a:gd name="T36" fmla="*/ 2147483647 w 96"/>
                      <a:gd name="T37" fmla="*/ 2147483647 h 66"/>
                      <a:gd name="T38" fmla="*/ 2147483647 w 96"/>
                      <a:gd name="T39" fmla="*/ 2147483647 h 66"/>
                      <a:gd name="T40" fmla="*/ 2147483647 w 96"/>
                      <a:gd name="T41" fmla="*/ 2147483647 h 66"/>
                      <a:gd name="T42" fmla="*/ 2147483647 w 96"/>
                      <a:gd name="T43" fmla="*/ 2147483647 h 66"/>
                      <a:gd name="T44" fmla="*/ 2147483647 w 96"/>
                      <a:gd name="T45" fmla="*/ 2147483647 h 6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w 96"/>
                      <a:gd name="T70" fmla="*/ 0 h 66"/>
                      <a:gd name="T71" fmla="*/ 96 w 96"/>
                      <a:gd name="T72" fmla="*/ 66 h 66"/>
                    </a:gdLst>
                    <a:ahLst/>
                    <a:cxnLst>
                      <a:cxn ang="T46">
                        <a:pos x="T0" y="T1"/>
                      </a:cxn>
                      <a:cxn ang="T47">
                        <a:pos x="T2" y="T3"/>
                      </a:cxn>
                      <a:cxn ang="T48">
                        <a:pos x="T4" y="T5"/>
                      </a:cxn>
                      <a:cxn ang="T49">
                        <a:pos x="T6" y="T7"/>
                      </a:cxn>
                      <a:cxn ang="T50">
                        <a:pos x="T8" y="T9"/>
                      </a:cxn>
                      <a:cxn ang="T51">
                        <a:pos x="T10" y="T11"/>
                      </a:cxn>
                      <a:cxn ang="T52">
                        <a:pos x="T12" y="T13"/>
                      </a:cxn>
                      <a:cxn ang="T53">
                        <a:pos x="T14" y="T15"/>
                      </a:cxn>
                      <a:cxn ang="T54">
                        <a:pos x="T16" y="T17"/>
                      </a:cxn>
                      <a:cxn ang="T55">
                        <a:pos x="T18" y="T19"/>
                      </a:cxn>
                      <a:cxn ang="T56">
                        <a:pos x="T20" y="T21"/>
                      </a:cxn>
                      <a:cxn ang="T57">
                        <a:pos x="T22" y="T23"/>
                      </a:cxn>
                      <a:cxn ang="T58">
                        <a:pos x="T24" y="T25"/>
                      </a:cxn>
                      <a:cxn ang="T59">
                        <a:pos x="T26" y="T27"/>
                      </a:cxn>
                      <a:cxn ang="T60">
                        <a:pos x="T28" y="T29"/>
                      </a:cxn>
                      <a:cxn ang="T61">
                        <a:pos x="T30" y="T31"/>
                      </a:cxn>
                      <a:cxn ang="T62">
                        <a:pos x="T32" y="T33"/>
                      </a:cxn>
                      <a:cxn ang="T63">
                        <a:pos x="T34" y="T35"/>
                      </a:cxn>
                      <a:cxn ang="T64">
                        <a:pos x="T36" y="T37"/>
                      </a:cxn>
                      <a:cxn ang="T65">
                        <a:pos x="T38" y="T39"/>
                      </a:cxn>
                      <a:cxn ang="T66">
                        <a:pos x="T40" y="T41"/>
                      </a:cxn>
                      <a:cxn ang="T67">
                        <a:pos x="T42" y="T43"/>
                      </a:cxn>
                      <a:cxn ang="T68">
                        <a:pos x="T44" y="T45"/>
                      </a:cxn>
                    </a:cxnLst>
                    <a:rect l="T69" t="T70" r="T71" b="T72"/>
                    <a:pathLst>
                      <a:path w="96" h="66">
                        <a:moveTo>
                          <a:pt x="12" y="42"/>
                        </a:moveTo>
                        <a:lnTo>
                          <a:pt x="6" y="42"/>
                        </a:lnTo>
                        <a:lnTo>
                          <a:pt x="0" y="48"/>
                        </a:lnTo>
                        <a:lnTo>
                          <a:pt x="0" y="60"/>
                        </a:lnTo>
                        <a:lnTo>
                          <a:pt x="6" y="66"/>
                        </a:lnTo>
                        <a:lnTo>
                          <a:pt x="12" y="66"/>
                        </a:lnTo>
                        <a:lnTo>
                          <a:pt x="24" y="54"/>
                        </a:lnTo>
                        <a:lnTo>
                          <a:pt x="24" y="42"/>
                        </a:lnTo>
                        <a:lnTo>
                          <a:pt x="12" y="42"/>
                        </a:lnTo>
                        <a:close/>
                        <a:moveTo>
                          <a:pt x="42" y="0"/>
                        </a:moveTo>
                        <a:lnTo>
                          <a:pt x="42" y="18"/>
                        </a:lnTo>
                        <a:lnTo>
                          <a:pt x="54" y="30"/>
                        </a:lnTo>
                        <a:lnTo>
                          <a:pt x="60" y="30"/>
                        </a:lnTo>
                        <a:lnTo>
                          <a:pt x="72" y="24"/>
                        </a:lnTo>
                        <a:lnTo>
                          <a:pt x="48" y="0"/>
                        </a:lnTo>
                        <a:lnTo>
                          <a:pt x="42" y="0"/>
                        </a:lnTo>
                        <a:close/>
                        <a:moveTo>
                          <a:pt x="96" y="36"/>
                        </a:moveTo>
                        <a:lnTo>
                          <a:pt x="78" y="36"/>
                        </a:lnTo>
                        <a:lnTo>
                          <a:pt x="72" y="42"/>
                        </a:lnTo>
                        <a:lnTo>
                          <a:pt x="72" y="54"/>
                        </a:lnTo>
                        <a:lnTo>
                          <a:pt x="84" y="60"/>
                        </a:lnTo>
                        <a:lnTo>
                          <a:pt x="96" y="48"/>
                        </a:lnTo>
                        <a:lnTo>
                          <a:pt x="96" y="36"/>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59" name="Nicaragua" descr="© INSCALE GmbH, 05.05.2010&#10;http://www.presentationload.com/">
                    <a:extLst>
                      <a:ext uri="{FF2B5EF4-FFF2-40B4-BE49-F238E27FC236}">
                        <a16:creationId xmlns:a16="http://schemas.microsoft.com/office/drawing/2014/main" id="{98981393-3096-07B7-F517-13AE9EBB1869}"/>
                      </a:ext>
                    </a:extLst>
                  </p:cNvPr>
                  <p:cNvSpPr>
                    <a:spLocks/>
                  </p:cNvSpPr>
                  <p:nvPr/>
                </p:nvSpPr>
                <p:spPr bwMode="gray">
                  <a:xfrm>
                    <a:off x="1086" y="2265"/>
                    <a:ext cx="83" cy="84"/>
                  </a:xfrm>
                  <a:custGeom>
                    <a:avLst/>
                    <a:gdLst>
                      <a:gd name="T0" fmla="*/ 2147483647 w 324"/>
                      <a:gd name="T1" fmla="*/ 2147483647 h 330"/>
                      <a:gd name="T2" fmla="*/ 2147483647 w 324"/>
                      <a:gd name="T3" fmla="*/ 0 h 330"/>
                      <a:gd name="T4" fmla="*/ 2147483647 w 324"/>
                      <a:gd name="T5" fmla="*/ 2147483647 h 330"/>
                      <a:gd name="T6" fmla="*/ 2147483647 w 324"/>
                      <a:gd name="T7" fmla="*/ 2147483647 h 330"/>
                      <a:gd name="T8" fmla="*/ 2147483647 w 324"/>
                      <a:gd name="T9" fmla="*/ 0 h 330"/>
                      <a:gd name="T10" fmla="*/ 2147483647 w 324"/>
                      <a:gd name="T11" fmla="*/ 2147483647 h 330"/>
                      <a:gd name="T12" fmla="*/ 2147483647 w 324"/>
                      <a:gd name="T13" fmla="*/ 2147483647 h 330"/>
                      <a:gd name="T14" fmla="*/ 2147483647 w 324"/>
                      <a:gd name="T15" fmla="*/ 2147483647 h 330"/>
                      <a:gd name="T16" fmla="*/ 2147483647 w 324"/>
                      <a:gd name="T17" fmla="*/ 2147483647 h 330"/>
                      <a:gd name="T18" fmla="*/ 2147483647 w 324"/>
                      <a:gd name="T19" fmla="*/ 2147483647 h 330"/>
                      <a:gd name="T20" fmla="*/ 2147483647 w 324"/>
                      <a:gd name="T21" fmla="*/ 2147483647 h 330"/>
                      <a:gd name="T22" fmla="*/ 2147483647 w 324"/>
                      <a:gd name="T23" fmla="*/ 2147483647 h 330"/>
                      <a:gd name="T24" fmla="*/ 2147483647 w 324"/>
                      <a:gd name="T25" fmla="*/ 2147483647 h 330"/>
                      <a:gd name="T26" fmla="*/ 2147483647 w 324"/>
                      <a:gd name="T27" fmla="*/ 2147483647 h 330"/>
                      <a:gd name="T28" fmla="*/ 2147483647 w 324"/>
                      <a:gd name="T29" fmla="*/ 2147483647 h 330"/>
                      <a:gd name="T30" fmla="*/ 2147483647 w 324"/>
                      <a:gd name="T31" fmla="*/ 2147483647 h 330"/>
                      <a:gd name="T32" fmla="*/ 2147483647 w 324"/>
                      <a:gd name="T33" fmla="*/ 2147483647 h 330"/>
                      <a:gd name="T34" fmla="*/ 2147483647 w 324"/>
                      <a:gd name="T35" fmla="*/ 2147483647 h 330"/>
                      <a:gd name="T36" fmla="*/ 2147483647 w 324"/>
                      <a:gd name="T37" fmla="*/ 2147483647 h 330"/>
                      <a:gd name="T38" fmla="*/ 2147483647 w 324"/>
                      <a:gd name="T39" fmla="*/ 2147483647 h 330"/>
                      <a:gd name="T40" fmla="*/ 2147483647 w 324"/>
                      <a:gd name="T41" fmla="*/ 2147483647 h 330"/>
                      <a:gd name="T42" fmla="*/ 2147483647 w 324"/>
                      <a:gd name="T43" fmla="*/ 2147483647 h 330"/>
                      <a:gd name="T44" fmla="*/ 2147483647 w 324"/>
                      <a:gd name="T45" fmla="*/ 2147483647 h 330"/>
                      <a:gd name="T46" fmla="*/ 2147483647 w 324"/>
                      <a:gd name="T47" fmla="*/ 2147483647 h 330"/>
                      <a:gd name="T48" fmla="*/ 2147483647 w 324"/>
                      <a:gd name="T49" fmla="*/ 2147483647 h 330"/>
                      <a:gd name="T50" fmla="*/ 2147483647 w 324"/>
                      <a:gd name="T51" fmla="*/ 2147483647 h 330"/>
                      <a:gd name="T52" fmla="*/ 2147483647 w 324"/>
                      <a:gd name="T53" fmla="*/ 2147483647 h 330"/>
                      <a:gd name="T54" fmla="*/ 2147483647 w 324"/>
                      <a:gd name="T55" fmla="*/ 2147483647 h 330"/>
                      <a:gd name="T56" fmla="*/ 2147483647 w 324"/>
                      <a:gd name="T57" fmla="*/ 2147483647 h 330"/>
                      <a:gd name="T58" fmla="*/ 2147483647 w 324"/>
                      <a:gd name="T59" fmla="*/ 2147483647 h 330"/>
                      <a:gd name="T60" fmla="*/ 2147483647 w 324"/>
                      <a:gd name="T61" fmla="*/ 2147483647 h 330"/>
                      <a:gd name="T62" fmla="*/ 2147483647 w 324"/>
                      <a:gd name="T63" fmla="*/ 2147483647 h 330"/>
                      <a:gd name="T64" fmla="*/ 2147483647 w 324"/>
                      <a:gd name="T65" fmla="*/ 2147483647 h 330"/>
                      <a:gd name="T66" fmla="*/ 2147483647 w 324"/>
                      <a:gd name="T67" fmla="*/ 2147483647 h 330"/>
                      <a:gd name="T68" fmla="*/ 2147483647 w 324"/>
                      <a:gd name="T69" fmla="*/ 2147483647 h 330"/>
                      <a:gd name="T70" fmla="*/ 2147483647 w 324"/>
                      <a:gd name="T71" fmla="*/ 2147483647 h 330"/>
                      <a:gd name="T72" fmla="*/ 2147483647 w 324"/>
                      <a:gd name="T73" fmla="*/ 2147483647 h 330"/>
                      <a:gd name="T74" fmla="*/ 2147483647 w 324"/>
                      <a:gd name="T75" fmla="*/ 2147483647 h 330"/>
                      <a:gd name="T76" fmla="*/ 2147483647 w 324"/>
                      <a:gd name="T77" fmla="*/ 2147483647 h 330"/>
                      <a:gd name="T78" fmla="*/ 2147483647 w 324"/>
                      <a:gd name="T79" fmla="*/ 2147483647 h 330"/>
                      <a:gd name="T80" fmla="*/ 2147483647 w 324"/>
                      <a:gd name="T81" fmla="*/ 2147483647 h 330"/>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24"/>
                      <a:gd name="T124" fmla="*/ 0 h 330"/>
                      <a:gd name="T125" fmla="*/ 324 w 324"/>
                      <a:gd name="T126" fmla="*/ 330 h 330"/>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24" h="330">
                        <a:moveTo>
                          <a:pt x="324" y="18"/>
                        </a:moveTo>
                        <a:lnTo>
                          <a:pt x="318" y="12"/>
                        </a:lnTo>
                        <a:lnTo>
                          <a:pt x="318" y="6"/>
                        </a:lnTo>
                        <a:lnTo>
                          <a:pt x="312" y="0"/>
                        </a:lnTo>
                        <a:lnTo>
                          <a:pt x="264" y="0"/>
                        </a:lnTo>
                        <a:lnTo>
                          <a:pt x="264" y="6"/>
                        </a:lnTo>
                        <a:lnTo>
                          <a:pt x="252" y="18"/>
                        </a:lnTo>
                        <a:lnTo>
                          <a:pt x="240" y="18"/>
                        </a:lnTo>
                        <a:lnTo>
                          <a:pt x="222" y="0"/>
                        </a:lnTo>
                        <a:lnTo>
                          <a:pt x="210" y="0"/>
                        </a:lnTo>
                        <a:lnTo>
                          <a:pt x="198" y="12"/>
                        </a:lnTo>
                        <a:lnTo>
                          <a:pt x="198" y="30"/>
                        </a:lnTo>
                        <a:lnTo>
                          <a:pt x="180" y="30"/>
                        </a:lnTo>
                        <a:lnTo>
                          <a:pt x="168" y="54"/>
                        </a:lnTo>
                        <a:lnTo>
                          <a:pt x="144" y="78"/>
                        </a:lnTo>
                        <a:lnTo>
                          <a:pt x="126" y="78"/>
                        </a:lnTo>
                        <a:lnTo>
                          <a:pt x="120" y="72"/>
                        </a:lnTo>
                        <a:lnTo>
                          <a:pt x="120" y="66"/>
                        </a:lnTo>
                        <a:lnTo>
                          <a:pt x="108" y="66"/>
                        </a:lnTo>
                        <a:lnTo>
                          <a:pt x="102" y="72"/>
                        </a:lnTo>
                        <a:lnTo>
                          <a:pt x="96" y="84"/>
                        </a:lnTo>
                        <a:lnTo>
                          <a:pt x="60" y="84"/>
                        </a:lnTo>
                        <a:lnTo>
                          <a:pt x="54" y="90"/>
                        </a:lnTo>
                        <a:lnTo>
                          <a:pt x="54" y="102"/>
                        </a:lnTo>
                        <a:lnTo>
                          <a:pt x="60" y="108"/>
                        </a:lnTo>
                        <a:lnTo>
                          <a:pt x="60" y="120"/>
                        </a:lnTo>
                        <a:lnTo>
                          <a:pt x="66" y="126"/>
                        </a:lnTo>
                        <a:lnTo>
                          <a:pt x="48" y="126"/>
                        </a:lnTo>
                        <a:lnTo>
                          <a:pt x="48" y="144"/>
                        </a:lnTo>
                        <a:lnTo>
                          <a:pt x="36" y="150"/>
                        </a:lnTo>
                        <a:lnTo>
                          <a:pt x="0" y="150"/>
                        </a:lnTo>
                        <a:lnTo>
                          <a:pt x="48" y="204"/>
                        </a:lnTo>
                        <a:lnTo>
                          <a:pt x="48" y="210"/>
                        </a:lnTo>
                        <a:lnTo>
                          <a:pt x="54" y="216"/>
                        </a:lnTo>
                        <a:lnTo>
                          <a:pt x="54" y="228"/>
                        </a:lnTo>
                        <a:lnTo>
                          <a:pt x="66" y="252"/>
                        </a:lnTo>
                        <a:lnTo>
                          <a:pt x="72" y="258"/>
                        </a:lnTo>
                        <a:lnTo>
                          <a:pt x="96" y="270"/>
                        </a:lnTo>
                        <a:lnTo>
                          <a:pt x="108" y="282"/>
                        </a:lnTo>
                        <a:lnTo>
                          <a:pt x="114" y="294"/>
                        </a:lnTo>
                        <a:lnTo>
                          <a:pt x="138" y="294"/>
                        </a:lnTo>
                        <a:lnTo>
                          <a:pt x="132" y="294"/>
                        </a:lnTo>
                        <a:lnTo>
                          <a:pt x="120" y="282"/>
                        </a:lnTo>
                        <a:lnTo>
                          <a:pt x="120" y="276"/>
                        </a:lnTo>
                        <a:lnTo>
                          <a:pt x="126" y="270"/>
                        </a:lnTo>
                        <a:lnTo>
                          <a:pt x="138" y="270"/>
                        </a:lnTo>
                        <a:lnTo>
                          <a:pt x="138" y="264"/>
                        </a:lnTo>
                        <a:lnTo>
                          <a:pt x="132" y="258"/>
                        </a:lnTo>
                        <a:lnTo>
                          <a:pt x="126" y="258"/>
                        </a:lnTo>
                        <a:lnTo>
                          <a:pt x="120" y="264"/>
                        </a:lnTo>
                        <a:lnTo>
                          <a:pt x="114" y="264"/>
                        </a:lnTo>
                        <a:lnTo>
                          <a:pt x="114" y="222"/>
                        </a:lnTo>
                        <a:lnTo>
                          <a:pt x="120" y="222"/>
                        </a:lnTo>
                        <a:lnTo>
                          <a:pt x="132" y="228"/>
                        </a:lnTo>
                        <a:lnTo>
                          <a:pt x="144" y="240"/>
                        </a:lnTo>
                        <a:lnTo>
                          <a:pt x="156" y="246"/>
                        </a:lnTo>
                        <a:lnTo>
                          <a:pt x="180" y="270"/>
                        </a:lnTo>
                        <a:lnTo>
                          <a:pt x="192" y="306"/>
                        </a:lnTo>
                        <a:lnTo>
                          <a:pt x="210" y="306"/>
                        </a:lnTo>
                        <a:lnTo>
                          <a:pt x="216" y="312"/>
                        </a:lnTo>
                        <a:lnTo>
                          <a:pt x="222" y="312"/>
                        </a:lnTo>
                        <a:lnTo>
                          <a:pt x="222" y="318"/>
                        </a:lnTo>
                        <a:lnTo>
                          <a:pt x="234" y="330"/>
                        </a:lnTo>
                        <a:lnTo>
                          <a:pt x="270" y="330"/>
                        </a:lnTo>
                        <a:lnTo>
                          <a:pt x="270" y="324"/>
                        </a:lnTo>
                        <a:lnTo>
                          <a:pt x="258" y="312"/>
                        </a:lnTo>
                        <a:lnTo>
                          <a:pt x="252" y="300"/>
                        </a:lnTo>
                        <a:lnTo>
                          <a:pt x="252" y="276"/>
                        </a:lnTo>
                        <a:lnTo>
                          <a:pt x="264" y="264"/>
                        </a:lnTo>
                        <a:lnTo>
                          <a:pt x="270" y="264"/>
                        </a:lnTo>
                        <a:lnTo>
                          <a:pt x="270" y="246"/>
                        </a:lnTo>
                        <a:lnTo>
                          <a:pt x="264" y="234"/>
                        </a:lnTo>
                        <a:lnTo>
                          <a:pt x="264" y="222"/>
                        </a:lnTo>
                        <a:lnTo>
                          <a:pt x="270" y="174"/>
                        </a:lnTo>
                        <a:lnTo>
                          <a:pt x="282" y="192"/>
                        </a:lnTo>
                        <a:lnTo>
                          <a:pt x="288" y="108"/>
                        </a:lnTo>
                        <a:lnTo>
                          <a:pt x="288" y="102"/>
                        </a:lnTo>
                        <a:lnTo>
                          <a:pt x="294" y="96"/>
                        </a:lnTo>
                        <a:lnTo>
                          <a:pt x="306" y="72"/>
                        </a:lnTo>
                        <a:lnTo>
                          <a:pt x="312" y="66"/>
                        </a:lnTo>
                        <a:lnTo>
                          <a:pt x="324" y="42"/>
                        </a:lnTo>
                        <a:lnTo>
                          <a:pt x="324" y="18"/>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60" name="New Zealand" descr="© INSCALE GmbH, 05.05.2010&#10;http://www.presentationload.com/">
                    <a:extLst>
                      <a:ext uri="{FF2B5EF4-FFF2-40B4-BE49-F238E27FC236}">
                        <a16:creationId xmlns:a16="http://schemas.microsoft.com/office/drawing/2014/main" id="{B8EC23BC-58D6-7A50-318B-17021B90F6F4}"/>
                      </a:ext>
                    </a:extLst>
                  </p:cNvPr>
                  <p:cNvSpPr>
                    <a:spLocks noEditPoints="1"/>
                  </p:cNvSpPr>
                  <p:nvPr/>
                </p:nvSpPr>
                <p:spPr bwMode="gray">
                  <a:xfrm>
                    <a:off x="5347" y="3270"/>
                    <a:ext cx="322" cy="249"/>
                  </a:xfrm>
                  <a:custGeom>
                    <a:avLst/>
                    <a:gdLst>
                      <a:gd name="T0" fmla="*/ 2147483647 w 1272"/>
                      <a:gd name="T1" fmla="*/ 2147483647 h 984"/>
                      <a:gd name="T2" fmla="*/ 2147483647 w 1272"/>
                      <a:gd name="T3" fmla="*/ 2147483647 h 984"/>
                      <a:gd name="T4" fmla="*/ 2147483647 w 1272"/>
                      <a:gd name="T5" fmla="*/ 2147483647 h 984"/>
                      <a:gd name="T6" fmla="*/ 2147483647 w 1272"/>
                      <a:gd name="T7" fmla="*/ 2147483647 h 984"/>
                      <a:gd name="T8" fmla="*/ 2147483647 w 1272"/>
                      <a:gd name="T9" fmla="*/ 2147483647 h 984"/>
                      <a:gd name="T10" fmla="*/ 2147483647 w 1272"/>
                      <a:gd name="T11" fmla="*/ 2147483647 h 984"/>
                      <a:gd name="T12" fmla="*/ 2147483647 w 1272"/>
                      <a:gd name="T13" fmla="*/ 2147483647 h 984"/>
                      <a:gd name="T14" fmla="*/ 2147483647 w 1272"/>
                      <a:gd name="T15" fmla="*/ 2147483647 h 984"/>
                      <a:gd name="T16" fmla="*/ 2147483647 w 1272"/>
                      <a:gd name="T17" fmla="*/ 2147483647 h 984"/>
                      <a:gd name="T18" fmla="*/ 2147483647 w 1272"/>
                      <a:gd name="T19" fmla="*/ 2147483647 h 984"/>
                      <a:gd name="T20" fmla="*/ 2147483647 w 1272"/>
                      <a:gd name="T21" fmla="*/ 2147483647 h 984"/>
                      <a:gd name="T22" fmla="*/ 2147483647 w 1272"/>
                      <a:gd name="T23" fmla="*/ 2147483647 h 984"/>
                      <a:gd name="T24" fmla="*/ 2147483647 w 1272"/>
                      <a:gd name="T25" fmla="*/ 2147483647 h 984"/>
                      <a:gd name="T26" fmla="*/ 2147483647 w 1272"/>
                      <a:gd name="T27" fmla="*/ 2147483647 h 984"/>
                      <a:gd name="T28" fmla="*/ 2147483647 w 1272"/>
                      <a:gd name="T29" fmla="*/ 2147483647 h 984"/>
                      <a:gd name="T30" fmla="*/ 2147483647 w 1272"/>
                      <a:gd name="T31" fmla="*/ 2147483647 h 984"/>
                      <a:gd name="T32" fmla="*/ 2147483647 w 1272"/>
                      <a:gd name="T33" fmla="*/ 2147483647 h 984"/>
                      <a:gd name="T34" fmla="*/ 2147483647 w 1272"/>
                      <a:gd name="T35" fmla="*/ 2147483647 h 984"/>
                      <a:gd name="T36" fmla="*/ 2147483647 w 1272"/>
                      <a:gd name="T37" fmla="*/ 2147483647 h 984"/>
                      <a:gd name="T38" fmla="*/ 2147483647 w 1272"/>
                      <a:gd name="T39" fmla="*/ 2147483647 h 984"/>
                      <a:gd name="T40" fmla="*/ 2147483647 w 1272"/>
                      <a:gd name="T41" fmla="*/ 2147483647 h 984"/>
                      <a:gd name="T42" fmla="*/ 2147483647 w 1272"/>
                      <a:gd name="T43" fmla="*/ 2147483647 h 984"/>
                      <a:gd name="T44" fmla="*/ 2147483647 w 1272"/>
                      <a:gd name="T45" fmla="*/ 2147483647 h 984"/>
                      <a:gd name="T46" fmla="*/ 2147483647 w 1272"/>
                      <a:gd name="T47" fmla="*/ 2147483647 h 984"/>
                      <a:gd name="T48" fmla="*/ 2147483647 w 1272"/>
                      <a:gd name="T49" fmla="*/ 2147483647 h 984"/>
                      <a:gd name="T50" fmla="*/ 2147483647 w 1272"/>
                      <a:gd name="T51" fmla="*/ 2147483647 h 984"/>
                      <a:gd name="T52" fmla="*/ 2147483647 w 1272"/>
                      <a:gd name="T53" fmla="*/ 2147483647 h 984"/>
                      <a:gd name="T54" fmla="*/ 2147483647 w 1272"/>
                      <a:gd name="T55" fmla="*/ 2147483647 h 984"/>
                      <a:gd name="T56" fmla="*/ 2147483647 w 1272"/>
                      <a:gd name="T57" fmla="*/ 2147483647 h 984"/>
                      <a:gd name="T58" fmla="*/ 2147483647 w 1272"/>
                      <a:gd name="T59" fmla="*/ 2147483647 h 984"/>
                      <a:gd name="T60" fmla="*/ 2147483647 w 1272"/>
                      <a:gd name="T61" fmla="*/ 2147483647 h 984"/>
                      <a:gd name="T62" fmla="*/ 2147483647 w 1272"/>
                      <a:gd name="T63" fmla="*/ 2147483647 h 984"/>
                      <a:gd name="T64" fmla="*/ 2147483647 w 1272"/>
                      <a:gd name="T65" fmla="*/ 2147483647 h 984"/>
                      <a:gd name="T66" fmla="*/ 2147483647 w 1272"/>
                      <a:gd name="T67" fmla="*/ 2147483647 h 984"/>
                      <a:gd name="T68" fmla="*/ 2147483647 w 1272"/>
                      <a:gd name="T69" fmla="*/ 2147483647 h 984"/>
                      <a:gd name="T70" fmla="*/ 2147483647 w 1272"/>
                      <a:gd name="T71" fmla="*/ 2147483647 h 984"/>
                      <a:gd name="T72" fmla="*/ 2147483647 w 1272"/>
                      <a:gd name="T73" fmla="*/ 2147483647 h 984"/>
                      <a:gd name="T74" fmla="*/ 2147483647 w 1272"/>
                      <a:gd name="T75" fmla="*/ 2147483647 h 984"/>
                      <a:gd name="T76" fmla="*/ 2147483647 w 1272"/>
                      <a:gd name="T77" fmla="*/ 2147483647 h 984"/>
                      <a:gd name="T78" fmla="*/ 2147483647 w 1272"/>
                      <a:gd name="T79" fmla="*/ 2147483647 h 984"/>
                      <a:gd name="T80" fmla="*/ 2147483647 w 1272"/>
                      <a:gd name="T81" fmla="*/ 2147483647 h 984"/>
                      <a:gd name="T82" fmla="*/ 2147483647 w 1272"/>
                      <a:gd name="T83" fmla="*/ 2147483647 h 984"/>
                      <a:gd name="T84" fmla="*/ 2147483647 w 1272"/>
                      <a:gd name="T85" fmla="*/ 2147483647 h 984"/>
                      <a:gd name="T86" fmla="*/ 2147483647 w 1272"/>
                      <a:gd name="T87" fmla="*/ 2147483647 h 984"/>
                      <a:gd name="T88" fmla="*/ 2147483647 w 1272"/>
                      <a:gd name="T89" fmla="*/ 2147483647 h 984"/>
                      <a:gd name="T90" fmla="*/ 2147483647 w 1272"/>
                      <a:gd name="T91" fmla="*/ 2147483647 h 984"/>
                      <a:gd name="T92" fmla="*/ 2147483647 w 1272"/>
                      <a:gd name="T93" fmla="*/ 2147483647 h 984"/>
                      <a:gd name="T94" fmla="*/ 2147483647 w 1272"/>
                      <a:gd name="T95" fmla="*/ 2147483647 h 984"/>
                      <a:gd name="T96" fmla="*/ 2147483647 w 1272"/>
                      <a:gd name="T97" fmla="*/ 2147483647 h 984"/>
                      <a:gd name="T98" fmla="*/ 2147483647 w 1272"/>
                      <a:gd name="T99" fmla="*/ 2147483647 h 984"/>
                      <a:gd name="T100" fmla="*/ 2147483647 w 1272"/>
                      <a:gd name="T101" fmla="*/ 2147483647 h 984"/>
                      <a:gd name="T102" fmla="*/ 2147483647 w 1272"/>
                      <a:gd name="T103" fmla="*/ 2147483647 h 984"/>
                      <a:gd name="T104" fmla="*/ 2147483647 w 1272"/>
                      <a:gd name="T105" fmla="*/ 2147483647 h 984"/>
                      <a:gd name="T106" fmla="*/ 2147483647 w 1272"/>
                      <a:gd name="T107" fmla="*/ 2147483647 h 984"/>
                      <a:gd name="T108" fmla="*/ 2147483647 w 1272"/>
                      <a:gd name="T109" fmla="*/ 2147483647 h 984"/>
                      <a:gd name="T110" fmla="*/ 2147483647 w 1272"/>
                      <a:gd name="T111" fmla="*/ 2147483647 h 984"/>
                      <a:gd name="T112" fmla="*/ 2147483647 w 1272"/>
                      <a:gd name="T113" fmla="*/ 2147483647 h 984"/>
                      <a:gd name="T114" fmla="*/ 2147483647 w 1272"/>
                      <a:gd name="T115" fmla="*/ 2147483647 h 984"/>
                      <a:gd name="T116" fmla="*/ 2147483647 w 1272"/>
                      <a:gd name="T117" fmla="*/ 2147483647 h 984"/>
                      <a:gd name="T118" fmla="*/ 2147483647 w 1272"/>
                      <a:gd name="T119" fmla="*/ 2147483647 h 984"/>
                      <a:gd name="T120" fmla="*/ 2147483647 w 1272"/>
                      <a:gd name="T121" fmla="*/ 2147483647 h 984"/>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272"/>
                      <a:gd name="T184" fmla="*/ 0 h 984"/>
                      <a:gd name="T185" fmla="*/ 1272 w 1272"/>
                      <a:gd name="T186" fmla="*/ 984 h 984"/>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272" h="984">
                        <a:moveTo>
                          <a:pt x="750" y="564"/>
                        </a:moveTo>
                        <a:lnTo>
                          <a:pt x="738" y="564"/>
                        </a:lnTo>
                        <a:lnTo>
                          <a:pt x="744" y="528"/>
                        </a:lnTo>
                        <a:lnTo>
                          <a:pt x="720" y="546"/>
                        </a:lnTo>
                        <a:lnTo>
                          <a:pt x="726" y="540"/>
                        </a:lnTo>
                        <a:lnTo>
                          <a:pt x="726" y="504"/>
                        </a:lnTo>
                        <a:lnTo>
                          <a:pt x="708" y="504"/>
                        </a:lnTo>
                        <a:lnTo>
                          <a:pt x="702" y="510"/>
                        </a:lnTo>
                        <a:lnTo>
                          <a:pt x="696" y="522"/>
                        </a:lnTo>
                        <a:lnTo>
                          <a:pt x="690" y="528"/>
                        </a:lnTo>
                        <a:lnTo>
                          <a:pt x="672" y="540"/>
                        </a:lnTo>
                        <a:lnTo>
                          <a:pt x="660" y="546"/>
                        </a:lnTo>
                        <a:lnTo>
                          <a:pt x="654" y="558"/>
                        </a:lnTo>
                        <a:lnTo>
                          <a:pt x="642" y="570"/>
                        </a:lnTo>
                        <a:lnTo>
                          <a:pt x="630" y="576"/>
                        </a:lnTo>
                        <a:lnTo>
                          <a:pt x="618" y="588"/>
                        </a:lnTo>
                        <a:lnTo>
                          <a:pt x="606" y="588"/>
                        </a:lnTo>
                        <a:lnTo>
                          <a:pt x="588" y="600"/>
                        </a:lnTo>
                        <a:lnTo>
                          <a:pt x="576" y="606"/>
                        </a:lnTo>
                        <a:lnTo>
                          <a:pt x="546" y="636"/>
                        </a:lnTo>
                        <a:lnTo>
                          <a:pt x="540" y="648"/>
                        </a:lnTo>
                        <a:lnTo>
                          <a:pt x="534" y="648"/>
                        </a:lnTo>
                        <a:lnTo>
                          <a:pt x="528" y="654"/>
                        </a:lnTo>
                        <a:lnTo>
                          <a:pt x="510" y="660"/>
                        </a:lnTo>
                        <a:lnTo>
                          <a:pt x="498" y="666"/>
                        </a:lnTo>
                        <a:lnTo>
                          <a:pt x="462" y="678"/>
                        </a:lnTo>
                        <a:lnTo>
                          <a:pt x="438" y="690"/>
                        </a:lnTo>
                        <a:lnTo>
                          <a:pt x="426" y="702"/>
                        </a:lnTo>
                        <a:lnTo>
                          <a:pt x="414" y="708"/>
                        </a:lnTo>
                        <a:lnTo>
                          <a:pt x="408" y="720"/>
                        </a:lnTo>
                        <a:lnTo>
                          <a:pt x="396" y="726"/>
                        </a:lnTo>
                        <a:lnTo>
                          <a:pt x="378" y="726"/>
                        </a:lnTo>
                        <a:lnTo>
                          <a:pt x="366" y="732"/>
                        </a:lnTo>
                        <a:lnTo>
                          <a:pt x="312" y="750"/>
                        </a:lnTo>
                        <a:lnTo>
                          <a:pt x="288" y="762"/>
                        </a:lnTo>
                        <a:lnTo>
                          <a:pt x="270" y="774"/>
                        </a:lnTo>
                        <a:lnTo>
                          <a:pt x="246" y="786"/>
                        </a:lnTo>
                        <a:lnTo>
                          <a:pt x="222" y="792"/>
                        </a:lnTo>
                        <a:lnTo>
                          <a:pt x="198" y="804"/>
                        </a:lnTo>
                        <a:lnTo>
                          <a:pt x="180" y="810"/>
                        </a:lnTo>
                        <a:lnTo>
                          <a:pt x="174" y="816"/>
                        </a:lnTo>
                        <a:lnTo>
                          <a:pt x="168" y="828"/>
                        </a:lnTo>
                        <a:lnTo>
                          <a:pt x="168" y="846"/>
                        </a:lnTo>
                        <a:lnTo>
                          <a:pt x="156" y="834"/>
                        </a:lnTo>
                        <a:lnTo>
                          <a:pt x="150" y="834"/>
                        </a:lnTo>
                        <a:lnTo>
                          <a:pt x="144" y="840"/>
                        </a:lnTo>
                        <a:lnTo>
                          <a:pt x="120" y="852"/>
                        </a:lnTo>
                        <a:lnTo>
                          <a:pt x="108" y="864"/>
                        </a:lnTo>
                        <a:lnTo>
                          <a:pt x="72" y="882"/>
                        </a:lnTo>
                        <a:lnTo>
                          <a:pt x="66" y="882"/>
                        </a:lnTo>
                        <a:lnTo>
                          <a:pt x="54" y="888"/>
                        </a:lnTo>
                        <a:lnTo>
                          <a:pt x="36" y="888"/>
                        </a:lnTo>
                        <a:lnTo>
                          <a:pt x="18" y="894"/>
                        </a:lnTo>
                        <a:lnTo>
                          <a:pt x="12" y="906"/>
                        </a:lnTo>
                        <a:lnTo>
                          <a:pt x="0" y="912"/>
                        </a:lnTo>
                        <a:lnTo>
                          <a:pt x="18" y="912"/>
                        </a:lnTo>
                        <a:lnTo>
                          <a:pt x="24" y="918"/>
                        </a:lnTo>
                        <a:lnTo>
                          <a:pt x="30" y="918"/>
                        </a:lnTo>
                        <a:lnTo>
                          <a:pt x="24" y="924"/>
                        </a:lnTo>
                        <a:lnTo>
                          <a:pt x="24" y="942"/>
                        </a:lnTo>
                        <a:lnTo>
                          <a:pt x="30" y="948"/>
                        </a:lnTo>
                        <a:lnTo>
                          <a:pt x="42" y="948"/>
                        </a:lnTo>
                        <a:lnTo>
                          <a:pt x="54" y="942"/>
                        </a:lnTo>
                        <a:lnTo>
                          <a:pt x="60" y="936"/>
                        </a:lnTo>
                        <a:lnTo>
                          <a:pt x="72" y="948"/>
                        </a:lnTo>
                        <a:lnTo>
                          <a:pt x="96" y="948"/>
                        </a:lnTo>
                        <a:lnTo>
                          <a:pt x="102" y="954"/>
                        </a:lnTo>
                        <a:lnTo>
                          <a:pt x="132" y="954"/>
                        </a:lnTo>
                        <a:lnTo>
                          <a:pt x="150" y="972"/>
                        </a:lnTo>
                        <a:lnTo>
                          <a:pt x="180" y="966"/>
                        </a:lnTo>
                        <a:lnTo>
                          <a:pt x="192" y="972"/>
                        </a:lnTo>
                        <a:lnTo>
                          <a:pt x="198" y="978"/>
                        </a:lnTo>
                        <a:lnTo>
                          <a:pt x="216" y="984"/>
                        </a:lnTo>
                        <a:lnTo>
                          <a:pt x="228" y="984"/>
                        </a:lnTo>
                        <a:lnTo>
                          <a:pt x="252" y="972"/>
                        </a:lnTo>
                        <a:lnTo>
                          <a:pt x="264" y="948"/>
                        </a:lnTo>
                        <a:lnTo>
                          <a:pt x="288" y="936"/>
                        </a:lnTo>
                        <a:lnTo>
                          <a:pt x="312" y="936"/>
                        </a:lnTo>
                        <a:lnTo>
                          <a:pt x="336" y="924"/>
                        </a:lnTo>
                        <a:lnTo>
                          <a:pt x="342" y="912"/>
                        </a:lnTo>
                        <a:lnTo>
                          <a:pt x="342" y="894"/>
                        </a:lnTo>
                        <a:lnTo>
                          <a:pt x="348" y="882"/>
                        </a:lnTo>
                        <a:lnTo>
                          <a:pt x="372" y="870"/>
                        </a:lnTo>
                        <a:lnTo>
                          <a:pt x="396" y="870"/>
                        </a:lnTo>
                        <a:lnTo>
                          <a:pt x="408" y="858"/>
                        </a:lnTo>
                        <a:lnTo>
                          <a:pt x="408" y="846"/>
                        </a:lnTo>
                        <a:lnTo>
                          <a:pt x="402" y="840"/>
                        </a:lnTo>
                        <a:lnTo>
                          <a:pt x="420" y="840"/>
                        </a:lnTo>
                        <a:lnTo>
                          <a:pt x="480" y="792"/>
                        </a:lnTo>
                        <a:lnTo>
                          <a:pt x="462" y="774"/>
                        </a:lnTo>
                        <a:lnTo>
                          <a:pt x="504" y="792"/>
                        </a:lnTo>
                        <a:lnTo>
                          <a:pt x="504" y="774"/>
                        </a:lnTo>
                        <a:lnTo>
                          <a:pt x="510" y="768"/>
                        </a:lnTo>
                        <a:lnTo>
                          <a:pt x="540" y="768"/>
                        </a:lnTo>
                        <a:lnTo>
                          <a:pt x="546" y="774"/>
                        </a:lnTo>
                        <a:lnTo>
                          <a:pt x="558" y="780"/>
                        </a:lnTo>
                        <a:lnTo>
                          <a:pt x="570" y="780"/>
                        </a:lnTo>
                        <a:lnTo>
                          <a:pt x="576" y="774"/>
                        </a:lnTo>
                        <a:lnTo>
                          <a:pt x="576" y="768"/>
                        </a:lnTo>
                        <a:lnTo>
                          <a:pt x="582" y="762"/>
                        </a:lnTo>
                        <a:lnTo>
                          <a:pt x="582" y="756"/>
                        </a:lnTo>
                        <a:lnTo>
                          <a:pt x="570" y="744"/>
                        </a:lnTo>
                        <a:lnTo>
                          <a:pt x="612" y="702"/>
                        </a:lnTo>
                        <a:lnTo>
                          <a:pt x="618" y="702"/>
                        </a:lnTo>
                        <a:lnTo>
                          <a:pt x="624" y="696"/>
                        </a:lnTo>
                        <a:lnTo>
                          <a:pt x="660" y="678"/>
                        </a:lnTo>
                        <a:lnTo>
                          <a:pt x="666" y="666"/>
                        </a:lnTo>
                        <a:lnTo>
                          <a:pt x="672" y="660"/>
                        </a:lnTo>
                        <a:lnTo>
                          <a:pt x="672" y="654"/>
                        </a:lnTo>
                        <a:lnTo>
                          <a:pt x="696" y="654"/>
                        </a:lnTo>
                        <a:lnTo>
                          <a:pt x="708" y="648"/>
                        </a:lnTo>
                        <a:lnTo>
                          <a:pt x="738" y="618"/>
                        </a:lnTo>
                        <a:lnTo>
                          <a:pt x="738" y="612"/>
                        </a:lnTo>
                        <a:lnTo>
                          <a:pt x="744" y="612"/>
                        </a:lnTo>
                        <a:lnTo>
                          <a:pt x="750" y="606"/>
                        </a:lnTo>
                        <a:lnTo>
                          <a:pt x="768" y="594"/>
                        </a:lnTo>
                        <a:lnTo>
                          <a:pt x="780" y="582"/>
                        </a:lnTo>
                        <a:lnTo>
                          <a:pt x="786" y="570"/>
                        </a:lnTo>
                        <a:lnTo>
                          <a:pt x="786" y="546"/>
                        </a:lnTo>
                        <a:lnTo>
                          <a:pt x="780" y="540"/>
                        </a:lnTo>
                        <a:lnTo>
                          <a:pt x="780" y="534"/>
                        </a:lnTo>
                        <a:lnTo>
                          <a:pt x="750" y="564"/>
                        </a:lnTo>
                        <a:close/>
                        <a:moveTo>
                          <a:pt x="1224" y="324"/>
                        </a:moveTo>
                        <a:lnTo>
                          <a:pt x="1236" y="318"/>
                        </a:lnTo>
                        <a:lnTo>
                          <a:pt x="1242" y="318"/>
                        </a:lnTo>
                        <a:lnTo>
                          <a:pt x="1266" y="306"/>
                        </a:lnTo>
                        <a:lnTo>
                          <a:pt x="1272" y="300"/>
                        </a:lnTo>
                        <a:lnTo>
                          <a:pt x="1272" y="282"/>
                        </a:lnTo>
                        <a:lnTo>
                          <a:pt x="1266" y="270"/>
                        </a:lnTo>
                        <a:lnTo>
                          <a:pt x="1260" y="264"/>
                        </a:lnTo>
                        <a:lnTo>
                          <a:pt x="1248" y="264"/>
                        </a:lnTo>
                        <a:lnTo>
                          <a:pt x="1236" y="276"/>
                        </a:lnTo>
                        <a:lnTo>
                          <a:pt x="1236" y="282"/>
                        </a:lnTo>
                        <a:lnTo>
                          <a:pt x="1224" y="282"/>
                        </a:lnTo>
                        <a:lnTo>
                          <a:pt x="1212" y="276"/>
                        </a:lnTo>
                        <a:lnTo>
                          <a:pt x="1200" y="276"/>
                        </a:lnTo>
                        <a:lnTo>
                          <a:pt x="1194" y="282"/>
                        </a:lnTo>
                        <a:lnTo>
                          <a:pt x="1176" y="288"/>
                        </a:lnTo>
                        <a:lnTo>
                          <a:pt x="1158" y="288"/>
                        </a:lnTo>
                        <a:lnTo>
                          <a:pt x="1146" y="276"/>
                        </a:lnTo>
                        <a:lnTo>
                          <a:pt x="1146" y="222"/>
                        </a:lnTo>
                        <a:lnTo>
                          <a:pt x="1170" y="180"/>
                        </a:lnTo>
                        <a:lnTo>
                          <a:pt x="1170" y="174"/>
                        </a:lnTo>
                        <a:lnTo>
                          <a:pt x="1164" y="162"/>
                        </a:lnTo>
                        <a:lnTo>
                          <a:pt x="1158" y="156"/>
                        </a:lnTo>
                        <a:lnTo>
                          <a:pt x="1146" y="156"/>
                        </a:lnTo>
                        <a:lnTo>
                          <a:pt x="1140" y="168"/>
                        </a:lnTo>
                        <a:lnTo>
                          <a:pt x="1134" y="174"/>
                        </a:lnTo>
                        <a:lnTo>
                          <a:pt x="1134" y="204"/>
                        </a:lnTo>
                        <a:lnTo>
                          <a:pt x="1128" y="216"/>
                        </a:lnTo>
                        <a:lnTo>
                          <a:pt x="1116" y="222"/>
                        </a:lnTo>
                        <a:lnTo>
                          <a:pt x="1116" y="192"/>
                        </a:lnTo>
                        <a:lnTo>
                          <a:pt x="1092" y="174"/>
                        </a:lnTo>
                        <a:lnTo>
                          <a:pt x="1104" y="150"/>
                        </a:lnTo>
                        <a:lnTo>
                          <a:pt x="1116" y="138"/>
                        </a:lnTo>
                        <a:lnTo>
                          <a:pt x="1122" y="126"/>
                        </a:lnTo>
                        <a:lnTo>
                          <a:pt x="1128" y="108"/>
                        </a:lnTo>
                        <a:lnTo>
                          <a:pt x="1128" y="84"/>
                        </a:lnTo>
                        <a:lnTo>
                          <a:pt x="1116" y="78"/>
                        </a:lnTo>
                        <a:lnTo>
                          <a:pt x="1110" y="72"/>
                        </a:lnTo>
                        <a:lnTo>
                          <a:pt x="1098" y="66"/>
                        </a:lnTo>
                        <a:lnTo>
                          <a:pt x="1092" y="60"/>
                        </a:lnTo>
                        <a:lnTo>
                          <a:pt x="1080" y="60"/>
                        </a:lnTo>
                        <a:lnTo>
                          <a:pt x="1086" y="42"/>
                        </a:lnTo>
                        <a:lnTo>
                          <a:pt x="1062" y="42"/>
                        </a:lnTo>
                        <a:lnTo>
                          <a:pt x="1044" y="18"/>
                        </a:lnTo>
                        <a:lnTo>
                          <a:pt x="1050" y="0"/>
                        </a:lnTo>
                        <a:lnTo>
                          <a:pt x="1020" y="18"/>
                        </a:lnTo>
                        <a:lnTo>
                          <a:pt x="1044" y="54"/>
                        </a:lnTo>
                        <a:lnTo>
                          <a:pt x="1032" y="90"/>
                        </a:lnTo>
                        <a:lnTo>
                          <a:pt x="1056" y="102"/>
                        </a:lnTo>
                        <a:lnTo>
                          <a:pt x="1044" y="108"/>
                        </a:lnTo>
                        <a:lnTo>
                          <a:pt x="1044" y="126"/>
                        </a:lnTo>
                        <a:lnTo>
                          <a:pt x="1068" y="132"/>
                        </a:lnTo>
                        <a:lnTo>
                          <a:pt x="1044" y="150"/>
                        </a:lnTo>
                        <a:lnTo>
                          <a:pt x="1062" y="156"/>
                        </a:lnTo>
                        <a:lnTo>
                          <a:pt x="1062" y="168"/>
                        </a:lnTo>
                        <a:lnTo>
                          <a:pt x="1056" y="174"/>
                        </a:lnTo>
                        <a:lnTo>
                          <a:pt x="1056" y="192"/>
                        </a:lnTo>
                        <a:lnTo>
                          <a:pt x="1068" y="198"/>
                        </a:lnTo>
                        <a:lnTo>
                          <a:pt x="1074" y="204"/>
                        </a:lnTo>
                        <a:lnTo>
                          <a:pt x="1056" y="210"/>
                        </a:lnTo>
                        <a:lnTo>
                          <a:pt x="1044" y="222"/>
                        </a:lnTo>
                        <a:lnTo>
                          <a:pt x="1062" y="234"/>
                        </a:lnTo>
                        <a:lnTo>
                          <a:pt x="1038" y="258"/>
                        </a:lnTo>
                        <a:lnTo>
                          <a:pt x="1032" y="270"/>
                        </a:lnTo>
                        <a:lnTo>
                          <a:pt x="1026" y="276"/>
                        </a:lnTo>
                        <a:lnTo>
                          <a:pt x="1026" y="288"/>
                        </a:lnTo>
                        <a:lnTo>
                          <a:pt x="1038" y="300"/>
                        </a:lnTo>
                        <a:lnTo>
                          <a:pt x="1026" y="300"/>
                        </a:lnTo>
                        <a:lnTo>
                          <a:pt x="1014" y="306"/>
                        </a:lnTo>
                        <a:lnTo>
                          <a:pt x="1002" y="306"/>
                        </a:lnTo>
                        <a:lnTo>
                          <a:pt x="978" y="318"/>
                        </a:lnTo>
                        <a:lnTo>
                          <a:pt x="948" y="348"/>
                        </a:lnTo>
                        <a:lnTo>
                          <a:pt x="930" y="360"/>
                        </a:lnTo>
                        <a:lnTo>
                          <a:pt x="894" y="372"/>
                        </a:lnTo>
                        <a:lnTo>
                          <a:pt x="870" y="384"/>
                        </a:lnTo>
                        <a:lnTo>
                          <a:pt x="858" y="396"/>
                        </a:lnTo>
                        <a:lnTo>
                          <a:pt x="858" y="432"/>
                        </a:lnTo>
                        <a:lnTo>
                          <a:pt x="864" y="444"/>
                        </a:lnTo>
                        <a:lnTo>
                          <a:pt x="870" y="450"/>
                        </a:lnTo>
                        <a:lnTo>
                          <a:pt x="870" y="456"/>
                        </a:lnTo>
                        <a:lnTo>
                          <a:pt x="924" y="456"/>
                        </a:lnTo>
                        <a:lnTo>
                          <a:pt x="924" y="474"/>
                        </a:lnTo>
                        <a:lnTo>
                          <a:pt x="918" y="486"/>
                        </a:lnTo>
                        <a:lnTo>
                          <a:pt x="918" y="522"/>
                        </a:lnTo>
                        <a:lnTo>
                          <a:pt x="894" y="534"/>
                        </a:lnTo>
                        <a:lnTo>
                          <a:pt x="882" y="534"/>
                        </a:lnTo>
                        <a:lnTo>
                          <a:pt x="864" y="540"/>
                        </a:lnTo>
                        <a:lnTo>
                          <a:pt x="852" y="546"/>
                        </a:lnTo>
                        <a:lnTo>
                          <a:pt x="852" y="558"/>
                        </a:lnTo>
                        <a:lnTo>
                          <a:pt x="840" y="570"/>
                        </a:lnTo>
                        <a:lnTo>
                          <a:pt x="852" y="576"/>
                        </a:lnTo>
                        <a:lnTo>
                          <a:pt x="858" y="582"/>
                        </a:lnTo>
                        <a:lnTo>
                          <a:pt x="876" y="588"/>
                        </a:lnTo>
                        <a:lnTo>
                          <a:pt x="888" y="588"/>
                        </a:lnTo>
                        <a:lnTo>
                          <a:pt x="912" y="576"/>
                        </a:lnTo>
                        <a:lnTo>
                          <a:pt x="924" y="558"/>
                        </a:lnTo>
                        <a:lnTo>
                          <a:pt x="972" y="510"/>
                        </a:lnTo>
                        <a:lnTo>
                          <a:pt x="996" y="498"/>
                        </a:lnTo>
                        <a:lnTo>
                          <a:pt x="1014" y="492"/>
                        </a:lnTo>
                        <a:lnTo>
                          <a:pt x="1026" y="486"/>
                        </a:lnTo>
                        <a:lnTo>
                          <a:pt x="1032" y="480"/>
                        </a:lnTo>
                        <a:lnTo>
                          <a:pt x="1038" y="480"/>
                        </a:lnTo>
                        <a:lnTo>
                          <a:pt x="1044" y="474"/>
                        </a:lnTo>
                        <a:lnTo>
                          <a:pt x="1050" y="462"/>
                        </a:lnTo>
                        <a:lnTo>
                          <a:pt x="1056" y="462"/>
                        </a:lnTo>
                        <a:lnTo>
                          <a:pt x="1062" y="456"/>
                        </a:lnTo>
                        <a:lnTo>
                          <a:pt x="1074" y="450"/>
                        </a:lnTo>
                        <a:lnTo>
                          <a:pt x="1080" y="444"/>
                        </a:lnTo>
                        <a:lnTo>
                          <a:pt x="1080" y="420"/>
                        </a:lnTo>
                        <a:lnTo>
                          <a:pt x="1074" y="414"/>
                        </a:lnTo>
                        <a:lnTo>
                          <a:pt x="1080" y="414"/>
                        </a:lnTo>
                        <a:lnTo>
                          <a:pt x="1086" y="408"/>
                        </a:lnTo>
                        <a:lnTo>
                          <a:pt x="1110" y="396"/>
                        </a:lnTo>
                        <a:lnTo>
                          <a:pt x="1140" y="396"/>
                        </a:lnTo>
                        <a:lnTo>
                          <a:pt x="1152" y="402"/>
                        </a:lnTo>
                        <a:lnTo>
                          <a:pt x="1164" y="402"/>
                        </a:lnTo>
                        <a:lnTo>
                          <a:pt x="1176" y="390"/>
                        </a:lnTo>
                        <a:lnTo>
                          <a:pt x="1176" y="360"/>
                        </a:lnTo>
                        <a:lnTo>
                          <a:pt x="1200" y="360"/>
                        </a:lnTo>
                        <a:lnTo>
                          <a:pt x="1212" y="354"/>
                        </a:lnTo>
                        <a:lnTo>
                          <a:pt x="1218" y="354"/>
                        </a:lnTo>
                        <a:lnTo>
                          <a:pt x="1224" y="348"/>
                        </a:lnTo>
                        <a:lnTo>
                          <a:pt x="1224" y="32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61" name="Myanmar" descr="© INSCALE GmbH, 05.05.2010&#10;http://www.presentationload.com/">
                    <a:extLst>
                      <a:ext uri="{FF2B5EF4-FFF2-40B4-BE49-F238E27FC236}">
                        <a16:creationId xmlns:a16="http://schemas.microsoft.com/office/drawing/2014/main" id="{87DA1218-A6C8-5A58-F20A-0E46B43FF009}"/>
                      </a:ext>
                    </a:extLst>
                  </p:cNvPr>
                  <p:cNvSpPr>
                    <a:spLocks/>
                  </p:cNvSpPr>
                  <p:nvPr/>
                </p:nvSpPr>
                <p:spPr bwMode="gray">
                  <a:xfrm>
                    <a:off x="4288" y="1985"/>
                    <a:ext cx="162" cy="380"/>
                  </a:xfrm>
                  <a:custGeom>
                    <a:avLst/>
                    <a:gdLst>
                      <a:gd name="T0" fmla="*/ 2147483647 w 636"/>
                      <a:gd name="T1" fmla="*/ 2147483647 h 1500"/>
                      <a:gd name="T2" fmla="*/ 2147483647 w 636"/>
                      <a:gd name="T3" fmla="*/ 2147483647 h 1500"/>
                      <a:gd name="T4" fmla="*/ 2147483647 w 636"/>
                      <a:gd name="T5" fmla="*/ 2147483647 h 1500"/>
                      <a:gd name="T6" fmla="*/ 2147483647 w 636"/>
                      <a:gd name="T7" fmla="*/ 2147483647 h 1500"/>
                      <a:gd name="T8" fmla="*/ 2147483647 w 636"/>
                      <a:gd name="T9" fmla="*/ 2147483647 h 1500"/>
                      <a:gd name="T10" fmla="*/ 2147483647 w 636"/>
                      <a:gd name="T11" fmla="*/ 2147483647 h 1500"/>
                      <a:gd name="T12" fmla="*/ 2147483647 w 636"/>
                      <a:gd name="T13" fmla="*/ 2147483647 h 1500"/>
                      <a:gd name="T14" fmla="*/ 2147483647 w 636"/>
                      <a:gd name="T15" fmla="*/ 2147483647 h 1500"/>
                      <a:gd name="T16" fmla="*/ 2147483647 w 636"/>
                      <a:gd name="T17" fmla="*/ 2147483647 h 1500"/>
                      <a:gd name="T18" fmla="*/ 2147483647 w 636"/>
                      <a:gd name="T19" fmla="*/ 2147483647 h 1500"/>
                      <a:gd name="T20" fmla="*/ 2147483647 w 636"/>
                      <a:gd name="T21" fmla="*/ 2147483647 h 1500"/>
                      <a:gd name="T22" fmla="*/ 2147483647 w 636"/>
                      <a:gd name="T23" fmla="*/ 2147483647 h 1500"/>
                      <a:gd name="T24" fmla="*/ 2147483647 w 636"/>
                      <a:gd name="T25" fmla="*/ 2147483647 h 1500"/>
                      <a:gd name="T26" fmla="*/ 2147483647 w 636"/>
                      <a:gd name="T27" fmla="*/ 2147483647 h 1500"/>
                      <a:gd name="T28" fmla="*/ 2147483647 w 636"/>
                      <a:gd name="T29" fmla="*/ 2147483647 h 1500"/>
                      <a:gd name="T30" fmla="*/ 2147483647 w 636"/>
                      <a:gd name="T31" fmla="*/ 2147483647 h 1500"/>
                      <a:gd name="T32" fmla="*/ 2147483647 w 636"/>
                      <a:gd name="T33" fmla="*/ 2147483647 h 1500"/>
                      <a:gd name="T34" fmla="*/ 2147483647 w 636"/>
                      <a:gd name="T35" fmla="*/ 2147483647 h 1500"/>
                      <a:gd name="T36" fmla="*/ 2147483647 w 636"/>
                      <a:gd name="T37" fmla="*/ 2147483647 h 1500"/>
                      <a:gd name="T38" fmla="*/ 2147483647 w 636"/>
                      <a:gd name="T39" fmla="*/ 2147483647 h 1500"/>
                      <a:gd name="T40" fmla="*/ 2147483647 w 636"/>
                      <a:gd name="T41" fmla="*/ 2147483647 h 1500"/>
                      <a:gd name="T42" fmla="*/ 2147483647 w 636"/>
                      <a:gd name="T43" fmla="*/ 2147483647 h 1500"/>
                      <a:gd name="T44" fmla="*/ 2147483647 w 636"/>
                      <a:gd name="T45" fmla="*/ 2147483647 h 1500"/>
                      <a:gd name="T46" fmla="*/ 2147483647 w 636"/>
                      <a:gd name="T47" fmla="*/ 2147483647 h 1500"/>
                      <a:gd name="T48" fmla="*/ 2147483647 w 636"/>
                      <a:gd name="T49" fmla="*/ 2147483647 h 1500"/>
                      <a:gd name="T50" fmla="*/ 2147483647 w 636"/>
                      <a:gd name="T51" fmla="*/ 2147483647 h 1500"/>
                      <a:gd name="T52" fmla="*/ 2147483647 w 636"/>
                      <a:gd name="T53" fmla="*/ 2147483647 h 1500"/>
                      <a:gd name="T54" fmla="*/ 2147483647 w 636"/>
                      <a:gd name="T55" fmla="*/ 2147483647 h 1500"/>
                      <a:gd name="T56" fmla="*/ 2147483647 w 636"/>
                      <a:gd name="T57" fmla="*/ 2147483647 h 1500"/>
                      <a:gd name="T58" fmla="*/ 2147483647 w 636"/>
                      <a:gd name="T59" fmla="*/ 2147483647 h 1500"/>
                      <a:gd name="T60" fmla="*/ 2147483647 w 636"/>
                      <a:gd name="T61" fmla="*/ 2147483647 h 1500"/>
                      <a:gd name="T62" fmla="*/ 2147483647 w 636"/>
                      <a:gd name="T63" fmla="*/ 2147483647 h 1500"/>
                      <a:gd name="T64" fmla="*/ 2147483647 w 636"/>
                      <a:gd name="T65" fmla="*/ 2147483647 h 1500"/>
                      <a:gd name="T66" fmla="*/ 2147483647 w 636"/>
                      <a:gd name="T67" fmla="*/ 2147483647 h 1500"/>
                      <a:gd name="T68" fmla="*/ 2147483647 w 636"/>
                      <a:gd name="T69" fmla="*/ 2147483647 h 1500"/>
                      <a:gd name="T70" fmla="*/ 2147483647 w 636"/>
                      <a:gd name="T71" fmla="*/ 2147483647 h 1500"/>
                      <a:gd name="T72" fmla="*/ 2147483647 w 636"/>
                      <a:gd name="T73" fmla="*/ 2147483647 h 1500"/>
                      <a:gd name="T74" fmla="*/ 2147483647 w 636"/>
                      <a:gd name="T75" fmla="*/ 2147483647 h 1500"/>
                      <a:gd name="T76" fmla="*/ 2147483647 w 636"/>
                      <a:gd name="T77" fmla="*/ 2147483647 h 1500"/>
                      <a:gd name="T78" fmla="*/ 2147483647 w 636"/>
                      <a:gd name="T79" fmla="*/ 2147483647 h 1500"/>
                      <a:gd name="T80" fmla="*/ 2147483647 w 636"/>
                      <a:gd name="T81" fmla="*/ 2147483647 h 1500"/>
                      <a:gd name="T82" fmla="*/ 2147483647 w 636"/>
                      <a:gd name="T83" fmla="*/ 2147483647 h 1500"/>
                      <a:gd name="T84" fmla="*/ 2147483647 w 636"/>
                      <a:gd name="T85" fmla="*/ 2147483647 h 1500"/>
                      <a:gd name="T86" fmla="*/ 2147483647 w 636"/>
                      <a:gd name="T87" fmla="*/ 0 h 1500"/>
                      <a:gd name="T88" fmla="*/ 2147483647 w 636"/>
                      <a:gd name="T89" fmla="*/ 2147483647 h 1500"/>
                      <a:gd name="T90" fmla="*/ 2147483647 w 636"/>
                      <a:gd name="T91" fmla="*/ 2147483647 h 1500"/>
                      <a:gd name="T92" fmla="*/ 2147483647 w 636"/>
                      <a:gd name="T93" fmla="*/ 2147483647 h 1500"/>
                      <a:gd name="T94" fmla="*/ 2147483647 w 636"/>
                      <a:gd name="T95" fmla="*/ 2147483647 h 1500"/>
                      <a:gd name="T96" fmla="*/ 2147483647 w 636"/>
                      <a:gd name="T97" fmla="*/ 2147483647 h 1500"/>
                      <a:gd name="T98" fmla="*/ 2147483647 w 636"/>
                      <a:gd name="T99" fmla="*/ 2147483647 h 1500"/>
                      <a:gd name="T100" fmla="*/ 2147483647 w 636"/>
                      <a:gd name="T101" fmla="*/ 2147483647 h 1500"/>
                      <a:gd name="T102" fmla="*/ 2147483647 w 636"/>
                      <a:gd name="T103" fmla="*/ 2147483647 h 1500"/>
                      <a:gd name="T104" fmla="*/ 2147483647 w 636"/>
                      <a:gd name="T105" fmla="*/ 2147483647 h 1500"/>
                      <a:gd name="T106" fmla="*/ 2147483647 w 636"/>
                      <a:gd name="T107" fmla="*/ 2147483647 h 1500"/>
                      <a:gd name="T108" fmla="*/ 2147483647 w 636"/>
                      <a:gd name="T109" fmla="*/ 2147483647 h 150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636"/>
                      <a:gd name="T166" fmla="*/ 0 h 1500"/>
                      <a:gd name="T167" fmla="*/ 636 w 636"/>
                      <a:gd name="T168" fmla="*/ 1500 h 1500"/>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636" h="1500">
                        <a:moveTo>
                          <a:pt x="0" y="588"/>
                        </a:moveTo>
                        <a:lnTo>
                          <a:pt x="18" y="588"/>
                        </a:lnTo>
                        <a:lnTo>
                          <a:pt x="12" y="630"/>
                        </a:lnTo>
                        <a:lnTo>
                          <a:pt x="18" y="630"/>
                        </a:lnTo>
                        <a:lnTo>
                          <a:pt x="24" y="636"/>
                        </a:lnTo>
                        <a:lnTo>
                          <a:pt x="42" y="642"/>
                        </a:lnTo>
                        <a:lnTo>
                          <a:pt x="54" y="648"/>
                        </a:lnTo>
                        <a:lnTo>
                          <a:pt x="72" y="666"/>
                        </a:lnTo>
                        <a:lnTo>
                          <a:pt x="84" y="690"/>
                        </a:lnTo>
                        <a:lnTo>
                          <a:pt x="90" y="696"/>
                        </a:lnTo>
                        <a:lnTo>
                          <a:pt x="90" y="702"/>
                        </a:lnTo>
                        <a:lnTo>
                          <a:pt x="126" y="696"/>
                        </a:lnTo>
                        <a:lnTo>
                          <a:pt x="102" y="738"/>
                        </a:lnTo>
                        <a:lnTo>
                          <a:pt x="108" y="738"/>
                        </a:lnTo>
                        <a:lnTo>
                          <a:pt x="114" y="744"/>
                        </a:lnTo>
                        <a:lnTo>
                          <a:pt x="126" y="744"/>
                        </a:lnTo>
                        <a:lnTo>
                          <a:pt x="144" y="750"/>
                        </a:lnTo>
                        <a:lnTo>
                          <a:pt x="156" y="762"/>
                        </a:lnTo>
                        <a:lnTo>
                          <a:pt x="168" y="768"/>
                        </a:lnTo>
                        <a:lnTo>
                          <a:pt x="174" y="780"/>
                        </a:lnTo>
                        <a:lnTo>
                          <a:pt x="186" y="792"/>
                        </a:lnTo>
                        <a:lnTo>
                          <a:pt x="192" y="804"/>
                        </a:lnTo>
                        <a:lnTo>
                          <a:pt x="192" y="822"/>
                        </a:lnTo>
                        <a:lnTo>
                          <a:pt x="198" y="834"/>
                        </a:lnTo>
                        <a:lnTo>
                          <a:pt x="198" y="840"/>
                        </a:lnTo>
                        <a:lnTo>
                          <a:pt x="204" y="846"/>
                        </a:lnTo>
                        <a:lnTo>
                          <a:pt x="210" y="858"/>
                        </a:lnTo>
                        <a:lnTo>
                          <a:pt x="222" y="870"/>
                        </a:lnTo>
                        <a:lnTo>
                          <a:pt x="210" y="888"/>
                        </a:lnTo>
                        <a:lnTo>
                          <a:pt x="216" y="978"/>
                        </a:lnTo>
                        <a:lnTo>
                          <a:pt x="204" y="990"/>
                        </a:lnTo>
                        <a:lnTo>
                          <a:pt x="204" y="1002"/>
                        </a:lnTo>
                        <a:lnTo>
                          <a:pt x="222" y="1020"/>
                        </a:lnTo>
                        <a:lnTo>
                          <a:pt x="234" y="1020"/>
                        </a:lnTo>
                        <a:lnTo>
                          <a:pt x="246" y="1014"/>
                        </a:lnTo>
                        <a:lnTo>
                          <a:pt x="252" y="1008"/>
                        </a:lnTo>
                        <a:lnTo>
                          <a:pt x="258" y="1014"/>
                        </a:lnTo>
                        <a:lnTo>
                          <a:pt x="258" y="1020"/>
                        </a:lnTo>
                        <a:lnTo>
                          <a:pt x="276" y="1020"/>
                        </a:lnTo>
                        <a:lnTo>
                          <a:pt x="282" y="1014"/>
                        </a:lnTo>
                        <a:lnTo>
                          <a:pt x="294" y="1008"/>
                        </a:lnTo>
                        <a:lnTo>
                          <a:pt x="300" y="996"/>
                        </a:lnTo>
                        <a:lnTo>
                          <a:pt x="306" y="990"/>
                        </a:lnTo>
                        <a:lnTo>
                          <a:pt x="312" y="978"/>
                        </a:lnTo>
                        <a:lnTo>
                          <a:pt x="324" y="978"/>
                        </a:lnTo>
                        <a:lnTo>
                          <a:pt x="360" y="960"/>
                        </a:lnTo>
                        <a:lnTo>
                          <a:pt x="366" y="954"/>
                        </a:lnTo>
                        <a:lnTo>
                          <a:pt x="366" y="900"/>
                        </a:lnTo>
                        <a:lnTo>
                          <a:pt x="372" y="894"/>
                        </a:lnTo>
                        <a:lnTo>
                          <a:pt x="378" y="894"/>
                        </a:lnTo>
                        <a:lnTo>
                          <a:pt x="396" y="912"/>
                        </a:lnTo>
                        <a:lnTo>
                          <a:pt x="402" y="924"/>
                        </a:lnTo>
                        <a:lnTo>
                          <a:pt x="402" y="954"/>
                        </a:lnTo>
                        <a:lnTo>
                          <a:pt x="408" y="954"/>
                        </a:lnTo>
                        <a:lnTo>
                          <a:pt x="426" y="972"/>
                        </a:lnTo>
                        <a:lnTo>
                          <a:pt x="432" y="984"/>
                        </a:lnTo>
                        <a:lnTo>
                          <a:pt x="444" y="1014"/>
                        </a:lnTo>
                        <a:lnTo>
                          <a:pt x="450" y="1050"/>
                        </a:lnTo>
                        <a:lnTo>
                          <a:pt x="450" y="1074"/>
                        </a:lnTo>
                        <a:lnTo>
                          <a:pt x="456" y="1092"/>
                        </a:lnTo>
                        <a:lnTo>
                          <a:pt x="456" y="1128"/>
                        </a:lnTo>
                        <a:lnTo>
                          <a:pt x="462" y="1134"/>
                        </a:lnTo>
                        <a:lnTo>
                          <a:pt x="480" y="1170"/>
                        </a:lnTo>
                        <a:lnTo>
                          <a:pt x="486" y="1176"/>
                        </a:lnTo>
                        <a:lnTo>
                          <a:pt x="486" y="1182"/>
                        </a:lnTo>
                        <a:lnTo>
                          <a:pt x="528" y="1272"/>
                        </a:lnTo>
                        <a:lnTo>
                          <a:pt x="540" y="1320"/>
                        </a:lnTo>
                        <a:lnTo>
                          <a:pt x="522" y="1320"/>
                        </a:lnTo>
                        <a:lnTo>
                          <a:pt x="516" y="1326"/>
                        </a:lnTo>
                        <a:lnTo>
                          <a:pt x="516" y="1350"/>
                        </a:lnTo>
                        <a:lnTo>
                          <a:pt x="510" y="1362"/>
                        </a:lnTo>
                        <a:lnTo>
                          <a:pt x="510" y="1374"/>
                        </a:lnTo>
                        <a:lnTo>
                          <a:pt x="552" y="1362"/>
                        </a:lnTo>
                        <a:lnTo>
                          <a:pt x="540" y="1416"/>
                        </a:lnTo>
                        <a:lnTo>
                          <a:pt x="540" y="1428"/>
                        </a:lnTo>
                        <a:lnTo>
                          <a:pt x="534" y="1440"/>
                        </a:lnTo>
                        <a:lnTo>
                          <a:pt x="534" y="1464"/>
                        </a:lnTo>
                        <a:lnTo>
                          <a:pt x="540" y="1482"/>
                        </a:lnTo>
                        <a:lnTo>
                          <a:pt x="540" y="1488"/>
                        </a:lnTo>
                        <a:lnTo>
                          <a:pt x="546" y="1500"/>
                        </a:lnTo>
                        <a:lnTo>
                          <a:pt x="552" y="1488"/>
                        </a:lnTo>
                        <a:lnTo>
                          <a:pt x="558" y="1482"/>
                        </a:lnTo>
                        <a:lnTo>
                          <a:pt x="564" y="1470"/>
                        </a:lnTo>
                        <a:lnTo>
                          <a:pt x="564" y="1458"/>
                        </a:lnTo>
                        <a:lnTo>
                          <a:pt x="558" y="1452"/>
                        </a:lnTo>
                        <a:lnTo>
                          <a:pt x="558" y="1440"/>
                        </a:lnTo>
                        <a:lnTo>
                          <a:pt x="576" y="1422"/>
                        </a:lnTo>
                        <a:lnTo>
                          <a:pt x="594" y="1386"/>
                        </a:lnTo>
                        <a:lnTo>
                          <a:pt x="594" y="1368"/>
                        </a:lnTo>
                        <a:lnTo>
                          <a:pt x="600" y="1356"/>
                        </a:lnTo>
                        <a:lnTo>
                          <a:pt x="600" y="1326"/>
                        </a:lnTo>
                        <a:lnTo>
                          <a:pt x="594" y="1314"/>
                        </a:lnTo>
                        <a:lnTo>
                          <a:pt x="594" y="1290"/>
                        </a:lnTo>
                        <a:lnTo>
                          <a:pt x="570" y="1266"/>
                        </a:lnTo>
                        <a:lnTo>
                          <a:pt x="570" y="1242"/>
                        </a:lnTo>
                        <a:lnTo>
                          <a:pt x="564" y="1224"/>
                        </a:lnTo>
                        <a:lnTo>
                          <a:pt x="564" y="1194"/>
                        </a:lnTo>
                        <a:lnTo>
                          <a:pt x="558" y="1182"/>
                        </a:lnTo>
                        <a:lnTo>
                          <a:pt x="516" y="1140"/>
                        </a:lnTo>
                        <a:lnTo>
                          <a:pt x="510" y="1128"/>
                        </a:lnTo>
                        <a:lnTo>
                          <a:pt x="504" y="1122"/>
                        </a:lnTo>
                        <a:lnTo>
                          <a:pt x="498" y="1110"/>
                        </a:lnTo>
                        <a:lnTo>
                          <a:pt x="492" y="1104"/>
                        </a:lnTo>
                        <a:lnTo>
                          <a:pt x="492" y="1098"/>
                        </a:lnTo>
                        <a:lnTo>
                          <a:pt x="486" y="1092"/>
                        </a:lnTo>
                        <a:lnTo>
                          <a:pt x="504" y="1056"/>
                        </a:lnTo>
                        <a:lnTo>
                          <a:pt x="510" y="1050"/>
                        </a:lnTo>
                        <a:lnTo>
                          <a:pt x="516" y="1038"/>
                        </a:lnTo>
                        <a:lnTo>
                          <a:pt x="516" y="1014"/>
                        </a:lnTo>
                        <a:lnTo>
                          <a:pt x="510" y="1002"/>
                        </a:lnTo>
                        <a:lnTo>
                          <a:pt x="522" y="1002"/>
                        </a:lnTo>
                        <a:lnTo>
                          <a:pt x="528" y="996"/>
                        </a:lnTo>
                        <a:lnTo>
                          <a:pt x="528" y="978"/>
                        </a:lnTo>
                        <a:lnTo>
                          <a:pt x="522" y="972"/>
                        </a:lnTo>
                        <a:lnTo>
                          <a:pt x="516" y="978"/>
                        </a:lnTo>
                        <a:lnTo>
                          <a:pt x="510" y="978"/>
                        </a:lnTo>
                        <a:lnTo>
                          <a:pt x="504" y="972"/>
                        </a:lnTo>
                        <a:lnTo>
                          <a:pt x="498" y="960"/>
                        </a:lnTo>
                        <a:lnTo>
                          <a:pt x="498" y="942"/>
                        </a:lnTo>
                        <a:lnTo>
                          <a:pt x="504" y="942"/>
                        </a:lnTo>
                        <a:lnTo>
                          <a:pt x="504" y="936"/>
                        </a:lnTo>
                        <a:lnTo>
                          <a:pt x="498" y="930"/>
                        </a:lnTo>
                        <a:lnTo>
                          <a:pt x="486" y="924"/>
                        </a:lnTo>
                        <a:lnTo>
                          <a:pt x="474" y="912"/>
                        </a:lnTo>
                        <a:lnTo>
                          <a:pt x="462" y="906"/>
                        </a:lnTo>
                        <a:lnTo>
                          <a:pt x="444" y="888"/>
                        </a:lnTo>
                        <a:lnTo>
                          <a:pt x="438" y="876"/>
                        </a:lnTo>
                        <a:lnTo>
                          <a:pt x="438" y="870"/>
                        </a:lnTo>
                        <a:lnTo>
                          <a:pt x="432" y="870"/>
                        </a:lnTo>
                        <a:lnTo>
                          <a:pt x="438" y="846"/>
                        </a:lnTo>
                        <a:lnTo>
                          <a:pt x="426" y="840"/>
                        </a:lnTo>
                        <a:lnTo>
                          <a:pt x="402" y="816"/>
                        </a:lnTo>
                        <a:lnTo>
                          <a:pt x="402" y="810"/>
                        </a:lnTo>
                        <a:lnTo>
                          <a:pt x="426" y="810"/>
                        </a:lnTo>
                        <a:lnTo>
                          <a:pt x="426" y="792"/>
                        </a:lnTo>
                        <a:lnTo>
                          <a:pt x="408" y="774"/>
                        </a:lnTo>
                        <a:lnTo>
                          <a:pt x="408" y="768"/>
                        </a:lnTo>
                        <a:lnTo>
                          <a:pt x="414" y="762"/>
                        </a:lnTo>
                        <a:lnTo>
                          <a:pt x="420" y="762"/>
                        </a:lnTo>
                        <a:lnTo>
                          <a:pt x="426" y="756"/>
                        </a:lnTo>
                        <a:lnTo>
                          <a:pt x="426" y="708"/>
                        </a:lnTo>
                        <a:lnTo>
                          <a:pt x="456" y="708"/>
                        </a:lnTo>
                        <a:lnTo>
                          <a:pt x="468" y="714"/>
                        </a:lnTo>
                        <a:lnTo>
                          <a:pt x="480" y="714"/>
                        </a:lnTo>
                        <a:lnTo>
                          <a:pt x="486" y="708"/>
                        </a:lnTo>
                        <a:lnTo>
                          <a:pt x="492" y="696"/>
                        </a:lnTo>
                        <a:lnTo>
                          <a:pt x="498" y="690"/>
                        </a:lnTo>
                        <a:lnTo>
                          <a:pt x="498" y="684"/>
                        </a:lnTo>
                        <a:lnTo>
                          <a:pt x="522" y="684"/>
                        </a:lnTo>
                        <a:lnTo>
                          <a:pt x="528" y="660"/>
                        </a:lnTo>
                        <a:lnTo>
                          <a:pt x="534" y="660"/>
                        </a:lnTo>
                        <a:lnTo>
                          <a:pt x="540" y="654"/>
                        </a:lnTo>
                        <a:lnTo>
                          <a:pt x="564" y="654"/>
                        </a:lnTo>
                        <a:lnTo>
                          <a:pt x="564" y="642"/>
                        </a:lnTo>
                        <a:lnTo>
                          <a:pt x="582" y="624"/>
                        </a:lnTo>
                        <a:lnTo>
                          <a:pt x="594" y="624"/>
                        </a:lnTo>
                        <a:lnTo>
                          <a:pt x="600" y="618"/>
                        </a:lnTo>
                        <a:lnTo>
                          <a:pt x="594" y="612"/>
                        </a:lnTo>
                        <a:lnTo>
                          <a:pt x="600" y="600"/>
                        </a:lnTo>
                        <a:lnTo>
                          <a:pt x="600" y="588"/>
                        </a:lnTo>
                        <a:lnTo>
                          <a:pt x="636" y="570"/>
                        </a:lnTo>
                        <a:lnTo>
                          <a:pt x="636" y="552"/>
                        </a:lnTo>
                        <a:lnTo>
                          <a:pt x="630" y="546"/>
                        </a:lnTo>
                        <a:lnTo>
                          <a:pt x="618" y="546"/>
                        </a:lnTo>
                        <a:lnTo>
                          <a:pt x="600" y="564"/>
                        </a:lnTo>
                        <a:lnTo>
                          <a:pt x="600" y="570"/>
                        </a:lnTo>
                        <a:lnTo>
                          <a:pt x="558" y="570"/>
                        </a:lnTo>
                        <a:lnTo>
                          <a:pt x="558" y="552"/>
                        </a:lnTo>
                        <a:lnTo>
                          <a:pt x="546" y="552"/>
                        </a:lnTo>
                        <a:lnTo>
                          <a:pt x="534" y="522"/>
                        </a:lnTo>
                        <a:lnTo>
                          <a:pt x="480" y="516"/>
                        </a:lnTo>
                        <a:lnTo>
                          <a:pt x="486" y="504"/>
                        </a:lnTo>
                        <a:lnTo>
                          <a:pt x="486" y="498"/>
                        </a:lnTo>
                        <a:lnTo>
                          <a:pt x="492" y="492"/>
                        </a:lnTo>
                        <a:lnTo>
                          <a:pt x="492" y="480"/>
                        </a:lnTo>
                        <a:lnTo>
                          <a:pt x="480" y="468"/>
                        </a:lnTo>
                        <a:lnTo>
                          <a:pt x="486" y="462"/>
                        </a:lnTo>
                        <a:lnTo>
                          <a:pt x="498" y="462"/>
                        </a:lnTo>
                        <a:lnTo>
                          <a:pt x="504" y="456"/>
                        </a:lnTo>
                        <a:lnTo>
                          <a:pt x="504" y="450"/>
                        </a:lnTo>
                        <a:lnTo>
                          <a:pt x="498" y="444"/>
                        </a:lnTo>
                        <a:lnTo>
                          <a:pt x="486" y="438"/>
                        </a:lnTo>
                        <a:lnTo>
                          <a:pt x="456" y="438"/>
                        </a:lnTo>
                        <a:lnTo>
                          <a:pt x="444" y="396"/>
                        </a:lnTo>
                        <a:lnTo>
                          <a:pt x="420" y="378"/>
                        </a:lnTo>
                        <a:lnTo>
                          <a:pt x="450" y="354"/>
                        </a:lnTo>
                        <a:lnTo>
                          <a:pt x="390" y="354"/>
                        </a:lnTo>
                        <a:lnTo>
                          <a:pt x="384" y="360"/>
                        </a:lnTo>
                        <a:lnTo>
                          <a:pt x="372" y="360"/>
                        </a:lnTo>
                        <a:lnTo>
                          <a:pt x="366" y="366"/>
                        </a:lnTo>
                        <a:lnTo>
                          <a:pt x="354" y="372"/>
                        </a:lnTo>
                        <a:lnTo>
                          <a:pt x="366" y="354"/>
                        </a:lnTo>
                        <a:lnTo>
                          <a:pt x="360" y="342"/>
                        </a:lnTo>
                        <a:lnTo>
                          <a:pt x="342" y="324"/>
                        </a:lnTo>
                        <a:lnTo>
                          <a:pt x="342" y="306"/>
                        </a:lnTo>
                        <a:lnTo>
                          <a:pt x="354" y="306"/>
                        </a:lnTo>
                        <a:lnTo>
                          <a:pt x="348" y="276"/>
                        </a:lnTo>
                        <a:lnTo>
                          <a:pt x="360" y="276"/>
                        </a:lnTo>
                        <a:lnTo>
                          <a:pt x="366" y="270"/>
                        </a:lnTo>
                        <a:lnTo>
                          <a:pt x="366" y="234"/>
                        </a:lnTo>
                        <a:lnTo>
                          <a:pt x="372" y="240"/>
                        </a:lnTo>
                        <a:lnTo>
                          <a:pt x="384" y="240"/>
                        </a:lnTo>
                        <a:lnTo>
                          <a:pt x="390" y="234"/>
                        </a:lnTo>
                        <a:lnTo>
                          <a:pt x="396" y="222"/>
                        </a:lnTo>
                        <a:lnTo>
                          <a:pt x="396" y="216"/>
                        </a:lnTo>
                        <a:lnTo>
                          <a:pt x="378" y="198"/>
                        </a:lnTo>
                        <a:lnTo>
                          <a:pt x="390" y="198"/>
                        </a:lnTo>
                        <a:lnTo>
                          <a:pt x="396" y="192"/>
                        </a:lnTo>
                        <a:lnTo>
                          <a:pt x="408" y="192"/>
                        </a:lnTo>
                        <a:lnTo>
                          <a:pt x="396" y="132"/>
                        </a:lnTo>
                        <a:lnTo>
                          <a:pt x="384" y="108"/>
                        </a:lnTo>
                        <a:lnTo>
                          <a:pt x="384" y="78"/>
                        </a:lnTo>
                        <a:lnTo>
                          <a:pt x="378" y="72"/>
                        </a:lnTo>
                        <a:lnTo>
                          <a:pt x="342" y="72"/>
                        </a:lnTo>
                        <a:lnTo>
                          <a:pt x="342" y="66"/>
                        </a:lnTo>
                        <a:lnTo>
                          <a:pt x="336" y="60"/>
                        </a:lnTo>
                        <a:lnTo>
                          <a:pt x="318" y="24"/>
                        </a:lnTo>
                        <a:lnTo>
                          <a:pt x="306" y="18"/>
                        </a:lnTo>
                        <a:lnTo>
                          <a:pt x="300" y="6"/>
                        </a:lnTo>
                        <a:lnTo>
                          <a:pt x="294" y="0"/>
                        </a:lnTo>
                        <a:lnTo>
                          <a:pt x="288" y="0"/>
                        </a:lnTo>
                        <a:lnTo>
                          <a:pt x="282" y="18"/>
                        </a:lnTo>
                        <a:lnTo>
                          <a:pt x="282" y="48"/>
                        </a:lnTo>
                        <a:lnTo>
                          <a:pt x="276" y="48"/>
                        </a:lnTo>
                        <a:lnTo>
                          <a:pt x="270" y="54"/>
                        </a:lnTo>
                        <a:lnTo>
                          <a:pt x="258" y="60"/>
                        </a:lnTo>
                        <a:lnTo>
                          <a:pt x="246" y="72"/>
                        </a:lnTo>
                        <a:lnTo>
                          <a:pt x="252" y="84"/>
                        </a:lnTo>
                        <a:lnTo>
                          <a:pt x="258" y="90"/>
                        </a:lnTo>
                        <a:lnTo>
                          <a:pt x="270" y="96"/>
                        </a:lnTo>
                        <a:lnTo>
                          <a:pt x="276" y="102"/>
                        </a:lnTo>
                        <a:lnTo>
                          <a:pt x="276" y="108"/>
                        </a:lnTo>
                        <a:lnTo>
                          <a:pt x="258" y="108"/>
                        </a:lnTo>
                        <a:lnTo>
                          <a:pt x="252" y="102"/>
                        </a:lnTo>
                        <a:lnTo>
                          <a:pt x="216" y="102"/>
                        </a:lnTo>
                        <a:lnTo>
                          <a:pt x="204" y="108"/>
                        </a:lnTo>
                        <a:lnTo>
                          <a:pt x="198" y="108"/>
                        </a:lnTo>
                        <a:lnTo>
                          <a:pt x="198" y="126"/>
                        </a:lnTo>
                        <a:lnTo>
                          <a:pt x="186" y="138"/>
                        </a:lnTo>
                        <a:lnTo>
                          <a:pt x="174" y="144"/>
                        </a:lnTo>
                        <a:lnTo>
                          <a:pt x="162" y="144"/>
                        </a:lnTo>
                        <a:lnTo>
                          <a:pt x="156" y="150"/>
                        </a:lnTo>
                        <a:lnTo>
                          <a:pt x="150" y="150"/>
                        </a:lnTo>
                        <a:lnTo>
                          <a:pt x="150" y="174"/>
                        </a:lnTo>
                        <a:lnTo>
                          <a:pt x="156" y="180"/>
                        </a:lnTo>
                        <a:lnTo>
                          <a:pt x="156" y="186"/>
                        </a:lnTo>
                        <a:lnTo>
                          <a:pt x="162" y="192"/>
                        </a:lnTo>
                        <a:lnTo>
                          <a:pt x="162" y="204"/>
                        </a:lnTo>
                        <a:lnTo>
                          <a:pt x="144" y="234"/>
                        </a:lnTo>
                        <a:lnTo>
                          <a:pt x="138" y="240"/>
                        </a:lnTo>
                        <a:lnTo>
                          <a:pt x="126" y="246"/>
                        </a:lnTo>
                        <a:lnTo>
                          <a:pt x="126" y="264"/>
                        </a:lnTo>
                        <a:lnTo>
                          <a:pt x="132" y="276"/>
                        </a:lnTo>
                        <a:lnTo>
                          <a:pt x="138" y="282"/>
                        </a:lnTo>
                        <a:lnTo>
                          <a:pt x="120" y="336"/>
                        </a:lnTo>
                        <a:lnTo>
                          <a:pt x="120" y="372"/>
                        </a:lnTo>
                        <a:lnTo>
                          <a:pt x="108" y="372"/>
                        </a:lnTo>
                        <a:lnTo>
                          <a:pt x="96" y="366"/>
                        </a:lnTo>
                        <a:lnTo>
                          <a:pt x="42" y="366"/>
                        </a:lnTo>
                        <a:lnTo>
                          <a:pt x="48" y="366"/>
                        </a:lnTo>
                        <a:lnTo>
                          <a:pt x="66" y="384"/>
                        </a:lnTo>
                        <a:lnTo>
                          <a:pt x="72" y="432"/>
                        </a:lnTo>
                        <a:lnTo>
                          <a:pt x="66" y="432"/>
                        </a:lnTo>
                        <a:lnTo>
                          <a:pt x="48" y="450"/>
                        </a:lnTo>
                        <a:lnTo>
                          <a:pt x="54" y="462"/>
                        </a:lnTo>
                        <a:lnTo>
                          <a:pt x="54" y="486"/>
                        </a:lnTo>
                        <a:lnTo>
                          <a:pt x="72" y="504"/>
                        </a:lnTo>
                        <a:lnTo>
                          <a:pt x="72" y="516"/>
                        </a:lnTo>
                        <a:lnTo>
                          <a:pt x="60" y="516"/>
                        </a:lnTo>
                        <a:lnTo>
                          <a:pt x="54" y="510"/>
                        </a:lnTo>
                        <a:lnTo>
                          <a:pt x="48" y="510"/>
                        </a:lnTo>
                        <a:lnTo>
                          <a:pt x="48" y="534"/>
                        </a:lnTo>
                        <a:lnTo>
                          <a:pt x="30" y="516"/>
                        </a:lnTo>
                        <a:lnTo>
                          <a:pt x="42" y="576"/>
                        </a:lnTo>
                        <a:lnTo>
                          <a:pt x="6" y="570"/>
                        </a:lnTo>
                        <a:lnTo>
                          <a:pt x="6" y="576"/>
                        </a:lnTo>
                        <a:lnTo>
                          <a:pt x="0" y="588"/>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62" name="Mongolia" descr="© INSCALE GmbH, 05.05.2010&#10;http://www.presentationload.com/">
                    <a:extLst>
                      <a:ext uri="{FF2B5EF4-FFF2-40B4-BE49-F238E27FC236}">
                        <a16:creationId xmlns:a16="http://schemas.microsoft.com/office/drawing/2014/main" id="{9F6904D6-031A-4708-178D-36B54C6FA70D}"/>
                      </a:ext>
                    </a:extLst>
                  </p:cNvPr>
                  <p:cNvSpPr>
                    <a:spLocks/>
                  </p:cNvSpPr>
                  <p:nvPr/>
                </p:nvSpPr>
                <p:spPr bwMode="gray">
                  <a:xfrm>
                    <a:off x="4063" y="1507"/>
                    <a:ext cx="532" cy="212"/>
                  </a:xfrm>
                  <a:custGeom>
                    <a:avLst/>
                    <a:gdLst>
                      <a:gd name="T0" fmla="*/ 2147483647 w 2100"/>
                      <a:gd name="T1" fmla="*/ 2147483647 h 834"/>
                      <a:gd name="T2" fmla="*/ 2147483647 w 2100"/>
                      <a:gd name="T3" fmla="*/ 2147483647 h 834"/>
                      <a:gd name="T4" fmla="*/ 2147483647 w 2100"/>
                      <a:gd name="T5" fmla="*/ 2147483647 h 834"/>
                      <a:gd name="T6" fmla="*/ 2147483647 w 2100"/>
                      <a:gd name="T7" fmla="*/ 2147483647 h 834"/>
                      <a:gd name="T8" fmla="*/ 2147483647 w 2100"/>
                      <a:gd name="T9" fmla="*/ 2147483647 h 834"/>
                      <a:gd name="T10" fmla="*/ 2147483647 w 2100"/>
                      <a:gd name="T11" fmla="*/ 2147483647 h 834"/>
                      <a:gd name="T12" fmla="*/ 2147483647 w 2100"/>
                      <a:gd name="T13" fmla="*/ 2147483647 h 834"/>
                      <a:gd name="T14" fmla="*/ 2147483647 w 2100"/>
                      <a:gd name="T15" fmla="*/ 2147483647 h 834"/>
                      <a:gd name="T16" fmla="*/ 2147483647 w 2100"/>
                      <a:gd name="T17" fmla="*/ 2147483647 h 834"/>
                      <a:gd name="T18" fmla="*/ 2147483647 w 2100"/>
                      <a:gd name="T19" fmla="*/ 2147483647 h 834"/>
                      <a:gd name="T20" fmla="*/ 2147483647 w 2100"/>
                      <a:gd name="T21" fmla="*/ 2147483647 h 834"/>
                      <a:gd name="T22" fmla="*/ 2147483647 w 2100"/>
                      <a:gd name="T23" fmla="*/ 2147483647 h 834"/>
                      <a:gd name="T24" fmla="*/ 2147483647 w 2100"/>
                      <a:gd name="T25" fmla="*/ 2147483647 h 834"/>
                      <a:gd name="T26" fmla="*/ 2147483647 w 2100"/>
                      <a:gd name="T27" fmla="*/ 2147483647 h 834"/>
                      <a:gd name="T28" fmla="*/ 2147483647 w 2100"/>
                      <a:gd name="T29" fmla="*/ 2147483647 h 834"/>
                      <a:gd name="T30" fmla="*/ 2147483647 w 2100"/>
                      <a:gd name="T31" fmla="*/ 2147483647 h 834"/>
                      <a:gd name="T32" fmla="*/ 2147483647 w 2100"/>
                      <a:gd name="T33" fmla="*/ 2147483647 h 834"/>
                      <a:gd name="T34" fmla="*/ 2147483647 w 2100"/>
                      <a:gd name="T35" fmla="*/ 2147483647 h 834"/>
                      <a:gd name="T36" fmla="*/ 2147483647 w 2100"/>
                      <a:gd name="T37" fmla="*/ 2147483647 h 834"/>
                      <a:gd name="T38" fmla="*/ 2147483647 w 2100"/>
                      <a:gd name="T39" fmla="*/ 2147483647 h 834"/>
                      <a:gd name="T40" fmla="*/ 2147483647 w 2100"/>
                      <a:gd name="T41" fmla="*/ 2147483647 h 834"/>
                      <a:gd name="T42" fmla="*/ 2147483647 w 2100"/>
                      <a:gd name="T43" fmla="*/ 2147483647 h 834"/>
                      <a:gd name="T44" fmla="*/ 2147483647 w 2100"/>
                      <a:gd name="T45" fmla="*/ 2147483647 h 834"/>
                      <a:gd name="T46" fmla="*/ 2147483647 w 2100"/>
                      <a:gd name="T47" fmla="*/ 2147483647 h 834"/>
                      <a:gd name="T48" fmla="*/ 2147483647 w 2100"/>
                      <a:gd name="T49" fmla="*/ 2147483647 h 834"/>
                      <a:gd name="T50" fmla="*/ 2147483647 w 2100"/>
                      <a:gd name="T51" fmla="*/ 2147483647 h 834"/>
                      <a:gd name="T52" fmla="*/ 2147483647 w 2100"/>
                      <a:gd name="T53" fmla="*/ 2147483647 h 834"/>
                      <a:gd name="T54" fmla="*/ 2147483647 w 2100"/>
                      <a:gd name="T55" fmla="*/ 2147483647 h 834"/>
                      <a:gd name="T56" fmla="*/ 2147483647 w 2100"/>
                      <a:gd name="T57" fmla="*/ 2147483647 h 834"/>
                      <a:gd name="T58" fmla="*/ 2147483647 w 2100"/>
                      <a:gd name="T59" fmla="*/ 2147483647 h 834"/>
                      <a:gd name="T60" fmla="*/ 2147483647 w 2100"/>
                      <a:gd name="T61" fmla="*/ 2147483647 h 834"/>
                      <a:gd name="T62" fmla="*/ 0 w 2100"/>
                      <a:gd name="T63" fmla="*/ 2147483647 h 834"/>
                      <a:gd name="T64" fmla="*/ 2147483647 w 2100"/>
                      <a:gd name="T65" fmla="*/ 2147483647 h 834"/>
                      <a:gd name="T66" fmla="*/ 2147483647 w 2100"/>
                      <a:gd name="T67" fmla="*/ 2147483647 h 834"/>
                      <a:gd name="T68" fmla="*/ 2147483647 w 2100"/>
                      <a:gd name="T69" fmla="*/ 2147483647 h 834"/>
                      <a:gd name="T70" fmla="*/ 2147483647 w 2100"/>
                      <a:gd name="T71" fmla="*/ 2147483647 h 834"/>
                      <a:gd name="T72" fmla="*/ 2147483647 w 2100"/>
                      <a:gd name="T73" fmla="*/ 2147483647 h 834"/>
                      <a:gd name="T74" fmla="*/ 2147483647 w 2100"/>
                      <a:gd name="T75" fmla="*/ 2147483647 h 834"/>
                      <a:gd name="T76" fmla="*/ 2147483647 w 2100"/>
                      <a:gd name="T77" fmla="*/ 2147483647 h 834"/>
                      <a:gd name="T78" fmla="*/ 2147483647 w 2100"/>
                      <a:gd name="T79" fmla="*/ 2147483647 h 834"/>
                      <a:gd name="T80" fmla="*/ 2147483647 w 2100"/>
                      <a:gd name="T81" fmla="*/ 2147483647 h 834"/>
                      <a:gd name="T82" fmla="*/ 2147483647 w 2100"/>
                      <a:gd name="T83" fmla="*/ 2147483647 h 834"/>
                      <a:gd name="T84" fmla="*/ 2147483647 w 2100"/>
                      <a:gd name="T85" fmla="*/ 2147483647 h 834"/>
                      <a:gd name="T86" fmla="*/ 2147483647 w 2100"/>
                      <a:gd name="T87" fmla="*/ 2147483647 h 834"/>
                      <a:gd name="T88" fmla="*/ 2147483647 w 2100"/>
                      <a:gd name="T89" fmla="*/ 2147483647 h 834"/>
                      <a:gd name="T90" fmla="*/ 2147483647 w 2100"/>
                      <a:gd name="T91" fmla="*/ 2147483647 h 834"/>
                      <a:gd name="T92" fmla="*/ 2147483647 w 2100"/>
                      <a:gd name="T93" fmla="*/ 2147483647 h 834"/>
                      <a:gd name="T94" fmla="*/ 2147483647 w 2100"/>
                      <a:gd name="T95" fmla="*/ 2147483647 h 834"/>
                      <a:gd name="T96" fmla="*/ 2147483647 w 2100"/>
                      <a:gd name="T97" fmla="*/ 2147483647 h 834"/>
                      <a:gd name="T98" fmla="*/ 2147483647 w 2100"/>
                      <a:gd name="T99" fmla="*/ 2147483647 h 834"/>
                      <a:gd name="T100" fmla="*/ 2147483647 w 2100"/>
                      <a:gd name="T101" fmla="*/ 2147483647 h 834"/>
                      <a:gd name="T102" fmla="*/ 2147483647 w 2100"/>
                      <a:gd name="T103" fmla="*/ 2147483647 h 834"/>
                      <a:gd name="T104" fmla="*/ 2147483647 w 2100"/>
                      <a:gd name="T105" fmla="*/ 2147483647 h 834"/>
                      <a:gd name="T106" fmla="*/ 2147483647 w 2100"/>
                      <a:gd name="T107" fmla="*/ 2147483647 h 834"/>
                      <a:gd name="T108" fmla="*/ 2147483647 w 2100"/>
                      <a:gd name="T109" fmla="*/ 2147483647 h 834"/>
                      <a:gd name="T110" fmla="*/ 2147483647 w 2100"/>
                      <a:gd name="T111" fmla="*/ 2147483647 h 834"/>
                      <a:gd name="T112" fmla="*/ 2147483647 w 2100"/>
                      <a:gd name="T113" fmla="*/ 2147483647 h 834"/>
                      <a:gd name="T114" fmla="*/ 2147483647 w 2100"/>
                      <a:gd name="T115" fmla="*/ 2147483647 h 834"/>
                      <a:gd name="T116" fmla="*/ 2147483647 w 2100"/>
                      <a:gd name="T117" fmla="*/ 2147483647 h 834"/>
                      <a:gd name="T118" fmla="*/ 2147483647 w 2100"/>
                      <a:gd name="T119" fmla="*/ 2147483647 h 834"/>
                      <a:gd name="T120" fmla="*/ 2147483647 w 2100"/>
                      <a:gd name="T121" fmla="*/ 2147483647 h 834"/>
                      <a:gd name="T122" fmla="*/ 2147483647 w 2100"/>
                      <a:gd name="T123" fmla="*/ 2147483647 h 83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100"/>
                      <a:gd name="T187" fmla="*/ 0 h 834"/>
                      <a:gd name="T188" fmla="*/ 2100 w 2100"/>
                      <a:gd name="T189" fmla="*/ 834 h 83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100" h="834">
                        <a:moveTo>
                          <a:pt x="2088" y="408"/>
                        </a:moveTo>
                        <a:lnTo>
                          <a:pt x="2076" y="396"/>
                        </a:lnTo>
                        <a:lnTo>
                          <a:pt x="2070" y="384"/>
                        </a:lnTo>
                        <a:lnTo>
                          <a:pt x="2058" y="384"/>
                        </a:lnTo>
                        <a:lnTo>
                          <a:pt x="2034" y="372"/>
                        </a:lnTo>
                        <a:lnTo>
                          <a:pt x="2022" y="360"/>
                        </a:lnTo>
                        <a:lnTo>
                          <a:pt x="2010" y="354"/>
                        </a:lnTo>
                        <a:lnTo>
                          <a:pt x="2004" y="348"/>
                        </a:lnTo>
                        <a:lnTo>
                          <a:pt x="1986" y="348"/>
                        </a:lnTo>
                        <a:lnTo>
                          <a:pt x="1974" y="342"/>
                        </a:lnTo>
                        <a:lnTo>
                          <a:pt x="1968" y="336"/>
                        </a:lnTo>
                        <a:lnTo>
                          <a:pt x="1968" y="324"/>
                        </a:lnTo>
                        <a:lnTo>
                          <a:pt x="1902" y="324"/>
                        </a:lnTo>
                        <a:lnTo>
                          <a:pt x="1902" y="348"/>
                        </a:lnTo>
                        <a:lnTo>
                          <a:pt x="1896" y="354"/>
                        </a:lnTo>
                        <a:lnTo>
                          <a:pt x="1890" y="354"/>
                        </a:lnTo>
                        <a:lnTo>
                          <a:pt x="1878" y="348"/>
                        </a:lnTo>
                        <a:lnTo>
                          <a:pt x="1866" y="336"/>
                        </a:lnTo>
                        <a:lnTo>
                          <a:pt x="1812" y="336"/>
                        </a:lnTo>
                        <a:lnTo>
                          <a:pt x="1806" y="342"/>
                        </a:lnTo>
                        <a:lnTo>
                          <a:pt x="1812" y="342"/>
                        </a:lnTo>
                        <a:lnTo>
                          <a:pt x="1812" y="348"/>
                        </a:lnTo>
                        <a:lnTo>
                          <a:pt x="1794" y="348"/>
                        </a:lnTo>
                        <a:lnTo>
                          <a:pt x="1788" y="342"/>
                        </a:lnTo>
                        <a:lnTo>
                          <a:pt x="1776" y="336"/>
                        </a:lnTo>
                        <a:lnTo>
                          <a:pt x="1770" y="324"/>
                        </a:lnTo>
                        <a:lnTo>
                          <a:pt x="1770" y="306"/>
                        </a:lnTo>
                        <a:lnTo>
                          <a:pt x="1776" y="306"/>
                        </a:lnTo>
                        <a:lnTo>
                          <a:pt x="1770" y="294"/>
                        </a:lnTo>
                        <a:lnTo>
                          <a:pt x="1764" y="270"/>
                        </a:lnTo>
                        <a:lnTo>
                          <a:pt x="1758" y="258"/>
                        </a:lnTo>
                        <a:lnTo>
                          <a:pt x="1758" y="174"/>
                        </a:lnTo>
                        <a:lnTo>
                          <a:pt x="1740" y="174"/>
                        </a:lnTo>
                        <a:lnTo>
                          <a:pt x="1716" y="168"/>
                        </a:lnTo>
                        <a:lnTo>
                          <a:pt x="1710" y="174"/>
                        </a:lnTo>
                        <a:lnTo>
                          <a:pt x="1698" y="180"/>
                        </a:lnTo>
                        <a:lnTo>
                          <a:pt x="1674" y="180"/>
                        </a:lnTo>
                        <a:lnTo>
                          <a:pt x="1662" y="174"/>
                        </a:lnTo>
                        <a:lnTo>
                          <a:pt x="1644" y="156"/>
                        </a:lnTo>
                        <a:lnTo>
                          <a:pt x="1608" y="156"/>
                        </a:lnTo>
                        <a:lnTo>
                          <a:pt x="1596" y="150"/>
                        </a:lnTo>
                        <a:lnTo>
                          <a:pt x="1578" y="150"/>
                        </a:lnTo>
                        <a:lnTo>
                          <a:pt x="1548" y="180"/>
                        </a:lnTo>
                        <a:lnTo>
                          <a:pt x="1548" y="192"/>
                        </a:lnTo>
                        <a:lnTo>
                          <a:pt x="1536" y="204"/>
                        </a:lnTo>
                        <a:lnTo>
                          <a:pt x="1500" y="204"/>
                        </a:lnTo>
                        <a:lnTo>
                          <a:pt x="1488" y="216"/>
                        </a:lnTo>
                        <a:lnTo>
                          <a:pt x="1440" y="216"/>
                        </a:lnTo>
                        <a:lnTo>
                          <a:pt x="1440" y="222"/>
                        </a:lnTo>
                        <a:lnTo>
                          <a:pt x="1422" y="240"/>
                        </a:lnTo>
                        <a:lnTo>
                          <a:pt x="1416" y="240"/>
                        </a:lnTo>
                        <a:lnTo>
                          <a:pt x="1416" y="234"/>
                        </a:lnTo>
                        <a:lnTo>
                          <a:pt x="1410" y="228"/>
                        </a:lnTo>
                        <a:lnTo>
                          <a:pt x="1392" y="228"/>
                        </a:lnTo>
                        <a:lnTo>
                          <a:pt x="1380" y="234"/>
                        </a:lnTo>
                        <a:lnTo>
                          <a:pt x="1356" y="234"/>
                        </a:lnTo>
                        <a:lnTo>
                          <a:pt x="1344" y="228"/>
                        </a:lnTo>
                        <a:lnTo>
                          <a:pt x="1338" y="228"/>
                        </a:lnTo>
                        <a:lnTo>
                          <a:pt x="1332" y="222"/>
                        </a:lnTo>
                        <a:lnTo>
                          <a:pt x="1266" y="222"/>
                        </a:lnTo>
                        <a:lnTo>
                          <a:pt x="1260" y="216"/>
                        </a:lnTo>
                        <a:lnTo>
                          <a:pt x="1260" y="204"/>
                        </a:lnTo>
                        <a:lnTo>
                          <a:pt x="1248" y="198"/>
                        </a:lnTo>
                        <a:lnTo>
                          <a:pt x="1230" y="198"/>
                        </a:lnTo>
                        <a:lnTo>
                          <a:pt x="1230" y="192"/>
                        </a:lnTo>
                        <a:lnTo>
                          <a:pt x="1218" y="180"/>
                        </a:lnTo>
                        <a:lnTo>
                          <a:pt x="1218" y="174"/>
                        </a:lnTo>
                        <a:lnTo>
                          <a:pt x="1212" y="168"/>
                        </a:lnTo>
                        <a:lnTo>
                          <a:pt x="1152" y="168"/>
                        </a:lnTo>
                        <a:lnTo>
                          <a:pt x="1128" y="144"/>
                        </a:lnTo>
                        <a:lnTo>
                          <a:pt x="1092" y="144"/>
                        </a:lnTo>
                        <a:lnTo>
                          <a:pt x="1086" y="138"/>
                        </a:lnTo>
                        <a:lnTo>
                          <a:pt x="1080" y="138"/>
                        </a:lnTo>
                        <a:lnTo>
                          <a:pt x="1068" y="132"/>
                        </a:lnTo>
                        <a:lnTo>
                          <a:pt x="1020" y="132"/>
                        </a:lnTo>
                        <a:lnTo>
                          <a:pt x="966" y="150"/>
                        </a:lnTo>
                        <a:lnTo>
                          <a:pt x="954" y="156"/>
                        </a:lnTo>
                        <a:lnTo>
                          <a:pt x="942" y="156"/>
                        </a:lnTo>
                        <a:lnTo>
                          <a:pt x="930" y="150"/>
                        </a:lnTo>
                        <a:lnTo>
                          <a:pt x="918" y="150"/>
                        </a:lnTo>
                        <a:lnTo>
                          <a:pt x="912" y="144"/>
                        </a:lnTo>
                        <a:lnTo>
                          <a:pt x="882" y="144"/>
                        </a:lnTo>
                        <a:lnTo>
                          <a:pt x="864" y="126"/>
                        </a:lnTo>
                        <a:lnTo>
                          <a:pt x="864" y="120"/>
                        </a:lnTo>
                        <a:lnTo>
                          <a:pt x="840" y="126"/>
                        </a:lnTo>
                        <a:lnTo>
                          <a:pt x="840" y="120"/>
                        </a:lnTo>
                        <a:lnTo>
                          <a:pt x="834" y="114"/>
                        </a:lnTo>
                        <a:lnTo>
                          <a:pt x="822" y="90"/>
                        </a:lnTo>
                        <a:lnTo>
                          <a:pt x="810" y="78"/>
                        </a:lnTo>
                        <a:lnTo>
                          <a:pt x="804" y="66"/>
                        </a:lnTo>
                        <a:lnTo>
                          <a:pt x="798" y="60"/>
                        </a:lnTo>
                        <a:lnTo>
                          <a:pt x="786" y="54"/>
                        </a:lnTo>
                        <a:lnTo>
                          <a:pt x="768" y="54"/>
                        </a:lnTo>
                        <a:lnTo>
                          <a:pt x="756" y="60"/>
                        </a:lnTo>
                        <a:lnTo>
                          <a:pt x="750" y="60"/>
                        </a:lnTo>
                        <a:lnTo>
                          <a:pt x="726" y="48"/>
                        </a:lnTo>
                        <a:lnTo>
                          <a:pt x="720" y="42"/>
                        </a:lnTo>
                        <a:lnTo>
                          <a:pt x="708" y="36"/>
                        </a:lnTo>
                        <a:lnTo>
                          <a:pt x="672" y="36"/>
                        </a:lnTo>
                        <a:lnTo>
                          <a:pt x="648" y="30"/>
                        </a:lnTo>
                        <a:lnTo>
                          <a:pt x="636" y="30"/>
                        </a:lnTo>
                        <a:lnTo>
                          <a:pt x="576" y="0"/>
                        </a:lnTo>
                        <a:lnTo>
                          <a:pt x="576" y="18"/>
                        </a:lnTo>
                        <a:lnTo>
                          <a:pt x="570" y="30"/>
                        </a:lnTo>
                        <a:lnTo>
                          <a:pt x="558" y="36"/>
                        </a:lnTo>
                        <a:lnTo>
                          <a:pt x="552" y="36"/>
                        </a:lnTo>
                        <a:lnTo>
                          <a:pt x="558" y="48"/>
                        </a:lnTo>
                        <a:lnTo>
                          <a:pt x="540" y="48"/>
                        </a:lnTo>
                        <a:lnTo>
                          <a:pt x="540" y="60"/>
                        </a:lnTo>
                        <a:lnTo>
                          <a:pt x="552" y="72"/>
                        </a:lnTo>
                        <a:lnTo>
                          <a:pt x="558" y="90"/>
                        </a:lnTo>
                        <a:lnTo>
                          <a:pt x="582" y="126"/>
                        </a:lnTo>
                        <a:lnTo>
                          <a:pt x="588" y="126"/>
                        </a:lnTo>
                        <a:lnTo>
                          <a:pt x="594" y="132"/>
                        </a:lnTo>
                        <a:lnTo>
                          <a:pt x="600" y="144"/>
                        </a:lnTo>
                        <a:lnTo>
                          <a:pt x="600" y="168"/>
                        </a:lnTo>
                        <a:lnTo>
                          <a:pt x="582" y="168"/>
                        </a:lnTo>
                        <a:lnTo>
                          <a:pt x="582" y="174"/>
                        </a:lnTo>
                        <a:lnTo>
                          <a:pt x="576" y="180"/>
                        </a:lnTo>
                        <a:lnTo>
                          <a:pt x="552" y="192"/>
                        </a:lnTo>
                        <a:lnTo>
                          <a:pt x="546" y="186"/>
                        </a:lnTo>
                        <a:lnTo>
                          <a:pt x="546" y="174"/>
                        </a:lnTo>
                        <a:lnTo>
                          <a:pt x="498" y="180"/>
                        </a:lnTo>
                        <a:lnTo>
                          <a:pt x="498" y="168"/>
                        </a:lnTo>
                        <a:lnTo>
                          <a:pt x="456" y="168"/>
                        </a:lnTo>
                        <a:lnTo>
                          <a:pt x="450" y="174"/>
                        </a:lnTo>
                        <a:lnTo>
                          <a:pt x="450" y="180"/>
                        </a:lnTo>
                        <a:lnTo>
                          <a:pt x="444" y="168"/>
                        </a:lnTo>
                        <a:lnTo>
                          <a:pt x="420" y="174"/>
                        </a:lnTo>
                        <a:lnTo>
                          <a:pt x="414" y="162"/>
                        </a:lnTo>
                        <a:lnTo>
                          <a:pt x="384" y="162"/>
                        </a:lnTo>
                        <a:lnTo>
                          <a:pt x="366" y="156"/>
                        </a:lnTo>
                        <a:lnTo>
                          <a:pt x="360" y="150"/>
                        </a:lnTo>
                        <a:lnTo>
                          <a:pt x="360" y="138"/>
                        </a:lnTo>
                        <a:lnTo>
                          <a:pt x="354" y="132"/>
                        </a:lnTo>
                        <a:lnTo>
                          <a:pt x="354" y="126"/>
                        </a:lnTo>
                        <a:lnTo>
                          <a:pt x="312" y="126"/>
                        </a:lnTo>
                        <a:lnTo>
                          <a:pt x="294" y="132"/>
                        </a:lnTo>
                        <a:lnTo>
                          <a:pt x="270" y="132"/>
                        </a:lnTo>
                        <a:lnTo>
                          <a:pt x="264" y="114"/>
                        </a:lnTo>
                        <a:lnTo>
                          <a:pt x="228" y="114"/>
                        </a:lnTo>
                        <a:lnTo>
                          <a:pt x="228" y="108"/>
                        </a:lnTo>
                        <a:lnTo>
                          <a:pt x="210" y="114"/>
                        </a:lnTo>
                        <a:lnTo>
                          <a:pt x="204" y="108"/>
                        </a:lnTo>
                        <a:lnTo>
                          <a:pt x="186" y="108"/>
                        </a:lnTo>
                        <a:lnTo>
                          <a:pt x="180" y="114"/>
                        </a:lnTo>
                        <a:lnTo>
                          <a:pt x="180" y="120"/>
                        </a:lnTo>
                        <a:lnTo>
                          <a:pt x="174" y="126"/>
                        </a:lnTo>
                        <a:lnTo>
                          <a:pt x="174" y="132"/>
                        </a:lnTo>
                        <a:lnTo>
                          <a:pt x="150" y="132"/>
                        </a:lnTo>
                        <a:lnTo>
                          <a:pt x="138" y="150"/>
                        </a:lnTo>
                        <a:lnTo>
                          <a:pt x="120" y="150"/>
                        </a:lnTo>
                        <a:lnTo>
                          <a:pt x="84" y="186"/>
                        </a:lnTo>
                        <a:lnTo>
                          <a:pt x="84" y="192"/>
                        </a:lnTo>
                        <a:lnTo>
                          <a:pt x="90" y="198"/>
                        </a:lnTo>
                        <a:lnTo>
                          <a:pt x="66" y="198"/>
                        </a:lnTo>
                        <a:lnTo>
                          <a:pt x="72" y="210"/>
                        </a:lnTo>
                        <a:lnTo>
                          <a:pt x="12" y="210"/>
                        </a:lnTo>
                        <a:lnTo>
                          <a:pt x="12" y="228"/>
                        </a:lnTo>
                        <a:lnTo>
                          <a:pt x="0" y="240"/>
                        </a:lnTo>
                        <a:lnTo>
                          <a:pt x="6" y="246"/>
                        </a:lnTo>
                        <a:lnTo>
                          <a:pt x="6" y="258"/>
                        </a:lnTo>
                        <a:lnTo>
                          <a:pt x="0" y="264"/>
                        </a:lnTo>
                        <a:lnTo>
                          <a:pt x="24" y="264"/>
                        </a:lnTo>
                        <a:lnTo>
                          <a:pt x="24" y="282"/>
                        </a:lnTo>
                        <a:lnTo>
                          <a:pt x="36" y="288"/>
                        </a:lnTo>
                        <a:lnTo>
                          <a:pt x="48" y="288"/>
                        </a:lnTo>
                        <a:lnTo>
                          <a:pt x="60" y="294"/>
                        </a:lnTo>
                        <a:lnTo>
                          <a:pt x="72" y="294"/>
                        </a:lnTo>
                        <a:lnTo>
                          <a:pt x="78" y="306"/>
                        </a:lnTo>
                        <a:lnTo>
                          <a:pt x="102" y="330"/>
                        </a:lnTo>
                        <a:lnTo>
                          <a:pt x="138" y="318"/>
                        </a:lnTo>
                        <a:lnTo>
                          <a:pt x="156" y="330"/>
                        </a:lnTo>
                        <a:lnTo>
                          <a:pt x="162" y="336"/>
                        </a:lnTo>
                        <a:lnTo>
                          <a:pt x="174" y="336"/>
                        </a:lnTo>
                        <a:lnTo>
                          <a:pt x="186" y="342"/>
                        </a:lnTo>
                        <a:lnTo>
                          <a:pt x="204" y="348"/>
                        </a:lnTo>
                        <a:lnTo>
                          <a:pt x="222" y="366"/>
                        </a:lnTo>
                        <a:lnTo>
                          <a:pt x="228" y="378"/>
                        </a:lnTo>
                        <a:lnTo>
                          <a:pt x="240" y="396"/>
                        </a:lnTo>
                        <a:lnTo>
                          <a:pt x="264" y="414"/>
                        </a:lnTo>
                        <a:lnTo>
                          <a:pt x="276" y="426"/>
                        </a:lnTo>
                        <a:lnTo>
                          <a:pt x="282" y="438"/>
                        </a:lnTo>
                        <a:lnTo>
                          <a:pt x="282" y="450"/>
                        </a:lnTo>
                        <a:lnTo>
                          <a:pt x="288" y="456"/>
                        </a:lnTo>
                        <a:lnTo>
                          <a:pt x="294" y="468"/>
                        </a:lnTo>
                        <a:lnTo>
                          <a:pt x="300" y="474"/>
                        </a:lnTo>
                        <a:lnTo>
                          <a:pt x="300" y="480"/>
                        </a:lnTo>
                        <a:lnTo>
                          <a:pt x="288" y="492"/>
                        </a:lnTo>
                        <a:lnTo>
                          <a:pt x="288" y="504"/>
                        </a:lnTo>
                        <a:lnTo>
                          <a:pt x="294" y="522"/>
                        </a:lnTo>
                        <a:lnTo>
                          <a:pt x="300" y="534"/>
                        </a:lnTo>
                        <a:lnTo>
                          <a:pt x="306" y="540"/>
                        </a:lnTo>
                        <a:lnTo>
                          <a:pt x="318" y="546"/>
                        </a:lnTo>
                        <a:lnTo>
                          <a:pt x="330" y="546"/>
                        </a:lnTo>
                        <a:lnTo>
                          <a:pt x="342" y="552"/>
                        </a:lnTo>
                        <a:lnTo>
                          <a:pt x="348" y="552"/>
                        </a:lnTo>
                        <a:lnTo>
                          <a:pt x="366" y="558"/>
                        </a:lnTo>
                        <a:lnTo>
                          <a:pt x="390" y="564"/>
                        </a:lnTo>
                        <a:lnTo>
                          <a:pt x="486" y="564"/>
                        </a:lnTo>
                        <a:lnTo>
                          <a:pt x="492" y="570"/>
                        </a:lnTo>
                        <a:lnTo>
                          <a:pt x="498" y="570"/>
                        </a:lnTo>
                        <a:lnTo>
                          <a:pt x="510" y="576"/>
                        </a:lnTo>
                        <a:lnTo>
                          <a:pt x="516" y="576"/>
                        </a:lnTo>
                        <a:lnTo>
                          <a:pt x="528" y="582"/>
                        </a:lnTo>
                        <a:lnTo>
                          <a:pt x="534" y="594"/>
                        </a:lnTo>
                        <a:lnTo>
                          <a:pt x="540" y="594"/>
                        </a:lnTo>
                        <a:lnTo>
                          <a:pt x="546" y="600"/>
                        </a:lnTo>
                        <a:lnTo>
                          <a:pt x="552" y="600"/>
                        </a:lnTo>
                        <a:lnTo>
                          <a:pt x="576" y="612"/>
                        </a:lnTo>
                        <a:lnTo>
                          <a:pt x="588" y="612"/>
                        </a:lnTo>
                        <a:lnTo>
                          <a:pt x="594" y="618"/>
                        </a:lnTo>
                        <a:lnTo>
                          <a:pt x="630" y="618"/>
                        </a:lnTo>
                        <a:lnTo>
                          <a:pt x="642" y="642"/>
                        </a:lnTo>
                        <a:lnTo>
                          <a:pt x="684" y="684"/>
                        </a:lnTo>
                        <a:lnTo>
                          <a:pt x="690" y="696"/>
                        </a:lnTo>
                        <a:lnTo>
                          <a:pt x="720" y="726"/>
                        </a:lnTo>
                        <a:lnTo>
                          <a:pt x="732" y="732"/>
                        </a:lnTo>
                        <a:lnTo>
                          <a:pt x="738" y="744"/>
                        </a:lnTo>
                        <a:lnTo>
                          <a:pt x="750" y="750"/>
                        </a:lnTo>
                        <a:lnTo>
                          <a:pt x="810" y="744"/>
                        </a:lnTo>
                        <a:lnTo>
                          <a:pt x="864" y="750"/>
                        </a:lnTo>
                        <a:lnTo>
                          <a:pt x="912" y="750"/>
                        </a:lnTo>
                        <a:lnTo>
                          <a:pt x="948" y="756"/>
                        </a:lnTo>
                        <a:lnTo>
                          <a:pt x="954" y="750"/>
                        </a:lnTo>
                        <a:lnTo>
                          <a:pt x="966" y="744"/>
                        </a:lnTo>
                        <a:lnTo>
                          <a:pt x="972" y="738"/>
                        </a:lnTo>
                        <a:lnTo>
                          <a:pt x="984" y="738"/>
                        </a:lnTo>
                        <a:lnTo>
                          <a:pt x="996" y="744"/>
                        </a:lnTo>
                        <a:lnTo>
                          <a:pt x="1002" y="744"/>
                        </a:lnTo>
                        <a:lnTo>
                          <a:pt x="1008" y="750"/>
                        </a:lnTo>
                        <a:lnTo>
                          <a:pt x="1062" y="750"/>
                        </a:lnTo>
                        <a:lnTo>
                          <a:pt x="1080" y="756"/>
                        </a:lnTo>
                        <a:lnTo>
                          <a:pt x="1092" y="756"/>
                        </a:lnTo>
                        <a:lnTo>
                          <a:pt x="1110" y="774"/>
                        </a:lnTo>
                        <a:lnTo>
                          <a:pt x="1116" y="786"/>
                        </a:lnTo>
                        <a:lnTo>
                          <a:pt x="1128" y="792"/>
                        </a:lnTo>
                        <a:lnTo>
                          <a:pt x="1152" y="798"/>
                        </a:lnTo>
                        <a:lnTo>
                          <a:pt x="1200" y="798"/>
                        </a:lnTo>
                        <a:lnTo>
                          <a:pt x="1218" y="804"/>
                        </a:lnTo>
                        <a:lnTo>
                          <a:pt x="1242" y="816"/>
                        </a:lnTo>
                        <a:lnTo>
                          <a:pt x="1248" y="822"/>
                        </a:lnTo>
                        <a:lnTo>
                          <a:pt x="1260" y="822"/>
                        </a:lnTo>
                        <a:lnTo>
                          <a:pt x="1266" y="816"/>
                        </a:lnTo>
                        <a:lnTo>
                          <a:pt x="1278" y="816"/>
                        </a:lnTo>
                        <a:lnTo>
                          <a:pt x="1290" y="810"/>
                        </a:lnTo>
                        <a:lnTo>
                          <a:pt x="1302" y="810"/>
                        </a:lnTo>
                        <a:lnTo>
                          <a:pt x="1302" y="816"/>
                        </a:lnTo>
                        <a:lnTo>
                          <a:pt x="1308" y="828"/>
                        </a:lnTo>
                        <a:lnTo>
                          <a:pt x="1314" y="828"/>
                        </a:lnTo>
                        <a:lnTo>
                          <a:pt x="1320" y="834"/>
                        </a:lnTo>
                        <a:lnTo>
                          <a:pt x="1338" y="834"/>
                        </a:lnTo>
                        <a:lnTo>
                          <a:pt x="1344" y="828"/>
                        </a:lnTo>
                        <a:lnTo>
                          <a:pt x="1362" y="816"/>
                        </a:lnTo>
                        <a:lnTo>
                          <a:pt x="1422" y="780"/>
                        </a:lnTo>
                        <a:lnTo>
                          <a:pt x="1440" y="768"/>
                        </a:lnTo>
                        <a:lnTo>
                          <a:pt x="1596" y="768"/>
                        </a:lnTo>
                        <a:lnTo>
                          <a:pt x="1614" y="744"/>
                        </a:lnTo>
                        <a:lnTo>
                          <a:pt x="1638" y="744"/>
                        </a:lnTo>
                        <a:lnTo>
                          <a:pt x="1650" y="738"/>
                        </a:lnTo>
                        <a:lnTo>
                          <a:pt x="1662" y="714"/>
                        </a:lnTo>
                        <a:lnTo>
                          <a:pt x="1662" y="708"/>
                        </a:lnTo>
                        <a:lnTo>
                          <a:pt x="1668" y="696"/>
                        </a:lnTo>
                        <a:lnTo>
                          <a:pt x="1668" y="690"/>
                        </a:lnTo>
                        <a:lnTo>
                          <a:pt x="1692" y="690"/>
                        </a:lnTo>
                        <a:lnTo>
                          <a:pt x="1704" y="678"/>
                        </a:lnTo>
                        <a:lnTo>
                          <a:pt x="1710" y="666"/>
                        </a:lnTo>
                        <a:lnTo>
                          <a:pt x="1716" y="660"/>
                        </a:lnTo>
                        <a:lnTo>
                          <a:pt x="1716" y="654"/>
                        </a:lnTo>
                        <a:lnTo>
                          <a:pt x="1704" y="648"/>
                        </a:lnTo>
                        <a:lnTo>
                          <a:pt x="1686" y="630"/>
                        </a:lnTo>
                        <a:lnTo>
                          <a:pt x="1674" y="624"/>
                        </a:lnTo>
                        <a:lnTo>
                          <a:pt x="1656" y="606"/>
                        </a:lnTo>
                        <a:lnTo>
                          <a:pt x="1650" y="594"/>
                        </a:lnTo>
                        <a:lnTo>
                          <a:pt x="1650" y="582"/>
                        </a:lnTo>
                        <a:lnTo>
                          <a:pt x="1656" y="570"/>
                        </a:lnTo>
                        <a:lnTo>
                          <a:pt x="1656" y="558"/>
                        </a:lnTo>
                        <a:lnTo>
                          <a:pt x="1668" y="552"/>
                        </a:lnTo>
                        <a:lnTo>
                          <a:pt x="1692" y="552"/>
                        </a:lnTo>
                        <a:lnTo>
                          <a:pt x="1698" y="558"/>
                        </a:lnTo>
                        <a:lnTo>
                          <a:pt x="1704" y="558"/>
                        </a:lnTo>
                        <a:lnTo>
                          <a:pt x="1710" y="564"/>
                        </a:lnTo>
                        <a:lnTo>
                          <a:pt x="1722" y="570"/>
                        </a:lnTo>
                        <a:lnTo>
                          <a:pt x="1728" y="576"/>
                        </a:lnTo>
                        <a:lnTo>
                          <a:pt x="1740" y="582"/>
                        </a:lnTo>
                        <a:lnTo>
                          <a:pt x="1764" y="582"/>
                        </a:lnTo>
                        <a:lnTo>
                          <a:pt x="1776" y="576"/>
                        </a:lnTo>
                        <a:lnTo>
                          <a:pt x="1794" y="576"/>
                        </a:lnTo>
                        <a:lnTo>
                          <a:pt x="1806" y="570"/>
                        </a:lnTo>
                        <a:lnTo>
                          <a:pt x="1812" y="558"/>
                        </a:lnTo>
                        <a:lnTo>
                          <a:pt x="1818" y="552"/>
                        </a:lnTo>
                        <a:lnTo>
                          <a:pt x="1818" y="528"/>
                        </a:lnTo>
                        <a:lnTo>
                          <a:pt x="1890" y="528"/>
                        </a:lnTo>
                        <a:lnTo>
                          <a:pt x="1914" y="504"/>
                        </a:lnTo>
                        <a:lnTo>
                          <a:pt x="1902" y="492"/>
                        </a:lnTo>
                        <a:lnTo>
                          <a:pt x="1896" y="480"/>
                        </a:lnTo>
                        <a:lnTo>
                          <a:pt x="1902" y="474"/>
                        </a:lnTo>
                        <a:lnTo>
                          <a:pt x="1938" y="456"/>
                        </a:lnTo>
                        <a:lnTo>
                          <a:pt x="1950" y="456"/>
                        </a:lnTo>
                        <a:lnTo>
                          <a:pt x="1950" y="438"/>
                        </a:lnTo>
                        <a:lnTo>
                          <a:pt x="1980" y="444"/>
                        </a:lnTo>
                        <a:lnTo>
                          <a:pt x="1998" y="426"/>
                        </a:lnTo>
                        <a:lnTo>
                          <a:pt x="2004" y="426"/>
                        </a:lnTo>
                        <a:lnTo>
                          <a:pt x="2010" y="420"/>
                        </a:lnTo>
                        <a:lnTo>
                          <a:pt x="2040" y="420"/>
                        </a:lnTo>
                        <a:lnTo>
                          <a:pt x="2052" y="426"/>
                        </a:lnTo>
                        <a:lnTo>
                          <a:pt x="2058" y="432"/>
                        </a:lnTo>
                        <a:lnTo>
                          <a:pt x="2094" y="432"/>
                        </a:lnTo>
                        <a:lnTo>
                          <a:pt x="2100" y="426"/>
                        </a:lnTo>
                        <a:lnTo>
                          <a:pt x="2100" y="420"/>
                        </a:lnTo>
                        <a:lnTo>
                          <a:pt x="2088" y="408"/>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63" name="Mexico" descr="© INSCALE GmbH, 05.05.2010&#10;http://www.presentationload.com/">
                    <a:extLst>
                      <a:ext uri="{FF2B5EF4-FFF2-40B4-BE49-F238E27FC236}">
                        <a16:creationId xmlns:a16="http://schemas.microsoft.com/office/drawing/2014/main" id="{686D61CE-9225-E8C5-44CC-E5C853A5D209}"/>
                      </a:ext>
                    </a:extLst>
                  </p:cNvPr>
                  <p:cNvSpPr>
                    <a:spLocks/>
                  </p:cNvSpPr>
                  <p:nvPr/>
                </p:nvSpPr>
                <p:spPr bwMode="gray">
                  <a:xfrm>
                    <a:off x="651" y="1901"/>
                    <a:ext cx="472" cy="370"/>
                  </a:xfrm>
                  <a:custGeom>
                    <a:avLst/>
                    <a:gdLst>
                      <a:gd name="T0" fmla="*/ 2147483647 w 1860"/>
                      <a:gd name="T1" fmla="*/ 2147483647 h 1458"/>
                      <a:gd name="T2" fmla="*/ 2147483647 w 1860"/>
                      <a:gd name="T3" fmla="*/ 2147483647 h 1458"/>
                      <a:gd name="T4" fmla="*/ 2147483647 w 1860"/>
                      <a:gd name="T5" fmla="*/ 2147483647 h 1458"/>
                      <a:gd name="T6" fmla="*/ 2147483647 w 1860"/>
                      <a:gd name="T7" fmla="*/ 2147483647 h 1458"/>
                      <a:gd name="T8" fmla="*/ 2147483647 w 1860"/>
                      <a:gd name="T9" fmla="*/ 2147483647 h 1458"/>
                      <a:gd name="T10" fmla="*/ 2147483647 w 1860"/>
                      <a:gd name="T11" fmla="*/ 2147483647 h 1458"/>
                      <a:gd name="T12" fmla="*/ 2147483647 w 1860"/>
                      <a:gd name="T13" fmla="*/ 2147483647 h 1458"/>
                      <a:gd name="T14" fmla="*/ 2147483647 w 1860"/>
                      <a:gd name="T15" fmla="*/ 2147483647 h 1458"/>
                      <a:gd name="T16" fmla="*/ 2147483647 w 1860"/>
                      <a:gd name="T17" fmla="*/ 2147483647 h 1458"/>
                      <a:gd name="T18" fmla="*/ 2147483647 w 1860"/>
                      <a:gd name="T19" fmla="*/ 2147483647 h 1458"/>
                      <a:gd name="T20" fmla="*/ 2147483647 w 1860"/>
                      <a:gd name="T21" fmla="*/ 2147483647 h 1458"/>
                      <a:gd name="T22" fmla="*/ 2147483647 w 1860"/>
                      <a:gd name="T23" fmla="*/ 2147483647 h 1458"/>
                      <a:gd name="T24" fmla="*/ 2147483647 w 1860"/>
                      <a:gd name="T25" fmla="*/ 2147483647 h 1458"/>
                      <a:gd name="T26" fmla="*/ 2147483647 w 1860"/>
                      <a:gd name="T27" fmla="*/ 2147483647 h 1458"/>
                      <a:gd name="T28" fmla="*/ 2147483647 w 1860"/>
                      <a:gd name="T29" fmla="*/ 2147483647 h 1458"/>
                      <a:gd name="T30" fmla="*/ 2147483647 w 1860"/>
                      <a:gd name="T31" fmla="*/ 2147483647 h 1458"/>
                      <a:gd name="T32" fmla="*/ 2147483647 w 1860"/>
                      <a:gd name="T33" fmla="*/ 2147483647 h 1458"/>
                      <a:gd name="T34" fmla="*/ 2147483647 w 1860"/>
                      <a:gd name="T35" fmla="*/ 2147483647 h 1458"/>
                      <a:gd name="T36" fmla="*/ 2147483647 w 1860"/>
                      <a:gd name="T37" fmla="*/ 2147483647 h 1458"/>
                      <a:gd name="T38" fmla="*/ 2147483647 w 1860"/>
                      <a:gd name="T39" fmla="*/ 2147483647 h 1458"/>
                      <a:gd name="T40" fmla="*/ 2147483647 w 1860"/>
                      <a:gd name="T41" fmla="*/ 2147483647 h 1458"/>
                      <a:gd name="T42" fmla="*/ 2147483647 w 1860"/>
                      <a:gd name="T43" fmla="*/ 2147483647 h 1458"/>
                      <a:gd name="T44" fmla="*/ 2147483647 w 1860"/>
                      <a:gd name="T45" fmla="*/ 2147483647 h 1458"/>
                      <a:gd name="T46" fmla="*/ 2147483647 w 1860"/>
                      <a:gd name="T47" fmla="*/ 2147483647 h 1458"/>
                      <a:gd name="T48" fmla="*/ 2147483647 w 1860"/>
                      <a:gd name="T49" fmla="*/ 2147483647 h 1458"/>
                      <a:gd name="T50" fmla="*/ 2147483647 w 1860"/>
                      <a:gd name="T51" fmla="*/ 2147483647 h 1458"/>
                      <a:gd name="T52" fmla="*/ 2147483647 w 1860"/>
                      <a:gd name="T53" fmla="*/ 2147483647 h 1458"/>
                      <a:gd name="T54" fmla="*/ 2147483647 w 1860"/>
                      <a:gd name="T55" fmla="*/ 2147483647 h 1458"/>
                      <a:gd name="T56" fmla="*/ 0 w 1860"/>
                      <a:gd name="T57" fmla="*/ 2147483647 h 1458"/>
                      <a:gd name="T58" fmla="*/ 2147483647 w 1860"/>
                      <a:gd name="T59" fmla="*/ 2147483647 h 1458"/>
                      <a:gd name="T60" fmla="*/ 2147483647 w 1860"/>
                      <a:gd name="T61" fmla="*/ 2147483647 h 1458"/>
                      <a:gd name="T62" fmla="*/ 2147483647 w 1860"/>
                      <a:gd name="T63" fmla="*/ 2147483647 h 1458"/>
                      <a:gd name="T64" fmla="*/ 2147483647 w 1860"/>
                      <a:gd name="T65" fmla="*/ 2147483647 h 1458"/>
                      <a:gd name="T66" fmla="*/ 2147483647 w 1860"/>
                      <a:gd name="T67" fmla="*/ 2147483647 h 1458"/>
                      <a:gd name="T68" fmla="*/ 2147483647 w 1860"/>
                      <a:gd name="T69" fmla="*/ 2147483647 h 1458"/>
                      <a:gd name="T70" fmla="*/ 2147483647 w 1860"/>
                      <a:gd name="T71" fmla="*/ 2147483647 h 1458"/>
                      <a:gd name="T72" fmla="*/ 2147483647 w 1860"/>
                      <a:gd name="T73" fmla="*/ 2147483647 h 1458"/>
                      <a:gd name="T74" fmla="*/ 2147483647 w 1860"/>
                      <a:gd name="T75" fmla="*/ 2147483647 h 1458"/>
                      <a:gd name="T76" fmla="*/ 2147483647 w 1860"/>
                      <a:gd name="T77" fmla="*/ 2147483647 h 1458"/>
                      <a:gd name="T78" fmla="*/ 2147483647 w 1860"/>
                      <a:gd name="T79" fmla="*/ 2147483647 h 1458"/>
                      <a:gd name="T80" fmla="*/ 2147483647 w 1860"/>
                      <a:gd name="T81" fmla="*/ 2147483647 h 1458"/>
                      <a:gd name="T82" fmla="*/ 2147483647 w 1860"/>
                      <a:gd name="T83" fmla="*/ 2147483647 h 1458"/>
                      <a:gd name="T84" fmla="*/ 2147483647 w 1860"/>
                      <a:gd name="T85" fmla="*/ 2147483647 h 1458"/>
                      <a:gd name="T86" fmla="*/ 2147483647 w 1860"/>
                      <a:gd name="T87" fmla="*/ 2147483647 h 1458"/>
                      <a:gd name="T88" fmla="*/ 2147483647 w 1860"/>
                      <a:gd name="T89" fmla="*/ 2147483647 h 1458"/>
                      <a:gd name="T90" fmla="*/ 2147483647 w 1860"/>
                      <a:gd name="T91" fmla="*/ 2147483647 h 1458"/>
                      <a:gd name="T92" fmla="*/ 2147483647 w 1860"/>
                      <a:gd name="T93" fmla="*/ 2147483647 h 1458"/>
                      <a:gd name="T94" fmla="*/ 2147483647 w 1860"/>
                      <a:gd name="T95" fmla="*/ 2147483647 h 1458"/>
                      <a:gd name="T96" fmla="*/ 2147483647 w 1860"/>
                      <a:gd name="T97" fmla="*/ 2147483647 h 1458"/>
                      <a:gd name="T98" fmla="*/ 2147483647 w 1860"/>
                      <a:gd name="T99" fmla="*/ 2147483647 h 1458"/>
                      <a:gd name="T100" fmla="*/ 2147483647 w 1860"/>
                      <a:gd name="T101" fmla="*/ 2147483647 h 1458"/>
                      <a:gd name="T102" fmla="*/ 2147483647 w 1860"/>
                      <a:gd name="T103" fmla="*/ 2147483647 h 1458"/>
                      <a:gd name="T104" fmla="*/ 2147483647 w 1860"/>
                      <a:gd name="T105" fmla="*/ 2147483647 h 1458"/>
                      <a:gd name="T106" fmla="*/ 2147483647 w 1860"/>
                      <a:gd name="T107" fmla="*/ 2147483647 h 1458"/>
                      <a:gd name="T108" fmla="*/ 2147483647 w 1860"/>
                      <a:gd name="T109" fmla="*/ 2147483647 h 1458"/>
                      <a:gd name="T110" fmla="*/ 2147483647 w 1860"/>
                      <a:gd name="T111" fmla="*/ 2147483647 h 1458"/>
                      <a:gd name="T112" fmla="*/ 2147483647 w 1860"/>
                      <a:gd name="T113" fmla="*/ 2147483647 h 1458"/>
                      <a:gd name="T114" fmla="*/ 2147483647 w 1860"/>
                      <a:gd name="T115" fmla="*/ 2147483647 h 1458"/>
                      <a:gd name="T116" fmla="*/ 2147483647 w 1860"/>
                      <a:gd name="T117" fmla="*/ 2147483647 h 1458"/>
                      <a:gd name="T118" fmla="*/ 2147483647 w 1860"/>
                      <a:gd name="T119" fmla="*/ 2147483647 h 1458"/>
                      <a:gd name="T120" fmla="*/ 2147483647 w 1860"/>
                      <a:gd name="T121" fmla="*/ 2147483647 h 145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1860"/>
                      <a:gd name="T184" fmla="*/ 0 h 1458"/>
                      <a:gd name="T185" fmla="*/ 1860 w 1860"/>
                      <a:gd name="T186" fmla="*/ 1458 h 145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1860" h="1458">
                        <a:moveTo>
                          <a:pt x="1422" y="1440"/>
                        </a:moveTo>
                        <a:lnTo>
                          <a:pt x="1422" y="1380"/>
                        </a:lnTo>
                        <a:lnTo>
                          <a:pt x="1452" y="1332"/>
                        </a:lnTo>
                        <a:lnTo>
                          <a:pt x="1542" y="1338"/>
                        </a:lnTo>
                        <a:lnTo>
                          <a:pt x="1542" y="1320"/>
                        </a:lnTo>
                        <a:lnTo>
                          <a:pt x="1548" y="1320"/>
                        </a:lnTo>
                        <a:lnTo>
                          <a:pt x="1554" y="1314"/>
                        </a:lnTo>
                        <a:lnTo>
                          <a:pt x="1554" y="1302"/>
                        </a:lnTo>
                        <a:lnTo>
                          <a:pt x="1536" y="1302"/>
                        </a:lnTo>
                        <a:lnTo>
                          <a:pt x="1530" y="1278"/>
                        </a:lnTo>
                        <a:lnTo>
                          <a:pt x="1524" y="1278"/>
                        </a:lnTo>
                        <a:lnTo>
                          <a:pt x="1512" y="1272"/>
                        </a:lnTo>
                        <a:lnTo>
                          <a:pt x="1506" y="1272"/>
                        </a:lnTo>
                        <a:lnTo>
                          <a:pt x="1500" y="1266"/>
                        </a:lnTo>
                        <a:lnTo>
                          <a:pt x="1494" y="1254"/>
                        </a:lnTo>
                        <a:lnTo>
                          <a:pt x="1494" y="1248"/>
                        </a:lnTo>
                        <a:lnTo>
                          <a:pt x="1482" y="1242"/>
                        </a:lnTo>
                        <a:lnTo>
                          <a:pt x="1506" y="1242"/>
                        </a:lnTo>
                        <a:lnTo>
                          <a:pt x="1518" y="1236"/>
                        </a:lnTo>
                        <a:lnTo>
                          <a:pt x="1524" y="1236"/>
                        </a:lnTo>
                        <a:lnTo>
                          <a:pt x="1524" y="1212"/>
                        </a:lnTo>
                        <a:lnTo>
                          <a:pt x="1518" y="1200"/>
                        </a:lnTo>
                        <a:lnTo>
                          <a:pt x="1518" y="1188"/>
                        </a:lnTo>
                        <a:lnTo>
                          <a:pt x="1650" y="1194"/>
                        </a:lnTo>
                        <a:lnTo>
                          <a:pt x="1656" y="1182"/>
                        </a:lnTo>
                        <a:lnTo>
                          <a:pt x="1656" y="1176"/>
                        </a:lnTo>
                        <a:lnTo>
                          <a:pt x="1662" y="1176"/>
                        </a:lnTo>
                        <a:lnTo>
                          <a:pt x="1668" y="1182"/>
                        </a:lnTo>
                        <a:lnTo>
                          <a:pt x="1668" y="1188"/>
                        </a:lnTo>
                        <a:lnTo>
                          <a:pt x="1674" y="1188"/>
                        </a:lnTo>
                        <a:lnTo>
                          <a:pt x="1680" y="1182"/>
                        </a:lnTo>
                        <a:lnTo>
                          <a:pt x="1692" y="1176"/>
                        </a:lnTo>
                        <a:lnTo>
                          <a:pt x="1698" y="1164"/>
                        </a:lnTo>
                        <a:lnTo>
                          <a:pt x="1698" y="1152"/>
                        </a:lnTo>
                        <a:lnTo>
                          <a:pt x="1704" y="1146"/>
                        </a:lnTo>
                        <a:lnTo>
                          <a:pt x="1704" y="1140"/>
                        </a:lnTo>
                        <a:lnTo>
                          <a:pt x="1710" y="1152"/>
                        </a:lnTo>
                        <a:lnTo>
                          <a:pt x="1746" y="1116"/>
                        </a:lnTo>
                        <a:lnTo>
                          <a:pt x="1746" y="1122"/>
                        </a:lnTo>
                        <a:lnTo>
                          <a:pt x="1740" y="1128"/>
                        </a:lnTo>
                        <a:lnTo>
                          <a:pt x="1740" y="1146"/>
                        </a:lnTo>
                        <a:lnTo>
                          <a:pt x="1746" y="1152"/>
                        </a:lnTo>
                        <a:lnTo>
                          <a:pt x="1758" y="1152"/>
                        </a:lnTo>
                        <a:lnTo>
                          <a:pt x="1782" y="1086"/>
                        </a:lnTo>
                        <a:lnTo>
                          <a:pt x="1770" y="1074"/>
                        </a:lnTo>
                        <a:lnTo>
                          <a:pt x="1794" y="1068"/>
                        </a:lnTo>
                        <a:lnTo>
                          <a:pt x="1794" y="1056"/>
                        </a:lnTo>
                        <a:lnTo>
                          <a:pt x="1776" y="1050"/>
                        </a:lnTo>
                        <a:lnTo>
                          <a:pt x="1794" y="1032"/>
                        </a:lnTo>
                        <a:lnTo>
                          <a:pt x="1800" y="1008"/>
                        </a:lnTo>
                        <a:lnTo>
                          <a:pt x="1806" y="996"/>
                        </a:lnTo>
                        <a:lnTo>
                          <a:pt x="1818" y="990"/>
                        </a:lnTo>
                        <a:lnTo>
                          <a:pt x="1824" y="978"/>
                        </a:lnTo>
                        <a:lnTo>
                          <a:pt x="1836" y="966"/>
                        </a:lnTo>
                        <a:lnTo>
                          <a:pt x="1842" y="954"/>
                        </a:lnTo>
                        <a:lnTo>
                          <a:pt x="1848" y="948"/>
                        </a:lnTo>
                        <a:lnTo>
                          <a:pt x="1854" y="936"/>
                        </a:lnTo>
                        <a:lnTo>
                          <a:pt x="1854" y="930"/>
                        </a:lnTo>
                        <a:lnTo>
                          <a:pt x="1860" y="918"/>
                        </a:lnTo>
                        <a:lnTo>
                          <a:pt x="1860" y="900"/>
                        </a:lnTo>
                        <a:lnTo>
                          <a:pt x="1854" y="894"/>
                        </a:lnTo>
                        <a:lnTo>
                          <a:pt x="1818" y="894"/>
                        </a:lnTo>
                        <a:lnTo>
                          <a:pt x="1812" y="900"/>
                        </a:lnTo>
                        <a:lnTo>
                          <a:pt x="1800" y="900"/>
                        </a:lnTo>
                        <a:lnTo>
                          <a:pt x="1794" y="894"/>
                        </a:lnTo>
                        <a:lnTo>
                          <a:pt x="1782" y="894"/>
                        </a:lnTo>
                        <a:lnTo>
                          <a:pt x="1770" y="888"/>
                        </a:lnTo>
                        <a:lnTo>
                          <a:pt x="1746" y="888"/>
                        </a:lnTo>
                        <a:lnTo>
                          <a:pt x="1734" y="894"/>
                        </a:lnTo>
                        <a:lnTo>
                          <a:pt x="1716" y="900"/>
                        </a:lnTo>
                        <a:lnTo>
                          <a:pt x="1698" y="900"/>
                        </a:lnTo>
                        <a:lnTo>
                          <a:pt x="1686" y="906"/>
                        </a:lnTo>
                        <a:lnTo>
                          <a:pt x="1668" y="906"/>
                        </a:lnTo>
                        <a:lnTo>
                          <a:pt x="1656" y="912"/>
                        </a:lnTo>
                        <a:lnTo>
                          <a:pt x="1626" y="912"/>
                        </a:lnTo>
                        <a:lnTo>
                          <a:pt x="1614" y="918"/>
                        </a:lnTo>
                        <a:lnTo>
                          <a:pt x="1608" y="924"/>
                        </a:lnTo>
                        <a:lnTo>
                          <a:pt x="1596" y="948"/>
                        </a:lnTo>
                        <a:lnTo>
                          <a:pt x="1590" y="966"/>
                        </a:lnTo>
                        <a:lnTo>
                          <a:pt x="1590" y="1026"/>
                        </a:lnTo>
                        <a:lnTo>
                          <a:pt x="1572" y="1032"/>
                        </a:lnTo>
                        <a:lnTo>
                          <a:pt x="1572" y="1062"/>
                        </a:lnTo>
                        <a:lnTo>
                          <a:pt x="1566" y="1074"/>
                        </a:lnTo>
                        <a:lnTo>
                          <a:pt x="1542" y="1086"/>
                        </a:lnTo>
                        <a:lnTo>
                          <a:pt x="1524" y="1098"/>
                        </a:lnTo>
                        <a:lnTo>
                          <a:pt x="1512" y="1110"/>
                        </a:lnTo>
                        <a:lnTo>
                          <a:pt x="1512" y="1122"/>
                        </a:lnTo>
                        <a:lnTo>
                          <a:pt x="1506" y="1128"/>
                        </a:lnTo>
                        <a:lnTo>
                          <a:pt x="1506" y="1140"/>
                        </a:lnTo>
                        <a:lnTo>
                          <a:pt x="1500" y="1146"/>
                        </a:lnTo>
                        <a:lnTo>
                          <a:pt x="1488" y="1146"/>
                        </a:lnTo>
                        <a:lnTo>
                          <a:pt x="1476" y="1134"/>
                        </a:lnTo>
                        <a:lnTo>
                          <a:pt x="1476" y="1128"/>
                        </a:lnTo>
                        <a:lnTo>
                          <a:pt x="1470" y="1122"/>
                        </a:lnTo>
                        <a:lnTo>
                          <a:pt x="1440" y="1122"/>
                        </a:lnTo>
                        <a:lnTo>
                          <a:pt x="1416" y="1128"/>
                        </a:lnTo>
                        <a:lnTo>
                          <a:pt x="1392" y="1140"/>
                        </a:lnTo>
                        <a:lnTo>
                          <a:pt x="1356" y="1140"/>
                        </a:lnTo>
                        <a:lnTo>
                          <a:pt x="1338" y="1146"/>
                        </a:lnTo>
                        <a:lnTo>
                          <a:pt x="1290" y="1170"/>
                        </a:lnTo>
                        <a:lnTo>
                          <a:pt x="1284" y="1170"/>
                        </a:lnTo>
                        <a:lnTo>
                          <a:pt x="1272" y="1158"/>
                        </a:lnTo>
                        <a:lnTo>
                          <a:pt x="1266" y="1146"/>
                        </a:lnTo>
                        <a:lnTo>
                          <a:pt x="1266" y="1140"/>
                        </a:lnTo>
                        <a:lnTo>
                          <a:pt x="1260" y="1128"/>
                        </a:lnTo>
                        <a:lnTo>
                          <a:pt x="1242" y="1128"/>
                        </a:lnTo>
                        <a:lnTo>
                          <a:pt x="1224" y="1122"/>
                        </a:lnTo>
                        <a:lnTo>
                          <a:pt x="1194" y="1122"/>
                        </a:lnTo>
                        <a:lnTo>
                          <a:pt x="1194" y="1104"/>
                        </a:lnTo>
                        <a:lnTo>
                          <a:pt x="1188" y="1092"/>
                        </a:lnTo>
                        <a:lnTo>
                          <a:pt x="1176" y="1080"/>
                        </a:lnTo>
                        <a:lnTo>
                          <a:pt x="1170" y="1068"/>
                        </a:lnTo>
                        <a:lnTo>
                          <a:pt x="1164" y="1062"/>
                        </a:lnTo>
                        <a:lnTo>
                          <a:pt x="1164" y="1026"/>
                        </a:lnTo>
                        <a:lnTo>
                          <a:pt x="1128" y="966"/>
                        </a:lnTo>
                        <a:lnTo>
                          <a:pt x="1122" y="924"/>
                        </a:lnTo>
                        <a:lnTo>
                          <a:pt x="1110" y="894"/>
                        </a:lnTo>
                        <a:lnTo>
                          <a:pt x="1104" y="804"/>
                        </a:lnTo>
                        <a:lnTo>
                          <a:pt x="1110" y="798"/>
                        </a:lnTo>
                        <a:lnTo>
                          <a:pt x="1122" y="774"/>
                        </a:lnTo>
                        <a:lnTo>
                          <a:pt x="1128" y="768"/>
                        </a:lnTo>
                        <a:lnTo>
                          <a:pt x="1128" y="654"/>
                        </a:lnTo>
                        <a:lnTo>
                          <a:pt x="1152" y="648"/>
                        </a:lnTo>
                        <a:lnTo>
                          <a:pt x="1152" y="612"/>
                        </a:lnTo>
                        <a:lnTo>
                          <a:pt x="1158" y="600"/>
                        </a:lnTo>
                        <a:lnTo>
                          <a:pt x="1158" y="594"/>
                        </a:lnTo>
                        <a:lnTo>
                          <a:pt x="1164" y="588"/>
                        </a:lnTo>
                        <a:lnTo>
                          <a:pt x="1176" y="588"/>
                        </a:lnTo>
                        <a:lnTo>
                          <a:pt x="1182" y="594"/>
                        </a:lnTo>
                        <a:lnTo>
                          <a:pt x="1188" y="594"/>
                        </a:lnTo>
                        <a:lnTo>
                          <a:pt x="1188" y="588"/>
                        </a:lnTo>
                        <a:lnTo>
                          <a:pt x="1194" y="576"/>
                        </a:lnTo>
                        <a:lnTo>
                          <a:pt x="1194" y="564"/>
                        </a:lnTo>
                        <a:lnTo>
                          <a:pt x="1200" y="558"/>
                        </a:lnTo>
                        <a:lnTo>
                          <a:pt x="1206" y="546"/>
                        </a:lnTo>
                        <a:lnTo>
                          <a:pt x="1206" y="540"/>
                        </a:lnTo>
                        <a:lnTo>
                          <a:pt x="1206" y="546"/>
                        </a:lnTo>
                        <a:lnTo>
                          <a:pt x="1182" y="546"/>
                        </a:lnTo>
                        <a:lnTo>
                          <a:pt x="1176" y="534"/>
                        </a:lnTo>
                        <a:lnTo>
                          <a:pt x="1176" y="528"/>
                        </a:lnTo>
                        <a:lnTo>
                          <a:pt x="1134" y="528"/>
                        </a:lnTo>
                        <a:lnTo>
                          <a:pt x="1122" y="516"/>
                        </a:lnTo>
                        <a:lnTo>
                          <a:pt x="1110" y="516"/>
                        </a:lnTo>
                        <a:lnTo>
                          <a:pt x="1092" y="510"/>
                        </a:lnTo>
                        <a:lnTo>
                          <a:pt x="1080" y="498"/>
                        </a:lnTo>
                        <a:lnTo>
                          <a:pt x="1080" y="468"/>
                        </a:lnTo>
                        <a:lnTo>
                          <a:pt x="1068" y="456"/>
                        </a:lnTo>
                        <a:lnTo>
                          <a:pt x="1068" y="420"/>
                        </a:lnTo>
                        <a:lnTo>
                          <a:pt x="1074" y="420"/>
                        </a:lnTo>
                        <a:lnTo>
                          <a:pt x="1080" y="414"/>
                        </a:lnTo>
                        <a:lnTo>
                          <a:pt x="1080" y="408"/>
                        </a:lnTo>
                        <a:lnTo>
                          <a:pt x="1068" y="396"/>
                        </a:lnTo>
                        <a:lnTo>
                          <a:pt x="1056" y="390"/>
                        </a:lnTo>
                        <a:lnTo>
                          <a:pt x="1050" y="384"/>
                        </a:lnTo>
                        <a:lnTo>
                          <a:pt x="1050" y="360"/>
                        </a:lnTo>
                        <a:lnTo>
                          <a:pt x="1038" y="354"/>
                        </a:lnTo>
                        <a:lnTo>
                          <a:pt x="1032" y="342"/>
                        </a:lnTo>
                        <a:lnTo>
                          <a:pt x="1032" y="330"/>
                        </a:lnTo>
                        <a:lnTo>
                          <a:pt x="1038" y="318"/>
                        </a:lnTo>
                        <a:lnTo>
                          <a:pt x="1038" y="294"/>
                        </a:lnTo>
                        <a:lnTo>
                          <a:pt x="1026" y="282"/>
                        </a:lnTo>
                        <a:lnTo>
                          <a:pt x="1020" y="270"/>
                        </a:lnTo>
                        <a:lnTo>
                          <a:pt x="1008" y="258"/>
                        </a:lnTo>
                        <a:lnTo>
                          <a:pt x="1002" y="246"/>
                        </a:lnTo>
                        <a:lnTo>
                          <a:pt x="996" y="240"/>
                        </a:lnTo>
                        <a:lnTo>
                          <a:pt x="990" y="228"/>
                        </a:lnTo>
                        <a:lnTo>
                          <a:pt x="948" y="228"/>
                        </a:lnTo>
                        <a:lnTo>
                          <a:pt x="930" y="222"/>
                        </a:lnTo>
                        <a:lnTo>
                          <a:pt x="930" y="228"/>
                        </a:lnTo>
                        <a:lnTo>
                          <a:pt x="912" y="228"/>
                        </a:lnTo>
                        <a:lnTo>
                          <a:pt x="900" y="240"/>
                        </a:lnTo>
                        <a:lnTo>
                          <a:pt x="888" y="264"/>
                        </a:lnTo>
                        <a:lnTo>
                          <a:pt x="876" y="276"/>
                        </a:lnTo>
                        <a:lnTo>
                          <a:pt x="852" y="288"/>
                        </a:lnTo>
                        <a:lnTo>
                          <a:pt x="840" y="288"/>
                        </a:lnTo>
                        <a:lnTo>
                          <a:pt x="822" y="276"/>
                        </a:lnTo>
                        <a:lnTo>
                          <a:pt x="810" y="270"/>
                        </a:lnTo>
                        <a:lnTo>
                          <a:pt x="780" y="240"/>
                        </a:lnTo>
                        <a:lnTo>
                          <a:pt x="780" y="228"/>
                        </a:lnTo>
                        <a:lnTo>
                          <a:pt x="786" y="216"/>
                        </a:lnTo>
                        <a:lnTo>
                          <a:pt x="786" y="174"/>
                        </a:lnTo>
                        <a:lnTo>
                          <a:pt x="780" y="162"/>
                        </a:lnTo>
                        <a:lnTo>
                          <a:pt x="768" y="150"/>
                        </a:lnTo>
                        <a:lnTo>
                          <a:pt x="756" y="144"/>
                        </a:lnTo>
                        <a:lnTo>
                          <a:pt x="744" y="144"/>
                        </a:lnTo>
                        <a:lnTo>
                          <a:pt x="738" y="114"/>
                        </a:lnTo>
                        <a:lnTo>
                          <a:pt x="708" y="102"/>
                        </a:lnTo>
                        <a:lnTo>
                          <a:pt x="708" y="78"/>
                        </a:lnTo>
                        <a:lnTo>
                          <a:pt x="696" y="66"/>
                        </a:lnTo>
                        <a:lnTo>
                          <a:pt x="582" y="66"/>
                        </a:lnTo>
                        <a:lnTo>
                          <a:pt x="576" y="72"/>
                        </a:lnTo>
                        <a:lnTo>
                          <a:pt x="576" y="90"/>
                        </a:lnTo>
                        <a:lnTo>
                          <a:pt x="570" y="102"/>
                        </a:lnTo>
                        <a:lnTo>
                          <a:pt x="570" y="108"/>
                        </a:lnTo>
                        <a:lnTo>
                          <a:pt x="366" y="108"/>
                        </a:lnTo>
                        <a:lnTo>
                          <a:pt x="156" y="12"/>
                        </a:lnTo>
                        <a:lnTo>
                          <a:pt x="150" y="12"/>
                        </a:lnTo>
                        <a:lnTo>
                          <a:pt x="150" y="6"/>
                        </a:lnTo>
                        <a:lnTo>
                          <a:pt x="156" y="0"/>
                        </a:lnTo>
                        <a:lnTo>
                          <a:pt x="12" y="6"/>
                        </a:lnTo>
                        <a:lnTo>
                          <a:pt x="6" y="0"/>
                        </a:lnTo>
                        <a:lnTo>
                          <a:pt x="0" y="18"/>
                        </a:lnTo>
                        <a:lnTo>
                          <a:pt x="0" y="48"/>
                        </a:lnTo>
                        <a:lnTo>
                          <a:pt x="6" y="60"/>
                        </a:lnTo>
                        <a:lnTo>
                          <a:pt x="12" y="66"/>
                        </a:lnTo>
                        <a:lnTo>
                          <a:pt x="18" y="78"/>
                        </a:lnTo>
                        <a:lnTo>
                          <a:pt x="0" y="90"/>
                        </a:lnTo>
                        <a:lnTo>
                          <a:pt x="12" y="114"/>
                        </a:lnTo>
                        <a:lnTo>
                          <a:pt x="6" y="126"/>
                        </a:lnTo>
                        <a:lnTo>
                          <a:pt x="24" y="144"/>
                        </a:lnTo>
                        <a:lnTo>
                          <a:pt x="6" y="174"/>
                        </a:lnTo>
                        <a:lnTo>
                          <a:pt x="18" y="180"/>
                        </a:lnTo>
                        <a:lnTo>
                          <a:pt x="18" y="210"/>
                        </a:lnTo>
                        <a:lnTo>
                          <a:pt x="24" y="228"/>
                        </a:lnTo>
                        <a:lnTo>
                          <a:pt x="24" y="240"/>
                        </a:lnTo>
                        <a:lnTo>
                          <a:pt x="30" y="252"/>
                        </a:lnTo>
                        <a:lnTo>
                          <a:pt x="42" y="264"/>
                        </a:lnTo>
                        <a:lnTo>
                          <a:pt x="60" y="264"/>
                        </a:lnTo>
                        <a:lnTo>
                          <a:pt x="60" y="270"/>
                        </a:lnTo>
                        <a:lnTo>
                          <a:pt x="66" y="276"/>
                        </a:lnTo>
                        <a:lnTo>
                          <a:pt x="72" y="288"/>
                        </a:lnTo>
                        <a:lnTo>
                          <a:pt x="84" y="300"/>
                        </a:lnTo>
                        <a:lnTo>
                          <a:pt x="90" y="318"/>
                        </a:lnTo>
                        <a:lnTo>
                          <a:pt x="96" y="330"/>
                        </a:lnTo>
                        <a:lnTo>
                          <a:pt x="96" y="342"/>
                        </a:lnTo>
                        <a:lnTo>
                          <a:pt x="78" y="378"/>
                        </a:lnTo>
                        <a:lnTo>
                          <a:pt x="72" y="384"/>
                        </a:lnTo>
                        <a:lnTo>
                          <a:pt x="72" y="390"/>
                        </a:lnTo>
                        <a:lnTo>
                          <a:pt x="84" y="396"/>
                        </a:lnTo>
                        <a:lnTo>
                          <a:pt x="72" y="414"/>
                        </a:lnTo>
                        <a:lnTo>
                          <a:pt x="60" y="396"/>
                        </a:lnTo>
                        <a:lnTo>
                          <a:pt x="12" y="390"/>
                        </a:lnTo>
                        <a:lnTo>
                          <a:pt x="36" y="414"/>
                        </a:lnTo>
                        <a:lnTo>
                          <a:pt x="42" y="438"/>
                        </a:lnTo>
                        <a:lnTo>
                          <a:pt x="66" y="444"/>
                        </a:lnTo>
                        <a:lnTo>
                          <a:pt x="78" y="456"/>
                        </a:lnTo>
                        <a:lnTo>
                          <a:pt x="84" y="468"/>
                        </a:lnTo>
                        <a:lnTo>
                          <a:pt x="90" y="474"/>
                        </a:lnTo>
                        <a:lnTo>
                          <a:pt x="96" y="474"/>
                        </a:lnTo>
                        <a:lnTo>
                          <a:pt x="102" y="468"/>
                        </a:lnTo>
                        <a:lnTo>
                          <a:pt x="108" y="468"/>
                        </a:lnTo>
                        <a:lnTo>
                          <a:pt x="120" y="462"/>
                        </a:lnTo>
                        <a:lnTo>
                          <a:pt x="126" y="456"/>
                        </a:lnTo>
                        <a:lnTo>
                          <a:pt x="126" y="480"/>
                        </a:lnTo>
                        <a:lnTo>
                          <a:pt x="144" y="516"/>
                        </a:lnTo>
                        <a:lnTo>
                          <a:pt x="156" y="528"/>
                        </a:lnTo>
                        <a:lnTo>
                          <a:pt x="168" y="552"/>
                        </a:lnTo>
                        <a:lnTo>
                          <a:pt x="168" y="564"/>
                        </a:lnTo>
                        <a:lnTo>
                          <a:pt x="156" y="588"/>
                        </a:lnTo>
                        <a:lnTo>
                          <a:pt x="150" y="606"/>
                        </a:lnTo>
                        <a:lnTo>
                          <a:pt x="150" y="618"/>
                        </a:lnTo>
                        <a:lnTo>
                          <a:pt x="180" y="648"/>
                        </a:lnTo>
                        <a:lnTo>
                          <a:pt x="192" y="666"/>
                        </a:lnTo>
                        <a:lnTo>
                          <a:pt x="222" y="696"/>
                        </a:lnTo>
                        <a:lnTo>
                          <a:pt x="234" y="714"/>
                        </a:lnTo>
                        <a:lnTo>
                          <a:pt x="264" y="744"/>
                        </a:lnTo>
                        <a:lnTo>
                          <a:pt x="258" y="750"/>
                        </a:lnTo>
                        <a:lnTo>
                          <a:pt x="258" y="762"/>
                        </a:lnTo>
                        <a:lnTo>
                          <a:pt x="252" y="768"/>
                        </a:lnTo>
                        <a:lnTo>
                          <a:pt x="252" y="780"/>
                        </a:lnTo>
                        <a:lnTo>
                          <a:pt x="258" y="786"/>
                        </a:lnTo>
                        <a:lnTo>
                          <a:pt x="276" y="786"/>
                        </a:lnTo>
                        <a:lnTo>
                          <a:pt x="288" y="780"/>
                        </a:lnTo>
                        <a:lnTo>
                          <a:pt x="294" y="768"/>
                        </a:lnTo>
                        <a:lnTo>
                          <a:pt x="306" y="762"/>
                        </a:lnTo>
                        <a:lnTo>
                          <a:pt x="312" y="756"/>
                        </a:lnTo>
                        <a:lnTo>
                          <a:pt x="306" y="738"/>
                        </a:lnTo>
                        <a:lnTo>
                          <a:pt x="306" y="732"/>
                        </a:lnTo>
                        <a:lnTo>
                          <a:pt x="300" y="726"/>
                        </a:lnTo>
                        <a:lnTo>
                          <a:pt x="300" y="708"/>
                        </a:lnTo>
                        <a:lnTo>
                          <a:pt x="288" y="684"/>
                        </a:lnTo>
                        <a:lnTo>
                          <a:pt x="282" y="678"/>
                        </a:lnTo>
                        <a:lnTo>
                          <a:pt x="258" y="678"/>
                        </a:lnTo>
                        <a:lnTo>
                          <a:pt x="240" y="648"/>
                        </a:lnTo>
                        <a:lnTo>
                          <a:pt x="240" y="576"/>
                        </a:lnTo>
                        <a:lnTo>
                          <a:pt x="222" y="546"/>
                        </a:lnTo>
                        <a:lnTo>
                          <a:pt x="228" y="534"/>
                        </a:lnTo>
                        <a:lnTo>
                          <a:pt x="228" y="528"/>
                        </a:lnTo>
                        <a:lnTo>
                          <a:pt x="234" y="516"/>
                        </a:lnTo>
                        <a:lnTo>
                          <a:pt x="234" y="492"/>
                        </a:lnTo>
                        <a:lnTo>
                          <a:pt x="228" y="486"/>
                        </a:lnTo>
                        <a:lnTo>
                          <a:pt x="216" y="480"/>
                        </a:lnTo>
                        <a:lnTo>
                          <a:pt x="210" y="474"/>
                        </a:lnTo>
                        <a:lnTo>
                          <a:pt x="198" y="474"/>
                        </a:lnTo>
                        <a:lnTo>
                          <a:pt x="198" y="432"/>
                        </a:lnTo>
                        <a:lnTo>
                          <a:pt x="168" y="396"/>
                        </a:lnTo>
                        <a:lnTo>
                          <a:pt x="174" y="336"/>
                        </a:lnTo>
                        <a:lnTo>
                          <a:pt x="168" y="330"/>
                        </a:lnTo>
                        <a:lnTo>
                          <a:pt x="162" y="318"/>
                        </a:lnTo>
                        <a:lnTo>
                          <a:pt x="144" y="300"/>
                        </a:lnTo>
                        <a:lnTo>
                          <a:pt x="138" y="288"/>
                        </a:lnTo>
                        <a:lnTo>
                          <a:pt x="138" y="276"/>
                        </a:lnTo>
                        <a:lnTo>
                          <a:pt x="132" y="264"/>
                        </a:lnTo>
                        <a:lnTo>
                          <a:pt x="132" y="246"/>
                        </a:lnTo>
                        <a:lnTo>
                          <a:pt x="126" y="240"/>
                        </a:lnTo>
                        <a:lnTo>
                          <a:pt x="120" y="228"/>
                        </a:lnTo>
                        <a:lnTo>
                          <a:pt x="108" y="216"/>
                        </a:lnTo>
                        <a:lnTo>
                          <a:pt x="102" y="204"/>
                        </a:lnTo>
                        <a:lnTo>
                          <a:pt x="96" y="198"/>
                        </a:lnTo>
                        <a:lnTo>
                          <a:pt x="96" y="192"/>
                        </a:lnTo>
                        <a:lnTo>
                          <a:pt x="102" y="186"/>
                        </a:lnTo>
                        <a:lnTo>
                          <a:pt x="114" y="162"/>
                        </a:lnTo>
                        <a:lnTo>
                          <a:pt x="114" y="114"/>
                        </a:lnTo>
                        <a:lnTo>
                          <a:pt x="120" y="108"/>
                        </a:lnTo>
                        <a:lnTo>
                          <a:pt x="126" y="96"/>
                        </a:lnTo>
                        <a:lnTo>
                          <a:pt x="126" y="60"/>
                        </a:lnTo>
                        <a:lnTo>
                          <a:pt x="132" y="66"/>
                        </a:lnTo>
                        <a:lnTo>
                          <a:pt x="144" y="72"/>
                        </a:lnTo>
                        <a:lnTo>
                          <a:pt x="150" y="84"/>
                        </a:lnTo>
                        <a:lnTo>
                          <a:pt x="162" y="90"/>
                        </a:lnTo>
                        <a:lnTo>
                          <a:pt x="180" y="90"/>
                        </a:lnTo>
                        <a:lnTo>
                          <a:pt x="186" y="84"/>
                        </a:lnTo>
                        <a:lnTo>
                          <a:pt x="198" y="84"/>
                        </a:lnTo>
                        <a:lnTo>
                          <a:pt x="198" y="102"/>
                        </a:lnTo>
                        <a:lnTo>
                          <a:pt x="204" y="108"/>
                        </a:lnTo>
                        <a:lnTo>
                          <a:pt x="216" y="114"/>
                        </a:lnTo>
                        <a:lnTo>
                          <a:pt x="234" y="114"/>
                        </a:lnTo>
                        <a:lnTo>
                          <a:pt x="234" y="120"/>
                        </a:lnTo>
                        <a:lnTo>
                          <a:pt x="228" y="126"/>
                        </a:lnTo>
                        <a:lnTo>
                          <a:pt x="228" y="186"/>
                        </a:lnTo>
                        <a:lnTo>
                          <a:pt x="240" y="258"/>
                        </a:lnTo>
                        <a:lnTo>
                          <a:pt x="240" y="270"/>
                        </a:lnTo>
                        <a:lnTo>
                          <a:pt x="246" y="282"/>
                        </a:lnTo>
                        <a:lnTo>
                          <a:pt x="252" y="306"/>
                        </a:lnTo>
                        <a:lnTo>
                          <a:pt x="264" y="342"/>
                        </a:lnTo>
                        <a:lnTo>
                          <a:pt x="276" y="372"/>
                        </a:lnTo>
                        <a:lnTo>
                          <a:pt x="282" y="384"/>
                        </a:lnTo>
                        <a:lnTo>
                          <a:pt x="324" y="384"/>
                        </a:lnTo>
                        <a:lnTo>
                          <a:pt x="318" y="390"/>
                        </a:lnTo>
                        <a:lnTo>
                          <a:pt x="306" y="414"/>
                        </a:lnTo>
                        <a:lnTo>
                          <a:pt x="318" y="438"/>
                        </a:lnTo>
                        <a:lnTo>
                          <a:pt x="330" y="444"/>
                        </a:lnTo>
                        <a:lnTo>
                          <a:pt x="336" y="450"/>
                        </a:lnTo>
                        <a:lnTo>
                          <a:pt x="348" y="450"/>
                        </a:lnTo>
                        <a:lnTo>
                          <a:pt x="354" y="474"/>
                        </a:lnTo>
                        <a:lnTo>
                          <a:pt x="384" y="474"/>
                        </a:lnTo>
                        <a:lnTo>
                          <a:pt x="390" y="516"/>
                        </a:lnTo>
                        <a:lnTo>
                          <a:pt x="384" y="516"/>
                        </a:lnTo>
                        <a:lnTo>
                          <a:pt x="378" y="522"/>
                        </a:lnTo>
                        <a:lnTo>
                          <a:pt x="366" y="528"/>
                        </a:lnTo>
                        <a:lnTo>
                          <a:pt x="360" y="534"/>
                        </a:lnTo>
                        <a:lnTo>
                          <a:pt x="354" y="546"/>
                        </a:lnTo>
                        <a:lnTo>
                          <a:pt x="354" y="558"/>
                        </a:lnTo>
                        <a:lnTo>
                          <a:pt x="360" y="564"/>
                        </a:lnTo>
                        <a:lnTo>
                          <a:pt x="372" y="570"/>
                        </a:lnTo>
                        <a:lnTo>
                          <a:pt x="384" y="558"/>
                        </a:lnTo>
                        <a:lnTo>
                          <a:pt x="384" y="564"/>
                        </a:lnTo>
                        <a:lnTo>
                          <a:pt x="396" y="576"/>
                        </a:lnTo>
                        <a:lnTo>
                          <a:pt x="396" y="588"/>
                        </a:lnTo>
                        <a:lnTo>
                          <a:pt x="402" y="594"/>
                        </a:lnTo>
                        <a:lnTo>
                          <a:pt x="414" y="594"/>
                        </a:lnTo>
                        <a:lnTo>
                          <a:pt x="426" y="600"/>
                        </a:lnTo>
                        <a:lnTo>
                          <a:pt x="432" y="600"/>
                        </a:lnTo>
                        <a:lnTo>
                          <a:pt x="438" y="606"/>
                        </a:lnTo>
                        <a:lnTo>
                          <a:pt x="438" y="624"/>
                        </a:lnTo>
                        <a:lnTo>
                          <a:pt x="432" y="630"/>
                        </a:lnTo>
                        <a:lnTo>
                          <a:pt x="432" y="636"/>
                        </a:lnTo>
                        <a:lnTo>
                          <a:pt x="426" y="648"/>
                        </a:lnTo>
                        <a:lnTo>
                          <a:pt x="426" y="654"/>
                        </a:lnTo>
                        <a:lnTo>
                          <a:pt x="468" y="654"/>
                        </a:lnTo>
                        <a:lnTo>
                          <a:pt x="468" y="684"/>
                        </a:lnTo>
                        <a:lnTo>
                          <a:pt x="504" y="720"/>
                        </a:lnTo>
                        <a:lnTo>
                          <a:pt x="510" y="732"/>
                        </a:lnTo>
                        <a:lnTo>
                          <a:pt x="528" y="750"/>
                        </a:lnTo>
                        <a:lnTo>
                          <a:pt x="534" y="768"/>
                        </a:lnTo>
                        <a:lnTo>
                          <a:pt x="546" y="780"/>
                        </a:lnTo>
                        <a:lnTo>
                          <a:pt x="552" y="798"/>
                        </a:lnTo>
                        <a:lnTo>
                          <a:pt x="558" y="810"/>
                        </a:lnTo>
                        <a:lnTo>
                          <a:pt x="558" y="870"/>
                        </a:lnTo>
                        <a:lnTo>
                          <a:pt x="564" y="882"/>
                        </a:lnTo>
                        <a:lnTo>
                          <a:pt x="576" y="894"/>
                        </a:lnTo>
                        <a:lnTo>
                          <a:pt x="576" y="906"/>
                        </a:lnTo>
                        <a:lnTo>
                          <a:pt x="570" y="918"/>
                        </a:lnTo>
                        <a:lnTo>
                          <a:pt x="552" y="936"/>
                        </a:lnTo>
                        <a:lnTo>
                          <a:pt x="546" y="948"/>
                        </a:lnTo>
                        <a:lnTo>
                          <a:pt x="546" y="954"/>
                        </a:lnTo>
                        <a:lnTo>
                          <a:pt x="552" y="960"/>
                        </a:lnTo>
                        <a:lnTo>
                          <a:pt x="564" y="966"/>
                        </a:lnTo>
                        <a:lnTo>
                          <a:pt x="540" y="966"/>
                        </a:lnTo>
                        <a:lnTo>
                          <a:pt x="528" y="972"/>
                        </a:lnTo>
                        <a:lnTo>
                          <a:pt x="528" y="1038"/>
                        </a:lnTo>
                        <a:lnTo>
                          <a:pt x="534" y="1056"/>
                        </a:lnTo>
                        <a:lnTo>
                          <a:pt x="540" y="1062"/>
                        </a:lnTo>
                        <a:lnTo>
                          <a:pt x="546" y="1074"/>
                        </a:lnTo>
                        <a:lnTo>
                          <a:pt x="558" y="1074"/>
                        </a:lnTo>
                        <a:lnTo>
                          <a:pt x="576" y="1080"/>
                        </a:lnTo>
                        <a:lnTo>
                          <a:pt x="600" y="1080"/>
                        </a:lnTo>
                        <a:lnTo>
                          <a:pt x="612" y="1086"/>
                        </a:lnTo>
                        <a:lnTo>
                          <a:pt x="636" y="1110"/>
                        </a:lnTo>
                        <a:lnTo>
                          <a:pt x="642" y="1122"/>
                        </a:lnTo>
                        <a:lnTo>
                          <a:pt x="648" y="1140"/>
                        </a:lnTo>
                        <a:lnTo>
                          <a:pt x="654" y="1152"/>
                        </a:lnTo>
                        <a:lnTo>
                          <a:pt x="666" y="1164"/>
                        </a:lnTo>
                        <a:lnTo>
                          <a:pt x="678" y="1170"/>
                        </a:lnTo>
                        <a:lnTo>
                          <a:pt x="732" y="1170"/>
                        </a:lnTo>
                        <a:lnTo>
                          <a:pt x="750" y="1176"/>
                        </a:lnTo>
                        <a:lnTo>
                          <a:pt x="762" y="1182"/>
                        </a:lnTo>
                        <a:lnTo>
                          <a:pt x="768" y="1188"/>
                        </a:lnTo>
                        <a:lnTo>
                          <a:pt x="774" y="1200"/>
                        </a:lnTo>
                        <a:lnTo>
                          <a:pt x="786" y="1218"/>
                        </a:lnTo>
                        <a:lnTo>
                          <a:pt x="810" y="1242"/>
                        </a:lnTo>
                        <a:lnTo>
                          <a:pt x="834" y="1254"/>
                        </a:lnTo>
                        <a:lnTo>
                          <a:pt x="870" y="1266"/>
                        </a:lnTo>
                        <a:lnTo>
                          <a:pt x="912" y="1272"/>
                        </a:lnTo>
                        <a:lnTo>
                          <a:pt x="942" y="1278"/>
                        </a:lnTo>
                        <a:lnTo>
                          <a:pt x="960" y="1290"/>
                        </a:lnTo>
                        <a:lnTo>
                          <a:pt x="966" y="1302"/>
                        </a:lnTo>
                        <a:lnTo>
                          <a:pt x="978" y="1314"/>
                        </a:lnTo>
                        <a:lnTo>
                          <a:pt x="990" y="1320"/>
                        </a:lnTo>
                        <a:lnTo>
                          <a:pt x="996" y="1320"/>
                        </a:lnTo>
                        <a:lnTo>
                          <a:pt x="1002" y="1326"/>
                        </a:lnTo>
                        <a:lnTo>
                          <a:pt x="1008" y="1338"/>
                        </a:lnTo>
                        <a:lnTo>
                          <a:pt x="1014" y="1344"/>
                        </a:lnTo>
                        <a:lnTo>
                          <a:pt x="1080" y="1344"/>
                        </a:lnTo>
                        <a:lnTo>
                          <a:pt x="1092" y="1356"/>
                        </a:lnTo>
                        <a:lnTo>
                          <a:pt x="1098" y="1368"/>
                        </a:lnTo>
                        <a:lnTo>
                          <a:pt x="1104" y="1374"/>
                        </a:lnTo>
                        <a:lnTo>
                          <a:pt x="1116" y="1374"/>
                        </a:lnTo>
                        <a:lnTo>
                          <a:pt x="1140" y="1362"/>
                        </a:lnTo>
                        <a:lnTo>
                          <a:pt x="1170" y="1350"/>
                        </a:lnTo>
                        <a:lnTo>
                          <a:pt x="1206" y="1332"/>
                        </a:lnTo>
                        <a:lnTo>
                          <a:pt x="1260" y="1314"/>
                        </a:lnTo>
                        <a:lnTo>
                          <a:pt x="1278" y="1326"/>
                        </a:lnTo>
                        <a:lnTo>
                          <a:pt x="1308" y="1350"/>
                        </a:lnTo>
                        <a:lnTo>
                          <a:pt x="1344" y="1374"/>
                        </a:lnTo>
                        <a:lnTo>
                          <a:pt x="1386" y="1416"/>
                        </a:lnTo>
                        <a:lnTo>
                          <a:pt x="1386" y="1428"/>
                        </a:lnTo>
                        <a:lnTo>
                          <a:pt x="1392" y="1446"/>
                        </a:lnTo>
                        <a:lnTo>
                          <a:pt x="1398" y="1458"/>
                        </a:lnTo>
                        <a:lnTo>
                          <a:pt x="1416" y="1458"/>
                        </a:lnTo>
                        <a:lnTo>
                          <a:pt x="1422" y="1452"/>
                        </a:lnTo>
                        <a:lnTo>
                          <a:pt x="1422" y="144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64" name="Malaysia" descr="© INSCALE GmbH, 05.05.2010&#10;http://www.presentationload.com/">
                    <a:extLst>
                      <a:ext uri="{FF2B5EF4-FFF2-40B4-BE49-F238E27FC236}">
                        <a16:creationId xmlns:a16="http://schemas.microsoft.com/office/drawing/2014/main" id="{F913F513-A844-B1FB-033F-D774654C2309}"/>
                      </a:ext>
                    </a:extLst>
                  </p:cNvPr>
                  <p:cNvSpPr>
                    <a:spLocks/>
                  </p:cNvSpPr>
                  <p:nvPr/>
                </p:nvSpPr>
                <p:spPr bwMode="gray">
                  <a:xfrm>
                    <a:off x="4457" y="2431"/>
                    <a:ext cx="77" cy="111"/>
                  </a:xfrm>
                  <a:custGeom>
                    <a:avLst/>
                    <a:gdLst>
                      <a:gd name="T0" fmla="*/ 2147483647 w 306"/>
                      <a:gd name="T1" fmla="*/ 2147483647 h 438"/>
                      <a:gd name="T2" fmla="*/ 2147483647 w 306"/>
                      <a:gd name="T3" fmla="*/ 2147483647 h 438"/>
                      <a:gd name="T4" fmla="*/ 2147483647 w 306"/>
                      <a:gd name="T5" fmla="*/ 2147483647 h 438"/>
                      <a:gd name="T6" fmla="*/ 2147483647 w 306"/>
                      <a:gd name="T7" fmla="*/ 2147483647 h 438"/>
                      <a:gd name="T8" fmla="*/ 2147483647 w 306"/>
                      <a:gd name="T9" fmla="*/ 2147483647 h 438"/>
                      <a:gd name="T10" fmla="*/ 2147483647 w 306"/>
                      <a:gd name="T11" fmla="*/ 2147483647 h 438"/>
                      <a:gd name="T12" fmla="*/ 2147483647 w 306"/>
                      <a:gd name="T13" fmla="*/ 2147483647 h 438"/>
                      <a:gd name="T14" fmla="*/ 2147483647 w 306"/>
                      <a:gd name="T15" fmla="*/ 2147483647 h 438"/>
                      <a:gd name="T16" fmla="*/ 2147483647 w 306"/>
                      <a:gd name="T17" fmla="*/ 2147483647 h 438"/>
                      <a:gd name="T18" fmla="*/ 2147483647 w 306"/>
                      <a:gd name="T19" fmla="*/ 2147483647 h 438"/>
                      <a:gd name="T20" fmla="*/ 2147483647 w 306"/>
                      <a:gd name="T21" fmla="*/ 2147483647 h 438"/>
                      <a:gd name="T22" fmla="*/ 2147483647 w 306"/>
                      <a:gd name="T23" fmla="*/ 2147483647 h 438"/>
                      <a:gd name="T24" fmla="*/ 2147483647 w 306"/>
                      <a:gd name="T25" fmla="*/ 2147483647 h 438"/>
                      <a:gd name="T26" fmla="*/ 2147483647 w 306"/>
                      <a:gd name="T27" fmla="*/ 2147483647 h 438"/>
                      <a:gd name="T28" fmla="*/ 2147483647 w 306"/>
                      <a:gd name="T29" fmla="*/ 2147483647 h 438"/>
                      <a:gd name="T30" fmla="*/ 2147483647 w 306"/>
                      <a:gd name="T31" fmla="*/ 2147483647 h 438"/>
                      <a:gd name="T32" fmla="*/ 2147483647 w 306"/>
                      <a:gd name="T33" fmla="*/ 2147483647 h 438"/>
                      <a:gd name="T34" fmla="*/ 2147483647 w 306"/>
                      <a:gd name="T35" fmla="*/ 2147483647 h 438"/>
                      <a:gd name="T36" fmla="*/ 2147483647 w 306"/>
                      <a:gd name="T37" fmla="*/ 2147483647 h 438"/>
                      <a:gd name="T38" fmla="*/ 2147483647 w 306"/>
                      <a:gd name="T39" fmla="*/ 2147483647 h 438"/>
                      <a:gd name="T40" fmla="*/ 2147483647 w 306"/>
                      <a:gd name="T41" fmla="*/ 2147483647 h 438"/>
                      <a:gd name="T42" fmla="*/ 2147483647 w 306"/>
                      <a:gd name="T43" fmla="*/ 2147483647 h 438"/>
                      <a:gd name="T44" fmla="*/ 2147483647 w 306"/>
                      <a:gd name="T45" fmla="*/ 2147483647 h 438"/>
                      <a:gd name="T46" fmla="*/ 2147483647 w 306"/>
                      <a:gd name="T47" fmla="*/ 2147483647 h 438"/>
                      <a:gd name="T48" fmla="*/ 2147483647 w 306"/>
                      <a:gd name="T49" fmla="*/ 2147483647 h 438"/>
                      <a:gd name="T50" fmla="*/ 2147483647 w 306"/>
                      <a:gd name="T51" fmla="*/ 2147483647 h 438"/>
                      <a:gd name="T52" fmla="*/ 2147483647 w 306"/>
                      <a:gd name="T53" fmla="*/ 2147483647 h 438"/>
                      <a:gd name="T54" fmla="*/ 2147483647 w 306"/>
                      <a:gd name="T55" fmla="*/ 2147483647 h 438"/>
                      <a:gd name="T56" fmla="*/ 2147483647 w 306"/>
                      <a:gd name="T57" fmla="*/ 2147483647 h 438"/>
                      <a:gd name="T58" fmla="*/ 2147483647 w 306"/>
                      <a:gd name="T59" fmla="*/ 2147483647 h 438"/>
                      <a:gd name="T60" fmla="*/ 2147483647 w 306"/>
                      <a:gd name="T61" fmla="*/ 2147483647 h 438"/>
                      <a:gd name="T62" fmla="*/ 2147483647 w 306"/>
                      <a:gd name="T63" fmla="*/ 2147483647 h 438"/>
                      <a:gd name="T64" fmla="*/ 2147483647 w 306"/>
                      <a:gd name="T65" fmla="*/ 2147483647 h 438"/>
                      <a:gd name="T66" fmla="*/ 2147483647 w 306"/>
                      <a:gd name="T67" fmla="*/ 2147483647 h 438"/>
                      <a:gd name="T68" fmla="*/ 2147483647 w 306"/>
                      <a:gd name="T69" fmla="*/ 2147483647 h 438"/>
                      <a:gd name="T70" fmla="*/ 2147483647 w 306"/>
                      <a:gd name="T71" fmla="*/ 2147483647 h 438"/>
                      <a:gd name="T72" fmla="*/ 2147483647 w 306"/>
                      <a:gd name="T73" fmla="*/ 2147483647 h 438"/>
                      <a:gd name="T74" fmla="*/ 2147483647 w 306"/>
                      <a:gd name="T75" fmla="*/ 2147483647 h 438"/>
                      <a:gd name="T76" fmla="*/ 2147483647 w 306"/>
                      <a:gd name="T77" fmla="*/ 0 h 438"/>
                      <a:gd name="T78" fmla="*/ 2147483647 w 306"/>
                      <a:gd name="T79" fmla="*/ 2147483647 h 438"/>
                      <a:gd name="T80" fmla="*/ 2147483647 w 306"/>
                      <a:gd name="T81" fmla="*/ 2147483647 h 43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306"/>
                      <a:gd name="T124" fmla="*/ 0 h 438"/>
                      <a:gd name="T125" fmla="*/ 306 w 306"/>
                      <a:gd name="T126" fmla="*/ 438 h 43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306" h="438">
                        <a:moveTo>
                          <a:pt x="0" y="42"/>
                        </a:moveTo>
                        <a:lnTo>
                          <a:pt x="6" y="138"/>
                        </a:lnTo>
                        <a:lnTo>
                          <a:pt x="18" y="138"/>
                        </a:lnTo>
                        <a:lnTo>
                          <a:pt x="24" y="132"/>
                        </a:lnTo>
                        <a:lnTo>
                          <a:pt x="42" y="132"/>
                        </a:lnTo>
                        <a:lnTo>
                          <a:pt x="54" y="138"/>
                        </a:lnTo>
                        <a:lnTo>
                          <a:pt x="54" y="168"/>
                        </a:lnTo>
                        <a:lnTo>
                          <a:pt x="48" y="180"/>
                        </a:lnTo>
                        <a:lnTo>
                          <a:pt x="48" y="198"/>
                        </a:lnTo>
                        <a:lnTo>
                          <a:pt x="54" y="216"/>
                        </a:lnTo>
                        <a:lnTo>
                          <a:pt x="60" y="228"/>
                        </a:lnTo>
                        <a:lnTo>
                          <a:pt x="66" y="234"/>
                        </a:lnTo>
                        <a:lnTo>
                          <a:pt x="84" y="234"/>
                        </a:lnTo>
                        <a:lnTo>
                          <a:pt x="90" y="228"/>
                        </a:lnTo>
                        <a:lnTo>
                          <a:pt x="90" y="240"/>
                        </a:lnTo>
                        <a:lnTo>
                          <a:pt x="84" y="252"/>
                        </a:lnTo>
                        <a:lnTo>
                          <a:pt x="84" y="282"/>
                        </a:lnTo>
                        <a:lnTo>
                          <a:pt x="96" y="306"/>
                        </a:lnTo>
                        <a:lnTo>
                          <a:pt x="102" y="312"/>
                        </a:lnTo>
                        <a:lnTo>
                          <a:pt x="114" y="318"/>
                        </a:lnTo>
                        <a:lnTo>
                          <a:pt x="132" y="330"/>
                        </a:lnTo>
                        <a:lnTo>
                          <a:pt x="144" y="336"/>
                        </a:lnTo>
                        <a:lnTo>
                          <a:pt x="162" y="354"/>
                        </a:lnTo>
                        <a:lnTo>
                          <a:pt x="168" y="354"/>
                        </a:lnTo>
                        <a:lnTo>
                          <a:pt x="168" y="366"/>
                        </a:lnTo>
                        <a:lnTo>
                          <a:pt x="174" y="372"/>
                        </a:lnTo>
                        <a:lnTo>
                          <a:pt x="174" y="378"/>
                        </a:lnTo>
                        <a:lnTo>
                          <a:pt x="180" y="384"/>
                        </a:lnTo>
                        <a:lnTo>
                          <a:pt x="186" y="384"/>
                        </a:lnTo>
                        <a:lnTo>
                          <a:pt x="198" y="390"/>
                        </a:lnTo>
                        <a:lnTo>
                          <a:pt x="204" y="396"/>
                        </a:lnTo>
                        <a:lnTo>
                          <a:pt x="216" y="396"/>
                        </a:lnTo>
                        <a:lnTo>
                          <a:pt x="222" y="402"/>
                        </a:lnTo>
                        <a:lnTo>
                          <a:pt x="228" y="402"/>
                        </a:lnTo>
                        <a:lnTo>
                          <a:pt x="252" y="438"/>
                        </a:lnTo>
                        <a:lnTo>
                          <a:pt x="300" y="432"/>
                        </a:lnTo>
                        <a:lnTo>
                          <a:pt x="300" y="420"/>
                        </a:lnTo>
                        <a:lnTo>
                          <a:pt x="306" y="408"/>
                        </a:lnTo>
                        <a:lnTo>
                          <a:pt x="306" y="378"/>
                        </a:lnTo>
                        <a:lnTo>
                          <a:pt x="294" y="354"/>
                        </a:lnTo>
                        <a:lnTo>
                          <a:pt x="270" y="330"/>
                        </a:lnTo>
                        <a:lnTo>
                          <a:pt x="264" y="318"/>
                        </a:lnTo>
                        <a:lnTo>
                          <a:pt x="258" y="312"/>
                        </a:lnTo>
                        <a:lnTo>
                          <a:pt x="258" y="288"/>
                        </a:lnTo>
                        <a:lnTo>
                          <a:pt x="252" y="276"/>
                        </a:lnTo>
                        <a:lnTo>
                          <a:pt x="246" y="270"/>
                        </a:lnTo>
                        <a:lnTo>
                          <a:pt x="246" y="258"/>
                        </a:lnTo>
                        <a:lnTo>
                          <a:pt x="252" y="252"/>
                        </a:lnTo>
                        <a:lnTo>
                          <a:pt x="252" y="126"/>
                        </a:lnTo>
                        <a:lnTo>
                          <a:pt x="246" y="114"/>
                        </a:lnTo>
                        <a:lnTo>
                          <a:pt x="222" y="90"/>
                        </a:lnTo>
                        <a:lnTo>
                          <a:pt x="204" y="84"/>
                        </a:lnTo>
                        <a:lnTo>
                          <a:pt x="192" y="72"/>
                        </a:lnTo>
                        <a:lnTo>
                          <a:pt x="180" y="66"/>
                        </a:lnTo>
                        <a:lnTo>
                          <a:pt x="156" y="42"/>
                        </a:lnTo>
                        <a:lnTo>
                          <a:pt x="150" y="54"/>
                        </a:lnTo>
                        <a:lnTo>
                          <a:pt x="144" y="60"/>
                        </a:lnTo>
                        <a:lnTo>
                          <a:pt x="138" y="72"/>
                        </a:lnTo>
                        <a:lnTo>
                          <a:pt x="138" y="78"/>
                        </a:lnTo>
                        <a:lnTo>
                          <a:pt x="132" y="84"/>
                        </a:lnTo>
                        <a:lnTo>
                          <a:pt x="114" y="66"/>
                        </a:lnTo>
                        <a:lnTo>
                          <a:pt x="108" y="66"/>
                        </a:lnTo>
                        <a:lnTo>
                          <a:pt x="102" y="72"/>
                        </a:lnTo>
                        <a:lnTo>
                          <a:pt x="90" y="72"/>
                        </a:lnTo>
                        <a:lnTo>
                          <a:pt x="90" y="78"/>
                        </a:lnTo>
                        <a:lnTo>
                          <a:pt x="72" y="78"/>
                        </a:lnTo>
                        <a:lnTo>
                          <a:pt x="66" y="72"/>
                        </a:lnTo>
                        <a:lnTo>
                          <a:pt x="66" y="66"/>
                        </a:lnTo>
                        <a:lnTo>
                          <a:pt x="78" y="54"/>
                        </a:lnTo>
                        <a:lnTo>
                          <a:pt x="78" y="42"/>
                        </a:lnTo>
                        <a:lnTo>
                          <a:pt x="66" y="42"/>
                        </a:lnTo>
                        <a:lnTo>
                          <a:pt x="66" y="30"/>
                        </a:lnTo>
                        <a:lnTo>
                          <a:pt x="60" y="24"/>
                        </a:lnTo>
                        <a:lnTo>
                          <a:pt x="48" y="18"/>
                        </a:lnTo>
                        <a:lnTo>
                          <a:pt x="30" y="18"/>
                        </a:lnTo>
                        <a:lnTo>
                          <a:pt x="30" y="12"/>
                        </a:lnTo>
                        <a:lnTo>
                          <a:pt x="24" y="0"/>
                        </a:lnTo>
                        <a:lnTo>
                          <a:pt x="12" y="0"/>
                        </a:lnTo>
                        <a:lnTo>
                          <a:pt x="6" y="6"/>
                        </a:lnTo>
                        <a:lnTo>
                          <a:pt x="6" y="18"/>
                        </a:lnTo>
                        <a:lnTo>
                          <a:pt x="12" y="24"/>
                        </a:lnTo>
                        <a:lnTo>
                          <a:pt x="6" y="36"/>
                        </a:lnTo>
                        <a:lnTo>
                          <a:pt x="0" y="4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65" name="AutoShape 21" descr="© INSCALE GmbH, 05.05.2010&#10;http://www.presentationload.com/">
                    <a:extLst>
                      <a:ext uri="{FF2B5EF4-FFF2-40B4-BE49-F238E27FC236}">
                        <a16:creationId xmlns:a16="http://schemas.microsoft.com/office/drawing/2014/main" id="{DAED8738-D4F1-74F8-ED29-A105A0B943A8}"/>
                      </a:ext>
                    </a:extLst>
                  </p:cNvPr>
                  <p:cNvSpPr>
                    <a:spLocks/>
                  </p:cNvSpPr>
                  <p:nvPr/>
                </p:nvSpPr>
                <p:spPr bwMode="gray">
                  <a:xfrm>
                    <a:off x="4638" y="2418"/>
                    <a:ext cx="175" cy="134"/>
                  </a:xfrm>
                  <a:custGeom>
                    <a:avLst/>
                    <a:gdLst>
                      <a:gd name="T0" fmla="*/ 2147483647 w 690"/>
                      <a:gd name="T1" fmla="*/ 2147483647 h 528"/>
                      <a:gd name="T2" fmla="*/ 2147483647 w 690"/>
                      <a:gd name="T3" fmla="*/ 2147483647 h 528"/>
                      <a:gd name="T4" fmla="*/ 2147483647 w 690"/>
                      <a:gd name="T5" fmla="*/ 2147483647 h 528"/>
                      <a:gd name="T6" fmla="*/ 2147483647 w 690"/>
                      <a:gd name="T7" fmla="*/ 2147483647 h 528"/>
                      <a:gd name="T8" fmla="*/ 2147483647 w 690"/>
                      <a:gd name="T9" fmla="*/ 2147483647 h 528"/>
                      <a:gd name="T10" fmla="*/ 2147483647 w 690"/>
                      <a:gd name="T11" fmla="*/ 2147483647 h 528"/>
                      <a:gd name="T12" fmla="*/ 2147483647 w 690"/>
                      <a:gd name="T13" fmla="*/ 2147483647 h 528"/>
                      <a:gd name="T14" fmla="*/ 2147483647 w 690"/>
                      <a:gd name="T15" fmla="*/ 2147483647 h 528"/>
                      <a:gd name="T16" fmla="*/ 2147483647 w 690"/>
                      <a:gd name="T17" fmla="*/ 2147483647 h 528"/>
                      <a:gd name="T18" fmla="*/ 2147483647 w 690"/>
                      <a:gd name="T19" fmla="*/ 2147483647 h 528"/>
                      <a:gd name="T20" fmla="*/ 2147483647 w 690"/>
                      <a:gd name="T21" fmla="*/ 2147483647 h 528"/>
                      <a:gd name="T22" fmla="*/ 2147483647 w 690"/>
                      <a:gd name="T23" fmla="*/ 2147483647 h 528"/>
                      <a:gd name="T24" fmla="*/ 2147483647 w 690"/>
                      <a:gd name="T25" fmla="*/ 2147483647 h 528"/>
                      <a:gd name="T26" fmla="*/ 2147483647 w 690"/>
                      <a:gd name="T27" fmla="*/ 2147483647 h 528"/>
                      <a:gd name="T28" fmla="*/ 2147483647 w 690"/>
                      <a:gd name="T29" fmla="*/ 2147483647 h 528"/>
                      <a:gd name="T30" fmla="*/ 2147483647 w 690"/>
                      <a:gd name="T31" fmla="*/ 2147483647 h 528"/>
                      <a:gd name="T32" fmla="*/ 2147483647 w 690"/>
                      <a:gd name="T33" fmla="*/ 2147483647 h 528"/>
                      <a:gd name="T34" fmla="*/ 2147483647 w 690"/>
                      <a:gd name="T35" fmla="*/ 2147483647 h 528"/>
                      <a:gd name="T36" fmla="*/ 2147483647 w 690"/>
                      <a:gd name="T37" fmla="*/ 2147483647 h 528"/>
                      <a:gd name="T38" fmla="*/ 2147483647 w 690"/>
                      <a:gd name="T39" fmla="*/ 2147483647 h 528"/>
                      <a:gd name="T40" fmla="*/ 2147483647 w 690"/>
                      <a:gd name="T41" fmla="*/ 2147483647 h 528"/>
                      <a:gd name="T42" fmla="*/ 2147483647 w 690"/>
                      <a:gd name="T43" fmla="*/ 2147483647 h 528"/>
                      <a:gd name="T44" fmla="*/ 2147483647 w 690"/>
                      <a:gd name="T45" fmla="*/ 2147483647 h 528"/>
                      <a:gd name="T46" fmla="*/ 2147483647 w 690"/>
                      <a:gd name="T47" fmla="*/ 2147483647 h 528"/>
                      <a:gd name="T48" fmla="*/ 2147483647 w 690"/>
                      <a:gd name="T49" fmla="*/ 2147483647 h 528"/>
                      <a:gd name="T50" fmla="*/ 2147483647 w 690"/>
                      <a:gd name="T51" fmla="*/ 2147483647 h 528"/>
                      <a:gd name="T52" fmla="*/ 2147483647 w 690"/>
                      <a:gd name="T53" fmla="*/ 2147483647 h 528"/>
                      <a:gd name="T54" fmla="*/ 2147483647 w 690"/>
                      <a:gd name="T55" fmla="*/ 2147483647 h 528"/>
                      <a:gd name="T56" fmla="*/ 2147483647 w 690"/>
                      <a:gd name="T57" fmla="*/ 2147483647 h 528"/>
                      <a:gd name="T58" fmla="*/ 2147483647 w 690"/>
                      <a:gd name="T59" fmla="*/ 2147483647 h 528"/>
                      <a:gd name="T60" fmla="*/ 2147483647 w 690"/>
                      <a:gd name="T61" fmla="*/ 2147483647 h 528"/>
                      <a:gd name="T62" fmla="*/ 2147483647 w 690"/>
                      <a:gd name="T63" fmla="*/ 2147483647 h 528"/>
                      <a:gd name="T64" fmla="*/ 2147483647 w 690"/>
                      <a:gd name="T65" fmla="*/ 2147483647 h 528"/>
                      <a:gd name="T66" fmla="*/ 2147483647 w 690"/>
                      <a:gd name="T67" fmla="*/ 2147483647 h 528"/>
                      <a:gd name="T68" fmla="*/ 2147483647 w 690"/>
                      <a:gd name="T69" fmla="*/ 2147483647 h 528"/>
                      <a:gd name="T70" fmla="*/ 2147483647 w 690"/>
                      <a:gd name="T71" fmla="*/ 0 h 528"/>
                      <a:gd name="T72" fmla="*/ 2147483647 w 690"/>
                      <a:gd name="T73" fmla="*/ 0 h 528"/>
                      <a:gd name="T74" fmla="*/ 2147483647 w 690"/>
                      <a:gd name="T75" fmla="*/ 2147483647 h 528"/>
                      <a:gd name="T76" fmla="*/ 2147483647 w 690"/>
                      <a:gd name="T77" fmla="*/ 2147483647 h 528"/>
                      <a:gd name="T78" fmla="*/ 2147483647 w 690"/>
                      <a:gd name="T79" fmla="*/ 2147483647 h 528"/>
                      <a:gd name="T80" fmla="*/ 2147483647 w 690"/>
                      <a:gd name="T81" fmla="*/ 2147483647 h 528"/>
                      <a:gd name="T82" fmla="*/ 2147483647 w 690"/>
                      <a:gd name="T83" fmla="*/ 2147483647 h 528"/>
                      <a:gd name="T84" fmla="*/ 2147483647 w 690"/>
                      <a:gd name="T85" fmla="*/ 2147483647 h 528"/>
                      <a:gd name="T86" fmla="*/ 2147483647 w 690"/>
                      <a:gd name="T87" fmla="*/ 2147483647 h 528"/>
                      <a:gd name="T88" fmla="*/ 2147483647 w 690"/>
                      <a:gd name="T89" fmla="*/ 2147483647 h 528"/>
                      <a:gd name="T90" fmla="*/ 2147483647 w 690"/>
                      <a:gd name="T91" fmla="*/ 2147483647 h 528"/>
                      <a:gd name="T92" fmla="*/ 2147483647 w 690"/>
                      <a:gd name="T93" fmla="*/ 2147483647 h 528"/>
                      <a:gd name="T94" fmla="*/ 2147483647 w 690"/>
                      <a:gd name="T95" fmla="*/ 2147483647 h 528"/>
                      <a:gd name="T96" fmla="*/ 2147483647 w 690"/>
                      <a:gd name="T97" fmla="*/ 2147483647 h 528"/>
                      <a:gd name="T98" fmla="*/ 2147483647 w 690"/>
                      <a:gd name="T99" fmla="*/ 2147483647 h 528"/>
                      <a:gd name="T100" fmla="*/ 2147483647 w 690"/>
                      <a:gd name="T101" fmla="*/ 2147483647 h 528"/>
                      <a:gd name="T102" fmla="*/ 2147483647 w 690"/>
                      <a:gd name="T103" fmla="*/ 2147483647 h 528"/>
                      <a:gd name="T104" fmla="*/ 2147483647 w 690"/>
                      <a:gd name="T105" fmla="*/ 2147483647 h 528"/>
                      <a:gd name="T106" fmla="*/ 2147483647 w 690"/>
                      <a:gd name="T107" fmla="*/ 2147483647 h 528"/>
                      <a:gd name="T108" fmla="*/ 2147483647 w 690"/>
                      <a:gd name="T109" fmla="*/ 2147483647 h 528"/>
                      <a:gd name="T110" fmla="*/ 2147483647 w 690"/>
                      <a:gd name="T111" fmla="*/ 2147483647 h 528"/>
                      <a:gd name="T112" fmla="*/ 2147483647 w 690"/>
                      <a:gd name="T113" fmla="*/ 2147483647 h 528"/>
                      <a:gd name="T114" fmla="*/ 0 w 690"/>
                      <a:gd name="T115" fmla="*/ 2147483647 h 528"/>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90"/>
                      <a:gd name="T175" fmla="*/ 0 h 528"/>
                      <a:gd name="T176" fmla="*/ 690 w 690"/>
                      <a:gd name="T177" fmla="*/ 528 h 528"/>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90" h="528">
                        <a:moveTo>
                          <a:pt x="12" y="504"/>
                        </a:moveTo>
                        <a:lnTo>
                          <a:pt x="24" y="510"/>
                        </a:lnTo>
                        <a:lnTo>
                          <a:pt x="30" y="516"/>
                        </a:lnTo>
                        <a:lnTo>
                          <a:pt x="54" y="528"/>
                        </a:lnTo>
                        <a:lnTo>
                          <a:pt x="60" y="528"/>
                        </a:lnTo>
                        <a:lnTo>
                          <a:pt x="78" y="510"/>
                        </a:lnTo>
                        <a:lnTo>
                          <a:pt x="102" y="510"/>
                        </a:lnTo>
                        <a:lnTo>
                          <a:pt x="120" y="516"/>
                        </a:lnTo>
                        <a:lnTo>
                          <a:pt x="144" y="516"/>
                        </a:lnTo>
                        <a:lnTo>
                          <a:pt x="174" y="486"/>
                        </a:lnTo>
                        <a:lnTo>
                          <a:pt x="180" y="474"/>
                        </a:lnTo>
                        <a:lnTo>
                          <a:pt x="222" y="474"/>
                        </a:lnTo>
                        <a:lnTo>
                          <a:pt x="234" y="486"/>
                        </a:lnTo>
                        <a:lnTo>
                          <a:pt x="258" y="498"/>
                        </a:lnTo>
                        <a:lnTo>
                          <a:pt x="264" y="504"/>
                        </a:lnTo>
                        <a:lnTo>
                          <a:pt x="270" y="504"/>
                        </a:lnTo>
                        <a:lnTo>
                          <a:pt x="282" y="492"/>
                        </a:lnTo>
                        <a:lnTo>
                          <a:pt x="294" y="486"/>
                        </a:lnTo>
                        <a:lnTo>
                          <a:pt x="300" y="480"/>
                        </a:lnTo>
                        <a:lnTo>
                          <a:pt x="324" y="480"/>
                        </a:lnTo>
                        <a:lnTo>
                          <a:pt x="354" y="444"/>
                        </a:lnTo>
                        <a:lnTo>
                          <a:pt x="348" y="432"/>
                        </a:lnTo>
                        <a:lnTo>
                          <a:pt x="384" y="402"/>
                        </a:lnTo>
                        <a:lnTo>
                          <a:pt x="378" y="390"/>
                        </a:lnTo>
                        <a:lnTo>
                          <a:pt x="372" y="384"/>
                        </a:lnTo>
                        <a:lnTo>
                          <a:pt x="372" y="360"/>
                        </a:lnTo>
                        <a:lnTo>
                          <a:pt x="378" y="354"/>
                        </a:lnTo>
                        <a:lnTo>
                          <a:pt x="396" y="354"/>
                        </a:lnTo>
                        <a:lnTo>
                          <a:pt x="402" y="342"/>
                        </a:lnTo>
                        <a:lnTo>
                          <a:pt x="402" y="336"/>
                        </a:lnTo>
                        <a:lnTo>
                          <a:pt x="408" y="318"/>
                        </a:lnTo>
                        <a:lnTo>
                          <a:pt x="408" y="264"/>
                        </a:lnTo>
                        <a:lnTo>
                          <a:pt x="414" y="252"/>
                        </a:lnTo>
                        <a:lnTo>
                          <a:pt x="420" y="246"/>
                        </a:lnTo>
                        <a:lnTo>
                          <a:pt x="516" y="246"/>
                        </a:lnTo>
                        <a:lnTo>
                          <a:pt x="540" y="270"/>
                        </a:lnTo>
                        <a:lnTo>
                          <a:pt x="552" y="276"/>
                        </a:lnTo>
                        <a:lnTo>
                          <a:pt x="558" y="282"/>
                        </a:lnTo>
                        <a:lnTo>
                          <a:pt x="576" y="276"/>
                        </a:lnTo>
                        <a:lnTo>
                          <a:pt x="564" y="216"/>
                        </a:lnTo>
                        <a:lnTo>
                          <a:pt x="576" y="222"/>
                        </a:lnTo>
                        <a:lnTo>
                          <a:pt x="582" y="234"/>
                        </a:lnTo>
                        <a:lnTo>
                          <a:pt x="594" y="240"/>
                        </a:lnTo>
                        <a:lnTo>
                          <a:pt x="636" y="240"/>
                        </a:lnTo>
                        <a:lnTo>
                          <a:pt x="630" y="234"/>
                        </a:lnTo>
                        <a:lnTo>
                          <a:pt x="624" y="222"/>
                        </a:lnTo>
                        <a:lnTo>
                          <a:pt x="618" y="216"/>
                        </a:lnTo>
                        <a:lnTo>
                          <a:pt x="606" y="192"/>
                        </a:lnTo>
                        <a:lnTo>
                          <a:pt x="606" y="186"/>
                        </a:lnTo>
                        <a:lnTo>
                          <a:pt x="612" y="180"/>
                        </a:lnTo>
                        <a:lnTo>
                          <a:pt x="624" y="180"/>
                        </a:lnTo>
                        <a:lnTo>
                          <a:pt x="642" y="186"/>
                        </a:lnTo>
                        <a:lnTo>
                          <a:pt x="654" y="186"/>
                        </a:lnTo>
                        <a:lnTo>
                          <a:pt x="660" y="192"/>
                        </a:lnTo>
                        <a:lnTo>
                          <a:pt x="666" y="192"/>
                        </a:lnTo>
                        <a:lnTo>
                          <a:pt x="690" y="162"/>
                        </a:lnTo>
                        <a:lnTo>
                          <a:pt x="666" y="156"/>
                        </a:lnTo>
                        <a:lnTo>
                          <a:pt x="660" y="144"/>
                        </a:lnTo>
                        <a:lnTo>
                          <a:pt x="642" y="126"/>
                        </a:lnTo>
                        <a:lnTo>
                          <a:pt x="630" y="120"/>
                        </a:lnTo>
                        <a:lnTo>
                          <a:pt x="612" y="120"/>
                        </a:lnTo>
                        <a:lnTo>
                          <a:pt x="600" y="114"/>
                        </a:lnTo>
                        <a:lnTo>
                          <a:pt x="588" y="114"/>
                        </a:lnTo>
                        <a:lnTo>
                          <a:pt x="588" y="108"/>
                        </a:lnTo>
                        <a:lnTo>
                          <a:pt x="582" y="102"/>
                        </a:lnTo>
                        <a:lnTo>
                          <a:pt x="582" y="90"/>
                        </a:lnTo>
                        <a:lnTo>
                          <a:pt x="576" y="78"/>
                        </a:lnTo>
                        <a:lnTo>
                          <a:pt x="564" y="66"/>
                        </a:lnTo>
                        <a:lnTo>
                          <a:pt x="540" y="54"/>
                        </a:lnTo>
                        <a:lnTo>
                          <a:pt x="534" y="60"/>
                        </a:lnTo>
                        <a:lnTo>
                          <a:pt x="528" y="60"/>
                        </a:lnTo>
                        <a:lnTo>
                          <a:pt x="510" y="0"/>
                        </a:lnTo>
                        <a:lnTo>
                          <a:pt x="504" y="18"/>
                        </a:lnTo>
                        <a:lnTo>
                          <a:pt x="492" y="0"/>
                        </a:lnTo>
                        <a:lnTo>
                          <a:pt x="480" y="60"/>
                        </a:lnTo>
                        <a:lnTo>
                          <a:pt x="468" y="66"/>
                        </a:lnTo>
                        <a:lnTo>
                          <a:pt x="462" y="66"/>
                        </a:lnTo>
                        <a:lnTo>
                          <a:pt x="450" y="72"/>
                        </a:lnTo>
                        <a:lnTo>
                          <a:pt x="438" y="96"/>
                        </a:lnTo>
                        <a:lnTo>
                          <a:pt x="438" y="114"/>
                        </a:lnTo>
                        <a:lnTo>
                          <a:pt x="408" y="126"/>
                        </a:lnTo>
                        <a:lnTo>
                          <a:pt x="420" y="162"/>
                        </a:lnTo>
                        <a:lnTo>
                          <a:pt x="408" y="162"/>
                        </a:lnTo>
                        <a:lnTo>
                          <a:pt x="390" y="156"/>
                        </a:lnTo>
                        <a:lnTo>
                          <a:pt x="378" y="156"/>
                        </a:lnTo>
                        <a:lnTo>
                          <a:pt x="360" y="150"/>
                        </a:lnTo>
                        <a:lnTo>
                          <a:pt x="354" y="150"/>
                        </a:lnTo>
                        <a:lnTo>
                          <a:pt x="342" y="156"/>
                        </a:lnTo>
                        <a:lnTo>
                          <a:pt x="342" y="168"/>
                        </a:lnTo>
                        <a:lnTo>
                          <a:pt x="336" y="180"/>
                        </a:lnTo>
                        <a:lnTo>
                          <a:pt x="336" y="204"/>
                        </a:lnTo>
                        <a:lnTo>
                          <a:pt x="294" y="246"/>
                        </a:lnTo>
                        <a:lnTo>
                          <a:pt x="294" y="258"/>
                        </a:lnTo>
                        <a:lnTo>
                          <a:pt x="282" y="294"/>
                        </a:lnTo>
                        <a:lnTo>
                          <a:pt x="276" y="306"/>
                        </a:lnTo>
                        <a:lnTo>
                          <a:pt x="264" y="318"/>
                        </a:lnTo>
                        <a:lnTo>
                          <a:pt x="228" y="336"/>
                        </a:lnTo>
                        <a:lnTo>
                          <a:pt x="186" y="342"/>
                        </a:lnTo>
                        <a:lnTo>
                          <a:pt x="162" y="348"/>
                        </a:lnTo>
                        <a:lnTo>
                          <a:pt x="156" y="354"/>
                        </a:lnTo>
                        <a:lnTo>
                          <a:pt x="132" y="366"/>
                        </a:lnTo>
                        <a:lnTo>
                          <a:pt x="114" y="384"/>
                        </a:lnTo>
                        <a:lnTo>
                          <a:pt x="102" y="390"/>
                        </a:lnTo>
                        <a:lnTo>
                          <a:pt x="84" y="426"/>
                        </a:lnTo>
                        <a:lnTo>
                          <a:pt x="102" y="444"/>
                        </a:lnTo>
                        <a:lnTo>
                          <a:pt x="102" y="462"/>
                        </a:lnTo>
                        <a:lnTo>
                          <a:pt x="96" y="474"/>
                        </a:lnTo>
                        <a:lnTo>
                          <a:pt x="84" y="480"/>
                        </a:lnTo>
                        <a:lnTo>
                          <a:pt x="72" y="480"/>
                        </a:lnTo>
                        <a:lnTo>
                          <a:pt x="48" y="468"/>
                        </a:lnTo>
                        <a:lnTo>
                          <a:pt x="42" y="462"/>
                        </a:lnTo>
                        <a:lnTo>
                          <a:pt x="30" y="456"/>
                        </a:lnTo>
                        <a:lnTo>
                          <a:pt x="24" y="456"/>
                        </a:lnTo>
                        <a:lnTo>
                          <a:pt x="12" y="462"/>
                        </a:lnTo>
                        <a:lnTo>
                          <a:pt x="0" y="474"/>
                        </a:lnTo>
                        <a:lnTo>
                          <a:pt x="0" y="492"/>
                        </a:lnTo>
                        <a:lnTo>
                          <a:pt x="12" y="50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66" name="Laos" descr="© INSCALE GmbH, 05.05.2010&#10;http://www.presentationload.com/">
                    <a:extLst>
                      <a:ext uri="{FF2B5EF4-FFF2-40B4-BE49-F238E27FC236}">
                        <a16:creationId xmlns:a16="http://schemas.microsoft.com/office/drawing/2014/main" id="{3A8F844F-EFBD-4D1E-EC54-63111103682D}"/>
                      </a:ext>
                    </a:extLst>
                  </p:cNvPr>
                  <p:cNvSpPr>
                    <a:spLocks/>
                  </p:cNvSpPr>
                  <p:nvPr/>
                </p:nvSpPr>
                <p:spPr bwMode="gray">
                  <a:xfrm>
                    <a:off x="4431" y="2108"/>
                    <a:ext cx="153" cy="177"/>
                  </a:xfrm>
                  <a:custGeom>
                    <a:avLst/>
                    <a:gdLst>
                      <a:gd name="T0" fmla="*/ 2147483647 w 600"/>
                      <a:gd name="T1" fmla="*/ 2147483647 h 696"/>
                      <a:gd name="T2" fmla="*/ 2147483647 w 600"/>
                      <a:gd name="T3" fmla="*/ 2147483647 h 696"/>
                      <a:gd name="T4" fmla="*/ 2147483647 w 600"/>
                      <a:gd name="T5" fmla="*/ 2147483647 h 696"/>
                      <a:gd name="T6" fmla="*/ 2147483647 w 600"/>
                      <a:gd name="T7" fmla="*/ 2147483647 h 696"/>
                      <a:gd name="T8" fmla="*/ 2147483647 w 600"/>
                      <a:gd name="T9" fmla="*/ 2147483647 h 696"/>
                      <a:gd name="T10" fmla="*/ 2147483647 w 600"/>
                      <a:gd name="T11" fmla="*/ 2147483647 h 696"/>
                      <a:gd name="T12" fmla="*/ 2147483647 w 600"/>
                      <a:gd name="T13" fmla="*/ 2147483647 h 696"/>
                      <a:gd name="T14" fmla="*/ 2147483647 w 600"/>
                      <a:gd name="T15" fmla="*/ 2147483647 h 696"/>
                      <a:gd name="T16" fmla="*/ 2147483647 w 600"/>
                      <a:gd name="T17" fmla="*/ 2147483647 h 696"/>
                      <a:gd name="T18" fmla="*/ 2147483647 w 600"/>
                      <a:gd name="T19" fmla="*/ 2147483647 h 696"/>
                      <a:gd name="T20" fmla="*/ 2147483647 w 600"/>
                      <a:gd name="T21" fmla="*/ 2147483647 h 696"/>
                      <a:gd name="T22" fmla="*/ 2147483647 w 600"/>
                      <a:gd name="T23" fmla="*/ 2147483647 h 696"/>
                      <a:gd name="T24" fmla="*/ 2147483647 w 600"/>
                      <a:gd name="T25" fmla="*/ 2147483647 h 696"/>
                      <a:gd name="T26" fmla="*/ 2147483647 w 600"/>
                      <a:gd name="T27" fmla="*/ 2147483647 h 696"/>
                      <a:gd name="T28" fmla="*/ 2147483647 w 600"/>
                      <a:gd name="T29" fmla="*/ 2147483647 h 696"/>
                      <a:gd name="T30" fmla="*/ 2147483647 w 600"/>
                      <a:gd name="T31" fmla="*/ 2147483647 h 696"/>
                      <a:gd name="T32" fmla="*/ 2147483647 w 600"/>
                      <a:gd name="T33" fmla="*/ 2147483647 h 696"/>
                      <a:gd name="T34" fmla="*/ 2147483647 w 600"/>
                      <a:gd name="T35" fmla="*/ 2147483647 h 696"/>
                      <a:gd name="T36" fmla="*/ 2147483647 w 600"/>
                      <a:gd name="T37" fmla="*/ 2147483647 h 696"/>
                      <a:gd name="T38" fmla="*/ 2147483647 w 600"/>
                      <a:gd name="T39" fmla="*/ 2147483647 h 696"/>
                      <a:gd name="T40" fmla="*/ 2147483647 w 600"/>
                      <a:gd name="T41" fmla="*/ 2147483647 h 696"/>
                      <a:gd name="T42" fmla="*/ 2147483647 w 600"/>
                      <a:gd name="T43" fmla="*/ 2147483647 h 696"/>
                      <a:gd name="T44" fmla="*/ 2147483647 w 600"/>
                      <a:gd name="T45" fmla="*/ 2147483647 h 696"/>
                      <a:gd name="T46" fmla="*/ 2147483647 w 600"/>
                      <a:gd name="T47" fmla="*/ 2147483647 h 696"/>
                      <a:gd name="T48" fmla="*/ 2147483647 w 600"/>
                      <a:gd name="T49" fmla="*/ 2147483647 h 696"/>
                      <a:gd name="T50" fmla="*/ 2147483647 w 600"/>
                      <a:gd name="T51" fmla="*/ 2147483647 h 696"/>
                      <a:gd name="T52" fmla="*/ 2147483647 w 600"/>
                      <a:gd name="T53" fmla="*/ 2147483647 h 696"/>
                      <a:gd name="T54" fmla="*/ 2147483647 w 600"/>
                      <a:gd name="T55" fmla="*/ 2147483647 h 696"/>
                      <a:gd name="T56" fmla="*/ 2147483647 w 600"/>
                      <a:gd name="T57" fmla="*/ 2147483647 h 696"/>
                      <a:gd name="T58" fmla="*/ 2147483647 w 600"/>
                      <a:gd name="T59" fmla="*/ 2147483647 h 696"/>
                      <a:gd name="T60" fmla="*/ 2147483647 w 600"/>
                      <a:gd name="T61" fmla="*/ 2147483647 h 696"/>
                      <a:gd name="T62" fmla="*/ 2147483647 w 600"/>
                      <a:gd name="T63" fmla="*/ 2147483647 h 696"/>
                      <a:gd name="T64" fmla="*/ 2147483647 w 600"/>
                      <a:gd name="T65" fmla="*/ 2147483647 h 696"/>
                      <a:gd name="T66" fmla="*/ 2147483647 w 600"/>
                      <a:gd name="T67" fmla="*/ 2147483647 h 696"/>
                      <a:gd name="T68" fmla="*/ 2147483647 w 600"/>
                      <a:gd name="T69" fmla="*/ 2147483647 h 696"/>
                      <a:gd name="T70" fmla="*/ 2147483647 w 600"/>
                      <a:gd name="T71" fmla="*/ 2147483647 h 696"/>
                      <a:gd name="T72" fmla="*/ 2147483647 w 600"/>
                      <a:gd name="T73" fmla="*/ 2147483647 h 696"/>
                      <a:gd name="T74" fmla="*/ 2147483647 w 600"/>
                      <a:gd name="T75" fmla="*/ 2147483647 h 696"/>
                      <a:gd name="T76" fmla="*/ 2147483647 w 600"/>
                      <a:gd name="T77" fmla="*/ 2147483647 h 696"/>
                      <a:gd name="T78" fmla="*/ 2147483647 w 600"/>
                      <a:gd name="T79" fmla="*/ 2147483647 h 696"/>
                      <a:gd name="T80" fmla="*/ 2147483647 w 600"/>
                      <a:gd name="T81" fmla="*/ 2147483647 h 696"/>
                      <a:gd name="T82" fmla="*/ 2147483647 w 600"/>
                      <a:gd name="T83" fmla="*/ 2147483647 h 696"/>
                      <a:gd name="T84" fmla="*/ 2147483647 w 600"/>
                      <a:gd name="T85" fmla="*/ 2147483647 h 696"/>
                      <a:gd name="T86" fmla="*/ 2147483647 w 600"/>
                      <a:gd name="T87" fmla="*/ 2147483647 h 696"/>
                      <a:gd name="T88" fmla="*/ 2147483647 w 600"/>
                      <a:gd name="T89" fmla="*/ 2147483647 h 696"/>
                      <a:gd name="T90" fmla="*/ 2147483647 w 600"/>
                      <a:gd name="T91" fmla="*/ 2147483647 h 696"/>
                      <a:gd name="T92" fmla="*/ 2147483647 w 600"/>
                      <a:gd name="T93" fmla="*/ 2147483647 h 696"/>
                      <a:gd name="T94" fmla="*/ 2147483647 w 600"/>
                      <a:gd name="T95" fmla="*/ 2147483647 h 696"/>
                      <a:gd name="T96" fmla="*/ 2147483647 w 600"/>
                      <a:gd name="T97" fmla="*/ 2147483647 h 696"/>
                      <a:gd name="T98" fmla="*/ 2147483647 w 600"/>
                      <a:gd name="T99" fmla="*/ 2147483647 h 696"/>
                      <a:gd name="T100" fmla="*/ 2147483647 w 600"/>
                      <a:gd name="T101" fmla="*/ 2147483647 h 696"/>
                      <a:gd name="T102" fmla="*/ 2147483647 w 600"/>
                      <a:gd name="T103" fmla="*/ 2147483647 h 696"/>
                      <a:gd name="T104" fmla="*/ 2147483647 w 600"/>
                      <a:gd name="T105" fmla="*/ 2147483647 h 696"/>
                      <a:gd name="T106" fmla="*/ 2147483647 w 600"/>
                      <a:gd name="T107" fmla="*/ 2147483647 h 696"/>
                      <a:gd name="T108" fmla="*/ 2147483647 w 600"/>
                      <a:gd name="T109" fmla="*/ 2147483647 h 696"/>
                      <a:gd name="T110" fmla="*/ 2147483647 w 600"/>
                      <a:gd name="T111" fmla="*/ 2147483647 h 696"/>
                      <a:gd name="T112" fmla="*/ 2147483647 w 600"/>
                      <a:gd name="T113" fmla="*/ 2147483647 h 696"/>
                      <a:gd name="T114" fmla="*/ 2147483647 w 600"/>
                      <a:gd name="T115" fmla="*/ 2147483647 h 696"/>
                      <a:gd name="T116" fmla="*/ 2147483647 w 600"/>
                      <a:gd name="T117" fmla="*/ 2147483647 h 696"/>
                      <a:gd name="T118" fmla="*/ 0 w 600"/>
                      <a:gd name="T119" fmla="*/ 2147483647 h 696"/>
                      <a:gd name="T120" fmla="*/ 2147483647 w 600"/>
                      <a:gd name="T121" fmla="*/ 2147483647 h 69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600"/>
                      <a:gd name="T184" fmla="*/ 0 h 696"/>
                      <a:gd name="T185" fmla="*/ 600 w 600"/>
                      <a:gd name="T186" fmla="*/ 696 h 69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600" h="696">
                        <a:moveTo>
                          <a:pt x="24" y="180"/>
                        </a:moveTo>
                        <a:lnTo>
                          <a:pt x="36" y="180"/>
                        </a:lnTo>
                        <a:lnTo>
                          <a:pt x="42" y="186"/>
                        </a:lnTo>
                        <a:lnTo>
                          <a:pt x="42" y="198"/>
                        </a:lnTo>
                        <a:lnTo>
                          <a:pt x="36" y="204"/>
                        </a:lnTo>
                        <a:lnTo>
                          <a:pt x="36" y="228"/>
                        </a:lnTo>
                        <a:lnTo>
                          <a:pt x="42" y="240"/>
                        </a:lnTo>
                        <a:lnTo>
                          <a:pt x="48" y="246"/>
                        </a:lnTo>
                        <a:lnTo>
                          <a:pt x="66" y="246"/>
                        </a:lnTo>
                        <a:lnTo>
                          <a:pt x="66" y="234"/>
                        </a:lnTo>
                        <a:lnTo>
                          <a:pt x="78" y="234"/>
                        </a:lnTo>
                        <a:lnTo>
                          <a:pt x="84" y="228"/>
                        </a:lnTo>
                        <a:lnTo>
                          <a:pt x="90" y="228"/>
                        </a:lnTo>
                        <a:lnTo>
                          <a:pt x="102" y="234"/>
                        </a:lnTo>
                        <a:lnTo>
                          <a:pt x="102" y="264"/>
                        </a:lnTo>
                        <a:lnTo>
                          <a:pt x="96" y="270"/>
                        </a:lnTo>
                        <a:lnTo>
                          <a:pt x="102" y="276"/>
                        </a:lnTo>
                        <a:lnTo>
                          <a:pt x="108" y="288"/>
                        </a:lnTo>
                        <a:lnTo>
                          <a:pt x="108" y="300"/>
                        </a:lnTo>
                        <a:lnTo>
                          <a:pt x="102" y="312"/>
                        </a:lnTo>
                        <a:lnTo>
                          <a:pt x="90" y="324"/>
                        </a:lnTo>
                        <a:lnTo>
                          <a:pt x="102" y="324"/>
                        </a:lnTo>
                        <a:lnTo>
                          <a:pt x="108" y="330"/>
                        </a:lnTo>
                        <a:lnTo>
                          <a:pt x="108" y="342"/>
                        </a:lnTo>
                        <a:lnTo>
                          <a:pt x="84" y="390"/>
                        </a:lnTo>
                        <a:lnTo>
                          <a:pt x="84" y="402"/>
                        </a:lnTo>
                        <a:lnTo>
                          <a:pt x="102" y="402"/>
                        </a:lnTo>
                        <a:lnTo>
                          <a:pt x="126" y="390"/>
                        </a:lnTo>
                        <a:lnTo>
                          <a:pt x="132" y="384"/>
                        </a:lnTo>
                        <a:lnTo>
                          <a:pt x="132" y="378"/>
                        </a:lnTo>
                        <a:lnTo>
                          <a:pt x="144" y="366"/>
                        </a:lnTo>
                        <a:lnTo>
                          <a:pt x="150" y="354"/>
                        </a:lnTo>
                        <a:lnTo>
                          <a:pt x="156" y="348"/>
                        </a:lnTo>
                        <a:lnTo>
                          <a:pt x="168" y="348"/>
                        </a:lnTo>
                        <a:lnTo>
                          <a:pt x="174" y="354"/>
                        </a:lnTo>
                        <a:lnTo>
                          <a:pt x="198" y="366"/>
                        </a:lnTo>
                        <a:lnTo>
                          <a:pt x="216" y="366"/>
                        </a:lnTo>
                        <a:lnTo>
                          <a:pt x="234" y="348"/>
                        </a:lnTo>
                        <a:lnTo>
                          <a:pt x="234" y="336"/>
                        </a:lnTo>
                        <a:lnTo>
                          <a:pt x="240" y="330"/>
                        </a:lnTo>
                        <a:lnTo>
                          <a:pt x="258" y="330"/>
                        </a:lnTo>
                        <a:lnTo>
                          <a:pt x="264" y="336"/>
                        </a:lnTo>
                        <a:lnTo>
                          <a:pt x="276" y="342"/>
                        </a:lnTo>
                        <a:lnTo>
                          <a:pt x="300" y="342"/>
                        </a:lnTo>
                        <a:lnTo>
                          <a:pt x="306" y="348"/>
                        </a:lnTo>
                        <a:lnTo>
                          <a:pt x="306" y="360"/>
                        </a:lnTo>
                        <a:lnTo>
                          <a:pt x="318" y="372"/>
                        </a:lnTo>
                        <a:lnTo>
                          <a:pt x="336" y="384"/>
                        </a:lnTo>
                        <a:lnTo>
                          <a:pt x="348" y="390"/>
                        </a:lnTo>
                        <a:lnTo>
                          <a:pt x="366" y="408"/>
                        </a:lnTo>
                        <a:lnTo>
                          <a:pt x="372" y="450"/>
                        </a:lnTo>
                        <a:lnTo>
                          <a:pt x="372" y="462"/>
                        </a:lnTo>
                        <a:lnTo>
                          <a:pt x="384" y="486"/>
                        </a:lnTo>
                        <a:lnTo>
                          <a:pt x="420" y="522"/>
                        </a:lnTo>
                        <a:lnTo>
                          <a:pt x="420" y="528"/>
                        </a:lnTo>
                        <a:lnTo>
                          <a:pt x="426" y="534"/>
                        </a:lnTo>
                        <a:lnTo>
                          <a:pt x="426" y="546"/>
                        </a:lnTo>
                        <a:lnTo>
                          <a:pt x="432" y="540"/>
                        </a:lnTo>
                        <a:lnTo>
                          <a:pt x="432" y="546"/>
                        </a:lnTo>
                        <a:lnTo>
                          <a:pt x="444" y="558"/>
                        </a:lnTo>
                        <a:lnTo>
                          <a:pt x="432" y="582"/>
                        </a:lnTo>
                        <a:lnTo>
                          <a:pt x="426" y="588"/>
                        </a:lnTo>
                        <a:lnTo>
                          <a:pt x="426" y="594"/>
                        </a:lnTo>
                        <a:lnTo>
                          <a:pt x="438" y="606"/>
                        </a:lnTo>
                        <a:lnTo>
                          <a:pt x="450" y="612"/>
                        </a:lnTo>
                        <a:lnTo>
                          <a:pt x="456" y="618"/>
                        </a:lnTo>
                        <a:lnTo>
                          <a:pt x="456" y="630"/>
                        </a:lnTo>
                        <a:lnTo>
                          <a:pt x="450" y="636"/>
                        </a:lnTo>
                        <a:lnTo>
                          <a:pt x="444" y="648"/>
                        </a:lnTo>
                        <a:lnTo>
                          <a:pt x="432" y="654"/>
                        </a:lnTo>
                        <a:lnTo>
                          <a:pt x="426" y="660"/>
                        </a:lnTo>
                        <a:lnTo>
                          <a:pt x="426" y="672"/>
                        </a:lnTo>
                        <a:lnTo>
                          <a:pt x="450" y="672"/>
                        </a:lnTo>
                        <a:lnTo>
                          <a:pt x="456" y="678"/>
                        </a:lnTo>
                        <a:lnTo>
                          <a:pt x="462" y="678"/>
                        </a:lnTo>
                        <a:lnTo>
                          <a:pt x="462" y="684"/>
                        </a:lnTo>
                        <a:lnTo>
                          <a:pt x="474" y="696"/>
                        </a:lnTo>
                        <a:lnTo>
                          <a:pt x="486" y="696"/>
                        </a:lnTo>
                        <a:lnTo>
                          <a:pt x="492" y="690"/>
                        </a:lnTo>
                        <a:lnTo>
                          <a:pt x="492" y="678"/>
                        </a:lnTo>
                        <a:lnTo>
                          <a:pt x="480" y="666"/>
                        </a:lnTo>
                        <a:lnTo>
                          <a:pt x="498" y="654"/>
                        </a:lnTo>
                        <a:lnTo>
                          <a:pt x="510" y="642"/>
                        </a:lnTo>
                        <a:lnTo>
                          <a:pt x="546" y="654"/>
                        </a:lnTo>
                        <a:lnTo>
                          <a:pt x="558" y="642"/>
                        </a:lnTo>
                        <a:lnTo>
                          <a:pt x="582" y="648"/>
                        </a:lnTo>
                        <a:lnTo>
                          <a:pt x="588" y="648"/>
                        </a:lnTo>
                        <a:lnTo>
                          <a:pt x="600" y="636"/>
                        </a:lnTo>
                        <a:lnTo>
                          <a:pt x="600" y="630"/>
                        </a:lnTo>
                        <a:lnTo>
                          <a:pt x="588" y="618"/>
                        </a:lnTo>
                        <a:lnTo>
                          <a:pt x="582" y="618"/>
                        </a:lnTo>
                        <a:lnTo>
                          <a:pt x="600" y="582"/>
                        </a:lnTo>
                        <a:lnTo>
                          <a:pt x="594" y="582"/>
                        </a:lnTo>
                        <a:lnTo>
                          <a:pt x="588" y="576"/>
                        </a:lnTo>
                        <a:lnTo>
                          <a:pt x="564" y="564"/>
                        </a:lnTo>
                        <a:lnTo>
                          <a:pt x="540" y="540"/>
                        </a:lnTo>
                        <a:lnTo>
                          <a:pt x="546" y="540"/>
                        </a:lnTo>
                        <a:lnTo>
                          <a:pt x="552" y="534"/>
                        </a:lnTo>
                        <a:lnTo>
                          <a:pt x="558" y="534"/>
                        </a:lnTo>
                        <a:lnTo>
                          <a:pt x="564" y="528"/>
                        </a:lnTo>
                        <a:lnTo>
                          <a:pt x="564" y="516"/>
                        </a:lnTo>
                        <a:lnTo>
                          <a:pt x="558" y="510"/>
                        </a:lnTo>
                        <a:lnTo>
                          <a:pt x="546" y="504"/>
                        </a:lnTo>
                        <a:lnTo>
                          <a:pt x="540" y="498"/>
                        </a:lnTo>
                        <a:lnTo>
                          <a:pt x="528" y="498"/>
                        </a:lnTo>
                        <a:lnTo>
                          <a:pt x="516" y="486"/>
                        </a:lnTo>
                        <a:lnTo>
                          <a:pt x="504" y="462"/>
                        </a:lnTo>
                        <a:lnTo>
                          <a:pt x="498" y="456"/>
                        </a:lnTo>
                        <a:lnTo>
                          <a:pt x="498" y="450"/>
                        </a:lnTo>
                        <a:lnTo>
                          <a:pt x="480" y="450"/>
                        </a:lnTo>
                        <a:lnTo>
                          <a:pt x="474" y="432"/>
                        </a:lnTo>
                        <a:lnTo>
                          <a:pt x="456" y="414"/>
                        </a:lnTo>
                        <a:lnTo>
                          <a:pt x="438" y="402"/>
                        </a:lnTo>
                        <a:lnTo>
                          <a:pt x="426" y="378"/>
                        </a:lnTo>
                        <a:lnTo>
                          <a:pt x="426" y="354"/>
                        </a:lnTo>
                        <a:lnTo>
                          <a:pt x="420" y="354"/>
                        </a:lnTo>
                        <a:lnTo>
                          <a:pt x="414" y="348"/>
                        </a:lnTo>
                        <a:lnTo>
                          <a:pt x="402" y="342"/>
                        </a:lnTo>
                        <a:lnTo>
                          <a:pt x="390" y="342"/>
                        </a:lnTo>
                        <a:lnTo>
                          <a:pt x="384" y="336"/>
                        </a:lnTo>
                        <a:lnTo>
                          <a:pt x="384" y="306"/>
                        </a:lnTo>
                        <a:lnTo>
                          <a:pt x="372" y="306"/>
                        </a:lnTo>
                        <a:lnTo>
                          <a:pt x="366" y="300"/>
                        </a:lnTo>
                        <a:lnTo>
                          <a:pt x="354" y="294"/>
                        </a:lnTo>
                        <a:lnTo>
                          <a:pt x="342" y="282"/>
                        </a:lnTo>
                        <a:lnTo>
                          <a:pt x="306" y="264"/>
                        </a:lnTo>
                        <a:lnTo>
                          <a:pt x="300" y="258"/>
                        </a:lnTo>
                        <a:lnTo>
                          <a:pt x="288" y="252"/>
                        </a:lnTo>
                        <a:lnTo>
                          <a:pt x="288" y="234"/>
                        </a:lnTo>
                        <a:lnTo>
                          <a:pt x="282" y="228"/>
                        </a:lnTo>
                        <a:lnTo>
                          <a:pt x="306" y="228"/>
                        </a:lnTo>
                        <a:lnTo>
                          <a:pt x="312" y="234"/>
                        </a:lnTo>
                        <a:lnTo>
                          <a:pt x="330" y="234"/>
                        </a:lnTo>
                        <a:lnTo>
                          <a:pt x="336" y="228"/>
                        </a:lnTo>
                        <a:lnTo>
                          <a:pt x="342" y="216"/>
                        </a:lnTo>
                        <a:lnTo>
                          <a:pt x="354" y="210"/>
                        </a:lnTo>
                        <a:lnTo>
                          <a:pt x="360" y="198"/>
                        </a:lnTo>
                        <a:lnTo>
                          <a:pt x="360" y="186"/>
                        </a:lnTo>
                        <a:lnTo>
                          <a:pt x="348" y="180"/>
                        </a:lnTo>
                        <a:lnTo>
                          <a:pt x="330" y="174"/>
                        </a:lnTo>
                        <a:lnTo>
                          <a:pt x="306" y="162"/>
                        </a:lnTo>
                        <a:lnTo>
                          <a:pt x="306" y="156"/>
                        </a:lnTo>
                        <a:lnTo>
                          <a:pt x="312" y="150"/>
                        </a:lnTo>
                        <a:lnTo>
                          <a:pt x="318" y="150"/>
                        </a:lnTo>
                        <a:lnTo>
                          <a:pt x="294" y="126"/>
                        </a:lnTo>
                        <a:lnTo>
                          <a:pt x="282" y="120"/>
                        </a:lnTo>
                        <a:lnTo>
                          <a:pt x="270" y="120"/>
                        </a:lnTo>
                        <a:lnTo>
                          <a:pt x="264" y="132"/>
                        </a:lnTo>
                        <a:lnTo>
                          <a:pt x="264" y="138"/>
                        </a:lnTo>
                        <a:lnTo>
                          <a:pt x="258" y="150"/>
                        </a:lnTo>
                        <a:lnTo>
                          <a:pt x="252" y="156"/>
                        </a:lnTo>
                        <a:lnTo>
                          <a:pt x="240" y="144"/>
                        </a:lnTo>
                        <a:lnTo>
                          <a:pt x="240" y="138"/>
                        </a:lnTo>
                        <a:lnTo>
                          <a:pt x="222" y="138"/>
                        </a:lnTo>
                        <a:lnTo>
                          <a:pt x="216" y="126"/>
                        </a:lnTo>
                        <a:lnTo>
                          <a:pt x="198" y="108"/>
                        </a:lnTo>
                        <a:lnTo>
                          <a:pt x="186" y="84"/>
                        </a:lnTo>
                        <a:lnTo>
                          <a:pt x="186" y="54"/>
                        </a:lnTo>
                        <a:lnTo>
                          <a:pt x="180" y="54"/>
                        </a:lnTo>
                        <a:lnTo>
                          <a:pt x="174" y="60"/>
                        </a:lnTo>
                        <a:lnTo>
                          <a:pt x="168" y="48"/>
                        </a:lnTo>
                        <a:lnTo>
                          <a:pt x="156" y="42"/>
                        </a:lnTo>
                        <a:lnTo>
                          <a:pt x="150" y="30"/>
                        </a:lnTo>
                        <a:lnTo>
                          <a:pt x="144" y="24"/>
                        </a:lnTo>
                        <a:lnTo>
                          <a:pt x="138" y="12"/>
                        </a:lnTo>
                        <a:lnTo>
                          <a:pt x="132" y="6"/>
                        </a:lnTo>
                        <a:lnTo>
                          <a:pt x="96" y="0"/>
                        </a:lnTo>
                        <a:lnTo>
                          <a:pt x="90" y="6"/>
                        </a:lnTo>
                        <a:lnTo>
                          <a:pt x="90" y="48"/>
                        </a:lnTo>
                        <a:lnTo>
                          <a:pt x="114" y="72"/>
                        </a:lnTo>
                        <a:lnTo>
                          <a:pt x="114" y="108"/>
                        </a:lnTo>
                        <a:lnTo>
                          <a:pt x="72" y="108"/>
                        </a:lnTo>
                        <a:lnTo>
                          <a:pt x="72" y="84"/>
                        </a:lnTo>
                        <a:lnTo>
                          <a:pt x="36" y="102"/>
                        </a:lnTo>
                        <a:lnTo>
                          <a:pt x="36" y="114"/>
                        </a:lnTo>
                        <a:lnTo>
                          <a:pt x="30" y="126"/>
                        </a:lnTo>
                        <a:lnTo>
                          <a:pt x="36" y="132"/>
                        </a:lnTo>
                        <a:lnTo>
                          <a:pt x="30" y="138"/>
                        </a:lnTo>
                        <a:lnTo>
                          <a:pt x="18" y="138"/>
                        </a:lnTo>
                        <a:lnTo>
                          <a:pt x="0" y="156"/>
                        </a:lnTo>
                        <a:lnTo>
                          <a:pt x="0" y="168"/>
                        </a:lnTo>
                        <a:lnTo>
                          <a:pt x="6" y="168"/>
                        </a:lnTo>
                        <a:lnTo>
                          <a:pt x="12" y="174"/>
                        </a:lnTo>
                        <a:lnTo>
                          <a:pt x="24" y="18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67" name="Indonesia" descr="© INSCALE GmbH, 05.05.2010&#10;http://www.presentationload.com/">
                    <a:extLst>
                      <a:ext uri="{FF2B5EF4-FFF2-40B4-BE49-F238E27FC236}">
                        <a16:creationId xmlns:a16="http://schemas.microsoft.com/office/drawing/2014/main" id="{2A26B290-A9A5-0FE0-0730-C87F21129544}"/>
                      </a:ext>
                    </a:extLst>
                  </p:cNvPr>
                  <p:cNvSpPr>
                    <a:spLocks noEditPoints="1"/>
                  </p:cNvSpPr>
                  <p:nvPr/>
                </p:nvSpPr>
                <p:spPr bwMode="gray">
                  <a:xfrm>
                    <a:off x="4371" y="2453"/>
                    <a:ext cx="828" cy="330"/>
                  </a:xfrm>
                  <a:custGeom>
                    <a:avLst/>
                    <a:gdLst>
                      <a:gd name="T0" fmla="*/ 2147483647 w 3264"/>
                      <a:gd name="T1" fmla="*/ 2147483647 h 1302"/>
                      <a:gd name="T2" fmla="*/ 2147483647 w 3264"/>
                      <a:gd name="T3" fmla="*/ 2147483647 h 1302"/>
                      <a:gd name="T4" fmla="*/ 2147483647 w 3264"/>
                      <a:gd name="T5" fmla="*/ 2147483647 h 1302"/>
                      <a:gd name="T6" fmla="*/ 2147483647 w 3264"/>
                      <a:gd name="T7" fmla="*/ 2147483647 h 1302"/>
                      <a:gd name="T8" fmla="*/ 2147483647 w 3264"/>
                      <a:gd name="T9" fmla="*/ 2147483647 h 1302"/>
                      <a:gd name="T10" fmla="*/ 2147483647 w 3264"/>
                      <a:gd name="T11" fmla="*/ 2147483647 h 1302"/>
                      <a:gd name="T12" fmla="*/ 2147483647 w 3264"/>
                      <a:gd name="T13" fmla="*/ 2147483647 h 1302"/>
                      <a:gd name="T14" fmla="*/ 2147483647 w 3264"/>
                      <a:gd name="T15" fmla="*/ 2147483647 h 1302"/>
                      <a:gd name="T16" fmla="*/ 2147483647 w 3264"/>
                      <a:gd name="T17" fmla="*/ 2147483647 h 1302"/>
                      <a:gd name="T18" fmla="*/ 2147483647 w 3264"/>
                      <a:gd name="T19" fmla="*/ 2147483647 h 1302"/>
                      <a:gd name="T20" fmla="*/ 2147483647 w 3264"/>
                      <a:gd name="T21" fmla="*/ 2147483647 h 1302"/>
                      <a:gd name="T22" fmla="*/ 2147483647 w 3264"/>
                      <a:gd name="T23" fmla="*/ 2147483647 h 1302"/>
                      <a:gd name="T24" fmla="*/ 2147483647 w 3264"/>
                      <a:gd name="T25" fmla="*/ 2147483647 h 1302"/>
                      <a:gd name="T26" fmla="*/ 2147483647 w 3264"/>
                      <a:gd name="T27" fmla="*/ 2147483647 h 1302"/>
                      <a:gd name="T28" fmla="*/ 2147483647 w 3264"/>
                      <a:gd name="T29" fmla="*/ 2147483647 h 1302"/>
                      <a:gd name="T30" fmla="*/ 2147483647 w 3264"/>
                      <a:gd name="T31" fmla="*/ 2147483647 h 1302"/>
                      <a:gd name="T32" fmla="*/ 2147483647 w 3264"/>
                      <a:gd name="T33" fmla="*/ 2147483647 h 1302"/>
                      <a:gd name="T34" fmla="*/ 2147483647 w 3264"/>
                      <a:gd name="T35" fmla="*/ 2147483647 h 1302"/>
                      <a:gd name="T36" fmla="*/ 2147483647 w 3264"/>
                      <a:gd name="T37" fmla="*/ 2147483647 h 1302"/>
                      <a:gd name="T38" fmla="*/ 2147483647 w 3264"/>
                      <a:gd name="T39" fmla="*/ 2147483647 h 1302"/>
                      <a:gd name="T40" fmla="*/ 2147483647 w 3264"/>
                      <a:gd name="T41" fmla="*/ 2147483647 h 1302"/>
                      <a:gd name="T42" fmla="*/ 2147483647 w 3264"/>
                      <a:gd name="T43" fmla="*/ 2147483647 h 1302"/>
                      <a:gd name="T44" fmla="*/ 2147483647 w 3264"/>
                      <a:gd name="T45" fmla="*/ 2147483647 h 1302"/>
                      <a:gd name="T46" fmla="*/ 2147483647 w 3264"/>
                      <a:gd name="T47" fmla="*/ 2147483647 h 1302"/>
                      <a:gd name="T48" fmla="*/ 2147483647 w 3264"/>
                      <a:gd name="T49" fmla="*/ 2147483647 h 1302"/>
                      <a:gd name="T50" fmla="*/ 2147483647 w 3264"/>
                      <a:gd name="T51" fmla="*/ 2147483647 h 1302"/>
                      <a:gd name="T52" fmla="*/ 2147483647 w 3264"/>
                      <a:gd name="T53" fmla="*/ 2147483647 h 1302"/>
                      <a:gd name="T54" fmla="*/ 2147483647 w 3264"/>
                      <a:gd name="T55" fmla="*/ 2147483647 h 1302"/>
                      <a:gd name="T56" fmla="*/ 2147483647 w 3264"/>
                      <a:gd name="T57" fmla="*/ 2147483647 h 1302"/>
                      <a:gd name="T58" fmla="*/ 2147483647 w 3264"/>
                      <a:gd name="T59" fmla="*/ 2147483647 h 1302"/>
                      <a:gd name="T60" fmla="*/ 2147483647 w 3264"/>
                      <a:gd name="T61" fmla="*/ 2147483647 h 1302"/>
                      <a:gd name="T62" fmla="*/ 2147483647 w 3264"/>
                      <a:gd name="T63" fmla="*/ 2147483647 h 1302"/>
                      <a:gd name="T64" fmla="*/ 2147483647 w 3264"/>
                      <a:gd name="T65" fmla="*/ 2147483647 h 1302"/>
                      <a:gd name="T66" fmla="*/ 2147483647 w 3264"/>
                      <a:gd name="T67" fmla="*/ 2147483647 h 1302"/>
                      <a:gd name="T68" fmla="*/ 2147483647 w 3264"/>
                      <a:gd name="T69" fmla="*/ 2147483647 h 1302"/>
                      <a:gd name="T70" fmla="*/ 2147483647 w 3264"/>
                      <a:gd name="T71" fmla="*/ 2147483647 h 1302"/>
                      <a:gd name="T72" fmla="*/ 2147483647 w 3264"/>
                      <a:gd name="T73" fmla="*/ 2147483647 h 1302"/>
                      <a:gd name="T74" fmla="*/ 2147483647 w 3264"/>
                      <a:gd name="T75" fmla="*/ 2147483647 h 1302"/>
                      <a:gd name="T76" fmla="*/ 2147483647 w 3264"/>
                      <a:gd name="T77" fmla="*/ 2147483647 h 1302"/>
                      <a:gd name="T78" fmla="*/ 2147483647 w 3264"/>
                      <a:gd name="T79" fmla="*/ 2147483647 h 1302"/>
                      <a:gd name="T80" fmla="*/ 2147483647 w 3264"/>
                      <a:gd name="T81" fmla="*/ 2147483647 h 1302"/>
                      <a:gd name="T82" fmla="*/ 2147483647 w 3264"/>
                      <a:gd name="T83" fmla="*/ 2147483647 h 1302"/>
                      <a:gd name="T84" fmla="*/ 2147483647 w 3264"/>
                      <a:gd name="T85" fmla="*/ 2147483647 h 1302"/>
                      <a:gd name="T86" fmla="*/ 2147483647 w 3264"/>
                      <a:gd name="T87" fmla="*/ 2147483647 h 1302"/>
                      <a:gd name="T88" fmla="*/ 2147483647 w 3264"/>
                      <a:gd name="T89" fmla="*/ 2147483647 h 1302"/>
                      <a:gd name="T90" fmla="*/ 2147483647 w 3264"/>
                      <a:gd name="T91" fmla="*/ 2147483647 h 1302"/>
                      <a:gd name="T92" fmla="*/ 2147483647 w 3264"/>
                      <a:gd name="T93" fmla="*/ 2147483647 h 1302"/>
                      <a:gd name="T94" fmla="*/ 2147483647 w 3264"/>
                      <a:gd name="T95" fmla="*/ 2147483647 h 1302"/>
                      <a:gd name="T96" fmla="*/ 2147483647 w 3264"/>
                      <a:gd name="T97" fmla="*/ 2147483647 h 1302"/>
                      <a:gd name="T98" fmla="*/ 2147483647 w 3264"/>
                      <a:gd name="T99" fmla="*/ 2147483647 h 1302"/>
                      <a:gd name="T100" fmla="*/ 2147483647 w 3264"/>
                      <a:gd name="T101" fmla="*/ 2147483647 h 1302"/>
                      <a:gd name="T102" fmla="*/ 2147483647 w 3264"/>
                      <a:gd name="T103" fmla="*/ 2147483647 h 1302"/>
                      <a:gd name="T104" fmla="*/ 2147483647 w 3264"/>
                      <a:gd name="T105" fmla="*/ 2147483647 h 1302"/>
                      <a:gd name="T106" fmla="*/ 2147483647 w 3264"/>
                      <a:gd name="T107" fmla="*/ 2147483647 h 1302"/>
                      <a:gd name="T108" fmla="*/ 2147483647 w 3264"/>
                      <a:gd name="T109" fmla="*/ 2147483647 h 1302"/>
                      <a:gd name="T110" fmla="*/ 2147483647 w 3264"/>
                      <a:gd name="T111" fmla="*/ 2147483647 h 1302"/>
                      <a:gd name="T112" fmla="*/ 2147483647 w 3264"/>
                      <a:gd name="T113" fmla="*/ 2147483647 h 1302"/>
                      <a:gd name="T114" fmla="*/ 2147483647 w 3264"/>
                      <a:gd name="T115" fmla="*/ 2147483647 h 1302"/>
                      <a:gd name="T116" fmla="*/ 2147483647 w 3264"/>
                      <a:gd name="T117" fmla="*/ 2147483647 h 1302"/>
                      <a:gd name="T118" fmla="*/ 2147483647 w 3264"/>
                      <a:gd name="T119" fmla="*/ 2147483647 h 1302"/>
                      <a:gd name="T120" fmla="*/ 2147483647 w 3264"/>
                      <a:gd name="T121" fmla="*/ 2147483647 h 1302"/>
                      <a:gd name="T122" fmla="*/ 2147483647 w 3264"/>
                      <a:gd name="T123" fmla="*/ 2147483647 h 1302"/>
                      <a:gd name="T124" fmla="*/ 2147483647 w 3264"/>
                      <a:gd name="T125" fmla="*/ 2147483647 h 130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264"/>
                      <a:gd name="T190" fmla="*/ 0 h 1302"/>
                      <a:gd name="T191" fmla="*/ 3264 w 3264"/>
                      <a:gd name="T192" fmla="*/ 1302 h 130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264" h="1302">
                        <a:moveTo>
                          <a:pt x="1788" y="984"/>
                        </a:moveTo>
                        <a:lnTo>
                          <a:pt x="1806" y="978"/>
                        </a:lnTo>
                        <a:lnTo>
                          <a:pt x="1818" y="954"/>
                        </a:lnTo>
                        <a:lnTo>
                          <a:pt x="1812" y="930"/>
                        </a:lnTo>
                        <a:lnTo>
                          <a:pt x="1788" y="984"/>
                        </a:lnTo>
                        <a:close/>
                        <a:moveTo>
                          <a:pt x="672" y="462"/>
                        </a:moveTo>
                        <a:lnTo>
                          <a:pt x="702" y="480"/>
                        </a:lnTo>
                        <a:lnTo>
                          <a:pt x="702" y="450"/>
                        </a:lnTo>
                        <a:lnTo>
                          <a:pt x="672" y="426"/>
                        </a:lnTo>
                        <a:lnTo>
                          <a:pt x="672" y="462"/>
                        </a:lnTo>
                        <a:close/>
                        <a:moveTo>
                          <a:pt x="678" y="492"/>
                        </a:moveTo>
                        <a:lnTo>
                          <a:pt x="654" y="516"/>
                        </a:lnTo>
                        <a:lnTo>
                          <a:pt x="678" y="546"/>
                        </a:lnTo>
                        <a:lnTo>
                          <a:pt x="678" y="492"/>
                        </a:lnTo>
                        <a:close/>
                        <a:moveTo>
                          <a:pt x="906" y="714"/>
                        </a:moveTo>
                        <a:lnTo>
                          <a:pt x="930" y="732"/>
                        </a:lnTo>
                        <a:lnTo>
                          <a:pt x="936" y="708"/>
                        </a:lnTo>
                        <a:lnTo>
                          <a:pt x="936" y="702"/>
                        </a:lnTo>
                        <a:lnTo>
                          <a:pt x="930" y="696"/>
                        </a:lnTo>
                        <a:lnTo>
                          <a:pt x="930" y="690"/>
                        </a:lnTo>
                        <a:lnTo>
                          <a:pt x="912" y="672"/>
                        </a:lnTo>
                        <a:lnTo>
                          <a:pt x="900" y="666"/>
                        </a:lnTo>
                        <a:lnTo>
                          <a:pt x="888" y="666"/>
                        </a:lnTo>
                        <a:lnTo>
                          <a:pt x="882" y="672"/>
                        </a:lnTo>
                        <a:lnTo>
                          <a:pt x="876" y="684"/>
                        </a:lnTo>
                        <a:lnTo>
                          <a:pt x="882" y="696"/>
                        </a:lnTo>
                        <a:lnTo>
                          <a:pt x="882" y="708"/>
                        </a:lnTo>
                        <a:lnTo>
                          <a:pt x="888" y="720"/>
                        </a:lnTo>
                        <a:lnTo>
                          <a:pt x="906" y="714"/>
                        </a:lnTo>
                        <a:close/>
                        <a:moveTo>
                          <a:pt x="684" y="372"/>
                        </a:moveTo>
                        <a:lnTo>
                          <a:pt x="672" y="360"/>
                        </a:lnTo>
                        <a:lnTo>
                          <a:pt x="660" y="372"/>
                        </a:lnTo>
                        <a:lnTo>
                          <a:pt x="672" y="396"/>
                        </a:lnTo>
                        <a:lnTo>
                          <a:pt x="684" y="396"/>
                        </a:lnTo>
                        <a:lnTo>
                          <a:pt x="684" y="372"/>
                        </a:lnTo>
                        <a:close/>
                        <a:moveTo>
                          <a:pt x="750" y="624"/>
                        </a:moveTo>
                        <a:lnTo>
                          <a:pt x="750" y="630"/>
                        </a:lnTo>
                        <a:lnTo>
                          <a:pt x="756" y="636"/>
                        </a:lnTo>
                        <a:lnTo>
                          <a:pt x="756" y="648"/>
                        </a:lnTo>
                        <a:lnTo>
                          <a:pt x="774" y="684"/>
                        </a:lnTo>
                        <a:lnTo>
                          <a:pt x="786" y="690"/>
                        </a:lnTo>
                        <a:lnTo>
                          <a:pt x="804" y="696"/>
                        </a:lnTo>
                        <a:lnTo>
                          <a:pt x="816" y="702"/>
                        </a:lnTo>
                        <a:lnTo>
                          <a:pt x="834" y="702"/>
                        </a:lnTo>
                        <a:lnTo>
                          <a:pt x="828" y="660"/>
                        </a:lnTo>
                        <a:lnTo>
                          <a:pt x="810" y="648"/>
                        </a:lnTo>
                        <a:lnTo>
                          <a:pt x="810" y="618"/>
                        </a:lnTo>
                        <a:lnTo>
                          <a:pt x="804" y="606"/>
                        </a:lnTo>
                        <a:lnTo>
                          <a:pt x="792" y="600"/>
                        </a:lnTo>
                        <a:lnTo>
                          <a:pt x="786" y="588"/>
                        </a:lnTo>
                        <a:lnTo>
                          <a:pt x="768" y="582"/>
                        </a:lnTo>
                        <a:lnTo>
                          <a:pt x="756" y="576"/>
                        </a:lnTo>
                        <a:lnTo>
                          <a:pt x="732" y="576"/>
                        </a:lnTo>
                        <a:lnTo>
                          <a:pt x="732" y="582"/>
                        </a:lnTo>
                        <a:lnTo>
                          <a:pt x="726" y="588"/>
                        </a:lnTo>
                        <a:lnTo>
                          <a:pt x="726" y="600"/>
                        </a:lnTo>
                        <a:lnTo>
                          <a:pt x="714" y="600"/>
                        </a:lnTo>
                        <a:lnTo>
                          <a:pt x="714" y="606"/>
                        </a:lnTo>
                        <a:lnTo>
                          <a:pt x="708" y="612"/>
                        </a:lnTo>
                        <a:lnTo>
                          <a:pt x="714" y="624"/>
                        </a:lnTo>
                        <a:lnTo>
                          <a:pt x="750" y="624"/>
                        </a:lnTo>
                        <a:close/>
                        <a:moveTo>
                          <a:pt x="246" y="438"/>
                        </a:moveTo>
                        <a:lnTo>
                          <a:pt x="222" y="462"/>
                        </a:lnTo>
                        <a:lnTo>
                          <a:pt x="234" y="492"/>
                        </a:lnTo>
                        <a:lnTo>
                          <a:pt x="234" y="498"/>
                        </a:lnTo>
                        <a:lnTo>
                          <a:pt x="228" y="504"/>
                        </a:lnTo>
                        <a:lnTo>
                          <a:pt x="228" y="510"/>
                        </a:lnTo>
                        <a:lnTo>
                          <a:pt x="240" y="510"/>
                        </a:lnTo>
                        <a:lnTo>
                          <a:pt x="246" y="504"/>
                        </a:lnTo>
                        <a:lnTo>
                          <a:pt x="246" y="468"/>
                        </a:lnTo>
                        <a:lnTo>
                          <a:pt x="252" y="456"/>
                        </a:lnTo>
                        <a:lnTo>
                          <a:pt x="246" y="438"/>
                        </a:lnTo>
                        <a:close/>
                        <a:moveTo>
                          <a:pt x="264" y="534"/>
                        </a:moveTo>
                        <a:lnTo>
                          <a:pt x="258" y="546"/>
                        </a:lnTo>
                        <a:lnTo>
                          <a:pt x="258" y="588"/>
                        </a:lnTo>
                        <a:lnTo>
                          <a:pt x="264" y="600"/>
                        </a:lnTo>
                        <a:lnTo>
                          <a:pt x="276" y="612"/>
                        </a:lnTo>
                        <a:lnTo>
                          <a:pt x="288" y="612"/>
                        </a:lnTo>
                        <a:lnTo>
                          <a:pt x="294" y="606"/>
                        </a:lnTo>
                        <a:lnTo>
                          <a:pt x="294" y="588"/>
                        </a:lnTo>
                        <a:lnTo>
                          <a:pt x="288" y="576"/>
                        </a:lnTo>
                        <a:lnTo>
                          <a:pt x="282" y="558"/>
                        </a:lnTo>
                        <a:lnTo>
                          <a:pt x="282" y="546"/>
                        </a:lnTo>
                        <a:lnTo>
                          <a:pt x="276" y="534"/>
                        </a:lnTo>
                        <a:lnTo>
                          <a:pt x="264" y="534"/>
                        </a:lnTo>
                        <a:close/>
                        <a:moveTo>
                          <a:pt x="48" y="222"/>
                        </a:moveTo>
                        <a:lnTo>
                          <a:pt x="42" y="228"/>
                        </a:lnTo>
                        <a:lnTo>
                          <a:pt x="42" y="246"/>
                        </a:lnTo>
                        <a:lnTo>
                          <a:pt x="48" y="258"/>
                        </a:lnTo>
                        <a:lnTo>
                          <a:pt x="66" y="258"/>
                        </a:lnTo>
                        <a:lnTo>
                          <a:pt x="84" y="276"/>
                        </a:lnTo>
                        <a:lnTo>
                          <a:pt x="90" y="270"/>
                        </a:lnTo>
                        <a:lnTo>
                          <a:pt x="90" y="252"/>
                        </a:lnTo>
                        <a:lnTo>
                          <a:pt x="78" y="246"/>
                        </a:lnTo>
                        <a:lnTo>
                          <a:pt x="72" y="234"/>
                        </a:lnTo>
                        <a:lnTo>
                          <a:pt x="60" y="228"/>
                        </a:lnTo>
                        <a:lnTo>
                          <a:pt x="54" y="222"/>
                        </a:lnTo>
                        <a:lnTo>
                          <a:pt x="48" y="222"/>
                        </a:lnTo>
                        <a:close/>
                        <a:moveTo>
                          <a:pt x="162" y="330"/>
                        </a:moveTo>
                        <a:lnTo>
                          <a:pt x="156" y="330"/>
                        </a:lnTo>
                        <a:lnTo>
                          <a:pt x="144" y="342"/>
                        </a:lnTo>
                        <a:lnTo>
                          <a:pt x="144" y="354"/>
                        </a:lnTo>
                        <a:lnTo>
                          <a:pt x="156" y="366"/>
                        </a:lnTo>
                        <a:lnTo>
                          <a:pt x="162" y="378"/>
                        </a:lnTo>
                        <a:lnTo>
                          <a:pt x="174" y="390"/>
                        </a:lnTo>
                        <a:lnTo>
                          <a:pt x="180" y="402"/>
                        </a:lnTo>
                        <a:lnTo>
                          <a:pt x="192" y="414"/>
                        </a:lnTo>
                        <a:lnTo>
                          <a:pt x="198" y="408"/>
                        </a:lnTo>
                        <a:lnTo>
                          <a:pt x="198" y="402"/>
                        </a:lnTo>
                        <a:lnTo>
                          <a:pt x="204" y="390"/>
                        </a:lnTo>
                        <a:lnTo>
                          <a:pt x="204" y="384"/>
                        </a:lnTo>
                        <a:lnTo>
                          <a:pt x="198" y="372"/>
                        </a:lnTo>
                        <a:lnTo>
                          <a:pt x="198" y="366"/>
                        </a:lnTo>
                        <a:lnTo>
                          <a:pt x="192" y="360"/>
                        </a:lnTo>
                        <a:lnTo>
                          <a:pt x="186" y="348"/>
                        </a:lnTo>
                        <a:lnTo>
                          <a:pt x="180" y="342"/>
                        </a:lnTo>
                        <a:lnTo>
                          <a:pt x="168" y="336"/>
                        </a:lnTo>
                        <a:lnTo>
                          <a:pt x="162" y="330"/>
                        </a:lnTo>
                        <a:close/>
                        <a:moveTo>
                          <a:pt x="2574" y="486"/>
                        </a:moveTo>
                        <a:lnTo>
                          <a:pt x="2574" y="474"/>
                        </a:lnTo>
                        <a:lnTo>
                          <a:pt x="2568" y="474"/>
                        </a:lnTo>
                        <a:lnTo>
                          <a:pt x="2556" y="468"/>
                        </a:lnTo>
                        <a:lnTo>
                          <a:pt x="2520" y="468"/>
                        </a:lnTo>
                        <a:lnTo>
                          <a:pt x="2514" y="474"/>
                        </a:lnTo>
                        <a:lnTo>
                          <a:pt x="2520" y="498"/>
                        </a:lnTo>
                        <a:lnTo>
                          <a:pt x="2526" y="498"/>
                        </a:lnTo>
                        <a:lnTo>
                          <a:pt x="2538" y="492"/>
                        </a:lnTo>
                        <a:lnTo>
                          <a:pt x="2562" y="492"/>
                        </a:lnTo>
                        <a:lnTo>
                          <a:pt x="2568" y="486"/>
                        </a:lnTo>
                        <a:lnTo>
                          <a:pt x="2574" y="486"/>
                        </a:lnTo>
                        <a:close/>
                        <a:moveTo>
                          <a:pt x="336" y="648"/>
                        </a:moveTo>
                        <a:lnTo>
                          <a:pt x="342" y="648"/>
                        </a:lnTo>
                        <a:lnTo>
                          <a:pt x="342" y="636"/>
                        </a:lnTo>
                        <a:lnTo>
                          <a:pt x="330" y="624"/>
                        </a:lnTo>
                        <a:lnTo>
                          <a:pt x="318" y="624"/>
                        </a:lnTo>
                        <a:lnTo>
                          <a:pt x="318" y="636"/>
                        </a:lnTo>
                        <a:lnTo>
                          <a:pt x="330" y="648"/>
                        </a:lnTo>
                        <a:lnTo>
                          <a:pt x="336" y="648"/>
                        </a:lnTo>
                        <a:close/>
                        <a:moveTo>
                          <a:pt x="2472" y="654"/>
                        </a:moveTo>
                        <a:lnTo>
                          <a:pt x="2484" y="648"/>
                        </a:lnTo>
                        <a:lnTo>
                          <a:pt x="2502" y="630"/>
                        </a:lnTo>
                        <a:lnTo>
                          <a:pt x="2502" y="618"/>
                        </a:lnTo>
                        <a:lnTo>
                          <a:pt x="2430" y="612"/>
                        </a:lnTo>
                        <a:lnTo>
                          <a:pt x="2430" y="624"/>
                        </a:lnTo>
                        <a:lnTo>
                          <a:pt x="2436" y="630"/>
                        </a:lnTo>
                        <a:lnTo>
                          <a:pt x="2442" y="642"/>
                        </a:lnTo>
                        <a:lnTo>
                          <a:pt x="2448" y="648"/>
                        </a:lnTo>
                        <a:lnTo>
                          <a:pt x="2460" y="654"/>
                        </a:lnTo>
                        <a:lnTo>
                          <a:pt x="2472" y="654"/>
                        </a:lnTo>
                        <a:close/>
                        <a:moveTo>
                          <a:pt x="2406" y="288"/>
                        </a:moveTo>
                        <a:lnTo>
                          <a:pt x="2418" y="276"/>
                        </a:lnTo>
                        <a:lnTo>
                          <a:pt x="2418" y="264"/>
                        </a:lnTo>
                        <a:lnTo>
                          <a:pt x="2412" y="258"/>
                        </a:lnTo>
                        <a:lnTo>
                          <a:pt x="2400" y="252"/>
                        </a:lnTo>
                        <a:lnTo>
                          <a:pt x="2376" y="252"/>
                        </a:lnTo>
                        <a:lnTo>
                          <a:pt x="2370" y="258"/>
                        </a:lnTo>
                        <a:lnTo>
                          <a:pt x="2370" y="264"/>
                        </a:lnTo>
                        <a:lnTo>
                          <a:pt x="2394" y="288"/>
                        </a:lnTo>
                        <a:lnTo>
                          <a:pt x="2406" y="288"/>
                        </a:lnTo>
                        <a:close/>
                        <a:moveTo>
                          <a:pt x="2868" y="528"/>
                        </a:moveTo>
                        <a:lnTo>
                          <a:pt x="2886" y="534"/>
                        </a:lnTo>
                        <a:lnTo>
                          <a:pt x="2892" y="534"/>
                        </a:lnTo>
                        <a:lnTo>
                          <a:pt x="2898" y="528"/>
                        </a:lnTo>
                        <a:lnTo>
                          <a:pt x="2898" y="522"/>
                        </a:lnTo>
                        <a:lnTo>
                          <a:pt x="2874" y="510"/>
                        </a:lnTo>
                        <a:lnTo>
                          <a:pt x="2868" y="516"/>
                        </a:lnTo>
                        <a:lnTo>
                          <a:pt x="2862" y="516"/>
                        </a:lnTo>
                        <a:lnTo>
                          <a:pt x="2862" y="522"/>
                        </a:lnTo>
                        <a:lnTo>
                          <a:pt x="2868" y="528"/>
                        </a:lnTo>
                        <a:close/>
                        <a:moveTo>
                          <a:pt x="2916" y="618"/>
                        </a:moveTo>
                        <a:lnTo>
                          <a:pt x="2928" y="618"/>
                        </a:lnTo>
                        <a:lnTo>
                          <a:pt x="2940" y="612"/>
                        </a:lnTo>
                        <a:lnTo>
                          <a:pt x="2958" y="612"/>
                        </a:lnTo>
                        <a:lnTo>
                          <a:pt x="2964" y="606"/>
                        </a:lnTo>
                        <a:lnTo>
                          <a:pt x="2970" y="606"/>
                        </a:lnTo>
                        <a:lnTo>
                          <a:pt x="2964" y="606"/>
                        </a:lnTo>
                        <a:lnTo>
                          <a:pt x="2958" y="600"/>
                        </a:lnTo>
                        <a:lnTo>
                          <a:pt x="2946" y="594"/>
                        </a:lnTo>
                        <a:lnTo>
                          <a:pt x="2934" y="594"/>
                        </a:lnTo>
                        <a:lnTo>
                          <a:pt x="2928" y="588"/>
                        </a:lnTo>
                        <a:lnTo>
                          <a:pt x="2922" y="588"/>
                        </a:lnTo>
                        <a:lnTo>
                          <a:pt x="2910" y="594"/>
                        </a:lnTo>
                        <a:lnTo>
                          <a:pt x="2892" y="594"/>
                        </a:lnTo>
                        <a:lnTo>
                          <a:pt x="2886" y="600"/>
                        </a:lnTo>
                        <a:lnTo>
                          <a:pt x="2880" y="600"/>
                        </a:lnTo>
                        <a:lnTo>
                          <a:pt x="2892" y="606"/>
                        </a:lnTo>
                        <a:lnTo>
                          <a:pt x="2898" y="612"/>
                        </a:lnTo>
                        <a:lnTo>
                          <a:pt x="2910" y="618"/>
                        </a:lnTo>
                        <a:lnTo>
                          <a:pt x="2916" y="618"/>
                        </a:lnTo>
                        <a:close/>
                        <a:moveTo>
                          <a:pt x="1710" y="552"/>
                        </a:moveTo>
                        <a:lnTo>
                          <a:pt x="1710" y="564"/>
                        </a:lnTo>
                        <a:lnTo>
                          <a:pt x="1716" y="570"/>
                        </a:lnTo>
                        <a:lnTo>
                          <a:pt x="1716" y="582"/>
                        </a:lnTo>
                        <a:lnTo>
                          <a:pt x="1722" y="594"/>
                        </a:lnTo>
                        <a:lnTo>
                          <a:pt x="1722" y="612"/>
                        </a:lnTo>
                        <a:lnTo>
                          <a:pt x="1716" y="618"/>
                        </a:lnTo>
                        <a:lnTo>
                          <a:pt x="1692" y="630"/>
                        </a:lnTo>
                        <a:lnTo>
                          <a:pt x="1686" y="636"/>
                        </a:lnTo>
                        <a:lnTo>
                          <a:pt x="1674" y="642"/>
                        </a:lnTo>
                        <a:lnTo>
                          <a:pt x="1674" y="678"/>
                        </a:lnTo>
                        <a:lnTo>
                          <a:pt x="1680" y="684"/>
                        </a:lnTo>
                        <a:lnTo>
                          <a:pt x="1686" y="696"/>
                        </a:lnTo>
                        <a:lnTo>
                          <a:pt x="1674" y="708"/>
                        </a:lnTo>
                        <a:lnTo>
                          <a:pt x="1674" y="720"/>
                        </a:lnTo>
                        <a:lnTo>
                          <a:pt x="1680" y="726"/>
                        </a:lnTo>
                        <a:lnTo>
                          <a:pt x="1692" y="732"/>
                        </a:lnTo>
                        <a:lnTo>
                          <a:pt x="1698" y="726"/>
                        </a:lnTo>
                        <a:lnTo>
                          <a:pt x="1722" y="726"/>
                        </a:lnTo>
                        <a:lnTo>
                          <a:pt x="1728" y="732"/>
                        </a:lnTo>
                        <a:lnTo>
                          <a:pt x="1728" y="756"/>
                        </a:lnTo>
                        <a:lnTo>
                          <a:pt x="1722" y="762"/>
                        </a:lnTo>
                        <a:lnTo>
                          <a:pt x="1740" y="780"/>
                        </a:lnTo>
                        <a:lnTo>
                          <a:pt x="1728" y="846"/>
                        </a:lnTo>
                        <a:lnTo>
                          <a:pt x="1710" y="864"/>
                        </a:lnTo>
                        <a:lnTo>
                          <a:pt x="1704" y="876"/>
                        </a:lnTo>
                        <a:lnTo>
                          <a:pt x="1704" y="888"/>
                        </a:lnTo>
                        <a:lnTo>
                          <a:pt x="1710" y="906"/>
                        </a:lnTo>
                        <a:lnTo>
                          <a:pt x="1722" y="924"/>
                        </a:lnTo>
                        <a:lnTo>
                          <a:pt x="1746" y="936"/>
                        </a:lnTo>
                        <a:lnTo>
                          <a:pt x="1764" y="930"/>
                        </a:lnTo>
                        <a:lnTo>
                          <a:pt x="1788" y="906"/>
                        </a:lnTo>
                        <a:lnTo>
                          <a:pt x="1788" y="864"/>
                        </a:lnTo>
                        <a:lnTo>
                          <a:pt x="1782" y="858"/>
                        </a:lnTo>
                        <a:lnTo>
                          <a:pt x="1776" y="846"/>
                        </a:lnTo>
                        <a:lnTo>
                          <a:pt x="1800" y="822"/>
                        </a:lnTo>
                        <a:lnTo>
                          <a:pt x="1806" y="804"/>
                        </a:lnTo>
                        <a:lnTo>
                          <a:pt x="1806" y="774"/>
                        </a:lnTo>
                        <a:lnTo>
                          <a:pt x="1812" y="756"/>
                        </a:lnTo>
                        <a:lnTo>
                          <a:pt x="1812" y="726"/>
                        </a:lnTo>
                        <a:lnTo>
                          <a:pt x="1806" y="714"/>
                        </a:lnTo>
                        <a:lnTo>
                          <a:pt x="1800" y="696"/>
                        </a:lnTo>
                        <a:lnTo>
                          <a:pt x="1794" y="684"/>
                        </a:lnTo>
                        <a:lnTo>
                          <a:pt x="1794" y="636"/>
                        </a:lnTo>
                        <a:lnTo>
                          <a:pt x="1800" y="630"/>
                        </a:lnTo>
                        <a:lnTo>
                          <a:pt x="1800" y="624"/>
                        </a:lnTo>
                        <a:lnTo>
                          <a:pt x="1806" y="618"/>
                        </a:lnTo>
                        <a:lnTo>
                          <a:pt x="1812" y="618"/>
                        </a:lnTo>
                        <a:lnTo>
                          <a:pt x="1818" y="624"/>
                        </a:lnTo>
                        <a:lnTo>
                          <a:pt x="1824" y="642"/>
                        </a:lnTo>
                        <a:lnTo>
                          <a:pt x="1830" y="666"/>
                        </a:lnTo>
                        <a:lnTo>
                          <a:pt x="1836" y="684"/>
                        </a:lnTo>
                        <a:lnTo>
                          <a:pt x="1836" y="702"/>
                        </a:lnTo>
                        <a:lnTo>
                          <a:pt x="1866" y="738"/>
                        </a:lnTo>
                        <a:lnTo>
                          <a:pt x="1866" y="792"/>
                        </a:lnTo>
                        <a:lnTo>
                          <a:pt x="1890" y="822"/>
                        </a:lnTo>
                        <a:lnTo>
                          <a:pt x="1890" y="858"/>
                        </a:lnTo>
                        <a:lnTo>
                          <a:pt x="1902" y="930"/>
                        </a:lnTo>
                        <a:lnTo>
                          <a:pt x="1920" y="918"/>
                        </a:lnTo>
                        <a:lnTo>
                          <a:pt x="1962" y="930"/>
                        </a:lnTo>
                        <a:lnTo>
                          <a:pt x="1962" y="870"/>
                        </a:lnTo>
                        <a:lnTo>
                          <a:pt x="1968" y="864"/>
                        </a:lnTo>
                        <a:lnTo>
                          <a:pt x="1974" y="852"/>
                        </a:lnTo>
                        <a:lnTo>
                          <a:pt x="1980" y="876"/>
                        </a:lnTo>
                        <a:lnTo>
                          <a:pt x="1998" y="876"/>
                        </a:lnTo>
                        <a:lnTo>
                          <a:pt x="2004" y="870"/>
                        </a:lnTo>
                        <a:lnTo>
                          <a:pt x="2010" y="858"/>
                        </a:lnTo>
                        <a:lnTo>
                          <a:pt x="2010" y="828"/>
                        </a:lnTo>
                        <a:lnTo>
                          <a:pt x="2004" y="822"/>
                        </a:lnTo>
                        <a:lnTo>
                          <a:pt x="2004" y="816"/>
                        </a:lnTo>
                        <a:lnTo>
                          <a:pt x="1992" y="810"/>
                        </a:lnTo>
                        <a:lnTo>
                          <a:pt x="1986" y="798"/>
                        </a:lnTo>
                        <a:lnTo>
                          <a:pt x="1974" y="792"/>
                        </a:lnTo>
                        <a:lnTo>
                          <a:pt x="1962" y="780"/>
                        </a:lnTo>
                        <a:lnTo>
                          <a:pt x="1956" y="768"/>
                        </a:lnTo>
                        <a:lnTo>
                          <a:pt x="1944" y="756"/>
                        </a:lnTo>
                        <a:lnTo>
                          <a:pt x="1944" y="750"/>
                        </a:lnTo>
                        <a:lnTo>
                          <a:pt x="1956" y="726"/>
                        </a:lnTo>
                        <a:lnTo>
                          <a:pt x="1968" y="720"/>
                        </a:lnTo>
                        <a:lnTo>
                          <a:pt x="1968" y="708"/>
                        </a:lnTo>
                        <a:lnTo>
                          <a:pt x="1962" y="696"/>
                        </a:lnTo>
                        <a:lnTo>
                          <a:pt x="1938" y="684"/>
                        </a:lnTo>
                        <a:lnTo>
                          <a:pt x="1932" y="672"/>
                        </a:lnTo>
                        <a:lnTo>
                          <a:pt x="1932" y="642"/>
                        </a:lnTo>
                        <a:lnTo>
                          <a:pt x="1938" y="636"/>
                        </a:lnTo>
                        <a:lnTo>
                          <a:pt x="1938" y="630"/>
                        </a:lnTo>
                        <a:lnTo>
                          <a:pt x="1926" y="618"/>
                        </a:lnTo>
                        <a:lnTo>
                          <a:pt x="1914" y="612"/>
                        </a:lnTo>
                        <a:lnTo>
                          <a:pt x="1896" y="594"/>
                        </a:lnTo>
                        <a:lnTo>
                          <a:pt x="1884" y="588"/>
                        </a:lnTo>
                        <a:lnTo>
                          <a:pt x="1878" y="582"/>
                        </a:lnTo>
                        <a:lnTo>
                          <a:pt x="1914" y="582"/>
                        </a:lnTo>
                        <a:lnTo>
                          <a:pt x="1926" y="576"/>
                        </a:lnTo>
                        <a:lnTo>
                          <a:pt x="1932" y="570"/>
                        </a:lnTo>
                        <a:lnTo>
                          <a:pt x="1944" y="546"/>
                        </a:lnTo>
                        <a:lnTo>
                          <a:pt x="1950" y="540"/>
                        </a:lnTo>
                        <a:lnTo>
                          <a:pt x="1956" y="528"/>
                        </a:lnTo>
                        <a:lnTo>
                          <a:pt x="1992" y="528"/>
                        </a:lnTo>
                        <a:lnTo>
                          <a:pt x="2004" y="522"/>
                        </a:lnTo>
                        <a:lnTo>
                          <a:pt x="2010" y="522"/>
                        </a:lnTo>
                        <a:lnTo>
                          <a:pt x="2016" y="516"/>
                        </a:lnTo>
                        <a:lnTo>
                          <a:pt x="2016" y="504"/>
                        </a:lnTo>
                        <a:lnTo>
                          <a:pt x="1998" y="486"/>
                        </a:lnTo>
                        <a:lnTo>
                          <a:pt x="1986" y="480"/>
                        </a:lnTo>
                        <a:lnTo>
                          <a:pt x="1974" y="486"/>
                        </a:lnTo>
                        <a:lnTo>
                          <a:pt x="1956" y="504"/>
                        </a:lnTo>
                        <a:lnTo>
                          <a:pt x="1956" y="510"/>
                        </a:lnTo>
                        <a:lnTo>
                          <a:pt x="1944" y="510"/>
                        </a:lnTo>
                        <a:lnTo>
                          <a:pt x="1932" y="504"/>
                        </a:lnTo>
                        <a:lnTo>
                          <a:pt x="1896" y="504"/>
                        </a:lnTo>
                        <a:lnTo>
                          <a:pt x="1890" y="510"/>
                        </a:lnTo>
                        <a:lnTo>
                          <a:pt x="1884" y="522"/>
                        </a:lnTo>
                        <a:lnTo>
                          <a:pt x="1854" y="552"/>
                        </a:lnTo>
                        <a:lnTo>
                          <a:pt x="1848" y="546"/>
                        </a:lnTo>
                        <a:lnTo>
                          <a:pt x="1836" y="540"/>
                        </a:lnTo>
                        <a:lnTo>
                          <a:pt x="1824" y="516"/>
                        </a:lnTo>
                        <a:lnTo>
                          <a:pt x="1788" y="498"/>
                        </a:lnTo>
                        <a:lnTo>
                          <a:pt x="1776" y="498"/>
                        </a:lnTo>
                        <a:lnTo>
                          <a:pt x="1776" y="486"/>
                        </a:lnTo>
                        <a:lnTo>
                          <a:pt x="1782" y="468"/>
                        </a:lnTo>
                        <a:lnTo>
                          <a:pt x="1782" y="456"/>
                        </a:lnTo>
                        <a:lnTo>
                          <a:pt x="1794" y="420"/>
                        </a:lnTo>
                        <a:lnTo>
                          <a:pt x="1806" y="408"/>
                        </a:lnTo>
                        <a:lnTo>
                          <a:pt x="1824" y="408"/>
                        </a:lnTo>
                        <a:lnTo>
                          <a:pt x="1842" y="414"/>
                        </a:lnTo>
                        <a:lnTo>
                          <a:pt x="1896" y="414"/>
                        </a:lnTo>
                        <a:lnTo>
                          <a:pt x="1902" y="408"/>
                        </a:lnTo>
                        <a:lnTo>
                          <a:pt x="1908" y="408"/>
                        </a:lnTo>
                        <a:lnTo>
                          <a:pt x="1908" y="402"/>
                        </a:lnTo>
                        <a:lnTo>
                          <a:pt x="1914" y="396"/>
                        </a:lnTo>
                        <a:lnTo>
                          <a:pt x="1920" y="396"/>
                        </a:lnTo>
                        <a:lnTo>
                          <a:pt x="1944" y="402"/>
                        </a:lnTo>
                        <a:lnTo>
                          <a:pt x="1980" y="420"/>
                        </a:lnTo>
                        <a:lnTo>
                          <a:pt x="2010" y="432"/>
                        </a:lnTo>
                        <a:lnTo>
                          <a:pt x="2034" y="438"/>
                        </a:lnTo>
                        <a:lnTo>
                          <a:pt x="2040" y="438"/>
                        </a:lnTo>
                        <a:lnTo>
                          <a:pt x="2052" y="432"/>
                        </a:lnTo>
                        <a:lnTo>
                          <a:pt x="2064" y="420"/>
                        </a:lnTo>
                        <a:lnTo>
                          <a:pt x="2082" y="420"/>
                        </a:lnTo>
                        <a:lnTo>
                          <a:pt x="2094" y="414"/>
                        </a:lnTo>
                        <a:lnTo>
                          <a:pt x="2106" y="414"/>
                        </a:lnTo>
                        <a:lnTo>
                          <a:pt x="2112" y="408"/>
                        </a:lnTo>
                        <a:lnTo>
                          <a:pt x="2112" y="402"/>
                        </a:lnTo>
                        <a:lnTo>
                          <a:pt x="2106" y="396"/>
                        </a:lnTo>
                        <a:lnTo>
                          <a:pt x="2106" y="390"/>
                        </a:lnTo>
                        <a:lnTo>
                          <a:pt x="2118" y="378"/>
                        </a:lnTo>
                        <a:lnTo>
                          <a:pt x="2142" y="366"/>
                        </a:lnTo>
                        <a:lnTo>
                          <a:pt x="2148" y="360"/>
                        </a:lnTo>
                        <a:lnTo>
                          <a:pt x="2160" y="354"/>
                        </a:lnTo>
                        <a:lnTo>
                          <a:pt x="2148" y="324"/>
                        </a:lnTo>
                        <a:lnTo>
                          <a:pt x="2070" y="360"/>
                        </a:lnTo>
                        <a:lnTo>
                          <a:pt x="2076" y="366"/>
                        </a:lnTo>
                        <a:lnTo>
                          <a:pt x="2076" y="372"/>
                        </a:lnTo>
                        <a:lnTo>
                          <a:pt x="2070" y="378"/>
                        </a:lnTo>
                        <a:lnTo>
                          <a:pt x="2046" y="378"/>
                        </a:lnTo>
                        <a:lnTo>
                          <a:pt x="2022" y="366"/>
                        </a:lnTo>
                        <a:lnTo>
                          <a:pt x="2004" y="366"/>
                        </a:lnTo>
                        <a:lnTo>
                          <a:pt x="1968" y="384"/>
                        </a:lnTo>
                        <a:lnTo>
                          <a:pt x="1950" y="384"/>
                        </a:lnTo>
                        <a:lnTo>
                          <a:pt x="1938" y="378"/>
                        </a:lnTo>
                        <a:lnTo>
                          <a:pt x="1926" y="378"/>
                        </a:lnTo>
                        <a:lnTo>
                          <a:pt x="1902" y="366"/>
                        </a:lnTo>
                        <a:lnTo>
                          <a:pt x="1860" y="366"/>
                        </a:lnTo>
                        <a:lnTo>
                          <a:pt x="1872" y="348"/>
                        </a:lnTo>
                        <a:lnTo>
                          <a:pt x="1860" y="348"/>
                        </a:lnTo>
                        <a:lnTo>
                          <a:pt x="1848" y="342"/>
                        </a:lnTo>
                        <a:lnTo>
                          <a:pt x="1824" y="342"/>
                        </a:lnTo>
                        <a:lnTo>
                          <a:pt x="1824" y="366"/>
                        </a:lnTo>
                        <a:lnTo>
                          <a:pt x="1812" y="378"/>
                        </a:lnTo>
                        <a:lnTo>
                          <a:pt x="1788" y="390"/>
                        </a:lnTo>
                        <a:lnTo>
                          <a:pt x="1764" y="390"/>
                        </a:lnTo>
                        <a:lnTo>
                          <a:pt x="1758" y="396"/>
                        </a:lnTo>
                        <a:lnTo>
                          <a:pt x="1758" y="426"/>
                        </a:lnTo>
                        <a:lnTo>
                          <a:pt x="1740" y="432"/>
                        </a:lnTo>
                        <a:lnTo>
                          <a:pt x="1752" y="498"/>
                        </a:lnTo>
                        <a:lnTo>
                          <a:pt x="1740" y="498"/>
                        </a:lnTo>
                        <a:lnTo>
                          <a:pt x="1734" y="510"/>
                        </a:lnTo>
                        <a:lnTo>
                          <a:pt x="1728" y="516"/>
                        </a:lnTo>
                        <a:lnTo>
                          <a:pt x="1710" y="552"/>
                        </a:lnTo>
                        <a:close/>
                        <a:moveTo>
                          <a:pt x="1986" y="576"/>
                        </a:moveTo>
                        <a:lnTo>
                          <a:pt x="1986" y="594"/>
                        </a:lnTo>
                        <a:lnTo>
                          <a:pt x="1992" y="600"/>
                        </a:lnTo>
                        <a:lnTo>
                          <a:pt x="2004" y="600"/>
                        </a:lnTo>
                        <a:lnTo>
                          <a:pt x="2016" y="588"/>
                        </a:lnTo>
                        <a:lnTo>
                          <a:pt x="2016" y="576"/>
                        </a:lnTo>
                        <a:lnTo>
                          <a:pt x="1986" y="576"/>
                        </a:lnTo>
                        <a:close/>
                        <a:moveTo>
                          <a:pt x="1686" y="1110"/>
                        </a:moveTo>
                        <a:lnTo>
                          <a:pt x="1674" y="1110"/>
                        </a:lnTo>
                        <a:lnTo>
                          <a:pt x="1668" y="1116"/>
                        </a:lnTo>
                        <a:lnTo>
                          <a:pt x="1662" y="1116"/>
                        </a:lnTo>
                        <a:lnTo>
                          <a:pt x="1614" y="1104"/>
                        </a:lnTo>
                        <a:lnTo>
                          <a:pt x="1644" y="1146"/>
                        </a:lnTo>
                        <a:lnTo>
                          <a:pt x="1650" y="1152"/>
                        </a:lnTo>
                        <a:lnTo>
                          <a:pt x="1662" y="1158"/>
                        </a:lnTo>
                        <a:lnTo>
                          <a:pt x="1668" y="1164"/>
                        </a:lnTo>
                        <a:lnTo>
                          <a:pt x="1680" y="1170"/>
                        </a:lnTo>
                        <a:lnTo>
                          <a:pt x="1692" y="1158"/>
                        </a:lnTo>
                        <a:lnTo>
                          <a:pt x="1698" y="1140"/>
                        </a:lnTo>
                        <a:lnTo>
                          <a:pt x="1698" y="1128"/>
                        </a:lnTo>
                        <a:lnTo>
                          <a:pt x="1692" y="1116"/>
                        </a:lnTo>
                        <a:lnTo>
                          <a:pt x="1686" y="1110"/>
                        </a:lnTo>
                        <a:close/>
                        <a:moveTo>
                          <a:pt x="2094" y="1104"/>
                        </a:moveTo>
                        <a:lnTo>
                          <a:pt x="2064" y="1128"/>
                        </a:lnTo>
                        <a:lnTo>
                          <a:pt x="2094" y="1134"/>
                        </a:lnTo>
                        <a:lnTo>
                          <a:pt x="2094" y="1104"/>
                        </a:lnTo>
                        <a:close/>
                        <a:moveTo>
                          <a:pt x="486" y="294"/>
                        </a:moveTo>
                        <a:lnTo>
                          <a:pt x="474" y="288"/>
                        </a:lnTo>
                        <a:lnTo>
                          <a:pt x="468" y="288"/>
                        </a:lnTo>
                        <a:lnTo>
                          <a:pt x="456" y="294"/>
                        </a:lnTo>
                        <a:lnTo>
                          <a:pt x="456" y="312"/>
                        </a:lnTo>
                        <a:lnTo>
                          <a:pt x="468" y="324"/>
                        </a:lnTo>
                        <a:lnTo>
                          <a:pt x="474" y="318"/>
                        </a:lnTo>
                        <a:lnTo>
                          <a:pt x="486" y="318"/>
                        </a:lnTo>
                        <a:lnTo>
                          <a:pt x="486" y="312"/>
                        </a:lnTo>
                        <a:lnTo>
                          <a:pt x="492" y="300"/>
                        </a:lnTo>
                        <a:lnTo>
                          <a:pt x="486" y="294"/>
                        </a:lnTo>
                        <a:close/>
                        <a:moveTo>
                          <a:pt x="2346" y="588"/>
                        </a:moveTo>
                        <a:lnTo>
                          <a:pt x="2340" y="576"/>
                        </a:lnTo>
                        <a:lnTo>
                          <a:pt x="2328" y="570"/>
                        </a:lnTo>
                        <a:lnTo>
                          <a:pt x="2310" y="552"/>
                        </a:lnTo>
                        <a:lnTo>
                          <a:pt x="2304" y="552"/>
                        </a:lnTo>
                        <a:lnTo>
                          <a:pt x="2304" y="600"/>
                        </a:lnTo>
                        <a:lnTo>
                          <a:pt x="2316" y="600"/>
                        </a:lnTo>
                        <a:lnTo>
                          <a:pt x="2328" y="606"/>
                        </a:lnTo>
                        <a:lnTo>
                          <a:pt x="2334" y="606"/>
                        </a:lnTo>
                        <a:lnTo>
                          <a:pt x="2346" y="600"/>
                        </a:lnTo>
                        <a:lnTo>
                          <a:pt x="2346" y="588"/>
                        </a:lnTo>
                        <a:close/>
                        <a:moveTo>
                          <a:pt x="2310" y="474"/>
                        </a:moveTo>
                        <a:lnTo>
                          <a:pt x="2340" y="504"/>
                        </a:lnTo>
                        <a:lnTo>
                          <a:pt x="2358" y="516"/>
                        </a:lnTo>
                        <a:lnTo>
                          <a:pt x="2382" y="528"/>
                        </a:lnTo>
                        <a:lnTo>
                          <a:pt x="2400" y="528"/>
                        </a:lnTo>
                        <a:lnTo>
                          <a:pt x="2400" y="522"/>
                        </a:lnTo>
                        <a:lnTo>
                          <a:pt x="2358" y="480"/>
                        </a:lnTo>
                        <a:lnTo>
                          <a:pt x="2358" y="468"/>
                        </a:lnTo>
                        <a:lnTo>
                          <a:pt x="2364" y="456"/>
                        </a:lnTo>
                        <a:lnTo>
                          <a:pt x="2376" y="450"/>
                        </a:lnTo>
                        <a:lnTo>
                          <a:pt x="2394" y="450"/>
                        </a:lnTo>
                        <a:lnTo>
                          <a:pt x="2406" y="456"/>
                        </a:lnTo>
                        <a:lnTo>
                          <a:pt x="2424" y="444"/>
                        </a:lnTo>
                        <a:lnTo>
                          <a:pt x="2400" y="432"/>
                        </a:lnTo>
                        <a:lnTo>
                          <a:pt x="2412" y="426"/>
                        </a:lnTo>
                        <a:lnTo>
                          <a:pt x="2424" y="402"/>
                        </a:lnTo>
                        <a:lnTo>
                          <a:pt x="2412" y="378"/>
                        </a:lnTo>
                        <a:lnTo>
                          <a:pt x="2400" y="372"/>
                        </a:lnTo>
                        <a:lnTo>
                          <a:pt x="2382" y="372"/>
                        </a:lnTo>
                        <a:lnTo>
                          <a:pt x="2358" y="396"/>
                        </a:lnTo>
                        <a:lnTo>
                          <a:pt x="2346" y="402"/>
                        </a:lnTo>
                        <a:lnTo>
                          <a:pt x="2340" y="408"/>
                        </a:lnTo>
                        <a:lnTo>
                          <a:pt x="2334" y="408"/>
                        </a:lnTo>
                        <a:lnTo>
                          <a:pt x="2328" y="402"/>
                        </a:lnTo>
                        <a:lnTo>
                          <a:pt x="2328" y="366"/>
                        </a:lnTo>
                        <a:lnTo>
                          <a:pt x="2334" y="360"/>
                        </a:lnTo>
                        <a:lnTo>
                          <a:pt x="2346" y="336"/>
                        </a:lnTo>
                        <a:lnTo>
                          <a:pt x="2346" y="318"/>
                        </a:lnTo>
                        <a:lnTo>
                          <a:pt x="2340" y="312"/>
                        </a:lnTo>
                        <a:lnTo>
                          <a:pt x="2358" y="276"/>
                        </a:lnTo>
                        <a:lnTo>
                          <a:pt x="2316" y="312"/>
                        </a:lnTo>
                        <a:lnTo>
                          <a:pt x="2316" y="342"/>
                        </a:lnTo>
                        <a:lnTo>
                          <a:pt x="2304" y="348"/>
                        </a:lnTo>
                        <a:lnTo>
                          <a:pt x="2298" y="354"/>
                        </a:lnTo>
                        <a:lnTo>
                          <a:pt x="2286" y="378"/>
                        </a:lnTo>
                        <a:lnTo>
                          <a:pt x="2286" y="408"/>
                        </a:lnTo>
                        <a:lnTo>
                          <a:pt x="2298" y="420"/>
                        </a:lnTo>
                        <a:lnTo>
                          <a:pt x="2304" y="432"/>
                        </a:lnTo>
                        <a:lnTo>
                          <a:pt x="2310" y="438"/>
                        </a:lnTo>
                        <a:lnTo>
                          <a:pt x="2310" y="444"/>
                        </a:lnTo>
                        <a:lnTo>
                          <a:pt x="2304" y="450"/>
                        </a:lnTo>
                        <a:lnTo>
                          <a:pt x="2304" y="468"/>
                        </a:lnTo>
                        <a:lnTo>
                          <a:pt x="2310" y="474"/>
                        </a:lnTo>
                        <a:close/>
                        <a:moveTo>
                          <a:pt x="2250" y="708"/>
                        </a:moveTo>
                        <a:lnTo>
                          <a:pt x="2238" y="696"/>
                        </a:lnTo>
                        <a:lnTo>
                          <a:pt x="2214" y="708"/>
                        </a:lnTo>
                        <a:lnTo>
                          <a:pt x="2214" y="732"/>
                        </a:lnTo>
                        <a:lnTo>
                          <a:pt x="2220" y="744"/>
                        </a:lnTo>
                        <a:lnTo>
                          <a:pt x="2226" y="750"/>
                        </a:lnTo>
                        <a:lnTo>
                          <a:pt x="2250" y="762"/>
                        </a:lnTo>
                        <a:lnTo>
                          <a:pt x="2274" y="762"/>
                        </a:lnTo>
                        <a:lnTo>
                          <a:pt x="2280" y="750"/>
                        </a:lnTo>
                        <a:lnTo>
                          <a:pt x="2280" y="738"/>
                        </a:lnTo>
                        <a:lnTo>
                          <a:pt x="2274" y="726"/>
                        </a:lnTo>
                        <a:lnTo>
                          <a:pt x="2274" y="714"/>
                        </a:lnTo>
                        <a:lnTo>
                          <a:pt x="2268" y="708"/>
                        </a:lnTo>
                        <a:lnTo>
                          <a:pt x="2268" y="702"/>
                        </a:lnTo>
                        <a:lnTo>
                          <a:pt x="2250" y="708"/>
                        </a:lnTo>
                        <a:close/>
                        <a:moveTo>
                          <a:pt x="2148" y="1104"/>
                        </a:moveTo>
                        <a:lnTo>
                          <a:pt x="2226" y="1092"/>
                        </a:lnTo>
                        <a:lnTo>
                          <a:pt x="2166" y="1074"/>
                        </a:lnTo>
                        <a:lnTo>
                          <a:pt x="2148" y="1104"/>
                        </a:lnTo>
                        <a:close/>
                        <a:moveTo>
                          <a:pt x="2544" y="750"/>
                        </a:moveTo>
                        <a:lnTo>
                          <a:pt x="2520" y="732"/>
                        </a:lnTo>
                        <a:lnTo>
                          <a:pt x="2526" y="714"/>
                        </a:lnTo>
                        <a:lnTo>
                          <a:pt x="2514" y="702"/>
                        </a:lnTo>
                        <a:lnTo>
                          <a:pt x="2508" y="690"/>
                        </a:lnTo>
                        <a:lnTo>
                          <a:pt x="2490" y="684"/>
                        </a:lnTo>
                        <a:lnTo>
                          <a:pt x="2472" y="672"/>
                        </a:lnTo>
                        <a:lnTo>
                          <a:pt x="2442" y="666"/>
                        </a:lnTo>
                        <a:lnTo>
                          <a:pt x="2424" y="666"/>
                        </a:lnTo>
                        <a:lnTo>
                          <a:pt x="2388" y="684"/>
                        </a:lnTo>
                        <a:lnTo>
                          <a:pt x="2358" y="684"/>
                        </a:lnTo>
                        <a:lnTo>
                          <a:pt x="2346" y="696"/>
                        </a:lnTo>
                        <a:lnTo>
                          <a:pt x="2340" y="708"/>
                        </a:lnTo>
                        <a:lnTo>
                          <a:pt x="2340" y="726"/>
                        </a:lnTo>
                        <a:lnTo>
                          <a:pt x="2346" y="732"/>
                        </a:lnTo>
                        <a:lnTo>
                          <a:pt x="2364" y="714"/>
                        </a:lnTo>
                        <a:lnTo>
                          <a:pt x="2364" y="726"/>
                        </a:lnTo>
                        <a:lnTo>
                          <a:pt x="2370" y="738"/>
                        </a:lnTo>
                        <a:lnTo>
                          <a:pt x="2376" y="744"/>
                        </a:lnTo>
                        <a:lnTo>
                          <a:pt x="2388" y="738"/>
                        </a:lnTo>
                        <a:lnTo>
                          <a:pt x="2394" y="732"/>
                        </a:lnTo>
                        <a:lnTo>
                          <a:pt x="2394" y="726"/>
                        </a:lnTo>
                        <a:lnTo>
                          <a:pt x="2400" y="720"/>
                        </a:lnTo>
                        <a:lnTo>
                          <a:pt x="2400" y="714"/>
                        </a:lnTo>
                        <a:lnTo>
                          <a:pt x="2406" y="726"/>
                        </a:lnTo>
                        <a:lnTo>
                          <a:pt x="2418" y="732"/>
                        </a:lnTo>
                        <a:lnTo>
                          <a:pt x="2430" y="732"/>
                        </a:lnTo>
                        <a:lnTo>
                          <a:pt x="2442" y="720"/>
                        </a:lnTo>
                        <a:lnTo>
                          <a:pt x="2454" y="714"/>
                        </a:lnTo>
                        <a:lnTo>
                          <a:pt x="2460" y="708"/>
                        </a:lnTo>
                        <a:lnTo>
                          <a:pt x="2472" y="762"/>
                        </a:lnTo>
                        <a:lnTo>
                          <a:pt x="2502" y="738"/>
                        </a:lnTo>
                        <a:lnTo>
                          <a:pt x="2538" y="774"/>
                        </a:lnTo>
                        <a:lnTo>
                          <a:pt x="2544" y="750"/>
                        </a:lnTo>
                        <a:close/>
                        <a:moveTo>
                          <a:pt x="3264" y="678"/>
                        </a:moveTo>
                        <a:lnTo>
                          <a:pt x="3222" y="648"/>
                        </a:lnTo>
                        <a:lnTo>
                          <a:pt x="3210" y="648"/>
                        </a:lnTo>
                        <a:lnTo>
                          <a:pt x="3198" y="654"/>
                        </a:lnTo>
                        <a:lnTo>
                          <a:pt x="3180" y="654"/>
                        </a:lnTo>
                        <a:lnTo>
                          <a:pt x="3162" y="648"/>
                        </a:lnTo>
                        <a:lnTo>
                          <a:pt x="3126" y="630"/>
                        </a:lnTo>
                        <a:lnTo>
                          <a:pt x="3096" y="612"/>
                        </a:lnTo>
                        <a:lnTo>
                          <a:pt x="3060" y="594"/>
                        </a:lnTo>
                        <a:lnTo>
                          <a:pt x="3042" y="582"/>
                        </a:lnTo>
                        <a:lnTo>
                          <a:pt x="3030" y="582"/>
                        </a:lnTo>
                        <a:lnTo>
                          <a:pt x="3006" y="594"/>
                        </a:lnTo>
                        <a:lnTo>
                          <a:pt x="3000" y="600"/>
                        </a:lnTo>
                        <a:lnTo>
                          <a:pt x="2988" y="606"/>
                        </a:lnTo>
                        <a:lnTo>
                          <a:pt x="3006" y="630"/>
                        </a:lnTo>
                        <a:lnTo>
                          <a:pt x="2928" y="642"/>
                        </a:lnTo>
                        <a:lnTo>
                          <a:pt x="2934" y="666"/>
                        </a:lnTo>
                        <a:lnTo>
                          <a:pt x="2928" y="678"/>
                        </a:lnTo>
                        <a:lnTo>
                          <a:pt x="2922" y="684"/>
                        </a:lnTo>
                        <a:lnTo>
                          <a:pt x="2916" y="696"/>
                        </a:lnTo>
                        <a:lnTo>
                          <a:pt x="2880" y="720"/>
                        </a:lnTo>
                        <a:lnTo>
                          <a:pt x="2862" y="726"/>
                        </a:lnTo>
                        <a:lnTo>
                          <a:pt x="2844" y="726"/>
                        </a:lnTo>
                        <a:lnTo>
                          <a:pt x="2832" y="720"/>
                        </a:lnTo>
                        <a:lnTo>
                          <a:pt x="2826" y="714"/>
                        </a:lnTo>
                        <a:lnTo>
                          <a:pt x="2820" y="702"/>
                        </a:lnTo>
                        <a:lnTo>
                          <a:pt x="2820" y="678"/>
                        </a:lnTo>
                        <a:lnTo>
                          <a:pt x="2814" y="672"/>
                        </a:lnTo>
                        <a:lnTo>
                          <a:pt x="2814" y="660"/>
                        </a:lnTo>
                        <a:lnTo>
                          <a:pt x="2808" y="666"/>
                        </a:lnTo>
                        <a:lnTo>
                          <a:pt x="2808" y="672"/>
                        </a:lnTo>
                        <a:lnTo>
                          <a:pt x="2802" y="684"/>
                        </a:lnTo>
                        <a:lnTo>
                          <a:pt x="2796" y="690"/>
                        </a:lnTo>
                        <a:lnTo>
                          <a:pt x="2796" y="696"/>
                        </a:lnTo>
                        <a:lnTo>
                          <a:pt x="2796" y="690"/>
                        </a:lnTo>
                        <a:lnTo>
                          <a:pt x="2790" y="684"/>
                        </a:lnTo>
                        <a:lnTo>
                          <a:pt x="2790" y="672"/>
                        </a:lnTo>
                        <a:lnTo>
                          <a:pt x="2784" y="660"/>
                        </a:lnTo>
                        <a:lnTo>
                          <a:pt x="2784" y="576"/>
                        </a:lnTo>
                        <a:lnTo>
                          <a:pt x="2778" y="558"/>
                        </a:lnTo>
                        <a:lnTo>
                          <a:pt x="2760" y="522"/>
                        </a:lnTo>
                        <a:lnTo>
                          <a:pt x="2724" y="522"/>
                        </a:lnTo>
                        <a:lnTo>
                          <a:pt x="2718" y="510"/>
                        </a:lnTo>
                        <a:lnTo>
                          <a:pt x="2694" y="498"/>
                        </a:lnTo>
                        <a:lnTo>
                          <a:pt x="2676" y="486"/>
                        </a:lnTo>
                        <a:lnTo>
                          <a:pt x="2652" y="486"/>
                        </a:lnTo>
                        <a:lnTo>
                          <a:pt x="2634" y="498"/>
                        </a:lnTo>
                        <a:lnTo>
                          <a:pt x="2628" y="504"/>
                        </a:lnTo>
                        <a:lnTo>
                          <a:pt x="2616" y="510"/>
                        </a:lnTo>
                        <a:lnTo>
                          <a:pt x="2610" y="522"/>
                        </a:lnTo>
                        <a:lnTo>
                          <a:pt x="2586" y="528"/>
                        </a:lnTo>
                        <a:lnTo>
                          <a:pt x="2580" y="546"/>
                        </a:lnTo>
                        <a:lnTo>
                          <a:pt x="2562" y="558"/>
                        </a:lnTo>
                        <a:lnTo>
                          <a:pt x="2562" y="540"/>
                        </a:lnTo>
                        <a:lnTo>
                          <a:pt x="2556" y="534"/>
                        </a:lnTo>
                        <a:lnTo>
                          <a:pt x="2532" y="534"/>
                        </a:lnTo>
                        <a:lnTo>
                          <a:pt x="2532" y="546"/>
                        </a:lnTo>
                        <a:lnTo>
                          <a:pt x="2544" y="570"/>
                        </a:lnTo>
                        <a:lnTo>
                          <a:pt x="2568" y="582"/>
                        </a:lnTo>
                        <a:lnTo>
                          <a:pt x="2604" y="582"/>
                        </a:lnTo>
                        <a:lnTo>
                          <a:pt x="2616" y="588"/>
                        </a:lnTo>
                        <a:lnTo>
                          <a:pt x="2622" y="594"/>
                        </a:lnTo>
                        <a:lnTo>
                          <a:pt x="2628" y="594"/>
                        </a:lnTo>
                        <a:lnTo>
                          <a:pt x="2628" y="618"/>
                        </a:lnTo>
                        <a:lnTo>
                          <a:pt x="2634" y="630"/>
                        </a:lnTo>
                        <a:lnTo>
                          <a:pt x="2640" y="636"/>
                        </a:lnTo>
                        <a:lnTo>
                          <a:pt x="2652" y="642"/>
                        </a:lnTo>
                        <a:lnTo>
                          <a:pt x="2694" y="642"/>
                        </a:lnTo>
                        <a:lnTo>
                          <a:pt x="2712" y="636"/>
                        </a:lnTo>
                        <a:lnTo>
                          <a:pt x="2754" y="636"/>
                        </a:lnTo>
                        <a:lnTo>
                          <a:pt x="2760" y="642"/>
                        </a:lnTo>
                        <a:lnTo>
                          <a:pt x="2760" y="660"/>
                        </a:lnTo>
                        <a:lnTo>
                          <a:pt x="2700" y="660"/>
                        </a:lnTo>
                        <a:lnTo>
                          <a:pt x="2688" y="666"/>
                        </a:lnTo>
                        <a:lnTo>
                          <a:pt x="2676" y="678"/>
                        </a:lnTo>
                        <a:lnTo>
                          <a:pt x="2640" y="678"/>
                        </a:lnTo>
                        <a:lnTo>
                          <a:pt x="2616" y="690"/>
                        </a:lnTo>
                        <a:lnTo>
                          <a:pt x="2616" y="696"/>
                        </a:lnTo>
                        <a:lnTo>
                          <a:pt x="2622" y="696"/>
                        </a:lnTo>
                        <a:lnTo>
                          <a:pt x="2646" y="708"/>
                        </a:lnTo>
                        <a:lnTo>
                          <a:pt x="2658" y="708"/>
                        </a:lnTo>
                        <a:lnTo>
                          <a:pt x="2676" y="726"/>
                        </a:lnTo>
                        <a:lnTo>
                          <a:pt x="2682" y="738"/>
                        </a:lnTo>
                        <a:lnTo>
                          <a:pt x="2688" y="744"/>
                        </a:lnTo>
                        <a:lnTo>
                          <a:pt x="2682" y="750"/>
                        </a:lnTo>
                        <a:lnTo>
                          <a:pt x="2676" y="762"/>
                        </a:lnTo>
                        <a:lnTo>
                          <a:pt x="2676" y="774"/>
                        </a:lnTo>
                        <a:lnTo>
                          <a:pt x="2670" y="780"/>
                        </a:lnTo>
                        <a:lnTo>
                          <a:pt x="2676" y="792"/>
                        </a:lnTo>
                        <a:lnTo>
                          <a:pt x="2682" y="798"/>
                        </a:lnTo>
                        <a:lnTo>
                          <a:pt x="2694" y="792"/>
                        </a:lnTo>
                        <a:lnTo>
                          <a:pt x="2706" y="780"/>
                        </a:lnTo>
                        <a:lnTo>
                          <a:pt x="2712" y="768"/>
                        </a:lnTo>
                        <a:lnTo>
                          <a:pt x="2718" y="762"/>
                        </a:lnTo>
                        <a:lnTo>
                          <a:pt x="2718" y="750"/>
                        </a:lnTo>
                        <a:lnTo>
                          <a:pt x="2724" y="744"/>
                        </a:lnTo>
                        <a:lnTo>
                          <a:pt x="2736" y="720"/>
                        </a:lnTo>
                        <a:lnTo>
                          <a:pt x="2742" y="714"/>
                        </a:lnTo>
                        <a:lnTo>
                          <a:pt x="2748" y="702"/>
                        </a:lnTo>
                        <a:lnTo>
                          <a:pt x="2748" y="744"/>
                        </a:lnTo>
                        <a:lnTo>
                          <a:pt x="2754" y="750"/>
                        </a:lnTo>
                        <a:lnTo>
                          <a:pt x="2766" y="756"/>
                        </a:lnTo>
                        <a:lnTo>
                          <a:pt x="2772" y="768"/>
                        </a:lnTo>
                        <a:lnTo>
                          <a:pt x="2784" y="774"/>
                        </a:lnTo>
                        <a:lnTo>
                          <a:pt x="2790" y="780"/>
                        </a:lnTo>
                        <a:lnTo>
                          <a:pt x="2814" y="780"/>
                        </a:lnTo>
                        <a:lnTo>
                          <a:pt x="2820" y="774"/>
                        </a:lnTo>
                        <a:lnTo>
                          <a:pt x="2826" y="774"/>
                        </a:lnTo>
                        <a:lnTo>
                          <a:pt x="2814" y="792"/>
                        </a:lnTo>
                        <a:lnTo>
                          <a:pt x="2844" y="822"/>
                        </a:lnTo>
                        <a:lnTo>
                          <a:pt x="2904" y="822"/>
                        </a:lnTo>
                        <a:lnTo>
                          <a:pt x="2940" y="846"/>
                        </a:lnTo>
                        <a:lnTo>
                          <a:pt x="2976" y="864"/>
                        </a:lnTo>
                        <a:lnTo>
                          <a:pt x="3006" y="876"/>
                        </a:lnTo>
                        <a:lnTo>
                          <a:pt x="3036" y="894"/>
                        </a:lnTo>
                        <a:lnTo>
                          <a:pt x="3066" y="924"/>
                        </a:lnTo>
                        <a:lnTo>
                          <a:pt x="3066" y="972"/>
                        </a:lnTo>
                        <a:lnTo>
                          <a:pt x="3090" y="996"/>
                        </a:lnTo>
                        <a:lnTo>
                          <a:pt x="3102" y="1002"/>
                        </a:lnTo>
                        <a:lnTo>
                          <a:pt x="3096" y="1002"/>
                        </a:lnTo>
                        <a:lnTo>
                          <a:pt x="3084" y="1008"/>
                        </a:lnTo>
                        <a:lnTo>
                          <a:pt x="3078" y="1014"/>
                        </a:lnTo>
                        <a:lnTo>
                          <a:pt x="3078" y="1020"/>
                        </a:lnTo>
                        <a:lnTo>
                          <a:pt x="3090" y="1032"/>
                        </a:lnTo>
                        <a:lnTo>
                          <a:pt x="3114" y="1032"/>
                        </a:lnTo>
                        <a:lnTo>
                          <a:pt x="3090" y="1044"/>
                        </a:lnTo>
                        <a:lnTo>
                          <a:pt x="3090" y="1056"/>
                        </a:lnTo>
                        <a:lnTo>
                          <a:pt x="3102" y="1062"/>
                        </a:lnTo>
                        <a:lnTo>
                          <a:pt x="3108" y="1092"/>
                        </a:lnTo>
                        <a:lnTo>
                          <a:pt x="3096" y="1122"/>
                        </a:lnTo>
                        <a:lnTo>
                          <a:pt x="3120" y="1122"/>
                        </a:lnTo>
                        <a:lnTo>
                          <a:pt x="3126" y="1116"/>
                        </a:lnTo>
                        <a:lnTo>
                          <a:pt x="3138" y="1116"/>
                        </a:lnTo>
                        <a:lnTo>
                          <a:pt x="3150" y="1110"/>
                        </a:lnTo>
                        <a:lnTo>
                          <a:pt x="3162" y="1110"/>
                        </a:lnTo>
                        <a:lnTo>
                          <a:pt x="3168" y="1104"/>
                        </a:lnTo>
                        <a:lnTo>
                          <a:pt x="3174" y="1104"/>
                        </a:lnTo>
                        <a:lnTo>
                          <a:pt x="3174" y="1134"/>
                        </a:lnTo>
                        <a:lnTo>
                          <a:pt x="3234" y="1194"/>
                        </a:lnTo>
                        <a:lnTo>
                          <a:pt x="3240" y="1194"/>
                        </a:lnTo>
                        <a:lnTo>
                          <a:pt x="3240" y="1146"/>
                        </a:lnTo>
                        <a:lnTo>
                          <a:pt x="3234" y="1122"/>
                        </a:lnTo>
                        <a:lnTo>
                          <a:pt x="3234" y="1116"/>
                        </a:lnTo>
                        <a:lnTo>
                          <a:pt x="3240" y="1110"/>
                        </a:lnTo>
                        <a:lnTo>
                          <a:pt x="3240" y="1098"/>
                        </a:lnTo>
                        <a:lnTo>
                          <a:pt x="3246" y="1086"/>
                        </a:lnTo>
                        <a:lnTo>
                          <a:pt x="3246" y="1062"/>
                        </a:lnTo>
                        <a:lnTo>
                          <a:pt x="3252" y="1050"/>
                        </a:lnTo>
                        <a:lnTo>
                          <a:pt x="3252" y="1020"/>
                        </a:lnTo>
                        <a:lnTo>
                          <a:pt x="3240" y="1020"/>
                        </a:lnTo>
                        <a:lnTo>
                          <a:pt x="3228" y="1014"/>
                        </a:lnTo>
                        <a:lnTo>
                          <a:pt x="3222" y="1008"/>
                        </a:lnTo>
                        <a:lnTo>
                          <a:pt x="3222" y="1002"/>
                        </a:lnTo>
                        <a:lnTo>
                          <a:pt x="3234" y="990"/>
                        </a:lnTo>
                        <a:lnTo>
                          <a:pt x="3246" y="984"/>
                        </a:lnTo>
                        <a:lnTo>
                          <a:pt x="3252" y="978"/>
                        </a:lnTo>
                        <a:lnTo>
                          <a:pt x="3252" y="864"/>
                        </a:lnTo>
                        <a:lnTo>
                          <a:pt x="3258" y="846"/>
                        </a:lnTo>
                        <a:lnTo>
                          <a:pt x="3258" y="708"/>
                        </a:lnTo>
                        <a:lnTo>
                          <a:pt x="3264" y="678"/>
                        </a:lnTo>
                        <a:close/>
                        <a:moveTo>
                          <a:pt x="336" y="666"/>
                        </a:moveTo>
                        <a:lnTo>
                          <a:pt x="330" y="672"/>
                        </a:lnTo>
                        <a:lnTo>
                          <a:pt x="354" y="696"/>
                        </a:lnTo>
                        <a:lnTo>
                          <a:pt x="360" y="708"/>
                        </a:lnTo>
                        <a:lnTo>
                          <a:pt x="366" y="714"/>
                        </a:lnTo>
                        <a:lnTo>
                          <a:pt x="378" y="714"/>
                        </a:lnTo>
                        <a:lnTo>
                          <a:pt x="378" y="696"/>
                        </a:lnTo>
                        <a:lnTo>
                          <a:pt x="366" y="690"/>
                        </a:lnTo>
                        <a:lnTo>
                          <a:pt x="360" y="678"/>
                        </a:lnTo>
                        <a:lnTo>
                          <a:pt x="348" y="672"/>
                        </a:lnTo>
                        <a:lnTo>
                          <a:pt x="342" y="666"/>
                        </a:lnTo>
                        <a:lnTo>
                          <a:pt x="336" y="666"/>
                        </a:lnTo>
                        <a:close/>
                        <a:moveTo>
                          <a:pt x="2526" y="1104"/>
                        </a:moveTo>
                        <a:lnTo>
                          <a:pt x="2544" y="1116"/>
                        </a:lnTo>
                        <a:lnTo>
                          <a:pt x="2574" y="1092"/>
                        </a:lnTo>
                        <a:lnTo>
                          <a:pt x="2592" y="1092"/>
                        </a:lnTo>
                        <a:lnTo>
                          <a:pt x="2604" y="1080"/>
                        </a:lnTo>
                        <a:lnTo>
                          <a:pt x="2604" y="1062"/>
                        </a:lnTo>
                        <a:lnTo>
                          <a:pt x="2592" y="1056"/>
                        </a:lnTo>
                        <a:lnTo>
                          <a:pt x="2586" y="1056"/>
                        </a:lnTo>
                        <a:lnTo>
                          <a:pt x="2574" y="1062"/>
                        </a:lnTo>
                        <a:lnTo>
                          <a:pt x="2556" y="1068"/>
                        </a:lnTo>
                        <a:lnTo>
                          <a:pt x="2526" y="1098"/>
                        </a:lnTo>
                        <a:lnTo>
                          <a:pt x="2526" y="1104"/>
                        </a:lnTo>
                        <a:close/>
                        <a:moveTo>
                          <a:pt x="3096" y="1068"/>
                        </a:moveTo>
                        <a:lnTo>
                          <a:pt x="3090" y="1068"/>
                        </a:lnTo>
                        <a:lnTo>
                          <a:pt x="3090" y="1062"/>
                        </a:lnTo>
                        <a:lnTo>
                          <a:pt x="3084" y="1062"/>
                        </a:lnTo>
                        <a:lnTo>
                          <a:pt x="3078" y="1056"/>
                        </a:lnTo>
                        <a:lnTo>
                          <a:pt x="3066" y="1056"/>
                        </a:lnTo>
                        <a:lnTo>
                          <a:pt x="3048" y="1062"/>
                        </a:lnTo>
                        <a:lnTo>
                          <a:pt x="3024" y="1086"/>
                        </a:lnTo>
                        <a:lnTo>
                          <a:pt x="3012" y="1122"/>
                        </a:lnTo>
                        <a:lnTo>
                          <a:pt x="3012" y="1134"/>
                        </a:lnTo>
                        <a:lnTo>
                          <a:pt x="3072" y="1128"/>
                        </a:lnTo>
                        <a:lnTo>
                          <a:pt x="3084" y="1128"/>
                        </a:lnTo>
                        <a:lnTo>
                          <a:pt x="3090" y="1122"/>
                        </a:lnTo>
                        <a:lnTo>
                          <a:pt x="3102" y="1092"/>
                        </a:lnTo>
                        <a:lnTo>
                          <a:pt x="3096" y="1068"/>
                        </a:lnTo>
                        <a:close/>
                        <a:moveTo>
                          <a:pt x="2778" y="942"/>
                        </a:moveTo>
                        <a:lnTo>
                          <a:pt x="2766" y="960"/>
                        </a:lnTo>
                        <a:lnTo>
                          <a:pt x="2766" y="1014"/>
                        </a:lnTo>
                        <a:lnTo>
                          <a:pt x="2784" y="1014"/>
                        </a:lnTo>
                        <a:lnTo>
                          <a:pt x="2778" y="996"/>
                        </a:lnTo>
                        <a:lnTo>
                          <a:pt x="2790" y="990"/>
                        </a:lnTo>
                        <a:lnTo>
                          <a:pt x="2790" y="972"/>
                        </a:lnTo>
                        <a:lnTo>
                          <a:pt x="2778" y="972"/>
                        </a:lnTo>
                        <a:lnTo>
                          <a:pt x="2796" y="936"/>
                        </a:lnTo>
                        <a:lnTo>
                          <a:pt x="2814" y="906"/>
                        </a:lnTo>
                        <a:lnTo>
                          <a:pt x="2784" y="912"/>
                        </a:lnTo>
                        <a:lnTo>
                          <a:pt x="2778" y="942"/>
                        </a:lnTo>
                        <a:close/>
                        <a:moveTo>
                          <a:pt x="2136" y="600"/>
                        </a:moveTo>
                        <a:lnTo>
                          <a:pt x="2124" y="594"/>
                        </a:lnTo>
                        <a:lnTo>
                          <a:pt x="2118" y="594"/>
                        </a:lnTo>
                        <a:lnTo>
                          <a:pt x="2106" y="588"/>
                        </a:lnTo>
                        <a:lnTo>
                          <a:pt x="2088" y="588"/>
                        </a:lnTo>
                        <a:lnTo>
                          <a:pt x="2082" y="594"/>
                        </a:lnTo>
                        <a:lnTo>
                          <a:pt x="2082" y="600"/>
                        </a:lnTo>
                        <a:lnTo>
                          <a:pt x="2076" y="606"/>
                        </a:lnTo>
                        <a:lnTo>
                          <a:pt x="2082" y="612"/>
                        </a:lnTo>
                        <a:lnTo>
                          <a:pt x="2094" y="618"/>
                        </a:lnTo>
                        <a:lnTo>
                          <a:pt x="2136" y="618"/>
                        </a:lnTo>
                        <a:lnTo>
                          <a:pt x="2214" y="606"/>
                        </a:lnTo>
                        <a:lnTo>
                          <a:pt x="2136" y="600"/>
                        </a:lnTo>
                        <a:close/>
                        <a:moveTo>
                          <a:pt x="1308" y="1038"/>
                        </a:moveTo>
                        <a:lnTo>
                          <a:pt x="1368" y="1002"/>
                        </a:lnTo>
                        <a:lnTo>
                          <a:pt x="1362" y="990"/>
                        </a:lnTo>
                        <a:lnTo>
                          <a:pt x="1350" y="990"/>
                        </a:lnTo>
                        <a:lnTo>
                          <a:pt x="1332" y="996"/>
                        </a:lnTo>
                        <a:lnTo>
                          <a:pt x="1320" y="996"/>
                        </a:lnTo>
                        <a:lnTo>
                          <a:pt x="1302" y="1002"/>
                        </a:lnTo>
                        <a:lnTo>
                          <a:pt x="1290" y="1008"/>
                        </a:lnTo>
                        <a:lnTo>
                          <a:pt x="1284" y="1014"/>
                        </a:lnTo>
                        <a:lnTo>
                          <a:pt x="1284" y="1032"/>
                        </a:lnTo>
                        <a:lnTo>
                          <a:pt x="1290" y="1038"/>
                        </a:lnTo>
                        <a:lnTo>
                          <a:pt x="1308" y="1038"/>
                        </a:lnTo>
                        <a:close/>
                        <a:moveTo>
                          <a:pt x="1428" y="1116"/>
                        </a:moveTo>
                        <a:lnTo>
                          <a:pt x="1392" y="1116"/>
                        </a:lnTo>
                        <a:lnTo>
                          <a:pt x="1386" y="1146"/>
                        </a:lnTo>
                        <a:lnTo>
                          <a:pt x="1386" y="1152"/>
                        </a:lnTo>
                        <a:lnTo>
                          <a:pt x="1404" y="1170"/>
                        </a:lnTo>
                        <a:lnTo>
                          <a:pt x="1416" y="1176"/>
                        </a:lnTo>
                        <a:lnTo>
                          <a:pt x="1428" y="1164"/>
                        </a:lnTo>
                        <a:lnTo>
                          <a:pt x="1440" y="1140"/>
                        </a:lnTo>
                        <a:lnTo>
                          <a:pt x="1440" y="1128"/>
                        </a:lnTo>
                        <a:lnTo>
                          <a:pt x="1428" y="1116"/>
                        </a:lnTo>
                        <a:close/>
                        <a:moveTo>
                          <a:pt x="708" y="930"/>
                        </a:moveTo>
                        <a:lnTo>
                          <a:pt x="714" y="924"/>
                        </a:lnTo>
                        <a:lnTo>
                          <a:pt x="714" y="900"/>
                        </a:lnTo>
                        <a:lnTo>
                          <a:pt x="744" y="924"/>
                        </a:lnTo>
                        <a:lnTo>
                          <a:pt x="744" y="918"/>
                        </a:lnTo>
                        <a:lnTo>
                          <a:pt x="750" y="912"/>
                        </a:lnTo>
                        <a:lnTo>
                          <a:pt x="750" y="900"/>
                        </a:lnTo>
                        <a:lnTo>
                          <a:pt x="756" y="882"/>
                        </a:lnTo>
                        <a:lnTo>
                          <a:pt x="756" y="840"/>
                        </a:lnTo>
                        <a:lnTo>
                          <a:pt x="762" y="822"/>
                        </a:lnTo>
                        <a:lnTo>
                          <a:pt x="762" y="810"/>
                        </a:lnTo>
                        <a:lnTo>
                          <a:pt x="768" y="792"/>
                        </a:lnTo>
                        <a:lnTo>
                          <a:pt x="768" y="780"/>
                        </a:lnTo>
                        <a:lnTo>
                          <a:pt x="762" y="774"/>
                        </a:lnTo>
                        <a:lnTo>
                          <a:pt x="756" y="762"/>
                        </a:lnTo>
                        <a:lnTo>
                          <a:pt x="756" y="750"/>
                        </a:lnTo>
                        <a:lnTo>
                          <a:pt x="768" y="726"/>
                        </a:lnTo>
                        <a:lnTo>
                          <a:pt x="774" y="720"/>
                        </a:lnTo>
                        <a:lnTo>
                          <a:pt x="774" y="714"/>
                        </a:lnTo>
                        <a:lnTo>
                          <a:pt x="756" y="696"/>
                        </a:lnTo>
                        <a:lnTo>
                          <a:pt x="744" y="654"/>
                        </a:lnTo>
                        <a:lnTo>
                          <a:pt x="702" y="654"/>
                        </a:lnTo>
                        <a:lnTo>
                          <a:pt x="702" y="618"/>
                        </a:lnTo>
                        <a:lnTo>
                          <a:pt x="666" y="618"/>
                        </a:lnTo>
                        <a:lnTo>
                          <a:pt x="660" y="546"/>
                        </a:lnTo>
                        <a:lnTo>
                          <a:pt x="606" y="546"/>
                        </a:lnTo>
                        <a:lnTo>
                          <a:pt x="594" y="534"/>
                        </a:lnTo>
                        <a:lnTo>
                          <a:pt x="594" y="504"/>
                        </a:lnTo>
                        <a:lnTo>
                          <a:pt x="600" y="498"/>
                        </a:lnTo>
                        <a:lnTo>
                          <a:pt x="606" y="486"/>
                        </a:lnTo>
                        <a:lnTo>
                          <a:pt x="582" y="486"/>
                        </a:lnTo>
                        <a:lnTo>
                          <a:pt x="600" y="468"/>
                        </a:lnTo>
                        <a:lnTo>
                          <a:pt x="606" y="456"/>
                        </a:lnTo>
                        <a:lnTo>
                          <a:pt x="612" y="450"/>
                        </a:lnTo>
                        <a:lnTo>
                          <a:pt x="612" y="438"/>
                        </a:lnTo>
                        <a:lnTo>
                          <a:pt x="600" y="426"/>
                        </a:lnTo>
                        <a:lnTo>
                          <a:pt x="588" y="432"/>
                        </a:lnTo>
                        <a:lnTo>
                          <a:pt x="570" y="432"/>
                        </a:lnTo>
                        <a:lnTo>
                          <a:pt x="552" y="438"/>
                        </a:lnTo>
                        <a:lnTo>
                          <a:pt x="540" y="438"/>
                        </a:lnTo>
                        <a:lnTo>
                          <a:pt x="534" y="444"/>
                        </a:lnTo>
                        <a:lnTo>
                          <a:pt x="528" y="444"/>
                        </a:lnTo>
                        <a:lnTo>
                          <a:pt x="534" y="438"/>
                        </a:lnTo>
                        <a:lnTo>
                          <a:pt x="546" y="432"/>
                        </a:lnTo>
                        <a:lnTo>
                          <a:pt x="552" y="420"/>
                        </a:lnTo>
                        <a:lnTo>
                          <a:pt x="558" y="414"/>
                        </a:lnTo>
                        <a:lnTo>
                          <a:pt x="558" y="402"/>
                        </a:lnTo>
                        <a:lnTo>
                          <a:pt x="546" y="396"/>
                        </a:lnTo>
                        <a:lnTo>
                          <a:pt x="534" y="396"/>
                        </a:lnTo>
                        <a:lnTo>
                          <a:pt x="522" y="390"/>
                        </a:lnTo>
                        <a:lnTo>
                          <a:pt x="510" y="390"/>
                        </a:lnTo>
                        <a:lnTo>
                          <a:pt x="516" y="384"/>
                        </a:lnTo>
                        <a:lnTo>
                          <a:pt x="516" y="378"/>
                        </a:lnTo>
                        <a:lnTo>
                          <a:pt x="504" y="354"/>
                        </a:lnTo>
                        <a:lnTo>
                          <a:pt x="492" y="342"/>
                        </a:lnTo>
                        <a:lnTo>
                          <a:pt x="480" y="336"/>
                        </a:lnTo>
                        <a:lnTo>
                          <a:pt x="462" y="330"/>
                        </a:lnTo>
                        <a:lnTo>
                          <a:pt x="456" y="324"/>
                        </a:lnTo>
                        <a:lnTo>
                          <a:pt x="450" y="324"/>
                        </a:lnTo>
                        <a:lnTo>
                          <a:pt x="450" y="318"/>
                        </a:lnTo>
                        <a:lnTo>
                          <a:pt x="444" y="312"/>
                        </a:lnTo>
                        <a:lnTo>
                          <a:pt x="438" y="300"/>
                        </a:lnTo>
                        <a:lnTo>
                          <a:pt x="438" y="288"/>
                        </a:lnTo>
                        <a:lnTo>
                          <a:pt x="426" y="276"/>
                        </a:lnTo>
                        <a:lnTo>
                          <a:pt x="414" y="276"/>
                        </a:lnTo>
                        <a:lnTo>
                          <a:pt x="408" y="282"/>
                        </a:lnTo>
                        <a:lnTo>
                          <a:pt x="414" y="306"/>
                        </a:lnTo>
                        <a:lnTo>
                          <a:pt x="408" y="300"/>
                        </a:lnTo>
                        <a:lnTo>
                          <a:pt x="396" y="294"/>
                        </a:lnTo>
                        <a:lnTo>
                          <a:pt x="360" y="258"/>
                        </a:lnTo>
                        <a:lnTo>
                          <a:pt x="360" y="246"/>
                        </a:lnTo>
                        <a:lnTo>
                          <a:pt x="354" y="240"/>
                        </a:lnTo>
                        <a:lnTo>
                          <a:pt x="348" y="228"/>
                        </a:lnTo>
                        <a:lnTo>
                          <a:pt x="342" y="222"/>
                        </a:lnTo>
                        <a:lnTo>
                          <a:pt x="342" y="216"/>
                        </a:lnTo>
                        <a:lnTo>
                          <a:pt x="330" y="210"/>
                        </a:lnTo>
                        <a:lnTo>
                          <a:pt x="312" y="192"/>
                        </a:lnTo>
                        <a:lnTo>
                          <a:pt x="294" y="186"/>
                        </a:lnTo>
                        <a:lnTo>
                          <a:pt x="288" y="174"/>
                        </a:lnTo>
                        <a:lnTo>
                          <a:pt x="276" y="168"/>
                        </a:lnTo>
                        <a:lnTo>
                          <a:pt x="264" y="156"/>
                        </a:lnTo>
                        <a:lnTo>
                          <a:pt x="252" y="150"/>
                        </a:lnTo>
                        <a:lnTo>
                          <a:pt x="240" y="138"/>
                        </a:lnTo>
                        <a:lnTo>
                          <a:pt x="234" y="126"/>
                        </a:lnTo>
                        <a:lnTo>
                          <a:pt x="222" y="120"/>
                        </a:lnTo>
                        <a:lnTo>
                          <a:pt x="222" y="102"/>
                        </a:lnTo>
                        <a:lnTo>
                          <a:pt x="204" y="84"/>
                        </a:lnTo>
                        <a:lnTo>
                          <a:pt x="198" y="72"/>
                        </a:lnTo>
                        <a:lnTo>
                          <a:pt x="168" y="42"/>
                        </a:lnTo>
                        <a:lnTo>
                          <a:pt x="150" y="42"/>
                        </a:lnTo>
                        <a:lnTo>
                          <a:pt x="66" y="36"/>
                        </a:lnTo>
                        <a:lnTo>
                          <a:pt x="42" y="12"/>
                        </a:lnTo>
                        <a:lnTo>
                          <a:pt x="30" y="6"/>
                        </a:lnTo>
                        <a:lnTo>
                          <a:pt x="24" y="0"/>
                        </a:lnTo>
                        <a:lnTo>
                          <a:pt x="18" y="0"/>
                        </a:lnTo>
                        <a:lnTo>
                          <a:pt x="6" y="6"/>
                        </a:lnTo>
                        <a:lnTo>
                          <a:pt x="0" y="18"/>
                        </a:lnTo>
                        <a:lnTo>
                          <a:pt x="0" y="48"/>
                        </a:lnTo>
                        <a:lnTo>
                          <a:pt x="6" y="60"/>
                        </a:lnTo>
                        <a:lnTo>
                          <a:pt x="18" y="78"/>
                        </a:lnTo>
                        <a:lnTo>
                          <a:pt x="66" y="126"/>
                        </a:lnTo>
                        <a:lnTo>
                          <a:pt x="96" y="150"/>
                        </a:lnTo>
                        <a:lnTo>
                          <a:pt x="126" y="180"/>
                        </a:lnTo>
                        <a:lnTo>
                          <a:pt x="162" y="234"/>
                        </a:lnTo>
                        <a:lnTo>
                          <a:pt x="174" y="228"/>
                        </a:lnTo>
                        <a:lnTo>
                          <a:pt x="174" y="252"/>
                        </a:lnTo>
                        <a:lnTo>
                          <a:pt x="180" y="264"/>
                        </a:lnTo>
                        <a:lnTo>
                          <a:pt x="186" y="270"/>
                        </a:lnTo>
                        <a:lnTo>
                          <a:pt x="198" y="276"/>
                        </a:lnTo>
                        <a:lnTo>
                          <a:pt x="216" y="288"/>
                        </a:lnTo>
                        <a:lnTo>
                          <a:pt x="228" y="300"/>
                        </a:lnTo>
                        <a:lnTo>
                          <a:pt x="246" y="312"/>
                        </a:lnTo>
                        <a:lnTo>
                          <a:pt x="258" y="324"/>
                        </a:lnTo>
                        <a:lnTo>
                          <a:pt x="264" y="336"/>
                        </a:lnTo>
                        <a:lnTo>
                          <a:pt x="276" y="372"/>
                        </a:lnTo>
                        <a:lnTo>
                          <a:pt x="276" y="384"/>
                        </a:lnTo>
                        <a:lnTo>
                          <a:pt x="282" y="390"/>
                        </a:lnTo>
                        <a:lnTo>
                          <a:pt x="282" y="426"/>
                        </a:lnTo>
                        <a:lnTo>
                          <a:pt x="288" y="438"/>
                        </a:lnTo>
                        <a:lnTo>
                          <a:pt x="288" y="444"/>
                        </a:lnTo>
                        <a:lnTo>
                          <a:pt x="294" y="450"/>
                        </a:lnTo>
                        <a:lnTo>
                          <a:pt x="300" y="450"/>
                        </a:lnTo>
                        <a:lnTo>
                          <a:pt x="312" y="444"/>
                        </a:lnTo>
                        <a:lnTo>
                          <a:pt x="324" y="444"/>
                        </a:lnTo>
                        <a:lnTo>
                          <a:pt x="324" y="450"/>
                        </a:lnTo>
                        <a:lnTo>
                          <a:pt x="330" y="462"/>
                        </a:lnTo>
                        <a:lnTo>
                          <a:pt x="330" y="474"/>
                        </a:lnTo>
                        <a:lnTo>
                          <a:pt x="336" y="480"/>
                        </a:lnTo>
                        <a:lnTo>
                          <a:pt x="336" y="486"/>
                        </a:lnTo>
                        <a:lnTo>
                          <a:pt x="378" y="522"/>
                        </a:lnTo>
                        <a:lnTo>
                          <a:pt x="372" y="546"/>
                        </a:lnTo>
                        <a:lnTo>
                          <a:pt x="408" y="606"/>
                        </a:lnTo>
                        <a:lnTo>
                          <a:pt x="402" y="618"/>
                        </a:lnTo>
                        <a:lnTo>
                          <a:pt x="402" y="636"/>
                        </a:lnTo>
                        <a:lnTo>
                          <a:pt x="408" y="648"/>
                        </a:lnTo>
                        <a:lnTo>
                          <a:pt x="438" y="678"/>
                        </a:lnTo>
                        <a:lnTo>
                          <a:pt x="438" y="684"/>
                        </a:lnTo>
                        <a:lnTo>
                          <a:pt x="444" y="690"/>
                        </a:lnTo>
                        <a:lnTo>
                          <a:pt x="462" y="726"/>
                        </a:lnTo>
                        <a:lnTo>
                          <a:pt x="498" y="744"/>
                        </a:lnTo>
                        <a:lnTo>
                          <a:pt x="504" y="750"/>
                        </a:lnTo>
                        <a:lnTo>
                          <a:pt x="510" y="750"/>
                        </a:lnTo>
                        <a:lnTo>
                          <a:pt x="510" y="786"/>
                        </a:lnTo>
                        <a:lnTo>
                          <a:pt x="522" y="792"/>
                        </a:lnTo>
                        <a:lnTo>
                          <a:pt x="528" y="804"/>
                        </a:lnTo>
                        <a:lnTo>
                          <a:pt x="540" y="810"/>
                        </a:lnTo>
                        <a:lnTo>
                          <a:pt x="564" y="834"/>
                        </a:lnTo>
                        <a:lnTo>
                          <a:pt x="576" y="840"/>
                        </a:lnTo>
                        <a:lnTo>
                          <a:pt x="594" y="858"/>
                        </a:lnTo>
                        <a:lnTo>
                          <a:pt x="600" y="858"/>
                        </a:lnTo>
                        <a:lnTo>
                          <a:pt x="606" y="864"/>
                        </a:lnTo>
                        <a:lnTo>
                          <a:pt x="612" y="864"/>
                        </a:lnTo>
                        <a:lnTo>
                          <a:pt x="612" y="870"/>
                        </a:lnTo>
                        <a:lnTo>
                          <a:pt x="618" y="876"/>
                        </a:lnTo>
                        <a:lnTo>
                          <a:pt x="630" y="900"/>
                        </a:lnTo>
                        <a:lnTo>
                          <a:pt x="642" y="912"/>
                        </a:lnTo>
                        <a:lnTo>
                          <a:pt x="654" y="936"/>
                        </a:lnTo>
                        <a:lnTo>
                          <a:pt x="660" y="942"/>
                        </a:lnTo>
                        <a:lnTo>
                          <a:pt x="660" y="906"/>
                        </a:lnTo>
                        <a:lnTo>
                          <a:pt x="672" y="906"/>
                        </a:lnTo>
                        <a:lnTo>
                          <a:pt x="684" y="918"/>
                        </a:lnTo>
                        <a:lnTo>
                          <a:pt x="696" y="924"/>
                        </a:lnTo>
                        <a:lnTo>
                          <a:pt x="702" y="930"/>
                        </a:lnTo>
                        <a:lnTo>
                          <a:pt x="708" y="930"/>
                        </a:lnTo>
                        <a:close/>
                        <a:moveTo>
                          <a:pt x="2118" y="1194"/>
                        </a:moveTo>
                        <a:lnTo>
                          <a:pt x="2106" y="1176"/>
                        </a:lnTo>
                        <a:lnTo>
                          <a:pt x="2088" y="1176"/>
                        </a:lnTo>
                        <a:lnTo>
                          <a:pt x="2064" y="1200"/>
                        </a:lnTo>
                        <a:lnTo>
                          <a:pt x="2064" y="1212"/>
                        </a:lnTo>
                        <a:lnTo>
                          <a:pt x="2052" y="1212"/>
                        </a:lnTo>
                        <a:lnTo>
                          <a:pt x="2040" y="1218"/>
                        </a:lnTo>
                        <a:lnTo>
                          <a:pt x="2010" y="1248"/>
                        </a:lnTo>
                        <a:lnTo>
                          <a:pt x="1998" y="1272"/>
                        </a:lnTo>
                        <a:lnTo>
                          <a:pt x="1992" y="1278"/>
                        </a:lnTo>
                        <a:lnTo>
                          <a:pt x="1992" y="1290"/>
                        </a:lnTo>
                        <a:lnTo>
                          <a:pt x="2004" y="1302"/>
                        </a:lnTo>
                        <a:lnTo>
                          <a:pt x="2022" y="1302"/>
                        </a:lnTo>
                        <a:lnTo>
                          <a:pt x="2052" y="1284"/>
                        </a:lnTo>
                        <a:lnTo>
                          <a:pt x="2082" y="1260"/>
                        </a:lnTo>
                        <a:lnTo>
                          <a:pt x="2106" y="1242"/>
                        </a:lnTo>
                        <a:lnTo>
                          <a:pt x="2100" y="1236"/>
                        </a:lnTo>
                        <a:lnTo>
                          <a:pt x="2100" y="1224"/>
                        </a:lnTo>
                        <a:lnTo>
                          <a:pt x="2112" y="1200"/>
                        </a:lnTo>
                        <a:lnTo>
                          <a:pt x="2118" y="1194"/>
                        </a:lnTo>
                        <a:close/>
                        <a:moveTo>
                          <a:pt x="1374" y="1128"/>
                        </a:moveTo>
                        <a:lnTo>
                          <a:pt x="1374" y="1116"/>
                        </a:lnTo>
                        <a:lnTo>
                          <a:pt x="1368" y="1110"/>
                        </a:lnTo>
                        <a:lnTo>
                          <a:pt x="1344" y="1098"/>
                        </a:lnTo>
                        <a:lnTo>
                          <a:pt x="1332" y="1098"/>
                        </a:lnTo>
                        <a:lnTo>
                          <a:pt x="1320" y="1092"/>
                        </a:lnTo>
                        <a:lnTo>
                          <a:pt x="1314" y="1092"/>
                        </a:lnTo>
                        <a:lnTo>
                          <a:pt x="1302" y="1098"/>
                        </a:lnTo>
                        <a:lnTo>
                          <a:pt x="1296" y="1104"/>
                        </a:lnTo>
                        <a:lnTo>
                          <a:pt x="1296" y="1116"/>
                        </a:lnTo>
                        <a:lnTo>
                          <a:pt x="1290" y="1122"/>
                        </a:lnTo>
                        <a:lnTo>
                          <a:pt x="1290" y="1134"/>
                        </a:lnTo>
                        <a:lnTo>
                          <a:pt x="1254" y="1104"/>
                        </a:lnTo>
                        <a:lnTo>
                          <a:pt x="1260" y="1092"/>
                        </a:lnTo>
                        <a:lnTo>
                          <a:pt x="1260" y="1080"/>
                        </a:lnTo>
                        <a:lnTo>
                          <a:pt x="1266" y="1068"/>
                        </a:lnTo>
                        <a:lnTo>
                          <a:pt x="1266" y="1050"/>
                        </a:lnTo>
                        <a:lnTo>
                          <a:pt x="1260" y="1038"/>
                        </a:lnTo>
                        <a:lnTo>
                          <a:pt x="1254" y="1032"/>
                        </a:lnTo>
                        <a:lnTo>
                          <a:pt x="1242" y="1026"/>
                        </a:lnTo>
                        <a:lnTo>
                          <a:pt x="1188" y="1026"/>
                        </a:lnTo>
                        <a:lnTo>
                          <a:pt x="1158" y="1008"/>
                        </a:lnTo>
                        <a:lnTo>
                          <a:pt x="1158" y="984"/>
                        </a:lnTo>
                        <a:lnTo>
                          <a:pt x="1116" y="984"/>
                        </a:lnTo>
                        <a:lnTo>
                          <a:pt x="1116" y="996"/>
                        </a:lnTo>
                        <a:lnTo>
                          <a:pt x="1110" y="1008"/>
                        </a:lnTo>
                        <a:lnTo>
                          <a:pt x="1110" y="1026"/>
                        </a:lnTo>
                        <a:lnTo>
                          <a:pt x="1086" y="1026"/>
                        </a:lnTo>
                        <a:lnTo>
                          <a:pt x="1074" y="1020"/>
                        </a:lnTo>
                        <a:lnTo>
                          <a:pt x="1056" y="1014"/>
                        </a:lnTo>
                        <a:lnTo>
                          <a:pt x="1044" y="1014"/>
                        </a:lnTo>
                        <a:lnTo>
                          <a:pt x="1032" y="1008"/>
                        </a:lnTo>
                        <a:lnTo>
                          <a:pt x="966" y="1008"/>
                        </a:lnTo>
                        <a:lnTo>
                          <a:pt x="960" y="996"/>
                        </a:lnTo>
                        <a:lnTo>
                          <a:pt x="948" y="990"/>
                        </a:lnTo>
                        <a:lnTo>
                          <a:pt x="942" y="978"/>
                        </a:lnTo>
                        <a:lnTo>
                          <a:pt x="918" y="954"/>
                        </a:lnTo>
                        <a:lnTo>
                          <a:pt x="900" y="954"/>
                        </a:lnTo>
                        <a:lnTo>
                          <a:pt x="888" y="960"/>
                        </a:lnTo>
                        <a:lnTo>
                          <a:pt x="876" y="954"/>
                        </a:lnTo>
                        <a:lnTo>
                          <a:pt x="870" y="948"/>
                        </a:lnTo>
                        <a:lnTo>
                          <a:pt x="858" y="942"/>
                        </a:lnTo>
                        <a:lnTo>
                          <a:pt x="846" y="942"/>
                        </a:lnTo>
                        <a:lnTo>
                          <a:pt x="840" y="936"/>
                        </a:lnTo>
                        <a:lnTo>
                          <a:pt x="822" y="936"/>
                        </a:lnTo>
                        <a:lnTo>
                          <a:pt x="810" y="930"/>
                        </a:lnTo>
                        <a:lnTo>
                          <a:pt x="792" y="930"/>
                        </a:lnTo>
                        <a:lnTo>
                          <a:pt x="786" y="924"/>
                        </a:lnTo>
                        <a:lnTo>
                          <a:pt x="762" y="924"/>
                        </a:lnTo>
                        <a:lnTo>
                          <a:pt x="750" y="930"/>
                        </a:lnTo>
                        <a:lnTo>
                          <a:pt x="738" y="954"/>
                        </a:lnTo>
                        <a:lnTo>
                          <a:pt x="738" y="966"/>
                        </a:lnTo>
                        <a:lnTo>
                          <a:pt x="732" y="978"/>
                        </a:lnTo>
                        <a:lnTo>
                          <a:pt x="720" y="990"/>
                        </a:lnTo>
                        <a:lnTo>
                          <a:pt x="714" y="990"/>
                        </a:lnTo>
                        <a:lnTo>
                          <a:pt x="702" y="1002"/>
                        </a:lnTo>
                        <a:lnTo>
                          <a:pt x="702" y="1014"/>
                        </a:lnTo>
                        <a:lnTo>
                          <a:pt x="738" y="1008"/>
                        </a:lnTo>
                        <a:lnTo>
                          <a:pt x="786" y="1008"/>
                        </a:lnTo>
                        <a:lnTo>
                          <a:pt x="780" y="1014"/>
                        </a:lnTo>
                        <a:lnTo>
                          <a:pt x="768" y="1020"/>
                        </a:lnTo>
                        <a:lnTo>
                          <a:pt x="762" y="1032"/>
                        </a:lnTo>
                        <a:lnTo>
                          <a:pt x="762" y="1044"/>
                        </a:lnTo>
                        <a:lnTo>
                          <a:pt x="774" y="1050"/>
                        </a:lnTo>
                        <a:lnTo>
                          <a:pt x="780" y="1050"/>
                        </a:lnTo>
                        <a:lnTo>
                          <a:pt x="798" y="1044"/>
                        </a:lnTo>
                        <a:lnTo>
                          <a:pt x="810" y="1044"/>
                        </a:lnTo>
                        <a:lnTo>
                          <a:pt x="816" y="1038"/>
                        </a:lnTo>
                        <a:lnTo>
                          <a:pt x="828" y="1032"/>
                        </a:lnTo>
                        <a:lnTo>
                          <a:pt x="840" y="1038"/>
                        </a:lnTo>
                        <a:lnTo>
                          <a:pt x="870" y="1056"/>
                        </a:lnTo>
                        <a:lnTo>
                          <a:pt x="900" y="1068"/>
                        </a:lnTo>
                        <a:lnTo>
                          <a:pt x="924" y="1080"/>
                        </a:lnTo>
                        <a:lnTo>
                          <a:pt x="960" y="1086"/>
                        </a:lnTo>
                        <a:lnTo>
                          <a:pt x="1014" y="1092"/>
                        </a:lnTo>
                        <a:lnTo>
                          <a:pt x="1062" y="1092"/>
                        </a:lnTo>
                        <a:lnTo>
                          <a:pt x="1080" y="1110"/>
                        </a:lnTo>
                        <a:lnTo>
                          <a:pt x="1086" y="1122"/>
                        </a:lnTo>
                        <a:lnTo>
                          <a:pt x="1098" y="1128"/>
                        </a:lnTo>
                        <a:lnTo>
                          <a:pt x="1110" y="1140"/>
                        </a:lnTo>
                        <a:lnTo>
                          <a:pt x="1128" y="1146"/>
                        </a:lnTo>
                        <a:lnTo>
                          <a:pt x="1152" y="1152"/>
                        </a:lnTo>
                        <a:lnTo>
                          <a:pt x="1170" y="1152"/>
                        </a:lnTo>
                        <a:lnTo>
                          <a:pt x="1182" y="1158"/>
                        </a:lnTo>
                        <a:lnTo>
                          <a:pt x="1248" y="1158"/>
                        </a:lnTo>
                        <a:lnTo>
                          <a:pt x="1260" y="1164"/>
                        </a:lnTo>
                        <a:lnTo>
                          <a:pt x="1278" y="1170"/>
                        </a:lnTo>
                        <a:lnTo>
                          <a:pt x="1290" y="1182"/>
                        </a:lnTo>
                        <a:lnTo>
                          <a:pt x="1302" y="1188"/>
                        </a:lnTo>
                        <a:lnTo>
                          <a:pt x="1320" y="1206"/>
                        </a:lnTo>
                        <a:lnTo>
                          <a:pt x="1338" y="1206"/>
                        </a:lnTo>
                        <a:lnTo>
                          <a:pt x="1350" y="1200"/>
                        </a:lnTo>
                        <a:lnTo>
                          <a:pt x="1356" y="1206"/>
                        </a:lnTo>
                        <a:lnTo>
                          <a:pt x="1374" y="1206"/>
                        </a:lnTo>
                        <a:lnTo>
                          <a:pt x="1374" y="1194"/>
                        </a:lnTo>
                        <a:lnTo>
                          <a:pt x="1368" y="1182"/>
                        </a:lnTo>
                        <a:lnTo>
                          <a:pt x="1362" y="1176"/>
                        </a:lnTo>
                        <a:lnTo>
                          <a:pt x="1356" y="1164"/>
                        </a:lnTo>
                        <a:lnTo>
                          <a:pt x="1374" y="1146"/>
                        </a:lnTo>
                        <a:lnTo>
                          <a:pt x="1374" y="1128"/>
                        </a:lnTo>
                        <a:close/>
                        <a:moveTo>
                          <a:pt x="1500" y="726"/>
                        </a:moveTo>
                        <a:lnTo>
                          <a:pt x="1542" y="684"/>
                        </a:lnTo>
                        <a:lnTo>
                          <a:pt x="1548" y="672"/>
                        </a:lnTo>
                        <a:lnTo>
                          <a:pt x="1554" y="654"/>
                        </a:lnTo>
                        <a:lnTo>
                          <a:pt x="1560" y="642"/>
                        </a:lnTo>
                        <a:lnTo>
                          <a:pt x="1566" y="624"/>
                        </a:lnTo>
                        <a:lnTo>
                          <a:pt x="1566" y="612"/>
                        </a:lnTo>
                        <a:lnTo>
                          <a:pt x="1572" y="606"/>
                        </a:lnTo>
                        <a:lnTo>
                          <a:pt x="1572" y="600"/>
                        </a:lnTo>
                        <a:lnTo>
                          <a:pt x="1566" y="600"/>
                        </a:lnTo>
                        <a:lnTo>
                          <a:pt x="1554" y="594"/>
                        </a:lnTo>
                        <a:lnTo>
                          <a:pt x="1542" y="582"/>
                        </a:lnTo>
                        <a:lnTo>
                          <a:pt x="1542" y="564"/>
                        </a:lnTo>
                        <a:lnTo>
                          <a:pt x="1554" y="516"/>
                        </a:lnTo>
                        <a:lnTo>
                          <a:pt x="1590" y="498"/>
                        </a:lnTo>
                        <a:lnTo>
                          <a:pt x="1626" y="498"/>
                        </a:lnTo>
                        <a:lnTo>
                          <a:pt x="1632" y="486"/>
                        </a:lnTo>
                        <a:lnTo>
                          <a:pt x="1638" y="480"/>
                        </a:lnTo>
                        <a:lnTo>
                          <a:pt x="1644" y="468"/>
                        </a:lnTo>
                        <a:lnTo>
                          <a:pt x="1644" y="444"/>
                        </a:lnTo>
                        <a:lnTo>
                          <a:pt x="1626" y="444"/>
                        </a:lnTo>
                        <a:lnTo>
                          <a:pt x="1620" y="450"/>
                        </a:lnTo>
                        <a:lnTo>
                          <a:pt x="1608" y="450"/>
                        </a:lnTo>
                        <a:lnTo>
                          <a:pt x="1608" y="438"/>
                        </a:lnTo>
                        <a:lnTo>
                          <a:pt x="1614" y="420"/>
                        </a:lnTo>
                        <a:lnTo>
                          <a:pt x="1626" y="408"/>
                        </a:lnTo>
                        <a:lnTo>
                          <a:pt x="1650" y="396"/>
                        </a:lnTo>
                        <a:lnTo>
                          <a:pt x="1662" y="396"/>
                        </a:lnTo>
                        <a:lnTo>
                          <a:pt x="1680" y="402"/>
                        </a:lnTo>
                        <a:lnTo>
                          <a:pt x="1704" y="402"/>
                        </a:lnTo>
                        <a:lnTo>
                          <a:pt x="1716" y="390"/>
                        </a:lnTo>
                        <a:lnTo>
                          <a:pt x="1716" y="384"/>
                        </a:lnTo>
                        <a:lnTo>
                          <a:pt x="1680" y="348"/>
                        </a:lnTo>
                        <a:lnTo>
                          <a:pt x="1680" y="312"/>
                        </a:lnTo>
                        <a:lnTo>
                          <a:pt x="1668" y="312"/>
                        </a:lnTo>
                        <a:lnTo>
                          <a:pt x="1650" y="294"/>
                        </a:lnTo>
                        <a:lnTo>
                          <a:pt x="1650" y="282"/>
                        </a:lnTo>
                        <a:lnTo>
                          <a:pt x="1662" y="270"/>
                        </a:lnTo>
                        <a:lnTo>
                          <a:pt x="1668" y="258"/>
                        </a:lnTo>
                        <a:lnTo>
                          <a:pt x="1668" y="246"/>
                        </a:lnTo>
                        <a:lnTo>
                          <a:pt x="1662" y="240"/>
                        </a:lnTo>
                        <a:lnTo>
                          <a:pt x="1638" y="228"/>
                        </a:lnTo>
                        <a:lnTo>
                          <a:pt x="1614" y="228"/>
                        </a:lnTo>
                        <a:lnTo>
                          <a:pt x="1632" y="198"/>
                        </a:lnTo>
                        <a:lnTo>
                          <a:pt x="1614" y="192"/>
                        </a:lnTo>
                        <a:lnTo>
                          <a:pt x="1620" y="162"/>
                        </a:lnTo>
                        <a:lnTo>
                          <a:pt x="1608" y="144"/>
                        </a:lnTo>
                        <a:lnTo>
                          <a:pt x="1602" y="138"/>
                        </a:lnTo>
                        <a:lnTo>
                          <a:pt x="1590" y="132"/>
                        </a:lnTo>
                        <a:lnTo>
                          <a:pt x="1566" y="108"/>
                        </a:lnTo>
                        <a:lnTo>
                          <a:pt x="1470" y="108"/>
                        </a:lnTo>
                        <a:lnTo>
                          <a:pt x="1464" y="114"/>
                        </a:lnTo>
                        <a:lnTo>
                          <a:pt x="1458" y="126"/>
                        </a:lnTo>
                        <a:lnTo>
                          <a:pt x="1458" y="180"/>
                        </a:lnTo>
                        <a:lnTo>
                          <a:pt x="1452" y="198"/>
                        </a:lnTo>
                        <a:lnTo>
                          <a:pt x="1452" y="204"/>
                        </a:lnTo>
                        <a:lnTo>
                          <a:pt x="1446" y="216"/>
                        </a:lnTo>
                        <a:lnTo>
                          <a:pt x="1428" y="216"/>
                        </a:lnTo>
                        <a:lnTo>
                          <a:pt x="1422" y="222"/>
                        </a:lnTo>
                        <a:lnTo>
                          <a:pt x="1422" y="246"/>
                        </a:lnTo>
                        <a:lnTo>
                          <a:pt x="1428" y="252"/>
                        </a:lnTo>
                        <a:lnTo>
                          <a:pt x="1434" y="264"/>
                        </a:lnTo>
                        <a:lnTo>
                          <a:pt x="1398" y="294"/>
                        </a:lnTo>
                        <a:lnTo>
                          <a:pt x="1404" y="306"/>
                        </a:lnTo>
                        <a:lnTo>
                          <a:pt x="1374" y="342"/>
                        </a:lnTo>
                        <a:lnTo>
                          <a:pt x="1350" y="342"/>
                        </a:lnTo>
                        <a:lnTo>
                          <a:pt x="1344" y="348"/>
                        </a:lnTo>
                        <a:lnTo>
                          <a:pt x="1332" y="354"/>
                        </a:lnTo>
                        <a:lnTo>
                          <a:pt x="1320" y="366"/>
                        </a:lnTo>
                        <a:lnTo>
                          <a:pt x="1314" y="366"/>
                        </a:lnTo>
                        <a:lnTo>
                          <a:pt x="1308" y="360"/>
                        </a:lnTo>
                        <a:lnTo>
                          <a:pt x="1284" y="348"/>
                        </a:lnTo>
                        <a:lnTo>
                          <a:pt x="1272" y="336"/>
                        </a:lnTo>
                        <a:lnTo>
                          <a:pt x="1230" y="336"/>
                        </a:lnTo>
                        <a:lnTo>
                          <a:pt x="1224" y="348"/>
                        </a:lnTo>
                        <a:lnTo>
                          <a:pt x="1194" y="378"/>
                        </a:lnTo>
                        <a:lnTo>
                          <a:pt x="1170" y="378"/>
                        </a:lnTo>
                        <a:lnTo>
                          <a:pt x="1152" y="372"/>
                        </a:lnTo>
                        <a:lnTo>
                          <a:pt x="1128" y="372"/>
                        </a:lnTo>
                        <a:lnTo>
                          <a:pt x="1110" y="390"/>
                        </a:lnTo>
                        <a:lnTo>
                          <a:pt x="1104" y="390"/>
                        </a:lnTo>
                        <a:lnTo>
                          <a:pt x="1080" y="378"/>
                        </a:lnTo>
                        <a:lnTo>
                          <a:pt x="1074" y="372"/>
                        </a:lnTo>
                        <a:lnTo>
                          <a:pt x="1062" y="366"/>
                        </a:lnTo>
                        <a:lnTo>
                          <a:pt x="1050" y="354"/>
                        </a:lnTo>
                        <a:lnTo>
                          <a:pt x="1050" y="342"/>
                        </a:lnTo>
                        <a:lnTo>
                          <a:pt x="1044" y="336"/>
                        </a:lnTo>
                        <a:lnTo>
                          <a:pt x="1032" y="330"/>
                        </a:lnTo>
                        <a:lnTo>
                          <a:pt x="1008" y="330"/>
                        </a:lnTo>
                        <a:lnTo>
                          <a:pt x="996" y="336"/>
                        </a:lnTo>
                        <a:lnTo>
                          <a:pt x="990" y="348"/>
                        </a:lnTo>
                        <a:lnTo>
                          <a:pt x="978" y="366"/>
                        </a:lnTo>
                        <a:lnTo>
                          <a:pt x="972" y="384"/>
                        </a:lnTo>
                        <a:lnTo>
                          <a:pt x="972" y="402"/>
                        </a:lnTo>
                        <a:lnTo>
                          <a:pt x="966" y="408"/>
                        </a:lnTo>
                        <a:lnTo>
                          <a:pt x="966" y="414"/>
                        </a:lnTo>
                        <a:lnTo>
                          <a:pt x="990" y="444"/>
                        </a:lnTo>
                        <a:lnTo>
                          <a:pt x="1002" y="498"/>
                        </a:lnTo>
                        <a:lnTo>
                          <a:pt x="1050" y="528"/>
                        </a:lnTo>
                        <a:lnTo>
                          <a:pt x="1038" y="564"/>
                        </a:lnTo>
                        <a:lnTo>
                          <a:pt x="1068" y="582"/>
                        </a:lnTo>
                        <a:lnTo>
                          <a:pt x="1050" y="606"/>
                        </a:lnTo>
                        <a:lnTo>
                          <a:pt x="1068" y="636"/>
                        </a:lnTo>
                        <a:lnTo>
                          <a:pt x="1056" y="648"/>
                        </a:lnTo>
                        <a:lnTo>
                          <a:pt x="1068" y="702"/>
                        </a:lnTo>
                        <a:lnTo>
                          <a:pt x="1110" y="696"/>
                        </a:lnTo>
                        <a:lnTo>
                          <a:pt x="1140" y="708"/>
                        </a:lnTo>
                        <a:lnTo>
                          <a:pt x="1146" y="696"/>
                        </a:lnTo>
                        <a:lnTo>
                          <a:pt x="1170" y="672"/>
                        </a:lnTo>
                        <a:lnTo>
                          <a:pt x="1182" y="672"/>
                        </a:lnTo>
                        <a:lnTo>
                          <a:pt x="1182" y="690"/>
                        </a:lnTo>
                        <a:lnTo>
                          <a:pt x="1188" y="702"/>
                        </a:lnTo>
                        <a:lnTo>
                          <a:pt x="1188" y="726"/>
                        </a:lnTo>
                        <a:lnTo>
                          <a:pt x="1194" y="738"/>
                        </a:lnTo>
                        <a:lnTo>
                          <a:pt x="1212" y="738"/>
                        </a:lnTo>
                        <a:lnTo>
                          <a:pt x="1218" y="726"/>
                        </a:lnTo>
                        <a:lnTo>
                          <a:pt x="1218" y="720"/>
                        </a:lnTo>
                        <a:lnTo>
                          <a:pt x="1224" y="714"/>
                        </a:lnTo>
                        <a:lnTo>
                          <a:pt x="1224" y="708"/>
                        </a:lnTo>
                        <a:lnTo>
                          <a:pt x="1254" y="726"/>
                        </a:lnTo>
                        <a:lnTo>
                          <a:pt x="1266" y="720"/>
                        </a:lnTo>
                        <a:lnTo>
                          <a:pt x="1272" y="708"/>
                        </a:lnTo>
                        <a:lnTo>
                          <a:pt x="1284" y="702"/>
                        </a:lnTo>
                        <a:lnTo>
                          <a:pt x="1296" y="702"/>
                        </a:lnTo>
                        <a:lnTo>
                          <a:pt x="1296" y="714"/>
                        </a:lnTo>
                        <a:lnTo>
                          <a:pt x="1302" y="720"/>
                        </a:lnTo>
                        <a:lnTo>
                          <a:pt x="1302" y="738"/>
                        </a:lnTo>
                        <a:lnTo>
                          <a:pt x="1308" y="744"/>
                        </a:lnTo>
                        <a:lnTo>
                          <a:pt x="1332" y="744"/>
                        </a:lnTo>
                        <a:lnTo>
                          <a:pt x="1350" y="738"/>
                        </a:lnTo>
                        <a:lnTo>
                          <a:pt x="1362" y="732"/>
                        </a:lnTo>
                        <a:lnTo>
                          <a:pt x="1392" y="732"/>
                        </a:lnTo>
                        <a:lnTo>
                          <a:pt x="1404" y="744"/>
                        </a:lnTo>
                        <a:lnTo>
                          <a:pt x="1404" y="786"/>
                        </a:lnTo>
                        <a:lnTo>
                          <a:pt x="1398" y="798"/>
                        </a:lnTo>
                        <a:lnTo>
                          <a:pt x="1398" y="810"/>
                        </a:lnTo>
                        <a:lnTo>
                          <a:pt x="1404" y="810"/>
                        </a:lnTo>
                        <a:lnTo>
                          <a:pt x="1410" y="804"/>
                        </a:lnTo>
                        <a:lnTo>
                          <a:pt x="1422" y="798"/>
                        </a:lnTo>
                        <a:lnTo>
                          <a:pt x="1440" y="792"/>
                        </a:lnTo>
                        <a:lnTo>
                          <a:pt x="1452" y="786"/>
                        </a:lnTo>
                        <a:lnTo>
                          <a:pt x="1476" y="762"/>
                        </a:lnTo>
                        <a:lnTo>
                          <a:pt x="1482" y="750"/>
                        </a:lnTo>
                        <a:lnTo>
                          <a:pt x="1500" y="732"/>
                        </a:lnTo>
                        <a:lnTo>
                          <a:pt x="1500" y="726"/>
                        </a:lnTo>
                        <a:close/>
                        <a:moveTo>
                          <a:pt x="1476" y="1116"/>
                        </a:moveTo>
                        <a:lnTo>
                          <a:pt x="1470" y="1116"/>
                        </a:lnTo>
                        <a:lnTo>
                          <a:pt x="1458" y="1122"/>
                        </a:lnTo>
                        <a:lnTo>
                          <a:pt x="1452" y="1128"/>
                        </a:lnTo>
                        <a:lnTo>
                          <a:pt x="1458" y="1134"/>
                        </a:lnTo>
                        <a:lnTo>
                          <a:pt x="1470" y="1140"/>
                        </a:lnTo>
                        <a:lnTo>
                          <a:pt x="1476" y="1140"/>
                        </a:lnTo>
                        <a:lnTo>
                          <a:pt x="1488" y="1146"/>
                        </a:lnTo>
                        <a:lnTo>
                          <a:pt x="1500" y="1134"/>
                        </a:lnTo>
                        <a:lnTo>
                          <a:pt x="1500" y="1128"/>
                        </a:lnTo>
                        <a:lnTo>
                          <a:pt x="1488" y="1116"/>
                        </a:lnTo>
                        <a:lnTo>
                          <a:pt x="1476" y="1116"/>
                        </a:lnTo>
                        <a:close/>
                        <a:moveTo>
                          <a:pt x="1716" y="1230"/>
                        </a:moveTo>
                        <a:lnTo>
                          <a:pt x="1680" y="1218"/>
                        </a:lnTo>
                        <a:lnTo>
                          <a:pt x="1674" y="1224"/>
                        </a:lnTo>
                        <a:lnTo>
                          <a:pt x="1674" y="1230"/>
                        </a:lnTo>
                        <a:lnTo>
                          <a:pt x="1686" y="1254"/>
                        </a:lnTo>
                        <a:lnTo>
                          <a:pt x="1692" y="1260"/>
                        </a:lnTo>
                        <a:lnTo>
                          <a:pt x="1704" y="1266"/>
                        </a:lnTo>
                        <a:lnTo>
                          <a:pt x="1716" y="1266"/>
                        </a:lnTo>
                        <a:lnTo>
                          <a:pt x="1722" y="1260"/>
                        </a:lnTo>
                        <a:lnTo>
                          <a:pt x="1740" y="1260"/>
                        </a:lnTo>
                        <a:lnTo>
                          <a:pt x="1746" y="1266"/>
                        </a:lnTo>
                        <a:lnTo>
                          <a:pt x="1746" y="1278"/>
                        </a:lnTo>
                        <a:lnTo>
                          <a:pt x="1752" y="1290"/>
                        </a:lnTo>
                        <a:lnTo>
                          <a:pt x="1764" y="1296"/>
                        </a:lnTo>
                        <a:lnTo>
                          <a:pt x="1788" y="1296"/>
                        </a:lnTo>
                        <a:lnTo>
                          <a:pt x="1794" y="1290"/>
                        </a:lnTo>
                        <a:lnTo>
                          <a:pt x="1800" y="1290"/>
                        </a:lnTo>
                        <a:lnTo>
                          <a:pt x="1800" y="1284"/>
                        </a:lnTo>
                        <a:lnTo>
                          <a:pt x="1794" y="1272"/>
                        </a:lnTo>
                        <a:lnTo>
                          <a:pt x="1782" y="1260"/>
                        </a:lnTo>
                        <a:lnTo>
                          <a:pt x="1770" y="1236"/>
                        </a:lnTo>
                        <a:lnTo>
                          <a:pt x="1746" y="1224"/>
                        </a:lnTo>
                        <a:lnTo>
                          <a:pt x="1728" y="1224"/>
                        </a:lnTo>
                        <a:lnTo>
                          <a:pt x="1716" y="1230"/>
                        </a:lnTo>
                        <a:close/>
                        <a:moveTo>
                          <a:pt x="1962" y="1122"/>
                        </a:moveTo>
                        <a:lnTo>
                          <a:pt x="1932" y="1146"/>
                        </a:lnTo>
                        <a:lnTo>
                          <a:pt x="1920" y="1134"/>
                        </a:lnTo>
                        <a:lnTo>
                          <a:pt x="1890" y="1134"/>
                        </a:lnTo>
                        <a:lnTo>
                          <a:pt x="1884" y="1140"/>
                        </a:lnTo>
                        <a:lnTo>
                          <a:pt x="1872" y="1146"/>
                        </a:lnTo>
                        <a:lnTo>
                          <a:pt x="1866" y="1152"/>
                        </a:lnTo>
                        <a:lnTo>
                          <a:pt x="1860" y="1140"/>
                        </a:lnTo>
                        <a:lnTo>
                          <a:pt x="1836" y="1116"/>
                        </a:lnTo>
                        <a:lnTo>
                          <a:pt x="1824" y="1116"/>
                        </a:lnTo>
                        <a:lnTo>
                          <a:pt x="1800" y="1128"/>
                        </a:lnTo>
                        <a:lnTo>
                          <a:pt x="1764" y="1164"/>
                        </a:lnTo>
                        <a:lnTo>
                          <a:pt x="1728" y="1158"/>
                        </a:lnTo>
                        <a:lnTo>
                          <a:pt x="1716" y="1176"/>
                        </a:lnTo>
                        <a:lnTo>
                          <a:pt x="1746" y="1176"/>
                        </a:lnTo>
                        <a:lnTo>
                          <a:pt x="1752" y="1182"/>
                        </a:lnTo>
                        <a:lnTo>
                          <a:pt x="1764" y="1182"/>
                        </a:lnTo>
                        <a:lnTo>
                          <a:pt x="1776" y="1188"/>
                        </a:lnTo>
                        <a:lnTo>
                          <a:pt x="1788" y="1188"/>
                        </a:lnTo>
                        <a:lnTo>
                          <a:pt x="1794" y="1182"/>
                        </a:lnTo>
                        <a:lnTo>
                          <a:pt x="1806" y="1176"/>
                        </a:lnTo>
                        <a:lnTo>
                          <a:pt x="1812" y="1170"/>
                        </a:lnTo>
                        <a:lnTo>
                          <a:pt x="1908" y="1164"/>
                        </a:lnTo>
                        <a:lnTo>
                          <a:pt x="1956" y="1158"/>
                        </a:lnTo>
                        <a:lnTo>
                          <a:pt x="1992" y="1128"/>
                        </a:lnTo>
                        <a:lnTo>
                          <a:pt x="1992" y="1110"/>
                        </a:lnTo>
                        <a:lnTo>
                          <a:pt x="1962" y="1122"/>
                        </a:lnTo>
                        <a:close/>
                        <a:moveTo>
                          <a:pt x="1578" y="1158"/>
                        </a:moveTo>
                        <a:lnTo>
                          <a:pt x="1566" y="1152"/>
                        </a:lnTo>
                        <a:lnTo>
                          <a:pt x="1560" y="1146"/>
                        </a:lnTo>
                        <a:lnTo>
                          <a:pt x="1548" y="1140"/>
                        </a:lnTo>
                        <a:lnTo>
                          <a:pt x="1536" y="1140"/>
                        </a:lnTo>
                        <a:lnTo>
                          <a:pt x="1512" y="1164"/>
                        </a:lnTo>
                        <a:lnTo>
                          <a:pt x="1506" y="1176"/>
                        </a:lnTo>
                        <a:lnTo>
                          <a:pt x="1500" y="1182"/>
                        </a:lnTo>
                        <a:lnTo>
                          <a:pt x="1554" y="1188"/>
                        </a:lnTo>
                        <a:lnTo>
                          <a:pt x="1554" y="1212"/>
                        </a:lnTo>
                        <a:lnTo>
                          <a:pt x="1578" y="1206"/>
                        </a:lnTo>
                        <a:lnTo>
                          <a:pt x="1590" y="1188"/>
                        </a:lnTo>
                        <a:lnTo>
                          <a:pt x="1614" y="1206"/>
                        </a:lnTo>
                        <a:lnTo>
                          <a:pt x="1644" y="1170"/>
                        </a:lnTo>
                        <a:lnTo>
                          <a:pt x="1596" y="1152"/>
                        </a:lnTo>
                        <a:lnTo>
                          <a:pt x="1578" y="1158"/>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68" name="Honduras" descr="© INSCALE GmbH, 05.05.2010&#10;http://www.presentationload.com/">
                    <a:extLst>
                      <a:ext uri="{FF2B5EF4-FFF2-40B4-BE49-F238E27FC236}">
                        <a16:creationId xmlns:a16="http://schemas.microsoft.com/office/drawing/2014/main" id="{D1A48D46-E9C2-D89C-30A7-0D32C7527C64}"/>
                      </a:ext>
                    </a:extLst>
                  </p:cNvPr>
                  <p:cNvSpPr>
                    <a:spLocks/>
                  </p:cNvSpPr>
                  <p:nvPr/>
                </p:nvSpPr>
                <p:spPr bwMode="gray">
                  <a:xfrm>
                    <a:off x="1058" y="2241"/>
                    <a:ext cx="114" cy="63"/>
                  </a:xfrm>
                  <a:custGeom>
                    <a:avLst/>
                    <a:gdLst>
                      <a:gd name="T0" fmla="*/ 2147483647 w 444"/>
                      <a:gd name="T1" fmla="*/ 2147483647 h 246"/>
                      <a:gd name="T2" fmla="*/ 2147483647 w 444"/>
                      <a:gd name="T3" fmla="*/ 2147483647 h 246"/>
                      <a:gd name="T4" fmla="*/ 2147483647 w 444"/>
                      <a:gd name="T5" fmla="*/ 2147483647 h 246"/>
                      <a:gd name="T6" fmla="*/ 2147483647 w 444"/>
                      <a:gd name="T7" fmla="*/ 2147483647 h 246"/>
                      <a:gd name="T8" fmla="*/ 2147483647 w 444"/>
                      <a:gd name="T9" fmla="*/ 2147483647 h 246"/>
                      <a:gd name="T10" fmla="*/ 2147483647 w 444"/>
                      <a:gd name="T11" fmla="*/ 2147483647 h 246"/>
                      <a:gd name="T12" fmla="*/ 2147483647 w 444"/>
                      <a:gd name="T13" fmla="*/ 2147483647 h 246"/>
                      <a:gd name="T14" fmla="*/ 2147483647 w 444"/>
                      <a:gd name="T15" fmla="*/ 2147483647 h 246"/>
                      <a:gd name="T16" fmla="*/ 2147483647 w 444"/>
                      <a:gd name="T17" fmla="*/ 2147483647 h 246"/>
                      <a:gd name="T18" fmla="*/ 2147483647 w 444"/>
                      <a:gd name="T19" fmla="*/ 2147483647 h 246"/>
                      <a:gd name="T20" fmla="*/ 2147483647 w 444"/>
                      <a:gd name="T21" fmla="*/ 2147483647 h 246"/>
                      <a:gd name="T22" fmla="*/ 2147483647 w 444"/>
                      <a:gd name="T23" fmla="*/ 2147483647 h 246"/>
                      <a:gd name="T24" fmla="*/ 2147483647 w 444"/>
                      <a:gd name="T25" fmla="*/ 2147483647 h 246"/>
                      <a:gd name="T26" fmla="*/ 2147483647 w 444"/>
                      <a:gd name="T27" fmla="*/ 2147483647 h 246"/>
                      <a:gd name="T28" fmla="*/ 2147483647 w 444"/>
                      <a:gd name="T29" fmla="*/ 2147483647 h 246"/>
                      <a:gd name="T30" fmla="*/ 2147483647 w 444"/>
                      <a:gd name="T31" fmla="*/ 2147483647 h 246"/>
                      <a:gd name="T32" fmla="*/ 2147483647 w 444"/>
                      <a:gd name="T33" fmla="*/ 2147483647 h 246"/>
                      <a:gd name="T34" fmla="*/ 2147483647 w 444"/>
                      <a:gd name="T35" fmla="*/ 2147483647 h 246"/>
                      <a:gd name="T36" fmla="*/ 2147483647 w 444"/>
                      <a:gd name="T37" fmla="*/ 2147483647 h 246"/>
                      <a:gd name="T38" fmla="*/ 2147483647 w 444"/>
                      <a:gd name="T39" fmla="*/ 0 h 246"/>
                      <a:gd name="T40" fmla="*/ 2147483647 w 444"/>
                      <a:gd name="T41" fmla="*/ 2147483647 h 246"/>
                      <a:gd name="T42" fmla="*/ 2147483647 w 444"/>
                      <a:gd name="T43" fmla="*/ 2147483647 h 246"/>
                      <a:gd name="T44" fmla="*/ 2147483647 w 444"/>
                      <a:gd name="T45" fmla="*/ 0 h 246"/>
                      <a:gd name="T46" fmla="*/ 2147483647 w 444"/>
                      <a:gd name="T47" fmla="*/ 2147483647 h 246"/>
                      <a:gd name="T48" fmla="*/ 2147483647 w 444"/>
                      <a:gd name="T49" fmla="*/ 2147483647 h 246"/>
                      <a:gd name="T50" fmla="*/ 2147483647 w 444"/>
                      <a:gd name="T51" fmla="*/ 2147483647 h 246"/>
                      <a:gd name="T52" fmla="*/ 2147483647 w 444"/>
                      <a:gd name="T53" fmla="*/ 2147483647 h 246"/>
                      <a:gd name="T54" fmla="*/ 2147483647 w 444"/>
                      <a:gd name="T55" fmla="*/ 2147483647 h 246"/>
                      <a:gd name="T56" fmla="*/ 2147483647 w 444"/>
                      <a:gd name="T57" fmla="*/ 2147483647 h 246"/>
                      <a:gd name="T58" fmla="*/ 2147483647 w 444"/>
                      <a:gd name="T59" fmla="*/ 2147483647 h 246"/>
                      <a:gd name="T60" fmla="*/ 2147483647 w 444"/>
                      <a:gd name="T61" fmla="*/ 0 h 246"/>
                      <a:gd name="T62" fmla="*/ 2147483647 w 444"/>
                      <a:gd name="T63" fmla="*/ 2147483647 h 246"/>
                      <a:gd name="T64" fmla="*/ 2147483647 w 444"/>
                      <a:gd name="T65" fmla="*/ 2147483647 h 246"/>
                      <a:gd name="T66" fmla="*/ 2147483647 w 444"/>
                      <a:gd name="T67" fmla="*/ 2147483647 h 246"/>
                      <a:gd name="T68" fmla="*/ 2147483647 w 444"/>
                      <a:gd name="T69" fmla="*/ 2147483647 h 246"/>
                      <a:gd name="T70" fmla="*/ 2147483647 w 444"/>
                      <a:gd name="T71" fmla="*/ 2147483647 h 246"/>
                      <a:gd name="T72" fmla="*/ 0 w 444"/>
                      <a:gd name="T73" fmla="*/ 2147483647 h 246"/>
                      <a:gd name="T74" fmla="*/ 2147483647 w 444"/>
                      <a:gd name="T75" fmla="*/ 2147483647 h 246"/>
                      <a:gd name="T76" fmla="*/ 2147483647 w 444"/>
                      <a:gd name="T77" fmla="*/ 2147483647 h 246"/>
                      <a:gd name="T78" fmla="*/ 2147483647 w 444"/>
                      <a:gd name="T79" fmla="*/ 2147483647 h 246"/>
                      <a:gd name="T80" fmla="*/ 2147483647 w 444"/>
                      <a:gd name="T81" fmla="*/ 2147483647 h 246"/>
                      <a:gd name="T82" fmla="*/ 2147483647 w 444"/>
                      <a:gd name="T83" fmla="*/ 2147483647 h 246"/>
                      <a:gd name="T84" fmla="*/ 2147483647 w 444"/>
                      <a:gd name="T85" fmla="*/ 2147483647 h 246"/>
                      <a:gd name="T86" fmla="*/ 2147483647 w 444"/>
                      <a:gd name="T87" fmla="*/ 2147483647 h 24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444"/>
                      <a:gd name="T133" fmla="*/ 0 h 246"/>
                      <a:gd name="T134" fmla="*/ 444 w 444"/>
                      <a:gd name="T135" fmla="*/ 246 h 24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444" h="246">
                        <a:moveTo>
                          <a:pt x="156" y="240"/>
                        </a:moveTo>
                        <a:lnTo>
                          <a:pt x="156" y="222"/>
                        </a:lnTo>
                        <a:lnTo>
                          <a:pt x="174" y="222"/>
                        </a:lnTo>
                        <a:lnTo>
                          <a:pt x="168" y="216"/>
                        </a:lnTo>
                        <a:lnTo>
                          <a:pt x="168" y="204"/>
                        </a:lnTo>
                        <a:lnTo>
                          <a:pt x="162" y="198"/>
                        </a:lnTo>
                        <a:lnTo>
                          <a:pt x="162" y="186"/>
                        </a:lnTo>
                        <a:lnTo>
                          <a:pt x="168" y="180"/>
                        </a:lnTo>
                        <a:lnTo>
                          <a:pt x="204" y="180"/>
                        </a:lnTo>
                        <a:lnTo>
                          <a:pt x="210" y="168"/>
                        </a:lnTo>
                        <a:lnTo>
                          <a:pt x="216" y="162"/>
                        </a:lnTo>
                        <a:lnTo>
                          <a:pt x="228" y="162"/>
                        </a:lnTo>
                        <a:lnTo>
                          <a:pt x="228" y="168"/>
                        </a:lnTo>
                        <a:lnTo>
                          <a:pt x="234" y="174"/>
                        </a:lnTo>
                        <a:lnTo>
                          <a:pt x="252" y="174"/>
                        </a:lnTo>
                        <a:lnTo>
                          <a:pt x="276" y="150"/>
                        </a:lnTo>
                        <a:lnTo>
                          <a:pt x="288" y="126"/>
                        </a:lnTo>
                        <a:lnTo>
                          <a:pt x="306" y="126"/>
                        </a:lnTo>
                        <a:lnTo>
                          <a:pt x="306" y="108"/>
                        </a:lnTo>
                        <a:lnTo>
                          <a:pt x="318" y="96"/>
                        </a:lnTo>
                        <a:lnTo>
                          <a:pt x="330" y="96"/>
                        </a:lnTo>
                        <a:lnTo>
                          <a:pt x="348" y="114"/>
                        </a:lnTo>
                        <a:lnTo>
                          <a:pt x="360" y="114"/>
                        </a:lnTo>
                        <a:lnTo>
                          <a:pt x="372" y="102"/>
                        </a:lnTo>
                        <a:lnTo>
                          <a:pt x="372" y="96"/>
                        </a:lnTo>
                        <a:lnTo>
                          <a:pt x="420" y="96"/>
                        </a:lnTo>
                        <a:lnTo>
                          <a:pt x="426" y="90"/>
                        </a:lnTo>
                        <a:lnTo>
                          <a:pt x="432" y="90"/>
                        </a:lnTo>
                        <a:lnTo>
                          <a:pt x="444" y="84"/>
                        </a:lnTo>
                        <a:lnTo>
                          <a:pt x="444" y="78"/>
                        </a:lnTo>
                        <a:lnTo>
                          <a:pt x="426" y="60"/>
                        </a:lnTo>
                        <a:lnTo>
                          <a:pt x="402" y="48"/>
                        </a:lnTo>
                        <a:lnTo>
                          <a:pt x="396" y="48"/>
                        </a:lnTo>
                        <a:lnTo>
                          <a:pt x="390" y="42"/>
                        </a:lnTo>
                        <a:lnTo>
                          <a:pt x="384" y="30"/>
                        </a:lnTo>
                        <a:lnTo>
                          <a:pt x="372" y="24"/>
                        </a:lnTo>
                        <a:lnTo>
                          <a:pt x="366" y="18"/>
                        </a:lnTo>
                        <a:lnTo>
                          <a:pt x="348" y="18"/>
                        </a:lnTo>
                        <a:lnTo>
                          <a:pt x="342" y="6"/>
                        </a:lnTo>
                        <a:lnTo>
                          <a:pt x="336" y="0"/>
                        </a:lnTo>
                        <a:lnTo>
                          <a:pt x="312" y="0"/>
                        </a:lnTo>
                        <a:lnTo>
                          <a:pt x="300" y="6"/>
                        </a:lnTo>
                        <a:lnTo>
                          <a:pt x="294" y="12"/>
                        </a:lnTo>
                        <a:lnTo>
                          <a:pt x="282" y="12"/>
                        </a:lnTo>
                        <a:lnTo>
                          <a:pt x="270" y="0"/>
                        </a:lnTo>
                        <a:lnTo>
                          <a:pt x="252" y="0"/>
                        </a:lnTo>
                        <a:lnTo>
                          <a:pt x="240" y="6"/>
                        </a:lnTo>
                        <a:lnTo>
                          <a:pt x="234" y="18"/>
                        </a:lnTo>
                        <a:lnTo>
                          <a:pt x="222" y="24"/>
                        </a:lnTo>
                        <a:lnTo>
                          <a:pt x="186" y="24"/>
                        </a:lnTo>
                        <a:lnTo>
                          <a:pt x="174" y="18"/>
                        </a:lnTo>
                        <a:lnTo>
                          <a:pt x="168" y="12"/>
                        </a:lnTo>
                        <a:lnTo>
                          <a:pt x="156" y="12"/>
                        </a:lnTo>
                        <a:lnTo>
                          <a:pt x="150" y="18"/>
                        </a:lnTo>
                        <a:lnTo>
                          <a:pt x="144" y="18"/>
                        </a:lnTo>
                        <a:lnTo>
                          <a:pt x="138" y="24"/>
                        </a:lnTo>
                        <a:lnTo>
                          <a:pt x="132" y="24"/>
                        </a:lnTo>
                        <a:lnTo>
                          <a:pt x="132" y="18"/>
                        </a:lnTo>
                        <a:lnTo>
                          <a:pt x="126" y="12"/>
                        </a:lnTo>
                        <a:lnTo>
                          <a:pt x="126" y="6"/>
                        </a:lnTo>
                        <a:lnTo>
                          <a:pt x="120" y="0"/>
                        </a:lnTo>
                        <a:lnTo>
                          <a:pt x="114" y="0"/>
                        </a:lnTo>
                        <a:lnTo>
                          <a:pt x="96" y="18"/>
                        </a:lnTo>
                        <a:lnTo>
                          <a:pt x="90" y="18"/>
                        </a:lnTo>
                        <a:lnTo>
                          <a:pt x="84" y="30"/>
                        </a:lnTo>
                        <a:lnTo>
                          <a:pt x="72" y="36"/>
                        </a:lnTo>
                        <a:lnTo>
                          <a:pt x="60" y="48"/>
                        </a:lnTo>
                        <a:lnTo>
                          <a:pt x="48" y="54"/>
                        </a:lnTo>
                        <a:lnTo>
                          <a:pt x="36" y="66"/>
                        </a:lnTo>
                        <a:lnTo>
                          <a:pt x="24" y="72"/>
                        </a:lnTo>
                        <a:lnTo>
                          <a:pt x="18" y="84"/>
                        </a:lnTo>
                        <a:lnTo>
                          <a:pt x="18" y="102"/>
                        </a:lnTo>
                        <a:lnTo>
                          <a:pt x="12" y="114"/>
                        </a:lnTo>
                        <a:lnTo>
                          <a:pt x="0" y="126"/>
                        </a:lnTo>
                        <a:lnTo>
                          <a:pt x="6" y="138"/>
                        </a:lnTo>
                        <a:lnTo>
                          <a:pt x="18" y="150"/>
                        </a:lnTo>
                        <a:lnTo>
                          <a:pt x="42" y="150"/>
                        </a:lnTo>
                        <a:lnTo>
                          <a:pt x="42" y="168"/>
                        </a:lnTo>
                        <a:lnTo>
                          <a:pt x="48" y="174"/>
                        </a:lnTo>
                        <a:lnTo>
                          <a:pt x="60" y="174"/>
                        </a:lnTo>
                        <a:lnTo>
                          <a:pt x="66" y="168"/>
                        </a:lnTo>
                        <a:lnTo>
                          <a:pt x="102" y="168"/>
                        </a:lnTo>
                        <a:lnTo>
                          <a:pt x="102" y="210"/>
                        </a:lnTo>
                        <a:lnTo>
                          <a:pt x="126" y="222"/>
                        </a:lnTo>
                        <a:lnTo>
                          <a:pt x="132" y="228"/>
                        </a:lnTo>
                        <a:lnTo>
                          <a:pt x="132" y="246"/>
                        </a:lnTo>
                        <a:lnTo>
                          <a:pt x="144" y="246"/>
                        </a:lnTo>
                        <a:lnTo>
                          <a:pt x="156" y="24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69" name="Guatemala" descr="© INSCALE GmbH, 05.05.2010&#10;http://www.presentationload.com/">
                    <a:extLst>
                      <a:ext uri="{FF2B5EF4-FFF2-40B4-BE49-F238E27FC236}">
                        <a16:creationId xmlns:a16="http://schemas.microsoft.com/office/drawing/2014/main" id="{691D3E18-DE1C-D4F4-7555-B946CE847CAE}"/>
                      </a:ext>
                    </a:extLst>
                  </p:cNvPr>
                  <p:cNvSpPr>
                    <a:spLocks/>
                  </p:cNvSpPr>
                  <p:nvPr/>
                </p:nvSpPr>
                <p:spPr bwMode="gray">
                  <a:xfrm>
                    <a:off x="1006" y="2203"/>
                    <a:ext cx="75" cy="85"/>
                  </a:xfrm>
                  <a:custGeom>
                    <a:avLst/>
                    <a:gdLst>
                      <a:gd name="T0" fmla="*/ 2147483647 w 300"/>
                      <a:gd name="T1" fmla="*/ 2147483647 h 336"/>
                      <a:gd name="T2" fmla="*/ 2147483647 w 300"/>
                      <a:gd name="T3" fmla="*/ 2147483647 h 336"/>
                      <a:gd name="T4" fmla="*/ 2147483647 w 300"/>
                      <a:gd name="T5" fmla="*/ 2147483647 h 336"/>
                      <a:gd name="T6" fmla="*/ 2147483647 w 300"/>
                      <a:gd name="T7" fmla="*/ 2147483647 h 336"/>
                      <a:gd name="T8" fmla="*/ 2147483647 w 300"/>
                      <a:gd name="T9" fmla="*/ 2147483647 h 336"/>
                      <a:gd name="T10" fmla="*/ 2147483647 w 300"/>
                      <a:gd name="T11" fmla="*/ 0 h 336"/>
                      <a:gd name="T12" fmla="*/ 2147483647 w 300"/>
                      <a:gd name="T13" fmla="*/ 2147483647 h 336"/>
                      <a:gd name="T14" fmla="*/ 2147483647 w 300"/>
                      <a:gd name="T15" fmla="*/ 2147483647 h 336"/>
                      <a:gd name="T16" fmla="*/ 2147483647 w 300"/>
                      <a:gd name="T17" fmla="*/ 2147483647 h 336"/>
                      <a:gd name="T18" fmla="*/ 2147483647 w 300"/>
                      <a:gd name="T19" fmla="*/ 2147483647 h 336"/>
                      <a:gd name="T20" fmla="*/ 2147483647 w 300"/>
                      <a:gd name="T21" fmla="*/ 2147483647 h 336"/>
                      <a:gd name="T22" fmla="*/ 2147483647 w 300"/>
                      <a:gd name="T23" fmla="*/ 2147483647 h 336"/>
                      <a:gd name="T24" fmla="*/ 2147483647 w 300"/>
                      <a:gd name="T25" fmla="*/ 2147483647 h 336"/>
                      <a:gd name="T26" fmla="*/ 2147483647 w 300"/>
                      <a:gd name="T27" fmla="*/ 2147483647 h 336"/>
                      <a:gd name="T28" fmla="*/ 2147483647 w 300"/>
                      <a:gd name="T29" fmla="*/ 2147483647 h 336"/>
                      <a:gd name="T30" fmla="*/ 2147483647 w 300"/>
                      <a:gd name="T31" fmla="*/ 2147483647 h 336"/>
                      <a:gd name="T32" fmla="*/ 2147483647 w 300"/>
                      <a:gd name="T33" fmla="*/ 2147483647 h 336"/>
                      <a:gd name="T34" fmla="*/ 2147483647 w 300"/>
                      <a:gd name="T35" fmla="*/ 2147483647 h 336"/>
                      <a:gd name="T36" fmla="*/ 2147483647 w 300"/>
                      <a:gd name="T37" fmla="*/ 2147483647 h 336"/>
                      <a:gd name="T38" fmla="*/ 2147483647 w 300"/>
                      <a:gd name="T39" fmla="*/ 2147483647 h 336"/>
                      <a:gd name="T40" fmla="*/ 2147483647 w 300"/>
                      <a:gd name="T41" fmla="*/ 2147483647 h 336"/>
                      <a:gd name="T42" fmla="*/ 2147483647 w 300"/>
                      <a:gd name="T43" fmla="*/ 2147483647 h 336"/>
                      <a:gd name="T44" fmla="*/ 2147483647 w 300"/>
                      <a:gd name="T45" fmla="*/ 2147483647 h 336"/>
                      <a:gd name="T46" fmla="*/ 2147483647 w 300"/>
                      <a:gd name="T47" fmla="*/ 2147483647 h 336"/>
                      <a:gd name="T48" fmla="*/ 2147483647 w 300"/>
                      <a:gd name="T49" fmla="*/ 2147483647 h 336"/>
                      <a:gd name="T50" fmla="*/ 2147483647 w 300"/>
                      <a:gd name="T51" fmla="*/ 2147483647 h 336"/>
                      <a:gd name="T52" fmla="*/ 2147483647 w 300"/>
                      <a:gd name="T53" fmla="*/ 2147483647 h 336"/>
                      <a:gd name="T54" fmla="*/ 2147483647 w 300"/>
                      <a:gd name="T55" fmla="*/ 2147483647 h 336"/>
                      <a:gd name="T56" fmla="*/ 2147483647 w 300"/>
                      <a:gd name="T57" fmla="*/ 2147483647 h 336"/>
                      <a:gd name="T58" fmla="*/ 0 w 300"/>
                      <a:gd name="T59" fmla="*/ 2147483647 h 336"/>
                      <a:gd name="T60" fmla="*/ 2147483647 w 300"/>
                      <a:gd name="T61" fmla="*/ 2147483647 h 336"/>
                      <a:gd name="T62" fmla="*/ 2147483647 w 300"/>
                      <a:gd name="T63" fmla="*/ 2147483647 h 336"/>
                      <a:gd name="T64" fmla="*/ 2147483647 w 300"/>
                      <a:gd name="T65" fmla="*/ 2147483647 h 336"/>
                      <a:gd name="T66" fmla="*/ 2147483647 w 300"/>
                      <a:gd name="T67" fmla="*/ 2147483647 h 336"/>
                      <a:gd name="T68" fmla="*/ 2147483647 w 300"/>
                      <a:gd name="T69" fmla="*/ 2147483647 h 336"/>
                      <a:gd name="T70" fmla="*/ 2147483647 w 300"/>
                      <a:gd name="T71" fmla="*/ 2147483647 h 336"/>
                      <a:gd name="T72" fmla="*/ 2147483647 w 300"/>
                      <a:gd name="T73" fmla="*/ 2147483647 h 336"/>
                      <a:gd name="T74" fmla="*/ 2147483647 w 300"/>
                      <a:gd name="T75" fmla="*/ 2147483647 h 336"/>
                      <a:gd name="T76" fmla="*/ 2147483647 w 300"/>
                      <a:gd name="T77" fmla="*/ 2147483647 h 336"/>
                      <a:gd name="T78" fmla="*/ 2147483647 w 300"/>
                      <a:gd name="T79" fmla="*/ 2147483647 h 336"/>
                      <a:gd name="T80" fmla="*/ 2147483647 w 300"/>
                      <a:gd name="T81" fmla="*/ 2147483647 h 336"/>
                      <a:gd name="T82" fmla="*/ 2147483647 w 300"/>
                      <a:gd name="T83" fmla="*/ 2147483647 h 336"/>
                      <a:gd name="T84" fmla="*/ 2147483647 w 300"/>
                      <a:gd name="T85" fmla="*/ 2147483647 h 336"/>
                      <a:gd name="T86" fmla="*/ 2147483647 w 300"/>
                      <a:gd name="T87" fmla="*/ 2147483647 h 336"/>
                      <a:gd name="T88" fmla="*/ 2147483647 w 300"/>
                      <a:gd name="T89" fmla="*/ 2147483647 h 336"/>
                      <a:gd name="T90" fmla="*/ 2147483647 w 300"/>
                      <a:gd name="T91" fmla="*/ 2147483647 h 336"/>
                      <a:gd name="T92" fmla="*/ 2147483647 w 300"/>
                      <a:gd name="T93" fmla="*/ 2147483647 h 336"/>
                      <a:gd name="T94" fmla="*/ 2147483647 w 300"/>
                      <a:gd name="T95" fmla="*/ 2147483647 h 336"/>
                      <a:gd name="T96" fmla="*/ 2147483647 w 300"/>
                      <a:gd name="T97" fmla="*/ 2147483647 h 336"/>
                      <a:gd name="T98" fmla="*/ 2147483647 w 300"/>
                      <a:gd name="T99" fmla="*/ 2147483647 h 336"/>
                      <a:gd name="T100" fmla="*/ 2147483647 w 300"/>
                      <a:gd name="T101" fmla="*/ 2147483647 h 336"/>
                      <a:gd name="T102" fmla="*/ 2147483647 w 300"/>
                      <a:gd name="T103" fmla="*/ 2147483647 h 336"/>
                      <a:gd name="T104" fmla="*/ 2147483647 w 300"/>
                      <a:gd name="T105" fmla="*/ 2147483647 h 336"/>
                      <a:gd name="T106" fmla="*/ 2147483647 w 300"/>
                      <a:gd name="T107" fmla="*/ 2147483647 h 336"/>
                      <a:gd name="T108" fmla="*/ 2147483647 w 300"/>
                      <a:gd name="T109" fmla="*/ 2147483647 h 336"/>
                      <a:gd name="T110" fmla="*/ 2147483647 w 300"/>
                      <a:gd name="T111" fmla="*/ 2147483647 h 336"/>
                      <a:gd name="T112" fmla="*/ 2147483647 w 300"/>
                      <a:gd name="T113" fmla="*/ 2147483647 h 336"/>
                      <a:gd name="T114" fmla="*/ 2147483647 w 300"/>
                      <a:gd name="T115" fmla="*/ 2147483647 h 336"/>
                      <a:gd name="T116" fmla="*/ 2147483647 w 300"/>
                      <a:gd name="T117" fmla="*/ 2147483647 h 336"/>
                      <a:gd name="T118" fmla="*/ 2147483647 w 300"/>
                      <a:gd name="T119" fmla="*/ 2147483647 h 336"/>
                      <a:gd name="T120" fmla="*/ 2147483647 w 300"/>
                      <a:gd name="T121" fmla="*/ 2147483647 h 3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00"/>
                      <a:gd name="T184" fmla="*/ 0 h 336"/>
                      <a:gd name="T185" fmla="*/ 300 w 300"/>
                      <a:gd name="T186" fmla="*/ 336 h 3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00" h="336">
                        <a:moveTo>
                          <a:pt x="288" y="156"/>
                        </a:moveTo>
                        <a:lnTo>
                          <a:pt x="270" y="168"/>
                        </a:lnTo>
                        <a:lnTo>
                          <a:pt x="258" y="162"/>
                        </a:lnTo>
                        <a:lnTo>
                          <a:pt x="228" y="162"/>
                        </a:lnTo>
                        <a:lnTo>
                          <a:pt x="252" y="6"/>
                        </a:lnTo>
                        <a:lnTo>
                          <a:pt x="120" y="0"/>
                        </a:lnTo>
                        <a:lnTo>
                          <a:pt x="120" y="12"/>
                        </a:lnTo>
                        <a:lnTo>
                          <a:pt x="126" y="24"/>
                        </a:lnTo>
                        <a:lnTo>
                          <a:pt x="126" y="48"/>
                        </a:lnTo>
                        <a:lnTo>
                          <a:pt x="120" y="48"/>
                        </a:lnTo>
                        <a:lnTo>
                          <a:pt x="108" y="54"/>
                        </a:lnTo>
                        <a:lnTo>
                          <a:pt x="84" y="54"/>
                        </a:lnTo>
                        <a:lnTo>
                          <a:pt x="96" y="60"/>
                        </a:lnTo>
                        <a:lnTo>
                          <a:pt x="96" y="66"/>
                        </a:lnTo>
                        <a:lnTo>
                          <a:pt x="102" y="78"/>
                        </a:lnTo>
                        <a:lnTo>
                          <a:pt x="108" y="84"/>
                        </a:lnTo>
                        <a:lnTo>
                          <a:pt x="114" y="84"/>
                        </a:lnTo>
                        <a:lnTo>
                          <a:pt x="126" y="90"/>
                        </a:lnTo>
                        <a:lnTo>
                          <a:pt x="132" y="90"/>
                        </a:lnTo>
                        <a:lnTo>
                          <a:pt x="138" y="114"/>
                        </a:lnTo>
                        <a:lnTo>
                          <a:pt x="156" y="114"/>
                        </a:lnTo>
                        <a:lnTo>
                          <a:pt x="156" y="126"/>
                        </a:lnTo>
                        <a:lnTo>
                          <a:pt x="150" y="132"/>
                        </a:lnTo>
                        <a:lnTo>
                          <a:pt x="144" y="132"/>
                        </a:lnTo>
                        <a:lnTo>
                          <a:pt x="144" y="150"/>
                        </a:lnTo>
                        <a:lnTo>
                          <a:pt x="54" y="144"/>
                        </a:lnTo>
                        <a:lnTo>
                          <a:pt x="24" y="192"/>
                        </a:lnTo>
                        <a:lnTo>
                          <a:pt x="24" y="264"/>
                        </a:lnTo>
                        <a:lnTo>
                          <a:pt x="18" y="270"/>
                        </a:lnTo>
                        <a:lnTo>
                          <a:pt x="0" y="270"/>
                        </a:lnTo>
                        <a:lnTo>
                          <a:pt x="6" y="282"/>
                        </a:lnTo>
                        <a:lnTo>
                          <a:pt x="12" y="288"/>
                        </a:lnTo>
                        <a:lnTo>
                          <a:pt x="24" y="288"/>
                        </a:lnTo>
                        <a:lnTo>
                          <a:pt x="42" y="300"/>
                        </a:lnTo>
                        <a:lnTo>
                          <a:pt x="60" y="318"/>
                        </a:lnTo>
                        <a:lnTo>
                          <a:pt x="72" y="324"/>
                        </a:lnTo>
                        <a:lnTo>
                          <a:pt x="120" y="324"/>
                        </a:lnTo>
                        <a:lnTo>
                          <a:pt x="126" y="330"/>
                        </a:lnTo>
                        <a:lnTo>
                          <a:pt x="132" y="330"/>
                        </a:lnTo>
                        <a:lnTo>
                          <a:pt x="138" y="336"/>
                        </a:lnTo>
                        <a:lnTo>
                          <a:pt x="150" y="324"/>
                        </a:lnTo>
                        <a:lnTo>
                          <a:pt x="162" y="318"/>
                        </a:lnTo>
                        <a:lnTo>
                          <a:pt x="168" y="312"/>
                        </a:lnTo>
                        <a:lnTo>
                          <a:pt x="174" y="312"/>
                        </a:lnTo>
                        <a:lnTo>
                          <a:pt x="180" y="300"/>
                        </a:lnTo>
                        <a:lnTo>
                          <a:pt x="186" y="294"/>
                        </a:lnTo>
                        <a:lnTo>
                          <a:pt x="186" y="282"/>
                        </a:lnTo>
                        <a:lnTo>
                          <a:pt x="204" y="282"/>
                        </a:lnTo>
                        <a:lnTo>
                          <a:pt x="210" y="276"/>
                        </a:lnTo>
                        <a:lnTo>
                          <a:pt x="222" y="270"/>
                        </a:lnTo>
                        <a:lnTo>
                          <a:pt x="222" y="264"/>
                        </a:lnTo>
                        <a:lnTo>
                          <a:pt x="228" y="252"/>
                        </a:lnTo>
                        <a:lnTo>
                          <a:pt x="228" y="234"/>
                        </a:lnTo>
                        <a:lnTo>
                          <a:pt x="234" y="222"/>
                        </a:lnTo>
                        <a:lnTo>
                          <a:pt x="246" y="216"/>
                        </a:lnTo>
                        <a:lnTo>
                          <a:pt x="258" y="204"/>
                        </a:lnTo>
                        <a:lnTo>
                          <a:pt x="270" y="198"/>
                        </a:lnTo>
                        <a:lnTo>
                          <a:pt x="282" y="186"/>
                        </a:lnTo>
                        <a:lnTo>
                          <a:pt x="294" y="180"/>
                        </a:lnTo>
                        <a:lnTo>
                          <a:pt x="300" y="168"/>
                        </a:lnTo>
                        <a:lnTo>
                          <a:pt x="288" y="156"/>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70" name="El Salvador" descr="© INSCALE GmbH, 05.05.2010&#10;http://www.presentationload.com/">
                    <a:extLst>
                      <a:ext uri="{FF2B5EF4-FFF2-40B4-BE49-F238E27FC236}">
                        <a16:creationId xmlns:a16="http://schemas.microsoft.com/office/drawing/2014/main" id="{6CC99391-CD78-2459-2EC3-24D890D8ECE1}"/>
                      </a:ext>
                    </a:extLst>
                  </p:cNvPr>
                  <p:cNvSpPr>
                    <a:spLocks/>
                  </p:cNvSpPr>
                  <p:nvPr/>
                </p:nvSpPr>
                <p:spPr bwMode="gray">
                  <a:xfrm>
                    <a:off x="1041" y="2273"/>
                    <a:ext cx="43" cy="29"/>
                  </a:xfrm>
                  <a:custGeom>
                    <a:avLst/>
                    <a:gdLst>
                      <a:gd name="T0" fmla="*/ 2147483647 w 174"/>
                      <a:gd name="T1" fmla="*/ 2147483647 h 114"/>
                      <a:gd name="T2" fmla="*/ 2147483647 w 174"/>
                      <a:gd name="T3" fmla="*/ 2147483647 h 114"/>
                      <a:gd name="T4" fmla="*/ 2147483647 w 174"/>
                      <a:gd name="T5" fmla="*/ 2147483647 h 114"/>
                      <a:gd name="T6" fmla="*/ 2147483647 w 174"/>
                      <a:gd name="T7" fmla="*/ 2147483647 h 114"/>
                      <a:gd name="T8" fmla="*/ 2147483647 w 174"/>
                      <a:gd name="T9" fmla="*/ 2147483647 h 114"/>
                      <a:gd name="T10" fmla="*/ 2147483647 w 174"/>
                      <a:gd name="T11" fmla="*/ 2147483647 h 114"/>
                      <a:gd name="T12" fmla="*/ 2147483647 w 174"/>
                      <a:gd name="T13" fmla="*/ 2147483647 h 114"/>
                      <a:gd name="T14" fmla="*/ 2147483647 w 174"/>
                      <a:gd name="T15" fmla="*/ 2147483647 h 114"/>
                      <a:gd name="T16" fmla="*/ 2147483647 w 174"/>
                      <a:gd name="T17" fmla="*/ 2147483647 h 114"/>
                      <a:gd name="T18" fmla="*/ 2147483647 w 174"/>
                      <a:gd name="T19" fmla="*/ 0 h 114"/>
                      <a:gd name="T20" fmla="*/ 2147483647 w 174"/>
                      <a:gd name="T21" fmla="*/ 2147483647 h 114"/>
                      <a:gd name="T22" fmla="*/ 2147483647 w 174"/>
                      <a:gd name="T23" fmla="*/ 2147483647 h 114"/>
                      <a:gd name="T24" fmla="*/ 2147483647 w 174"/>
                      <a:gd name="T25" fmla="*/ 2147483647 h 114"/>
                      <a:gd name="T26" fmla="*/ 2147483647 w 174"/>
                      <a:gd name="T27" fmla="*/ 2147483647 h 114"/>
                      <a:gd name="T28" fmla="*/ 2147483647 w 174"/>
                      <a:gd name="T29" fmla="*/ 2147483647 h 114"/>
                      <a:gd name="T30" fmla="*/ 2147483647 w 174"/>
                      <a:gd name="T31" fmla="*/ 2147483647 h 114"/>
                      <a:gd name="T32" fmla="*/ 2147483647 w 174"/>
                      <a:gd name="T33" fmla="*/ 2147483647 h 114"/>
                      <a:gd name="T34" fmla="*/ 2147483647 w 174"/>
                      <a:gd name="T35" fmla="*/ 2147483647 h 114"/>
                      <a:gd name="T36" fmla="*/ 0 w 174"/>
                      <a:gd name="T37" fmla="*/ 2147483647 h 114"/>
                      <a:gd name="T38" fmla="*/ 2147483647 w 174"/>
                      <a:gd name="T39" fmla="*/ 2147483647 h 114"/>
                      <a:gd name="T40" fmla="*/ 2147483647 w 174"/>
                      <a:gd name="T41" fmla="*/ 2147483647 h 114"/>
                      <a:gd name="T42" fmla="*/ 2147483647 w 174"/>
                      <a:gd name="T43" fmla="*/ 2147483647 h 114"/>
                      <a:gd name="T44" fmla="*/ 2147483647 w 174"/>
                      <a:gd name="T45" fmla="*/ 2147483647 h 114"/>
                      <a:gd name="T46" fmla="*/ 2147483647 w 174"/>
                      <a:gd name="T47" fmla="*/ 2147483647 h 114"/>
                      <a:gd name="T48" fmla="*/ 2147483647 w 174"/>
                      <a:gd name="T49" fmla="*/ 2147483647 h 114"/>
                      <a:gd name="T50" fmla="*/ 2147483647 w 174"/>
                      <a:gd name="T51" fmla="*/ 2147483647 h 114"/>
                      <a:gd name="T52" fmla="*/ 2147483647 w 174"/>
                      <a:gd name="T53" fmla="*/ 2147483647 h 114"/>
                      <a:gd name="T54" fmla="*/ 2147483647 w 174"/>
                      <a:gd name="T55" fmla="*/ 2147483647 h 114"/>
                      <a:gd name="T56" fmla="*/ 2147483647 w 174"/>
                      <a:gd name="T57" fmla="*/ 2147483647 h 114"/>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w 174"/>
                      <a:gd name="T88" fmla="*/ 0 h 114"/>
                      <a:gd name="T89" fmla="*/ 174 w 174"/>
                      <a:gd name="T90" fmla="*/ 114 h 114"/>
                    </a:gdLst>
                    <a:ahLst/>
                    <a:cxnLst>
                      <a:cxn ang="T58">
                        <a:pos x="T0" y="T1"/>
                      </a:cxn>
                      <a:cxn ang="T59">
                        <a:pos x="T2" y="T3"/>
                      </a:cxn>
                      <a:cxn ang="T60">
                        <a:pos x="T4" y="T5"/>
                      </a:cxn>
                      <a:cxn ang="T61">
                        <a:pos x="T6" y="T7"/>
                      </a:cxn>
                      <a:cxn ang="T62">
                        <a:pos x="T8" y="T9"/>
                      </a:cxn>
                      <a:cxn ang="T63">
                        <a:pos x="T10" y="T11"/>
                      </a:cxn>
                      <a:cxn ang="T64">
                        <a:pos x="T12" y="T13"/>
                      </a:cxn>
                      <a:cxn ang="T65">
                        <a:pos x="T14" y="T15"/>
                      </a:cxn>
                      <a:cxn ang="T66">
                        <a:pos x="T16" y="T17"/>
                      </a:cxn>
                      <a:cxn ang="T67">
                        <a:pos x="T18" y="T19"/>
                      </a:cxn>
                      <a:cxn ang="T68">
                        <a:pos x="T20" y="T21"/>
                      </a:cxn>
                      <a:cxn ang="T69">
                        <a:pos x="T22" y="T23"/>
                      </a:cxn>
                      <a:cxn ang="T70">
                        <a:pos x="T24" y="T25"/>
                      </a:cxn>
                      <a:cxn ang="T71">
                        <a:pos x="T26" y="T27"/>
                      </a:cxn>
                      <a:cxn ang="T72">
                        <a:pos x="T28" y="T29"/>
                      </a:cxn>
                      <a:cxn ang="T73">
                        <a:pos x="T30" y="T31"/>
                      </a:cxn>
                      <a:cxn ang="T74">
                        <a:pos x="T32" y="T33"/>
                      </a:cxn>
                      <a:cxn ang="T75">
                        <a:pos x="T34" y="T35"/>
                      </a:cxn>
                      <a:cxn ang="T76">
                        <a:pos x="T36" y="T37"/>
                      </a:cxn>
                      <a:cxn ang="T77">
                        <a:pos x="T38" y="T39"/>
                      </a:cxn>
                      <a:cxn ang="T78">
                        <a:pos x="T40" y="T41"/>
                      </a:cxn>
                      <a:cxn ang="T79">
                        <a:pos x="T42" y="T43"/>
                      </a:cxn>
                      <a:cxn ang="T80">
                        <a:pos x="T44" y="T45"/>
                      </a:cxn>
                      <a:cxn ang="T81">
                        <a:pos x="T46" y="T47"/>
                      </a:cxn>
                      <a:cxn ang="T82">
                        <a:pos x="T48" y="T49"/>
                      </a:cxn>
                      <a:cxn ang="T83">
                        <a:pos x="T50" y="T51"/>
                      </a:cxn>
                      <a:cxn ang="T84">
                        <a:pos x="T52" y="T53"/>
                      </a:cxn>
                      <a:cxn ang="T85">
                        <a:pos x="T54" y="T55"/>
                      </a:cxn>
                      <a:cxn ang="T86">
                        <a:pos x="T56" y="T57"/>
                      </a:cxn>
                    </a:cxnLst>
                    <a:rect l="T87" t="T88" r="T89" b="T90"/>
                    <a:pathLst>
                      <a:path w="174" h="114">
                        <a:moveTo>
                          <a:pt x="174" y="84"/>
                        </a:moveTo>
                        <a:lnTo>
                          <a:pt x="174" y="42"/>
                        </a:lnTo>
                        <a:lnTo>
                          <a:pt x="138" y="42"/>
                        </a:lnTo>
                        <a:lnTo>
                          <a:pt x="132" y="48"/>
                        </a:lnTo>
                        <a:lnTo>
                          <a:pt x="120" y="48"/>
                        </a:lnTo>
                        <a:lnTo>
                          <a:pt x="114" y="42"/>
                        </a:lnTo>
                        <a:lnTo>
                          <a:pt x="114" y="24"/>
                        </a:lnTo>
                        <a:lnTo>
                          <a:pt x="90" y="24"/>
                        </a:lnTo>
                        <a:lnTo>
                          <a:pt x="78" y="12"/>
                        </a:lnTo>
                        <a:lnTo>
                          <a:pt x="72" y="0"/>
                        </a:lnTo>
                        <a:lnTo>
                          <a:pt x="60" y="6"/>
                        </a:lnTo>
                        <a:lnTo>
                          <a:pt x="48" y="6"/>
                        </a:lnTo>
                        <a:lnTo>
                          <a:pt x="48" y="18"/>
                        </a:lnTo>
                        <a:lnTo>
                          <a:pt x="42" y="24"/>
                        </a:lnTo>
                        <a:lnTo>
                          <a:pt x="36" y="36"/>
                        </a:lnTo>
                        <a:lnTo>
                          <a:pt x="30" y="36"/>
                        </a:lnTo>
                        <a:lnTo>
                          <a:pt x="24" y="42"/>
                        </a:lnTo>
                        <a:lnTo>
                          <a:pt x="12" y="48"/>
                        </a:lnTo>
                        <a:lnTo>
                          <a:pt x="0" y="60"/>
                        </a:lnTo>
                        <a:lnTo>
                          <a:pt x="6" y="66"/>
                        </a:lnTo>
                        <a:lnTo>
                          <a:pt x="18" y="72"/>
                        </a:lnTo>
                        <a:lnTo>
                          <a:pt x="24" y="78"/>
                        </a:lnTo>
                        <a:lnTo>
                          <a:pt x="72" y="78"/>
                        </a:lnTo>
                        <a:lnTo>
                          <a:pt x="96" y="102"/>
                        </a:lnTo>
                        <a:lnTo>
                          <a:pt x="132" y="96"/>
                        </a:lnTo>
                        <a:lnTo>
                          <a:pt x="150" y="114"/>
                        </a:lnTo>
                        <a:lnTo>
                          <a:pt x="168" y="84"/>
                        </a:lnTo>
                        <a:lnTo>
                          <a:pt x="174" y="90"/>
                        </a:lnTo>
                        <a:lnTo>
                          <a:pt x="174" y="8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71" name="East Timor" descr="© INSCALE GmbH, 05.05.2010&#10;http://www.presentationload.com/">
                    <a:extLst>
                      <a:ext uri="{FF2B5EF4-FFF2-40B4-BE49-F238E27FC236}">
                        <a16:creationId xmlns:a16="http://schemas.microsoft.com/office/drawing/2014/main" id="{971670CB-8C4F-08F1-6B84-D2A921EDA98A}"/>
                      </a:ext>
                    </a:extLst>
                  </p:cNvPr>
                  <p:cNvSpPr>
                    <a:spLocks noEditPoints="1"/>
                  </p:cNvSpPr>
                  <p:nvPr/>
                </p:nvSpPr>
                <p:spPr bwMode="gray">
                  <a:xfrm>
                    <a:off x="4886" y="2737"/>
                    <a:ext cx="63" cy="30"/>
                  </a:xfrm>
                  <a:custGeom>
                    <a:avLst/>
                    <a:gdLst>
                      <a:gd name="T0" fmla="*/ 2147483647 w 252"/>
                      <a:gd name="T1" fmla="*/ 0 h 120"/>
                      <a:gd name="T2" fmla="*/ 2147483647 w 252"/>
                      <a:gd name="T3" fmla="*/ 2147483647 h 120"/>
                      <a:gd name="T4" fmla="*/ 2147483647 w 252"/>
                      <a:gd name="T5" fmla="*/ 2147483647 h 120"/>
                      <a:gd name="T6" fmla="*/ 2147483647 w 252"/>
                      <a:gd name="T7" fmla="*/ 2147483647 h 120"/>
                      <a:gd name="T8" fmla="*/ 2147483647 w 252"/>
                      <a:gd name="T9" fmla="*/ 2147483647 h 120"/>
                      <a:gd name="T10" fmla="*/ 2147483647 w 252"/>
                      <a:gd name="T11" fmla="*/ 2147483647 h 120"/>
                      <a:gd name="T12" fmla="*/ 2147483647 w 252"/>
                      <a:gd name="T13" fmla="*/ 2147483647 h 120"/>
                      <a:gd name="T14" fmla="*/ 2147483647 w 252"/>
                      <a:gd name="T15" fmla="*/ 2147483647 h 120"/>
                      <a:gd name="T16" fmla="*/ 2147483647 w 252"/>
                      <a:gd name="T17" fmla="*/ 2147483647 h 120"/>
                      <a:gd name="T18" fmla="*/ 2147483647 w 252"/>
                      <a:gd name="T19" fmla="*/ 2147483647 h 120"/>
                      <a:gd name="T20" fmla="*/ 2147483647 w 252"/>
                      <a:gd name="T21" fmla="*/ 2147483647 h 120"/>
                      <a:gd name="T22" fmla="*/ 2147483647 w 252"/>
                      <a:gd name="T23" fmla="*/ 2147483647 h 120"/>
                      <a:gd name="T24" fmla="*/ 2147483647 w 252"/>
                      <a:gd name="T25" fmla="*/ 2147483647 h 120"/>
                      <a:gd name="T26" fmla="*/ 2147483647 w 252"/>
                      <a:gd name="T27" fmla="*/ 2147483647 h 120"/>
                      <a:gd name="T28" fmla="*/ 2147483647 w 252"/>
                      <a:gd name="T29" fmla="*/ 2147483647 h 120"/>
                      <a:gd name="T30" fmla="*/ 2147483647 w 252"/>
                      <a:gd name="T31" fmla="*/ 2147483647 h 120"/>
                      <a:gd name="T32" fmla="*/ 2147483647 w 252"/>
                      <a:gd name="T33" fmla="*/ 2147483647 h 120"/>
                      <a:gd name="T34" fmla="*/ 2147483647 w 252"/>
                      <a:gd name="T35" fmla="*/ 2147483647 h 120"/>
                      <a:gd name="T36" fmla="*/ 2147483647 w 252"/>
                      <a:gd name="T37" fmla="*/ 2147483647 h 120"/>
                      <a:gd name="T38" fmla="*/ 2147483647 w 252"/>
                      <a:gd name="T39" fmla="*/ 2147483647 h 120"/>
                      <a:gd name="T40" fmla="*/ 2147483647 w 252"/>
                      <a:gd name="T41" fmla="*/ 2147483647 h 120"/>
                      <a:gd name="T42" fmla="*/ 2147483647 w 252"/>
                      <a:gd name="T43" fmla="*/ 2147483647 h 120"/>
                      <a:gd name="T44" fmla="*/ 2147483647 w 252"/>
                      <a:gd name="T45" fmla="*/ 2147483647 h 120"/>
                      <a:gd name="T46" fmla="*/ 2147483647 w 252"/>
                      <a:gd name="T47" fmla="*/ 0 h 120"/>
                      <a:gd name="T48" fmla="*/ 0 w 252"/>
                      <a:gd name="T49" fmla="*/ 2147483647 h 120"/>
                      <a:gd name="T50" fmla="*/ 2147483647 w 252"/>
                      <a:gd name="T51" fmla="*/ 2147483647 h 120"/>
                      <a:gd name="T52" fmla="*/ 2147483647 w 252"/>
                      <a:gd name="T53" fmla="*/ 2147483647 h 120"/>
                      <a:gd name="T54" fmla="*/ 2147483647 w 252"/>
                      <a:gd name="T55" fmla="*/ 2147483647 h 120"/>
                      <a:gd name="T56" fmla="*/ 2147483647 w 252"/>
                      <a:gd name="T57" fmla="*/ 2147483647 h 120"/>
                      <a:gd name="T58" fmla="*/ 2147483647 w 252"/>
                      <a:gd name="T59" fmla="*/ 2147483647 h 120"/>
                      <a:gd name="T60" fmla="*/ 2147483647 w 252"/>
                      <a:gd name="T61" fmla="*/ 2147483647 h 120"/>
                      <a:gd name="T62" fmla="*/ 2147483647 w 252"/>
                      <a:gd name="T63" fmla="*/ 2147483647 h 120"/>
                      <a:gd name="T64" fmla="*/ 0 w 252"/>
                      <a:gd name="T65" fmla="*/ 2147483647 h 120"/>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252"/>
                      <a:gd name="T100" fmla="*/ 0 h 120"/>
                      <a:gd name="T101" fmla="*/ 252 w 252"/>
                      <a:gd name="T102" fmla="*/ 120 h 120"/>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252" h="120">
                        <a:moveTo>
                          <a:pt x="228" y="0"/>
                        </a:moveTo>
                        <a:lnTo>
                          <a:pt x="204" y="24"/>
                        </a:lnTo>
                        <a:lnTo>
                          <a:pt x="114" y="24"/>
                        </a:lnTo>
                        <a:lnTo>
                          <a:pt x="108" y="30"/>
                        </a:lnTo>
                        <a:lnTo>
                          <a:pt x="102" y="42"/>
                        </a:lnTo>
                        <a:lnTo>
                          <a:pt x="96" y="48"/>
                        </a:lnTo>
                        <a:lnTo>
                          <a:pt x="90" y="48"/>
                        </a:lnTo>
                        <a:lnTo>
                          <a:pt x="78" y="54"/>
                        </a:lnTo>
                        <a:lnTo>
                          <a:pt x="90" y="72"/>
                        </a:lnTo>
                        <a:lnTo>
                          <a:pt x="84" y="78"/>
                        </a:lnTo>
                        <a:lnTo>
                          <a:pt x="72" y="102"/>
                        </a:lnTo>
                        <a:lnTo>
                          <a:pt x="72" y="114"/>
                        </a:lnTo>
                        <a:lnTo>
                          <a:pt x="78" y="120"/>
                        </a:lnTo>
                        <a:lnTo>
                          <a:pt x="78" y="114"/>
                        </a:lnTo>
                        <a:lnTo>
                          <a:pt x="84" y="108"/>
                        </a:lnTo>
                        <a:lnTo>
                          <a:pt x="96" y="108"/>
                        </a:lnTo>
                        <a:lnTo>
                          <a:pt x="132" y="84"/>
                        </a:lnTo>
                        <a:lnTo>
                          <a:pt x="138" y="90"/>
                        </a:lnTo>
                        <a:lnTo>
                          <a:pt x="162" y="90"/>
                        </a:lnTo>
                        <a:lnTo>
                          <a:pt x="186" y="78"/>
                        </a:lnTo>
                        <a:lnTo>
                          <a:pt x="198" y="66"/>
                        </a:lnTo>
                        <a:lnTo>
                          <a:pt x="210" y="60"/>
                        </a:lnTo>
                        <a:lnTo>
                          <a:pt x="252" y="18"/>
                        </a:lnTo>
                        <a:lnTo>
                          <a:pt x="228" y="0"/>
                        </a:lnTo>
                        <a:close/>
                        <a:moveTo>
                          <a:pt x="0" y="90"/>
                        </a:moveTo>
                        <a:lnTo>
                          <a:pt x="6" y="102"/>
                        </a:lnTo>
                        <a:lnTo>
                          <a:pt x="18" y="96"/>
                        </a:lnTo>
                        <a:lnTo>
                          <a:pt x="24" y="90"/>
                        </a:lnTo>
                        <a:lnTo>
                          <a:pt x="36" y="90"/>
                        </a:lnTo>
                        <a:lnTo>
                          <a:pt x="36" y="84"/>
                        </a:lnTo>
                        <a:lnTo>
                          <a:pt x="42" y="72"/>
                        </a:lnTo>
                        <a:lnTo>
                          <a:pt x="18" y="72"/>
                        </a:lnTo>
                        <a:lnTo>
                          <a:pt x="0" y="9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72" name="Costa Rica" descr="© INSCALE GmbH, 05.05.2010&#10;http://www.presentationload.com/">
                    <a:extLst>
                      <a:ext uri="{FF2B5EF4-FFF2-40B4-BE49-F238E27FC236}">
                        <a16:creationId xmlns:a16="http://schemas.microsoft.com/office/drawing/2014/main" id="{1F172D44-39FD-F406-4CB9-5BD90614C7D1}"/>
                      </a:ext>
                    </a:extLst>
                  </p:cNvPr>
                  <p:cNvSpPr>
                    <a:spLocks/>
                  </p:cNvSpPr>
                  <p:nvPr/>
                </p:nvSpPr>
                <p:spPr bwMode="gray">
                  <a:xfrm>
                    <a:off x="1111" y="2339"/>
                    <a:ext cx="61" cy="59"/>
                  </a:xfrm>
                  <a:custGeom>
                    <a:avLst/>
                    <a:gdLst>
                      <a:gd name="T0" fmla="*/ 2147483647 w 240"/>
                      <a:gd name="T1" fmla="*/ 2147483647 h 228"/>
                      <a:gd name="T2" fmla="*/ 2147483647 w 240"/>
                      <a:gd name="T3" fmla="*/ 2147483647 h 228"/>
                      <a:gd name="T4" fmla="*/ 2147483647 w 240"/>
                      <a:gd name="T5" fmla="*/ 2147483647 h 228"/>
                      <a:gd name="T6" fmla="*/ 2147483647 w 240"/>
                      <a:gd name="T7" fmla="*/ 2147483647 h 228"/>
                      <a:gd name="T8" fmla="*/ 2147483647 w 240"/>
                      <a:gd name="T9" fmla="*/ 2147483647 h 228"/>
                      <a:gd name="T10" fmla="*/ 2147483647 w 240"/>
                      <a:gd name="T11" fmla="*/ 2147483647 h 228"/>
                      <a:gd name="T12" fmla="*/ 2147483647 w 240"/>
                      <a:gd name="T13" fmla="*/ 2147483647 h 228"/>
                      <a:gd name="T14" fmla="*/ 2147483647 w 240"/>
                      <a:gd name="T15" fmla="*/ 2147483647 h 228"/>
                      <a:gd name="T16" fmla="*/ 2147483647 w 240"/>
                      <a:gd name="T17" fmla="*/ 2147483647 h 228"/>
                      <a:gd name="T18" fmla="*/ 2147483647 w 240"/>
                      <a:gd name="T19" fmla="*/ 2147483647 h 228"/>
                      <a:gd name="T20" fmla="*/ 2147483647 w 240"/>
                      <a:gd name="T21" fmla="*/ 2147483647 h 228"/>
                      <a:gd name="T22" fmla="*/ 2147483647 w 240"/>
                      <a:gd name="T23" fmla="*/ 2147483647 h 228"/>
                      <a:gd name="T24" fmla="*/ 2147483647 w 240"/>
                      <a:gd name="T25" fmla="*/ 2147483647 h 228"/>
                      <a:gd name="T26" fmla="*/ 2147483647 w 240"/>
                      <a:gd name="T27" fmla="*/ 2147483647 h 228"/>
                      <a:gd name="T28" fmla="*/ 2147483647 w 240"/>
                      <a:gd name="T29" fmla="*/ 2147483647 h 228"/>
                      <a:gd name="T30" fmla="*/ 2147483647 w 240"/>
                      <a:gd name="T31" fmla="*/ 0 h 228"/>
                      <a:gd name="T32" fmla="*/ 2147483647 w 240"/>
                      <a:gd name="T33" fmla="*/ 2147483647 h 228"/>
                      <a:gd name="T34" fmla="*/ 2147483647 w 240"/>
                      <a:gd name="T35" fmla="*/ 2147483647 h 228"/>
                      <a:gd name="T36" fmla="*/ 0 w 240"/>
                      <a:gd name="T37" fmla="*/ 2147483647 h 228"/>
                      <a:gd name="T38" fmla="*/ 2147483647 w 240"/>
                      <a:gd name="T39" fmla="*/ 2147483647 h 228"/>
                      <a:gd name="T40" fmla="*/ 2147483647 w 240"/>
                      <a:gd name="T41" fmla="*/ 2147483647 h 228"/>
                      <a:gd name="T42" fmla="*/ 2147483647 w 240"/>
                      <a:gd name="T43" fmla="*/ 2147483647 h 228"/>
                      <a:gd name="T44" fmla="*/ 2147483647 w 240"/>
                      <a:gd name="T45" fmla="*/ 2147483647 h 228"/>
                      <a:gd name="T46" fmla="*/ 2147483647 w 240"/>
                      <a:gd name="T47" fmla="*/ 2147483647 h 228"/>
                      <a:gd name="T48" fmla="*/ 2147483647 w 240"/>
                      <a:gd name="T49" fmla="*/ 2147483647 h 228"/>
                      <a:gd name="T50" fmla="*/ 2147483647 w 240"/>
                      <a:gd name="T51" fmla="*/ 2147483647 h 228"/>
                      <a:gd name="T52" fmla="*/ 2147483647 w 240"/>
                      <a:gd name="T53" fmla="*/ 2147483647 h 228"/>
                      <a:gd name="T54" fmla="*/ 2147483647 w 240"/>
                      <a:gd name="T55" fmla="*/ 2147483647 h 228"/>
                      <a:gd name="T56" fmla="*/ 2147483647 w 240"/>
                      <a:gd name="T57" fmla="*/ 2147483647 h 228"/>
                      <a:gd name="T58" fmla="*/ 2147483647 w 240"/>
                      <a:gd name="T59" fmla="*/ 2147483647 h 228"/>
                      <a:gd name="T60" fmla="*/ 2147483647 w 240"/>
                      <a:gd name="T61" fmla="*/ 2147483647 h 228"/>
                      <a:gd name="T62" fmla="*/ 2147483647 w 240"/>
                      <a:gd name="T63" fmla="*/ 2147483647 h 228"/>
                      <a:gd name="T64" fmla="*/ 2147483647 w 240"/>
                      <a:gd name="T65" fmla="*/ 2147483647 h 228"/>
                      <a:gd name="T66" fmla="*/ 2147483647 w 240"/>
                      <a:gd name="T67" fmla="*/ 2147483647 h 22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40"/>
                      <a:gd name="T103" fmla="*/ 0 h 228"/>
                      <a:gd name="T104" fmla="*/ 240 w 240"/>
                      <a:gd name="T105" fmla="*/ 228 h 22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40" h="228">
                        <a:moveTo>
                          <a:pt x="210" y="198"/>
                        </a:moveTo>
                        <a:lnTo>
                          <a:pt x="216" y="198"/>
                        </a:lnTo>
                        <a:lnTo>
                          <a:pt x="234" y="180"/>
                        </a:lnTo>
                        <a:lnTo>
                          <a:pt x="228" y="174"/>
                        </a:lnTo>
                        <a:lnTo>
                          <a:pt x="210" y="174"/>
                        </a:lnTo>
                        <a:lnTo>
                          <a:pt x="210" y="168"/>
                        </a:lnTo>
                        <a:lnTo>
                          <a:pt x="204" y="162"/>
                        </a:lnTo>
                        <a:lnTo>
                          <a:pt x="204" y="144"/>
                        </a:lnTo>
                        <a:lnTo>
                          <a:pt x="210" y="138"/>
                        </a:lnTo>
                        <a:lnTo>
                          <a:pt x="222" y="138"/>
                        </a:lnTo>
                        <a:lnTo>
                          <a:pt x="228" y="132"/>
                        </a:lnTo>
                        <a:lnTo>
                          <a:pt x="240" y="132"/>
                        </a:lnTo>
                        <a:lnTo>
                          <a:pt x="228" y="126"/>
                        </a:lnTo>
                        <a:lnTo>
                          <a:pt x="210" y="108"/>
                        </a:lnTo>
                        <a:lnTo>
                          <a:pt x="198" y="84"/>
                        </a:lnTo>
                        <a:lnTo>
                          <a:pt x="192" y="78"/>
                        </a:lnTo>
                        <a:lnTo>
                          <a:pt x="186" y="66"/>
                        </a:lnTo>
                        <a:lnTo>
                          <a:pt x="180" y="60"/>
                        </a:lnTo>
                        <a:lnTo>
                          <a:pt x="174" y="36"/>
                        </a:lnTo>
                        <a:lnTo>
                          <a:pt x="138" y="36"/>
                        </a:lnTo>
                        <a:lnTo>
                          <a:pt x="126" y="24"/>
                        </a:lnTo>
                        <a:lnTo>
                          <a:pt x="126" y="18"/>
                        </a:lnTo>
                        <a:lnTo>
                          <a:pt x="120" y="18"/>
                        </a:lnTo>
                        <a:lnTo>
                          <a:pt x="114" y="12"/>
                        </a:lnTo>
                        <a:lnTo>
                          <a:pt x="84" y="12"/>
                        </a:lnTo>
                        <a:lnTo>
                          <a:pt x="84" y="18"/>
                        </a:lnTo>
                        <a:lnTo>
                          <a:pt x="78" y="18"/>
                        </a:lnTo>
                        <a:lnTo>
                          <a:pt x="72" y="12"/>
                        </a:lnTo>
                        <a:lnTo>
                          <a:pt x="60" y="6"/>
                        </a:lnTo>
                        <a:lnTo>
                          <a:pt x="48" y="6"/>
                        </a:lnTo>
                        <a:lnTo>
                          <a:pt x="42" y="0"/>
                        </a:lnTo>
                        <a:lnTo>
                          <a:pt x="24" y="0"/>
                        </a:lnTo>
                        <a:lnTo>
                          <a:pt x="6" y="30"/>
                        </a:lnTo>
                        <a:lnTo>
                          <a:pt x="18" y="42"/>
                        </a:lnTo>
                        <a:lnTo>
                          <a:pt x="24" y="42"/>
                        </a:lnTo>
                        <a:lnTo>
                          <a:pt x="24" y="48"/>
                        </a:lnTo>
                        <a:lnTo>
                          <a:pt x="6" y="66"/>
                        </a:lnTo>
                        <a:lnTo>
                          <a:pt x="0" y="78"/>
                        </a:lnTo>
                        <a:lnTo>
                          <a:pt x="6" y="90"/>
                        </a:lnTo>
                        <a:lnTo>
                          <a:pt x="18" y="102"/>
                        </a:lnTo>
                        <a:lnTo>
                          <a:pt x="30" y="108"/>
                        </a:lnTo>
                        <a:lnTo>
                          <a:pt x="42" y="108"/>
                        </a:lnTo>
                        <a:lnTo>
                          <a:pt x="60" y="126"/>
                        </a:lnTo>
                        <a:lnTo>
                          <a:pt x="72" y="126"/>
                        </a:lnTo>
                        <a:lnTo>
                          <a:pt x="72" y="102"/>
                        </a:lnTo>
                        <a:lnTo>
                          <a:pt x="66" y="96"/>
                        </a:lnTo>
                        <a:lnTo>
                          <a:pt x="54" y="90"/>
                        </a:lnTo>
                        <a:lnTo>
                          <a:pt x="42" y="78"/>
                        </a:lnTo>
                        <a:lnTo>
                          <a:pt x="42" y="72"/>
                        </a:lnTo>
                        <a:lnTo>
                          <a:pt x="48" y="72"/>
                        </a:lnTo>
                        <a:lnTo>
                          <a:pt x="60" y="78"/>
                        </a:lnTo>
                        <a:lnTo>
                          <a:pt x="66" y="84"/>
                        </a:lnTo>
                        <a:lnTo>
                          <a:pt x="90" y="96"/>
                        </a:lnTo>
                        <a:lnTo>
                          <a:pt x="96" y="102"/>
                        </a:lnTo>
                        <a:lnTo>
                          <a:pt x="96" y="132"/>
                        </a:lnTo>
                        <a:lnTo>
                          <a:pt x="114" y="132"/>
                        </a:lnTo>
                        <a:lnTo>
                          <a:pt x="126" y="138"/>
                        </a:lnTo>
                        <a:lnTo>
                          <a:pt x="138" y="138"/>
                        </a:lnTo>
                        <a:lnTo>
                          <a:pt x="156" y="180"/>
                        </a:lnTo>
                        <a:lnTo>
                          <a:pt x="150" y="186"/>
                        </a:lnTo>
                        <a:lnTo>
                          <a:pt x="150" y="198"/>
                        </a:lnTo>
                        <a:lnTo>
                          <a:pt x="168" y="216"/>
                        </a:lnTo>
                        <a:lnTo>
                          <a:pt x="180" y="222"/>
                        </a:lnTo>
                        <a:lnTo>
                          <a:pt x="192" y="222"/>
                        </a:lnTo>
                        <a:lnTo>
                          <a:pt x="174" y="198"/>
                        </a:lnTo>
                        <a:lnTo>
                          <a:pt x="204" y="228"/>
                        </a:lnTo>
                        <a:lnTo>
                          <a:pt x="210" y="222"/>
                        </a:lnTo>
                        <a:lnTo>
                          <a:pt x="210" y="198"/>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73" name="China" descr="© INSCALE GmbH, 05.05.2010&#10;http://www.presentationload.com/">
                    <a:extLst>
                      <a:ext uri="{FF2B5EF4-FFF2-40B4-BE49-F238E27FC236}">
                        <a16:creationId xmlns:a16="http://schemas.microsoft.com/office/drawing/2014/main" id="{09E8D40E-F4D8-96C8-0C68-073D2194B616}"/>
                      </a:ext>
                    </a:extLst>
                  </p:cNvPr>
                  <p:cNvSpPr>
                    <a:spLocks noEditPoints="1"/>
                  </p:cNvSpPr>
                  <p:nvPr/>
                </p:nvSpPr>
                <p:spPr bwMode="gray">
                  <a:xfrm>
                    <a:off x="3899" y="1479"/>
                    <a:ext cx="927" cy="717"/>
                  </a:xfrm>
                  <a:custGeom>
                    <a:avLst/>
                    <a:gdLst>
                      <a:gd name="T0" fmla="*/ 2147483647 w 3660"/>
                      <a:gd name="T1" fmla="*/ 2147483647 h 2826"/>
                      <a:gd name="T2" fmla="*/ 2147483647 w 3660"/>
                      <a:gd name="T3" fmla="*/ 2147483647 h 2826"/>
                      <a:gd name="T4" fmla="*/ 2147483647 w 3660"/>
                      <a:gd name="T5" fmla="*/ 2147483647 h 2826"/>
                      <a:gd name="T6" fmla="*/ 2147483647 w 3660"/>
                      <a:gd name="T7" fmla="*/ 2147483647 h 2826"/>
                      <a:gd name="T8" fmla="*/ 2147483647 w 3660"/>
                      <a:gd name="T9" fmla="*/ 2147483647 h 2826"/>
                      <a:gd name="T10" fmla="*/ 2147483647 w 3660"/>
                      <a:gd name="T11" fmla="*/ 2147483647 h 2826"/>
                      <a:gd name="T12" fmla="*/ 2147483647 w 3660"/>
                      <a:gd name="T13" fmla="*/ 2147483647 h 2826"/>
                      <a:gd name="T14" fmla="*/ 2147483647 w 3660"/>
                      <a:gd name="T15" fmla="*/ 2147483647 h 2826"/>
                      <a:gd name="T16" fmla="*/ 2147483647 w 3660"/>
                      <a:gd name="T17" fmla="*/ 2147483647 h 2826"/>
                      <a:gd name="T18" fmla="*/ 2147483647 w 3660"/>
                      <a:gd name="T19" fmla="*/ 2147483647 h 2826"/>
                      <a:gd name="T20" fmla="*/ 2147483647 w 3660"/>
                      <a:gd name="T21" fmla="*/ 2147483647 h 2826"/>
                      <a:gd name="T22" fmla="*/ 2147483647 w 3660"/>
                      <a:gd name="T23" fmla="*/ 2147483647 h 2826"/>
                      <a:gd name="T24" fmla="*/ 2147483647 w 3660"/>
                      <a:gd name="T25" fmla="*/ 2147483647 h 2826"/>
                      <a:gd name="T26" fmla="*/ 2147483647 w 3660"/>
                      <a:gd name="T27" fmla="*/ 2147483647 h 2826"/>
                      <a:gd name="T28" fmla="*/ 2147483647 w 3660"/>
                      <a:gd name="T29" fmla="*/ 2147483647 h 2826"/>
                      <a:gd name="T30" fmla="*/ 2147483647 w 3660"/>
                      <a:gd name="T31" fmla="*/ 2147483647 h 2826"/>
                      <a:gd name="T32" fmla="*/ 2147483647 w 3660"/>
                      <a:gd name="T33" fmla="*/ 2147483647 h 2826"/>
                      <a:gd name="T34" fmla="*/ 2147483647 w 3660"/>
                      <a:gd name="T35" fmla="*/ 2147483647 h 2826"/>
                      <a:gd name="T36" fmla="*/ 2147483647 w 3660"/>
                      <a:gd name="T37" fmla="*/ 2147483647 h 2826"/>
                      <a:gd name="T38" fmla="*/ 2147483647 w 3660"/>
                      <a:gd name="T39" fmla="*/ 2147483647 h 2826"/>
                      <a:gd name="T40" fmla="*/ 2147483647 w 3660"/>
                      <a:gd name="T41" fmla="*/ 2147483647 h 2826"/>
                      <a:gd name="T42" fmla="*/ 2147483647 w 3660"/>
                      <a:gd name="T43" fmla="*/ 2147483647 h 2826"/>
                      <a:gd name="T44" fmla="*/ 2147483647 w 3660"/>
                      <a:gd name="T45" fmla="*/ 2147483647 h 2826"/>
                      <a:gd name="T46" fmla="*/ 0 w 3660"/>
                      <a:gd name="T47" fmla="*/ 2147483647 h 2826"/>
                      <a:gd name="T48" fmla="*/ 2147483647 w 3660"/>
                      <a:gd name="T49" fmla="*/ 2147483647 h 2826"/>
                      <a:gd name="T50" fmla="*/ 2147483647 w 3660"/>
                      <a:gd name="T51" fmla="*/ 2147483647 h 2826"/>
                      <a:gd name="T52" fmla="*/ 2147483647 w 3660"/>
                      <a:gd name="T53" fmla="*/ 2147483647 h 2826"/>
                      <a:gd name="T54" fmla="*/ 2147483647 w 3660"/>
                      <a:gd name="T55" fmla="*/ 2147483647 h 2826"/>
                      <a:gd name="T56" fmla="*/ 2147483647 w 3660"/>
                      <a:gd name="T57" fmla="*/ 2147483647 h 2826"/>
                      <a:gd name="T58" fmla="*/ 2147483647 w 3660"/>
                      <a:gd name="T59" fmla="*/ 2147483647 h 2826"/>
                      <a:gd name="T60" fmla="*/ 2147483647 w 3660"/>
                      <a:gd name="T61" fmla="*/ 2147483647 h 2826"/>
                      <a:gd name="T62" fmla="*/ 2147483647 w 3660"/>
                      <a:gd name="T63" fmla="*/ 2147483647 h 2826"/>
                      <a:gd name="T64" fmla="*/ 2147483647 w 3660"/>
                      <a:gd name="T65" fmla="*/ 2147483647 h 2826"/>
                      <a:gd name="T66" fmla="*/ 2147483647 w 3660"/>
                      <a:gd name="T67" fmla="*/ 2147483647 h 2826"/>
                      <a:gd name="T68" fmla="*/ 2147483647 w 3660"/>
                      <a:gd name="T69" fmla="*/ 2147483647 h 2826"/>
                      <a:gd name="T70" fmla="*/ 2147483647 w 3660"/>
                      <a:gd name="T71" fmla="*/ 2147483647 h 2826"/>
                      <a:gd name="T72" fmla="*/ 2147483647 w 3660"/>
                      <a:gd name="T73" fmla="*/ 2147483647 h 2826"/>
                      <a:gd name="T74" fmla="*/ 2147483647 w 3660"/>
                      <a:gd name="T75" fmla="*/ 2147483647 h 2826"/>
                      <a:gd name="T76" fmla="*/ 2147483647 w 3660"/>
                      <a:gd name="T77" fmla="*/ 2147483647 h 2826"/>
                      <a:gd name="T78" fmla="*/ 2147483647 w 3660"/>
                      <a:gd name="T79" fmla="*/ 2147483647 h 2826"/>
                      <a:gd name="T80" fmla="*/ 2147483647 w 3660"/>
                      <a:gd name="T81" fmla="*/ 2147483647 h 2826"/>
                      <a:gd name="T82" fmla="*/ 2147483647 w 3660"/>
                      <a:gd name="T83" fmla="*/ 2147483647 h 2826"/>
                      <a:gd name="T84" fmla="*/ 2147483647 w 3660"/>
                      <a:gd name="T85" fmla="*/ 2147483647 h 2826"/>
                      <a:gd name="T86" fmla="*/ 2147483647 w 3660"/>
                      <a:gd name="T87" fmla="*/ 2147483647 h 2826"/>
                      <a:gd name="T88" fmla="*/ 2147483647 w 3660"/>
                      <a:gd name="T89" fmla="*/ 2147483647 h 2826"/>
                      <a:gd name="T90" fmla="*/ 2147483647 w 3660"/>
                      <a:gd name="T91" fmla="*/ 2147483647 h 2826"/>
                      <a:gd name="T92" fmla="*/ 2147483647 w 3660"/>
                      <a:gd name="T93" fmla="*/ 2147483647 h 2826"/>
                      <a:gd name="T94" fmla="*/ 2147483647 w 3660"/>
                      <a:gd name="T95" fmla="*/ 2147483647 h 2826"/>
                      <a:gd name="T96" fmla="*/ 2147483647 w 3660"/>
                      <a:gd name="T97" fmla="*/ 2147483647 h 2826"/>
                      <a:gd name="T98" fmla="*/ 2147483647 w 3660"/>
                      <a:gd name="T99" fmla="*/ 2147483647 h 2826"/>
                      <a:gd name="T100" fmla="*/ 2147483647 w 3660"/>
                      <a:gd name="T101" fmla="*/ 2147483647 h 2826"/>
                      <a:gd name="T102" fmla="*/ 2147483647 w 3660"/>
                      <a:gd name="T103" fmla="*/ 2147483647 h 2826"/>
                      <a:gd name="T104" fmla="*/ 2147483647 w 3660"/>
                      <a:gd name="T105" fmla="*/ 2147483647 h 2826"/>
                      <a:gd name="T106" fmla="*/ 2147483647 w 3660"/>
                      <a:gd name="T107" fmla="*/ 2147483647 h 2826"/>
                      <a:gd name="T108" fmla="*/ 2147483647 w 3660"/>
                      <a:gd name="T109" fmla="*/ 2147483647 h 2826"/>
                      <a:gd name="T110" fmla="*/ 2147483647 w 3660"/>
                      <a:gd name="T111" fmla="*/ 2147483647 h 2826"/>
                      <a:gd name="T112" fmla="*/ 2147483647 w 3660"/>
                      <a:gd name="T113" fmla="*/ 2147483647 h 2826"/>
                      <a:gd name="T114" fmla="*/ 2147483647 w 3660"/>
                      <a:gd name="T115" fmla="*/ 2147483647 h 2826"/>
                      <a:gd name="T116" fmla="*/ 2147483647 w 3660"/>
                      <a:gd name="T117" fmla="*/ 2147483647 h 2826"/>
                      <a:gd name="T118" fmla="*/ 2147483647 w 3660"/>
                      <a:gd name="T119" fmla="*/ 2147483647 h 2826"/>
                      <a:gd name="T120" fmla="*/ 2147483647 w 3660"/>
                      <a:gd name="T121" fmla="*/ 2147483647 h 2826"/>
                      <a:gd name="T122" fmla="*/ 2147483647 w 3660"/>
                      <a:gd name="T123" fmla="*/ 2147483647 h 282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3660"/>
                      <a:gd name="T187" fmla="*/ 0 h 2826"/>
                      <a:gd name="T188" fmla="*/ 3660 w 3660"/>
                      <a:gd name="T189" fmla="*/ 2826 h 282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3660" h="2826">
                        <a:moveTo>
                          <a:pt x="2862" y="2688"/>
                        </a:moveTo>
                        <a:lnTo>
                          <a:pt x="2850" y="2682"/>
                        </a:lnTo>
                        <a:lnTo>
                          <a:pt x="2772" y="2682"/>
                        </a:lnTo>
                        <a:lnTo>
                          <a:pt x="2766" y="2700"/>
                        </a:lnTo>
                        <a:lnTo>
                          <a:pt x="2748" y="2694"/>
                        </a:lnTo>
                        <a:lnTo>
                          <a:pt x="2736" y="2718"/>
                        </a:lnTo>
                        <a:lnTo>
                          <a:pt x="2730" y="2724"/>
                        </a:lnTo>
                        <a:lnTo>
                          <a:pt x="2712" y="2760"/>
                        </a:lnTo>
                        <a:lnTo>
                          <a:pt x="2718" y="2772"/>
                        </a:lnTo>
                        <a:lnTo>
                          <a:pt x="2724" y="2790"/>
                        </a:lnTo>
                        <a:lnTo>
                          <a:pt x="2754" y="2820"/>
                        </a:lnTo>
                        <a:lnTo>
                          <a:pt x="2766" y="2826"/>
                        </a:lnTo>
                        <a:lnTo>
                          <a:pt x="2772" y="2826"/>
                        </a:lnTo>
                        <a:lnTo>
                          <a:pt x="2802" y="2820"/>
                        </a:lnTo>
                        <a:lnTo>
                          <a:pt x="2820" y="2820"/>
                        </a:lnTo>
                        <a:lnTo>
                          <a:pt x="2844" y="2808"/>
                        </a:lnTo>
                        <a:lnTo>
                          <a:pt x="2850" y="2802"/>
                        </a:lnTo>
                        <a:lnTo>
                          <a:pt x="2850" y="2754"/>
                        </a:lnTo>
                        <a:lnTo>
                          <a:pt x="2856" y="2742"/>
                        </a:lnTo>
                        <a:lnTo>
                          <a:pt x="2862" y="2736"/>
                        </a:lnTo>
                        <a:lnTo>
                          <a:pt x="2868" y="2724"/>
                        </a:lnTo>
                        <a:lnTo>
                          <a:pt x="2868" y="2700"/>
                        </a:lnTo>
                        <a:lnTo>
                          <a:pt x="2862" y="2688"/>
                        </a:lnTo>
                        <a:close/>
                        <a:moveTo>
                          <a:pt x="3660" y="624"/>
                        </a:moveTo>
                        <a:lnTo>
                          <a:pt x="3654" y="600"/>
                        </a:lnTo>
                        <a:lnTo>
                          <a:pt x="3660" y="570"/>
                        </a:lnTo>
                        <a:lnTo>
                          <a:pt x="3642" y="564"/>
                        </a:lnTo>
                        <a:lnTo>
                          <a:pt x="3642" y="540"/>
                        </a:lnTo>
                        <a:lnTo>
                          <a:pt x="3630" y="528"/>
                        </a:lnTo>
                        <a:lnTo>
                          <a:pt x="3630" y="510"/>
                        </a:lnTo>
                        <a:lnTo>
                          <a:pt x="3618" y="492"/>
                        </a:lnTo>
                        <a:lnTo>
                          <a:pt x="3636" y="486"/>
                        </a:lnTo>
                        <a:lnTo>
                          <a:pt x="3636" y="456"/>
                        </a:lnTo>
                        <a:lnTo>
                          <a:pt x="3612" y="444"/>
                        </a:lnTo>
                        <a:lnTo>
                          <a:pt x="3612" y="426"/>
                        </a:lnTo>
                        <a:lnTo>
                          <a:pt x="3606" y="414"/>
                        </a:lnTo>
                        <a:lnTo>
                          <a:pt x="3594" y="408"/>
                        </a:lnTo>
                        <a:lnTo>
                          <a:pt x="3552" y="408"/>
                        </a:lnTo>
                        <a:lnTo>
                          <a:pt x="3546" y="432"/>
                        </a:lnTo>
                        <a:lnTo>
                          <a:pt x="3516" y="432"/>
                        </a:lnTo>
                        <a:lnTo>
                          <a:pt x="3504" y="438"/>
                        </a:lnTo>
                        <a:lnTo>
                          <a:pt x="3498" y="438"/>
                        </a:lnTo>
                        <a:lnTo>
                          <a:pt x="3492" y="444"/>
                        </a:lnTo>
                        <a:lnTo>
                          <a:pt x="3492" y="462"/>
                        </a:lnTo>
                        <a:lnTo>
                          <a:pt x="3462" y="456"/>
                        </a:lnTo>
                        <a:lnTo>
                          <a:pt x="3462" y="468"/>
                        </a:lnTo>
                        <a:lnTo>
                          <a:pt x="3444" y="468"/>
                        </a:lnTo>
                        <a:lnTo>
                          <a:pt x="3432" y="456"/>
                        </a:lnTo>
                        <a:lnTo>
                          <a:pt x="3408" y="462"/>
                        </a:lnTo>
                        <a:lnTo>
                          <a:pt x="3366" y="432"/>
                        </a:lnTo>
                        <a:lnTo>
                          <a:pt x="3366" y="420"/>
                        </a:lnTo>
                        <a:lnTo>
                          <a:pt x="3360" y="408"/>
                        </a:lnTo>
                        <a:lnTo>
                          <a:pt x="3360" y="402"/>
                        </a:lnTo>
                        <a:lnTo>
                          <a:pt x="3354" y="396"/>
                        </a:lnTo>
                        <a:lnTo>
                          <a:pt x="3336" y="396"/>
                        </a:lnTo>
                        <a:lnTo>
                          <a:pt x="3318" y="366"/>
                        </a:lnTo>
                        <a:lnTo>
                          <a:pt x="3276" y="366"/>
                        </a:lnTo>
                        <a:lnTo>
                          <a:pt x="3258" y="348"/>
                        </a:lnTo>
                        <a:lnTo>
                          <a:pt x="3246" y="342"/>
                        </a:lnTo>
                        <a:lnTo>
                          <a:pt x="3228" y="324"/>
                        </a:lnTo>
                        <a:lnTo>
                          <a:pt x="3216" y="324"/>
                        </a:lnTo>
                        <a:lnTo>
                          <a:pt x="3204" y="336"/>
                        </a:lnTo>
                        <a:lnTo>
                          <a:pt x="3192" y="330"/>
                        </a:lnTo>
                        <a:lnTo>
                          <a:pt x="3186" y="324"/>
                        </a:lnTo>
                        <a:lnTo>
                          <a:pt x="3174" y="318"/>
                        </a:lnTo>
                        <a:lnTo>
                          <a:pt x="3126" y="318"/>
                        </a:lnTo>
                        <a:lnTo>
                          <a:pt x="3114" y="312"/>
                        </a:lnTo>
                        <a:lnTo>
                          <a:pt x="3108" y="306"/>
                        </a:lnTo>
                        <a:lnTo>
                          <a:pt x="3084" y="294"/>
                        </a:lnTo>
                        <a:lnTo>
                          <a:pt x="3078" y="288"/>
                        </a:lnTo>
                        <a:lnTo>
                          <a:pt x="3072" y="288"/>
                        </a:lnTo>
                        <a:lnTo>
                          <a:pt x="3066" y="264"/>
                        </a:lnTo>
                        <a:lnTo>
                          <a:pt x="3054" y="264"/>
                        </a:lnTo>
                        <a:lnTo>
                          <a:pt x="3048" y="252"/>
                        </a:lnTo>
                        <a:lnTo>
                          <a:pt x="3030" y="234"/>
                        </a:lnTo>
                        <a:lnTo>
                          <a:pt x="3024" y="222"/>
                        </a:lnTo>
                        <a:lnTo>
                          <a:pt x="2976" y="198"/>
                        </a:lnTo>
                        <a:lnTo>
                          <a:pt x="2964" y="198"/>
                        </a:lnTo>
                        <a:lnTo>
                          <a:pt x="2952" y="168"/>
                        </a:lnTo>
                        <a:lnTo>
                          <a:pt x="2904" y="144"/>
                        </a:lnTo>
                        <a:lnTo>
                          <a:pt x="2898" y="114"/>
                        </a:lnTo>
                        <a:lnTo>
                          <a:pt x="2892" y="114"/>
                        </a:lnTo>
                        <a:lnTo>
                          <a:pt x="2886" y="108"/>
                        </a:lnTo>
                        <a:lnTo>
                          <a:pt x="2874" y="108"/>
                        </a:lnTo>
                        <a:lnTo>
                          <a:pt x="2862" y="96"/>
                        </a:lnTo>
                        <a:lnTo>
                          <a:pt x="2850" y="90"/>
                        </a:lnTo>
                        <a:lnTo>
                          <a:pt x="2838" y="78"/>
                        </a:lnTo>
                        <a:lnTo>
                          <a:pt x="2832" y="78"/>
                        </a:lnTo>
                        <a:lnTo>
                          <a:pt x="2832" y="66"/>
                        </a:lnTo>
                        <a:lnTo>
                          <a:pt x="2820" y="60"/>
                        </a:lnTo>
                        <a:lnTo>
                          <a:pt x="2814" y="54"/>
                        </a:lnTo>
                        <a:lnTo>
                          <a:pt x="2802" y="48"/>
                        </a:lnTo>
                        <a:lnTo>
                          <a:pt x="2796" y="42"/>
                        </a:lnTo>
                        <a:lnTo>
                          <a:pt x="2724" y="42"/>
                        </a:lnTo>
                        <a:lnTo>
                          <a:pt x="2688" y="18"/>
                        </a:lnTo>
                        <a:lnTo>
                          <a:pt x="2652" y="0"/>
                        </a:lnTo>
                        <a:lnTo>
                          <a:pt x="2598" y="12"/>
                        </a:lnTo>
                        <a:lnTo>
                          <a:pt x="2556" y="6"/>
                        </a:lnTo>
                        <a:lnTo>
                          <a:pt x="2550" y="18"/>
                        </a:lnTo>
                        <a:lnTo>
                          <a:pt x="2514" y="24"/>
                        </a:lnTo>
                        <a:lnTo>
                          <a:pt x="2472" y="66"/>
                        </a:lnTo>
                        <a:lnTo>
                          <a:pt x="2466" y="66"/>
                        </a:lnTo>
                        <a:lnTo>
                          <a:pt x="2466" y="78"/>
                        </a:lnTo>
                        <a:lnTo>
                          <a:pt x="2472" y="78"/>
                        </a:lnTo>
                        <a:lnTo>
                          <a:pt x="2490" y="84"/>
                        </a:lnTo>
                        <a:lnTo>
                          <a:pt x="2502" y="84"/>
                        </a:lnTo>
                        <a:lnTo>
                          <a:pt x="2508" y="90"/>
                        </a:lnTo>
                        <a:lnTo>
                          <a:pt x="2520" y="90"/>
                        </a:lnTo>
                        <a:lnTo>
                          <a:pt x="2532" y="102"/>
                        </a:lnTo>
                        <a:lnTo>
                          <a:pt x="2544" y="108"/>
                        </a:lnTo>
                        <a:lnTo>
                          <a:pt x="2550" y="114"/>
                        </a:lnTo>
                        <a:lnTo>
                          <a:pt x="2550" y="126"/>
                        </a:lnTo>
                        <a:lnTo>
                          <a:pt x="2532" y="144"/>
                        </a:lnTo>
                        <a:lnTo>
                          <a:pt x="2532" y="216"/>
                        </a:lnTo>
                        <a:lnTo>
                          <a:pt x="2538" y="258"/>
                        </a:lnTo>
                        <a:lnTo>
                          <a:pt x="2544" y="264"/>
                        </a:lnTo>
                        <a:lnTo>
                          <a:pt x="2556" y="264"/>
                        </a:lnTo>
                        <a:lnTo>
                          <a:pt x="2556" y="276"/>
                        </a:lnTo>
                        <a:lnTo>
                          <a:pt x="2550" y="282"/>
                        </a:lnTo>
                        <a:lnTo>
                          <a:pt x="2538" y="288"/>
                        </a:lnTo>
                        <a:lnTo>
                          <a:pt x="2514" y="288"/>
                        </a:lnTo>
                        <a:lnTo>
                          <a:pt x="2514" y="300"/>
                        </a:lnTo>
                        <a:lnTo>
                          <a:pt x="2496" y="318"/>
                        </a:lnTo>
                        <a:lnTo>
                          <a:pt x="2484" y="318"/>
                        </a:lnTo>
                        <a:lnTo>
                          <a:pt x="2478" y="312"/>
                        </a:lnTo>
                        <a:lnTo>
                          <a:pt x="2442" y="312"/>
                        </a:lnTo>
                        <a:lnTo>
                          <a:pt x="2406" y="288"/>
                        </a:lnTo>
                        <a:lnTo>
                          <a:pt x="2406" y="372"/>
                        </a:lnTo>
                        <a:lnTo>
                          <a:pt x="2412" y="384"/>
                        </a:lnTo>
                        <a:lnTo>
                          <a:pt x="2418" y="408"/>
                        </a:lnTo>
                        <a:lnTo>
                          <a:pt x="2424" y="420"/>
                        </a:lnTo>
                        <a:lnTo>
                          <a:pt x="2418" y="420"/>
                        </a:lnTo>
                        <a:lnTo>
                          <a:pt x="2418" y="438"/>
                        </a:lnTo>
                        <a:lnTo>
                          <a:pt x="2424" y="450"/>
                        </a:lnTo>
                        <a:lnTo>
                          <a:pt x="2436" y="456"/>
                        </a:lnTo>
                        <a:lnTo>
                          <a:pt x="2442" y="462"/>
                        </a:lnTo>
                        <a:lnTo>
                          <a:pt x="2460" y="462"/>
                        </a:lnTo>
                        <a:lnTo>
                          <a:pt x="2460" y="456"/>
                        </a:lnTo>
                        <a:lnTo>
                          <a:pt x="2454" y="456"/>
                        </a:lnTo>
                        <a:lnTo>
                          <a:pt x="2460" y="450"/>
                        </a:lnTo>
                        <a:lnTo>
                          <a:pt x="2514" y="450"/>
                        </a:lnTo>
                        <a:lnTo>
                          <a:pt x="2526" y="462"/>
                        </a:lnTo>
                        <a:lnTo>
                          <a:pt x="2538" y="468"/>
                        </a:lnTo>
                        <a:lnTo>
                          <a:pt x="2544" y="468"/>
                        </a:lnTo>
                        <a:lnTo>
                          <a:pt x="2550" y="462"/>
                        </a:lnTo>
                        <a:lnTo>
                          <a:pt x="2550" y="438"/>
                        </a:lnTo>
                        <a:lnTo>
                          <a:pt x="2616" y="438"/>
                        </a:lnTo>
                        <a:lnTo>
                          <a:pt x="2616" y="450"/>
                        </a:lnTo>
                        <a:lnTo>
                          <a:pt x="2622" y="456"/>
                        </a:lnTo>
                        <a:lnTo>
                          <a:pt x="2634" y="462"/>
                        </a:lnTo>
                        <a:lnTo>
                          <a:pt x="2652" y="462"/>
                        </a:lnTo>
                        <a:lnTo>
                          <a:pt x="2658" y="468"/>
                        </a:lnTo>
                        <a:lnTo>
                          <a:pt x="2670" y="474"/>
                        </a:lnTo>
                        <a:lnTo>
                          <a:pt x="2682" y="486"/>
                        </a:lnTo>
                        <a:lnTo>
                          <a:pt x="2706" y="498"/>
                        </a:lnTo>
                        <a:lnTo>
                          <a:pt x="2718" y="498"/>
                        </a:lnTo>
                        <a:lnTo>
                          <a:pt x="2724" y="510"/>
                        </a:lnTo>
                        <a:lnTo>
                          <a:pt x="2748" y="534"/>
                        </a:lnTo>
                        <a:lnTo>
                          <a:pt x="2748" y="540"/>
                        </a:lnTo>
                        <a:lnTo>
                          <a:pt x="2742" y="546"/>
                        </a:lnTo>
                        <a:lnTo>
                          <a:pt x="2706" y="546"/>
                        </a:lnTo>
                        <a:lnTo>
                          <a:pt x="2700" y="540"/>
                        </a:lnTo>
                        <a:lnTo>
                          <a:pt x="2688" y="534"/>
                        </a:lnTo>
                        <a:lnTo>
                          <a:pt x="2658" y="534"/>
                        </a:lnTo>
                        <a:lnTo>
                          <a:pt x="2652" y="540"/>
                        </a:lnTo>
                        <a:lnTo>
                          <a:pt x="2646" y="540"/>
                        </a:lnTo>
                        <a:lnTo>
                          <a:pt x="2628" y="558"/>
                        </a:lnTo>
                        <a:lnTo>
                          <a:pt x="2598" y="552"/>
                        </a:lnTo>
                        <a:lnTo>
                          <a:pt x="2598" y="570"/>
                        </a:lnTo>
                        <a:lnTo>
                          <a:pt x="2586" y="570"/>
                        </a:lnTo>
                        <a:lnTo>
                          <a:pt x="2550" y="588"/>
                        </a:lnTo>
                        <a:lnTo>
                          <a:pt x="2544" y="594"/>
                        </a:lnTo>
                        <a:lnTo>
                          <a:pt x="2550" y="606"/>
                        </a:lnTo>
                        <a:lnTo>
                          <a:pt x="2562" y="618"/>
                        </a:lnTo>
                        <a:lnTo>
                          <a:pt x="2538" y="642"/>
                        </a:lnTo>
                        <a:lnTo>
                          <a:pt x="2466" y="642"/>
                        </a:lnTo>
                        <a:lnTo>
                          <a:pt x="2466" y="666"/>
                        </a:lnTo>
                        <a:lnTo>
                          <a:pt x="2460" y="672"/>
                        </a:lnTo>
                        <a:lnTo>
                          <a:pt x="2454" y="684"/>
                        </a:lnTo>
                        <a:lnTo>
                          <a:pt x="2442" y="690"/>
                        </a:lnTo>
                        <a:lnTo>
                          <a:pt x="2424" y="690"/>
                        </a:lnTo>
                        <a:lnTo>
                          <a:pt x="2412" y="696"/>
                        </a:lnTo>
                        <a:lnTo>
                          <a:pt x="2388" y="696"/>
                        </a:lnTo>
                        <a:lnTo>
                          <a:pt x="2376" y="690"/>
                        </a:lnTo>
                        <a:lnTo>
                          <a:pt x="2370" y="684"/>
                        </a:lnTo>
                        <a:lnTo>
                          <a:pt x="2358" y="678"/>
                        </a:lnTo>
                        <a:lnTo>
                          <a:pt x="2352" y="672"/>
                        </a:lnTo>
                        <a:lnTo>
                          <a:pt x="2346" y="672"/>
                        </a:lnTo>
                        <a:lnTo>
                          <a:pt x="2340" y="666"/>
                        </a:lnTo>
                        <a:lnTo>
                          <a:pt x="2316" y="666"/>
                        </a:lnTo>
                        <a:lnTo>
                          <a:pt x="2304" y="672"/>
                        </a:lnTo>
                        <a:lnTo>
                          <a:pt x="2304" y="684"/>
                        </a:lnTo>
                        <a:lnTo>
                          <a:pt x="2298" y="696"/>
                        </a:lnTo>
                        <a:lnTo>
                          <a:pt x="2298" y="708"/>
                        </a:lnTo>
                        <a:lnTo>
                          <a:pt x="2304" y="720"/>
                        </a:lnTo>
                        <a:lnTo>
                          <a:pt x="2322" y="738"/>
                        </a:lnTo>
                        <a:lnTo>
                          <a:pt x="2334" y="744"/>
                        </a:lnTo>
                        <a:lnTo>
                          <a:pt x="2352" y="762"/>
                        </a:lnTo>
                        <a:lnTo>
                          <a:pt x="2364" y="768"/>
                        </a:lnTo>
                        <a:lnTo>
                          <a:pt x="2364" y="774"/>
                        </a:lnTo>
                        <a:lnTo>
                          <a:pt x="2358" y="780"/>
                        </a:lnTo>
                        <a:lnTo>
                          <a:pt x="2352" y="792"/>
                        </a:lnTo>
                        <a:lnTo>
                          <a:pt x="2340" y="804"/>
                        </a:lnTo>
                        <a:lnTo>
                          <a:pt x="2316" y="804"/>
                        </a:lnTo>
                        <a:lnTo>
                          <a:pt x="2316" y="810"/>
                        </a:lnTo>
                        <a:lnTo>
                          <a:pt x="2310" y="822"/>
                        </a:lnTo>
                        <a:lnTo>
                          <a:pt x="2310" y="828"/>
                        </a:lnTo>
                        <a:lnTo>
                          <a:pt x="2298" y="852"/>
                        </a:lnTo>
                        <a:lnTo>
                          <a:pt x="2286" y="858"/>
                        </a:lnTo>
                        <a:lnTo>
                          <a:pt x="2262" y="858"/>
                        </a:lnTo>
                        <a:lnTo>
                          <a:pt x="2244" y="882"/>
                        </a:lnTo>
                        <a:lnTo>
                          <a:pt x="2088" y="882"/>
                        </a:lnTo>
                        <a:lnTo>
                          <a:pt x="2070" y="894"/>
                        </a:lnTo>
                        <a:lnTo>
                          <a:pt x="2010" y="930"/>
                        </a:lnTo>
                        <a:lnTo>
                          <a:pt x="1992" y="942"/>
                        </a:lnTo>
                        <a:lnTo>
                          <a:pt x="1986" y="948"/>
                        </a:lnTo>
                        <a:lnTo>
                          <a:pt x="1968" y="948"/>
                        </a:lnTo>
                        <a:lnTo>
                          <a:pt x="1962" y="942"/>
                        </a:lnTo>
                        <a:lnTo>
                          <a:pt x="1956" y="942"/>
                        </a:lnTo>
                        <a:lnTo>
                          <a:pt x="1950" y="930"/>
                        </a:lnTo>
                        <a:lnTo>
                          <a:pt x="1950" y="924"/>
                        </a:lnTo>
                        <a:lnTo>
                          <a:pt x="1938" y="924"/>
                        </a:lnTo>
                        <a:lnTo>
                          <a:pt x="1926" y="930"/>
                        </a:lnTo>
                        <a:lnTo>
                          <a:pt x="1914" y="930"/>
                        </a:lnTo>
                        <a:lnTo>
                          <a:pt x="1908" y="936"/>
                        </a:lnTo>
                        <a:lnTo>
                          <a:pt x="1896" y="936"/>
                        </a:lnTo>
                        <a:lnTo>
                          <a:pt x="1890" y="930"/>
                        </a:lnTo>
                        <a:lnTo>
                          <a:pt x="1866" y="918"/>
                        </a:lnTo>
                        <a:lnTo>
                          <a:pt x="1848" y="912"/>
                        </a:lnTo>
                        <a:lnTo>
                          <a:pt x="1800" y="912"/>
                        </a:lnTo>
                        <a:lnTo>
                          <a:pt x="1776" y="906"/>
                        </a:lnTo>
                        <a:lnTo>
                          <a:pt x="1764" y="900"/>
                        </a:lnTo>
                        <a:lnTo>
                          <a:pt x="1758" y="888"/>
                        </a:lnTo>
                        <a:lnTo>
                          <a:pt x="1740" y="870"/>
                        </a:lnTo>
                        <a:lnTo>
                          <a:pt x="1728" y="870"/>
                        </a:lnTo>
                        <a:lnTo>
                          <a:pt x="1710" y="864"/>
                        </a:lnTo>
                        <a:lnTo>
                          <a:pt x="1656" y="864"/>
                        </a:lnTo>
                        <a:lnTo>
                          <a:pt x="1650" y="858"/>
                        </a:lnTo>
                        <a:lnTo>
                          <a:pt x="1644" y="858"/>
                        </a:lnTo>
                        <a:lnTo>
                          <a:pt x="1632" y="852"/>
                        </a:lnTo>
                        <a:lnTo>
                          <a:pt x="1620" y="852"/>
                        </a:lnTo>
                        <a:lnTo>
                          <a:pt x="1614" y="858"/>
                        </a:lnTo>
                        <a:lnTo>
                          <a:pt x="1602" y="864"/>
                        </a:lnTo>
                        <a:lnTo>
                          <a:pt x="1596" y="870"/>
                        </a:lnTo>
                        <a:lnTo>
                          <a:pt x="1560" y="864"/>
                        </a:lnTo>
                        <a:lnTo>
                          <a:pt x="1512" y="864"/>
                        </a:lnTo>
                        <a:lnTo>
                          <a:pt x="1458" y="858"/>
                        </a:lnTo>
                        <a:lnTo>
                          <a:pt x="1398" y="864"/>
                        </a:lnTo>
                        <a:lnTo>
                          <a:pt x="1386" y="858"/>
                        </a:lnTo>
                        <a:lnTo>
                          <a:pt x="1380" y="846"/>
                        </a:lnTo>
                        <a:lnTo>
                          <a:pt x="1368" y="840"/>
                        </a:lnTo>
                        <a:lnTo>
                          <a:pt x="1338" y="810"/>
                        </a:lnTo>
                        <a:lnTo>
                          <a:pt x="1332" y="798"/>
                        </a:lnTo>
                        <a:lnTo>
                          <a:pt x="1290" y="756"/>
                        </a:lnTo>
                        <a:lnTo>
                          <a:pt x="1278" y="732"/>
                        </a:lnTo>
                        <a:lnTo>
                          <a:pt x="1242" y="732"/>
                        </a:lnTo>
                        <a:lnTo>
                          <a:pt x="1236" y="726"/>
                        </a:lnTo>
                        <a:lnTo>
                          <a:pt x="1224" y="726"/>
                        </a:lnTo>
                        <a:lnTo>
                          <a:pt x="1200" y="714"/>
                        </a:lnTo>
                        <a:lnTo>
                          <a:pt x="1194" y="714"/>
                        </a:lnTo>
                        <a:lnTo>
                          <a:pt x="1188" y="708"/>
                        </a:lnTo>
                        <a:lnTo>
                          <a:pt x="1182" y="708"/>
                        </a:lnTo>
                        <a:lnTo>
                          <a:pt x="1176" y="696"/>
                        </a:lnTo>
                        <a:lnTo>
                          <a:pt x="1164" y="690"/>
                        </a:lnTo>
                        <a:lnTo>
                          <a:pt x="1158" y="690"/>
                        </a:lnTo>
                        <a:lnTo>
                          <a:pt x="1146" y="684"/>
                        </a:lnTo>
                        <a:lnTo>
                          <a:pt x="1140" y="684"/>
                        </a:lnTo>
                        <a:lnTo>
                          <a:pt x="1134" y="678"/>
                        </a:lnTo>
                        <a:lnTo>
                          <a:pt x="1038" y="678"/>
                        </a:lnTo>
                        <a:lnTo>
                          <a:pt x="1014" y="672"/>
                        </a:lnTo>
                        <a:lnTo>
                          <a:pt x="996" y="666"/>
                        </a:lnTo>
                        <a:lnTo>
                          <a:pt x="990" y="666"/>
                        </a:lnTo>
                        <a:lnTo>
                          <a:pt x="978" y="660"/>
                        </a:lnTo>
                        <a:lnTo>
                          <a:pt x="966" y="660"/>
                        </a:lnTo>
                        <a:lnTo>
                          <a:pt x="954" y="654"/>
                        </a:lnTo>
                        <a:lnTo>
                          <a:pt x="948" y="648"/>
                        </a:lnTo>
                        <a:lnTo>
                          <a:pt x="942" y="636"/>
                        </a:lnTo>
                        <a:lnTo>
                          <a:pt x="936" y="618"/>
                        </a:lnTo>
                        <a:lnTo>
                          <a:pt x="936" y="606"/>
                        </a:lnTo>
                        <a:lnTo>
                          <a:pt x="948" y="594"/>
                        </a:lnTo>
                        <a:lnTo>
                          <a:pt x="948" y="588"/>
                        </a:lnTo>
                        <a:lnTo>
                          <a:pt x="942" y="582"/>
                        </a:lnTo>
                        <a:lnTo>
                          <a:pt x="936" y="570"/>
                        </a:lnTo>
                        <a:lnTo>
                          <a:pt x="930" y="564"/>
                        </a:lnTo>
                        <a:lnTo>
                          <a:pt x="930" y="552"/>
                        </a:lnTo>
                        <a:lnTo>
                          <a:pt x="924" y="540"/>
                        </a:lnTo>
                        <a:lnTo>
                          <a:pt x="912" y="528"/>
                        </a:lnTo>
                        <a:lnTo>
                          <a:pt x="888" y="510"/>
                        </a:lnTo>
                        <a:lnTo>
                          <a:pt x="876" y="492"/>
                        </a:lnTo>
                        <a:lnTo>
                          <a:pt x="870" y="480"/>
                        </a:lnTo>
                        <a:lnTo>
                          <a:pt x="852" y="462"/>
                        </a:lnTo>
                        <a:lnTo>
                          <a:pt x="834" y="456"/>
                        </a:lnTo>
                        <a:lnTo>
                          <a:pt x="822" y="450"/>
                        </a:lnTo>
                        <a:lnTo>
                          <a:pt x="810" y="450"/>
                        </a:lnTo>
                        <a:lnTo>
                          <a:pt x="804" y="444"/>
                        </a:lnTo>
                        <a:lnTo>
                          <a:pt x="786" y="432"/>
                        </a:lnTo>
                        <a:lnTo>
                          <a:pt x="750" y="444"/>
                        </a:lnTo>
                        <a:lnTo>
                          <a:pt x="726" y="420"/>
                        </a:lnTo>
                        <a:lnTo>
                          <a:pt x="720" y="408"/>
                        </a:lnTo>
                        <a:lnTo>
                          <a:pt x="708" y="408"/>
                        </a:lnTo>
                        <a:lnTo>
                          <a:pt x="696" y="402"/>
                        </a:lnTo>
                        <a:lnTo>
                          <a:pt x="684" y="402"/>
                        </a:lnTo>
                        <a:lnTo>
                          <a:pt x="672" y="396"/>
                        </a:lnTo>
                        <a:lnTo>
                          <a:pt x="672" y="378"/>
                        </a:lnTo>
                        <a:lnTo>
                          <a:pt x="648" y="378"/>
                        </a:lnTo>
                        <a:lnTo>
                          <a:pt x="654" y="372"/>
                        </a:lnTo>
                        <a:lnTo>
                          <a:pt x="654" y="360"/>
                        </a:lnTo>
                        <a:lnTo>
                          <a:pt x="648" y="354"/>
                        </a:lnTo>
                        <a:lnTo>
                          <a:pt x="612" y="354"/>
                        </a:lnTo>
                        <a:lnTo>
                          <a:pt x="600" y="348"/>
                        </a:lnTo>
                        <a:lnTo>
                          <a:pt x="582" y="348"/>
                        </a:lnTo>
                        <a:lnTo>
                          <a:pt x="576" y="354"/>
                        </a:lnTo>
                        <a:lnTo>
                          <a:pt x="576" y="360"/>
                        </a:lnTo>
                        <a:lnTo>
                          <a:pt x="594" y="378"/>
                        </a:lnTo>
                        <a:lnTo>
                          <a:pt x="594" y="390"/>
                        </a:lnTo>
                        <a:lnTo>
                          <a:pt x="588" y="396"/>
                        </a:lnTo>
                        <a:lnTo>
                          <a:pt x="546" y="396"/>
                        </a:lnTo>
                        <a:lnTo>
                          <a:pt x="534" y="408"/>
                        </a:lnTo>
                        <a:lnTo>
                          <a:pt x="534" y="426"/>
                        </a:lnTo>
                        <a:lnTo>
                          <a:pt x="546" y="450"/>
                        </a:lnTo>
                        <a:lnTo>
                          <a:pt x="558" y="462"/>
                        </a:lnTo>
                        <a:lnTo>
                          <a:pt x="570" y="486"/>
                        </a:lnTo>
                        <a:lnTo>
                          <a:pt x="570" y="504"/>
                        </a:lnTo>
                        <a:lnTo>
                          <a:pt x="564" y="510"/>
                        </a:lnTo>
                        <a:lnTo>
                          <a:pt x="546" y="510"/>
                        </a:lnTo>
                        <a:lnTo>
                          <a:pt x="528" y="528"/>
                        </a:lnTo>
                        <a:lnTo>
                          <a:pt x="516" y="516"/>
                        </a:lnTo>
                        <a:lnTo>
                          <a:pt x="468" y="516"/>
                        </a:lnTo>
                        <a:lnTo>
                          <a:pt x="444" y="504"/>
                        </a:lnTo>
                        <a:lnTo>
                          <a:pt x="432" y="504"/>
                        </a:lnTo>
                        <a:lnTo>
                          <a:pt x="420" y="498"/>
                        </a:lnTo>
                        <a:lnTo>
                          <a:pt x="408" y="498"/>
                        </a:lnTo>
                        <a:lnTo>
                          <a:pt x="408" y="636"/>
                        </a:lnTo>
                        <a:lnTo>
                          <a:pt x="414" y="636"/>
                        </a:lnTo>
                        <a:lnTo>
                          <a:pt x="420" y="642"/>
                        </a:lnTo>
                        <a:lnTo>
                          <a:pt x="426" y="642"/>
                        </a:lnTo>
                        <a:lnTo>
                          <a:pt x="432" y="648"/>
                        </a:lnTo>
                        <a:lnTo>
                          <a:pt x="432" y="660"/>
                        </a:lnTo>
                        <a:lnTo>
                          <a:pt x="426" y="666"/>
                        </a:lnTo>
                        <a:lnTo>
                          <a:pt x="420" y="666"/>
                        </a:lnTo>
                        <a:lnTo>
                          <a:pt x="408" y="654"/>
                        </a:lnTo>
                        <a:lnTo>
                          <a:pt x="390" y="666"/>
                        </a:lnTo>
                        <a:lnTo>
                          <a:pt x="384" y="660"/>
                        </a:lnTo>
                        <a:lnTo>
                          <a:pt x="378" y="648"/>
                        </a:lnTo>
                        <a:lnTo>
                          <a:pt x="372" y="642"/>
                        </a:lnTo>
                        <a:lnTo>
                          <a:pt x="360" y="642"/>
                        </a:lnTo>
                        <a:lnTo>
                          <a:pt x="324" y="660"/>
                        </a:lnTo>
                        <a:lnTo>
                          <a:pt x="312" y="660"/>
                        </a:lnTo>
                        <a:lnTo>
                          <a:pt x="300" y="666"/>
                        </a:lnTo>
                        <a:lnTo>
                          <a:pt x="288" y="666"/>
                        </a:lnTo>
                        <a:lnTo>
                          <a:pt x="276" y="672"/>
                        </a:lnTo>
                        <a:lnTo>
                          <a:pt x="270" y="678"/>
                        </a:lnTo>
                        <a:lnTo>
                          <a:pt x="270" y="684"/>
                        </a:lnTo>
                        <a:lnTo>
                          <a:pt x="276" y="690"/>
                        </a:lnTo>
                        <a:lnTo>
                          <a:pt x="288" y="696"/>
                        </a:lnTo>
                        <a:lnTo>
                          <a:pt x="306" y="696"/>
                        </a:lnTo>
                        <a:lnTo>
                          <a:pt x="306" y="726"/>
                        </a:lnTo>
                        <a:lnTo>
                          <a:pt x="318" y="750"/>
                        </a:lnTo>
                        <a:lnTo>
                          <a:pt x="360" y="792"/>
                        </a:lnTo>
                        <a:lnTo>
                          <a:pt x="366" y="804"/>
                        </a:lnTo>
                        <a:lnTo>
                          <a:pt x="378" y="810"/>
                        </a:lnTo>
                        <a:lnTo>
                          <a:pt x="378" y="822"/>
                        </a:lnTo>
                        <a:lnTo>
                          <a:pt x="360" y="822"/>
                        </a:lnTo>
                        <a:lnTo>
                          <a:pt x="354" y="828"/>
                        </a:lnTo>
                        <a:lnTo>
                          <a:pt x="354" y="834"/>
                        </a:lnTo>
                        <a:lnTo>
                          <a:pt x="372" y="852"/>
                        </a:lnTo>
                        <a:lnTo>
                          <a:pt x="348" y="852"/>
                        </a:lnTo>
                        <a:lnTo>
                          <a:pt x="348" y="864"/>
                        </a:lnTo>
                        <a:lnTo>
                          <a:pt x="354" y="870"/>
                        </a:lnTo>
                        <a:lnTo>
                          <a:pt x="354" y="882"/>
                        </a:lnTo>
                        <a:lnTo>
                          <a:pt x="372" y="900"/>
                        </a:lnTo>
                        <a:lnTo>
                          <a:pt x="372" y="912"/>
                        </a:lnTo>
                        <a:lnTo>
                          <a:pt x="366" y="918"/>
                        </a:lnTo>
                        <a:lnTo>
                          <a:pt x="342" y="918"/>
                        </a:lnTo>
                        <a:lnTo>
                          <a:pt x="294" y="936"/>
                        </a:lnTo>
                        <a:lnTo>
                          <a:pt x="282" y="948"/>
                        </a:lnTo>
                        <a:lnTo>
                          <a:pt x="270" y="954"/>
                        </a:lnTo>
                        <a:lnTo>
                          <a:pt x="264" y="960"/>
                        </a:lnTo>
                        <a:lnTo>
                          <a:pt x="264" y="978"/>
                        </a:lnTo>
                        <a:lnTo>
                          <a:pt x="258" y="990"/>
                        </a:lnTo>
                        <a:lnTo>
                          <a:pt x="252" y="996"/>
                        </a:lnTo>
                        <a:lnTo>
                          <a:pt x="234" y="996"/>
                        </a:lnTo>
                        <a:lnTo>
                          <a:pt x="216" y="990"/>
                        </a:lnTo>
                        <a:lnTo>
                          <a:pt x="186" y="990"/>
                        </a:lnTo>
                        <a:lnTo>
                          <a:pt x="168" y="1008"/>
                        </a:lnTo>
                        <a:lnTo>
                          <a:pt x="162" y="1020"/>
                        </a:lnTo>
                        <a:lnTo>
                          <a:pt x="162" y="1044"/>
                        </a:lnTo>
                        <a:lnTo>
                          <a:pt x="156" y="1050"/>
                        </a:lnTo>
                        <a:lnTo>
                          <a:pt x="126" y="1044"/>
                        </a:lnTo>
                        <a:lnTo>
                          <a:pt x="114" y="1050"/>
                        </a:lnTo>
                        <a:lnTo>
                          <a:pt x="108" y="1044"/>
                        </a:lnTo>
                        <a:lnTo>
                          <a:pt x="102" y="1032"/>
                        </a:lnTo>
                        <a:lnTo>
                          <a:pt x="96" y="1026"/>
                        </a:lnTo>
                        <a:lnTo>
                          <a:pt x="84" y="1026"/>
                        </a:lnTo>
                        <a:lnTo>
                          <a:pt x="72" y="1038"/>
                        </a:lnTo>
                        <a:lnTo>
                          <a:pt x="48" y="1038"/>
                        </a:lnTo>
                        <a:lnTo>
                          <a:pt x="48" y="1056"/>
                        </a:lnTo>
                        <a:lnTo>
                          <a:pt x="36" y="1062"/>
                        </a:lnTo>
                        <a:lnTo>
                          <a:pt x="30" y="1068"/>
                        </a:lnTo>
                        <a:lnTo>
                          <a:pt x="18" y="1068"/>
                        </a:lnTo>
                        <a:lnTo>
                          <a:pt x="6" y="1074"/>
                        </a:lnTo>
                        <a:lnTo>
                          <a:pt x="0" y="1080"/>
                        </a:lnTo>
                        <a:lnTo>
                          <a:pt x="0" y="1086"/>
                        </a:lnTo>
                        <a:lnTo>
                          <a:pt x="12" y="1092"/>
                        </a:lnTo>
                        <a:lnTo>
                          <a:pt x="18" y="1104"/>
                        </a:lnTo>
                        <a:lnTo>
                          <a:pt x="18" y="1116"/>
                        </a:lnTo>
                        <a:lnTo>
                          <a:pt x="0" y="1116"/>
                        </a:lnTo>
                        <a:lnTo>
                          <a:pt x="0" y="1140"/>
                        </a:lnTo>
                        <a:lnTo>
                          <a:pt x="18" y="1140"/>
                        </a:lnTo>
                        <a:lnTo>
                          <a:pt x="18" y="1152"/>
                        </a:lnTo>
                        <a:lnTo>
                          <a:pt x="12" y="1164"/>
                        </a:lnTo>
                        <a:lnTo>
                          <a:pt x="12" y="1176"/>
                        </a:lnTo>
                        <a:lnTo>
                          <a:pt x="24" y="1188"/>
                        </a:lnTo>
                        <a:lnTo>
                          <a:pt x="36" y="1188"/>
                        </a:lnTo>
                        <a:lnTo>
                          <a:pt x="42" y="1182"/>
                        </a:lnTo>
                        <a:lnTo>
                          <a:pt x="66" y="1182"/>
                        </a:lnTo>
                        <a:lnTo>
                          <a:pt x="78" y="1188"/>
                        </a:lnTo>
                        <a:lnTo>
                          <a:pt x="84" y="1188"/>
                        </a:lnTo>
                        <a:lnTo>
                          <a:pt x="96" y="1194"/>
                        </a:lnTo>
                        <a:lnTo>
                          <a:pt x="102" y="1200"/>
                        </a:lnTo>
                        <a:lnTo>
                          <a:pt x="102" y="1242"/>
                        </a:lnTo>
                        <a:lnTo>
                          <a:pt x="114" y="1266"/>
                        </a:lnTo>
                        <a:lnTo>
                          <a:pt x="120" y="1272"/>
                        </a:lnTo>
                        <a:lnTo>
                          <a:pt x="126" y="1272"/>
                        </a:lnTo>
                        <a:lnTo>
                          <a:pt x="138" y="1284"/>
                        </a:lnTo>
                        <a:lnTo>
                          <a:pt x="132" y="1290"/>
                        </a:lnTo>
                        <a:lnTo>
                          <a:pt x="102" y="1290"/>
                        </a:lnTo>
                        <a:lnTo>
                          <a:pt x="96" y="1296"/>
                        </a:lnTo>
                        <a:lnTo>
                          <a:pt x="96" y="1308"/>
                        </a:lnTo>
                        <a:lnTo>
                          <a:pt x="108" y="1314"/>
                        </a:lnTo>
                        <a:lnTo>
                          <a:pt x="114" y="1320"/>
                        </a:lnTo>
                        <a:lnTo>
                          <a:pt x="162" y="1320"/>
                        </a:lnTo>
                        <a:lnTo>
                          <a:pt x="168" y="1332"/>
                        </a:lnTo>
                        <a:lnTo>
                          <a:pt x="180" y="1332"/>
                        </a:lnTo>
                        <a:lnTo>
                          <a:pt x="192" y="1338"/>
                        </a:lnTo>
                        <a:lnTo>
                          <a:pt x="204" y="1350"/>
                        </a:lnTo>
                        <a:lnTo>
                          <a:pt x="216" y="1374"/>
                        </a:lnTo>
                        <a:lnTo>
                          <a:pt x="216" y="1398"/>
                        </a:lnTo>
                        <a:lnTo>
                          <a:pt x="252" y="1410"/>
                        </a:lnTo>
                        <a:lnTo>
                          <a:pt x="264" y="1404"/>
                        </a:lnTo>
                        <a:lnTo>
                          <a:pt x="264" y="1410"/>
                        </a:lnTo>
                        <a:lnTo>
                          <a:pt x="270" y="1416"/>
                        </a:lnTo>
                        <a:lnTo>
                          <a:pt x="276" y="1428"/>
                        </a:lnTo>
                        <a:lnTo>
                          <a:pt x="288" y="1434"/>
                        </a:lnTo>
                        <a:lnTo>
                          <a:pt x="366" y="1434"/>
                        </a:lnTo>
                        <a:lnTo>
                          <a:pt x="378" y="1428"/>
                        </a:lnTo>
                        <a:lnTo>
                          <a:pt x="384" y="1416"/>
                        </a:lnTo>
                        <a:lnTo>
                          <a:pt x="402" y="1410"/>
                        </a:lnTo>
                        <a:lnTo>
                          <a:pt x="426" y="1398"/>
                        </a:lnTo>
                        <a:lnTo>
                          <a:pt x="438" y="1398"/>
                        </a:lnTo>
                        <a:lnTo>
                          <a:pt x="456" y="1410"/>
                        </a:lnTo>
                        <a:lnTo>
                          <a:pt x="480" y="1434"/>
                        </a:lnTo>
                        <a:lnTo>
                          <a:pt x="522" y="1434"/>
                        </a:lnTo>
                        <a:lnTo>
                          <a:pt x="522" y="1494"/>
                        </a:lnTo>
                        <a:lnTo>
                          <a:pt x="516" y="1500"/>
                        </a:lnTo>
                        <a:lnTo>
                          <a:pt x="498" y="1500"/>
                        </a:lnTo>
                        <a:lnTo>
                          <a:pt x="498" y="1506"/>
                        </a:lnTo>
                        <a:lnTo>
                          <a:pt x="504" y="1512"/>
                        </a:lnTo>
                        <a:lnTo>
                          <a:pt x="504" y="1536"/>
                        </a:lnTo>
                        <a:lnTo>
                          <a:pt x="498" y="1548"/>
                        </a:lnTo>
                        <a:lnTo>
                          <a:pt x="486" y="1554"/>
                        </a:lnTo>
                        <a:lnTo>
                          <a:pt x="456" y="1554"/>
                        </a:lnTo>
                        <a:lnTo>
                          <a:pt x="474" y="1578"/>
                        </a:lnTo>
                        <a:lnTo>
                          <a:pt x="456" y="1584"/>
                        </a:lnTo>
                        <a:lnTo>
                          <a:pt x="456" y="1608"/>
                        </a:lnTo>
                        <a:lnTo>
                          <a:pt x="480" y="1620"/>
                        </a:lnTo>
                        <a:lnTo>
                          <a:pt x="492" y="1620"/>
                        </a:lnTo>
                        <a:lnTo>
                          <a:pt x="498" y="1626"/>
                        </a:lnTo>
                        <a:lnTo>
                          <a:pt x="504" y="1638"/>
                        </a:lnTo>
                        <a:lnTo>
                          <a:pt x="522" y="1656"/>
                        </a:lnTo>
                        <a:lnTo>
                          <a:pt x="522" y="1668"/>
                        </a:lnTo>
                        <a:lnTo>
                          <a:pt x="510" y="1674"/>
                        </a:lnTo>
                        <a:lnTo>
                          <a:pt x="504" y="1680"/>
                        </a:lnTo>
                        <a:lnTo>
                          <a:pt x="498" y="1680"/>
                        </a:lnTo>
                        <a:lnTo>
                          <a:pt x="486" y="1698"/>
                        </a:lnTo>
                        <a:lnTo>
                          <a:pt x="474" y="1686"/>
                        </a:lnTo>
                        <a:lnTo>
                          <a:pt x="474" y="1668"/>
                        </a:lnTo>
                        <a:lnTo>
                          <a:pt x="462" y="1668"/>
                        </a:lnTo>
                        <a:lnTo>
                          <a:pt x="456" y="1674"/>
                        </a:lnTo>
                        <a:lnTo>
                          <a:pt x="450" y="1674"/>
                        </a:lnTo>
                        <a:lnTo>
                          <a:pt x="450" y="1692"/>
                        </a:lnTo>
                        <a:lnTo>
                          <a:pt x="456" y="1698"/>
                        </a:lnTo>
                        <a:lnTo>
                          <a:pt x="462" y="1710"/>
                        </a:lnTo>
                        <a:lnTo>
                          <a:pt x="474" y="1722"/>
                        </a:lnTo>
                        <a:lnTo>
                          <a:pt x="480" y="1722"/>
                        </a:lnTo>
                        <a:lnTo>
                          <a:pt x="480" y="1734"/>
                        </a:lnTo>
                        <a:lnTo>
                          <a:pt x="474" y="1740"/>
                        </a:lnTo>
                        <a:lnTo>
                          <a:pt x="474" y="1758"/>
                        </a:lnTo>
                        <a:lnTo>
                          <a:pt x="480" y="1764"/>
                        </a:lnTo>
                        <a:lnTo>
                          <a:pt x="510" y="1764"/>
                        </a:lnTo>
                        <a:lnTo>
                          <a:pt x="516" y="1776"/>
                        </a:lnTo>
                        <a:lnTo>
                          <a:pt x="528" y="1788"/>
                        </a:lnTo>
                        <a:lnTo>
                          <a:pt x="540" y="1794"/>
                        </a:lnTo>
                        <a:lnTo>
                          <a:pt x="552" y="1794"/>
                        </a:lnTo>
                        <a:lnTo>
                          <a:pt x="558" y="1800"/>
                        </a:lnTo>
                        <a:lnTo>
                          <a:pt x="564" y="1800"/>
                        </a:lnTo>
                        <a:lnTo>
                          <a:pt x="582" y="1818"/>
                        </a:lnTo>
                        <a:lnTo>
                          <a:pt x="600" y="1812"/>
                        </a:lnTo>
                        <a:lnTo>
                          <a:pt x="600" y="1830"/>
                        </a:lnTo>
                        <a:lnTo>
                          <a:pt x="612" y="1836"/>
                        </a:lnTo>
                        <a:lnTo>
                          <a:pt x="624" y="1836"/>
                        </a:lnTo>
                        <a:lnTo>
                          <a:pt x="666" y="1872"/>
                        </a:lnTo>
                        <a:lnTo>
                          <a:pt x="690" y="1854"/>
                        </a:lnTo>
                        <a:lnTo>
                          <a:pt x="696" y="1848"/>
                        </a:lnTo>
                        <a:lnTo>
                          <a:pt x="708" y="1842"/>
                        </a:lnTo>
                        <a:lnTo>
                          <a:pt x="720" y="1842"/>
                        </a:lnTo>
                        <a:lnTo>
                          <a:pt x="732" y="1848"/>
                        </a:lnTo>
                        <a:lnTo>
                          <a:pt x="744" y="1860"/>
                        </a:lnTo>
                        <a:lnTo>
                          <a:pt x="750" y="1872"/>
                        </a:lnTo>
                        <a:lnTo>
                          <a:pt x="762" y="1878"/>
                        </a:lnTo>
                        <a:lnTo>
                          <a:pt x="780" y="1896"/>
                        </a:lnTo>
                        <a:lnTo>
                          <a:pt x="822" y="1902"/>
                        </a:lnTo>
                        <a:lnTo>
                          <a:pt x="828" y="1914"/>
                        </a:lnTo>
                        <a:lnTo>
                          <a:pt x="834" y="1920"/>
                        </a:lnTo>
                        <a:lnTo>
                          <a:pt x="840" y="1932"/>
                        </a:lnTo>
                        <a:lnTo>
                          <a:pt x="846" y="1938"/>
                        </a:lnTo>
                        <a:lnTo>
                          <a:pt x="846" y="1950"/>
                        </a:lnTo>
                        <a:lnTo>
                          <a:pt x="858" y="1950"/>
                        </a:lnTo>
                        <a:lnTo>
                          <a:pt x="858" y="1944"/>
                        </a:lnTo>
                        <a:lnTo>
                          <a:pt x="864" y="1938"/>
                        </a:lnTo>
                        <a:lnTo>
                          <a:pt x="870" y="1926"/>
                        </a:lnTo>
                        <a:lnTo>
                          <a:pt x="882" y="1926"/>
                        </a:lnTo>
                        <a:lnTo>
                          <a:pt x="888" y="1932"/>
                        </a:lnTo>
                        <a:lnTo>
                          <a:pt x="894" y="1944"/>
                        </a:lnTo>
                        <a:lnTo>
                          <a:pt x="894" y="1962"/>
                        </a:lnTo>
                        <a:lnTo>
                          <a:pt x="924" y="1992"/>
                        </a:lnTo>
                        <a:lnTo>
                          <a:pt x="936" y="1998"/>
                        </a:lnTo>
                        <a:lnTo>
                          <a:pt x="942" y="1992"/>
                        </a:lnTo>
                        <a:lnTo>
                          <a:pt x="954" y="1986"/>
                        </a:lnTo>
                        <a:lnTo>
                          <a:pt x="960" y="1986"/>
                        </a:lnTo>
                        <a:lnTo>
                          <a:pt x="966" y="1992"/>
                        </a:lnTo>
                        <a:lnTo>
                          <a:pt x="966" y="1998"/>
                        </a:lnTo>
                        <a:lnTo>
                          <a:pt x="960" y="2004"/>
                        </a:lnTo>
                        <a:lnTo>
                          <a:pt x="960" y="2010"/>
                        </a:lnTo>
                        <a:lnTo>
                          <a:pt x="966" y="2010"/>
                        </a:lnTo>
                        <a:lnTo>
                          <a:pt x="972" y="2016"/>
                        </a:lnTo>
                        <a:lnTo>
                          <a:pt x="990" y="2022"/>
                        </a:lnTo>
                        <a:lnTo>
                          <a:pt x="1002" y="2022"/>
                        </a:lnTo>
                        <a:lnTo>
                          <a:pt x="1008" y="2016"/>
                        </a:lnTo>
                        <a:lnTo>
                          <a:pt x="1014" y="2016"/>
                        </a:lnTo>
                        <a:lnTo>
                          <a:pt x="1014" y="2034"/>
                        </a:lnTo>
                        <a:lnTo>
                          <a:pt x="1020" y="2040"/>
                        </a:lnTo>
                        <a:lnTo>
                          <a:pt x="1032" y="2040"/>
                        </a:lnTo>
                        <a:lnTo>
                          <a:pt x="1044" y="2028"/>
                        </a:lnTo>
                        <a:lnTo>
                          <a:pt x="1044" y="2022"/>
                        </a:lnTo>
                        <a:lnTo>
                          <a:pt x="1044" y="2034"/>
                        </a:lnTo>
                        <a:lnTo>
                          <a:pt x="1050" y="2040"/>
                        </a:lnTo>
                        <a:lnTo>
                          <a:pt x="1068" y="2040"/>
                        </a:lnTo>
                        <a:lnTo>
                          <a:pt x="1074" y="2034"/>
                        </a:lnTo>
                        <a:lnTo>
                          <a:pt x="1074" y="2028"/>
                        </a:lnTo>
                        <a:lnTo>
                          <a:pt x="1086" y="2034"/>
                        </a:lnTo>
                        <a:lnTo>
                          <a:pt x="1092" y="2040"/>
                        </a:lnTo>
                        <a:lnTo>
                          <a:pt x="1110" y="2046"/>
                        </a:lnTo>
                        <a:lnTo>
                          <a:pt x="1134" y="2058"/>
                        </a:lnTo>
                        <a:lnTo>
                          <a:pt x="1158" y="2058"/>
                        </a:lnTo>
                        <a:lnTo>
                          <a:pt x="1176" y="2040"/>
                        </a:lnTo>
                        <a:lnTo>
                          <a:pt x="1194" y="2034"/>
                        </a:lnTo>
                        <a:lnTo>
                          <a:pt x="1206" y="2028"/>
                        </a:lnTo>
                        <a:lnTo>
                          <a:pt x="1212" y="2028"/>
                        </a:lnTo>
                        <a:lnTo>
                          <a:pt x="1224" y="2034"/>
                        </a:lnTo>
                        <a:lnTo>
                          <a:pt x="1230" y="2040"/>
                        </a:lnTo>
                        <a:lnTo>
                          <a:pt x="1230" y="2088"/>
                        </a:lnTo>
                        <a:lnTo>
                          <a:pt x="1236" y="2094"/>
                        </a:lnTo>
                        <a:lnTo>
                          <a:pt x="1242" y="2094"/>
                        </a:lnTo>
                        <a:lnTo>
                          <a:pt x="1242" y="2088"/>
                        </a:lnTo>
                        <a:lnTo>
                          <a:pt x="1248" y="2082"/>
                        </a:lnTo>
                        <a:lnTo>
                          <a:pt x="1254" y="2070"/>
                        </a:lnTo>
                        <a:lnTo>
                          <a:pt x="1266" y="2052"/>
                        </a:lnTo>
                        <a:lnTo>
                          <a:pt x="1272" y="2040"/>
                        </a:lnTo>
                        <a:lnTo>
                          <a:pt x="1284" y="2028"/>
                        </a:lnTo>
                        <a:lnTo>
                          <a:pt x="1290" y="2016"/>
                        </a:lnTo>
                        <a:lnTo>
                          <a:pt x="1302" y="2016"/>
                        </a:lnTo>
                        <a:lnTo>
                          <a:pt x="1314" y="2022"/>
                        </a:lnTo>
                        <a:lnTo>
                          <a:pt x="1338" y="2022"/>
                        </a:lnTo>
                        <a:lnTo>
                          <a:pt x="1338" y="2046"/>
                        </a:lnTo>
                        <a:lnTo>
                          <a:pt x="1344" y="2046"/>
                        </a:lnTo>
                        <a:lnTo>
                          <a:pt x="1350" y="2040"/>
                        </a:lnTo>
                        <a:lnTo>
                          <a:pt x="1362" y="2034"/>
                        </a:lnTo>
                        <a:lnTo>
                          <a:pt x="1374" y="2034"/>
                        </a:lnTo>
                        <a:lnTo>
                          <a:pt x="1386" y="2028"/>
                        </a:lnTo>
                        <a:lnTo>
                          <a:pt x="1398" y="2028"/>
                        </a:lnTo>
                        <a:lnTo>
                          <a:pt x="1410" y="2034"/>
                        </a:lnTo>
                        <a:lnTo>
                          <a:pt x="1422" y="2046"/>
                        </a:lnTo>
                        <a:lnTo>
                          <a:pt x="1428" y="2058"/>
                        </a:lnTo>
                        <a:lnTo>
                          <a:pt x="1428" y="2064"/>
                        </a:lnTo>
                        <a:lnTo>
                          <a:pt x="1482" y="2064"/>
                        </a:lnTo>
                        <a:lnTo>
                          <a:pt x="1494" y="2052"/>
                        </a:lnTo>
                        <a:lnTo>
                          <a:pt x="1494" y="2034"/>
                        </a:lnTo>
                        <a:lnTo>
                          <a:pt x="1488" y="2022"/>
                        </a:lnTo>
                        <a:lnTo>
                          <a:pt x="1518" y="2022"/>
                        </a:lnTo>
                        <a:lnTo>
                          <a:pt x="1524" y="2016"/>
                        </a:lnTo>
                        <a:lnTo>
                          <a:pt x="1524" y="1992"/>
                        </a:lnTo>
                        <a:lnTo>
                          <a:pt x="1518" y="1986"/>
                        </a:lnTo>
                        <a:lnTo>
                          <a:pt x="1518" y="1980"/>
                        </a:lnTo>
                        <a:lnTo>
                          <a:pt x="1554" y="1980"/>
                        </a:lnTo>
                        <a:lnTo>
                          <a:pt x="1578" y="1956"/>
                        </a:lnTo>
                        <a:lnTo>
                          <a:pt x="1590" y="1950"/>
                        </a:lnTo>
                        <a:lnTo>
                          <a:pt x="1602" y="1938"/>
                        </a:lnTo>
                        <a:lnTo>
                          <a:pt x="1620" y="1938"/>
                        </a:lnTo>
                        <a:lnTo>
                          <a:pt x="1632" y="1944"/>
                        </a:lnTo>
                        <a:lnTo>
                          <a:pt x="1650" y="1956"/>
                        </a:lnTo>
                        <a:lnTo>
                          <a:pt x="1668" y="1956"/>
                        </a:lnTo>
                        <a:lnTo>
                          <a:pt x="1668" y="1932"/>
                        </a:lnTo>
                        <a:lnTo>
                          <a:pt x="1680" y="1920"/>
                        </a:lnTo>
                        <a:lnTo>
                          <a:pt x="1716" y="1938"/>
                        </a:lnTo>
                        <a:lnTo>
                          <a:pt x="1722" y="1944"/>
                        </a:lnTo>
                        <a:lnTo>
                          <a:pt x="1710" y="1956"/>
                        </a:lnTo>
                        <a:lnTo>
                          <a:pt x="1704" y="1956"/>
                        </a:lnTo>
                        <a:lnTo>
                          <a:pt x="1710" y="1962"/>
                        </a:lnTo>
                        <a:lnTo>
                          <a:pt x="1740" y="1962"/>
                        </a:lnTo>
                        <a:lnTo>
                          <a:pt x="1758" y="1992"/>
                        </a:lnTo>
                        <a:lnTo>
                          <a:pt x="1752" y="1992"/>
                        </a:lnTo>
                        <a:lnTo>
                          <a:pt x="1740" y="2004"/>
                        </a:lnTo>
                        <a:lnTo>
                          <a:pt x="1740" y="2010"/>
                        </a:lnTo>
                        <a:lnTo>
                          <a:pt x="1806" y="2010"/>
                        </a:lnTo>
                        <a:lnTo>
                          <a:pt x="1812" y="2016"/>
                        </a:lnTo>
                        <a:lnTo>
                          <a:pt x="1818" y="2016"/>
                        </a:lnTo>
                        <a:lnTo>
                          <a:pt x="1824" y="1998"/>
                        </a:lnTo>
                        <a:lnTo>
                          <a:pt x="1830" y="1998"/>
                        </a:lnTo>
                        <a:lnTo>
                          <a:pt x="1836" y="2004"/>
                        </a:lnTo>
                        <a:lnTo>
                          <a:pt x="1842" y="2016"/>
                        </a:lnTo>
                        <a:lnTo>
                          <a:pt x="1854" y="2022"/>
                        </a:lnTo>
                        <a:lnTo>
                          <a:pt x="1872" y="2058"/>
                        </a:lnTo>
                        <a:lnTo>
                          <a:pt x="1878" y="2064"/>
                        </a:lnTo>
                        <a:lnTo>
                          <a:pt x="1878" y="2070"/>
                        </a:lnTo>
                        <a:lnTo>
                          <a:pt x="1914" y="2070"/>
                        </a:lnTo>
                        <a:lnTo>
                          <a:pt x="1920" y="2076"/>
                        </a:lnTo>
                        <a:lnTo>
                          <a:pt x="1920" y="2106"/>
                        </a:lnTo>
                        <a:lnTo>
                          <a:pt x="1932" y="2130"/>
                        </a:lnTo>
                        <a:lnTo>
                          <a:pt x="1944" y="2190"/>
                        </a:lnTo>
                        <a:lnTo>
                          <a:pt x="1932" y="2190"/>
                        </a:lnTo>
                        <a:lnTo>
                          <a:pt x="1926" y="2196"/>
                        </a:lnTo>
                        <a:lnTo>
                          <a:pt x="1914" y="2196"/>
                        </a:lnTo>
                        <a:lnTo>
                          <a:pt x="1932" y="2214"/>
                        </a:lnTo>
                        <a:lnTo>
                          <a:pt x="1932" y="2220"/>
                        </a:lnTo>
                        <a:lnTo>
                          <a:pt x="1926" y="2232"/>
                        </a:lnTo>
                        <a:lnTo>
                          <a:pt x="1920" y="2238"/>
                        </a:lnTo>
                        <a:lnTo>
                          <a:pt x="1908" y="2238"/>
                        </a:lnTo>
                        <a:lnTo>
                          <a:pt x="1902" y="2232"/>
                        </a:lnTo>
                        <a:lnTo>
                          <a:pt x="1902" y="2268"/>
                        </a:lnTo>
                        <a:lnTo>
                          <a:pt x="1896" y="2274"/>
                        </a:lnTo>
                        <a:lnTo>
                          <a:pt x="1884" y="2274"/>
                        </a:lnTo>
                        <a:lnTo>
                          <a:pt x="1890" y="2304"/>
                        </a:lnTo>
                        <a:lnTo>
                          <a:pt x="1878" y="2304"/>
                        </a:lnTo>
                        <a:lnTo>
                          <a:pt x="1878" y="2322"/>
                        </a:lnTo>
                        <a:lnTo>
                          <a:pt x="1896" y="2340"/>
                        </a:lnTo>
                        <a:lnTo>
                          <a:pt x="1902" y="2352"/>
                        </a:lnTo>
                        <a:lnTo>
                          <a:pt x="1890" y="2370"/>
                        </a:lnTo>
                        <a:lnTo>
                          <a:pt x="1902" y="2364"/>
                        </a:lnTo>
                        <a:lnTo>
                          <a:pt x="1908" y="2358"/>
                        </a:lnTo>
                        <a:lnTo>
                          <a:pt x="1920" y="2358"/>
                        </a:lnTo>
                        <a:lnTo>
                          <a:pt x="1926" y="2352"/>
                        </a:lnTo>
                        <a:lnTo>
                          <a:pt x="1986" y="2352"/>
                        </a:lnTo>
                        <a:lnTo>
                          <a:pt x="1956" y="2376"/>
                        </a:lnTo>
                        <a:lnTo>
                          <a:pt x="1980" y="2394"/>
                        </a:lnTo>
                        <a:lnTo>
                          <a:pt x="1992" y="2436"/>
                        </a:lnTo>
                        <a:lnTo>
                          <a:pt x="2022" y="2436"/>
                        </a:lnTo>
                        <a:lnTo>
                          <a:pt x="2034" y="2442"/>
                        </a:lnTo>
                        <a:lnTo>
                          <a:pt x="2040" y="2448"/>
                        </a:lnTo>
                        <a:lnTo>
                          <a:pt x="2040" y="2454"/>
                        </a:lnTo>
                        <a:lnTo>
                          <a:pt x="2034" y="2460"/>
                        </a:lnTo>
                        <a:lnTo>
                          <a:pt x="2022" y="2460"/>
                        </a:lnTo>
                        <a:lnTo>
                          <a:pt x="2016" y="2466"/>
                        </a:lnTo>
                        <a:lnTo>
                          <a:pt x="2028" y="2478"/>
                        </a:lnTo>
                        <a:lnTo>
                          <a:pt x="2028" y="2490"/>
                        </a:lnTo>
                        <a:lnTo>
                          <a:pt x="2022" y="2496"/>
                        </a:lnTo>
                        <a:lnTo>
                          <a:pt x="2022" y="2502"/>
                        </a:lnTo>
                        <a:lnTo>
                          <a:pt x="2016" y="2514"/>
                        </a:lnTo>
                        <a:lnTo>
                          <a:pt x="2070" y="2520"/>
                        </a:lnTo>
                        <a:lnTo>
                          <a:pt x="2082" y="2550"/>
                        </a:lnTo>
                        <a:lnTo>
                          <a:pt x="2094" y="2550"/>
                        </a:lnTo>
                        <a:lnTo>
                          <a:pt x="2094" y="2568"/>
                        </a:lnTo>
                        <a:lnTo>
                          <a:pt x="2136" y="2568"/>
                        </a:lnTo>
                        <a:lnTo>
                          <a:pt x="2136" y="2562"/>
                        </a:lnTo>
                        <a:lnTo>
                          <a:pt x="2154" y="2544"/>
                        </a:lnTo>
                        <a:lnTo>
                          <a:pt x="2166" y="2544"/>
                        </a:lnTo>
                        <a:lnTo>
                          <a:pt x="2172" y="2550"/>
                        </a:lnTo>
                        <a:lnTo>
                          <a:pt x="2172" y="2592"/>
                        </a:lnTo>
                        <a:lnTo>
                          <a:pt x="2214" y="2592"/>
                        </a:lnTo>
                        <a:lnTo>
                          <a:pt x="2214" y="2556"/>
                        </a:lnTo>
                        <a:lnTo>
                          <a:pt x="2190" y="2532"/>
                        </a:lnTo>
                        <a:lnTo>
                          <a:pt x="2190" y="2490"/>
                        </a:lnTo>
                        <a:lnTo>
                          <a:pt x="2196" y="2484"/>
                        </a:lnTo>
                        <a:lnTo>
                          <a:pt x="2232" y="2490"/>
                        </a:lnTo>
                        <a:lnTo>
                          <a:pt x="2232" y="2472"/>
                        </a:lnTo>
                        <a:lnTo>
                          <a:pt x="2238" y="2460"/>
                        </a:lnTo>
                        <a:lnTo>
                          <a:pt x="2250" y="2460"/>
                        </a:lnTo>
                        <a:lnTo>
                          <a:pt x="2274" y="2484"/>
                        </a:lnTo>
                        <a:lnTo>
                          <a:pt x="2286" y="2484"/>
                        </a:lnTo>
                        <a:lnTo>
                          <a:pt x="2292" y="2478"/>
                        </a:lnTo>
                        <a:lnTo>
                          <a:pt x="2298" y="2466"/>
                        </a:lnTo>
                        <a:lnTo>
                          <a:pt x="2304" y="2460"/>
                        </a:lnTo>
                        <a:lnTo>
                          <a:pt x="2322" y="2478"/>
                        </a:lnTo>
                        <a:lnTo>
                          <a:pt x="2322" y="2460"/>
                        </a:lnTo>
                        <a:lnTo>
                          <a:pt x="2328" y="2460"/>
                        </a:lnTo>
                        <a:lnTo>
                          <a:pt x="2340" y="2478"/>
                        </a:lnTo>
                        <a:lnTo>
                          <a:pt x="2346" y="2484"/>
                        </a:lnTo>
                        <a:lnTo>
                          <a:pt x="2364" y="2484"/>
                        </a:lnTo>
                        <a:lnTo>
                          <a:pt x="2364" y="2472"/>
                        </a:lnTo>
                        <a:lnTo>
                          <a:pt x="2352" y="2460"/>
                        </a:lnTo>
                        <a:lnTo>
                          <a:pt x="2370" y="2460"/>
                        </a:lnTo>
                        <a:lnTo>
                          <a:pt x="2376" y="2466"/>
                        </a:lnTo>
                        <a:lnTo>
                          <a:pt x="2382" y="2460"/>
                        </a:lnTo>
                        <a:lnTo>
                          <a:pt x="2400" y="2460"/>
                        </a:lnTo>
                        <a:lnTo>
                          <a:pt x="2400" y="2454"/>
                        </a:lnTo>
                        <a:lnTo>
                          <a:pt x="2406" y="2442"/>
                        </a:lnTo>
                        <a:lnTo>
                          <a:pt x="2406" y="2430"/>
                        </a:lnTo>
                        <a:lnTo>
                          <a:pt x="2412" y="2424"/>
                        </a:lnTo>
                        <a:lnTo>
                          <a:pt x="2424" y="2418"/>
                        </a:lnTo>
                        <a:lnTo>
                          <a:pt x="2430" y="2412"/>
                        </a:lnTo>
                        <a:lnTo>
                          <a:pt x="2436" y="2412"/>
                        </a:lnTo>
                        <a:lnTo>
                          <a:pt x="2466" y="2448"/>
                        </a:lnTo>
                        <a:lnTo>
                          <a:pt x="2496" y="2442"/>
                        </a:lnTo>
                        <a:lnTo>
                          <a:pt x="2508" y="2454"/>
                        </a:lnTo>
                        <a:lnTo>
                          <a:pt x="2538" y="2454"/>
                        </a:lnTo>
                        <a:lnTo>
                          <a:pt x="2544" y="2460"/>
                        </a:lnTo>
                        <a:lnTo>
                          <a:pt x="2544" y="2466"/>
                        </a:lnTo>
                        <a:lnTo>
                          <a:pt x="2526" y="2484"/>
                        </a:lnTo>
                        <a:lnTo>
                          <a:pt x="2532" y="2502"/>
                        </a:lnTo>
                        <a:lnTo>
                          <a:pt x="2544" y="2508"/>
                        </a:lnTo>
                        <a:lnTo>
                          <a:pt x="2544" y="2526"/>
                        </a:lnTo>
                        <a:lnTo>
                          <a:pt x="2562" y="2526"/>
                        </a:lnTo>
                        <a:lnTo>
                          <a:pt x="2568" y="2532"/>
                        </a:lnTo>
                        <a:lnTo>
                          <a:pt x="2574" y="2544"/>
                        </a:lnTo>
                        <a:lnTo>
                          <a:pt x="2586" y="2550"/>
                        </a:lnTo>
                        <a:lnTo>
                          <a:pt x="2616" y="2550"/>
                        </a:lnTo>
                        <a:lnTo>
                          <a:pt x="2622" y="2556"/>
                        </a:lnTo>
                        <a:lnTo>
                          <a:pt x="2628" y="2556"/>
                        </a:lnTo>
                        <a:lnTo>
                          <a:pt x="2676" y="2526"/>
                        </a:lnTo>
                        <a:lnTo>
                          <a:pt x="2694" y="2538"/>
                        </a:lnTo>
                        <a:lnTo>
                          <a:pt x="2718" y="2538"/>
                        </a:lnTo>
                        <a:lnTo>
                          <a:pt x="2736" y="2544"/>
                        </a:lnTo>
                        <a:lnTo>
                          <a:pt x="2748" y="2544"/>
                        </a:lnTo>
                        <a:lnTo>
                          <a:pt x="2760" y="2550"/>
                        </a:lnTo>
                        <a:lnTo>
                          <a:pt x="2766" y="2556"/>
                        </a:lnTo>
                        <a:lnTo>
                          <a:pt x="2772" y="2568"/>
                        </a:lnTo>
                        <a:lnTo>
                          <a:pt x="2766" y="2580"/>
                        </a:lnTo>
                        <a:lnTo>
                          <a:pt x="2766" y="2604"/>
                        </a:lnTo>
                        <a:lnTo>
                          <a:pt x="2760" y="2616"/>
                        </a:lnTo>
                        <a:lnTo>
                          <a:pt x="2766" y="2628"/>
                        </a:lnTo>
                        <a:lnTo>
                          <a:pt x="2772" y="2634"/>
                        </a:lnTo>
                        <a:lnTo>
                          <a:pt x="2784" y="2640"/>
                        </a:lnTo>
                        <a:lnTo>
                          <a:pt x="2790" y="2652"/>
                        </a:lnTo>
                        <a:lnTo>
                          <a:pt x="2802" y="2658"/>
                        </a:lnTo>
                        <a:lnTo>
                          <a:pt x="2808" y="2664"/>
                        </a:lnTo>
                        <a:lnTo>
                          <a:pt x="2826" y="2664"/>
                        </a:lnTo>
                        <a:lnTo>
                          <a:pt x="2832" y="2640"/>
                        </a:lnTo>
                        <a:lnTo>
                          <a:pt x="2832" y="2634"/>
                        </a:lnTo>
                        <a:lnTo>
                          <a:pt x="2826" y="2628"/>
                        </a:lnTo>
                        <a:lnTo>
                          <a:pt x="2826" y="2586"/>
                        </a:lnTo>
                        <a:lnTo>
                          <a:pt x="2832" y="2568"/>
                        </a:lnTo>
                        <a:lnTo>
                          <a:pt x="2844" y="2556"/>
                        </a:lnTo>
                        <a:lnTo>
                          <a:pt x="2856" y="2550"/>
                        </a:lnTo>
                        <a:lnTo>
                          <a:pt x="2886" y="2550"/>
                        </a:lnTo>
                        <a:lnTo>
                          <a:pt x="2898" y="2544"/>
                        </a:lnTo>
                        <a:lnTo>
                          <a:pt x="2910" y="2544"/>
                        </a:lnTo>
                        <a:lnTo>
                          <a:pt x="2922" y="2538"/>
                        </a:lnTo>
                        <a:lnTo>
                          <a:pt x="2940" y="2538"/>
                        </a:lnTo>
                        <a:lnTo>
                          <a:pt x="2964" y="2532"/>
                        </a:lnTo>
                        <a:lnTo>
                          <a:pt x="2982" y="2526"/>
                        </a:lnTo>
                        <a:lnTo>
                          <a:pt x="3000" y="2508"/>
                        </a:lnTo>
                        <a:lnTo>
                          <a:pt x="3000" y="2466"/>
                        </a:lnTo>
                        <a:lnTo>
                          <a:pt x="3006" y="2454"/>
                        </a:lnTo>
                        <a:lnTo>
                          <a:pt x="3012" y="2448"/>
                        </a:lnTo>
                        <a:lnTo>
                          <a:pt x="3024" y="2460"/>
                        </a:lnTo>
                        <a:lnTo>
                          <a:pt x="3036" y="2484"/>
                        </a:lnTo>
                        <a:lnTo>
                          <a:pt x="3042" y="2490"/>
                        </a:lnTo>
                        <a:lnTo>
                          <a:pt x="3048" y="2490"/>
                        </a:lnTo>
                        <a:lnTo>
                          <a:pt x="3054" y="2484"/>
                        </a:lnTo>
                        <a:lnTo>
                          <a:pt x="3066" y="2478"/>
                        </a:lnTo>
                        <a:lnTo>
                          <a:pt x="3072" y="2466"/>
                        </a:lnTo>
                        <a:lnTo>
                          <a:pt x="3090" y="2448"/>
                        </a:lnTo>
                        <a:lnTo>
                          <a:pt x="3096" y="2436"/>
                        </a:lnTo>
                        <a:lnTo>
                          <a:pt x="3114" y="2454"/>
                        </a:lnTo>
                        <a:lnTo>
                          <a:pt x="3144" y="2442"/>
                        </a:lnTo>
                        <a:lnTo>
                          <a:pt x="3150" y="2442"/>
                        </a:lnTo>
                        <a:lnTo>
                          <a:pt x="3156" y="2448"/>
                        </a:lnTo>
                        <a:lnTo>
                          <a:pt x="3186" y="2448"/>
                        </a:lnTo>
                        <a:lnTo>
                          <a:pt x="3234" y="2424"/>
                        </a:lnTo>
                        <a:lnTo>
                          <a:pt x="3288" y="2370"/>
                        </a:lnTo>
                        <a:lnTo>
                          <a:pt x="3294" y="2358"/>
                        </a:lnTo>
                        <a:lnTo>
                          <a:pt x="3300" y="2352"/>
                        </a:lnTo>
                        <a:lnTo>
                          <a:pt x="3294" y="2340"/>
                        </a:lnTo>
                        <a:lnTo>
                          <a:pt x="3294" y="2334"/>
                        </a:lnTo>
                        <a:lnTo>
                          <a:pt x="3288" y="2322"/>
                        </a:lnTo>
                        <a:lnTo>
                          <a:pt x="3282" y="2316"/>
                        </a:lnTo>
                        <a:lnTo>
                          <a:pt x="3300" y="2316"/>
                        </a:lnTo>
                        <a:lnTo>
                          <a:pt x="3312" y="2286"/>
                        </a:lnTo>
                        <a:lnTo>
                          <a:pt x="3336" y="2286"/>
                        </a:lnTo>
                        <a:lnTo>
                          <a:pt x="3348" y="2250"/>
                        </a:lnTo>
                        <a:lnTo>
                          <a:pt x="3360" y="2250"/>
                        </a:lnTo>
                        <a:lnTo>
                          <a:pt x="3360" y="2208"/>
                        </a:lnTo>
                        <a:lnTo>
                          <a:pt x="3372" y="2208"/>
                        </a:lnTo>
                        <a:lnTo>
                          <a:pt x="3384" y="2196"/>
                        </a:lnTo>
                        <a:lnTo>
                          <a:pt x="3384" y="2172"/>
                        </a:lnTo>
                        <a:lnTo>
                          <a:pt x="3378" y="2160"/>
                        </a:lnTo>
                        <a:lnTo>
                          <a:pt x="3372" y="2154"/>
                        </a:lnTo>
                        <a:lnTo>
                          <a:pt x="3372" y="2142"/>
                        </a:lnTo>
                        <a:lnTo>
                          <a:pt x="3378" y="2136"/>
                        </a:lnTo>
                        <a:lnTo>
                          <a:pt x="3384" y="2136"/>
                        </a:lnTo>
                        <a:lnTo>
                          <a:pt x="3390" y="2130"/>
                        </a:lnTo>
                        <a:lnTo>
                          <a:pt x="3402" y="2124"/>
                        </a:lnTo>
                        <a:lnTo>
                          <a:pt x="3408" y="2118"/>
                        </a:lnTo>
                        <a:lnTo>
                          <a:pt x="3408" y="2094"/>
                        </a:lnTo>
                        <a:lnTo>
                          <a:pt x="3390" y="2076"/>
                        </a:lnTo>
                        <a:lnTo>
                          <a:pt x="3390" y="2064"/>
                        </a:lnTo>
                        <a:lnTo>
                          <a:pt x="3402" y="2058"/>
                        </a:lnTo>
                        <a:lnTo>
                          <a:pt x="3408" y="2052"/>
                        </a:lnTo>
                        <a:lnTo>
                          <a:pt x="3408" y="2016"/>
                        </a:lnTo>
                        <a:lnTo>
                          <a:pt x="3414" y="2016"/>
                        </a:lnTo>
                        <a:lnTo>
                          <a:pt x="3420" y="2010"/>
                        </a:lnTo>
                        <a:lnTo>
                          <a:pt x="3456" y="1992"/>
                        </a:lnTo>
                        <a:lnTo>
                          <a:pt x="3462" y="1980"/>
                        </a:lnTo>
                        <a:lnTo>
                          <a:pt x="3462" y="1962"/>
                        </a:lnTo>
                        <a:lnTo>
                          <a:pt x="3456" y="1956"/>
                        </a:lnTo>
                        <a:lnTo>
                          <a:pt x="3444" y="1956"/>
                        </a:lnTo>
                        <a:lnTo>
                          <a:pt x="3450" y="1956"/>
                        </a:lnTo>
                        <a:lnTo>
                          <a:pt x="3456" y="1950"/>
                        </a:lnTo>
                        <a:lnTo>
                          <a:pt x="3468" y="1950"/>
                        </a:lnTo>
                        <a:lnTo>
                          <a:pt x="3480" y="1944"/>
                        </a:lnTo>
                        <a:lnTo>
                          <a:pt x="3492" y="1932"/>
                        </a:lnTo>
                        <a:lnTo>
                          <a:pt x="3474" y="1914"/>
                        </a:lnTo>
                        <a:lnTo>
                          <a:pt x="3468" y="1914"/>
                        </a:lnTo>
                        <a:lnTo>
                          <a:pt x="3486" y="1896"/>
                        </a:lnTo>
                        <a:lnTo>
                          <a:pt x="3498" y="1872"/>
                        </a:lnTo>
                        <a:lnTo>
                          <a:pt x="3504" y="1866"/>
                        </a:lnTo>
                        <a:lnTo>
                          <a:pt x="3504" y="1854"/>
                        </a:lnTo>
                        <a:lnTo>
                          <a:pt x="3498" y="1848"/>
                        </a:lnTo>
                        <a:lnTo>
                          <a:pt x="3474" y="1842"/>
                        </a:lnTo>
                        <a:lnTo>
                          <a:pt x="3438" y="1848"/>
                        </a:lnTo>
                        <a:lnTo>
                          <a:pt x="3396" y="1854"/>
                        </a:lnTo>
                        <a:lnTo>
                          <a:pt x="3366" y="1860"/>
                        </a:lnTo>
                        <a:lnTo>
                          <a:pt x="3354" y="1866"/>
                        </a:lnTo>
                        <a:lnTo>
                          <a:pt x="3336" y="1848"/>
                        </a:lnTo>
                        <a:lnTo>
                          <a:pt x="3378" y="1848"/>
                        </a:lnTo>
                        <a:lnTo>
                          <a:pt x="3378" y="1836"/>
                        </a:lnTo>
                        <a:lnTo>
                          <a:pt x="3384" y="1824"/>
                        </a:lnTo>
                        <a:lnTo>
                          <a:pt x="3390" y="1818"/>
                        </a:lnTo>
                        <a:lnTo>
                          <a:pt x="3402" y="1812"/>
                        </a:lnTo>
                        <a:lnTo>
                          <a:pt x="3432" y="1812"/>
                        </a:lnTo>
                        <a:lnTo>
                          <a:pt x="3426" y="1800"/>
                        </a:lnTo>
                        <a:lnTo>
                          <a:pt x="3420" y="1794"/>
                        </a:lnTo>
                        <a:lnTo>
                          <a:pt x="3414" y="1782"/>
                        </a:lnTo>
                        <a:lnTo>
                          <a:pt x="3414" y="1776"/>
                        </a:lnTo>
                        <a:lnTo>
                          <a:pt x="3408" y="1770"/>
                        </a:lnTo>
                        <a:lnTo>
                          <a:pt x="3390" y="1770"/>
                        </a:lnTo>
                        <a:lnTo>
                          <a:pt x="3378" y="1764"/>
                        </a:lnTo>
                        <a:lnTo>
                          <a:pt x="3366" y="1764"/>
                        </a:lnTo>
                        <a:lnTo>
                          <a:pt x="3354" y="1746"/>
                        </a:lnTo>
                        <a:lnTo>
                          <a:pt x="3342" y="1746"/>
                        </a:lnTo>
                        <a:lnTo>
                          <a:pt x="3336" y="1734"/>
                        </a:lnTo>
                        <a:lnTo>
                          <a:pt x="3324" y="1728"/>
                        </a:lnTo>
                        <a:lnTo>
                          <a:pt x="3294" y="1728"/>
                        </a:lnTo>
                        <a:lnTo>
                          <a:pt x="3288" y="1734"/>
                        </a:lnTo>
                        <a:lnTo>
                          <a:pt x="3282" y="1734"/>
                        </a:lnTo>
                        <a:lnTo>
                          <a:pt x="3246" y="1686"/>
                        </a:lnTo>
                        <a:lnTo>
                          <a:pt x="3252" y="1698"/>
                        </a:lnTo>
                        <a:lnTo>
                          <a:pt x="3264" y="1704"/>
                        </a:lnTo>
                        <a:lnTo>
                          <a:pt x="3270" y="1710"/>
                        </a:lnTo>
                        <a:lnTo>
                          <a:pt x="3282" y="1716"/>
                        </a:lnTo>
                        <a:lnTo>
                          <a:pt x="3294" y="1716"/>
                        </a:lnTo>
                        <a:lnTo>
                          <a:pt x="3300" y="1710"/>
                        </a:lnTo>
                        <a:lnTo>
                          <a:pt x="3306" y="1710"/>
                        </a:lnTo>
                        <a:lnTo>
                          <a:pt x="3336" y="1716"/>
                        </a:lnTo>
                        <a:lnTo>
                          <a:pt x="3348" y="1734"/>
                        </a:lnTo>
                        <a:lnTo>
                          <a:pt x="3366" y="1728"/>
                        </a:lnTo>
                        <a:lnTo>
                          <a:pt x="3408" y="1740"/>
                        </a:lnTo>
                        <a:lnTo>
                          <a:pt x="3390" y="1716"/>
                        </a:lnTo>
                        <a:lnTo>
                          <a:pt x="3372" y="1710"/>
                        </a:lnTo>
                        <a:lnTo>
                          <a:pt x="3372" y="1692"/>
                        </a:lnTo>
                        <a:lnTo>
                          <a:pt x="3360" y="1680"/>
                        </a:lnTo>
                        <a:lnTo>
                          <a:pt x="3348" y="1674"/>
                        </a:lnTo>
                        <a:lnTo>
                          <a:pt x="3330" y="1674"/>
                        </a:lnTo>
                        <a:lnTo>
                          <a:pt x="3318" y="1662"/>
                        </a:lnTo>
                        <a:lnTo>
                          <a:pt x="3318" y="1650"/>
                        </a:lnTo>
                        <a:lnTo>
                          <a:pt x="3312" y="1644"/>
                        </a:lnTo>
                        <a:lnTo>
                          <a:pt x="3312" y="1632"/>
                        </a:lnTo>
                        <a:lnTo>
                          <a:pt x="3234" y="1530"/>
                        </a:lnTo>
                        <a:lnTo>
                          <a:pt x="3198" y="1524"/>
                        </a:lnTo>
                        <a:lnTo>
                          <a:pt x="3162" y="1494"/>
                        </a:lnTo>
                        <a:lnTo>
                          <a:pt x="3144" y="1500"/>
                        </a:lnTo>
                        <a:lnTo>
                          <a:pt x="3138" y="1488"/>
                        </a:lnTo>
                        <a:lnTo>
                          <a:pt x="3132" y="1482"/>
                        </a:lnTo>
                        <a:lnTo>
                          <a:pt x="3132" y="1470"/>
                        </a:lnTo>
                        <a:lnTo>
                          <a:pt x="3126" y="1464"/>
                        </a:lnTo>
                        <a:lnTo>
                          <a:pt x="3138" y="1452"/>
                        </a:lnTo>
                        <a:lnTo>
                          <a:pt x="3150" y="1446"/>
                        </a:lnTo>
                        <a:lnTo>
                          <a:pt x="3156" y="1434"/>
                        </a:lnTo>
                        <a:lnTo>
                          <a:pt x="3162" y="1428"/>
                        </a:lnTo>
                        <a:lnTo>
                          <a:pt x="3168" y="1416"/>
                        </a:lnTo>
                        <a:lnTo>
                          <a:pt x="3168" y="1410"/>
                        </a:lnTo>
                        <a:lnTo>
                          <a:pt x="3162" y="1398"/>
                        </a:lnTo>
                        <a:lnTo>
                          <a:pt x="3162" y="1392"/>
                        </a:lnTo>
                        <a:lnTo>
                          <a:pt x="3156" y="1380"/>
                        </a:lnTo>
                        <a:lnTo>
                          <a:pt x="3168" y="1386"/>
                        </a:lnTo>
                        <a:lnTo>
                          <a:pt x="3174" y="1392"/>
                        </a:lnTo>
                        <a:lnTo>
                          <a:pt x="3186" y="1398"/>
                        </a:lnTo>
                        <a:lnTo>
                          <a:pt x="3198" y="1386"/>
                        </a:lnTo>
                        <a:lnTo>
                          <a:pt x="3198" y="1368"/>
                        </a:lnTo>
                        <a:lnTo>
                          <a:pt x="3192" y="1356"/>
                        </a:lnTo>
                        <a:lnTo>
                          <a:pt x="3192" y="1344"/>
                        </a:lnTo>
                        <a:lnTo>
                          <a:pt x="3216" y="1344"/>
                        </a:lnTo>
                        <a:lnTo>
                          <a:pt x="3252" y="1320"/>
                        </a:lnTo>
                        <a:lnTo>
                          <a:pt x="3264" y="1320"/>
                        </a:lnTo>
                        <a:lnTo>
                          <a:pt x="3270" y="1326"/>
                        </a:lnTo>
                        <a:lnTo>
                          <a:pt x="3294" y="1326"/>
                        </a:lnTo>
                        <a:lnTo>
                          <a:pt x="3294" y="1320"/>
                        </a:lnTo>
                        <a:lnTo>
                          <a:pt x="3288" y="1314"/>
                        </a:lnTo>
                        <a:lnTo>
                          <a:pt x="3288" y="1308"/>
                        </a:lnTo>
                        <a:lnTo>
                          <a:pt x="3282" y="1302"/>
                        </a:lnTo>
                        <a:lnTo>
                          <a:pt x="3288" y="1278"/>
                        </a:lnTo>
                        <a:lnTo>
                          <a:pt x="3258" y="1278"/>
                        </a:lnTo>
                        <a:lnTo>
                          <a:pt x="3246" y="1266"/>
                        </a:lnTo>
                        <a:lnTo>
                          <a:pt x="3240" y="1278"/>
                        </a:lnTo>
                        <a:lnTo>
                          <a:pt x="3204" y="1278"/>
                        </a:lnTo>
                        <a:lnTo>
                          <a:pt x="3198" y="1272"/>
                        </a:lnTo>
                        <a:lnTo>
                          <a:pt x="3192" y="1260"/>
                        </a:lnTo>
                        <a:lnTo>
                          <a:pt x="3180" y="1254"/>
                        </a:lnTo>
                        <a:lnTo>
                          <a:pt x="3174" y="1248"/>
                        </a:lnTo>
                        <a:lnTo>
                          <a:pt x="3150" y="1248"/>
                        </a:lnTo>
                        <a:lnTo>
                          <a:pt x="3144" y="1260"/>
                        </a:lnTo>
                        <a:lnTo>
                          <a:pt x="3132" y="1266"/>
                        </a:lnTo>
                        <a:lnTo>
                          <a:pt x="3114" y="1284"/>
                        </a:lnTo>
                        <a:lnTo>
                          <a:pt x="3114" y="1296"/>
                        </a:lnTo>
                        <a:lnTo>
                          <a:pt x="3108" y="1302"/>
                        </a:lnTo>
                        <a:lnTo>
                          <a:pt x="3108" y="1308"/>
                        </a:lnTo>
                        <a:lnTo>
                          <a:pt x="3078" y="1308"/>
                        </a:lnTo>
                        <a:lnTo>
                          <a:pt x="3054" y="1296"/>
                        </a:lnTo>
                        <a:lnTo>
                          <a:pt x="3048" y="1290"/>
                        </a:lnTo>
                        <a:lnTo>
                          <a:pt x="3042" y="1278"/>
                        </a:lnTo>
                        <a:lnTo>
                          <a:pt x="3030" y="1242"/>
                        </a:lnTo>
                        <a:lnTo>
                          <a:pt x="3024" y="1230"/>
                        </a:lnTo>
                        <a:lnTo>
                          <a:pt x="3018" y="1224"/>
                        </a:lnTo>
                        <a:lnTo>
                          <a:pt x="3006" y="1224"/>
                        </a:lnTo>
                        <a:lnTo>
                          <a:pt x="3000" y="1230"/>
                        </a:lnTo>
                        <a:lnTo>
                          <a:pt x="3000" y="1242"/>
                        </a:lnTo>
                        <a:lnTo>
                          <a:pt x="2988" y="1224"/>
                        </a:lnTo>
                        <a:lnTo>
                          <a:pt x="2952" y="1224"/>
                        </a:lnTo>
                        <a:lnTo>
                          <a:pt x="2940" y="1218"/>
                        </a:lnTo>
                        <a:lnTo>
                          <a:pt x="2934" y="1212"/>
                        </a:lnTo>
                        <a:lnTo>
                          <a:pt x="2928" y="1200"/>
                        </a:lnTo>
                        <a:lnTo>
                          <a:pt x="2916" y="1194"/>
                        </a:lnTo>
                        <a:lnTo>
                          <a:pt x="2910" y="1182"/>
                        </a:lnTo>
                        <a:lnTo>
                          <a:pt x="2910" y="1140"/>
                        </a:lnTo>
                        <a:lnTo>
                          <a:pt x="2928" y="1140"/>
                        </a:lnTo>
                        <a:lnTo>
                          <a:pt x="2940" y="1152"/>
                        </a:lnTo>
                        <a:lnTo>
                          <a:pt x="2946" y="1152"/>
                        </a:lnTo>
                        <a:lnTo>
                          <a:pt x="2952" y="1146"/>
                        </a:lnTo>
                        <a:lnTo>
                          <a:pt x="2952" y="1140"/>
                        </a:lnTo>
                        <a:lnTo>
                          <a:pt x="2958" y="1134"/>
                        </a:lnTo>
                        <a:lnTo>
                          <a:pt x="2964" y="1134"/>
                        </a:lnTo>
                        <a:lnTo>
                          <a:pt x="2970" y="1140"/>
                        </a:lnTo>
                        <a:lnTo>
                          <a:pt x="2982" y="1140"/>
                        </a:lnTo>
                        <a:lnTo>
                          <a:pt x="2994" y="1134"/>
                        </a:lnTo>
                        <a:lnTo>
                          <a:pt x="3000" y="1128"/>
                        </a:lnTo>
                        <a:lnTo>
                          <a:pt x="3000" y="1116"/>
                        </a:lnTo>
                        <a:lnTo>
                          <a:pt x="2994" y="1110"/>
                        </a:lnTo>
                        <a:lnTo>
                          <a:pt x="2994" y="1086"/>
                        </a:lnTo>
                        <a:lnTo>
                          <a:pt x="3000" y="1074"/>
                        </a:lnTo>
                        <a:lnTo>
                          <a:pt x="3000" y="1068"/>
                        </a:lnTo>
                        <a:lnTo>
                          <a:pt x="3036" y="1068"/>
                        </a:lnTo>
                        <a:lnTo>
                          <a:pt x="3042" y="1062"/>
                        </a:lnTo>
                        <a:lnTo>
                          <a:pt x="3048" y="1050"/>
                        </a:lnTo>
                        <a:lnTo>
                          <a:pt x="3048" y="1038"/>
                        </a:lnTo>
                        <a:lnTo>
                          <a:pt x="3054" y="1032"/>
                        </a:lnTo>
                        <a:lnTo>
                          <a:pt x="3054" y="1026"/>
                        </a:lnTo>
                        <a:lnTo>
                          <a:pt x="3072" y="1014"/>
                        </a:lnTo>
                        <a:lnTo>
                          <a:pt x="3060" y="1002"/>
                        </a:lnTo>
                        <a:lnTo>
                          <a:pt x="3096" y="1014"/>
                        </a:lnTo>
                        <a:lnTo>
                          <a:pt x="3114" y="996"/>
                        </a:lnTo>
                        <a:lnTo>
                          <a:pt x="3126" y="1002"/>
                        </a:lnTo>
                        <a:lnTo>
                          <a:pt x="3132" y="1014"/>
                        </a:lnTo>
                        <a:lnTo>
                          <a:pt x="3144" y="1020"/>
                        </a:lnTo>
                        <a:lnTo>
                          <a:pt x="3156" y="1044"/>
                        </a:lnTo>
                        <a:lnTo>
                          <a:pt x="3156" y="1050"/>
                        </a:lnTo>
                        <a:lnTo>
                          <a:pt x="3144" y="1074"/>
                        </a:lnTo>
                        <a:lnTo>
                          <a:pt x="3126" y="1092"/>
                        </a:lnTo>
                        <a:lnTo>
                          <a:pt x="3126" y="1104"/>
                        </a:lnTo>
                        <a:lnTo>
                          <a:pt x="3132" y="1116"/>
                        </a:lnTo>
                        <a:lnTo>
                          <a:pt x="3144" y="1128"/>
                        </a:lnTo>
                        <a:lnTo>
                          <a:pt x="3150" y="1128"/>
                        </a:lnTo>
                        <a:lnTo>
                          <a:pt x="3162" y="1122"/>
                        </a:lnTo>
                        <a:lnTo>
                          <a:pt x="3168" y="1122"/>
                        </a:lnTo>
                        <a:lnTo>
                          <a:pt x="3162" y="1152"/>
                        </a:lnTo>
                        <a:lnTo>
                          <a:pt x="3144" y="1170"/>
                        </a:lnTo>
                        <a:lnTo>
                          <a:pt x="3144" y="1176"/>
                        </a:lnTo>
                        <a:lnTo>
                          <a:pt x="3150" y="1176"/>
                        </a:lnTo>
                        <a:lnTo>
                          <a:pt x="3162" y="1170"/>
                        </a:lnTo>
                        <a:lnTo>
                          <a:pt x="3168" y="1164"/>
                        </a:lnTo>
                        <a:lnTo>
                          <a:pt x="3180" y="1158"/>
                        </a:lnTo>
                        <a:lnTo>
                          <a:pt x="3186" y="1158"/>
                        </a:lnTo>
                        <a:lnTo>
                          <a:pt x="3198" y="1146"/>
                        </a:lnTo>
                        <a:lnTo>
                          <a:pt x="3198" y="1122"/>
                        </a:lnTo>
                        <a:lnTo>
                          <a:pt x="3204" y="1122"/>
                        </a:lnTo>
                        <a:lnTo>
                          <a:pt x="3210" y="1116"/>
                        </a:lnTo>
                        <a:lnTo>
                          <a:pt x="3258" y="1092"/>
                        </a:lnTo>
                        <a:lnTo>
                          <a:pt x="3264" y="1086"/>
                        </a:lnTo>
                        <a:lnTo>
                          <a:pt x="3306" y="1086"/>
                        </a:lnTo>
                        <a:lnTo>
                          <a:pt x="3312" y="1074"/>
                        </a:lnTo>
                        <a:lnTo>
                          <a:pt x="3312" y="1062"/>
                        </a:lnTo>
                        <a:lnTo>
                          <a:pt x="3318" y="1056"/>
                        </a:lnTo>
                        <a:lnTo>
                          <a:pt x="3324" y="1044"/>
                        </a:lnTo>
                        <a:lnTo>
                          <a:pt x="3360" y="1026"/>
                        </a:lnTo>
                        <a:lnTo>
                          <a:pt x="3372" y="1014"/>
                        </a:lnTo>
                        <a:lnTo>
                          <a:pt x="3390" y="978"/>
                        </a:lnTo>
                        <a:lnTo>
                          <a:pt x="3390" y="948"/>
                        </a:lnTo>
                        <a:lnTo>
                          <a:pt x="3396" y="942"/>
                        </a:lnTo>
                        <a:lnTo>
                          <a:pt x="3396" y="936"/>
                        </a:lnTo>
                        <a:lnTo>
                          <a:pt x="3408" y="936"/>
                        </a:lnTo>
                        <a:lnTo>
                          <a:pt x="3420" y="942"/>
                        </a:lnTo>
                        <a:lnTo>
                          <a:pt x="3432" y="954"/>
                        </a:lnTo>
                        <a:lnTo>
                          <a:pt x="3444" y="954"/>
                        </a:lnTo>
                        <a:lnTo>
                          <a:pt x="3456" y="960"/>
                        </a:lnTo>
                        <a:lnTo>
                          <a:pt x="3504" y="960"/>
                        </a:lnTo>
                        <a:lnTo>
                          <a:pt x="3504" y="948"/>
                        </a:lnTo>
                        <a:lnTo>
                          <a:pt x="3498" y="948"/>
                        </a:lnTo>
                        <a:lnTo>
                          <a:pt x="3474" y="924"/>
                        </a:lnTo>
                        <a:lnTo>
                          <a:pt x="3474" y="912"/>
                        </a:lnTo>
                        <a:lnTo>
                          <a:pt x="3480" y="906"/>
                        </a:lnTo>
                        <a:lnTo>
                          <a:pt x="3486" y="912"/>
                        </a:lnTo>
                        <a:lnTo>
                          <a:pt x="3510" y="912"/>
                        </a:lnTo>
                        <a:lnTo>
                          <a:pt x="3522" y="918"/>
                        </a:lnTo>
                        <a:lnTo>
                          <a:pt x="3534" y="912"/>
                        </a:lnTo>
                        <a:lnTo>
                          <a:pt x="3540" y="900"/>
                        </a:lnTo>
                        <a:lnTo>
                          <a:pt x="3540" y="894"/>
                        </a:lnTo>
                        <a:lnTo>
                          <a:pt x="3534" y="882"/>
                        </a:lnTo>
                        <a:lnTo>
                          <a:pt x="3558" y="882"/>
                        </a:lnTo>
                        <a:lnTo>
                          <a:pt x="3558" y="864"/>
                        </a:lnTo>
                        <a:lnTo>
                          <a:pt x="3552" y="852"/>
                        </a:lnTo>
                        <a:lnTo>
                          <a:pt x="3546" y="846"/>
                        </a:lnTo>
                        <a:lnTo>
                          <a:pt x="3546" y="840"/>
                        </a:lnTo>
                        <a:lnTo>
                          <a:pt x="3576" y="840"/>
                        </a:lnTo>
                        <a:lnTo>
                          <a:pt x="3594" y="864"/>
                        </a:lnTo>
                        <a:lnTo>
                          <a:pt x="3600" y="840"/>
                        </a:lnTo>
                        <a:lnTo>
                          <a:pt x="3630" y="846"/>
                        </a:lnTo>
                        <a:lnTo>
                          <a:pt x="3624" y="810"/>
                        </a:lnTo>
                        <a:lnTo>
                          <a:pt x="3618" y="798"/>
                        </a:lnTo>
                        <a:lnTo>
                          <a:pt x="3606" y="786"/>
                        </a:lnTo>
                        <a:lnTo>
                          <a:pt x="3606" y="774"/>
                        </a:lnTo>
                        <a:lnTo>
                          <a:pt x="3600" y="756"/>
                        </a:lnTo>
                        <a:lnTo>
                          <a:pt x="3588" y="744"/>
                        </a:lnTo>
                        <a:lnTo>
                          <a:pt x="3576" y="726"/>
                        </a:lnTo>
                        <a:lnTo>
                          <a:pt x="3564" y="720"/>
                        </a:lnTo>
                        <a:lnTo>
                          <a:pt x="3552" y="708"/>
                        </a:lnTo>
                        <a:lnTo>
                          <a:pt x="3546" y="708"/>
                        </a:lnTo>
                        <a:lnTo>
                          <a:pt x="3540" y="696"/>
                        </a:lnTo>
                        <a:lnTo>
                          <a:pt x="3540" y="684"/>
                        </a:lnTo>
                        <a:lnTo>
                          <a:pt x="3564" y="684"/>
                        </a:lnTo>
                        <a:lnTo>
                          <a:pt x="3564" y="672"/>
                        </a:lnTo>
                        <a:lnTo>
                          <a:pt x="3558" y="666"/>
                        </a:lnTo>
                        <a:lnTo>
                          <a:pt x="3564" y="660"/>
                        </a:lnTo>
                        <a:lnTo>
                          <a:pt x="3588" y="660"/>
                        </a:lnTo>
                        <a:lnTo>
                          <a:pt x="3600" y="666"/>
                        </a:lnTo>
                        <a:lnTo>
                          <a:pt x="3618" y="672"/>
                        </a:lnTo>
                        <a:lnTo>
                          <a:pt x="3630" y="672"/>
                        </a:lnTo>
                        <a:lnTo>
                          <a:pt x="3642" y="678"/>
                        </a:lnTo>
                        <a:lnTo>
                          <a:pt x="3648" y="678"/>
                        </a:lnTo>
                        <a:lnTo>
                          <a:pt x="3654" y="672"/>
                        </a:lnTo>
                        <a:lnTo>
                          <a:pt x="3654" y="660"/>
                        </a:lnTo>
                        <a:lnTo>
                          <a:pt x="3648" y="648"/>
                        </a:lnTo>
                        <a:lnTo>
                          <a:pt x="3648" y="630"/>
                        </a:lnTo>
                        <a:lnTo>
                          <a:pt x="3654" y="630"/>
                        </a:lnTo>
                        <a:lnTo>
                          <a:pt x="3660" y="62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74" name="Cambodia" descr="© INSCALE GmbH, 05.05.2010&#10;http://www.presentationload.com/">
                    <a:extLst>
                      <a:ext uri="{FF2B5EF4-FFF2-40B4-BE49-F238E27FC236}">
                        <a16:creationId xmlns:a16="http://schemas.microsoft.com/office/drawing/2014/main" id="{5339CD02-7C13-A666-65D1-CF75E655FF02}"/>
                      </a:ext>
                    </a:extLst>
                  </p:cNvPr>
                  <p:cNvSpPr>
                    <a:spLocks/>
                  </p:cNvSpPr>
                  <p:nvPr/>
                </p:nvSpPr>
                <p:spPr bwMode="gray">
                  <a:xfrm>
                    <a:off x="4490" y="2271"/>
                    <a:ext cx="97" cy="85"/>
                  </a:xfrm>
                  <a:custGeom>
                    <a:avLst/>
                    <a:gdLst>
                      <a:gd name="T0" fmla="*/ 2147483647 w 378"/>
                      <a:gd name="T1" fmla="*/ 2147483647 h 336"/>
                      <a:gd name="T2" fmla="*/ 2147483647 w 378"/>
                      <a:gd name="T3" fmla="*/ 2147483647 h 336"/>
                      <a:gd name="T4" fmla="*/ 2147483647 w 378"/>
                      <a:gd name="T5" fmla="*/ 2147483647 h 336"/>
                      <a:gd name="T6" fmla="*/ 2147483647 w 378"/>
                      <a:gd name="T7" fmla="*/ 2147483647 h 336"/>
                      <a:gd name="T8" fmla="*/ 2147483647 w 378"/>
                      <a:gd name="T9" fmla="*/ 2147483647 h 336"/>
                      <a:gd name="T10" fmla="*/ 2147483647 w 378"/>
                      <a:gd name="T11" fmla="*/ 2147483647 h 336"/>
                      <a:gd name="T12" fmla="*/ 2147483647 w 378"/>
                      <a:gd name="T13" fmla="*/ 2147483647 h 336"/>
                      <a:gd name="T14" fmla="*/ 2147483647 w 378"/>
                      <a:gd name="T15" fmla="*/ 2147483647 h 336"/>
                      <a:gd name="T16" fmla="*/ 2147483647 w 378"/>
                      <a:gd name="T17" fmla="*/ 2147483647 h 336"/>
                      <a:gd name="T18" fmla="*/ 2147483647 w 378"/>
                      <a:gd name="T19" fmla="*/ 2147483647 h 336"/>
                      <a:gd name="T20" fmla="*/ 2147483647 w 378"/>
                      <a:gd name="T21" fmla="*/ 2147483647 h 336"/>
                      <a:gd name="T22" fmla="*/ 2147483647 w 378"/>
                      <a:gd name="T23" fmla="*/ 2147483647 h 336"/>
                      <a:gd name="T24" fmla="*/ 2147483647 w 378"/>
                      <a:gd name="T25" fmla="*/ 2147483647 h 336"/>
                      <a:gd name="T26" fmla="*/ 2147483647 w 378"/>
                      <a:gd name="T27" fmla="*/ 2147483647 h 336"/>
                      <a:gd name="T28" fmla="*/ 0 w 378"/>
                      <a:gd name="T29" fmla="*/ 2147483647 h 336"/>
                      <a:gd name="T30" fmla="*/ 2147483647 w 378"/>
                      <a:gd name="T31" fmla="*/ 2147483647 h 336"/>
                      <a:gd name="T32" fmla="*/ 2147483647 w 378"/>
                      <a:gd name="T33" fmla="*/ 2147483647 h 336"/>
                      <a:gd name="T34" fmla="*/ 2147483647 w 378"/>
                      <a:gd name="T35" fmla="*/ 2147483647 h 336"/>
                      <a:gd name="T36" fmla="*/ 2147483647 w 378"/>
                      <a:gd name="T37" fmla="*/ 2147483647 h 336"/>
                      <a:gd name="T38" fmla="*/ 2147483647 w 378"/>
                      <a:gd name="T39" fmla="*/ 2147483647 h 336"/>
                      <a:gd name="T40" fmla="*/ 2147483647 w 378"/>
                      <a:gd name="T41" fmla="*/ 2147483647 h 336"/>
                      <a:gd name="T42" fmla="*/ 2147483647 w 378"/>
                      <a:gd name="T43" fmla="*/ 2147483647 h 336"/>
                      <a:gd name="T44" fmla="*/ 2147483647 w 378"/>
                      <a:gd name="T45" fmla="*/ 2147483647 h 336"/>
                      <a:gd name="T46" fmla="*/ 2147483647 w 378"/>
                      <a:gd name="T47" fmla="*/ 2147483647 h 336"/>
                      <a:gd name="T48" fmla="*/ 2147483647 w 378"/>
                      <a:gd name="T49" fmla="*/ 2147483647 h 336"/>
                      <a:gd name="T50" fmla="*/ 2147483647 w 378"/>
                      <a:gd name="T51" fmla="*/ 2147483647 h 336"/>
                      <a:gd name="T52" fmla="*/ 2147483647 w 378"/>
                      <a:gd name="T53" fmla="*/ 2147483647 h 336"/>
                      <a:gd name="T54" fmla="*/ 2147483647 w 378"/>
                      <a:gd name="T55" fmla="*/ 2147483647 h 336"/>
                      <a:gd name="T56" fmla="*/ 2147483647 w 378"/>
                      <a:gd name="T57" fmla="*/ 2147483647 h 336"/>
                      <a:gd name="T58" fmla="*/ 2147483647 w 378"/>
                      <a:gd name="T59" fmla="*/ 2147483647 h 336"/>
                      <a:gd name="T60" fmla="*/ 2147483647 w 378"/>
                      <a:gd name="T61" fmla="*/ 2147483647 h 336"/>
                      <a:gd name="T62" fmla="*/ 2147483647 w 378"/>
                      <a:gd name="T63" fmla="*/ 2147483647 h 336"/>
                      <a:gd name="T64" fmla="*/ 2147483647 w 378"/>
                      <a:gd name="T65" fmla="*/ 2147483647 h 336"/>
                      <a:gd name="T66" fmla="*/ 2147483647 w 378"/>
                      <a:gd name="T67" fmla="*/ 2147483647 h 336"/>
                      <a:gd name="T68" fmla="*/ 2147483647 w 378"/>
                      <a:gd name="T69" fmla="*/ 2147483647 h 336"/>
                      <a:gd name="T70" fmla="*/ 2147483647 w 378"/>
                      <a:gd name="T71" fmla="*/ 2147483647 h 336"/>
                      <a:gd name="T72" fmla="*/ 2147483647 w 378"/>
                      <a:gd name="T73" fmla="*/ 2147483647 h 336"/>
                      <a:gd name="T74" fmla="*/ 2147483647 w 378"/>
                      <a:gd name="T75" fmla="*/ 2147483647 h 336"/>
                      <a:gd name="T76" fmla="*/ 2147483647 w 378"/>
                      <a:gd name="T77" fmla="*/ 2147483647 h 336"/>
                      <a:gd name="T78" fmla="*/ 2147483647 w 378"/>
                      <a:gd name="T79" fmla="*/ 2147483647 h 336"/>
                      <a:gd name="T80" fmla="*/ 2147483647 w 378"/>
                      <a:gd name="T81" fmla="*/ 2147483647 h 336"/>
                      <a:gd name="T82" fmla="*/ 2147483647 w 378"/>
                      <a:gd name="T83" fmla="*/ 2147483647 h 336"/>
                      <a:gd name="T84" fmla="*/ 2147483647 w 378"/>
                      <a:gd name="T85" fmla="*/ 2147483647 h 336"/>
                      <a:gd name="T86" fmla="*/ 2147483647 w 378"/>
                      <a:gd name="T87" fmla="*/ 2147483647 h 336"/>
                      <a:gd name="T88" fmla="*/ 2147483647 w 378"/>
                      <a:gd name="T89" fmla="*/ 2147483647 h 336"/>
                      <a:gd name="T90" fmla="*/ 2147483647 w 378"/>
                      <a:gd name="T91" fmla="*/ 2147483647 h 336"/>
                      <a:gd name="T92" fmla="*/ 2147483647 w 378"/>
                      <a:gd name="T93" fmla="*/ 2147483647 h 336"/>
                      <a:gd name="T94" fmla="*/ 2147483647 w 378"/>
                      <a:gd name="T95" fmla="*/ 0 h 3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378"/>
                      <a:gd name="T145" fmla="*/ 0 h 336"/>
                      <a:gd name="T146" fmla="*/ 378 w 378"/>
                      <a:gd name="T147" fmla="*/ 336 h 336"/>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378" h="336">
                        <a:moveTo>
                          <a:pt x="324" y="0"/>
                        </a:moveTo>
                        <a:lnTo>
                          <a:pt x="312" y="12"/>
                        </a:lnTo>
                        <a:lnTo>
                          <a:pt x="276" y="0"/>
                        </a:lnTo>
                        <a:lnTo>
                          <a:pt x="264" y="12"/>
                        </a:lnTo>
                        <a:lnTo>
                          <a:pt x="246" y="24"/>
                        </a:lnTo>
                        <a:lnTo>
                          <a:pt x="258" y="36"/>
                        </a:lnTo>
                        <a:lnTo>
                          <a:pt x="258" y="48"/>
                        </a:lnTo>
                        <a:lnTo>
                          <a:pt x="252" y="54"/>
                        </a:lnTo>
                        <a:lnTo>
                          <a:pt x="240" y="54"/>
                        </a:lnTo>
                        <a:lnTo>
                          <a:pt x="228" y="42"/>
                        </a:lnTo>
                        <a:lnTo>
                          <a:pt x="228" y="36"/>
                        </a:lnTo>
                        <a:lnTo>
                          <a:pt x="222" y="36"/>
                        </a:lnTo>
                        <a:lnTo>
                          <a:pt x="216" y="30"/>
                        </a:lnTo>
                        <a:lnTo>
                          <a:pt x="192" y="30"/>
                        </a:lnTo>
                        <a:lnTo>
                          <a:pt x="192" y="18"/>
                        </a:lnTo>
                        <a:lnTo>
                          <a:pt x="186" y="18"/>
                        </a:lnTo>
                        <a:lnTo>
                          <a:pt x="186" y="24"/>
                        </a:lnTo>
                        <a:lnTo>
                          <a:pt x="180" y="18"/>
                        </a:lnTo>
                        <a:lnTo>
                          <a:pt x="168" y="12"/>
                        </a:lnTo>
                        <a:lnTo>
                          <a:pt x="138" y="12"/>
                        </a:lnTo>
                        <a:lnTo>
                          <a:pt x="126" y="18"/>
                        </a:lnTo>
                        <a:lnTo>
                          <a:pt x="114" y="18"/>
                        </a:lnTo>
                        <a:lnTo>
                          <a:pt x="108" y="12"/>
                        </a:lnTo>
                        <a:lnTo>
                          <a:pt x="72" y="12"/>
                        </a:lnTo>
                        <a:lnTo>
                          <a:pt x="54" y="18"/>
                        </a:lnTo>
                        <a:lnTo>
                          <a:pt x="42" y="24"/>
                        </a:lnTo>
                        <a:lnTo>
                          <a:pt x="36" y="30"/>
                        </a:lnTo>
                        <a:lnTo>
                          <a:pt x="30" y="42"/>
                        </a:lnTo>
                        <a:lnTo>
                          <a:pt x="30" y="48"/>
                        </a:lnTo>
                        <a:lnTo>
                          <a:pt x="0" y="78"/>
                        </a:lnTo>
                        <a:lnTo>
                          <a:pt x="6" y="114"/>
                        </a:lnTo>
                        <a:lnTo>
                          <a:pt x="18" y="126"/>
                        </a:lnTo>
                        <a:lnTo>
                          <a:pt x="18" y="156"/>
                        </a:lnTo>
                        <a:lnTo>
                          <a:pt x="30" y="168"/>
                        </a:lnTo>
                        <a:lnTo>
                          <a:pt x="30" y="198"/>
                        </a:lnTo>
                        <a:lnTo>
                          <a:pt x="42" y="210"/>
                        </a:lnTo>
                        <a:lnTo>
                          <a:pt x="48" y="222"/>
                        </a:lnTo>
                        <a:lnTo>
                          <a:pt x="54" y="228"/>
                        </a:lnTo>
                        <a:lnTo>
                          <a:pt x="54" y="234"/>
                        </a:lnTo>
                        <a:lnTo>
                          <a:pt x="42" y="246"/>
                        </a:lnTo>
                        <a:lnTo>
                          <a:pt x="54" y="270"/>
                        </a:lnTo>
                        <a:lnTo>
                          <a:pt x="60" y="276"/>
                        </a:lnTo>
                        <a:lnTo>
                          <a:pt x="72" y="282"/>
                        </a:lnTo>
                        <a:lnTo>
                          <a:pt x="78" y="282"/>
                        </a:lnTo>
                        <a:lnTo>
                          <a:pt x="90" y="270"/>
                        </a:lnTo>
                        <a:lnTo>
                          <a:pt x="90" y="264"/>
                        </a:lnTo>
                        <a:lnTo>
                          <a:pt x="90" y="288"/>
                        </a:lnTo>
                        <a:lnTo>
                          <a:pt x="96" y="300"/>
                        </a:lnTo>
                        <a:lnTo>
                          <a:pt x="102" y="306"/>
                        </a:lnTo>
                        <a:lnTo>
                          <a:pt x="114" y="306"/>
                        </a:lnTo>
                        <a:lnTo>
                          <a:pt x="120" y="300"/>
                        </a:lnTo>
                        <a:lnTo>
                          <a:pt x="132" y="300"/>
                        </a:lnTo>
                        <a:lnTo>
                          <a:pt x="138" y="306"/>
                        </a:lnTo>
                        <a:lnTo>
                          <a:pt x="138" y="312"/>
                        </a:lnTo>
                        <a:lnTo>
                          <a:pt x="150" y="336"/>
                        </a:lnTo>
                        <a:lnTo>
                          <a:pt x="168" y="336"/>
                        </a:lnTo>
                        <a:lnTo>
                          <a:pt x="180" y="324"/>
                        </a:lnTo>
                        <a:lnTo>
                          <a:pt x="192" y="318"/>
                        </a:lnTo>
                        <a:lnTo>
                          <a:pt x="210" y="318"/>
                        </a:lnTo>
                        <a:lnTo>
                          <a:pt x="222" y="312"/>
                        </a:lnTo>
                        <a:lnTo>
                          <a:pt x="222" y="306"/>
                        </a:lnTo>
                        <a:lnTo>
                          <a:pt x="216" y="300"/>
                        </a:lnTo>
                        <a:lnTo>
                          <a:pt x="210" y="300"/>
                        </a:lnTo>
                        <a:lnTo>
                          <a:pt x="204" y="294"/>
                        </a:lnTo>
                        <a:lnTo>
                          <a:pt x="240" y="294"/>
                        </a:lnTo>
                        <a:lnTo>
                          <a:pt x="240" y="288"/>
                        </a:lnTo>
                        <a:lnTo>
                          <a:pt x="246" y="282"/>
                        </a:lnTo>
                        <a:lnTo>
                          <a:pt x="258" y="282"/>
                        </a:lnTo>
                        <a:lnTo>
                          <a:pt x="270" y="288"/>
                        </a:lnTo>
                        <a:lnTo>
                          <a:pt x="276" y="294"/>
                        </a:lnTo>
                        <a:lnTo>
                          <a:pt x="288" y="300"/>
                        </a:lnTo>
                        <a:lnTo>
                          <a:pt x="294" y="306"/>
                        </a:lnTo>
                        <a:lnTo>
                          <a:pt x="294" y="294"/>
                        </a:lnTo>
                        <a:lnTo>
                          <a:pt x="276" y="276"/>
                        </a:lnTo>
                        <a:lnTo>
                          <a:pt x="264" y="252"/>
                        </a:lnTo>
                        <a:lnTo>
                          <a:pt x="264" y="228"/>
                        </a:lnTo>
                        <a:lnTo>
                          <a:pt x="306" y="228"/>
                        </a:lnTo>
                        <a:lnTo>
                          <a:pt x="306" y="204"/>
                        </a:lnTo>
                        <a:lnTo>
                          <a:pt x="336" y="204"/>
                        </a:lnTo>
                        <a:lnTo>
                          <a:pt x="336" y="186"/>
                        </a:lnTo>
                        <a:lnTo>
                          <a:pt x="342" y="180"/>
                        </a:lnTo>
                        <a:lnTo>
                          <a:pt x="360" y="180"/>
                        </a:lnTo>
                        <a:lnTo>
                          <a:pt x="372" y="186"/>
                        </a:lnTo>
                        <a:lnTo>
                          <a:pt x="372" y="156"/>
                        </a:lnTo>
                        <a:lnTo>
                          <a:pt x="366" y="150"/>
                        </a:lnTo>
                        <a:lnTo>
                          <a:pt x="366" y="120"/>
                        </a:lnTo>
                        <a:lnTo>
                          <a:pt x="360" y="114"/>
                        </a:lnTo>
                        <a:lnTo>
                          <a:pt x="360" y="102"/>
                        </a:lnTo>
                        <a:lnTo>
                          <a:pt x="366" y="102"/>
                        </a:lnTo>
                        <a:lnTo>
                          <a:pt x="378" y="90"/>
                        </a:lnTo>
                        <a:lnTo>
                          <a:pt x="378" y="84"/>
                        </a:lnTo>
                        <a:lnTo>
                          <a:pt x="366" y="60"/>
                        </a:lnTo>
                        <a:lnTo>
                          <a:pt x="354" y="48"/>
                        </a:lnTo>
                        <a:lnTo>
                          <a:pt x="348" y="48"/>
                        </a:lnTo>
                        <a:lnTo>
                          <a:pt x="348" y="6"/>
                        </a:lnTo>
                        <a:lnTo>
                          <a:pt x="324" y="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75" name="Belize" descr="© INSCALE GmbH, 05.05.2010&#10;http://www.presentationload.com/">
                    <a:extLst>
                      <a:ext uri="{FF2B5EF4-FFF2-40B4-BE49-F238E27FC236}">
                        <a16:creationId xmlns:a16="http://schemas.microsoft.com/office/drawing/2014/main" id="{43F8B3E9-2587-D6CA-623C-834F09F000DC}"/>
                      </a:ext>
                    </a:extLst>
                  </p:cNvPr>
                  <p:cNvSpPr>
                    <a:spLocks/>
                  </p:cNvSpPr>
                  <p:nvPr/>
                </p:nvSpPr>
                <p:spPr bwMode="gray">
                  <a:xfrm>
                    <a:off x="1063" y="2191"/>
                    <a:ext cx="28" cy="53"/>
                  </a:xfrm>
                  <a:custGeom>
                    <a:avLst/>
                    <a:gdLst>
                      <a:gd name="T0" fmla="*/ 2147483647 w 108"/>
                      <a:gd name="T1" fmla="*/ 2147483647 h 210"/>
                      <a:gd name="T2" fmla="*/ 2147483647 w 108"/>
                      <a:gd name="T3" fmla="*/ 2147483647 h 210"/>
                      <a:gd name="T4" fmla="*/ 2147483647 w 108"/>
                      <a:gd name="T5" fmla="*/ 2147483647 h 210"/>
                      <a:gd name="T6" fmla="*/ 2147483647 w 108"/>
                      <a:gd name="T7" fmla="*/ 2147483647 h 210"/>
                      <a:gd name="T8" fmla="*/ 2147483647 w 108"/>
                      <a:gd name="T9" fmla="*/ 2147483647 h 210"/>
                      <a:gd name="T10" fmla="*/ 2147483647 w 108"/>
                      <a:gd name="T11" fmla="*/ 0 h 210"/>
                      <a:gd name="T12" fmla="*/ 2147483647 w 108"/>
                      <a:gd name="T13" fmla="*/ 2147483647 h 210"/>
                      <a:gd name="T14" fmla="*/ 2147483647 w 108"/>
                      <a:gd name="T15" fmla="*/ 2147483647 h 210"/>
                      <a:gd name="T16" fmla="*/ 2147483647 w 108"/>
                      <a:gd name="T17" fmla="*/ 2147483647 h 210"/>
                      <a:gd name="T18" fmla="*/ 2147483647 w 108"/>
                      <a:gd name="T19" fmla="*/ 2147483647 h 210"/>
                      <a:gd name="T20" fmla="*/ 2147483647 w 108"/>
                      <a:gd name="T21" fmla="*/ 2147483647 h 210"/>
                      <a:gd name="T22" fmla="*/ 2147483647 w 108"/>
                      <a:gd name="T23" fmla="*/ 2147483647 h 210"/>
                      <a:gd name="T24" fmla="*/ 2147483647 w 108"/>
                      <a:gd name="T25" fmla="*/ 2147483647 h 210"/>
                      <a:gd name="T26" fmla="*/ 2147483647 w 108"/>
                      <a:gd name="T27" fmla="*/ 2147483647 h 210"/>
                      <a:gd name="T28" fmla="*/ 2147483647 w 108"/>
                      <a:gd name="T29" fmla="*/ 2147483647 h 210"/>
                      <a:gd name="T30" fmla="*/ 2147483647 w 108"/>
                      <a:gd name="T31" fmla="*/ 2147483647 h 210"/>
                      <a:gd name="T32" fmla="*/ 2147483647 w 108"/>
                      <a:gd name="T33" fmla="*/ 2147483647 h 210"/>
                      <a:gd name="T34" fmla="*/ 2147483647 w 108"/>
                      <a:gd name="T35" fmla="*/ 2147483647 h 210"/>
                      <a:gd name="T36" fmla="*/ 0 w 108"/>
                      <a:gd name="T37" fmla="*/ 2147483647 h 210"/>
                      <a:gd name="T38" fmla="*/ 2147483647 w 108"/>
                      <a:gd name="T39" fmla="*/ 2147483647 h 210"/>
                      <a:gd name="T40" fmla="*/ 2147483647 w 108"/>
                      <a:gd name="T41" fmla="*/ 2147483647 h 210"/>
                      <a:gd name="T42" fmla="*/ 2147483647 w 108"/>
                      <a:gd name="T43" fmla="*/ 2147483647 h 210"/>
                      <a:gd name="T44" fmla="*/ 2147483647 w 108"/>
                      <a:gd name="T45" fmla="*/ 2147483647 h 210"/>
                      <a:gd name="T46" fmla="*/ 2147483647 w 108"/>
                      <a:gd name="T47" fmla="*/ 2147483647 h 210"/>
                      <a:gd name="T48" fmla="*/ 2147483647 w 108"/>
                      <a:gd name="T49" fmla="*/ 2147483647 h 210"/>
                      <a:gd name="T50" fmla="*/ 2147483647 w 108"/>
                      <a:gd name="T51" fmla="*/ 2147483647 h 210"/>
                      <a:gd name="T52" fmla="*/ 2147483647 w 108"/>
                      <a:gd name="T53" fmla="*/ 2147483647 h 210"/>
                      <a:gd name="T54" fmla="*/ 2147483647 w 108"/>
                      <a:gd name="T55" fmla="*/ 2147483647 h 210"/>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w 108"/>
                      <a:gd name="T85" fmla="*/ 0 h 210"/>
                      <a:gd name="T86" fmla="*/ 108 w 108"/>
                      <a:gd name="T87" fmla="*/ 210 h 210"/>
                    </a:gdLst>
                    <a:ahLst/>
                    <a:cxnLst>
                      <a:cxn ang="T56">
                        <a:pos x="T0" y="T1"/>
                      </a:cxn>
                      <a:cxn ang="T57">
                        <a:pos x="T2" y="T3"/>
                      </a:cxn>
                      <a:cxn ang="T58">
                        <a:pos x="T4" y="T5"/>
                      </a:cxn>
                      <a:cxn ang="T59">
                        <a:pos x="T6" y="T7"/>
                      </a:cxn>
                      <a:cxn ang="T60">
                        <a:pos x="T8" y="T9"/>
                      </a:cxn>
                      <a:cxn ang="T61">
                        <a:pos x="T10" y="T11"/>
                      </a:cxn>
                      <a:cxn ang="T62">
                        <a:pos x="T12" y="T13"/>
                      </a:cxn>
                      <a:cxn ang="T63">
                        <a:pos x="T14" y="T15"/>
                      </a:cxn>
                      <a:cxn ang="T64">
                        <a:pos x="T16" y="T17"/>
                      </a:cxn>
                      <a:cxn ang="T65">
                        <a:pos x="T18" y="T19"/>
                      </a:cxn>
                      <a:cxn ang="T66">
                        <a:pos x="T20" y="T21"/>
                      </a:cxn>
                      <a:cxn ang="T67">
                        <a:pos x="T22" y="T23"/>
                      </a:cxn>
                      <a:cxn ang="T68">
                        <a:pos x="T24" y="T25"/>
                      </a:cxn>
                      <a:cxn ang="T69">
                        <a:pos x="T26" y="T27"/>
                      </a:cxn>
                      <a:cxn ang="T70">
                        <a:pos x="T28" y="T29"/>
                      </a:cxn>
                      <a:cxn ang="T71">
                        <a:pos x="T30" y="T31"/>
                      </a:cxn>
                      <a:cxn ang="T72">
                        <a:pos x="T32" y="T33"/>
                      </a:cxn>
                      <a:cxn ang="T73">
                        <a:pos x="T34" y="T35"/>
                      </a:cxn>
                      <a:cxn ang="T74">
                        <a:pos x="T36" y="T37"/>
                      </a:cxn>
                      <a:cxn ang="T75">
                        <a:pos x="T38" y="T39"/>
                      </a:cxn>
                      <a:cxn ang="T76">
                        <a:pos x="T40" y="T41"/>
                      </a:cxn>
                      <a:cxn ang="T77">
                        <a:pos x="T42" y="T43"/>
                      </a:cxn>
                      <a:cxn ang="T78">
                        <a:pos x="T44" y="T45"/>
                      </a:cxn>
                      <a:cxn ang="T79">
                        <a:pos x="T46" y="T47"/>
                      </a:cxn>
                      <a:cxn ang="T80">
                        <a:pos x="T48" y="T49"/>
                      </a:cxn>
                      <a:cxn ang="T81">
                        <a:pos x="T50" y="T51"/>
                      </a:cxn>
                      <a:cxn ang="T82">
                        <a:pos x="T52" y="T53"/>
                      </a:cxn>
                      <a:cxn ang="T83">
                        <a:pos x="T54" y="T55"/>
                      </a:cxn>
                    </a:cxnLst>
                    <a:rect l="T84" t="T85" r="T86" b="T87"/>
                    <a:pathLst>
                      <a:path w="108" h="210">
                        <a:moveTo>
                          <a:pt x="108" y="30"/>
                        </a:moveTo>
                        <a:lnTo>
                          <a:pt x="108" y="24"/>
                        </a:lnTo>
                        <a:lnTo>
                          <a:pt x="102" y="24"/>
                        </a:lnTo>
                        <a:lnTo>
                          <a:pt x="90" y="18"/>
                        </a:lnTo>
                        <a:lnTo>
                          <a:pt x="84" y="12"/>
                        </a:lnTo>
                        <a:lnTo>
                          <a:pt x="78" y="0"/>
                        </a:lnTo>
                        <a:lnTo>
                          <a:pt x="78" y="6"/>
                        </a:lnTo>
                        <a:lnTo>
                          <a:pt x="72" y="12"/>
                        </a:lnTo>
                        <a:lnTo>
                          <a:pt x="72" y="24"/>
                        </a:lnTo>
                        <a:lnTo>
                          <a:pt x="66" y="36"/>
                        </a:lnTo>
                        <a:lnTo>
                          <a:pt x="54" y="42"/>
                        </a:lnTo>
                        <a:lnTo>
                          <a:pt x="48" y="48"/>
                        </a:lnTo>
                        <a:lnTo>
                          <a:pt x="42" y="48"/>
                        </a:lnTo>
                        <a:lnTo>
                          <a:pt x="42" y="42"/>
                        </a:lnTo>
                        <a:lnTo>
                          <a:pt x="36" y="36"/>
                        </a:lnTo>
                        <a:lnTo>
                          <a:pt x="30" y="36"/>
                        </a:lnTo>
                        <a:lnTo>
                          <a:pt x="30" y="42"/>
                        </a:lnTo>
                        <a:lnTo>
                          <a:pt x="24" y="54"/>
                        </a:lnTo>
                        <a:lnTo>
                          <a:pt x="0" y="210"/>
                        </a:lnTo>
                        <a:lnTo>
                          <a:pt x="30" y="210"/>
                        </a:lnTo>
                        <a:lnTo>
                          <a:pt x="42" y="168"/>
                        </a:lnTo>
                        <a:lnTo>
                          <a:pt x="60" y="174"/>
                        </a:lnTo>
                        <a:lnTo>
                          <a:pt x="84" y="150"/>
                        </a:lnTo>
                        <a:lnTo>
                          <a:pt x="84" y="90"/>
                        </a:lnTo>
                        <a:lnTo>
                          <a:pt x="90" y="78"/>
                        </a:lnTo>
                        <a:lnTo>
                          <a:pt x="96" y="60"/>
                        </a:lnTo>
                        <a:lnTo>
                          <a:pt x="108" y="36"/>
                        </a:lnTo>
                        <a:lnTo>
                          <a:pt x="108" y="3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76" name="Australia" descr="© INSCALE GmbH, 05.05.2010&#10;http://www.presentationload.com/">
                    <a:extLst>
                      <a:ext uri="{FF2B5EF4-FFF2-40B4-BE49-F238E27FC236}">
                        <a16:creationId xmlns:a16="http://schemas.microsoft.com/office/drawing/2014/main" id="{8F8B6A66-DD83-6149-5B37-08ED1EEA6D66}"/>
                      </a:ext>
                    </a:extLst>
                  </p:cNvPr>
                  <p:cNvSpPr>
                    <a:spLocks noEditPoints="1"/>
                  </p:cNvSpPr>
                  <p:nvPr/>
                </p:nvSpPr>
                <p:spPr bwMode="gray">
                  <a:xfrm>
                    <a:off x="4618" y="2786"/>
                    <a:ext cx="720" cy="675"/>
                  </a:xfrm>
                  <a:custGeom>
                    <a:avLst/>
                    <a:gdLst>
                      <a:gd name="T0" fmla="*/ 2147483647 w 2838"/>
                      <a:gd name="T1" fmla="*/ 2147483647 h 2664"/>
                      <a:gd name="T2" fmla="*/ 2147483647 w 2838"/>
                      <a:gd name="T3" fmla="*/ 2147483647 h 2664"/>
                      <a:gd name="T4" fmla="*/ 2147483647 w 2838"/>
                      <a:gd name="T5" fmla="*/ 2147483647 h 2664"/>
                      <a:gd name="T6" fmla="*/ 2147483647 w 2838"/>
                      <a:gd name="T7" fmla="*/ 2147483647 h 2664"/>
                      <a:gd name="T8" fmla="*/ 2147483647 w 2838"/>
                      <a:gd name="T9" fmla="*/ 2147483647 h 2664"/>
                      <a:gd name="T10" fmla="*/ 2147483647 w 2838"/>
                      <a:gd name="T11" fmla="*/ 2147483647 h 2664"/>
                      <a:gd name="T12" fmla="*/ 2147483647 w 2838"/>
                      <a:gd name="T13" fmla="*/ 2147483647 h 2664"/>
                      <a:gd name="T14" fmla="*/ 2147483647 w 2838"/>
                      <a:gd name="T15" fmla="*/ 2147483647 h 2664"/>
                      <a:gd name="T16" fmla="*/ 2147483647 w 2838"/>
                      <a:gd name="T17" fmla="*/ 2147483647 h 2664"/>
                      <a:gd name="T18" fmla="*/ 2147483647 w 2838"/>
                      <a:gd name="T19" fmla="*/ 2147483647 h 2664"/>
                      <a:gd name="T20" fmla="*/ 2147483647 w 2838"/>
                      <a:gd name="T21" fmla="*/ 2147483647 h 2664"/>
                      <a:gd name="T22" fmla="*/ 2147483647 w 2838"/>
                      <a:gd name="T23" fmla="*/ 2147483647 h 2664"/>
                      <a:gd name="T24" fmla="*/ 2147483647 w 2838"/>
                      <a:gd name="T25" fmla="*/ 2147483647 h 2664"/>
                      <a:gd name="T26" fmla="*/ 2147483647 w 2838"/>
                      <a:gd name="T27" fmla="*/ 2147483647 h 2664"/>
                      <a:gd name="T28" fmla="*/ 2147483647 w 2838"/>
                      <a:gd name="T29" fmla="*/ 2147483647 h 2664"/>
                      <a:gd name="T30" fmla="*/ 2147483647 w 2838"/>
                      <a:gd name="T31" fmla="*/ 2147483647 h 2664"/>
                      <a:gd name="T32" fmla="*/ 2147483647 w 2838"/>
                      <a:gd name="T33" fmla="*/ 2147483647 h 2664"/>
                      <a:gd name="T34" fmla="*/ 2147483647 w 2838"/>
                      <a:gd name="T35" fmla="*/ 2147483647 h 2664"/>
                      <a:gd name="T36" fmla="*/ 2147483647 w 2838"/>
                      <a:gd name="T37" fmla="*/ 2147483647 h 2664"/>
                      <a:gd name="T38" fmla="*/ 2147483647 w 2838"/>
                      <a:gd name="T39" fmla="*/ 2147483647 h 2664"/>
                      <a:gd name="T40" fmla="*/ 2147483647 w 2838"/>
                      <a:gd name="T41" fmla="*/ 2147483647 h 2664"/>
                      <a:gd name="T42" fmla="*/ 2147483647 w 2838"/>
                      <a:gd name="T43" fmla="*/ 2147483647 h 2664"/>
                      <a:gd name="T44" fmla="*/ 2147483647 w 2838"/>
                      <a:gd name="T45" fmla="*/ 2147483647 h 2664"/>
                      <a:gd name="T46" fmla="*/ 2147483647 w 2838"/>
                      <a:gd name="T47" fmla="*/ 2147483647 h 2664"/>
                      <a:gd name="T48" fmla="*/ 2147483647 w 2838"/>
                      <a:gd name="T49" fmla="*/ 2147483647 h 2664"/>
                      <a:gd name="T50" fmla="*/ 2147483647 w 2838"/>
                      <a:gd name="T51" fmla="*/ 2147483647 h 2664"/>
                      <a:gd name="T52" fmla="*/ 2147483647 w 2838"/>
                      <a:gd name="T53" fmla="*/ 2147483647 h 2664"/>
                      <a:gd name="T54" fmla="*/ 2147483647 w 2838"/>
                      <a:gd name="T55" fmla="*/ 2147483647 h 2664"/>
                      <a:gd name="T56" fmla="*/ 2147483647 w 2838"/>
                      <a:gd name="T57" fmla="*/ 2147483647 h 2664"/>
                      <a:gd name="T58" fmla="*/ 2147483647 w 2838"/>
                      <a:gd name="T59" fmla="*/ 2147483647 h 2664"/>
                      <a:gd name="T60" fmla="*/ 2147483647 w 2838"/>
                      <a:gd name="T61" fmla="*/ 2147483647 h 2664"/>
                      <a:gd name="T62" fmla="*/ 2147483647 w 2838"/>
                      <a:gd name="T63" fmla="*/ 2147483647 h 2664"/>
                      <a:gd name="T64" fmla="*/ 2147483647 w 2838"/>
                      <a:gd name="T65" fmla="*/ 2147483647 h 2664"/>
                      <a:gd name="T66" fmla="*/ 2147483647 w 2838"/>
                      <a:gd name="T67" fmla="*/ 2147483647 h 2664"/>
                      <a:gd name="T68" fmla="*/ 2147483647 w 2838"/>
                      <a:gd name="T69" fmla="*/ 2147483647 h 2664"/>
                      <a:gd name="T70" fmla="*/ 2147483647 w 2838"/>
                      <a:gd name="T71" fmla="*/ 2147483647 h 2664"/>
                      <a:gd name="T72" fmla="*/ 2147483647 w 2838"/>
                      <a:gd name="T73" fmla="*/ 2147483647 h 2664"/>
                      <a:gd name="T74" fmla="*/ 2147483647 w 2838"/>
                      <a:gd name="T75" fmla="*/ 2147483647 h 2664"/>
                      <a:gd name="T76" fmla="*/ 2147483647 w 2838"/>
                      <a:gd name="T77" fmla="*/ 2147483647 h 2664"/>
                      <a:gd name="T78" fmla="*/ 2147483647 w 2838"/>
                      <a:gd name="T79" fmla="*/ 2147483647 h 2664"/>
                      <a:gd name="T80" fmla="*/ 2147483647 w 2838"/>
                      <a:gd name="T81" fmla="*/ 2147483647 h 2664"/>
                      <a:gd name="T82" fmla="*/ 2147483647 w 2838"/>
                      <a:gd name="T83" fmla="*/ 2147483647 h 2664"/>
                      <a:gd name="T84" fmla="*/ 2147483647 w 2838"/>
                      <a:gd name="T85" fmla="*/ 2147483647 h 2664"/>
                      <a:gd name="T86" fmla="*/ 2147483647 w 2838"/>
                      <a:gd name="T87" fmla="*/ 2147483647 h 2664"/>
                      <a:gd name="T88" fmla="*/ 2147483647 w 2838"/>
                      <a:gd name="T89" fmla="*/ 2147483647 h 2664"/>
                      <a:gd name="T90" fmla="*/ 2147483647 w 2838"/>
                      <a:gd name="T91" fmla="*/ 2147483647 h 2664"/>
                      <a:gd name="T92" fmla="*/ 2147483647 w 2838"/>
                      <a:gd name="T93" fmla="*/ 2147483647 h 2664"/>
                      <a:gd name="T94" fmla="*/ 2147483647 w 2838"/>
                      <a:gd name="T95" fmla="*/ 2147483647 h 2664"/>
                      <a:gd name="T96" fmla="*/ 2147483647 w 2838"/>
                      <a:gd name="T97" fmla="*/ 2147483647 h 2664"/>
                      <a:gd name="T98" fmla="*/ 2147483647 w 2838"/>
                      <a:gd name="T99" fmla="*/ 2147483647 h 2664"/>
                      <a:gd name="T100" fmla="*/ 2147483647 w 2838"/>
                      <a:gd name="T101" fmla="*/ 2147483647 h 2664"/>
                      <a:gd name="T102" fmla="*/ 2147483647 w 2838"/>
                      <a:gd name="T103" fmla="*/ 2147483647 h 2664"/>
                      <a:gd name="T104" fmla="*/ 2147483647 w 2838"/>
                      <a:gd name="T105" fmla="*/ 2147483647 h 2664"/>
                      <a:gd name="T106" fmla="*/ 2147483647 w 2838"/>
                      <a:gd name="T107" fmla="*/ 2147483647 h 2664"/>
                      <a:gd name="T108" fmla="*/ 2147483647 w 2838"/>
                      <a:gd name="T109" fmla="*/ 2147483647 h 2664"/>
                      <a:gd name="T110" fmla="*/ 2147483647 w 2838"/>
                      <a:gd name="T111" fmla="*/ 2147483647 h 2664"/>
                      <a:gd name="T112" fmla="*/ 2147483647 w 2838"/>
                      <a:gd name="T113" fmla="*/ 2147483647 h 2664"/>
                      <a:gd name="T114" fmla="*/ 2147483647 w 2838"/>
                      <a:gd name="T115" fmla="*/ 2147483647 h 2664"/>
                      <a:gd name="T116" fmla="*/ 2147483647 w 2838"/>
                      <a:gd name="T117" fmla="*/ 2147483647 h 266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838"/>
                      <a:gd name="T178" fmla="*/ 0 h 2664"/>
                      <a:gd name="T179" fmla="*/ 2838 w 2838"/>
                      <a:gd name="T180" fmla="*/ 2664 h 266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838" h="2664">
                        <a:moveTo>
                          <a:pt x="1530" y="66"/>
                        </a:moveTo>
                        <a:lnTo>
                          <a:pt x="1524" y="60"/>
                        </a:lnTo>
                        <a:lnTo>
                          <a:pt x="1518" y="60"/>
                        </a:lnTo>
                        <a:lnTo>
                          <a:pt x="1506" y="66"/>
                        </a:lnTo>
                        <a:lnTo>
                          <a:pt x="1500" y="72"/>
                        </a:lnTo>
                        <a:lnTo>
                          <a:pt x="1494" y="84"/>
                        </a:lnTo>
                        <a:lnTo>
                          <a:pt x="1494" y="102"/>
                        </a:lnTo>
                        <a:lnTo>
                          <a:pt x="1506" y="102"/>
                        </a:lnTo>
                        <a:lnTo>
                          <a:pt x="1512" y="90"/>
                        </a:lnTo>
                        <a:lnTo>
                          <a:pt x="1524" y="78"/>
                        </a:lnTo>
                        <a:lnTo>
                          <a:pt x="1530" y="66"/>
                        </a:lnTo>
                        <a:close/>
                        <a:moveTo>
                          <a:pt x="1476" y="2016"/>
                        </a:moveTo>
                        <a:lnTo>
                          <a:pt x="1464" y="2016"/>
                        </a:lnTo>
                        <a:lnTo>
                          <a:pt x="1440" y="2028"/>
                        </a:lnTo>
                        <a:lnTo>
                          <a:pt x="1440" y="2034"/>
                        </a:lnTo>
                        <a:lnTo>
                          <a:pt x="1452" y="2046"/>
                        </a:lnTo>
                        <a:lnTo>
                          <a:pt x="1452" y="2052"/>
                        </a:lnTo>
                        <a:lnTo>
                          <a:pt x="1470" y="2052"/>
                        </a:lnTo>
                        <a:lnTo>
                          <a:pt x="1482" y="2046"/>
                        </a:lnTo>
                        <a:lnTo>
                          <a:pt x="1488" y="2040"/>
                        </a:lnTo>
                        <a:lnTo>
                          <a:pt x="1506" y="2040"/>
                        </a:lnTo>
                        <a:lnTo>
                          <a:pt x="1512" y="2034"/>
                        </a:lnTo>
                        <a:lnTo>
                          <a:pt x="1530" y="2034"/>
                        </a:lnTo>
                        <a:lnTo>
                          <a:pt x="1536" y="2028"/>
                        </a:lnTo>
                        <a:lnTo>
                          <a:pt x="1512" y="2028"/>
                        </a:lnTo>
                        <a:lnTo>
                          <a:pt x="1500" y="2016"/>
                        </a:lnTo>
                        <a:lnTo>
                          <a:pt x="1476" y="2016"/>
                        </a:lnTo>
                        <a:close/>
                        <a:moveTo>
                          <a:pt x="2802" y="1164"/>
                        </a:moveTo>
                        <a:lnTo>
                          <a:pt x="2802" y="1134"/>
                        </a:lnTo>
                        <a:lnTo>
                          <a:pt x="2796" y="1116"/>
                        </a:lnTo>
                        <a:lnTo>
                          <a:pt x="2796" y="1092"/>
                        </a:lnTo>
                        <a:lnTo>
                          <a:pt x="2790" y="1086"/>
                        </a:lnTo>
                        <a:lnTo>
                          <a:pt x="2778" y="1086"/>
                        </a:lnTo>
                        <a:lnTo>
                          <a:pt x="2772" y="1080"/>
                        </a:lnTo>
                        <a:lnTo>
                          <a:pt x="2760" y="1080"/>
                        </a:lnTo>
                        <a:lnTo>
                          <a:pt x="2760" y="1062"/>
                        </a:lnTo>
                        <a:lnTo>
                          <a:pt x="2742" y="1050"/>
                        </a:lnTo>
                        <a:lnTo>
                          <a:pt x="2742" y="1014"/>
                        </a:lnTo>
                        <a:lnTo>
                          <a:pt x="2736" y="1008"/>
                        </a:lnTo>
                        <a:lnTo>
                          <a:pt x="2724" y="1002"/>
                        </a:lnTo>
                        <a:lnTo>
                          <a:pt x="2718" y="996"/>
                        </a:lnTo>
                        <a:lnTo>
                          <a:pt x="2706" y="996"/>
                        </a:lnTo>
                        <a:lnTo>
                          <a:pt x="2712" y="996"/>
                        </a:lnTo>
                        <a:lnTo>
                          <a:pt x="2718" y="990"/>
                        </a:lnTo>
                        <a:lnTo>
                          <a:pt x="2730" y="990"/>
                        </a:lnTo>
                        <a:lnTo>
                          <a:pt x="2742" y="984"/>
                        </a:lnTo>
                        <a:lnTo>
                          <a:pt x="2760" y="966"/>
                        </a:lnTo>
                        <a:lnTo>
                          <a:pt x="2754" y="954"/>
                        </a:lnTo>
                        <a:lnTo>
                          <a:pt x="2736" y="936"/>
                        </a:lnTo>
                        <a:lnTo>
                          <a:pt x="2730" y="936"/>
                        </a:lnTo>
                        <a:lnTo>
                          <a:pt x="2730" y="930"/>
                        </a:lnTo>
                        <a:lnTo>
                          <a:pt x="2712" y="912"/>
                        </a:lnTo>
                        <a:lnTo>
                          <a:pt x="2700" y="906"/>
                        </a:lnTo>
                        <a:lnTo>
                          <a:pt x="2694" y="912"/>
                        </a:lnTo>
                        <a:lnTo>
                          <a:pt x="2694" y="936"/>
                        </a:lnTo>
                        <a:lnTo>
                          <a:pt x="2670" y="930"/>
                        </a:lnTo>
                        <a:lnTo>
                          <a:pt x="2670" y="924"/>
                        </a:lnTo>
                        <a:lnTo>
                          <a:pt x="2676" y="918"/>
                        </a:lnTo>
                        <a:lnTo>
                          <a:pt x="2676" y="906"/>
                        </a:lnTo>
                        <a:lnTo>
                          <a:pt x="2682" y="894"/>
                        </a:lnTo>
                        <a:lnTo>
                          <a:pt x="2688" y="876"/>
                        </a:lnTo>
                        <a:lnTo>
                          <a:pt x="2688" y="858"/>
                        </a:lnTo>
                        <a:lnTo>
                          <a:pt x="2682" y="852"/>
                        </a:lnTo>
                        <a:lnTo>
                          <a:pt x="2676" y="840"/>
                        </a:lnTo>
                        <a:lnTo>
                          <a:pt x="2670" y="840"/>
                        </a:lnTo>
                        <a:lnTo>
                          <a:pt x="2652" y="822"/>
                        </a:lnTo>
                        <a:lnTo>
                          <a:pt x="2652" y="816"/>
                        </a:lnTo>
                        <a:lnTo>
                          <a:pt x="2658" y="804"/>
                        </a:lnTo>
                        <a:lnTo>
                          <a:pt x="2658" y="792"/>
                        </a:lnTo>
                        <a:lnTo>
                          <a:pt x="2664" y="774"/>
                        </a:lnTo>
                        <a:lnTo>
                          <a:pt x="2664" y="762"/>
                        </a:lnTo>
                        <a:lnTo>
                          <a:pt x="2652" y="750"/>
                        </a:lnTo>
                        <a:lnTo>
                          <a:pt x="2628" y="732"/>
                        </a:lnTo>
                        <a:lnTo>
                          <a:pt x="2598" y="720"/>
                        </a:lnTo>
                        <a:lnTo>
                          <a:pt x="2580" y="708"/>
                        </a:lnTo>
                        <a:lnTo>
                          <a:pt x="2568" y="702"/>
                        </a:lnTo>
                        <a:lnTo>
                          <a:pt x="2556" y="708"/>
                        </a:lnTo>
                        <a:lnTo>
                          <a:pt x="2550" y="696"/>
                        </a:lnTo>
                        <a:lnTo>
                          <a:pt x="2538" y="684"/>
                        </a:lnTo>
                        <a:lnTo>
                          <a:pt x="2532" y="672"/>
                        </a:lnTo>
                        <a:lnTo>
                          <a:pt x="2520" y="660"/>
                        </a:lnTo>
                        <a:lnTo>
                          <a:pt x="2514" y="642"/>
                        </a:lnTo>
                        <a:lnTo>
                          <a:pt x="2514" y="594"/>
                        </a:lnTo>
                        <a:lnTo>
                          <a:pt x="2520" y="576"/>
                        </a:lnTo>
                        <a:lnTo>
                          <a:pt x="2526" y="564"/>
                        </a:lnTo>
                        <a:lnTo>
                          <a:pt x="2526" y="546"/>
                        </a:lnTo>
                        <a:lnTo>
                          <a:pt x="2520" y="504"/>
                        </a:lnTo>
                        <a:lnTo>
                          <a:pt x="2502" y="462"/>
                        </a:lnTo>
                        <a:lnTo>
                          <a:pt x="2490" y="426"/>
                        </a:lnTo>
                        <a:lnTo>
                          <a:pt x="2490" y="402"/>
                        </a:lnTo>
                        <a:lnTo>
                          <a:pt x="2496" y="390"/>
                        </a:lnTo>
                        <a:lnTo>
                          <a:pt x="2502" y="384"/>
                        </a:lnTo>
                        <a:lnTo>
                          <a:pt x="2502" y="324"/>
                        </a:lnTo>
                        <a:lnTo>
                          <a:pt x="2496" y="312"/>
                        </a:lnTo>
                        <a:lnTo>
                          <a:pt x="2496" y="300"/>
                        </a:lnTo>
                        <a:lnTo>
                          <a:pt x="2472" y="294"/>
                        </a:lnTo>
                        <a:lnTo>
                          <a:pt x="2460" y="288"/>
                        </a:lnTo>
                        <a:lnTo>
                          <a:pt x="2454" y="276"/>
                        </a:lnTo>
                        <a:lnTo>
                          <a:pt x="2442" y="270"/>
                        </a:lnTo>
                        <a:lnTo>
                          <a:pt x="2424" y="270"/>
                        </a:lnTo>
                        <a:lnTo>
                          <a:pt x="2418" y="282"/>
                        </a:lnTo>
                        <a:lnTo>
                          <a:pt x="2412" y="288"/>
                        </a:lnTo>
                        <a:lnTo>
                          <a:pt x="2412" y="282"/>
                        </a:lnTo>
                        <a:lnTo>
                          <a:pt x="2406" y="276"/>
                        </a:lnTo>
                        <a:lnTo>
                          <a:pt x="2400" y="264"/>
                        </a:lnTo>
                        <a:lnTo>
                          <a:pt x="2400" y="228"/>
                        </a:lnTo>
                        <a:lnTo>
                          <a:pt x="2406" y="216"/>
                        </a:lnTo>
                        <a:lnTo>
                          <a:pt x="2406" y="204"/>
                        </a:lnTo>
                        <a:lnTo>
                          <a:pt x="2388" y="180"/>
                        </a:lnTo>
                        <a:lnTo>
                          <a:pt x="2394" y="96"/>
                        </a:lnTo>
                        <a:lnTo>
                          <a:pt x="2382" y="90"/>
                        </a:lnTo>
                        <a:lnTo>
                          <a:pt x="2364" y="72"/>
                        </a:lnTo>
                        <a:lnTo>
                          <a:pt x="2364" y="66"/>
                        </a:lnTo>
                        <a:lnTo>
                          <a:pt x="2370" y="48"/>
                        </a:lnTo>
                        <a:lnTo>
                          <a:pt x="2370" y="24"/>
                        </a:lnTo>
                        <a:lnTo>
                          <a:pt x="2364" y="18"/>
                        </a:lnTo>
                        <a:lnTo>
                          <a:pt x="2346" y="18"/>
                        </a:lnTo>
                        <a:lnTo>
                          <a:pt x="2346" y="0"/>
                        </a:lnTo>
                        <a:lnTo>
                          <a:pt x="2316" y="12"/>
                        </a:lnTo>
                        <a:lnTo>
                          <a:pt x="2310" y="30"/>
                        </a:lnTo>
                        <a:lnTo>
                          <a:pt x="2298" y="36"/>
                        </a:lnTo>
                        <a:lnTo>
                          <a:pt x="2292" y="42"/>
                        </a:lnTo>
                        <a:lnTo>
                          <a:pt x="2280" y="48"/>
                        </a:lnTo>
                        <a:lnTo>
                          <a:pt x="2280" y="66"/>
                        </a:lnTo>
                        <a:lnTo>
                          <a:pt x="2286" y="78"/>
                        </a:lnTo>
                        <a:lnTo>
                          <a:pt x="2286" y="90"/>
                        </a:lnTo>
                        <a:lnTo>
                          <a:pt x="2292" y="102"/>
                        </a:lnTo>
                        <a:lnTo>
                          <a:pt x="2292" y="114"/>
                        </a:lnTo>
                        <a:lnTo>
                          <a:pt x="2286" y="126"/>
                        </a:lnTo>
                        <a:lnTo>
                          <a:pt x="2274" y="138"/>
                        </a:lnTo>
                        <a:lnTo>
                          <a:pt x="2268" y="150"/>
                        </a:lnTo>
                        <a:lnTo>
                          <a:pt x="2238" y="180"/>
                        </a:lnTo>
                        <a:lnTo>
                          <a:pt x="2256" y="192"/>
                        </a:lnTo>
                        <a:lnTo>
                          <a:pt x="2256" y="198"/>
                        </a:lnTo>
                        <a:lnTo>
                          <a:pt x="2250" y="204"/>
                        </a:lnTo>
                        <a:lnTo>
                          <a:pt x="2238" y="228"/>
                        </a:lnTo>
                        <a:lnTo>
                          <a:pt x="2232" y="234"/>
                        </a:lnTo>
                        <a:lnTo>
                          <a:pt x="2232" y="264"/>
                        </a:lnTo>
                        <a:lnTo>
                          <a:pt x="2238" y="276"/>
                        </a:lnTo>
                        <a:lnTo>
                          <a:pt x="2238" y="288"/>
                        </a:lnTo>
                        <a:lnTo>
                          <a:pt x="2232" y="300"/>
                        </a:lnTo>
                        <a:lnTo>
                          <a:pt x="2214" y="408"/>
                        </a:lnTo>
                        <a:lnTo>
                          <a:pt x="2208" y="432"/>
                        </a:lnTo>
                        <a:lnTo>
                          <a:pt x="2202" y="438"/>
                        </a:lnTo>
                        <a:lnTo>
                          <a:pt x="2190" y="462"/>
                        </a:lnTo>
                        <a:lnTo>
                          <a:pt x="2178" y="474"/>
                        </a:lnTo>
                        <a:lnTo>
                          <a:pt x="2172" y="486"/>
                        </a:lnTo>
                        <a:lnTo>
                          <a:pt x="2166" y="492"/>
                        </a:lnTo>
                        <a:lnTo>
                          <a:pt x="2166" y="516"/>
                        </a:lnTo>
                        <a:lnTo>
                          <a:pt x="2160" y="534"/>
                        </a:lnTo>
                        <a:lnTo>
                          <a:pt x="2154" y="546"/>
                        </a:lnTo>
                        <a:lnTo>
                          <a:pt x="2142" y="552"/>
                        </a:lnTo>
                        <a:lnTo>
                          <a:pt x="2088" y="570"/>
                        </a:lnTo>
                        <a:lnTo>
                          <a:pt x="2076" y="570"/>
                        </a:lnTo>
                        <a:lnTo>
                          <a:pt x="2064" y="576"/>
                        </a:lnTo>
                        <a:lnTo>
                          <a:pt x="2058" y="576"/>
                        </a:lnTo>
                        <a:lnTo>
                          <a:pt x="2058" y="570"/>
                        </a:lnTo>
                        <a:lnTo>
                          <a:pt x="2052" y="564"/>
                        </a:lnTo>
                        <a:lnTo>
                          <a:pt x="2028" y="516"/>
                        </a:lnTo>
                        <a:lnTo>
                          <a:pt x="2022" y="510"/>
                        </a:lnTo>
                        <a:lnTo>
                          <a:pt x="1998" y="492"/>
                        </a:lnTo>
                        <a:lnTo>
                          <a:pt x="1956" y="474"/>
                        </a:lnTo>
                        <a:lnTo>
                          <a:pt x="1920" y="462"/>
                        </a:lnTo>
                        <a:lnTo>
                          <a:pt x="1908" y="456"/>
                        </a:lnTo>
                        <a:lnTo>
                          <a:pt x="1896" y="438"/>
                        </a:lnTo>
                        <a:lnTo>
                          <a:pt x="1884" y="426"/>
                        </a:lnTo>
                        <a:lnTo>
                          <a:pt x="1872" y="402"/>
                        </a:lnTo>
                        <a:lnTo>
                          <a:pt x="1866" y="396"/>
                        </a:lnTo>
                        <a:lnTo>
                          <a:pt x="1830" y="396"/>
                        </a:lnTo>
                        <a:lnTo>
                          <a:pt x="1806" y="348"/>
                        </a:lnTo>
                        <a:lnTo>
                          <a:pt x="1824" y="330"/>
                        </a:lnTo>
                        <a:lnTo>
                          <a:pt x="1824" y="306"/>
                        </a:lnTo>
                        <a:lnTo>
                          <a:pt x="1830" y="294"/>
                        </a:lnTo>
                        <a:lnTo>
                          <a:pt x="1836" y="288"/>
                        </a:lnTo>
                        <a:lnTo>
                          <a:pt x="1848" y="282"/>
                        </a:lnTo>
                        <a:lnTo>
                          <a:pt x="1854" y="276"/>
                        </a:lnTo>
                        <a:lnTo>
                          <a:pt x="1848" y="228"/>
                        </a:lnTo>
                        <a:lnTo>
                          <a:pt x="1866" y="210"/>
                        </a:lnTo>
                        <a:lnTo>
                          <a:pt x="1872" y="216"/>
                        </a:lnTo>
                        <a:lnTo>
                          <a:pt x="1884" y="216"/>
                        </a:lnTo>
                        <a:lnTo>
                          <a:pt x="1890" y="222"/>
                        </a:lnTo>
                        <a:lnTo>
                          <a:pt x="1896" y="222"/>
                        </a:lnTo>
                        <a:lnTo>
                          <a:pt x="1902" y="216"/>
                        </a:lnTo>
                        <a:lnTo>
                          <a:pt x="1908" y="204"/>
                        </a:lnTo>
                        <a:lnTo>
                          <a:pt x="1908" y="180"/>
                        </a:lnTo>
                        <a:lnTo>
                          <a:pt x="1944" y="144"/>
                        </a:lnTo>
                        <a:lnTo>
                          <a:pt x="1938" y="132"/>
                        </a:lnTo>
                        <a:lnTo>
                          <a:pt x="1914" y="108"/>
                        </a:lnTo>
                        <a:lnTo>
                          <a:pt x="1890" y="108"/>
                        </a:lnTo>
                        <a:lnTo>
                          <a:pt x="1872" y="114"/>
                        </a:lnTo>
                        <a:lnTo>
                          <a:pt x="1848" y="126"/>
                        </a:lnTo>
                        <a:lnTo>
                          <a:pt x="1842" y="138"/>
                        </a:lnTo>
                        <a:lnTo>
                          <a:pt x="1842" y="120"/>
                        </a:lnTo>
                        <a:lnTo>
                          <a:pt x="1812" y="126"/>
                        </a:lnTo>
                        <a:lnTo>
                          <a:pt x="1794" y="138"/>
                        </a:lnTo>
                        <a:lnTo>
                          <a:pt x="1788" y="120"/>
                        </a:lnTo>
                        <a:lnTo>
                          <a:pt x="1752" y="114"/>
                        </a:lnTo>
                        <a:lnTo>
                          <a:pt x="1746" y="108"/>
                        </a:lnTo>
                        <a:lnTo>
                          <a:pt x="1734" y="102"/>
                        </a:lnTo>
                        <a:lnTo>
                          <a:pt x="1728" y="96"/>
                        </a:lnTo>
                        <a:lnTo>
                          <a:pt x="1716" y="90"/>
                        </a:lnTo>
                        <a:lnTo>
                          <a:pt x="1674" y="90"/>
                        </a:lnTo>
                        <a:lnTo>
                          <a:pt x="1662" y="84"/>
                        </a:lnTo>
                        <a:lnTo>
                          <a:pt x="1650" y="84"/>
                        </a:lnTo>
                        <a:lnTo>
                          <a:pt x="1650" y="78"/>
                        </a:lnTo>
                        <a:lnTo>
                          <a:pt x="1644" y="72"/>
                        </a:lnTo>
                        <a:lnTo>
                          <a:pt x="1632" y="48"/>
                        </a:lnTo>
                        <a:lnTo>
                          <a:pt x="1626" y="42"/>
                        </a:lnTo>
                        <a:lnTo>
                          <a:pt x="1620" y="42"/>
                        </a:lnTo>
                        <a:lnTo>
                          <a:pt x="1620" y="54"/>
                        </a:lnTo>
                        <a:lnTo>
                          <a:pt x="1614" y="60"/>
                        </a:lnTo>
                        <a:lnTo>
                          <a:pt x="1602" y="54"/>
                        </a:lnTo>
                        <a:lnTo>
                          <a:pt x="1596" y="54"/>
                        </a:lnTo>
                        <a:lnTo>
                          <a:pt x="1584" y="48"/>
                        </a:lnTo>
                        <a:lnTo>
                          <a:pt x="1566" y="48"/>
                        </a:lnTo>
                        <a:lnTo>
                          <a:pt x="1566" y="60"/>
                        </a:lnTo>
                        <a:lnTo>
                          <a:pt x="1572" y="66"/>
                        </a:lnTo>
                        <a:lnTo>
                          <a:pt x="1554" y="66"/>
                        </a:lnTo>
                        <a:lnTo>
                          <a:pt x="1548" y="72"/>
                        </a:lnTo>
                        <a:lnTo>
                          <a:pt x="1548" y="78"/>
                        </a:lnTo>
                        <a:lnTo>
                          <a:pt x="1554" y="84"/>
                        </a:lnTo>
                        <a:lnTo>
                          <a:pt x="1566" y="84"/>
                        </a:lnTo>
                        <a:lnTo>
                          <a:pt x="1590" y="96"/>
                        </a:lnTo>
                        <a:lnTo>
                          <a:pt x="1596" y="96"/>
                        </a:lnTo>
                        <a:lnTo>
                          <a:pt x="1608" y="90"/>
                        </a:lnTo>
                        <a:lnTo>
                          <a:pt x="1614" y="84"/>
                        </a:lnTo>
                        <a:lnTo>
                          <a:pt x="1644" y="102"/>
                        </a:lnTo>
                        <a:lnTo>
                          <a:pt x="1638" y="102"/>
                        </a:lnTo>
                        <a:lnTo>
                          <a:pt x="1632" y="108"/>
                        </a:lnTo>
                        <a:lnTo>
                          <a:pt x="1596" y="126"/>
                        </a:lnTo>
                        <a:lnTo>
                          <a:pt x="1572" y="126"/>
                        </a:lnTo>
                        <a:lnTo>
                          <a:pt x="1554" y="132"/>
                        </a:lnTo>
                        <a:lnTo>
                          <a:pt x="1512" y="132"/>
                        </a:lnTo>
                        <a:lnTo>
                          <a:pt x="1500" y="138"/>
                        </a:lnTo>
                        <a:lnTo>
                          <a:pt x="1482" y="144"/>
                        </a:lnTo>
                        <a:lnTo>
                          <a:pt x="1470" y="156"/>
                        </a:lnTo>
                        <a:lnTo>
                          <a:pt x="1452" y="162"/>
                        </a:lnTo>
                        <a:lnTo>
                          <a:pt x="1440" y="168"/>
                        </a:lnTo>
                        <a:lnTo>
                          <a:pt x="1434" y="174"/>
                        </a:lnTo>
                        <a:lnTo>
                          <a:pt x="1428" y="174"/>
                        </a:lnTo>
                        <a:lnTo>
                          <a:pt x="1428" y="186"/>
                        </a:lnTo>
                        <a:lnTo>
                          <a:pt x="1422" y="204"/>
                        </a:lnTo>
                        <a:lnTo>
                          <a:pt x="1422" y="228"/>
                        </a:lnTo>
                        <a:lnTo>
                          <a:pt x="1428" y="234"/>
                        </a:lnTo>
                        <a:lnTo>
                          <a:pt x="1440" y="240"/>
                        </a:lnTo>
                        <a:lnTo>
                          <a:pt x="1446" y="246"/>
                        </a:lnTo>
                        <a:lnTo>
                          <a:pt x="1452" y="246"/>
                        </a:lnTo>
                        <a:lnTo>
                          <a:pt x="1398" y="246"/>
                        </a:lnTo>
                        <a:lnTo>
                          <a:pt x="1368" y="282"/>
                        </a:lnTo>
                        <a:lnTo>
                          <a:pt x="1368" y="312"/>
                        </a:lnTo>
                        <a:lnTo>
                          <a:pt x="1362" y="324"/>
                        </a:lnTo>
                        <a:lnTo>
                          <a:pt x="1362" y="330"/>
                        </a:lnTo>
                        <a:lnTo>
                          <a:pt x="1368" y="336"/>
                        </a:lnTo>
                        <a:lnTo>
                          <a:pt x="1380" y="336"/>
                        </a:lnTo>
                        <a:lnTo>
                          <a:pt x="1404" y="348"/>
                        </a:lnTo>
                        <a:lnTo>
                          <a:pt x="1410" y="354"/>
                        </a:lnTo>
                        <a:lnTo>
                          <a:pt x="1410" y="390"/>
                        </a:lnTo>
                        <a:lnTo>
                          <a:pt x="1386" y="366"/>
                        </a:lnTo>
                        <a:lnTo>
                          <a:pt x="1356" y="366"/>
                        </a:lnTo>
                        <a:lnTo>
                          <a:pt x="1344" y="390"/>
                        </a:lnTo>
                        <a:lnTo>
                          <a:pt x="1308" y="354"/>
                        </a:lnTo>
                        <a:lnTo>
                          <a:pt x="1302" y="384"/>
                        </a:lnTo>
                        <a:lnTo>
                          <a:pt x="1278" y="396"/>
                        </a:lnTo>
                        <a:lnTo>
                          <a:pt x="1284" y="420"/>
                        </a:lnTo>
                        <a:lnTo>
                          <a:pt x="1254" y="414"/>
                        </a:lnTo>
                        <a:lnTo>
                          <a:pt x="1284" y="354"/>
                        </a:lnTo>
                        <a:lnTo>
                          <a:pt x="1278" y="348"/>
                        </a:lnTo>
                        <a:lnTo>
                          <a:pt x="1272" y="336"/>
                        </a:lnTo>
                        <a:lnTo>
                          <a:pt x="1272" y="324"/>
                        </a:lnTo>
                        <a:lnTo>
                          <a:pt x="1266" y="318"/>
                        </a:lnTo>
                        <a:lnTo>
                          <a:pt x="1254" y="312"/>
                        </a:lnTo>
                        <a:lnTo>
                          <a:pt x="1236" y="312"/>
                        </a:lnTo>
                        <a:lnTo>
                          <a:pt x="1224" y="282"/>
                        </a:lnTo>
                        <a:lnTo>
                          <a:pt x="1224" y="276"/>
                        </a:lnTo>
                        <a:lnTo>
                          <a:pt x="1230" y="270"/>
                        </a:lnTo>
                        <a:lnTo>
                          <a:pt x="1230" y="258"/>
                        </a:lnTo>
                        <a:lnTo>
                          <a:pt x="1224" y="246"/>
                        </a:lnTo>
                        <a:lnTo>
                          <a:pt x="1218" y="240"/>
                        </a:lnTo>
                        <a:lnTo>
                          <a:pt x="1206" y="234"/>
                        </a:lnTo>
                        <a:lnTo>
                          <a:pt x="1194" y="240"/>
                        </a:lnTo>
                        <a:lnTo>
                          <a:pt x="1188" y="246"/>
                        </a:lnTo>
                        <a:lnTo>
                          <a:pt x="1176" y="252"/>
                        </a:lnTo>
                        <a:lnTo>
                          <a:pt x="1176" y="264"/>
                        </a:lnTo>
                        <a:lnTo>
                          <a:pt x="1182" y="270"/>
                        </a:lnTo>
                        <a:lnTo>
                          <a:pt x="1182" y="282"/>
                        </a:lnTo>
                        <a:lnTo>
                          <a:pt x="1146" y="276"/>
                        </a:lnTo>
                        <a:lnTo>
                          <a:pt x="1152" y="306"/>
                        </a:lnTo>
                        <a:lnTo>
                          <a:pt x="1134" y="300"/>
                        </a:lnTo>
                        <a:lnTo>
                          <a:pt x="1116" y="306"/>
                        </a:lnTo>
                        <a:lnTo>
                          <a:pt x="1122" y="312"/>
                        </a:lnTo>
                        <a:lnTo>
                          <a:pt x="1122" y="330"/>
                        </a:lnTo>
                        <a:lnTo>
                          <a:pt x="1116" y="342"/>
                        </a:lnTo>
                        <a:lnTo>
                          <a:pt x="1110" y="348"/>
                        </a:lnTo>
                        <a:lnTo>
                          <a:pt x="1098" y="354"/>
                        </a:lnTo>
                        <a:lnTo>
                          <a:pt x="1092" y="360"/>
                        </a:lnTo>
                        <a:lnTo>
                          <a:pt x="1104" y="324"/>
                        </a:lnTo>
                        <a:lnTo>
                          <a:pt x="1080" y="348"/>
                        </a:lnTo>
                        <a:lnTo>
                          <a:pt x="1062" y="348"/>
                        </a:lnTo>
                        <a:lnTo>
                          <a:pt x="1056" y="360"/>
                        </a:lnTo>
                        <a:lnTo>
                          <a:pt x="1050" y="366"/>
                        </a:lnTo>
                        <a:lnTo>
                          <a:pt x="1050" y="378"/>
                        </a:lnTo>
                        <a:lnTo>
                          <a:pt x="1056" y="390"/>
                        </a:lnTo>
                        <a:lnTo>
                          <a:pt x="1056" y="396"/>
                        </a:lnTo>
                        <a:lnTo>
                          <a:pt x="1062" y="408"/>
                        </a:lnTo>
                        <a:lnTo>
                          <a:pt x="1014" y="384"/>
                        </a:lnTo>
                        <a:lnTo>
                          <a:pt x="1008" y="420"/>
                        </a:lnTo>
                        <a:lnTo>
                          <a:pt x="996" y="426"/>
                        </a:lnTo>
                        <a:lnTo>
                          <a:pt x="1008" y="450"/>
                        </a:lnTo>
                        <a:lnTo>
                          <a:pt x="1032" y="450"/>
                        </a:lnTo>
                        <a:lnTo>
                          <a:pt x="1026" y="468"/>
                        </a:lnTo>
                        <a:lnTo>
                          <a:pt x="954" y="474"/>
                        </a:lnTo>
                        <a:lnTo>
                          <a:pt x="948" y="468"/>
                        </a:lnTo>
                        <a:lnTo>
                          <a:pt x="936" y="462"/>
                        </a:lnTo>
                        <a:lnTo>
                          <a:pt x="930" y="462"/>
                        </a:lnTo>
                        <a:lnTo>
                          <a:pt x="918" y="468"/>
                        </a:lnTo>
                        <a:lnTo>
                          <a:pt x="912" y="474"/>
                        </a:lnTo>
                        <a:lnTo>
                          <a:pt x="918" y="486"/>
                        </a:lnTo>
                        <a:lnTo>
                          <a:pt x="918" y="492"/>
                        </a:lnTo>
                        <a:lnTo>
                          <a:pt x="924" y="504"/>
                        </a:lnTo>
                        <a:lnTo>
                          <a:pt x="930" y="510"/>
                        </a:lnTo>
                        <a:lnTo>
                          <a:pt x="930" y="540"/>
                        </a:lnTo>
                        <a:lnTo>
                          <a:pt x="924" y="564"/>
                        </a:lnTo>
                        <a:lnTo>
                          <a:pt x="930" y="600"/>
                        </a:lnTo>
                        <a:lnTo>
                          <a:pt x="912" y="600"/>
                        </a:lnTo>
                        <a:lnTo>
                          <a:pt x="906" y="522"/>
                        </a:lnTo>
                        <a:lnTo>
                          <a:pt x="888" y="510"/>
                        </a:lnTo>
                        <a:lnTo>
                          <a:pt x="888" y="480"/>
                        </a:lnTo>
                        <a:lnTo>
                          <a:pt x="870" y="480"/>
                        </a:lnTo>
                        <a:lnTo>
                          <a:pt x="852" y="504"/>
                        </a:lnTo>
                        <a:lnTo>
                          <a:pt x="822" y="534"/>
                        </a:lnTo>
                        <a:lnTo>
                          <a:pt x="804" y="546"/>
                        </a:lnTo>
                        <a:lnTo>
                          <a:pt x="792" y="558"/>
                        </a:lnTo>
                        <a:lnTo>
                          <a:pt x="786" y="570"/>
                        </a:lnTo>
                        <a:lnTo>
                          <a:pt x="786" y="600"/>
                        </a:lnTo>
                        <a:lnTo>
                          <a:pt x="792" y="606"/>
                        </a:lnTo>
                        <a:lnTo>
                          <a:pt x="792" y="618"/>
                        </a:lnTo>
                        <a:lnTo>
                          <a:pt x="798" y="618"/>
                        </a:lnTo>
                        <a:lnTo>
                          <a:pt x="816" y="636"/>
                        </a:lnTo>
                        <a:lnTo>
                          <a:pt x="810" y="648"/>
                        </a:lnTo>
                        <a:lnTo>
                          <a:pt x="792" y="654"/>
                        </a:lnTo>
                        <a:lnTo>
                          <a:pt x="774" y="666"/>
                        </a:lnTo>
                        <a:lnTo>
                          <a:pt x="750" y="678"/>
                        </a:lnTo>
                        <a:lnTo>
                          <a:pt x="750" y="696"/>
                        </a:lnTo>
                        <a:lnTo>
                          <a:pt x="720" y="726"/>
                        </a:lnTo>
                        <a:lnTo>
                          <a:pt x="702" y="732"/>
                        </a:lnTo>
                        <a:lnTo>
                          <a:pt x="690" y="744"/>
                        </a:lnTo>
                        <a:lnTo>
                          <a:pt x="666" y="756"/>
                        </a:lnTo>
                        <a:lnTo>
                          <a:pt x="630" y="762"/>
                        </a:lnTo>
                        <a:lnTo>
                          <a:pt x="600" y="768"/>
                        </a:lnTo>
                        <a:lnTo>
                          <a:pt x="588" y="768"/>
                        </a:lnTo>
                        <a:lnTo>
                          <a:pt x="534" y="762"/>
                        </a:lnTo>
                        <a:lnTo>
                          <a:pt x="492" y="780"/>
                        </a:lnTo>
                        <a:lnTo>
                          <a:pt x="438" y="786"/>
                        </a:lnTo>
                        <a:lnTo>
                          <a:pt x="432" y="798"/>
                        </a:lnTo>
                        <a:lnTo>
                          <a:pt x="414" y="798"/>
                        </a:lnTo>
                        <a:lnTo>
                          <a:pt x="402" y="804"/>
                        </a:lnTo>
                        <a:lnTo>
                          <a:pt x="396" y="810"/>
                        </a:lnTo>
                        <a:lnTo>
                          <a:pt x="384" y="816"/>
                        </a:lnTo>
                        <a:lnTo>
                          <a:pt x="372" y="828"/>
                        </a:lnTo>
                        <a:lnTo>
                          <a:pt x="342" y="828"/>
                        </a:lnTo>
                        <a:lnTo>
                          <a:pt x="324" y="834"/>
                        </a:lnTo>
                        <a:lnTo>
                          <a:pt x="312" y="840"/>
                        </a:lnTo>
                        <a:lnTo>
                          <a:pt x="306" y="852"/>
                        </a:lnTo>
                        <a:lnTo>
                          <a:pt x="294" y="858"/>
                        </a:lnTo>
                        <a:lnTo>
                          <a:pt x="288" y="870"/>
                        </a:lnTo>
                        <a:lnTo>
                          <a:pt x="282" y="876"/>
                        </a:lnTo>
                        <a:lnTo>
                          <a:pt x="282" y="882"/>
                        </a:lnTo>
                        <a:lnTo>
                          <a:pt x="276" y="882"/>
                        </a:lnTo>
                        <a:lnTo>
                          <a:pt x="270" y="888"/>
                        </a:lnTo>
                        <a:lnTo>
                          <a:pt x="252" y="888"/>
                        </a:lnTo>
                        <a:lnTo>
                          <a:pt x="240" y="894"/>
                        </a:lnTo>
                        <a:lnTo>
                          <a:pt x="228" y="894"/>
                        </a:lnTo>
                        <a:lnTo>
                          <a:pt x="216" y="900"/>
                        </a:lnTo>
                        <a:lnTo>
                          <a:pt x="210" y="906"/>
                        </a:lnTo>
                        <a:lnTo>
                          <a:pt x="198" y="912"/>
                        </a:lnTo>
                        <a:lnTo>
                          <a:pt x="192" y="930"/>
                        </a:lnTo>
                        <a:lnTo>
                          <a:pt x="150" y="972"/>
                        </a:lnTo>
                        <a:lnTo>
                          <a:pt x="150" y="978"/>
                        </a:lnTo>
                        <a:lnTo>
                          <a:pt x="162" y="912"/>
                        </a:lnTo>
                        <a:lnTo>
                          <a:pt x="144" y="918"/>
                        </a:lnTo>
                        <a:lnTo>
                          <a:pt x="120" y="978"/>
                        </a:lnTo>
                        <a:lnTo>
                          <a:pt x="90" y="1038"/>
                        </a:lnTo>
                        <a:lnTo>
                          <a:pt x="90" y="1056"/>
                        </a:lnTo>
                        <a:lnTo>
                          <a:pt x="96" y="1062"/>
                        </a:lnTo>
                        <a:lnTo>
                          <a:pt x="108" y="1068"/>
                        </a:lnTo>
                        <a:lnTo>
                          <a:pt x="114" y="1068"/>
                        </a:lnTo>
                        <a:lnTo>
                          <a:pt x="108" y="1080"/>
                        </a:lnTo>
                        <a:lnTo>
                          <a:pt x="96" y="1086"/>
                        </a:lnTo>
                        <a:lnTo>
                          <a:pt x="90" y="1098"/>
                        </a:lnTo>
                        <a:lnTo>
                          <a:pt x="66" y="1122"/>
                        </a:lnTo>
                        <a:lnTo>
                          <a:pt x="66" y="1134"/>
                        </a:lnTo>
                        <a:lnTo>
                          <a:pt x="72" y="1152"/>
                        </a:lnTo>
                        <a:lnTo>
                          <a:pt x="72" y="1164"/>
                        </a:lnTo>
                        <a:lnTo>
                          <a:pt x="84" y="1188"/>
                        </a:lnTo>
                        <a:lnTo>
                          <a:pt x="84" y="1200"/>
                        </a:lnTo>
                        <a:lnTo>
                          <a:pt x="102" y="1236"/>
                        </a:lnTo>
                        <a:lnTo>
                          <a:pt x="108" y="1254"/>
                        </a:lnTo>
                        <a:lnTo>
                          <a:pt x="114" y="1266"/>
                        </a:lnTo>
                        <a:lnTo>
                          <a:pt x="114" y="1278"/>
                        </a:lnTo>
                        <a:lnTo>
                          <a:pt x="108" y="1278"/>
                        </a:lnTo>
                        <a:lnTo>
                          <a:pt x="96" y="1266"/>
                        </a:lnTo>
                        <a:lnTo>
                          <a:pt x="90" y="1254"/>
                        </a:lnTo>
                        <a:lnTo>
                          <a:pt x="72" y="1236"/>
                        </a:lnTo>
                        <a:lnTo>
                          <a:pt x="66" y="1224"/>
                        </a:lnTo>
                        <a:lnTo>
                          <a:pt x="48" y="1218"/>
                        </a:lnTo>
                        <a:lnTo>
                          <a:pt x="66" y="1266"/>
                        </a:lnTo>
                        <a:lnTo>
                          <a:pt x="30" y="1236"/>
                        </a:lnTo>
                        <a:lnTo>
                          <a:pt x="30" y="1290"/>
                        </a:lnTo>
                        <a:lnTo>
                          <a:pt x="60" y="1350"/>
                        </a:lnTo>
                        <a:lnTo>
                          <a:pt x="66" y="1356"/>
                        </a:lnTo>
                        <a:lnTo>
                          <a:pt x="66" y="1368"/>
                        </a:lnTo>
                        <a:lnTo>
                          <a:pt x="60" y="1374"/>
                        </a:lnTo>
                        <a:lnTo>
                          <a:pt x="54" y="1386"/>
                        </a:lnTo>
                        <a:lnTo>
                          <a:pt x="54" y="1398"/>
                        </a:lnTo>
                        <a:lnTo>
                          <a:pt x="48" y="1410"/>
                        </a:lnTo>
                        <a:lnTo>
                          <a:pt x="54" y="1416"/>
                        </a:lnTo>
                        <a:lnTo>
                          <a:pt x="60" y="1428"/>
                        </a:lnTo>
                        <a:lnTo>
                          <a:pt x="78" y="1446"/>
                        </a:lnTo>
                        <a:lnTo>
                          <a:pt x="84" y="1458"/>
                        </a:lnTo>
                        <a:lnTo>
                          <a:pt x="90" y="1464"/>
                        </a:lnTo>
                        <a:lnTo>
                          <a:pt x="96" y="1476"/>
                        </a:lnTo>
                        <a:lnTo>
                          <a:pt x="96" y="1506"/>
                        </a:lnTo>
                        <a:lnTo>
                          <a:pt x="90" y="1518"/>
                        </a:lnTo>
                        <a:lnTo>
                          <a:pt x="84" y="1524"/>
                        </a:lnTo>
                        <a:lnTo>
                          <a:pt x="90" y="1542"/>
                        </a:lnTo>
                        <a:lnTo>
                          <a:pt x="90" y="1554"/>
                        </a:lnTo>
                        <a:lnTo>
                          <a:pt x="96" y="1572"/>
                        </a:lnTo>
                        <a:lnTo>
                          <a:pt x="96" y="1590"/>
                        </a:lnTo>
                        <a:lnTo>
                          <a:pt x="102" y="1596"/>
                        </a:lnTo>
                        <a:lnTo>
                          <a:pt x="102" y="1602"/>
                        </a:lnTo>
                        <a:lnTo>
                          <a:pt x="96" y="1602"/>
                        </a:lnTo>
                        <a:lnTo>
                          <a:pt x="78" y="1620"/>
                        </a:lnTo>
                        <a:lnTo>
                          <a:pt x="84" y="1626"/>
                        </a:lnTo>
                        <a:lnTo>
                          <a:pt x="84" y="1638"/>
                        </a:lnTo>
                        <a:lnTo>
                          <a:pt x="90" y="1650"/>
                        </a:lnTo>
                        <a:lnTo>
                          <a:pt x="90" y="1662"/>
                        </a:lnTo>
                        <a:lnTo>
                          <a:pt x="96" y="1668"/>
                        </a:lnTo>
                        <a:lnTo>
                          <a:pt x="96" y="1674"/>
                        </a:lnTo>
                        <a:lnTo>
                          <a:pt x="102" y="1674"/>
                        </a:lnTo>
                        <a:lnTo>
                          <a:pt x="108" y="1680"/>
                        </a:lnTo>
                        <a:lnTo>
                          <a:pt x="126" y="1716"/>
                        </a:lnTo>
                        <a:lnTo>
                          <a:pt x="126" y="1728"/>
                        </a:lnTo>
                        <a:lnTo>
                          <a:pt x="108" y="1764"/>
                        </a:lnTo>
                        <a:lnTo>
                          <a:pt x="90" y="1782"/>
                        </a:lnTo>
                        <a:lnTo>
                          <a:pt x="90" y="1824"/>
                        </a:lnTo>
                        <a:lnTo>
                          <a:pt x="84" y="1842"/>
                        </a:lnTo>
                        <a:lnTo>
                          <a:pt x="60" y="1866"/>
                        </a:lnTo>
                        <a:lnTo>
                          <a:pt x="42" y="1866"/>
                        </a:lnTo>
                        <a:lnTo>
                          <a:pt x="30" y="1872"/>
                        </a:lnTo>
                        <a:lnTo>
                          <a:pt x="18" y="1866"/>
                        </a:lnTo>
                        <a:lnTo>
                          <a:pt x="6" y="1866"/>
                        </a:lnTo>
                        <a:lnTo>
                          <a:pt x="0" y="1920"/>
                        </a:lnTo>
                        <a:lnTo>
                          <a:pt x="12" y="1920"/>
                        </a:lnTo>
                        <a:lnTo>
                          <a:pt x="24" y="1926"/>
                        </a:lnTo>
                        <a:lnTo>
                          <a:pt x="42" y="1926"/>
                        </a:lnTo>
                        <a:lnTo>
                          <a:pt x="54" y="1932"/>
                        </a:lnTo>
                        <a:lnTo>
                          <a:pt x="72" y="1950"/>
                        </a:lnTo>
                        <a:lnTo>
                          <a:pt x="78" y="1962"/>
                        </a:lnTo>
                        <a:lnTo>
                          <a:pt x="108" y="1956"/>
                        </a:lnTo>
                        <a:lnTo>
                          <a:pt x="114" y="1968"/>
                        </a:lnTo>
                        <a:lnTo>
                          <a:pt x="138" y="1980"/>
                        </a:lnTo>
                        <a:lnTo>
                          <a:pt x="174" y="1980"/>
                        </a:lnTo>
                        <a:lnTo>
                          <a:pt x="210" y="1968"/>
                        </a:lnTo>
                        <a:lnTo>
                          <a:pt x="234" y="1968"/>
                        </a:lnTo>
                        <a:lnTo>
                          <a:pt x="234" y="1950"/>
                        </a:lnTo>
                        <a:lnTo>
                          <a:pt x="228" y="1944"/>
                        </a:lnTo>
                        <a:lnTo>
                          <a:pt x="264" y="1950"/>
                        </a:lnTo>
                        <a:lnTo>
                          <a:pt x="276" y="1932"/>
                        </a:lnTo>
                        <a:lnTo>
                          <a:pt x="318" y="1926"/>
                        </a:lnTo>
                        <a:lnTo>
                          <a:pt x="354" y="1890"/>
                        </a:lnTo>
                        <a:lnTo>
                          <a:pt x="366" y="1884"/>
                        </a:lnTo>
                        <a:lnTo>
                          <a:pt x="372" y="1884"/>
                        </a:lnTo>
                        <a:lnTo>
                          <a:pt x="420" y="1908"/>
                        </a:lnTo>
                        <a:lnTo>
                          <a:pt x="426" y="1902"/>
                        </a:lnTo>
                        <a:lnTo>
                          <a:pt x="474" y="1878"/>
                        </a:lnTo>
                        <a:lnTo>
                          <a:pt x="480" y="1872"/>
                        </a:lnTo>
                        <a:lnTo>
                          <a:pt x="486" y="1872"/>
                        </a:lnTo>
                        <a:lnTo>
                          <a:pt x="498" y="1878"/>
                        </a:lnTo>
                        <a:lnTo>
                          <a:pt x="504" y="1884"/>
                        </a:lnTo>
                        <a:lnTo>
                          <a:pt x="516" y="1884"/>
                        </a:lnTo>
                        <a:lnTo>
                          <a:pt x="528" y="1890"/>
                        </a:lnTo>
                        <a:lnTo>
                          <a:pt x="534" y="1890"/>
                        </a:lnTo>
                        <a:lnTo>
                          <a:pt x="552" y="1884"/>
                        </a:lnTo>
                        <a:lnTo>
                          <a:pt x="576" y="1872"/>
                        </a:lnTo>
                        <a:lnTo>
                          <a:pt x="582" y="1872"/>
                        </a:lnTo>
                        <a:lnTo>
                          <a:pt x="594" y="1878"/>
                        </a:lnTo>
                        <a:lnTo>
                          <a:pt x="606" y="1878"/>
                        </a:lnTo>
                        <a:lnTo>
                          <a:pt x="624" y="1884"/>
                        </a:lnTo>
                        <a:lnTo>
                          <a:pt x="636" y="1884"/>
                        </a:lnTo>
                        <a:lnTo>
                          <a:pt x="648" y="1878"/>
                        </a:lnTo>
                        <a:lnTo>
                          <a:pt x="654" y="1872"/>
                        </a:lnTo>
                        <a:lnTo>
                          <a:pt x="654" y="1848"/>
                        </a:lnTo>
                        <a:lnTo>
                          <a:pt x="666" y="1848"/>
                        </a:lnTo>
                        <a:lnTo>
                          <a:pt x="672" y="1842"/>
                        </a:lnTo>
                        <a:lnTo>
                          <a:pt x="678" y="1842"/>
                        </a:lnTo>
                        <a:lnTo>
                          <a:pt x="684" y="1836"/>
                        </a:lnTo>
                        <a:lnTo>
                          <a:pt x="690" y="1824"/>
                        </a:lnTo>
                        <a:lnTo>
                          <a:pt x="702" y="1788"/>
                        </a:lnTo>
                        <a:lnTo>
                          <a:pt x="714" y="1776"/>
                        </a:lnTo>
                        <a:lnTo>
                          <a:pt x="726" y="1770"/>
                        </a:lnTo>
                        <a:lnTo>
                          <a:pt x="744" y="1764"/>
                        </a:lnTo>
                        <a:lnTo>
                          <a:pt x="756" y="1764"/>
                        </a:lnTo>
                        <a:lnTo>
                          <a:pt x="774" y="1770"/>
                        </a:lnTo>
                        <a:lnTo>
                          <a:pt x="798" y="1770"/>
                        </a:lnTo>
                        <a:lnTo>
                          <a:pt x="822" y="1758"/>
                        </a:lnTo>
                        <a:lnTo>
                          <a:pt x="840" y="1752"/>
                        </a:lnTo>
                        <a:lnTo>
                          <a:pt x="858" y="1740"/>
                        </a:lnTo>
                        <a:lnTo>
                          <a:pt x="876" y="1734"/>
                        </a:lnTo>
                        <a:lnTo>
                          <a:pt x="912" y="1734"/>
                        </a:lnTo>
                        <a:lnTo>
                          <a:pt x="918" y="1740"/>
                        </a:lnTo>
                        <a:lnTo>
                          <a:pt x="930" y="1740"/>
                        </a:lnTo>
                        <a:lnTo>
                          <a:pt x="942" y="1746"/>
                        </a:lnTo>
                        <a:lnTo>
                          <a:pt x="972" y="1740"/>
                        </a:lnTo>
                        <a:lnTo>
                          <a:pt x="1044" y="1704"/>
                        </a:lnTo>
                        <a:lnTo>
                          <a:pt x="1074" y="1692"/>
                        </a:lnTo>
                        <a:lnTo>
                          <a:pt x="1098" y="1686"/>
                        </a:lnTo>
                        <a:lnTo>
                          <a:pt x="1140" y="1680"/>
                        </a:lnTo>
                        <a:lnTo>
                          <a:pt x="1176" y="1674"/>
                        </a:lnTo>
                        <a:lnTo>
                          <a:pt x="1224" y="1674"/>
                        </a:lnTo>
                        <a:lnTo>
                          <a:pt x="1236" y="1662"/>
                        </a:lnTo>
                        <a:lnTo>
                          <a:pt x="1254" y="1680"/>
                        </a:lnTo>
                        <a:lnTo>
                          <a:pt x="1266" y="1686"/>
                        </a:lnTo>
                        <a:lnTo>
                          <a:pt x="1278" y="1698"/>
                        </a:lnTo>
                        <a:lnTo>
                          <a:pt x="1302" y="1710"/>
                        </a:lnTo>
                        <a:lnTo>
                          <a:pt x="1320" y="1716"/>
                        </a:lnTo>
                        <a:lnTo>
                          <a:pt x="1332" y="1716"/>
                        </a:lnTo>
                        <a:lnTo>
                          <a:pt x="1338" y="1710"/>
                        </a:lnTo>
                        <a:lnTo>
                          <a:pt x="1338" y="1716"/>
                        </a:lnTo>
                        <a:lnTo>
                          <a:pt x="1344" y="1722"/>
                        </a:lnTo>
                        <a:lnTo>
                          <a:pt x="1350" y="1734"/>
                        </a:lnTo>
                        <a:lnTo>
                          <a:pt x="1356" y="1740"/>
                        </a:lnTo>
                        <a:lnTo>
                          <a:pt x="1374" y="1740"/>
                        </a:lnTo>
                        <a:lnTo>
                          <a:pt x="1380" y="1734"/>
                        </a:lnTo>
                        <a:lnTo>
                          <a:pt x="1380" y="1752"/>
                        </a:lnTo>
                        <a:lnTo>
                          <a:pt x="1392" y="1752"/>
                        </a:lnTo>
                        <a:lnTo>
                          <a:pt x="1398" y="1758"/>
                        </a:lnTo>
                        <a:lnTo>
                          <a:pt x="1398" y="1770"/>
                        </a:lnTo>
                        <a:lnTo>
                          <a:pt x="1386" y="1794"/>
                        </a:lnTo>
                        <a:lnTo>
                          <a:pt x="1380" y="1800"/>
                        </a:lnTo>
                        <a:lnTo>
                          <a:pt x="1374" y="1812"/>
                        </a:lnTo>
                        <a:lnTo>
                          <a:pt x="1392" y="1842"/>
                        </a:lnTo>
                        <a:lnTo>
                          <a:pt x="1410" y="1830"/>
                        </a:lnTo>
                        <a:lnTo>
                          <a:pt x="1428" y="1866"/>
                        </a:lnTo>
                        <a:lnTo>
                          <a:pt x="1428" y="1872"/>
                        </a:lnTo>
                        <a:lnTo>
                          <a:pt x="1434" y="1878"/>
                        </a:lnTo>
                        <a:lnTo>
                          <a:pt x="1434" y="1902"/>
                        </a:lnTo>
                        <a:lnTo>
                          <a:pt x="1440" y="1914"/>
                        </a:lnTo>
                        <a:lnTo>
                          <a:pt x="1440" y="1926"/>
                        </a:lnTo>
                        <a:lnTo>
                          <a:pt x="1422" y="1926"/>
                        </a:lnTo>
                        <a:lnTo>
                          <a:pt x="1410" y="1920"/>
                        </a:lnTo>
                        <a:lnTo>
                          <a:pt x="1404" y="1920"/>
                        </a:lnTo>
                        <a:lnTo>
                          <a:pt x="1410" y="1956"/>
                        </a:lnTo>
                        <a:lnTo>
                          <a:pt x="1446" y="1956"/>
                        </a:lnTo>
                        <a:lnTo>
                          <a:pt x="1452" y="1962"/>
                        </a:lnTo>
                        <a:lnTo>
                          <a:pt x="1452" y="1968"/>
                        </a:lnTo>
                        <a:lnTo>
                          <a:pt x="1470" y="1968"/>
                        </a:lnTo>
                        <a:lnTo>
                          <a:pt x="1470" y="1956"/>
                        </a:lnTo>
                        <a:lnTo>
                          <a:pt x="1464" y="1938"/>
                        </a:lnTo>
                        <a:lnTo>
                          <a:pt x="1464" y="1926"/>
                        </a:lnTo>
                        <a:lnTo>
                          <a:pt x="1470" y="1914"/>
                        </a:lnTo>
                        <a:lnTo>
                          <a:pt x="1476" y="1908"/>
                        </a:lnTo>
                        <a:lnTo>
                          <a:pt x="1500" y="1896"/>
                        </a:lnTo>
                        <a:lnTo>
                          <a:pt x="1512" y="1896"/>
                        </a:lnTo>
                        <a:lnTo>
                          <a:pt x="1518" y="1890"/>
                        </a:lnTo>
                        <a:lnTo>
                          <a:pt x="1530" y="1884"/>
                        </a:lnTo>
                        <a:lnTo>
                          <a:pt x="1542" y="1872"/>
                        </a:lnTo>
                        <a:lnTo>
                          <a:pt x="1548" y="1860"/>
                        </a:lnTo>
                        <a:lnTo>
                          <a:pt x="1566" y="1842"/>
                        </a:lnTo>
                        <a:lnTo>
                          <a:pt x="1566" y="1836"/>
                        </a:lnTo>
                        <a:lnTo>
                          <a:pt x="1590" y="1842"/>
                        </a:lnTo>
                        <a:lnTo>
                          <a:pt x="1608" y="1788"/>
                        </a:lnTo>
                        <a:lnTo>
                          <a:pt x="1638" y="1788"/>
                        </a:lnTo>
                        <a:lnTo>
                          <a:pt x="1650" y="1782"/>
                        </a:lnTo>
                        <a:lnTo>
                          <a:pt x="1662" y="1770"/>
                        </a:lnTo>
                        <a:lnTo>
                          <a:pt x="1668" y="1752"/>
                        </a:lnTo>
                        <a:lnTo>
                          <a:pt x="1668" y="1740"/>
                        </a:lnTo>
                        <a:lnTo>
                          <a:pt x="1668" y="1746"/>
                        </a:lnTo>
                        <a:lnTo>
                          <a:pt x="1674" y="1752"/>
                        </a:lnTo>
                        <a:lnTo>
                          <a:pt x="1674" y="1764"/>
                        </a:lnTo>
                        <a:lnTo>
                          <a:pt x="1680" y="1776"/>
                        </a:lnTo>
                        <a:lnTo>
                          <a:pt x="1680" y="1782"/>
                        </a:lnTo>
                        <a:lnTo>
                          <a:pt x="1668" y="1794"/>
                        </a:lnTo>
                        <a:lnTo>
                          <a:pt x="1662" y="1806"/>
                        </a:lnTo>
                        <a:lnTo>
                          <a:pt x="1650" y="1812"/>
                        </a:lnTo>
                        <a:lnTo>
                          <a:pt x="1644" y="1818"/>
                        </a:lnTo>
                        <a:lnTo>
                          <a:pt x="1620" y="1818"/>
                        </a:lnTo>
                        <a:lnTo>
                          <a:pt x="1614" y="1830"/>
                        </a:lnTo>
                        <a:lnTo>
                          <a:pt x="1632" y="1866"/>
                        </a:lnTo>
                        <a:lnTo>
                          <a:pt x="1620" y="1866"/>
                        </a:lnTo>
                        <a:lnTo>
                          <a:pt x="1614" y="1872"/>
                        </a:lnTo>
                        <a:lnTo>
                          <a:pt x="1602" y="1878"/>
                        </a:lnTo>
                        <a:lnTo>
                          <a:pt x="1566" y="1914"/>
                        </a:lnTo>
                        <a:lnTo>
                          <a:pt x="1566" y="1926"/>
                        </a:lnTo>
                        <a:lnTo>
                          <a:pt x="1560" y="1932"/>
                        </a:lnTo>
                        <a:lnTo>
                          <a:pt x="1554" y="1944"/>
                        </a:lnTo>
                        <a:lnTo>
                          <a:pt x="1542" y="1956"/>
                        </a:lnTo>
                        <a:lnTo>
                          <a:pt x="1518" y="1968"/>
                        </a:lnTo>
                        <a:lnTo>
                          <a:pt x="1512" y="1974"/>
                        </a:lnTo>
                        <a:lnTo>
                          <a:pt x="1512" y="1980"/>
                        </a:lnTo>
                        <a:lnTo>
                          <a:pt x="1518" y="1986"/>
                        </a:lnTo>
                        <a:lnTo>
                          <a:pt x="1548" y="1986"/>
                        </a:lnTo>
                        <a:lnTo>
                          <a:pt x="1560" y="1980"/>
                        </a:lnTo>
                        <a:lnTo>
                          <a:pt x="1572" y="1980"/>
                        </a:lnTo>
                        <a:lnTo>
                          <a:pt x="1584" y="1968"/>
                        </a:lnTo>
                        <a:lnTo>
                          <a:pt x="1602" y="1932"/>
                        </a:lnTo>
                        <a:lnTo>
                          <a:pt x="1608" y="1926"/>
                        </a:lnTo>
                        <a:lnTo>
                          <a:pt x="1614" y="1914"/>
                        </a:lnTo>
                        <a:lnTo>
                          <a:pt x="1626" y="1908"/>
                        </a:lnTo>
                        <a:lnTo>
                          <a:pt x="1632" y="1902"/>
                        </a:lnTo>
                        <a:lnTo>
                          <a:pt x="1632" y="1920"/>
                        </a:lnTo>
                        <a:lnTo>
                          <a:pt x="1638" y="1932"/>
                        </a:lnTo>
                        <a:lnTo>
                          <a:pt x="1638" y="1956"/>
                        </a:lnTo>
                        <a:lnTo>
                          <a:pt x="1626" y="1968"/>
                        </a:lnTo>
                        <a:lnTo>
                          <a:pt x="1614" y="1974"/>
                        </a:lnTo>
                        <a:lnTo>
                          <a:pt x="1602" y="1986"/>
                        </a:lnTo>
                        <a:lnTo>
                          <a:pt x="1602" y="2004"/>
                        </a:lnTo>
                        <a:lnTo>
                          <a:pt x="1608" y="2010"/>
                        </a:lnTo>
                        <a:lnTo>
                          <a:pt x="1614" y="2010"/>
                        </a:lnTo>
                        <a:lnTo>
                          <a:pt x="1632" y="2016"/>
                        </a:lnTo>
                        <a:lnTo>
                          <a:pt x="1662" y="2016"/>
                        </a:lnTo>
                        <a:lnTo>
                          <a:pt x="1668" y="2028"/>
                        </a:lnTo>
                        <a:lnTo>
                          <a:pt x="1644" y="2052"/>
                        </a:lnTo>
                        <a:lnTo>
                          <a:pt x="1644" y="2058"/>
                        </a:lnTo>
                        <a:lnTo>
                          <a:pt x="1650" y="2064"/>
                        </a:lnTo>
                        <a:lnTo>
                          <a:pt x="1668" y="2100"/>
                        </a:lnTo>
                        <a:lnTo>
                          <a:pt x="1674" y="2106"/>
                        </a:lnTo>
                        <a:lnTo>
                          <a:pt x="1674" y="2118"/>
                        </a:lnTo>
                        <a:lnTo>
                          <a:pt x="1626" y="2166"/>
                        </a:lnTo>
                        <a:lnTo>
                          <a:pt x="1626" y="2178"/>
                        </a:lnTo>
                        <a:lnTo>
                          <a:pt x="1638" y="2190"/>
                        </a:lnTo>
                        <a:lnTo>
                          <a:pt x="1644" y="2202"/>
                        </a:lnTo>
                        <a:lnTo>
                          <a:pt x="1668" y="2214"/>
                        </a:lnTo>
                        <a:lnTo>
                          <a:pt x="1680" y="2226"/>
                        </a:lnTo>
                        <a:lnTo>
                          <a:pt x="1692" y="2232"/>
                        </a:lnTo>
                        <a:lnTo>
                          <a:pt x="1716" y="2256"/>
                        </a:lnTo>
                        <a:lnTo>
                          <a:pt x="1728" y="2262"/>
                        </a:lnTo>
                        <a:lnTo>
                          <a:pt x="1800" y="2262"/>
                        </a:lnTo>
                        <a:lnTo>
                          <a:pt x="1824" y="2286"/>
                        </a:lnTo>
                        <a:lnTo>
                          <a:pt x="1842" y="2292"/>
                        </a:lnTo>
                        <a:lnTo>
                          <a:pt x="1872" y="2286"/>
                        </a:lnTo>
                        <a:lnTo>
                          <a:pt x="1902" y="2274"/>
                        </a:lnTo>
                        <a:lnTo>
                          <a:pt x="1932" y="2256"/>
                        </a:lnTo>
                        <a:lnTo>
                          <a:pt x="1944" y="2250"/>
                        </a:lnTo>
                        <a:lnTo>
                          <a:pt x="1944" y="2226"/>
                        </a:lnTo>
                        <a:lnTo>
                          <a:pt x="1956" y="2214"/>
                        </a:lnTo>
                        <a:lnTo>
                          <a:pt x="1962" y="2214"/>
                        </a:lnTo>
                        <a:lnTo>
                          <a:pt x="1974" y="2226"/>
                        </a:lnTo>
                        <a:lnTo>
                          <a:pt x="1974" y="2256"/>
                        </a:lnTo>
                        <a:lnTo>
                          <a:pt x="1992" y="2256"/>
                        </a:lnTo>
                        <a:lnTo>
                          <a:pt x="1980" y="2280"/>
                        </a:lnTo>
                        <a:lnTo>
                          <a:pt x="1998" y="2280"/>
                        </a:lnTo>
                        <a:lnTo>
                          <a:pt x="1998" y="2292"/>
                        </a:lnTo>
                        <a:lnTo>
                          <a:pt x="2004" y="2298"/>
                        </a:lnTo>
                        <a:lnTo>
                          <a:pt x="2010" y="2310"/>
                        </a:lnTo>
                        <a:lnTo>
                          <a:pt x="2016" y="2316"/>
                        </a:lnTo>
                        <a:lnTo>
                          <a:pt x="2028" y="2316"/>
                        </a:lnTo>
                        <a:lnTo>
                          <a:pt x="2040" y="2304"/>
                        </a:lnTo>
                        <a:lnTo>
                          <a:pt x="2046" y="2304"/>
                        </a:lnTo>
                        <a:lnTo>
                          <a:pt x="2052" y="2298"/>
                        </a:lnTo>
                        <a:lnTo>
                          <a:pt x="2070" y="2292"/>
                        </a:lnTo>
                        <a:lnTo>
                          <a:pt x="2082" y="2286"/>
                        </a:lnTo>
                        <a:lnTo>
                          <a:pt x="2088" y="2280"/>
                        </a:lnTo>
                        <a:lnTo>
                          <a:pt x="2100" y="2274"/>
                        </a:lnTo>
                        <a:lnTo>
                          <a:pt x="2124" y="2250"/>
                        </a:lnTo>
                        <a:lnTo>
                          <a:pt x="2136" y="2244"/>
                        </a:lnTo>
                        <a:lnTo>
                          <a:pt x="2148" y="2232"/>
                        </a:lnTo>
                        <a:lnTo>
                          <a:pt x="2160" y="2226"/>
                        </a:lnTo>
                        <a:lnTo>
                          <a:pt x="2154" y="2214"/>
                        </a:lnTo>
                        <a:lnTo>
                          <a:pt x="2190" y="2202"/>
                        </a:lnTo>
                        <a:lnTo>
                          <a:pt x="2202" y="2214"/>
                        </a:lnTo>
                        <a:lnTo>
                          <a:pt x="2220" y="2214"/>
                        </a:lnTo>
                        <a:lnTo>
                          <a:pt x="2256" y="2208"/>
                        </a:lnTo>
                        <a:lnTo>
                          <a:pt x="2298" y="2196"/>
                        </a:lnTo>
                        <a:lnTo>
                          <a:pt x="2316" y="2178"/>
                        </a:lnTo>
                        <a:lnTo>
                          <a:pt x="2328" y="2148"/>
                        </a:lnTo>
                        <a:lnTo>
                          <a:pt x="2334" y="2118"/>
                        </a:lnTo>
                        <a:lnTo>
                          <a:pt x="2340" y="2100"/>
                        </a:lnTo>
                        <a:lnTo>
                          <a:pt x="2346" y="2088"/>
                        </a:lnTo>
                        <a:lnTo>
                          <a:pt x="2376" y="2058"/>
                        </a:lnTo>
                        <a:lnTo>
                          <a:pt x="2382" y="2058"/>
                        </a:lnTo>
                        <a:lnTo>
                          <a:pt x="2382" y="2034"/>
                        </a:lnTo>
                        <a:lnTo>
                          <a:pt x="2388" y="2034"/>
                        </a:lnTo>
                        <a:lnTo>
                          <a:pt x="2394" y="2028"/>
                        </a:lnTo>
                        <a:lnTo>
                          <a:pt x="2406" y="2022"/>
                        </a:lnTo>
                        <a:lnTo>
                          <a:pt x="2418" y="2010"/>
                        </a:lnTo>
                        <a:lnTo>
                          <a:pt x="2424" y="1998"/>
                        </a:lnTo>
                        <a:lnTo>
                          <a:pt x="2442" y="1980"/>
                        </a:lnTo>
                        <a:lnTo>
                          <a:pt x="2442" y="1956"/>
                        </a:lnTo>
                        <a:lnTo>
                          <a:pt x="2448" y="1944"/>
                        </a:lnTo>
                        <a:lnTo>
                          <a:pt x="2454" y="1926"/>
                        </a:lnTo>
                        <a:lnTo>
                          <a:pt x="2460" y="1914"/>
                        </a:lnTo>
                        <a:lnTo>
                          <a:pt x="2490" y="1884"/>
                        </a:lnTo>
                        <a:lnTo>
                          <a:pt x="2502" y="1866"/>
                        </a:lnTo>
                        <a:lnTo>
                          <a:pt x="2526" y="1842"/>
                        </a:lnTo>
                        <a:lnTo>
                          <a:pt x="2538" y="1836"/>
                        </a:lnTo>
                        <a:lnTo>
                          <a:pt x="2550" y="1824"/>
                        </a:lnTo>
                        <a:lnTo>
                          <a:pt x="2556" y="1812"/>
                        </a:lnTo>
                        <a:lnTo>
                          <a:pt x="2556" y="1800"/>
                        </a:lnTo>
                        <a:lnTo>
                          <a:pt x="2562" y="1788"/>
                        </a:lnTo>
                        <a:lnTo>
                          <a:pt x="2562" y="1782"/>
                        </a:lnTo>
                        <a:lnTo>
                          <a:pt x="2586" y="1782"/>
                        </a:lnTo>
                        <a:lnTo>
                          <a:pt x="2610" y="1770"/>
                        </a:lnTo>
                        <a:lnTo>
                          <a:pt x="2622" y="1752"/>
                        </a:lnTo>
                        <a:lnTo>
                          <a:pt x="2646" y="1728"/>
                        </a:lnTo>
                        <a:lnTo>
                          <a:pt x="2670" y="1698"/>
                        </a:lnTo>
                        <a:lnTo>
                          <a:pt x="2688" y="1674"/>
                        </a:lnTo>
                        <a:lnTo>
                          <a:pt x="2700" y="1662"/>
                        </a:lnTo>
                        <a:lnTo>
                          <a:pt x="2700" y="1656"/>
                        </a:lnTo>
                        <a:lnTo>
                          <a:pt x="2706" y="1638"/>
                        </a:lnTo>
                        <a:lnTo>
                          <a:pt x="2706" y="1614"/>
                        </a:lnTo>
                        <a:lnTo>
                          <a:pt x="2712" y="1596"/>
                        </a:lnTo>
                        <a:lnTo>
                          <a:pt x="2718" y="1590"/>
                        </a:lnTo>
                        <a:lnTo>
                          <a:pt x="2730" y="1572"/>
                        </a:lnTo>
                        <a:lnTo>
                          <a:pt x="2754" y="1542"/>
                        </a:lnTo>
                        <a:lnTo>
                          <a:pt x="2772" y="1494"/>
                        </a:lnTo>
                        <a:lnTo>
                          <a:pt x="2796" y="1458"/>
                        </a:lnTo>
                        <a:lnTo>
                          <a:pt x="2808" y="1428"/>
                        </a:lnTo>
                        <a:lnTo>
                          <a:pt x="2814" y="1416"/>
                        </a:lnTo>
                        <a:lnTo>
                          <a:pt x="2814" y="1386"/>
                        </a:lnTo>
                        <a:lnTo>
                          <a:pt x="2802" y="1362"/>
                        </a:lnTo>
                        <a:lnTo>
                          <a:pt x="2820" y="1308"/>
                        </a:lnTo>
                        <a:lnTo>
                          <a:pt x="2832" y="1290"/>
                        </a:lnTo>
                        <a:lnTo>
                          <a:pt x="2838" y="1266"/>
                        </a:lnTo>
                        <a:lnTo>
                          <a:pt x="2838" y="1224"/>
                        </a:lnTo>
                        <a:lnTo>
                          <a:pt x="2832" y="1194"/>
                        </a:lnTo>
                        <a:lnTo>
                          <a:pt x="2832" y="1176"/>
                        </a:lnTo>
                        <a:lnTo>
                          <a:pt x="2802" y="1164"/>
                        </a:lnTo>
                        <a:close/>
                        <a:moveTo>
                          <a:pt x="2016" y="2436"/>
                        </a:moveTo>
                        <a:lnTo>
                          <a:pt x="2022" y="2442"/>
                        </a:lnTo>
                        <a:lnTo>
                          <a:pt x="2028" y="2442"/>
                        </a:lnTo>
                        <a:lnTo>
                          <a:pt x="2040" y="2436"/>
                        </a:lnTo>
                        <a:lnTo>
                          <a:pt x="2046" y="2430"/>
                        </a:lnTo>
                        <a:lnTo>
                          <a:pt x="2034" y="2418"/>
                        </a:lnTo>
                        <a:lnTo>
                          <a:pt x="2016" y="2436"/>
                        </a:lnTo>
                        <a:close/>
                        <a:moveTo>
                          <a:pt x="1992" y="2454"/>
                        </a:moveTo>
                        <a:lnTo>
                          <a:pt x="1974" y="2454"/>
                        </a:lnTo>
                        <a:lnTo>
                          <a:pt x="1962" y="2466"/>
                        </a:lnTo>
                        <a:lnTo>
                          <a:pt x="1962" y="2472"/>
                        </a:lnTo>
                        <a:lnTo>
                          <a:pt x="1962" y="2460"/>
                        </a:lnTo>
                        <a:lnTo>
                          <a:pt x="1938" y="2460"/>
                        </a:lnTo>
                        <a:lnTo>
                          <a:pt x="1926" y="2466"/>
                        </a:lnTo>
                        <a:lnTo>
                          <a:pt x="1914" y="2466"/>
                        </a:lnTo>
                        <a:lnTo>
                          <a:pt x="1908" y="2478"/>
                        </a:lnTo>
                        <a:lnTo>
                          <a:pt x="1890" y="2460"/>
                        </a:lnTo>
                        <a:lnTo>
                          <a:pt x="1854" y="2460"/>
                        </a:lnTo>
                        <a:lnTo>
                          <a:pt x="1830" y="2430"/>
                        </a:lnTo>
                        <a:lnTo>
                          <a:pt x="1824" y="2436"/>
                        </a:lnTo>
                        <a:lnTo>
                          <a:pt x="1818" y="2436"/>
                        </a:lnTo>
                        <a:lnTo>
                          <a:pt x="1812" y="2442"/>
                        </a:lnTo>
                        <a:lnTo>
                          <a:pt x="1806" y="2442"/>
                        </a:lnTo>
                        <a:lnTo>
                          <a:pt x="1776" y="2412"/>
                        </a:lnTo>
                        <a:lnTo>
                          <a:pt x="1776" y="2424"/>
                        </a:lnTo>
                        <a:lnTo>
                          <a:pt x="1782" y="2448"/>
                        </a:lnTo>
                        <a:lnTo>
                          <a:pt x="1782" y="2472"/>
                        </a:lnTo>
                        <a:lnTo>
                          <a:pt x="1776" y="2478"/>
                        </a:lnTo>
                        <a:lnTo>
                          <a:pt x="1776" y="2484"/>
                        </a:lnTo>
                        <a:lnTo>
                          <a:pt x="1770" y="2490"/>
                        </a:lnTo>
                        <a:lnTo>
                          <a:pt x="1770" y="2502"/>
                        </a:lnTo>
                        <a:lnTo>
                          <a:pt x="1776" y="2514"/>
                        </a:lnTo>
                        <a:lnTo>
                          <a:pt x="1776" y="2532"/>
                        </a:lnTo>
                        <a:lnTo>
                          <a:pt x="1764" y="2538"/>
                        </a:lnTo>
                        <a:lnTo>
                          <a:pt x="1758" y="2544"/>
                        </a:lnTo>
                        <a:lnTo>
                          <a:pt x="1752" y="2544"/>
                        </a:lnTo>
                        <a:lnTo>
                          <a:pt x="1740" y="2532"/>
                        </a:lnTo>
                        <a:lnTo>
                          <a:pt x="1740" y="2538"/>
                        </a:lnTo>
                        <a:lnTo>
                          <a:pt x="1734" y="2544"/>
                        </a:lnTo>
                        <a:lnTo>
                          <a:pt x="1734" y="2556"/>
                        </a:lnTo>
                        <a:lnTo>
                          <a:pt x="1728" y="2574"/>
                        </a:lnTo>
                        <a:lnTo>
                          <a:pt x="1728" y="2586"/>
                        </a:lnTo>
                        <a:lnTo>
                          <a:pt x="1740" y="2610"/>
                        </a:lnTo>
                        <a:lnTo>
                          <a:pt x="1740" y="2616"/>
                        </a:lnTo>
                        <a:lnTo>
                          <a:pt x="1746" y="2628"/>
                        </a:lnTo>
                        <a:lnTo>
                          <a:pt x="1770" y="2628"/>
                        </a:lnTo>
                        <a:lnTo>
                          <a:pt x="1752" y="2640"/>
                        </a:lnTo>
                        <a:lnTo>
                          <a:pt x="1758" y="2664"/>
                        </a:lnTo>
                        <a:lnTo>
                          <a:pt x="1770" y="2658"/>
                        </a:lnTo>
                        <a:lnTo>
                          <a:pt x="1776" y="2658"/>
                        </a:lnTo>
                        <a:lnTo>
                          <a:pt x="1782" y="2652"/>
                        </a:lnTo>
                        <a:lnTo>
                          <a:pt x="1794" y="2652"/>
                        </a:lnTo>
                        <a:lnTo>
                          <a:pt x="1800" y="2658"/>
                        </a:lnTo>
                        <a:lnTo>
                          <a:pt x="1818" y="2658"/>
                        </a:lnTo>
                        <a:lnTo>
                          <a:pt x="1830" y="2652"/>
                        </a:lnTo>
                        <a:lnTo>
                          <a:pt x="1836" y="2646"/>
                        </a:lnTo>
                        <a:lnTo>
                          <a:pt x="1842" y="2634"/>
                        </a:lnTo>
                        <a:lnTo>
                          <a:pt x="1854" y="2634"/>
                        </a:lnTo>
                        <a:lnTo>
                          <a:pt x="1860" y="2640"/>
                        </a:lnTo>
                        <a:lnTo>
                          <a:pt x="1860" y="2646"/>
                        </a:lnTo>
                        <a:lnTo>
                          <a:pt x="1848" y="2658"/>
                        </a:lnTo>
                        <a:lnTo>
                          <a:pt x="1866" y="2664"/>
                        </a:lnTo>
                        <a:lnTo>
                          <a:pt x="1884" y="2646"/>
                        </a:lnTo>
                        <a:lnTo>
                          <a:pt x="1890" y="2634"/>
                        </a:lnTo>
                        <a:lnTo>
                          <a:pt x="1902" y="2628"/>
                        </a:lnTo>
                        <a:lnTo>
                          <a:pt x="1908" y="2616"/>
                        </a:lnTo>
                        <a:lnTo>
                          <a:pt x="1920" y="2604"/>
                        </a:lnTo>
                        <a:lnTo>
                          <a:pt x="1914" y="2604"/>
                        </a:lnTo>
                        <a:lnTo>
                          <a:pt x="1902" y="2592"/>
                        </a:lnTo>
                        <a:lnTo>
                          <a:pt x="1920" y="2562"/>
                        </a:lnTo>
                        <a:lnTo>
                          <a:pt x="1950" y="2562"/>
                        </a:lnTo>
                        <a:lnTo>
                          <a:pt x="1962" y="2538"/>
                        </a:lnTo>
                        <a:lnTo>
                          <a:pt x="1962" y="2514"/>
                        </a:lnTo>
                        <a:lnTo>
                          <a:pt x="1968" y="2502"/>
                        </a:lnTo>
                        <a:lnTo>
                          <a:pt x="1980" y="2496"/>
                        </a:lnTo>
                        <a:lnTo>
                          <a:pt x="1986" y="2484"/>
                        </a:lnTo>
                        <a:lnTo>
                          <a:pt x="1992" y="2478"/>
                        </a:lnTo>
                        <a:lnTo>
                          <a:pt x="1998" y="2466"/>
                        </a:lnTo>
                        <a:lnTo>
                          <a:pt x="1998" y="2460"/>
                        </a:lnTo>
                        <a:lnTo>
                          <a:pt x="1992" y="2454"/>
                        </a:lnTo>
                        <a:close/>
                        <a:moveTo>
                          <a:pt x="1902" y="246"/>
                        </a:moveTo>
                        <a:lnTo>
                          <a:pt x="1890" y="258"/>
                        </a:lnTo>
                        <a:lnTo>
                          <a:pt x="1890" y="270"/>
                        </a:lnTo>
                        <a:lnTo>
                          <a:pt x="1884" y="282"/>
                        </a:lnTo>
                        <a:lnTo>
                          <a:pt x="1884" y="294"/>
                        </a:lnTo>
                        <a:lnTo>
                          <a:pt x="1896" y="300"/>
                        </a:lnTo>
                        <a:lnTo>
                          <a:pt x="1920" y="300"/>
                        </a:lnTo>
                        <a:lnTo>
                          <a:pt x="1926" y="294"/>
                        </a:lnTo>
                        <a:lnTo>
                          <a:pt x="1932" y="294"/>
                        </a:lnTo>
                        <a:lnTo>
                          <a:pt x="1926" y="282"/>
                        </a:lnTo>
                        <a:lnTo>
                          <a:pt x="1932" y="252"/>
                        </a:lnTo>
                        <a:lnTo>
                          <a:pt x="1920" y="252"/>
                        </a:lnTo>
                        <a:lnTo>
                          <a:pt x="1908" y="246"/>
                        </a:lnTo>
                        <a:lnTo>
                          <a:pt x="1902" y="246"/>
                        </a:lnTo>
                        <a:close/>
                        <a:moveTo>
                          <a:pt x="1770" y="2334"/>
                        </a:moveTo>
                        <a:lnTo>
                          <a:pt x="1758" y="2376"/>
                        </a:lnTo>
                        <a:lnTo>
                          <a:pt x="1812" y="2328"/>
                        </a:lnTo>
                        <a:lnTo>
                          <a:pt x="1770" y="2334"/>
                        </a:lnTo>
                        <a:close/>
                        <a:moveTo>
                          <a:pt x="2034" y="2400"/>
                        </a:moveTo>
                        <a:lnTo>
                          <a:pt x="2016" y="2358"/>
                        </a:lnTo>
                        <a:lnTo>
                          <a:pt x="1998" y="2376"/>
                        </a:lnTo>
                        <a:lnTo>
                          <a:pt x="1998" y="2394"/>
                        </a:lnTo>
                        <a:lnTo>
                          <a:pt x="2010" y="2406"/>
                        </a:lnTo>
                        <a:lnTo>
                          <a:pt x="2028" y="2406"/>
                        </a:lnTo>
                        <a:lnTo>
                          <a:pt x="2034" y="240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77" name="Venezuela" descr="© INSCALE GmbH, 05.05.2010&#10;http://www.presentationload.com/">
                    <a:extLst>
                      <a:ext uri="{FF2B5EF4-FFF2-40B4-BE49-F238E27FC236}">
                        <a16:creationId xmlns:a16="http://schemas.microsoft.com/office/drawing/2014/main" id="{C077393A-69D1-6784-1837-A28FCC90A28C}"/>
                      </a:ext>
                    </a:extLst>
                  </p:cNvPr>
                  <p:cNvSpPr>
                    <a:spLocks noEditPoints="1"/>
                  </p:cNvSpPr>
                  <p:nvPr/>
                </p:nvSpPr>
                <p:spPr bwMode="gray">
                  <a:xfrm>
                    <a:off x="1337" y="2320"/>
                    <a:ext cx="242" cy="236"/>
                  </a:xfrm>
                  <a:custGeom>
                    <a:avLst/>
                    <a:gdLst>
                      <a:gd name="T0" fmla="*/ 2147483647 w 954"/>
                      <a:gd name="T1" fmla="*/ 2147483647 h 930"/>
                      <a:gd name="T2" fmla="*/ 2147483647 w 954"/>
                      <a:gd name="T3" fmla="*/ 2147483647 h 930"/>
                      <a:gd name="T4" fmla="*/ 2147483647 w 954"/>
                      <a:gd name="T5" fmla="*/ 2147483647 h 930"/>
                      <a:gd name="T6" fmla="*/ 2147483647 w 954"/>
                      <a:gd name="T7" fmla="*/ 2147483647 h 930"/>
                      <a:gd name="T8" fmla="*/ 2147483647 w 954"/>
                      <a:gd name="T9" fmla="*/ 2147483647 h 930"/>
                      <a:gd name="T10" fmla="*/ 2147483647 w 954"/>
                      <a:gd name="T11" fmla="*/ 2147483647 h 930"/>
                      <a:gd name="T12" fmla="*/ 2147483647 w 954"/>
                      <a:gd name="T13" fmla="*/ 2147483647 h 930"/>
                      <a:gd name="T14" fmla="*/ 2147483647 w 954"/>
                      <a:gd name="T15" fmla="*/ 2147483647 h 930"/>
                      <a:gd name="T16" fmla="*/ 2147483647 w 954"/>
                      <a:gd name="T17" fmla="*/ 2147483647 h 930"/>
                      <a:gd name="T18" fmla="*/ 2147483647 w 954"/>
                      <a:gd name="T19" fmla="*/ 2147483647 h 930"/>
                      <a:gd name="T20" fmla="*/ 2147483647 w 954"/>
                      <a:gd name="T21" fmla="*/ 2147483647 h 930"/>
                      <a:gd name="T22" fmla="*/ 2147483647 w 954"/>
                      <a:gd name="T23" fmla="*/ 2147483647 h 930"/>
                      <a:gd name="T24" fmla="*/ 2147483647 w 954"/>
                      <a:gd name="T25" fmla="*/ 2147483647 h 930"/>
                      <a:gd name="T26" fmla="*/ 2147483647 w 954"/>
                      <a:gd name="T27" fmla="*/ 2147483647 h 930"/>
                      <a:gd name="T28" fmla="*/ 2147483647 w 954"/>
                      <a:gd name="T29" fmla="*/ 2147483647 h 930"/>
                      <a:gd name="T30" fmla="*/ 2147483647 w 954"/>
                      <a:gd name="T31" fmla="*/ 2147483647 h 930"/>
                      <a:gd name="T32" fmla="*/ 2147483647 w 954"/>
                      <a:gd name="T33" fmla="*/ 2147483647 h 930"/>
                      <a:gd name="T34" fmla="*/ 2147483647 w 954"/>
                      <a:gd name="T35" fmla="*/ 2147483647 h 930"/>
                      <a:gd name="T36" fmla="*/ 2147483647 w 954"/>
                      <a:gd name="T37" fmla="*/ 2147483647 h 930"/>
                      <a:gd name="T38" fmla="*/ 2147483647 w 954"/>
                      <a:gd name="T39" fmla="*/ 2147483647 h 930"/>
                      <a:gd name="T40" fmla="*/ 2147483647 w 954"/>
                      <a:gd name="T41" fmla="*/ 2147483647 h 930"/>
                      <a:gd name="T42" fmla="*/ 2147483647 w 954"/>
                      <a:gd name="T43" fmla="*/ 2147483647 h 930"/>
                      <a:gd name="T44" fmla="*/ 2147483647 w 954"/>
                      <a:gd name="T45" fmla="*/ 2147483647 h 930"/>
                      <a:gd name="T46" fmla="*/ 2147483647 w 954"/>
                      <a:gd name="T47" fmla="*/ 2147483647 h 930"/>
                      <a:gd name="T48" fmla="*/ 2147483647 w 954"/>
                      <a:gd name="T49" fmla="*/ 2147483647 h 930"/>
                      <a:gd name="T50" fmla="*/ 0 w 954"/>
                      <a:gd name="T51" fmla="*/ 2147483647 h 930"/>
                      <a:gd name="T52" fmla="*/ 2147483647 w 954"/>
                      <a:gd name="T53" fmla="*/ 2147483647 h 930"/>
                      <a:gd name="T54" fmla="*/ 2147483647 w 954"/>
                      <a:gd name="T55" fmla="*/ 2147483647 h 930"/>
                      <a:gd name="T56" fmla="*/ 2147483647 w 954"/>
                      <a:gd name="T57" fmla="*/ 2147483647 h 930"/>
                      <a:gd name="T58" fmla="*/ 2147483647 w 954"/>
                      <a:gd name="T59" fmla="*/ 2147483647 h 930"/>
                      <a:gd name="T60" fmla="*/ 2147483647 w 954"/>
                      <a:gd name="T61" fmla="*/ 2147483647 h 930"/>
                      <a:gd name="T62" fmla="*/ 2147483647 w 954"/>
                      <a:gd name="T63" fmla="*/ 2147483647 h 930"/>
                      <a:gd name="T64" fmla="*/ 2147483647 w 954"/>
                      <a:gd name="T65" fmla="*/ 2147483647 h 930"/>
                      <a:gd name="T66" fmla="*/ 2147483647 w 954"/>
                      <a:gd name="T67" fmla="*/ 2147483647 h 930"/>
                      <a:gd name="T68" fmla="*/ 2147483647 w 954"/>
                      <a:gd name="T69" fmla="*/ 2147483647 h 930"/>
                      <a:gd name="T70" fmla="*/ 2147483647 w 954"/>
                      <a:gd name="T71" fmla="*/ 2147483647 h 930"/>
                      <a:gd name="T72" fmla="*/ 2147483647 w 954"/>
                      <a:gd name="T73" fmla="*/ 2147483647 h 930"/>
                      <a:gd name="T74" fmla="*/ 2147483647 w 954"/>
                      <a:gd name="T75" fmla="*/ 2147483647 h 930"/>
                      <a:gd name="T76" fmla="*/ 2147483647 w 954"/>
                      <a:gd name="T77" fmla="*/ 2147483647 h 930"/>
                      <a:gd name="T78" fmla="*/ 2147483647 w 954"/>
                      <a:gd name="T79" fmla="*/ 2147483647 h 930"/>
                      <a:gd name="T80" fmla="*/ 2147483647 w 954"/>
                      <a:gd name="T81" fmla="*/ 2147483647 h 930"/>
                      <a:gd name="T82" fmla="*/ 2147483647 w 954"/>
                      <a:gd name="T83" fmla="*/ 2147483647 h 930"/>
                      <a:gd name="T84" fmla="*/ 2147483647 w 954"/>
                      <a:gd name="T85" fmla="*/ 2147483647 h 930"/>
                      <a:gd name="T86" fmla="*/ 2147483647 w 954"/>
                      <a:gd name="T87" fmla="*/ 2147483647 h 930"/>
                      <a:gd name="T88" fmla="*/ 2147483647 w 954"/>
                      <a:gd name="T89" fmla="*/ 2147483647 h 930"/>
                      <a:gd name="T90" fmla="*/ 2147483647 w 954"/>
                      <a:gd name="T91" fmla="*/ 2147483647 h 930"/>
                      <a:gd name="T92" fmla="*/ 2147483647 w 954"/>
                      <a:gd name="T93" fmla="*/ 2147483647 h 930"/>
                      <a:gd name="T94" fmla="*/ 2147483647 w 954"/>
                      <a:gd name="T95" fmla="*/ 2147483647 h 930"/>
                      <a:gd name="T96" fmla="*/ 2147483647 w 954"/>
                      <a:gd name="T97" fmla="*/ 2147483647 h 930"/>
                      <a:gd name="T98" fmla="*/ 2147483647 w 954"/>
                      <a:gd name="T99" fmla="*/ 2147483647 h 930"/>
                      <a:gd name="T100" fmla="*/ 2147483647 w 954"/>
                      <a:gd name="T101" fmla="*/ 2147483647 h 930"/>
                      <a:gd name="T102" fmla="*/ 2147483647 w 954"/>
                      <a:gd name="T103" fmla="*/ 2147483647 h 930"/>
                      <a:gd name="T104" fmla="*/ 2147483647 w 954"/>
                      <a:gd name="T105" fmla="*/ 2147483647 h 930"/>
                      <a:gd name="T106" fmla="*/ 2147483647 w 954"/>
                      <a:gd name="T107" fmla="*/ 2147483647 h 930"/>
                      <a:gd name="T108" fmla="*/ 2147483647 w 954"/>
                      <a:gd name="T109" fmla="*/ 2147483647 h 930"/>
                      <a:gd name="T110" fmla="*/ 2147483647 w 954"/>
                      <a:gd name="T111" fmla="*/ 2147483647 h 930"/>
                      <a:gd name="T112" fmla="*/ 2147483647 w 954"/>
                      <a:gd name="T113" fmla="*/ 2147483647 h 930"/>
                      <a:gd name="T114" fmla="*/ 2147483647 w 954"/>
                      <a:gd name="T115" fmla="*/ 2147483647 h 930"/>
                      <a:gd name="T116" fmla="*/ 2147483647 w 954"/>
                      <a:gd name="T117" fmla="*/ 2147483647 h 930"/>
                      <a:gd name="T118" fmla="*/ 2147483647 w 954"/>
                      <a:gd name="T119" fmla="*/ 2147483647 h 93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54"/>
                      <a:gd name="T181" fmla="*/ 0 h 930"/>
                      <a:gd name="T182" fmla="*/ 954 w 954"/>
                      <a:gd name="T183" fmla="*/ 930 h 93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54" h="930">
                        <a:moveTo>
                          <a:pt x="264" y="42"/>
                        </a:moveTo>
                        <a:lnTo>
                          <a:pt x="264" y="12"/>
                        </a:lnTo>
                        <a:lnTo>
                          <a:pt x="252" y="0"/>
                        </a:lnTo>
                        <a:lnTo>
                          <a:pt x="234" y="0"/>
                        </a:lnTo>
                        <a:lnTo>
                          <a:pt x="228" y="6"/>
                        </a:lnTo>
                        <a:lnTo>
                          <a:pt x="228" y="18"/>
                        </a:lnTo>
                        <a:lnTo>
                          <a:pt x="234" y="24"/>
                        </a:lnTo>
                        <a:lnTo>
                          <a:pt x="234" y="36"/>
                        </a:lnTo>
                        <a:lnTo>
                          <a:pt x="240" y="42"/>
                        </a:lnTo>
                        <a:lnTo>
                          <a:pt x="264" y="42"/>
                        </a:lnTo>
                        <a:close/>
                        <a:moveTo>
                          <a:pt x="936" y="276"/>
                        </a:moveTo>
                        <a:lnTo>
                          <a:pt x="930" y="276"/>
                        </a:lnTo>
                        <a:lnTo>
                          <a:pt x="924" y="282"/>
                        </a:lnTo>
                        <a:lnTo>
                          <a:pt x="912" y="288"/>
                        </a:lnTo>
                        <a:lnTo>
                          <a:pt x="906" y="294"/>
                        </a:lnTo>
                        <a:lnTo>
                          <a:pt x="900" y="288"/>
                        </a:lnTo>
                        <a:lnTo>
                          <a:pt x="888" y="288"/>
                        </a:lnTo>
                        <a:lnTo>
                          <a:pt x="882" y="282"/>
                        </a:lnTo>
                        <a:lnTo>
                          <a:pt x="876" y="282"/>
                        </a:lnTo>
                        <a:lnTo>
                          <a:pt x="852" y="306"/>
                        </a:lnTo>
                        <a:lnTo>
                          <a:pt x="822" y="282"/>
                        </a:lnTo>
                        <a:lnTo>
                          <a:pt x="846" y="282"/>
                        </a:lnTo>
                        <a:lnTo>
                          <a:pt x="858" y="276"/>
                        </a:lnTo>
                        <a:lnTo>
                          <a:pt x="864" y="276"/>
                        </a:lnTo>
                        <a:lnTo>
                          <a:pt x="870" y="264"/>
                        </a:lnTo>
                        <a:lnTo>
                          <a:pt x="870" y="246"/>
                        </a:lnTo>
                        <a:lnTo>
                          <a:pt x="882" y="234"/>
                        </a:lnTo>
                        <a:lnTo>
                          <a:pt x="888" y="222"/>
                        </a:lnTo>
                        <a:lnTo>
                          <a:pt x="876" y="210"/>
                        </a:lnTo>
                        <a:lnTo>
                          <a:pt x="846" y="210"/>
                        </a:lnTo>
                        <a:lnTo>
                          <a:pt x="846" y="204"/>
                        </a:lnTo>
                        <a:lnTo>
                          <a:pt x="840" y="198"/>
                        </a:lnTo>
                        <a:lnTo>
                          <a:pt x="840" y="192"/>
                        </a:lnTo>
                        <a:lnTo>
                          <a:pt x="834" y="186"/>
                        </a:lnTo>
                        <a:lnTo>
                          <a:pt x="828" y="186"/>
                        </a:lnTo>
                        <a:lnTo>
                          <a:pt x="822" y="192"/>
                        </a:lnTo>
                        <a:lnTo>
                          <a:pt x="822" y="210"/>
                        </a:lnTo>
                        <a:lnTo>
                          <a:pt x="816" y="198"/>
                        </a:lnTo>
                        <a:lnTo>
                          <a:pt x="816" y="180"/>
                        </a:lnTo>
                        <a:lnTo>
                          <a:pt x="792" y="180"/>
                        </a:lnTo>
                        <a:lnTo>
                          <a:pt x="786" y="210"/>
                        </a:lnTo>
                        <a:lnTo>
                          <a:pt x="780" y="204"/>
                        </a:lnTo>
                        <a:lnTo>
                          <a:pt x="774" y="192"/>
                        </a:lnTo>
                        <a:lnTo>
                          <a:pt x="774" y="186"/>
                        </a:lnTo>
                        <a:lnTo>
                          <a:pt x="768" y="180"/>
                        </a:lnTo>
                        <a:lnTo>
                          <a:pt x="768" y="156"/>
                        </a:lnTo>
                        <a:lnTo>
                          <a:pt x="738" y="168"/>
                        </a:lnTo>
                        <a:lnTo>
                          <a:pt x="744" y="162"/>
                        </a:lnTo>
                        <a:lnTo>
                          <a:pt x="756" y="156"/>
                        </a:lnTo>
                        <a:lnTo>
                          <a:pt x="762" y="156"/>
                        </a:lnTo>
                        <a:lnTo>
                          <a:pt x="762" y="144"/>
                        </a:lnTo>
                        <a:lnTo>
                          <a:pt x="750" y="138"/>
                        </a:lnTo>
                        <a:lnTo>
                          <a:pt x="744" y="138"/>
                        </a:lnTo>
                        <a:lnTo>
                          <a:pt x="744" y="132"/>
                        </a:lnTo>
                        <a:lnTo>
                          <a:pt x="750" y="132"/>
                        </a:lnTo>
                        <a:lnTo>
                          <a:pt x="762" y="126"/>
                        </a:lnTo>
                        <a:lnTo>
                          <a:pt x="774" y="126"/>
                        </a:lnTo>
                        <a:lnTo>
                          <a:pt x="792" y="120"/>
                        </a:lnTo>
                        <a:lnTo>
                          <a:pt x="804" y="120"/>
                        </a:lnTo>
                        <a:lnTo>
                          <a:pt x="810" y="114"/>
                        </a:lnTo>
                        <a:lnTo>
                          <a:pt x="726" y="114"/>
                        </a:lnTo>
                        <a:lnTo>
                          <a:pt x="690" y="120"/>
                        </a:lnTo>
                        <a:lnTo>
                          <a:pt x="678" y="120"/>
                        </a:lnTo>
                        <a:lnTo>
                          <a:pt x="690" y="132"/>
                        </a:lnTo>
                        <a:lnTo>
                          <a:pt x="678" y="132"/>
                        </a:lnTo>
                        <a:lnTo>
                          <a:pt x="666" y="138"/>
                        </a:lnTo>
                        <a:lnTo>
                          <a:pt x="654" y="138"/>
                        </a:lnTo>
                        <a:lnTo>
                          <a:pt x="642" y="144"/>
                        </a:lnTo>
                        <a:lnTo>
                          <a:pt x="636" y="144"/>
                        </a:lnTo>
                        <a:lnTo>
                          <a:pt x="624" y="150"/>
                        </a:lnTo>
                        <a:lnTo>
                          <a:pt x="606" y="168"/>
                        </a:lnTo>
                        <a:lnTo>
                          <a:pt x="594" y="174"/>
                        </a:lnTo>
                        <a:lnTo>
                          <a:pt x="576" y="174"/>
                        </a:lnTo>
                        <a:lnTo>
                          <a:pt x="564" y="162"/>
                        </a:lnTo>
                        <a:lnTo>
                          <a:pt x="546" y="156"/>
                        </a:lnTo>
                        <a:lnTo>
                          <a:pt x="534" y="144"/>
                        </a:lnTo>
                        <a:lnTo>
                          <a:pt x="522" y="138"/>
                        </a:lnTo>
                        <a:lnTo>
                          <a:pt x="510" y="126"/>
                        </a:lnTo>
                        <a:lnTo>
                          <a:pt x="492" y="126"/>
                        </a:lnTo>
                        <a:lnTo>
                          <a:pt x="450" y="132"/>
                        </a:lnTo>
                        <a:lnTo>
                          <a:pt x="372" y="132"/>
                        </a:lnTo>
                        <a:lnTo>
                          <a:pt x="360" y="120"/>
                        </a:lnTo>
                        <a:lnTo>
                          <a:pt x="354" y="108"/>
                        </a:lnTo>
                        <a:lnTo>
                          <a:pt x="354" y="84"/>
                        </a:lnTo>
                        <a:lnTo>
                          <a:pt x="348" y="72"/>
                        </a:lnTo>
                        <a:lnTo>
                          <a:pt x="336" y="60"/>
                        </a:lnTo>
                        <a:lnTo>
                          <a:pt x="324" y="54"/>
                        </a:lnTo>
                        <a:lnTo>
                          <a:pt x="276" y="54"/>
                        </a:lnTo>
                        <a:lnTo>
                          <a:pt x="240" y="60"/>
                        </a:lnTo>
                        <a:lnTo>
                          <a:pt x="222" y="72"/>
                        </a:lnTo>
                        <a:lnTo>
                          <a:pt x="210" y="78"/>
                        </a:lnTo>
                        <a:lnTo>
                          <a:pt x="204" y="78"/>
                        </a:lnTo>
                        <a:lnTo>
                          <a:pt x="180" y="90"/>
                        </a:lnTo>
                        <a:lnTo>
                          <a:pt x="162" y="96"/>
                        </a:lnTo>
                        <a:lnTo>
                          <a:pt x="144" y="108"/>
                        </a:lnTo>
                        <a:lnTo>
                          <a:pt x="138" y="120"/>
                        </a:lnTo>
                        <a:lnTo>
                          <a:pt x="138" y="144"/>
                        </a:lnTo>
                        <a:lnTo>
                          <a:pt x="150" y="168"/>
                        </a:lnTo>
                        <a:lnTo>
                          <a:pt x="156" y="186"/>
                        </a:lnTo>
                        <a:lnTo>
                          <a:pt x="162" y="198"/>
                        </a:lnTo>
                        <a:lnTo>
                          <a:pt x="156" y="210"/>
                        </a:lnTo>
                        <a:lnTo>
                          <a:pt x="150" y="228"/>
                        </a:lnTo>
                        <a:lnTo>
                          <a:pt x="138" y="234"/>
                        </a:lnTo>
                        <a:lnTo>
                          <a:pt x="132" y="246"/>
                        </a:lnTo>
                        <a:lnTo>
                          <a:pt x="126" y="252"/>
                        </a:lnTo>
                        <a:lnTo>
                          <a:pt x="120" y="252"/>
                        </a:lnTo>
                        <a:lnTo>
                          <a:pt x="126" y="222"/>
                        </a:lnTo>
                        <a:lnTo>
                          <a:pt x="114" y="222"/>
                        </a:lnTo>
                        <a:lnTo>
                          <a:pt x="108" y="216"/>
                        </a:lnTo>
                        <a:lnTo>
                          <a:pt x="96" y="210"/>
                        </a:lnTo>
                        <a:lnTo>
                          <a:pt x="90" y="204"/>
                        </a:lnTo>
                        <a:lnTo>
                          <a:pt x="84" y="192"/>
                        </a:lnTo>
                        <a:lnTo>
                          <a:pt x="96" y="168"/>
                        </a:lnTo>
                        <a:lnTo>
                          <a:pt x="108" y="156"/>
                        </a:lnTo>
                        <a:lnTo>
                          <a:pt x="120" y="132"/>
                        </a:lnTo>
                        <a:lnTo>
                          <a:pt x="120" y="78"/>
                        </a:lnTo>
                        <a:lnTo>
                          <a:pt x="114" y="66"/>
                        </a:lnTo>
                        <a:lnTo>
                          <a:pt x="114" y="54"/>
                        </a:lnTo>
                        <a:lnTo>
                          <a:pt x="108" y="48"/>
                        </a:lnTo>
                        <a:lnTo>
                          <a:pt x="108" y="54"/>
                        </a:lnTo>
                        <a:lnTo>
                          <a:pt x="102" y="66"/>
                        </a:lnTo>
                        <a:lnTo>
                          <a:pt x="90" y="78"/>
                        </a:lnTo>
                        <a:lnTo>
                          <a:pt x="72" y="84"/>
                        </a:lnTo>
                        <a:lnTo>
                          <a:pt x="48" y="108"/>
                        </a:lnTo>
                        <a:lnTo>
                          <a:pt x="36" y="144"/>
                        </a:lnTo>
                        <a:lnTo>
                          <a:pt x="36" y="162"/>
                        </a:lnTo>
                        <a:lnTo>
                          <a:pt x="30" y="168"/>
                        </a:lnTo>
                        <a:lnTo>
                          <a:pt x="30" y="192"/>
                        </a:lnTo>
                        <a:lnTo>
                          <a:pt x="6" y="216"/>
                        </a:lnTo>
                        <a:lnTo>
                          <a:pt x="0" y="228"/>
                        </a:lnTo>
                        <a:lnTo>
                          <a:pt x="0" y="240"/>
                        </a:lnTo>
                        <a:lnTo>
                          <a:pt x="6" y="246"/>
                        </a:lnTo>
                        <a:lnTo>
                          <a:pt x="6" y="240"/>
                        </a:lnTo>
                        <a:lnTo>
                          <a:pt x="18" y="228"/>
                        </a:lnTo>
                        <a:lnTo>
                          <a:pt x="24" y="228"/>
                        </a:lnTo>
                        <a:lnTo>
                          <a:pt x="36" y="240"/>
                        </a:lnTo>
                        <a:lnTo>
                          <a:pt x="42" y="252"/>
                        </a:lnTo>
                        <a:lnTo>
                          <a:pt x="42" y="288"/>
                        </a:lnTo>
                        <a:lnTo>
                          <a:pt x="48" y="294"/>
                        </a:lnTo>
                        <a:lnTo>
                          <a:pt x="60" y="300"/>
                        </a:lnTo>
                        <a:lnTo>
                          <a:pt x="66" y="306"/>
                        </a:lnTo>
                        <a:lnTo>
                          <a:pt x="66" y="318"/>
                        </a:lnTo>
                        <a:lnTo>
                          <a:pt x="54" y="342"/>
                        </a:lnTo>
                        <a:lnTo>
                          <a:pt x="54" y="384"/>
                        </a:lnTo>
                        <a:lnTo>
                          <a:pt x="66" y="384"/>
                        </a:lnTo>
                        <a:lnTo>
                          <a:pt x="66" y="396"/>
                        </a:lnTo>
                        <a:lnTo>
                          <a:pt x="72" y="408"/>
                        </a:lnTo>
                        <a:lnTo>
                          <a:pt x="78" y="414"/>
                        </a:lnTo>
                        <a:lnTo>
                          <a:pt x="102" y="414"/>
                        </a:lnTo>
                        <a:lnTo>
                          <a:pt x="108" y="408"/>
                        </a:lnTo>
                        <a:lnTo>
                          <a:pt x="120" y="408"/>
                        </a:lnTo>
                        <a:lnTo>
                          <a:pt x="132" y="414"/>
                        </a:lnTo>
                        <a:lnTo>
                          <a:pt x="138" y="414"/>
                        </a:lnTo>
                        <a:lnTo>
                          <a:pt x="150" y="420"/>
                        </a:lnTo>
                        <a:lnTo>
                          <a:pt x="162" y="420"/>
                        </a:lnTo>
                        <a:lnTo>
                          <a:pt x="168" y="414"/>
                        </a:lnTo>
                        <a:lnTo>
                          <a:pt x="168" y="408"/>
                        </a:lnTo>
                        <a:lnTo>
                          <a:pt x="180" y="408"/>
                        </a:lnTo>
                        <a:lnTo>
                          <a:pt x="186" y="414"/>
                        </a:lnTo>
                        <a:lnTo>
                          <a:pt x="198" y="420"/>
                        </a:lnTo>
                        <a:lnTo>
                          <a:pt x="222" y="420"/>
                        </a:lnTo>
                        <a:lnTo>
                          <a:pt x="222" y="426"/>
                        </a:lnTo>
                        <a:lnTo>
                          <a:pt x="228" y="432"/>
                        </a:lnTo>
                        <a:lnTo>
                          <a:pt x="234" y="444"/>
                        </a:lnTo>
                        <a:lnTo>
                          <a:pt x="240" y="462"/>
                        </a:lnTo>
                        <a:lnTo>
                          <a:pt x="264" y="486"/>
                        </a:lnTo>
                        <a:lnTo>
                          <a:pt x="288" y="486"/>
                        </a:lnTo>
                        <a:lnTo>
                          <a:pt x="288" y="480"/>
                        </a:lnTo>
                        <a:lnTo>
                          <a:pt x="306" y="480"/>
                        </a:lnTo>
                        <a:lnTo>
                          <a:pt x="312" y="486"/>
                        </a:lnTo>
                        <a:lnTo>
                          <a:pt x="336" y="486"/>
                        </a:lnTo>
                        <a:lnTo>
                          <a:pt x="342" y="480"/>
                        </a:lnTo>
                        <a:lnTo>
                          <a:pt x="366" y="486"/>
                        </a:lnTo>
                        <a:lnTo>
                          <a:pt x="372" y="480"/>
                        </a:lnTo>
                        <a:lnTo>
                          <a:pt x="384" y="474"/>
                        </a:lnTo>
                        <a:lnTo>
                          <a:pt x="402" y="474"/>
                        </a:lnTo>
                        <a:lnTo>
                          <a:pt x="408" y="480"/>
                        </a:lnTo>
                        <a:lnTo>
                          <a:pt x="408" y="492"/>
                        </a:lnTo>
                        <a:lnTo>
                          <a:pt x="390" y="510"/>
                        </a:lnTo>
                        <a:lnTo>
                          <a:pt x="390" y="534"/>
                        </a:lnTo>
                        <a:lnTo>
                          <a:pt x="384" y="540"/>
                        </a:lnTo>
                        <a:lnTo>
                          <a:pt x="378" y="540"/>
                        </a:lnTo>
                        <a:lnTo>
                          <a:pt x="366" y="552"/>
                        </a:lnTo>
                        <a:lnTo>
                          <a:pt x="366" y="576"/>
                        </a:lnTo>
                        <a:lnTo>
                          <a:pt x="372" y="588"/>
                        </a:lnTo>
                        <a:lnTo>
                          <a:pt x="372" y="618"/>
                        </a:lnTo>
                        <a:lnTo>
                          <a:pt x="366" y="630"/>
                        </a:lnTo>
                        <a:lnTo>
                          <a:pt x="366" y="642"/>
                        </a:lnTo>
                        <a:lnTo>
                          <a:pt x="372" y="648"/>
                        </a:lnTo>
                        <a:lnTo>
                          <a:pt x="384" y="648"/>
                        </a:lnTo>
                        <a:lnTo>
                          <a:pt x="384" y="672"/>
                        </a:lnTo>
                        <a:lnTo>
                          <a:pt x="390" y="684"/>
                        </a:lnTo>
                        <a:lnTo>
                          <a:pt x="402" y="690"/>
                        </a:lnTo>
                        <a:lnTo>
                          <a:pt x="408" y="702"/>
                        </a:lnTo>
                        <a:lnTo>
                          <a:pt x="408" y="708"/>
                        </a:lnTo>
                        <a:lnTo>
                          <a:pt x="402" y="720"/>
                        </a:lnTo>
                        <a:lnTo>
                          <a:pt x="372" y="750"/>
                        </a:lnTo>
                        <a:lnTo>
                          <a:pt x="366" y="750"/>
                        </a:lnTo>
                        <a:lnTo>
                          <a:pt x="390" y="762"/>
                        </a:lnTo>
                        <a:lnTo>
                          <a:pt x="402" y="774"/>
                        </a:lnTo>
                        <a:lnTo>
                          <a:pt x="414" y="774"/>
                        </a:lnTo>
                        <a:lnTo>
                          <a:pt x="414" y="798"/>
                        </a:lnTo>
                        <a:lnTo>
                          <a:pt x="420" y="804"/>
                        </a:lnTo>
                        <a:lnTo>
                          <a:pt x="420" y="822"/>
                        </a:lnTo>
                        <a:lnTo>
                          <a:pt x="426" y="828"/>
                        </a:lnTo>
                        <a:lnTo>
                          <a:pt x="426" y="846"/>
                        </a:lnTo>
                        <a:lnTo>
                          <a:pt x="432" y="858"/>
                        </a:lnTo>
                        <a:lnTo>
                          <a:pt x="432" y="876"/>
                        </a:lnTo>
                        <a:lnTo>
                          <a:pt x="444" y="888"/>
                        </a:lnTo>
                        <a:lnTo>
                          <a:pt x="450" y="900"/>
                        </a:lnTo>
                        <a:lnTo>
                          <a:pt x="450" y="906"/>
                        </a:lnTo>
                        <a:lnTo>
                          <a:pt x="462" y="918"/>
                        </a:lnTo>
                        <a:lnTo>
                          <a:pt x="468" y="918"/>
                        </a:lnTo>
                        <a:lnTo>
                          <a:pt x="480" y="924"/>
                        </a:lnTo>
                        <a:lnTo>
                          <a:pt x="486" y="924"/>
                        </a:lnTo>
                        <a:lnTo>
                          <a:pt x="498" y="918"/>
                        </a:lnTo>
                        <a:lnTo>
                          <a:pt x="504" y="912"/>
                        </a:lnTo>
                        <a:lnTo>
                          <a:pt x="516" y="906"/>
                        </a:lnTo>
                        <a:lnTo>
                          <a:pt x="522" y="900"/>
                        </a:lnTo>
                        <a:lnTo>
                          <a:pt x="528" y="906"/>
                        </a:lnTo>
                        <a:lnTo>
                          <a:pt x="528" y="930"/>
                        </a:lnTo>
                        <a:lnTo>
                          <a:pt x="534" y="930"/>
                        </a:lnTo>
                        <a:lnTo>
                          <a:pt x="546" y="918"/>
                        </a:lnTo>
                        <a:lnTo>
                          <a:pt x="558" y="894"/>
                        </a:lnTo>
                        <a:lnTo>
                          <a:pt x="570" y="882"/>
                        </a:lnTo>
                        <a:lnTo>
                          <a:pt x="588" y="882"/>
                        </a:lnTo>
                        <a:lnTo>
                          <a:pt x="594" y="876"/>
                        </a:lnTo>
                        <a:lnTo>
                          <a:pt x="630" y="858"/>
                        </a:lnTo>
                        <a:lnTo>
                          <a:pt x="636" y="846"/>
                        </a:lnTo>
                        <a:lnTo>
                          <a:pt x="636" y="816"/>
                        </a:lnTo>
                        <a:lnTo>
                          <a:pt x="678" y="816"/>
                        </a:lnTo>
                        <a:lnTo>
                          <a:pt x="684" y="810"/>
                        </a:lnTo>
                        <a:lnTo>
                          <a:pt x="690" y="798"/>
                        </a:lnTo>
                        <a:lnTo>
                          <a:pt x="690" y="792"/>
                        </a:lnTo>
                        <a:lnTo>
                          <a:pt x="684" y="786"/>
                        </a:lnTo>
                        <a:lnTo>
                          <a:pt x="636" y="780"/>
                        </a:lnTo>
                        <a:lnTo>
                          <a:pt x="636" y="750"/>
                        </a:lnTo>
                        <a:lnTo>
                          <a:pt x="630" y="738"/>
                        </a:lnTo>
                        <a:lnTo>
                          <a:pt x="618" y="726"/>
                        </a:lnTo>
                        <a:lnTo>
                          <a:pt x="624" y="720"/>
                        </a:lnTo>
                        <a:lnTo>
                          <a:pt x="624" y="690"/>
                        </a:lnTo>
                        <a:lnTo>
                          <a:pt x="618" y="684"/>
                        </a:lnTo>
                        <a:lnTo>
                          <a:pt x="606" y="678"/>
                        </a:lnTo>
                        <a:lnTo>
                          <a:pt x="588" y="660"/>
                        </a:lnTo>
                        <a:lnTo>
                          <a:pt x="588" y="630"/>
                        </a:lnTo>
                        <a:lnTo>
                          <a:pt x="594" y="636"/>
                        </a:lnTo>
                        <a:lnTo>
                          <a:pt x="594" y="642"/>
                        </a:lnTo>
                        <a:lnTo>
                          <a:pt x="636" y="642"/>
                        </a:lnTo>
                        <a:lnTo>
                          <a:pt x="642" y="648"/>
                        </a:lnTo>
                        <a:lnTo>
                          <a:pt x="642" y="666"/>
                        </a:lnTo>
                        <a:lnTo>
                          <a:pt x="654" y="666"/>
                        </a:lnTo>
                        <a:lnTo>
                          <a:pt x="666" y="660"/>
                        </a:lnTo>
                        <a:lnTo>
                          <a:pt x="678" y="666"/>
                        </a:lnTo>
                        <a:lnTo>
                          <a:pt x="684" y="660"/>
                        </a:lnTo>
                        <a:lnTo>
                          <a:pt x="696" y="660"/>
                        </a:lnTo>
                        <a:lnTo>
                          <a:pt x="702" y="666"/>
                        </a:lnTo>
                        <a:lnTo>
                          <a:pt x="708" y="678"/>
                        </a:lnTo>
                        <a:lnTo>
                          <a:pt x="720" y="690"/>
                        </a:lnTo>
                        <a:lnTo>
                          <a:pt x="732" y="696"/>
                        </a:lnTo>
                        <a:lnTo>
                          <a:pt x="738" y="690"/>
                        </a:lnTo>
                        <a:lnTo>
                          <a:pt x="738" y="672"/>
                        </a:lnTo>
                        <a:lnTo>
                          <a:pt x="744" y="660"/>
                        </a:lnTo>
                        <a:lnTo>
                          <a:pt x="744" y="648"/>
                        </a:lnTo>
                        <a:lnTo>
                          <a:pt x="750" y="642"/>
                        </a:lnTo>
                        <a:lnTo>
                          <a:pt x="768" y="642"/>
                        </a:lnTo>
                        <a:lnTo>
                          <a:pt x="774" y="648"/>
                        </a:lnTo>
                        <a:lnTo>
                          <a:pt x="792" y="648"/>
                        </a:lnTo>
                        <a:lnTo>
                          <a:pt x="804" y="642"/>
                        </a:lnTo>
                        <a:lnTo>
                          <a:pt x="828" y="618"/>
                        </a:lnTo>
                        <a:lnTo>
                          <a:pt x="840" y="612"/>
                        </a:lnTo>
                        <a:lnTo>
                          <a:pt x="864" y="612"/>
                        </a:lnTo>
                        <a:lnTo>
                          <a:pt x="864" y="600"/>
                        </a:lnTo>
                        <a:lnTo>
                          <a:pt x="876" y="600"/>
                        </a:lnTo>
                        <a:lnTo>
                          <a:pt x="882" y="594"/>
                        </a:lnTo>
                        <a:lnTo>
                          <a:pt x="882" y="558"/>
                        </a:lnTo>
                        <a:lnTo>
                          <a:pt x="846" y="522"/>
                        </a:lnTo>
                        <a:lnTo>
                          <a:pt x="840" y="510"/>
                        </a:lnTo>
                        <a:lnTo>
                          <a:pt x="834" y="504"/>
                        </a:lnTo>
                        <a:lnTo>
                          <a:pt x="834" y="492"/>
                        </a:lnTo>
                        <a:lnTo>
                          <a:pt x="846" y="486"/>
                        </a:lnTo>
                        <a:lnTo>
                          <a:pt x="852" y="486"/>
                        </a:lnTo>
                        <a:lnTo>
                          <a:pt x="864" y="480"/>
                        </a:lnTo>
                        <a:lnTo>
                          <a:pt x="864" y="462"/>
                        </a:lnTo>
                        <a:lnTo>
                          <a:pt x="846" y="444"/>
                        </a:lnTo>
                        <a:lnTo>
                          <a:pt x="846" y="438"/>
                        </a:lnTo>
                        <a:lnTo>
                          <a:pt x="876" y="438"/>
                        </a:lnTo>
                        <a:lnTo>
                          <a:pt x="888" y="432"/>
                        </a:lnTo>
                        <a:lnTo>
                          <a:pt x="900" y="432"/>
                        </a:lnTo>
                        <a:lnTo>
                          <a:pt x="912" y="426"/>
                        </a:lnTo>
                        <a:lnTo>
                          <a:pt x="918" y="420"/>
                        </a:lnTo>
                        <a:lnTo>
                          <a:pt x="918" y="402"/>
                        </a:lnTo>
                        <a:lnTo>
                          <a:pt x="894" y="402"/>
                        </a:lnTo>
                        <a:lnTo>
                          <a:pt x="894" y="360"/>
                        </a:lnTo>
                        <a:lnTo>
                          <a:pt x="906" y="348"/>
                        </a:lnTo>
                        <a:lnTo>
                          <a:pt x="918" y="348"/>
                        </a:lnTo>
                        <a:lnTo>
                          <a:pt x="924" y="342"/>
                        </a:lnTo>
                        <a:lnTo>
                          <a:pt x="930" y="342"/>
                        </a:lnTo>
                        <a:lnTo>
                          <a:pt x="936" y="336"/>
                        </a:lnTo>
                        <a:lnTo>
                          <a:pt x="954" y="300"/>
                        </a:lnTo>
                        <a:lnTo>
                          <a:pt x="948" y="294"/>
                        </a:lnTo>
                        <a:lnTo>
                          <a:pt x="942" y="282"/>
                        </a:lnTo>
                        <a:lnTo>
                          <a:pt x="936" y="276"/>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78" name="USA" descr="© INSCALE GmbH, 05.05.2010&#10;http://www.presentationload.com/">
                    <a:extLst>
                      <a:ext uri="{FF2B5EF4-FFF2-40B4-BE49-F238E27FC236}">
                        <a16:creationId xmlns:a16="http://schemas.microsoft.com/office/drawing/2014/main" id="{A327A606-A98A-2861-4D7D-F7330DD8FAE3}"/>
                      </a:ext>
                    </a:extLst>
                  </p:cNvPr>
                  <p:cNvSpPr>
                    <a:spLocks noEditPoints="1"/>
                  </p:cNvSpPr>
                  <p:nvPr/>
                </p:nvSpPr>
                <p:spPr bwMode="gray">
                  <a:xfrm>
                    <a:off x="600" y="1562"/>
                    <a:ext cx="993" cy="493"/>
                  </a:xfrm>
                  <a:custGeom>
                    <a:avLst/>
                    <a:gdLst>
                      <a:gd name="T0" fmla="*/ 2147483647 w 3918"/>
                      <a:gd name="T1" fmla="*/ 2147483647 h 1944"/>
                      <a:gd name="T2" fmla="*/ 2147483647 w 3918"/>
                      <a:gd name="T3" fmla="*/ 2147483647 h 1944"/>
                      <a:gd name="T4" fmla="*/ 2147483647 w 3918"/>
                      <a:gd name="T5" fmla="*/ 2147483647 h 1944"/>
                      <a:gd name="T6" fmla="*/ 2147483647 w 3918"/>
                      <a:gd name="T7" fmla="*/ 2147483647 h 1944"/>
                      <a:gd name="T8" fmla="*/ 2147483647 w 3918"/>
                      <a:gd name="T9" fmla="*/ 2147483647 h 1944"/>
                      <a:gd name="T10" fmla="*/ 2147483647 w 3918"/>
                      <a:gd name="T11" fmla="*/ 2147483647 h 1944"/>
                      <a:gd name="T12" fmla="*/ 2147483647 w 3918"/>
                      <a:gd name="T13" fmla="*/ 2147483647 h 1944"/>
                      <a:gd name="T14" fmla="*/ 2147483647 w 3918"/>
                      <a:gd name="T15" fmla="*/ 2147483647 h 1944"/>
                      <a:gd name="T16" fmla="*/ 2147483647 w 3918"/>
                      <a:gd name="T17" fmla="*/ 2147483647 h 1944"/>
                      <a:gd name="T18" fmla="*/ 2147483647 w 3918"/>
                      <a:gd name="T19" fmla="*/ 2147483647 h 1944"/>
                      <a:gd name="T20" fmla="*/ 2147483647 w 3918"/>
                      <a:gd name="T21" fmla="*/ 2147483647 h 1944"/>
                      <a:gd name="T22" fmla="*/ 2147483647 w 3918"/>
                      <a:gd name="T23" fmla="*/ 2147483647 h 1944"/>
                      <a:gd name="T24" fmla="*/ 2147483647 w 3918"/>
                      <a:gd name="T25" fmla="*/ 2147483647 h 1944"/>
                      <a:gd name="T26" fmla="*/ 2147483647 w 3918"/>
                      <a:gd name="T27" fmla="*/ 2147483647 h 1944"/>
                      <a:gd name="T28" fmla="*/ 2147483647 w 3918"/>
                      <a:gd name="T29" fmla="*/ 2147483647 h 1944"/>
                      <a:gd name="T30" fmla="*/ 2147483647 w 3918"/>
                      <a:gd name="T31" fmla="*/ 2147483647 h 1944"/>
                      <a:gd name="T32" fmla="*/ 2147483647 w 3918"/>
                      <a:gd name="T33" fmla="*/ 2147483647 h 1944"/>
                      <a:gd name="T34" fmla="*/ 2147483647 w 3918"/>
                      <a:gd name="T35" fmla="*/ 2147483647 h 1944"/>
                      <a:gd name="T36" fmla="*/ 2147483647 w 3918"/>
                      <a:gd name="T37" fmla="*/ 2147483647 h 1944"/>
                      <a:gd name="T38" fmla="*/ 2147483647 w 3918"/>
                      <a:gd name="T39" fmla="*/ 2147483647 h 1944"/>
                      <a:gd name="T40" fmla="*/ 2147483647 w 3918"/>
                      <a:gd name="T41" fmla="*/ 2147483647 h 1944"/>
                      <a:gd name="T42" fmla="*/ 2147483647 w 3918"/>
                      <a:gd name="T43" fmla="*/ 2147483647 h 1944"/>
                      <a:gd name="T44" fmla="*/ 2147483647 w 3918"/>
                      <a:gd name="T45" fmla="*/ 2147483647 h 1944"/>
                      <a:gd name="T46" fmla="*/ 2147483647 w 3918"/>
                      <a:gd name="T47" fmla="*/ 2147483647 h 1944"/>
                      <a:gd name="T48" fmla="*/ 2147483647 w 3918"/>
                      <a:gd name="T49" fmla="*/ 2147483647 h 1944"/>
                      <a:gd name="T50" fmla="*/ 2147483647 w 3918"/>
                      <a:gd name="T51" fmla="*/ 2147483647 h 1944"/>
                      <a:gd name="T52" fmla="*/ 2147483647 w 3918"/>
                      <a:gd name="T53" fmla="*/ 2147483647 h 1944"/>
                      <a:gd name="T54" fmla="*/ 2147483647 w 3918"/>
                      <a:gd name="T55" fmla="*/ 2147483647 h 1944"/>
                      <a:gd name="T56" fmla="*/ 2147483647 w 3918"/>
                      <a:gd name="T57" fmla="*/ 2147483647 h 1944"/>
                      <a:gd name="T58" fmla="*/ 2147483647 w 3918"/>
                      <a:gd name="T59" fmla="*/ 2147483647 h 1944"/>
                      <a:gd name="T60" fmla="*/ 2147483647 w 3918"/>
                      <a:gd name="T61" fmla="*/ 2147483647 h 1944"/>
                      <a:gd name="T62" fmla="*/ 2147483647 w 3918"/>
                      <a:gd name="T63" fmla="*/ 2147483647 h 1944"/>
                      <a:gd name="T64" fmla="*/ 2147483647 w 3918"/>
                      <a:gd name="T65" fmla="*/ 2147483647 h 1944"/>
                      <a:gd name="T66" fmla="*/ 2147483647 w 3918"/>
                      <a:gd name="T67" fmla="*/ 2147483647 h 1944"/>
                      <a:gd name="T68" fmla="*/ 2147483647 w 3918"/>
                      <a:gd name="T69" fmla="*/ 2147483647 h 1944"/>
                      <a:gd name="T70" fmla="*/ 2147483647 w 3918"/>
                      <a:gd name="T71" fmla="*/ 2147483647 h 1944"/>
                      <a:gd name="T72" fmla="*/ 2147483647 w 3918"/>
                      <a:gd name="T73" fmla="*/ 2147483647 h 1944"/>
                      <a:gd name="T74" fmla="*/ 2147483647 w 3918"/>
                      <a:gd name="T75" fmla="*/ 2147483647 h 1944"/>
                      <a:gd name="T76" fmla="*/ 2147483647 w 3918"/>
                      <a:gd name="T77" fmla="*/ 2147483647 h 1944"/>
                      <a:gd name="T78" fmla="*/ 2147483647 w 3918"/>
                      <a:gd name="T79" fmla="*/ 2147483647 h 1944"/>
                      <a:gd name="T80" fmla="*/ 2147483647 w 3918"/>
                      <a:gd name="T81" fmla="*/ 2147483647 h 1944"/>
                      <a:gd name="T82" fmla="*/ 2147483647 w 3918"/>
                      <a:gd name="T83" fmla="*/ 2147483647 h 1944"/>
                      <a:gd name="T84" fmla="*/ 2147483647 w 3918"/>
                      <a:gd name="T85" fmla="*/ 2147483647 h 1944"/>
                      <a:gd name="T86" fmla="*/ 2147483647 w 3918"/>
                      <a:gd name="T87" fmla="*/ 2147483647 h 1944"/>
                      <a:gd name="T88" fmla="*/ 2147483647 w 3918"/>
                      <a:gd name="T89" fmla="*/ 2147483647 h 1944"/>
                      <a:gd name="T90" fmla="*/ 2147483647 w 3918"/>
                      <a:gd name="T91" fmla="*/ 2147483647 h 1944"/>
                      <a:gd name="T92" fmla="*/ 2147483647 w 3918"/>
                      <a:gd name="T93" fmla="*/ 2147483647 h 1944"/>
                      <a:gd name="T94" fmla="*/ 2147483647 w 3918"/>
                      <a:gd name="T95" fmla="*/ 2147483647 h 1944"/>
                      <a:gd name="T96" fmla="*/ 2147483647 w 3918"/>
                      <a:gd name="T97" fmla="*/ 2147483647 h 1944"/>
                      <a:gd name="T98" fmla="*/ 2147483647 w 3918"/>
                      <a:gd name="T99" fmla="*/ 2147483647 h 1944"/>
                      <a:gd name="T100" fmla="*/ 2147483647 w 3918"/>
                      <a:gd name="T101" fmla="*/ 2147483647 h 1944"/>
                      <a:gd name="T102" fmla="*/ 2147483647 w 3918"/>
                      <a:gd name="T103" fmla="*/ 2147483647 h 1944"/>
                      <a:gd name="T104" fmla="*/ 2147483647 w 3918"/>
                      <a:gd name="T105" fmla="*/ 2147483647 h 1944"/>
                      <a:gd name="T106" fmla="*/ 2147483647 w 3918"/>
                      <a:gd name="T107" fmla="*/ 2147483647 h 1944"/>
                      <a:gd name="T108" fmla="*/ 2147483647 w 3918"/>
                      <a:gd name="T109" fmla="*/ 2147483647 h 1944"/>
                      <a:gd name="T110" fmla="*/ 2147483647 w 3918"/>
                      <a:gd name="T111" fmla="*/ 2147483647 h 1944"/>
                      <a:gd name="T112" fmla="*/ 2147483647 w 3918"/>
                      <a:gd name="T113" fmla="*/ 2147483647 h 1944"/>
                      <a:gd name="T114" fmla="*/ 2147483647 w 3918"/>
                      <a:gd name="T115" fmla="*/ 2147483647 h 1944"/>
                      <a:gd name="T116" fmla="*/ 2147483647 w 3918"/>
                      <a:gd name="T117" fmla="*/ 2147483647 h 1944"/>
                      <a:gd name="T118" fmla="*/ 2147483647 w 3918"/>
                      <a:gd name="T119" fmla="*/ 2147483647 h 1944"/>
                      <a:gd name="T120" fmla="*/ 2147483647 w 3918"/>
                      <a:gd name="T121" fmla="*/ 2147483647 h 1944"/>
                      <a:gd name="T122" fmla="*/ 2147483647 w 3918"/>
                      <a:gd name="T123" fmla="*/ 2147483647 h 1944"/>
                      <a:gd name="T124" fmla="*/ 2147483647 w 3918"/>
                      <a:gd name="T125" fmla="*/ 2147483647 h 194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918"/>
                      <a:gd name="T190" fmla="*/ 0 h 1944"/>
                      <a:gd name="T191" fmla="*/ 3918 w 3918"/>
                      <a:gd name="T192" fmla="*/ 1944 h 194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918" h="1944">
                        <a:moveTo>
                          <a:pt x="3858" y="168"/>
                        </a:moveTo>
                        <a:lnTo>
                          <a:pt x="3852" y="168"/>
                        </a:lnTo>
                        <a:lnTo>
                          <a:pt x="3846" y="162"/>
                        </a:lnTo>
                        <a:lnTo>
                          <a:pt x="3846" y="156"/>
                        </a:lnTo>
                        <a:lnTo>
                          <a:pt x="3840" y="150"/>
                        </a:lnTo>
                        <a:lnTo>
                          <a:pt x="3828" y="150"/>
                        </a:lnTo>
                        <a:lnTo>
                          <a:pt x="3804" y="174"/>
                        </a:lnTo>
                        <a:lnTo>
                          <a:pt x="3798" y="186"/>
                        </a:lnTo>
                        <a:lnTo>
                          <a:pt x="3756" y="210"/>
                        </a:lnTo>
                        <a:lnTo>
                          <a:pt x="3756" y="234"/>
                        </a:lnTo>
                        <a:lnTo>
                          <a:pt x="3744" y="246"/>
                        </a:lnTo>
                        <a:lnTo>
                          <a:pt x="3738" y="246"/>
                        </a:lnTo>
                        <a:lnTo>
                          <a:pt x="3726" y="258"/>
                        </a:lnTo>
                        <a:lnTo>
                          <a:pt x="3720" y="270"/>
                        </a:lnTo>
                        <a:lnTo>
                          <a:pt x="3720" y="294"/>
                        </a:lnTo>
                        <a:lnTo>
                          <a:pt x="3714" y="294"/>
                        </a:lnTo>
                        <a:lnTo>
                          <a:pt x="3708" y="288"/>
                        </a:lnTo>
                        <a:lnTo>
                          <a:pt x="3696" y="288"/>
                        </a:lnTo>
                        <a:lnTo>
                          <a:pt x="3690" y="294"/>
                        </a:lnTo>
                        <a:lnTo>
                          <a:pt x="3678" y="300"/>
                        </a:lnTo>
                        <a:lnTo>
                          <a:pt x="3666" y="312"/>
                        </a:lnTo>
                        <a:lnTo>
                          <a:pt x="3666" y="318"/>
                        </a:lnTo>
                        <a:lnTo>
                          <a:pt x="3660" y="318"/>
                        </a:lnTo>
                        <a:lnTo>
                          <a:pt x="3648" y="324"/>
                        </a:lnTo>
                        <a:lnTo>
                          <a:pt x="3630" y="324"/>
                        </a:lnTo>
                        <a:lnTo>
                          <a:pt x="3618" y="336"/>
                        </a:lnTo>
                        <a:lnTo>
                          <a:pt x="3618" y="342"/>
                        </a:lnTo>
                        <a:lnTo>
                          <a:pt x="3384" y="342"/>
                        </a:lnTo>
                        <a:lnTo>
                          <a:pt x="3372" y="354"/>
                        </a:lnTo>
                        <a:lnTo>
                          <a:pt x="3360" y="360"/>
                        </a:lnTo>
                        <a:lnTo>
                          <a:pt x="3336" y="384"/>
                        </a:lnTo>
                        <a:lnTo>
                          <a:pt x="3324" y="390"/>
                        </a:lnTo>
                        <a:lnTo>
                          <a:pt x="3312" y="402"/>
                        </a:lnTo>
                        <a:lnTo>
                          <a:pt x="3282" y="402"/>
                        </a:lnTo>
                        <a:lnTo>
                          <a:pt x="3282" y="408"/>
                        </a:lnTo>
                        <a:lnTo>
                          <a:pt x="3276" y="408"/>
                        </a:lnTo>
                        <a:lnTo>
                          <a:pt x="3282" y="414"/>
                        </a:lnTo>
                        <a:lnTo>
                          <a:pt x="3282" y="420"/>
                        </a:lnTo>
                        <a:lnTo>
                          <a:pt x="3288" y="426"/>
                        </a:lnTo>
                        <a:lnTo>
                          <a:pt x="3282" y="432"/>
                        </a:lnTo>
                        <a:lnTo>
                          <a:pt x="3282" y="438"/>
                        </a:lnTo>
                        <a:lnTo>
                          <a:pt x="3276" y="444"/>
                        </a:lnTo>
                        <a:lnTo>
                          <a:pt x="3270" y="456"/>
                        </a:lnTo>
                        <a:lnTo>
                          <a:pt x="3264" y="462"/>
                        </a:lnTo>
                        <a:lnTo>
                          <a:pt x="3264" y="468"/>
                        </a:lnTo>
                        <a:lnTo>
                          <a:pt x="3246" y="468"/>
                        </a:lnTo>
                        <a:lnTo>
                          <a:pt x="3246" y="474"/>
                        </a:lnTo>
                        <a:lnTo>
                          <a:pt x="3240" y="474"/>
                        </a:lnTo>
                        <a:lnTo>
                          <a:pt x="3228" y="480"/>
                        </a:lnTo>
                        <a:lnTo>
                          <a:pt x="3204" y="480"/>
                        </a:lnTo>
                        <a:lnTo>
                          <a:pt x="3198" y="474"/>
                        </a:lnTo>
                        <a:lnTo>
                          <a:pt x="3186" y="486"/>
                        </a:lnTo>
                        <a:lnTo>
                          <a:pt x="3162" y="486"/>
                        </a:lnTo>
                        <a:lnTo>
                          <a:pt x="3150" y="480"/>
                        </a:lnTo>
                        <a:lnTo>
                          <a:pt x="3144" y="474"/>
                        </a:lnTo>
                        <a:lnTo>
                          <a:pt x="3114" y="474"/>
                        </a:lnTo>
                        <a:lnTo>
                          <a:pt x="3096" y="486"/>
                        </a:lnTo>
                        <a:lnTo>
                          <a:pt x="3078" y="492"/>
                        </a:lnTo>
                        <a:lnTo>
                          <a:pt x="3072" y="492"/>
                        </a:lnTo>
                        <a:lnTo>
                          <a:pt x="3072" y="516"/>
                        </a:lnTo>
                        <a:lnTo>
                          <a:pt x="3066" y="522"/>
                        </a:lnTo>
                        <a:lnTo>
                          <a:pt x="3078" y="522"/>
                        </a:lnTo>
                        <a:lnTo>
                          <a:pt x="3066" y="528"/>
                        </a:lnTo>
                        <a:lnTo>
                          <a:pt x="3036" y="546"/>
                        </a:lnTo>
                        <a:lnTo>
                          <a:pt x="3000" y="564"/>
                        </a:lnTo>
                        <a:lnTo>
                          <a:pt x="2964" y="576"/>
                        </a:lnTo>
                        <a:lnTo>
                          <a:pt x="2946" y="588"/>
                        </a:lnTo>
                        <a:lnTo>
                          <a:pt x="2934" y="594"/>
                        </a:lnTo>
                        <a:lnTo>
                          <a:pt x="2928" y="594"/>
                        </a:lnTo>
                        <a:lnTo>
                          <a:pt x="2856" y="618"/>
                        </a:lnTo>
                        <a:lnTo>
                          <a:pt x="2850" y="624"/>
                        </a:lnTo>
                        <a:lnTo>
                          <a:pt x="2838" y="624"/>
                        </a:lnTo>
                        <a:lnTo>
                          <a:pt x="2826" y="630"/>
                        </a:lnTo>
                        <a:lnTo>
                          <a:pt x="2808" y="630"/>
                        </a:lnTo>
                        <a:lnTo>
                          <a:pt x="2802" y="636"/>
                        </a:lnTo>
                        <a:lnTo>
                          <a:pt x="2778" y="636"/>
                        </a:lnTo>
                        <a:lnTo>
                          <a:pt x="2772" y="630"/>
                        </a:lnTo>
                        <a:lnTo>
                          <a:pt x="2772" y="624"/>
                        </a:lnTo>
                        <a:lnTo>
                          <a:pt x="2760" y="624"/>
                        </a:lnTo>
                        <a:lnTo>
                          <a:pt x="2748" y="618"/>
                        </a:lnTo>
                        <a:lnTo>
                          <a:pt x="2736" y="606"/>
                        </a:lnTo>
                        <a:lnTo>
                          <a:pt x="2742" y="606"/>
                        </a:lnTo>
                        <a:lnTo>
                          <a:pt x="2748" y="600"/>
                        </a:lnTo>
                        <a:lnTo>
                          <a:pt x="2772" y="588"/>
                        </a:lnTo>
                        <a:lnTo>
                          <a:pt x="2772" y="582"/>
                        </a:lnTo>
                        <a:lnTo>
                          <a:pt x="2796" y="558"/>
                        </a:lnTo>
                        <a:lnTo>
                          <a:pt x="2832" y="540"/>
                        </a:lnTo>
                        <a:lnTo>
                          <a:pt x="2838" y="540"/>
                        </a:lnTo>
                        <a:lnTo>
                          <a:pt x="2844" y="534"/>
                        </a:lnTo>
                        <a:lnTo>
                          <a:pt x="2844" y="510"/>
                        </a:lnTo>
                        <a:lnTo>
                          <a:pt x="2850" y="504"/>
                        </a:lnTo>
                        <a:lnTo>
                          <a:pt x="2856" y="492"/>
                        </a:lnTo>
                        <a:lnTo>
                          <a:pt x="2850" y="486"/>
                        </a:lnTo>
                        <a:lnTo>
                          <a:pt x="2850" y="480"/>
                        </a:lnTo>
                        <a:lnTo>
                          <a:pt x="2856" y="468"/>
                        </a:lnTo>
                        <a:lnTo>
                          <a:pt x="2856" y="444"/>
                        </a:lnTo>
                        <a:lnTo>
                          <a:pt x="2862" y="432"/>
                        </a:lnTo>
                        <a:lnTo>
                          <a:pt x="2862" y="426"/>
                        </a:lnTo>
                        <a:lnTo>
                          <a:pt x="2856" y="420"/>
                        </a:lnTo>
                        <a:lnTo>
                          <a:pt x="2850" y="420"/>
                        </a:lnTo>
                        <a:lnTo>
                          <a:pt x="2844" y="426"/>
                        </a:lnTo>
                        <a:lnTo>
                          <a:pt x="2832" y="426"/>
                        </a:lnTo>
                        <a:lnTo>
                          <a:pt x="2814" y="444"/>
                        </a:lnTo>
                        <a:lnTo>
                          <a:pt x="2802" y="450"/>
                        </a:lnTo>
                        <a:lnTo>
                          <a:pt x="2796" y="456"/>
                        </a:lnTo>
                        <a:lnTo>
                          <a:pt x="2778" y="456"/>
                        </a:lnTo>
                        <a:lnTo>
                          <a:pt x="2772" y="450"/>
                        </a:lnTo>
                        <a:lnTo>
                          <a:pt x="2778" y="444"/>
                        </a:lnTo>
                        <a:lnTo>
                          <a:pt x="2784" y="432"/>
                        </a:lnTo>
                        <a:lnTo>
                          <a:pt x="2808" y="420"/>
                        </a:lnTo>
                        <a:lnTo>
                          <a:pt x="2826" y="402"/>
                        </a:lnTo>
                        <a:lnTo>
                          <a:pt x="2850" y="390"/>
                        </a:lnTo>
                        <a:lnTo>
                          <a:pt x="2856" y="384"/>
                        </a:lnTo>
                        <a:lnTo>
                          <a:pt x="2856" y="366"/>
                        </a:lnTo>
                        <a:lnTo>
                          <a:pt x="2850" y="360"/>
                        </a:lnTo>
                        <a:lnTo>
                          <a:pt x="2850" y="348"/>
                        </a:lnTo>
                        <a:lnTo>
                          <a:pt x="2856" y="348"/>
                        </a:lnTo>
                        <a:lnTo>
                          <a:pt x="2862" y="342"/>
                        </a:lnTo>
                        <a:lnTo>
                          <a:pt x="2868" y="330"/>
                        </a:lnTo>
                        <a:lnTo>
                          <a:pt x="2868" y="318"/>
                        </a:lnTo>
                        <a:lnTo>
                          <a:pt x="2862" y="312"/>
                        </a:lnTo>
                        <a:lnTo>
                          <a:pt x="2850" y="312"/>
                        </a:lnTo>
                        <a:lnTo>
                          <a:pt x="2838" y="306"/>
                        </a:lnTo>
                        <a:lnTo>
                          <a:pt x="2832" y="306"/>
                        </a:lnTo>
                        <a:lnTo>
                          <a:pt x="2826" y="294"/>
                        </a:lnTo>
                        <a:lnTo>
                          <a:pt x="2820" y="288"/>
                        </a:lnTo>
                        <a:lnTo>
                          <a:pt x="2820" y="282"/>
                        </a:lnTo>
                        <a:lnTo>
                          <a:pt x="2814" y="288"/>
                        </a:lnTo>
                        <a:lnTo>
                          <a:pt x="2808" y="288"/>
                        </a:lnTo>
                        <a:lnTo>
                          <a:pt x="2808" y="264"/>
                        </a:lnTo>
                        <a:lnTo>
                          <a:pt x="2844" y="270"/>
                        </a:lnTo>
                        <a:lnTo>
                          <a:pt x="2850" y="264"/>
                        </a:lnTo>
                        <a:lnTo>
                          <a:pt x="2850" y="246"/>
                        </a:lnTo>
                        <a:lnTo>
                          <a:pt x="2862" y="246"/>
                        </a:lnTo>
                        <a:lnTo>
                          <a:pt x="2868" y="228"/>
                        </a:lnTo>
                        <a:lnTo>
                          <a:pt x="2850" y="228"/>
                        </a:lnTo>
                        <a:lnTo>
                          <a:pt x="2844" y="240"/>
                        </a:lnTo>
                        <a:lnTo>
                          <a:pt x="2820" y="228"/>
                        </a:lnTo>
                        <a:lnTo>
                          <a:pt x="2820" y="210"/>
                        </a:lnTo>
                        <a:lnTo>
                          <a:pt x="2802" y="210"/>
                        </a:lnTo>
                        <a:lnTo>
                          <a:pt x="2790" y="216"/>
                        </a:lnTo>
                        <a:lnTo>
                          <a:pt x="2736" y="216"/>
                        </a:lnTo>
                        <a:lnTo>
                          <a:pt x="2724" y="222"/>
                        </a:lnTo>
                        <a:lnTo>
                          <a:pt x="2712" y="222"/>
                        </a:lnTo>
                        <a:lnTo>
                          <a:pt x="2700" y="228"/>
                        </a:lnTo>
                        <a:lnTo>
                          <a:pt x="2682" y="228"/>
                        </a:lnTo>
                        <a:lnTo>
                          <a:pt x="2658" y="216"/>
                        </a:lnTo>
                        <a:lnTo>
                          <a:pt x="2658" y="210"/>
                        </a:lnTo>
                        <a:lnTo>
                          <a:pt x="2652" y="204"/>
                        </a:lnTo>
                        <a:lnTo>
                          <a:pt x="2652" y="198"/>
                        </a:lnTo>
                        <a:lnTo>
                          <a:pt x="2646" y="192"/>
                        </a:lnTo>
                        <a:lnTo>
                          <a:pt x="2628" y="192"/>
                        </a:lnTo>
                        <a:lnTo>
                          <a:pt x="2622" y="198"/>
                        </a:lnTo>
                        <a:lnTo>
                          <a:pt x="2616" y="198"/>
                        </a:lnTo>
                        <a:lnTo>
                          <a:pt x="2610" y="192"/>
                        </a:lnTo>
                        <a:lnTo>
                          <a:pt x="2670" y="162"/>
                        </a:lnTo>
                        <a:lnTo>
                          <a:pt x="2658" y="150"/>
                        </a:lnTo>
                        <a:lnTo>
                          <a:pt x="2640" y="150"/>
                        </a:lnTo>
                        <a:lnTo>
                          <a:pt x="2628" y="162"/>
                        </a:lnTo>
                        <a:lnTo>
                          <a:pt x="2616" y="168"/>
                        </a:lnTo>
                        <a:lnTo>
                          <a:pt x="2610" y="174"/>
                        </a:lnTo>
                        <a:lnTo>
                          <a:pt x="2604" y="174"/>
                        </a:lnTo>
                        <a:lnTo>
                          <a:pt x="2580" y="186"/>
                        </a:lnTo>
                        <a:lnTo>
                          <a:pt x="2562" y="192"/>
                        </a:lnTo>
                        <a:lnTo>
                          <a:pt x="2538" y="204"/>
                        </a:lnTo>
                        <a:lnTo>
                          <a:pt x="2508" y="204"/>
                        </a:lnTo>
                        <a:lnTo>
                          <a:pt x="2496" y="216"/>
                        </a:lnTo>
                        <a:lnTo>
                          <a:pt x="2448" y="216"/>
                        </a:lnTo>
                        <a:lnTo>
                          <a:pt x="2448" y="210"/>
                        </a:lnTo>
                        <a:lnTo>
                          <a:pt x="2454" y="204"/>
                        </a:lnTo>
                        <a:lnTo>
                          <a:pt x="2460" y="204"/>
                        </a:lnTo>
                        <a:lnTo>
                          <a:pt x="2472" y="192"/>
                        </a:lnTo>
                        <a:lnTo>
                          <a:pt x="2460" y="192"/>
                        </a:lnTo>
                        <a:lnTo>
                          <a:pt x="2448" y="198"/>
                        </a:lnTo>
                        <a:lnTo>
                          <a:pt x="2412" y="198"/>
                        </a:lnTo>
                        <a:lnTo>
                          <a:pt x="2400" y="204"/>
                        </a:lnTo>
                        <a:lnTo>
                          <a:pt x="2394" y="210"/>
                        </a:lnTo>
                        <a:lnTo>
                          <a:pt x="2370" y="210"/>
                        </a:lnTo>
                        <a:lnTo>
                          <a:pt x="2370" y="198"/>
                        </a:lnTo>
                        <a:lnTo>
                          <a:pt x="2400" y="180"/>
                        </a:lnTo>
                        <a:lnTo>
                          <a:pt x="2442" y="168"/>
                        </a:lnTo>
                        <a:lnTo>
                          <a:pt x="2502" y="138"/>
                        </a:lnTo>
                        <a:lnTo>
                          <a:pt x="2520" y="126"/>
                        </a:lnTo>
                        <a:lnTo>
                          <a:pt x="2544" y="120"/>
                        </a:lnTo>
                        <a:lnTo>
                          <a:pt x="2574" y="114"/>
                        </a:lnTo>
                        <a:lnTo>
                          <a:pt x="2580" y="114"/>
                        </a:lnTo>
                        <a:lnTo>
                          <a:pt x="2592" y="108"/>
                        </a:lnTo>
                        <a:lnTo>
                          <a:pt x="2574" y="108"/>
                        </a:lnTo>
                        <a:lnTo>
                          <a:pt x="2562" y="102"/>
                        </a:lnTo>
                        <a:lnTo>
                          <a:pt x="2556" y="102"/>
                        </a:lnTo>
                        <a:lnTo>
                          <a:pt x="2556" y="96"/>
                        </a:lnTo>
                        <a:lnTo>
                          <a:pt x="2508" y="102"/>
                        </a:lnTo>
                        <a:lnTo>
                          <a:pt x="2508" y="84"/>
                        </a:lnTo>
                        <a:lnTo>
                          <a:pt x="2502" y="90"/>
                        </a:lnTo>
                        <a:lnTo>
                          <a:pt x="2490" y="96"/>
                        </a:lnTo>
                        <a:lnTo>
                          <a:pt x="2478" y="108"/>
                        </a:lnTo>
                        <a:lnTo>
                          <a:pt x="2466" y="108"/>
                        </a:lnTo>
                        <a:lnTo>
                          <a:pt x="2448" y="90"/>
                        </a:lnTo>
                        <a:lnTo>
                          <a:pt x="2418" y="90"/>
                        </a:lnTo>
                        <a:lnTo>
                          <a:pt x="2412" y="84"/>
                        </a:lnTo>
                        <a:lnTo>
                          <a:pt x="2412" y="78"/>
                        </a:lnTo>
                        <a:lnTo>
                          <a:pt x="2400" y="66"/>
                        </a:lnTo>
                        <a:lnTo>
                          <a:pt x="2388" y="60"/>
                        </a:lnTo>
                        <a:lnTo>
                          <a:pt x="2376" y="60"/>
                        </a:lnTo>
                        <a:lnTo>
                          <a:pt x="2364" y="72"/>
                        </a:lnTo>
                        <a:lnTo>
                          <a:pt x="2364" y="78"/>
                        </a:lnTo>
                        <a:lnTo>
                          <a:pt x="2352" y="78"/>
                        </a:lnTo>
                        <a:lnTo>
                          <a:pt x="2334" y="60"/>
                        </a:lnTo>
                        <a:lnTo>
                          <a:pt x="2322" y="60"/>
                        </a:lnTo>
                        <a:lnTo>
                          <a:pt x="2304" y="54"/>
                        </a:lnTo>
                        <a:lnTo>
                          <a:pt x="2292" y="48"/>
                        </a:lnTo>
                        <a:lnTo>
                          <a:pt x="2292" y="36"/>
                        </a:lnTo>
                        <a:lnTo>
                          <a:pt x="2298" y="24"/>
                        </a:lnTo>
                        <a:lnTo>
                          <a:pt x="2310" y="12"/>
                        </a:lnTo>
                        <a:lnTo>
                          <a:pt x="2298" y="0"/>
                        </a:lnTo>
                        <a:lnTo>
                          <a:pt x="2286" y="6"/>
                        </a:lnTo>
                        <a:lnTo>
                          <a:pt x="2280" y="12"/>
                        </a:lnTo>
                        <a:lnTo>
                          <a:pt x="2274" y="24"/>
                        </a:lnTo>
                        <a:lnTo>
                          <a:pt x="2274" y="30"/>
                        </a:lnTo>
                        <a:lnTo>
                          <a:pt x="2268" y="42"/>
                        </a:lnTo>
                        <a:lnTo>
                          <a:pt x="558" y="42"/>
                        </a:lnTo>
                        <a:lnTo>
                          <a:pt x="552" y="54"/>
                        </a:lnTo>
                        <a:lnTo>
                          <a:pt x="552" y="60"/>
                        </a:lnTo>
                        <a:lnTo>
                          <a:pt x="546" y="60"/>
                        </a:lnTo>
                        <a:lnTo>
                          <a:pt x="546" y="72"/>
                        </a:lnTo>
                        <a:lnTo>
                          <a:pt x="540" y="84"/>
                        </a:lnTo>
                        <a:lnTo>
                          <a:pt x="540" y="108"/>
                        </a:lnTo>
                        <a:lnTo>
                          <a:pt x="510" y="126"/>
                        </a:lnTo>
                        <a:lnTo>
                          <a:pt x="504" y="144"/>
                        </a:lnTo>
                        <a:lnTo>
                          <a:pt x="486" y="168"/>
                        </a:lnTo>
                        <a:lnTo>
                          <a:pt x="438" y="180"/>
                        </a:lnTo>
                        <a:lnTo>
                          <a:pt x="474" y="162"/>
                        </a:lnTo>
                        <a:lnTo>
                          <a:pt x="450" y="162"/>
                        </a:lnTo>
                        <a:lnTo>
                          <a:pt x="456" y="156"/>
                        </a:lnTo>
                        <a:lnTo>
                          <a:pt x="462" y="144"/>
                        </a:lnTo>
                        <a:lnTo>
                          <a:pt x="486" y="120"/>
                        </a:lnTo>
                        <a:lnTo>
                          <a:pt x="492" y="120"/>
                        </a:lnTo>
                        <a:lnTo>
                          <a:pt x="504" y="108"/>
                        </a:lnTo>
                        <a:lnTo>
                          <a:pt x="504" y="102"/>
                        </a:lnTo>
                        <a:lnTo>
                          <a:pt x="456" y="102"/>
                        </a:lnTo>
                        <a:lnTo>
                          <a:pt x="450" y="96"/>
                        </a:lnTo>
                        <a:lnTo>
                          <a:pt x="438" y="90"/>
                        </a:lnTo>
                        <a:lnTo>
                          <a:pt x="432" y="84"/>
                        </a:lnTo>
                        <a:lnTo>
                          <a:pt x="420" y="78"/>
                        </a:lnTo>
                        <a:lnTo>
                          <a:pt x="402" y="78"/>
                        </a:lnTo>
                        <a:lnTo>
                          <a:pt x="390" y="90"/>
                        </a:lnTo>
                        <a:lnTo>
                          <a:pt x="384" y="102"/>
                        </a:lnTo>
                        <a:lnTo>
                          <a:pt x="384" y="150"/>
                        </a:lnTo>
                        <a:lnTo>
                          <a:pt x="378" y="156"/>
                        </a:lnTo>
                        <a:lnTo>
                          <a:pt x="378" y="162"/>
                        </a:lnTo>
                        <a:lnTo>
                          <a:pt x="360" y="180"/>
                        </a:lnTo>
                        <a:lnTo>
                          <a:pt x="390" y="186"/>
                        </a:lnTo>
                        <a:lnTo>
                          <a:pt x="360" y="192"/>
                        </a:lnTo>
                        <a:lnTo>
                          <a:pt x="366" y="210"/>
                        </a:lnTo>
                        <a:lnTo>
                          <a:pt x="348" y="234"/>
                        </a:lnTo>
                        <a:lnTo>
                          <a:pt x="354" y="234"/>
                        </a:lnTo>
                        <a:lnTo>
                          <a:pt x="366" y="246"/>
                        </a:lnTo>
                        <a:lnTo>
                          <a:pt x="372" y="246"/>
                        </a:lnTo>
                        <a:lnTo>
                          <a:pt x="378" y="252"/>
                        </a:lnTo>
                        <a:lnTo>
                          <a:pt x="330" y="252"/>
                        </a:lnTo>
                        <a:lnTo>
                          <a:pt x="324" y="264"/>
                        </a:lnTo>
                        <a:lnTo>
                          <a:pt x="306" y="282"/>
                        </a:lnTo>
                        <a:lnTo>
                          <a:pt x="270" y="342"/>
                        </a:lnTo>
                        <a:lnTo>
                          <a:pt x="258" y="360"/>
                        </a:lnTo>
                        <a:lnTo>
                          <a:pt x="216" y="402"/>
                        </a:lnTo>
                        <a:lnTo>
                          <a:pt x="192" y="432"/>
                        </a:lnTo>
                        <a:lnTo>
                          <a:pt x="174" y="456"/>
                        </a:lnTo>
                        <a:lnTo>
                          <a:pt x="168" y="462"/>
                        </a:lnTo>
                        <a:lnTo>
                          <a:pt x="174" y="480"/>
                        </a:lnTo>
                        <a:lnTo>
                          <a:pt x="168" y="480"/>
                        </a:lnTo>
                        <a:lnTo>
                          <a:pt x="162" y="486"/>
                        </a:lnTo>
                        <a:lnTo>
                          <a:pt x="150" y="492"/>
                        </a:lnTo>
                        <a:lnTo>
                          <a:pt x="126" y="516"/>
                        </a:lnTo>
                        <a:lnTo>
                          <a:pt x="120" y="534"/>
                        </a:lnTo>
                        <a:lnTo>
                          <a:pt x="120" y="546"/>
                        </a:lnTo>
                        <a:lnTo>
                          <a:pt x="102" y="570"/>
                        </a:lnTo>
                        <a:lnTo>
                          <a:pt x="96" y="618"/>
                        </a:lnTo>
                        <a:lnTo>
                          <a:pt x="90" y="630"/>
                        </a:lnTo>
                        <a:lnTo>
                          <a:pt x="72" y="648"/>
                        </a:lnTo>
                        <a:lnTo>
                          <a:pt x="60" y="672"/>
                        </a:lnTo>
                        <a:lnTo>
                          <a:pt x="54" y="678"/>
                        </a:lnTo>
                        <a:lnTo>
                          <a:pt x="42" y="684"/>
                        </a:lnTo>
                        <a:lnTo>
                          <a:pt x="18" y="708"/>
                        </a:lnTo>
                        <a:lnTo>
                          <a:pt x="12" y="720"/>
                        </a:lnTo>
                        <a:lnTo>
                          <a:pt x="18" y="732"/>
                        </a:lnTo>
                        <a:lnTo>
                          <a:pt x="36" y="750"/>
                        </a:lnTo>
                        <a:lnTo>
                          <a:pt x="36" y="762"/>
                        </a:lnTo>
                        <a:lnTo>
                          <a:pt x="30" y="774"/>
                        </a:lnTo>
                        <a:lnTo>
                          <a:pt x="18" y="786"/>
                        </a:lnTo>
                        <a:lnTo>
                          <a:pt x="12" y="798"/>
                        </a:lnTo>
                        <a:lnTo>
                          <a:pt x="6" y="816"/>
                        </a:lnTo>
                        <a:lnTo>
                          <a:pt x="0" y="828"/>
                        </a:lnTo>
                        <a:lnTo>
                          <a:pt x="0" y="840"/>
                        </a:lnTo>
                        <a:lnTo>
                          <a:pt x="6" y="852"/>
                        </a:lnTo>
                        <a:lnTo>
                          <a:pt x="12" y="870"/>
                        </a:lnTo>
                        <a:lnTo>
                          <a:pt x="12" y="882"/>
                        </a:lnTo>
                        <a:lnTo>
                          <a:pt x="18" y="900"/>
                        </a:lnTo>
                        <a:lnTo>
                          <a:pt x="24" y="906"/>
                        </a:lnTo>
                        <a:lnTo>
                          <a:pt x="24" y="912"/>
                        </a:lnTo>
                        <a:lnTo>
                          <a:pt x="48" y="894"/>
                        </a:lnTo>
                        <a:lnTo>
                          <a:pt x="114" y="900"/>
                        </a:lnTo>
                        <a:lnTo>
                          <a:pt x="78" y="900"/>
                        </a:lnTo>
                        <a:lnTo>
                          <a:pt x="66" y="906"/>
                        </a:lnTo>
                        <a:lnTo>
                          <a:pt x="60" y="906"/>
                        </a:lnTo>
                        <a:lnTo>
                          <a:pt x="48" y="918"/>
                        </a:lnTo>
                        <a:lnTo>
                          <a:pt x="48" y="942"/>
                        </a:lnTo>
                        <a:lnTo>
                          <a:pt x="30" y="924"/>
                        </a:lnTo>
                        <a:lnTo>
                          <a:pt x="24" y="924"/>
                        </a:lnTo>
                        <a:lnTo>
                          <a:pt x="18" y="936"/>
                        </a:lnTo>
                        <a:lnTo>
                          <a:pt x="18" y="942"/>
                        </a:lnTo>
                        <a:lnTo>
                          <a:pt x="12" y="960"/>
                        </a:lnTo>
                        <a:lnTo>
                          <a:pt x="12" y="978"/>
                        </a:lnTo>
                        <a:lnTo>
                          <a:pt x="18" y="984"/>
                        </a:lnTo>
                        <a:lnTo>
                          <a:pt x="30" y="990"/>
                        </a:lnTo>
                        <a:lnTo>
                          <a:pt x="42" y="990"/>
                        </a:lnTo>
                        <a:lnTo>
                          <a:pt x="42" y="1002"/>
                        </a:lnTo>
                        <a:lnTo>
                          <a:pt x="36" y="1008"/>
                        </a:lnTo>
                        <a:lnTo>
                          <a:pt x="36" y="1014"/>
                        </a:lnTo>
                        <a:lnTo>
                          <a:pt x="18" y="1032"/>
                        </a:lnTo>
                        <a:lnTo>
                          <a:pt x="12" y="1044"/>
                        </a:lnTo>
                        <a:lnTo>
                          <a:pt x="12" y="1056"/>
                        </a:lnTo>
                        <a:lnTo>
                          <a:pt x="18" y="1068"/>
                        </a:lnTo>
                        <a:lnTo>
                          <a:pt x="24" y="1074"/>
                        </a:lnTo>
                        <a:lnTo>
                          <a:pt x="36" y="1098"/>
                        </a:lnTo>
                        <a:lnTo>
                          <a:pt x="42" y="1104"/>
                        </a:lnTo>
                        <a:lnTo>
                          <a:pt x="54" y="1128"/>
                        </a:lnTo>
                        <a:lnTo>
                          <a:pt x="60" y="1134"/>
                        </a:lnTo>
                        <a:lnTo>
                          <a:pt x="60" y="1146"/>
                        </a:lnTo>
                        <a:lnTo>
                          <a:pt x="54" y="1152"/>
                        </a:lnTo>
                        <a:lnTo>
                          <a:pt x="42" y="1176"/>
                        </a:lnTo>
                        <a:lnTo>
                          <a:pt x="36" y="1182"/>
                        </a:lnTo>
                        <a:lnTo>
                          <a:pt x="36" y="1188"/>
                        </a:lnTo>
                        <a:lnTo>
                          <a:pt x="42" y="1194"/>
                        </a:lnTo>
                        <a:lnTo>
                          <a:pt x="54" y="1194"/>
                        </a:lnTo>
                        <a:lnTo>
                          <a:pt x="72" y="1200"/>
                        </a:lnTo>
                        <a:lnTo>
                          <a:pt x="102" y="1200"/>
                        </a:lnTo>
                        <a:lnTo>
                          <a:pt x="102" y="1212"/>
                        </a:lnTo>
                        <a:lnTo>
                          <a:pt x="120" y="1230"/>
                        </a:lnTo>
                        <a:lnTo>
                          <a:pt x="132" y="1230"/>
                        </a:lnTo>
                        <a:lnTo>
                          <a:pt x="144" y="1224"/>
                        </a:lnTo>
                        <a:lnTo>
                          <a:pt x="150" y="1224"/>
                        </a:lnTo>
                        <a:lnTo>
                          <a:pt x="162" y="1218"/>
                        </a:lnTo>
                        <a:lnTo>
                          <a:pt x="168" y="1248"/>
                        </a:lnTo>
                        <a:lnTo>
                          <a:pt x="174" y="1248"/>
                        </a:lnTo>
                        <a:lnTo>
                          <a:pt x="180" y="1254"/>
                        </a:lnTo>
                        <a:lnTo>
                          <a:pt x="204" y="1266"/>
                        </a:lnTo>
                        <a:lnTo>
                          <a:pt x="216" y="1290"/>
                        </a:lnTo>
                        <a:lnTo>
                          <a:pt x="216" y="1314"/>
                        </a:lnTo>
                        <a:lnTo>
                          <a:pt x="210" y="1338"/>
                        </a:lnTo>
                        <a:lnTo>
                          <a:pt x="216" y="1344"/>
                        </a:lnTo>
                        <a:lnTo>
                          <a:pt x="360" y="1338"/>
                        </a:lnTo>
                        <a:lnTo>
                          <a:pt x="354" y="1344"/>
                        </a:lnTo>
                        <a:lnTo>
                          <a:pt x="354" y="1350"/>
                        </a:lnTo>
                        <a:lnTo>
                          <a:pt x="360" y="1350"/>
                        </a:lnTo>
                        <a:lnTo>
                          <a:pt x="570" y="1446"/>
                        </a:lnTo>
                        <a:lnTo>
                          <a:pt x="774" y="1446"/>
                        </a:lnTo>
                        <a:lnTo>
                          <a:pt x="774" y="1440"/>
                        </a:lnTo>
                        <a:lnTo>
                          <a:pt x="780" y="1428"/>
                        </a:lnTo>
                        <a:lnTo>
                          <a:pt x="780" y="1410"/>
                        </a:lnTo>
                        <a:lnTo>
                          <a:pt x="786" y="1404"/>
                        </a:lnTo>
                        <a:lnTo>
                          <a:pt x="900" y="1404"/>
                        </a:lnTo>
                        <a:lnTo>
                          <a:pt x="912" y="1416"/>
                        </a:lnTo>
                        <a:lnTo>
                          <a:pt x="912" y="1440"/>
                        </a:lnTo>
                        <a:lnTo>
                          <a:pt x="942" y="1452"/>
                        </a:lnTo>
                        <a:lnTo>
                          <a:pt x="948" y="1482"/>
                        </a:lnTo>
                        <a:lnTo>
                          <a:pt x="960" y="1482"/>
                        </a:lnTo>
                        <a:lnTo>
                          <a:pt x="972" y="1488"/>
                        </a:lnTo>
                        <a:lnTo>
                          <a:pt x="984" y="1500"/>
                        </a:lnTo>
                        <a:lnTo>
                          <a:pt x="990" y="1512"/>
                        </a:lnTo>
                        <a:lnTo>
                          <a:pt x="990" y="1554"/>
                        </a:lnTo>
                        <a:lnTo>
                          <a:pt x="984" y="1566"/>
                        </a:lnTo>
                        <a:lnTo>
                          <a:pt x="984" y="1578"/>
                        </a:lnTo>
                        <a:lnTo>
                          <a:pt x="1014" y="1608"/>
                        </a:lnTo>
                        <a:lnTo>
                          <a:pt x="1026" y="1614"/>
                        </a:lnTo>
                        <a:lnTo>
                          <a:pt x="1044" y="1626"/>
                        </a:lnTo>
                        <a:lnTo>
                          <a:pt x="1056" y="1626"/>
                        </a:lnTo>
                        <a:lnTo>
                          <a:pt x="1080" y="1614"/>
                        </a:lnTo>
                        <a:lnTo>
                          <a:pt x="1092" y="1602"/>
                        </a:lnTo>
                        <a:lnTo>
                          <a:pt x="1104" y="1578"/>
                        </a:lnTo>
                        <a:lnTo>
                          <a:pt x="1116" y="1566"/>
                        </a:lnTo>
                        <a:lnTo>
                          <a:pt x="1134" y="1566"/>
                        </a:lnTo>
                        <a:lnTo>
                          <a:pt x="1134" y="1560"/>
                        </a:lnTo>
                        <a:lnTo>
                          <a:pt x="1152" y="1566"/>
                        </a:lnTo>
                        <a:lnTo>
                          <a:pt x="1194" y="1566"/>
                        </a:lnTo>
                        <a:lnTo>
                          <a:pt x="1200" y="1578"/>
                        </a:lnTo>
                        <a:lnTo>
                          <a:pt x="1206" y="1584"/>
                        </a:lnTo>
                        <a:lnTo>
                          <a:pt x="1212" y="1596"/>
                        </a:lnTo>
                        <a:lnTo>
                          <a:pt x="1224" y="1608"/>
                        </a:lnTo>
                        <a:lnTo>
                          <a:pt x="1230" y="1620"/>
                        </a:lnTo>
                        <a:lnTo>
                          <a:pt x="1242" y="1632"/>
                        </a:lnTo>
                        <a:lnTo>
                          <a:pt x="1242" y="1656"/>
                        </a:lnTo>
                        <a:lnTo>
                          <a:pt x="1236" y="1668"/>
                        </a:lnTo>
                        <a:lnTo>
                          <a:pt x="1236" y="1680"/>
                        </a:lnTo>
                        <a:lnTo>
                          <a:pt x="1242" y="1692"/>
                        </a:lnTo>
                        <a:lnTo>
                          <a:pt x="1254" y="1698"/>
                        </a:lnTo>
                        <a:lnTo>
                          <a:pt x="1254" y="1722"/>
                        </a:lnTo>
                        <a:lnTo>
                          <a:pt x="1260" y="1728"/>
                        </a:lnTo>
                        <a:lnTo>
                          <a:pt x="1272" y="1734"/>
                        </a:lnTo>
                        <a:lnTo>
                          <a:pt x="1284" y="1746"/>
                        </a:lnTo>
                        <a:lnTo>
                          <a:pt x="1284" y="1752"/>
                        </a:lnTo>
                        <a:lnTo>
                          <a:pt x="1278" y="1758"/>
                        </a:lnTo>
                        <a:lnTo>
                          <a:pt x="1272" y="1758"/>
                        </a:lnTo>
                        <a:lnTo>
                          <a:pt x="1272" y="1794"/>
                        </a:lnTo>
                        <a:lnTo>
                          <a:pt x="1284" y="1806"/>
                        </a:lnTo>
                        <a:lnTo>
                          <a:pt x="1284" y="1836"/>
                        </a:lnTo>
                        <a:lnTo>
                          <a:pt x="1296" y="1848"/>
                        </a:lnTo>
                        <a:lnTo>
                          <a:pt x="1314" y="1854"/>
                        </a:lnTo>
                        <a:lnTo>
                          <a:pt x="1326" y="1854"/>
                        </a:lnTo>
                        <a:lnTo>
                          <a:pt x="1338" y="1866"/>
                        </a:lnTo>
                        <a:lnTo>
                          <a:pt x="1380" y="1866"/>
                        </a:lnTo>
                        <a:lnTo>
                          <a:pt x="1380" y="1872"/>
                        </a:lnTo>
                        <a:lnTo>
                          <a:pt x="1386" y="1884"/>
                        </a:lnTo>
                        <a:lnTo>
                          <a:pt x="1410" y="1884"/>
                        </a:lnTo>
                        <a:lnTo>
                          <a:pt x="1410" y="1878"/>
                        </a:lnTo>
                        <a:lnTo>
                          <a:pt x="1398" y="1806"/>
                        </a:lnTo>
                        <a:lnTo>
                          <a:pt x="1416" y="1788"/>
                        </a:lnTo>
                        <a:lnTo>
                          <a:pt x="1398" y="1776"/>
                        </a:lnTo>
                        <a:lnTo>
                          <a:pt x="1398" y="1758"/>
                        </a:lnTo>
                        <a:lnTo>
                          <a:pt x="1404" y="1764"/>
                        </a:lnTo>
                        <a:lnTo>
                          <a:pt x="1422" y="1764"/>
                        </a:lnTo>
                        <a:lnTo>
                          <a:pt x="1428" y="1758"/>
                        </a:lnTo>
                        <a:lnTo>
                          <a:pt x="1428" y="1728"/>
                        </a:lnTo>
                        <a:lnTo>
                          <a:pt x="1452" y="1722"/>
                        </a:lnTo>
                        <a:lnTo>
                          <a:pt x="1458" y="1698"/>
                        </a:lnTo>
                        <a:lnTo>
                          <a:pt x="1476" y="1704"/>
                        </a:lnTo>
                        <a:lnTo>
                          <a:pt x="1494" y="1692"/>
                        </a:lnTo>
                        <a:lnTo>
                          <a:pt x="1488" y="1668"/>
                        </a:lnTo>
                        <a:lnTo>
                          <a:pt x="1500" y="1680"/>
                        </a:lnTo>
                        <a:lnTo>
                          <a:pt x="1500" y="1668"/>
                        </a:lnTo>
                        <a:lnTo>
                          <a:pt x="1506" y="1656"/>
                        </a:lnTo>
                        <a:lnTo>
                          <a:pt x="1512" y="1650"/>
                        </a:lnTo>
                        <a:lnTo>
                          <a:pt x="1518" y="1650"/>
                        </a:lnTo>
                        <a:lnTo>
                          <a:pt x="1524" y="1656"/>
                        </a:lnTo>
                        <a:lnTo>
                          <a:pt x="1524" y="1668"/>
                        </a:lnTo>
                        <a:lnTo>
                          <a:pt x="1542" y="1668"/>
                        </a:lnTo>
                        <a:lnTo>
                          <a:pt x="1554" y="1662"/>
                        </a:lnTo>
                        <a:lnTo>
                          <a:pt x="1572" y="1656"/>
                        </a:lnTo>
                        <a:lnTo>
                          <a:pt x="1596" y="1644"/>
                        </a:lnTo>
                        <a:lnTo>
                          <a:pt x="1602" y="1638"/>
                        </a:lnTo>
                        <a:lnTo>
                          <a:pt x="1608" y="1626"/>
                        </a:lnTo>
                        <a:lnTo>
                          <a:pt x="1620" y="1620"/>
                        </a:lnTo>
                        <a:lnTo>
                          <a:pt x="1626" y="1608"/>
                        </a:lnTo>
                        <a:lnTo>
                          <a:pt x="1632" y="1602"/>
                        </a:lnTo>
                        <a:lnTo>
                          <a:pt x="1632" y="1590"/>
                        </a:lnTo>
                        <a:lnTo>
                          <a:pt x="1626" y="1584"/>
                        </a:lnTo>
                        <a:lnTo>
                          <a:pt x="1626" y="1566"/>
                        </a:lnTo>
                        <a:lnTo>
                          <a:pt x="1632" y="1566"/>
                        </a:lnTo>
                        <a:lnTo>
                          <a:pt x="1656" y="1578"/>
                        </a:lnTo>
                        <a:lnTo>
                          <a:pt x="1662" y="1584"/>
                        </a:lnTo>
                        <a:lnTo>
                          <a:pt x="1674" y="1590"/>
                        </a:lnTo>
                        <a:lnTo>
                          <a:pt x="1686" y="1590"/>
                        </a:lnTo>
                        <a:lnTo>
                          <a:pt x="1692" y="1584"/>
                        </a:lnTo>
                        <a:lnTo>
                          <a:pt x="1710" y="1548"/>
                        </a:lnTo>
                        <a:lnTo>
                          <a:pt x="1716" y="1548"/>
                        </a:lnTo>
                        <a:lnTo>
                          <a:pt x="1734" y="1566"/>
                        </a:lnTo>
                        <a:lnTo>
                          <a:pt x="1746" y="1566"/>
                        </a:lnTo>
                        <a:lnTo>
                          <a:pt x="1752" y="1560"/>
                        </a:lnTo>
                        <a:lnTo>
                          <a:pt x="1758" y="1548"/>
                        </a:lnTo>
                        <a:lnTo>
                          <a:pt x="1764" y="1542"/>
                        </a:lnTo>
                        <a:lnTo>
                          <a:pt x="1770" y="1554"/>
                        </a:lnTo>
                        <a:lnTo>
                          <a:pt x="1776" y="1560"/>
                        </a:lnTo>
                        <a:lnTo>
                          <a:pt x="1782" y="1572"/>
                        </a:lnTo>
                        <a:lnTo>
                          <a:pt x="1794" y="1578"/>
                        </a:lnTo>
                        <a:lnTo>
                          <a:pt x="1800" y="1584"/>
                        </a:lnTo>
                        <a:lnTo>
                          <a:pt x="1818" y="1584"/>
                        </a:lnTo>
                        <a:lnTo>
                          <a:pt x="1824" y="1578"/>
                        </a:lnTo>
                        <a:lnTo>
                          <a:pt x="1830" y="1566"/>
                        </a:lnTo>
                        <a:lnTo>
                          <a:pt x="1842" y="1554"/>
                        </a:lnTo>
                        <a:lnTo>
                          <a:pt x="1848" y="1554"/>
                        </a:lnTo>
                        <a:lnTo>
                          <a:pt x="1860" y="1560"/>
                        </a:lnTo>
                        <a:lnTo>
                          <a:pt x="1872" y="1572"/>
                        </a:lnTo>
                        <a:lnTo>
                          <a:pt x="1872" y="1584"/>
                        </a:lnTo>
                        <a:lnTo>
                          <a:pt x="1878" y="1596"/>
                        </a:lnTo>
                        <a:lnTo>
                          <a:pt x="1878" y="1614"/>
                        </a:lnTo>
                        <a:lnTo>
                          <a:pt x="1914" y="1614"/>
                        </a:lnTo>
                        <a:lnTo>
                          <a:pt x="1920" y="1620"/>
                        </a:lnTo>
                        <a:lnTo>
                          <a:pt x="1926" y="1620"/>
                        </a:lnTo>
                        <a:lnTo>
                          <a:pt x="1926" y="1608"/>
                        </a:lnTo>
                        <a:lnTo>
                          <a:pt x="1932" y="1602"/>
                        </a:lnTo>
                        <a:lnTo>
                          <a:pt x="1932" y="1608"/>
                        </a:lnTo>
                        <a:lnTo>
                          <a:pt x="1956" y="1632"/>
                        </a:lnTo>
                        <a:lnTo>
                          <a:pt x="1962" y="1626"/>
                        </a:lnTo>
                        <a:lnTo>
                          <a:pt x="1968" y="1614"/>
                        </a:lnTo>
                        <a:lnTo>
                          <a:pt x="1968" y="1596"/>
                        </a:lnTo>
                        <a:lnTo>
                          <a:pt x="1962" y="1584"/>
                        </a:lnTo>
                        <a:lnTo>
                          <a:pt x="1980" y="1590"/>
                        </a:lnTo>
                        <a:lnTo>
                          <a:pt x="1992" y="1608"/>
                        </a:lnTo>
                        <a:lnTo>
                          <a:pt x="2004" y="1614"/>
                        </a:lnTo>
                        <a:lnTo>
                          <a:pt x="2004" y="1626"/>
                        </a:lnTo>
                        <a:lnTo>
                          <a:pt x="2010" y="1626"/>
                        </a:lnTo>
                        <a:lnTo>
                          <a:pt x="2016" y="1632"/>
                        </a:lnTo>
                        <a:lnTo>
                          <a:pt x="2028" y="1632"/>
                        </a:lnTo>
                        <a:lnTo>
                          <a:pt x="2034" y="1626"/>
                        </a:lnTo>
                        <a:lnTo>
                          <a:pt x="2034" y="1620"/>
                        </a:lnTo>
                        <a:lnTo>
                          <a:pt x="2028" y="1608"/>
                        </a:lnTo>
                        <a:lnTo>
                          <a:pt x="2022" y="1602"/>
                        </a:lnTo>
                        <a:lnTo>
                          <a:pt x="2010" y="1596"/>
                        </a:lnTo>
                        <a:lnTo>
                          <a:pt x="2004" y="1590"/>
                        </a:lnTo>
                        <a:lnTo>
                          <a:pt x="1998" y="1578"/>
                        </a:lnTo>
                        <a:lnTo>
                          <a:pt x="2010" y="1578"/>
                        </a:lnTo>
                        <a:lnTo>
                          <a:pt x="2022" y="1566"/>
                        </a:lnTo>
                        <a:lnTo>
                          <a:pt x="2022" y="1554"/>
                        </a:lnTo>
                        <a:lnTo>
                          <a:pt x="2016" y="1548"/>
                        </a:lnTo>
                        <a:lnTo>
                          <a:pt x="1968" y="1548"/>
                        </a:lnTo>
                        <a:lnTo>
                          <a:pt x="1962" y="1542"/>
                        </a:lnTo>
                        <a:lnTo>
                          <a:pt x="1962" y="1530"/>
                        </a:lnTo>
                        <a:lnTo>
                          <a:pt x="1968" y="1524"/>
                        </a:lnTo>
                        <a:lnTo>
                          <a:pt x="1986" y="1524"/>
                        </a:lnTo>
                        <a:lnTo>
                          <a:pt x="1998" y="1530"/>
                        </a:lnTo>
                        <a:lnTo>
                          <a:pt x="2004" y="1530"/>
                        </a:lnTo>
                        <a:lnTo>
                          <a:pt x="2016" y="1536"/>
                        </a:lnTo>
                        <a:lnTo>
                          <a:pt x="2028" y="1536"/>
                        </a:lnTo>
                        <a:lnTo>
                          <a:pt x="2064" y="1518"/>
                        </a:lnTo>
                        <a:lnTo>
                          <a:pt x="2070" y="1512"/>
                        </a:lnTo>
                        <a:lnTo>
                          <a:pt x="2082" y="1512"/>
                        </a:lnTo>
                        <a:lnTo>
                          <a:pt x="2082" y="1518"/>
                        </a:lnTo>
                        <a:lnTo>
                          <a:pt x="2106" y="1518"/>
                        </a:lnTo>
                        <a:lnTo>
                          <a:pt x="2118" y="1512"/>
                        </a:lnTo>
                        <a:lnTo>
                          <a:pt x="2124" y="1512"/>
                        </a:lnTo>
                        <a:lnTo>
                          <a:pt x="2130" y="1506"/>
                        </a:lnTo>
                        <a:lnTo>
                          <a:pt x="2130" y="1500"/>
                        </a:lnTo>
                        <a:lnTo>
                          <a:pt x="2136" y="1488"/>
                        </a:lnTo>
                        <a:lnTo>
                          <a:pt x="2136" y="1482"/>
                        </a:lnTo>
                        <a:lnTo>
                          <a:pt x="2142" y="1482"/>
                        </a:lnTo>
                        <a:lnTo>
                          <a:pt x="2142" y="1488"/>
                        </a:lnTo>
                        <a:lnTo>
                          <a:pt x="2148" y="1500"/>
                        </a:lnTo>
                        <a:lnTo>
                          <a:pt x="2148" y="1524"/>
                        </a:lnTo>
                        <a:lnTo>
                          <a:pt x="2154" y="1524"/>
                        </a:lnTo>
                        <a:lnTo>
                          <a:pt x="2160" y="1518"/>
                        </a:lnTo>
                        <a:lnTo>
                          <a:pt x="2172" y="1512"/>
                        </a:lnTo>
                        <a:lnTo>
                          <a:pt x="2190" y="1512"/>
                        </a:lnTo>
                        <a:lnTo>
                          <a:pt x="2202" y="1506"/>
                        </a:lnTo>
                        <a:lnTo>
                          <a:pt x="2214" y="1506"/>
                        </a:lnTo>
                        <a:lnTo>
                          <a:pt x="2226" y="1512"/>
                        </a:lnTo>
                        <a:lnTo>
                          <a:pt x="2232" y="1524"/>
                        </a:lnTo>
                        <a:lnTo>
                          <a:pt x="2232" y="1506"/>
                        </a:lnTo>
                        <a:lnTo>
                          <a:pt x="2244" y="1506"/>
                        </a:lnTo>
                        <a:lnTo>
                          <a:pt x="2256" y="1518"/>
                        </a:lnTo>
                        <a:lnTo>
                          <a:pt x="2256" y="1530"/>
                        </a:lnTo>
                        <a:lnTo>
                          <a:pt x="2286" y="1524"/>
                        </a:lnTo>
                        <a:lnTo>
                          <a:pt x="2280" y="1536"/>
                        </a:lnTo>
                        <a:lnTo>
                          <a:pt x="2280" y="1548"/>
                        </a:lnTo>
                        <a:lnTo>
                          <a:pt x="2286" y="1554"/>
                        </a:lnTo>
                        <a:lnTo>
                          <a:pt x="2286" y="1566"/>
                        </a:lnTo>
                        <a:lnTo>
                          <a:pt x="2298" y="1578"/>
                        </a:lnTo>
                        <a:lnTo>
                          <a:pt x="2310" y="1578"/>
                        </a:lnTo>
                        <a:lnTo>
                          <a:pt x="2328" y="1572"/>
                        </a:lnTo>
                        <a:lnTo>
                          <a:pt x="2352" y="1548"/>
                        </a:lnTo>
                        <a:lnTo>
                          <a:pt x="2370" y="1542"/>
                        </a:lnTo>
                        <a:lnTo>
                          <a:pt x="2382" y="1542"/>
                        </a:lnTo>
                        <a:lnTo>
                          <a:pt x="2394" y="1548"/>
                        </a:lnTo>
                        <a:lnTo>
                          <a:pt x="2400" y="1554"/>
                        </a:lnTo>
                        <a:lnTo>
                          <a:pt x="2418" y="1590"/>
                        </a:lnTo>
                        <a:lnTo>
                          <a:pt x="2418" y="1602"/>
                        </a:lnTo>
                        <a:lnTo>
                          <a:pt x="2424" y="1608"/>
                        </a:lnTo>
                        <a:lnTo>
                          <a:pt x="2436" y="1614"/>
                        </a:lnTo>
                        <a:lnTo>
                          <a:pt x="2466" y="1614"/>
                        </a:lnTo>
                        <a:lnTo>
                          <a:pt x="2460" y="1656"/>
                        </a:lnTo>
                        <a:lnTo>
                          <a:pt x="2460" y="1662"/>
                        </a:lnTo>
                        <a:lnTo>
                          <a:pt x="2454" y="1668"/>
                        </a:lnTo>
                        <a:lnTo>
                          <a:pt x="2436" y="1704"/>
                        </a:lnTo>
                        <a:lnTo>
                          <a:pt x="2436" y="1710"/>
                        </a:lnTo>
                        <a:lnTo>
                          <a:pt x="2448" y="1722"/>
                        </a:lnTo>
                        <a:lnTo>
                          <a:pt x="2454" y="1722"/>
                        </a:lnTo>
                        <a:lnTo>
                          <a:pt x="2460" y="1734"/>
                        </a:lnTo>
                        <a:lnTo>
                          <a:pt x="2436" y="1758"/>
                        </a:lnTo>
                        <a:lnTo>
                          <a:pt x="2454" y="1806"/>
                        </a:lnTo>
                        <a:lnTo>
                          <a:pt x="2472" y="1788"/>
                        </a:lnTo>
                        <a:lnTo>
                          <a:pt x="2478" y="1788"/>
                        </a:lnTo>
                        <a:lnTo>
                          <a:pt x="2478" y="1794"/>
                        </a:lnTo>
                        <a:lnTo>
                          <a:pt x="2472" y="1800"/>
                        </a:lnTo>
                        <a:lnTo>
                          <a:pt x="2466" y="1812"/>
                        </a:lnTo>
                        <a:lnTo>
                          <a:pt x="2466" y="1818"/>
                        </a:lnTo>
                        <a:lnTo>
                          <a:pt x="2460" y="1830"/>
                        </a:lnTo>
                        <a:lnTo>
                          <a:pt x="2478" y="1830"/>
                        </a:lnTo>
                        <a:lnTo>
                          <a:pt x="2478" y="1878"/>
                        </a:lnTo>
                        <a:lnTo>
                          <a:pt x="2496" y="1878"/>
                        </a:lnTo>
                        <a:lnTo>
                          <a:pt x="2502" y="1884"/>
                        </a:lnTo>
                        <a:lnTo>
                          <a:pt x="2508" y="1884"/>
                        </a:lnTo>
                        <a:lnTo>
                          <a:pt x="2508" y="1896"/>
                        </a:lnTo>
                        <a:lnTo>
                          <a:pt x="2502" y="1908"/>
                        </a:lnTo>
                        <a:lnTo>
                          <a:pt x="2502" y="1920"/>
                        </a:lnTo>
                        <a:lnTo>
                          <a:pt x="2526" y="1944"/>
                        </a:lnTo>
                        <a:lnTo>
                          <a:pt x="2532" y="1944"/>
                        </a:lnTo>
                        <a:lnTo>
                          <a:pt x="2538" y="1938"/>
                        </a:lnTo>
                        <a:lnTo>
                          <a:pt x="2550" y="1932"/>
                        </a:lnTo>
                        <a:lnTo>
                          <a:pt x="2556" y="1932"/>
                        </a:lnTo>
                        <a:lnTo>
                          <a:pt x="2562" y="1926"/>
                        </a:lnTo>
                        <a:lnTo>
                          <a:pt x="2568" y="1914"/>
                        </a:lnTo>
                        <a:lnTo>
                          <a:pt x="2568" y="1896"/>
                        </a:lnTo>
                        <a:lnTo>
                          <a:pt x="2586" y="1896"/>
                        </a:lnTo>
                        <a:lnTo>
                          <a:pt x="2586" y="1872"/>
                        </a:lnTo>
                        <a:lnTo>
                          <a:pt x="2604" y="1836"/>
                        </a:lnTo>
                        <a:lnTo>
                          <a:pt x="2604" y="1818"/>
                        </a:lnTo>
                        <a:lnTo>
                          <a:pt x="2610" y="1806"/>
                        </a:lnTo>
                        <a:lnTo>
                          <a:pt x="2610" y="1794"/>
                        </a:lnTo>
                        <a:lnTo>
                          <a:pt x="2604" y="1782"/>
                        </a:lnTo>
                        <a:lnTo>
                          <a:pt x="2604" y="1770"/>
                        </a:lnTo>
                        <a:lnTo>
                          <a:pt x="2598" y="1752"/>
                        </a:lnTo>
                        <a:lnTo>
                          <a:pt x="2592" y="1740"/>
                        </a:lnTo>
                        <a:lnTo>
                          <a:pt x="2586" y="1722"/>
                        </a:lnTo>
                        <a:lnTo>
                          <a:pt x="2586" y="1704"/>
                        </a:lnTo>
                        <a:lnTo>
                          <a:pt x="2592" y="1686"/>
                        </a:lnTo>
                        <a:lnTo>
                          <a:pt x="2598" y="1674"/>
                        </a:lnTo>
                        <a:lnTo>
                          <a:pt x="2598" y="1644"/>
                        </a:lnTo>
                        <a:lnTo>
                          <a:pt x="2592" y="1626"/>
                        </a:lnTo>
                        <a:lnTo>
                          <a:pt x="2586" y="1614"/>
                        </a:lnTo>
                        <a:lnTo>
                          <a:pt x="2580" y="1596"/>
                        </a:lnTo>
                        <a:lnTo>
                          <a:pt x="2574" y="1584"/>
                        </a:lnTo>
                        <a:lnTo>
                          <a:pt x="2574" y="1518"/>
                        </a:lnTo>
                        <a:lnTo>
                          <a:pt x="2580" y="1488"/>
                        </a:lnTo>
                        <a:lnTo>
                          <a:pt x="2586" y="1470"/>
                        </a:lnTo>
                        <a:lnTo>
                          <a:pt x="2598" y="1452"/>
                        </a:lnTo>
                        <a:lnTo>
                          <a:pt x="2604" y="1440"/>
                        </a:lnTo>
                        <a:lnTo>
                          <a:pt x="2610" y="1422"/>
                        </a:lnTo>
                        <a:lnTo>
                          <a:pt x="2616" y="1416"/>
                        </a:lnTo>
                        <a:lnTo>
                          <a:pt x="2616" y="1410"/>
                        </a:lnTo>
                        <a:lnTo>
                          <a:pt x="2628" y="1398"/>
                        </a:lnTo>
                        <a:lnTo>
                          <a:pt x="2652" y="1380"/>
                        </a:lnTo>
                        <a:lnTo>
                          <a:pt x="2658" y="1356"/>
                        </a:lnTo>
                        <a:lnTo>
                          <a:pt x="2670" y="1368"/>
                        </a:lnTo>
                        <a:lnTo>
                          <a:pt x="2676" y="1344"/>
                        </a:lnTo>
                        <a:lnTo>
                          <a:pt x="2730" y="1344"/>
                        </a:lnTo>
                        <a:lnTo>
                          <a:pt x="2730" y="1314"/>
                        </a:lnTo>
                        <a:lnTo>
                          <a:pt x="2748" y="1320"/>
                        </a:lnTo>
                        <a:lnTo>
                          <a:pt x="2754" y="1308"/>
                        </a:lnTo>
                        <a:lnTo>
                          <a:pt x="2772" y="1308"/>
                        </a:lnTo>
                        <a:lnTo>
                          <a:pt x="2796" y="1278"/>
                        </a:lnTo>
                        <a:lnTo>
                          <a:pt x="2796" y="1272"/>
                        </a:lnTo>
                        <a:lnTo>
                          <a:pt x="2802" y="1266"/>
                        </a:lnTo>
                        <a:lnTo>
                          <a:pt x="2814" y="1242"/>
                        </a:lnTo>
                        <a:lnTo>
                          <a:pt x="2832" y="1236"/>
                        </a:lnTo>
                        <a:lnTo>
                          <a:pt x="2862" y="1236"/>
                        </a:lnTo>
                        <a:lnTo>
                          <a:pt x="2874" y="1242"/>
                        </a:lnTo>
                        <a:lnTo>
                          <a:pt x="2886" y="1242"/>
                        </a:lnTo>
                        <a:lnTo>
                          <a:pt x="2892" y="1236"/>
                        </a:lnTo>
                        <a:lnTo>
                          <a:pt x="2904" y="1212"/>
                        </a:lnTo>
                        <a:lnTo>
                          <a:pt x="2910" y="1206"/>
                        </a:lnTo>
                        <a:lnTo>
                          <a:pt x="2916" y="1194"/>
                        </a:lnTo>
                        <a:lnTo>
                          <a:pt x="2928" y="1200"/>
                        </a:lnTo>
                        <a:lnTo>
                          <a:pt x="2934" y="1176"/>
                        </a:lnTo>
                        <a:lnTo>
                          <a:pt x="3018" y="1170"/>
                        </a:lnTo>
                        <a:lnTo>
                          <a:pt x="3024" y="1146"/>
                        </a:lnTo>
                        <a:lnTo>
                          <a:pt x="2982" y="1152"/>
                        </a:lnTo>
                        <a:lnTo>
                          <a:pt x="2988" y="1146"/>
                        </a:lnTo>
                        <a:lnTo>
                          <a:pt x="3000" y="1140"/>
                        </a:lnTo>
                        <a:lnTo>
                          <a:pt x="3006" y="1140"/>
                        </a:lnTo>
                        <a:lnTo>
                          <a:pt x="3006" y="1134"/>
                        </a:lnTo>
                        <a:lnTo>
                          <a:pt x="3000" y="1128"/>
                        </a:lnTo>
                        <a:lnTo>
                          <a:pt x="2994" y="1116"/>
                        </a:lnTo>
                        <a:lnTo>
                          <a:pt x="2988" y="1110"/>
                        </a:lnTo>
                        <a:lnTo>
                          <a:pt x="3024" y="1104"/>
                        </a:lnTo>
                        <a:lnTo>
                          <a:pt x="3048" y="1116"/>
                        </a:lnTo>
                        <a:lnTo>
                          <a:pt x="3078" y="1080"/>
                        </a:lnTo>
                        <a:lnTo>
                          <a:pt x="3024" y="1074"/>
                        </a:lnTo>
                        <a:lnTo>
                          <a:pt x="3024" y="1050"/>
                        </a:lnTo>
                        <a:lnTo>
                          <a:pt x="3036" y="1062"/>
                        </a:lnTo>
                        <a:lnTo>
                          <a:pt x="3078" y="1050"/>
                        </a:lnTo>
                        <a:lnTo>
                          <a:pt x="3084" y="990"/>
                        </a:lnTo>
                        <a:lnTo>
                          <a:pt x="3054" y="1002"/>
                        </a:lnTo>
                        <a:lnTo>
                          <a:pt x="3048" y="972"/>
                        </a:lnTo>
                        <a:lnTo>
                          <a:pt x="3024" y="960"/>
                        </a:lnTo>
                        <a:lnTo>
                          <a:pt x="3072" y="978"/>
                        </a:lnTo>
                        <a:lnTo>
                          <a:pt x="3078" y="972"/>
                        </a:lnTo>
                        <a:lnTo>
                          <a:pt x="3060" y="954"/>
                        </a:lnTo>
                        <a:lnTo>
                          <a:pt x="3090" y="954"/>
                        </a:lnTo>
                        <a:lnTo>
                          <a:pt x="3084" y="948"/>
                        </a:lnTo>
                        <a:lnTo>
                          <a:pt x="3078" y="936"/>
                        </a:lnTo>
                        <a:lnTo>
                          <a:pt x="3060" y="918"/>
                        </a:lnTo>
                        <a:lnTo>
                          <a:pt x="3054" y="906"/>
                        </a:lnTo>
                        <a:lnTo>
                          <a:pt x="3054" y="894"/>
                        </a:lnTo>
                        <a:lnTo>
                          <a:pt x="3060" y="888"/>
                        </a:lnTo>
                        <a:lnTo>
                          <a:pt x="3042" y="870"/>
                        </a:lnTo>
                        <a:lnTo>
                          <a:pt x="3042" y="864"/>
                        </a:lnTo>
                        <a:lnTo>
                          <a:pt x="3048" y="864"/>
                        </a:lnTo>
                        <a:lnTo>
                          <a:pt x="3066" y="846"/>
                        </a:lnTo>
                        <a:lnTo>
                          <a:pt x="3072" y="846"/>
                        </a:lnTo>
                        <a:lnTo>
                          <a:pt x="3066" y="870"/>
                        </a:lnTo>
                        <a:lnTo>
                          <a:pt x="3096" y="894"/>
                        </a:lnTo>
                        <a:lnTo>
                          <a:pt x="3096" y="888"/>
                        </a:lnTo>
                        <a:lnTo>
                          <a:pt x="3102" y="882"/>
                        </a:lnTo>
                        <a:lnTo>
                          <a:pt x="3102" y="864"/>
                        </a:lnTo>
                        <a:lnTo>
                          <a:pt x="3108" y="852"/>
                        </a:lnTo>
                        <a:lnTo>
                          <a:pt x="3108" y="834"/>
                        </a:lnTo>
                        <a:lnTo>
                          <a:pt x="3114" y="822"/>
                        </a:lnTo>
                        <a:lnTo>
                          <a:pt x="3144" y="792"/>
                        </a:lnTo>
                        <a:lnTo>
                          <a:pt x="3156" y="786"/>
                        </a:lnTo>
                        <a:lnTo>
                          <a:pt x="3162" y="786"/>
                        </a:lnTo>
                        <a:lnTo>
                          <a:pt x="3162" y="792"/>
                        </a:lnTo>
                        <a:lnTo>
                          <a:pt x="3150" y="816"/>
                        </a:lnTo>
                        <a:lnTo>
                          <a:pt x="3132" y="834"/>
                        </a:lnTo>
                        <a:lnTo>
                          <a:pt x="3126" y="846"/>
                        </a:lnTo>
                        <a:lnTo>
                          <a:pt x="3120" y="882"/>
                        </a:lnTo>
                        <a:lnTo>
                          <a:pt x="3138" y="882"/>
                        </a:lnTo>
                        <a:lnTo>
                          <a:pt x="3138" y="894"/>
                        </a:lnTo>
                        <a:lnTo>
                          <a:pt x="3132" y="906"/>
                        </a:lnTo>
                        <a:lnTo>
                          <a:pt x="3132" y="918"/>
                        </a:lnTo>
                        <a:lnTo>
                          <a:pt x="3114" y="936"/>
                        </a:lnTo>
                        <a:lnTo>
                          <a:pt x="3102" y="960"/>
                        </a:lnTo>
                        <a:lnTo>
                          <a:pt x="3102" y="978"/>
                        </a:lnTo>
                        <a:lnTo>
                          <a:pt x="3126" y="954"/>
                        </a:lnTo>
                        <a:lnTo>
                          <a:pt x="3132" y="942"/>
                        </a:lnTo>
                        <a:lnTo>
                          <a:pt x="3144" y="930"/>
                        </a:lnTo>
                        <a:lnTo>
                          <a:pt x="3168" y="918"/>
                        </a:lnTo>
                        <a:lnTo>
                          <a:pt x="3180" y="906"/>
                        </a:lnTo>
                        <a:lnTo>
                          <a:pt x="3192" y="882"/>
                        </a:lnTo>
                        <a:lnTo>
                          <a:pt x="3192" y="798"/>
                        </a:lnTo>
                        <a:lnTo>
                          <a:pt x="3198" y="780"/>
                        </a:lnTo>
                        <a:lnTo>
                          <a:pt x="3198" y="768"/>
                        </a:lnTo>
                        <a:lnTo>
                          <a:pt x="3204" y="756"/>
                        </a:lnTo>
                        <a:lnTo>
                          <a:pt x="3210" y="756"/>
                        </a:lnTo>
                        <a:lnTo>
                          <a:pt x="3210" y="768"/>
                        </a:lnTo>
                        <a:lnTo>
                          <a:pt x="3204" y="780"/>
                        </a:lnTo>
                        <a:lnTo>
                          <a:pt x="3204" y="798"/>
                        </a:lnTo>
                        <a:lnTo>
                          <a:pt x="3210" y="798"/>
                        </a:lnTo>
                        <a:lnTo>
                          <a:pt x="3216" y="804"/>
                        </a:lnTo>
                        <a:lnTo>
                          <a:pt x="3216" y="840"/>
                        </a:lnTo>
                        <a:lnTo>
                          <a:pt x="3234" y="822"/>
                        </a:lnTo>
                        <a:lnTo>
                          <a:pt x="3240" y="810"/>
                        </a:lnTo>
                        <a:lnTo>
                          <a:pt x="3288" y="762"/>
                        </a:lnTo>
                        <a:lnTo>
                          <a:pt x="3300" y="756"/>
                        </a:lnTo>
                        <a:lnTo>
                          <a:pt x="3324" y="732"/>
                        </a:lnTo>
                        <a:lnTo>
                          <a:pt x="3324" y="726"/>
                        </a:lnTo>
                        <a:lnTo>
                          <a:pt x="3318" y="720"/>
                        </a:lnTo>
                        <a:lnTo>
                          <a:pt x="3312" y="720"/>
                        </a:lnTo>
                        <a:lnTo>
                          <a:pt x="3306" y="714"/>
                        </a:lnTo>
                        <a:lnTo>
                          <a:pt x="3306" y="702"/>
                        </a:lnTo>
                        <a:lnTo>
                          <a:pt x="3312" y="696"/>
                        </a:lnTo>
                        <a:lnTo>
                          <a:pt x="3324" y="696"/>
                        </a:lnTo>
                        <a:lnTo>
                          <a:pt x="3330" y="702"/>
                        </a:lnTo>
                        <a:lnTo>
                          <a:pt x="3360" y="702"/>
                        </a:lnTo>
                        <a:lnTo>
                          <a:pt x="3390" y="696"/>
                        </a:lnTo>
                        <a:lnTo>
                          <a:pt x="3450" y="672"/>
                        </a:lnTo>
                        <a:lnTo>
                          <a:pt x="3462" y="666"/>
                        </a:lnTo>
                        <a:lnTo>
                          <a:pt x="3444" y="660"/>
                        </a:lnTo>
                        <a:lnTo>
                          <a:pt x="3438" y="660"/>
                        </a:lnTo>
                        <a:lnTo>
                          <a:pt x="3432" y="666"/>
                        </a:lnTo>
                        <a:lnTo>
                          <a:pt x="3414" y="672"/>
                        </a:lnTo>
                        <a:lnTo>
                          <a:pt x="3402" y="672"/>
                        </a:lnTo>
                        <a:lnTo>
                          <a:pt x="3390" y="678"/>
                        </a:lnTo>
                        <a:lnTo>
                          <a:pt x="3372" y="678"/>
                        </a:lnTo>
                        <a:lnTo>
                          <a:pt x="3360" y="684"/>
                        </a:lnTo>
                        <a:lnTo>
                          <a:pt x="3348" y="684"/>
                        </a:lnTo>
                        <a:lnTo>
                          <a:pt x="3342" y="678"/>
                        </a:lnTo>
                        <a:lnTo>
                          <a:pt x="3342" y="672"/>
                        </a:lnTo>
                        <a:lnTo>
                          <a:pt x="3348" y="666"/>
                        </a:lnTo>
                        <a:lnTo>
                          <a:pt x="3354" y="654"/>
                        </a:lnTo>
                        <a:lnTo>
                          <a:pt x="3366" y="654"/>
                        </a:lnTo>
                        <a:lnTo>
                          <a:pt x="3378" y="648"/>
                        </a:lnTo>
                        <a:lnTo>
                          <a:pt x="3402" y="648"/>
                        </a:lnTo>
                        <a:lnTo>
                          <a:pt x="3492" y="642"/>
                        </a:lnTo>
                        <a:lnTo>
                          <a:pt x="3534" y="606"/>
                        </a:lnTo>
                        <a:lnTo>
                          <a:pt x="3546" y="618"/>
                        </a:lnTo>
                        <a:lnTo>
                          <a:pt x="3570" y="606"/>
                        </a:lnTo>
                        <a:lnTo>
                          <a:pt x="3570" y="642"/>
                        </a:lnTo>
                        <a:lnTo>
                          <a:pt x="3600" y="618"/>
                        </a:lnTo>
                        <a:lnTo>
                          <a:pt x="3624" y="612"/>
                        </a:lnTo>
                        <a:lnTo>
                          <a:pt x="3630" y="582"/>
                        </a:lnTo>
                        <a:lnTo>
                          <a:pt x="3618" y="570"/>
                        </a:lnTo>
                        <a:lnTo>
                          <a:pt x="3612" y="600"/>
                        </a:lnTo>
                        <a:lnTo>
                          <a:pt x="3588" y="600"/>
                        </a:lnTo>
                        <a:lnTo>
                          <a:pt x="3588" y="576"/>
                        </a:lnTo>
                        <a:lnTo>
                          <a:pt x="3570" y="552"/>
                        </a:lnTo>
                        <a:lnTo>
                          <a:pt x="3594" y="540"/>
                        </a:lnTo>
                        <a:lnTo>
                          <a:pt x="3600" y="504"/>
                        </a:lnTo>
                        <a:lnTo>
                          <a:pt x="3612" y="498"/>
                        </a:lnTo>
                        <a:lnTo>
                          <a:pt x="3618" y="486"/>
                        </a:lnTo>
                        <a:lnTo>
                          <a:pt x="3630" y="480"/>
                        </a:lnTo>
                        <a:lnTo>
                          <a:pt x="3636" y="474"/>
                        </a:lnTo>
                        <a:lnTo>
                          <a:pt x="3648" y="468"/>
                        </a:lnTo>
                        <a:lnTo>
                          <a:pt x="3654" y="456"/>
                        </a:lnTo>
                        <a:lnTo>
                          <a:pt x="3654" y="450"/>
                        </a:lnTo>
                        <a:lnTo>
                          <a:pt x="3660" y="444"/>
                        </a:lnTo>
                        <a:lnTo>
                          <a:pt x="3660" y="438"/>
                        </a:lnTo>
                        <a:lnTo>
                          <a:pt x="3690" y="444"/>
                        </a:lnTo>
                        <a:lnTo>
                          <a:pt x="3702" y="426"/>
                        </a:lnTo>
                        <a:lnTo>
                          <a:pt x="3708" y="432"/>
                        </a:lnTo>
                        <a:lnTo>
                          <a:pt x="3720" y="432"/>
                        </a:lnTo>
                        <a:lnTo>
                          <a:pt x="3726" y="426"/>
                        </a:lnTo>
                        <a:lnTo>
                          <a:pt x="3738" y="420"/>
                        </a:lnTo>
                        <a:lnTo>
                          <a:pt x="3744" y="408"/>
                        </a:lnTo>
                        <a:lnTo>
                          <a:pt x="3756" y="402"/>
                        </a:lnTo>
                        <a:lnTo>
                          <a:pt x="3774" y="384"/>
                        </a:lnTo>
                        <a:lnTo>
                          <a:pt x="3774" y="414"/>
                        </a:lnTo>
                        <a:lnTo>
                          <a:pt x="3786" y="408"/>
                        </a:lnTo>
                        <a:lnTo>
                          <a:pt x="3792" y="402"/>
                        </a:lnTo>
                        <a:lnTo>
                          <a:pt x="3828" y="384"/>
                        </a:lnTo>
                        <a:lnTo>
                          <a:pt x="3834" y="378"/>
                        </a:lnTo>
                        <a:lnTo>
                          <a:pt x="3846" y="378"/>
                        </a:lnTo>
                        <a:lnTo>
                          <a:pt x="3858" y="372"/>
                        </a:lnTo>
                        <a:lnTo>
                          <a:pt x="3876" y="372"/>
                        </a:lnTo>
                        <a:lnTo>
                          <a:pt x="3888" y="366"/>
                        </a:lnTo>
                        <a:lnTo>
                          <a:pt x="3900" y="366"/>
                        </a:lnTo>
                        <a:lnTo>
                          <a:pt x="3900" y="330"/>
                        </a:lnTo>
                        <a:lnTo>
                          <a:pt x="3876" y="330"/>
                        </a:lnTo>
                        <a:lnTo>
                          <a:pt x="3876" y="324"/>
                        </a:lnTo>
                        <a:lnTo>
                          <a:pt x="3882" y="312"/>
                        </a:lnTo>
                        <a:lnTo>
                          <a:pt x="3894" y="300"/>
                        </a:lnTo>
                        <a:lnTo>
                          <a:pt x="3888" y="294"/>
                        </a:lnTo>
                        <a:lnTo>
                          <a:pt x="3882" y="294"/>
                        </a:lnTo>
                        <a:lnTo>
                          <a:pt x="3876" y="288"/>
                        </a:lnTo>
                        <a:lnTo>
                          <a:pt x="3876" y="276"/>
                        </a:lnTo>
                        <a:lnTo>
                          <a:pt x="3888" y="252"/>
                        </a:lnTo>
                        <a:lnTo>
                          <a:pt x="3900" y="222"/>
                        </a:lnTo>
                        <a:lnTo>
                          <a:pt x="3912" y="198"/>
                        </a:lnTo>
                        <a:lnTo>
                          <a:pt x="3918" y="174"/>
                        </a:lnTo>
                        <a:lnTo>
                          <a:pt x="3918" y="168"/>
                        </a:lnTo>
                        <a:lnTo>
                          <a:pt x="3912" y="162"/>
                        </a:lnTo>
                        <a:lnTo>
                          <a:pt x="3876" y="162"/>
                        </a:lnTo>
                        <a:lnTo>
                          <a:pt x="3864" y="168"/>
                        </a:lnTo>
                        <a:lnTo>
                          <a:pt x="3858" y="168"/>
                        </a:lnTo>
                        <a:close/>
                        <a:moveTo>
                          <a:pt x="2718" y="366"/>
                        </a:moveTo>
                        <a:lnTo>
                          <a:pt x="2712" y="366"/>
                        </a:lnTo>
                        <a:lnTo>
                          <a:pt x="2712" y="354"/>
                        </a:lnTo>
                        <a:lnTo>
                          <a:pt x="2718" y="348"/>
                        </a:lnTo>
                        <a:lnTo>
                          <a:pt x="2718" y="336"/>
                        </a:lnTo>
                        <a:lnTo>
                          <a:pt x="2712" y="336"/>
                        </a:lnTo>
                        <a:lnTo>
                          <a:pt x="2700" y="342"/>
                        </a:lnTo>
                        <a:lnTo>
                          <a:pt x="2694" y="348"/>
                        </a:lnTo>
                        <a:lnTo>
                          <a:pt x="2682" y="354"/>
                        </a:lnTo>
                        <a:lnTo>
                          <a:pt x="2676" y="372"/>
                        </a:lnTo>
                        <a:lnTo>
                          <a:pt x="2664" y="366"/>
                        </a:lnTo>
                        <a:lnTo>
                          <a:pt x="2664" y="378"/>
                        </a:lnTo>
                        <a:lnTo>
                          <a:pt x="2652" y="402"/>
                        </a:lnTo>
                        <a:lnTo>
                          <a:pt x="2628" y="414"/>
                        </a:lnTo>
                        <a:lnTo>
                          <a:pt x="2628" y="426"/>
                        </a:lnTo>
                        <a:lnTo>
                          <a:pt x="2634" y="432"/>
                        </a:lnTo>
                        <a:lnTo>
                          <a:pt x="2628" y="432"/>
                        </a:lnTo>
                        <a:lnTo>
                          <a:pt x="2598" y="462"/>
                        </a:lnTo>
                        <a:lnTo>
                          <a:pt x="2598" y="468"/>
                        </a:lnTo>
                        <a:lnTo>
                          <a:pt x="2604" y="474"/>
                        </a:lnTo>
                        <a:lnTo>
                          <a:pt x="2610" y="474"/>
                        </a:lnTo>
                        <a:lnTo>
                          <a:pt x="2616" y="480"/>
                        </a:lnTo>
                        <a:lnTo>
                          <a:pt x="2616" y="492"/>
                        </a:lnTo>
                        <a:lnTo>
                          <a:pt x="2610" y="498"/>
                        </a:lnTo>
                        <a:lnTo>
                          <a:pt x="2604" y="498"/>
                        </a:lnTo>
                        <a:lnTo>
                          <a:pt x="2604" y="510"/>
                        </a:lnTo>
                        <a:lnTo>
                          <a:pt x="2592" y="534"/>
                        </a:lnTo>
                        <a:lnTo>
                          <a:pt x="2580" y="552"/>
                        </a:lnTo>
                        <a:lnTo>
                          <a:pt x="2550" y="582"/>
                        </a:lnTo>
                        <a:lnTo>
                          <a:pt x="2478" y="618"/>
                        </a:lnTo>
                        <a:lnTo>
                          <a:pt x="2484" y="588"/>
                        </a:lnTo>
                        <a:lnTo>
                          <a:pt x="2478" y="582"/>
                        </a:lnTo>
                        <a:lnTo>
                          <a:pt x="2478" y="576"/>
                        </a:lnTo>
                        <a:lnTo>
                          <a:pt x="2472" y="570"/>
                        </a:lnTo>
                        <a:lnTo>
                          <a:pt x="2472" y="564"/>
                        </a:lnTo>
                        <a:lnTo>
                          <a:pt x="2478" y="552"/>
                        </a:lnTo>
                        <a:lnTo>
                          <a:pt x="2496" y="534"/>
                        </a:lnTo>
                        <a:lnTo>
                          <a:pt x="2502" y="522"/>
                        </a:lnTo>
                        <a:lnTo>
                          <a:pt x="2502" y="516"/>
                        </a:lnTo>
                        <a:lnTo>
                          <a:pt x="2496" y="510"/>
                        </a:lnTo>
                        <a:lnTo>
                          <a:pt x="2496" y="492"/>
                        </a:lnTo>
                        <a:lnTo>
                          <a:pt x="2502" y="480"/>
                        </a:lnTo>
                        <a:lnTo>
                          <a:pt x="2508" y="474"/>
                        </a:lnTo>
                        <a:lnTo>
                          <a:pt x="2514" y="462"/>
                        </a:lnTo>
                        <a:lnTo>
                          <a:pt x="2526" y="456"/>
                        </a:lnTo>
                        <a:lnTo>
                          <a:pt x="2532" y="450"/>
                        </a:lnTo>
                        <a:lnTo>
                          <a:pt x="2532" y="432"/>
                        </a:lnTo>
                        <a:lnTo>
                          <a:pt x="2538" y="432"/>
                        </a:lnTo>
                        <a:lnTo>
                          <a:pt x="2622" y="348"/>
                        </a:lnTo>
                        <a:lnTo>
                          <a:pt x="2592" y="354"/>
                        </a:lnTo>
                        <a:lnTo>
                          <a:pt x="2580" y="360"/>
                        </a:lnTo>
                        <a:lnTo>
                          <a:pt x="2574" y="366"/>
                        </a:lnTo>
                        <a:lnTo>
                          <a:pt x="2562" y="372"/>
                        </a:lnTo>
                        <a:lnTo>
                          <a:pt x="2556" y="378"/>
                        </a:lnTo>
                        <a:lnTo>
                          <a:pt x="2550" y="378"/>
                        </a:lnTo>
                        <a:lnTo>
                          <a:pt x="2550" y="372"/>
                        </a:lnTo>
                        <a:lnTo>
                          <a:pt x="2556" y="366"/>
                        </a:lnTo>
                        <a:lnTo>
                          <a:pt x="2568" y="360"/>
                        </a:lnTo>
                        <a:lnTo>
                          <a:pt x="2592" y="336"/>
                        </a:lnTo>
                        <a:lnTo>
                          <a:pt x="2604" y="330"/>
                        </a:lnTo>
                        <a:lnTo>
                          <a:pt x="2658" y="276"/>
                        </a:lnTo>
                        <a:lnTo>
                          <a:pt x="2670" y="288"/>
                        </a:lnTo>
                        <a:lnTo>
                          <a:pt x="2682" y="276"/>
                        </a:lnTo>
                        <a:lnTo>
                          <a:pt x="2682" y="288"/>
                        </a:lnTo>
                        <a:lnTo>
                          <a:pt x="2694" y="288"/>
                        </a:lnTo>
                        <a:lnTo>
                          <a:pt x="2700" y="282"/>
                        </a:lnTo>
                        <a:lnTo>
                          <a:pt x="2700" y="270"/>
                        </a:lnTo>
                        <a:lnTo>
                          <a:pt x="2724" y="276"/>
                        </a:lnTo>
                        <a:lnTo>
                          <a:pt x="2736" y="270"/>
                        </a:lnTo>
                        <a:lnTo>
                          <a:pt x="2742" y="270"/>
                        </a:lnTo>
                        <a:lnTo>
                          <a:pt x="2754" y="264"/>
                        </a:lnTo>
                        <a:lnTo>
                          <a:pt x="2772" y="264"/>
                        </a:lnTo>
                        <a:lnTo>
                          <a:pt x="2784" y="270"/>
                        </a:lnTo>
                        <a:lnTo>
                          <a:pt x="2790" y="276"/>
                        </a:lnTo>
                        <a:lnTo>
                          <a:pt x="2796" y="288"/>
                        </a:lnTo>
                        <a:lnTo>
                          <a:pt x="2772" y="294"/>
                        </a:lnTo>
                        <a:lnTo>
                          <a:pt x="2772" y="318"/>
                        </a:lnTo>
                        <a:lnTo>
                          <a:pt x="2742" y="318"/>
                        </a:lnTo>
                        <a:lnTo>
                          <a:pt x="2736" y="324"/>
                        </a:lnTo>
                        <a:lnTo>
                          <a:pt x="2736" y="360"/>
                        </a:lnTo>
                        <a:lnTo>
                          <a:pt x="2730" y="366"/>
                        </a:lnTo>
                        <a:lnTo>
                          <a:pt x="2718" y="366"/>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79" name="Uruguay" descr="© INSCALE GmbH, 05.05.2010&#10;http://www.presentationload.com/">
                    <a:extLst>
                      <a:ext uri="{FF2B5EF4-FFF2-40B4-BE49-F238E27FC236}">
                        <a16:creationId xmlns:a16="http://schemas.microsoft.com/office/drawing/2014/main" id="{97281234-2F98-5E3F-DCEC-CB59C04E5908}"/>
                      </a:ext>
                    </a:extLst>
                  </p:cNvPr>
                  <p:cNvSpPr>
                    <a:spLocks/>
                  </p:cNvSpPr>
                  <p:nvPr/>
                </p:nvSpPr>
                <p:spPr bwMode="gray">
                  <a:xfrm>
                    <a:off x="1659" y="3184"/>
                    <a:ext cx="93" cy="98"/>
                  </a:xfrm>
                  <a:custGeom>
                    <a:avLst/>
                    <a:gdLst>
                      <a:gd name="T0" fmla="*/ 2147483647 w 366"/>
                      <a:gd name="T1" fmla="*/ 2147483647 h 384"/>
                      <a:gd name="T2" fmla="*/ 2147483647 w 366"/>
                      <a:gd name="T3" fmla="*/ 2147483647 h 384"/>
                      <a:gd name="T4" fmla="*/ 2147483647 w 366"/>
                      <a:gd name="T5" fmla="*/ 2147483647 h 384"/>
                      <a:gd name="T6" fmla="*/ 2147483647 w 366"/>
                      <a:gd name="T7" fmla="*/ 2147483647 h 384"/>
                      <a:gd name="T8" fmla="*/ 2147483647 w 366"/>
                      <a:gd name="T9" fmla="*/ 2147483647 h 384"/>
                      <a:gd name="T10" fmla="*/ 2147483647 w 366"/>
                      <a:gd name="T11" fmla="*/ 2147483647 h 384"/>
                      <a:gd name="T12" fmla="*/ 2147483647 w 366"/>
                      <a:gd name="T13" fmla="*/ 2147483647 h 384"/>
                      <a:gd name="T14" fmla="*/ 2147483647 w 366"/>
                      <a:gd name="T15" fmla="*/ 2147483647 h 384"/>
                      <a:gd name="T16" fmla="*/ 2147483647 w 366"/>
                      <a:gd name="T17" fmla="*/ 2147483647 h 384"/>
                      <a:gd name="T18" fmla="*/ 2147483647 w 366"/>
                      <a:gd name="T19" fmla="*/ 2147483647 h 384"/>
                      <a:gd name="T20" fmla="*/ 2147483647 w 366"/>
                      <a:gd name="T21" fmla="*/ 2147483647 h 384"/>
                      <a:gd name="T22" fmla="*/ 2147483647 w 366"/>
                      <a:gd name="T23" fmla="*/ 2147483647 h 384"/>
                      <a:gd name="T24" fmla="*/ 2147483647 w 366"/>
                      <a:gd name="T25" fmla="*/ 2147483647 h 384"/>
                      <a:gd name="T26" fmla="*/ 2147483647 w 366"/>
                      <a:gd name="T27" fmla="*/ 2147483647 h 384"/>
                      <a:gd name="T28" fmla="*/ 2147483647 w 366"/>
                      <a:gd name="T29" fmla="*/ 2147483647 h 384"/>
                      <a:gd name="T30" fmla="*/ 2147483647 w 366"/>
                      <a:gd name="T31" fmla="*/ 2147483647 h 384"/>
                      <a:gd name="T32" fmla="*/ 2147483647 w 366"/>
                      <a:gd name="T33" fmla="*/ 2147483647 h 384"/>
                      <a:gd name="T34" fmla="*/ 2147483647 w 366"/>
                      <a:gd name="T35" fmla="*/ 2147483647 h 384"/>
                      <a:gd name="T36" fmla="*/ 2147483647 w 366"/>
                      <a:gd name="T37" fmla="*/ 2147483647 h 384"/>
                      <a:gd name="T38" fmla="*/ 2147483647 w 366"/>
                      <a:gd name="T39" fmla="*/ 2147483647 h 384"/>
                      <a:gd name="T40" fmla="*/ 2147483647 w 366"/>
                      <a:gd name="T41" fmla="*/ 2147483647 h 384"/>
                      <a:gd name="T42" fmla="*/ 2147483647 w 366"/>
                      <a:gd name="T43" fmla="*/ 2147483647 h 384"/>
                      <a:gd name="T44" fmla="*/ 2147483647 w 366"/>
                      <a:gd name="T45" fmla="*/ 0 h 384"/>
                      <a:gd name="T46" fmla="*/ 2147483647 w 366"/>
                      <a:gd name="T47" fmla="*/ 2147483647 h 384"/>
                      <a:gd name="T48" fmla="*/ 2147483647 w 366"/>
                      <a:gd name="T49" fmla="*/ 2147483647 h 384"/>
                      <a:gd name="T50" fmla="*/ 0 w 366"/>
                      <a:gd name="T51" fmla="*/ 2147483647 h 384"/>
                      <a:gd name="T52" fmla="*/ 2147483647 w 366"/>
                      <a:gd name="T53" fmla="*/ 2147483647 h 384"/>
                      <a:gd name="T54" fmla="*/ 2147483647 w 366"/>
                      <a:gd name="T55" fmla="*/ 2147483647 h 384"/>
                      <a:gd name="T56" fmla="*/ 2147483647 w 366"/>
                      <a:gd name="T57" fmla="*/ 2147483647 h 384"/>
                      <a:gd name="T58" fmla="*/ 2147483647 w 366"/>
                      <a:gd name="T59" fmla="*/ 2147483647 h 384"/>
                      <a:gd name="T60" fmla="*/ 2147483647 w 366"/>
                      <a:gd name="T61" fmla="*/ 2147483647 h 384"/>
                      <a:gd name="T62" fmla="*/ 2147483647 w 366"/>
                      <a:gd name="T63" fmla="*/ 2147483647 h 384"/>
                      <a:gd name="T64" fmla="*/ 2147483647 w 366"/>
                      <a:gd name="T65" fmla="*/ 2147483647 h 384"/>
                      <a:gd name="T66" fmla="*/ 2147483647 w 366"/>
                      <a:gd name="T67" fmla="*/ 2147483647 h 384"/>
                      <a:gd name="T68" fmla="*/ 2147483647 w 366"/>
                      <a:gd name="T69" fmla="*/ 2147483647 h 384"/>
                      <a:gd name="T70" fmla="*/ 2147483647 w 366"/>
                      <a:gd name="T71" fmla="*/ 2147483647 h 384"/>
                      <a:gd name="T72" fmla="*/ 2147483647 w 366"/>
                      <a:gd name="T73" fmla="*/ 2147483647 h 384"/>
                      <a:gd name="T74" fmla="*/ 2147483647 w 366"/>
                      <a:gd name="T75" fmla="*/ 2147483647 h 384"/>
                      <a:gd name="T76" fmla="*/ 2147483647 w 366"/>
                      <a:gd name="T77" fmla="*/ 2147483647 h 384"/>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w 366"/>
                      <a:gd name="T118" fmla="*/ 0 h 384"/>
                      <a:gd name="T119" fmla="*/ 366 w 366"/>
                      <a:gd name="T120" fmla="*/ 384 h 384"/>
                    </a:gdLst>
                    <a:ahLst/>
                    <a:cxnLst>
                      <a:cxn ang="T78">
                        <a:pos x="T0" y="T1"/>
                      </a:cxn>
                      <a:cxn ang="T79">
                        <a:pos x="T2" y="T3"/>
                      </a:cxn>
                      <a:cxn ang="T80">
                        <a:pos x="T4" y="T5"/>
                      </a:cxn>
                      <a:cxn ang="T81">
                        <a:pos x="T6" y="T7"/>
                      </a:cxn>
                      <a:cxn ang="T82">
                        <a:pos x="T8" y="T9"/>
                      </a:cxn>
                      <a:cxn ang="T83">
                        <a:pos x="T10" y="T11"/>
                      </a:cxn>
                      <a:cxn ang="T84">
                        <a:pos x="T12" y="T13"/>
                      </a:cxn>
                      <a:cxn ang="T85">
                        <a:pos x="T14" y="T15"/>
                      </a:cxn>
                      <a:cxn ang="T86">
                        <a:pos x="T16" y="T17"/>
                      </a:cxn>
                      <a:cxn ang="T87">
                        <a:pos x="T18" y="T19"/>
                      </a:cxn>
                      <a:cxn ang="T88">
                        <a:pos x="T20" y="T21"/>
                      </a:cxn>
                      <a:cxn ang="T89">
                        <a:pos x="T22" y="T23"/>
                      </a:cxn>
                      <a:cxn ang="T90">
                        <a:pos x="T24" y="T25"/>
                      </a:cxn>
                      <a:cxn ang="T91">
                        <a:pos x="T26" y="T27"/>
                      </a:cxn>
                      <a:cxn ang="T92">
                        <a:pos x="T28" y="T29"/>
                      </a:cxn>
                      <a:cxn ang="T93">
                        <a:pos x="T30" y="T31"/>
                      </a:cxn>
                      <a:cxn ang="T94">
                        <a:pos x="T32" y="T33"/>
                      </a:cxn>
                      <a:cxn ang="T95">
                        <a:pos x="T34" y="T35"/>
                      </a:cxn>
                      <a:cxn ang="T96">
                        <a:pos x="T36" y="T37"/>
                      </a:cxn>
                      <a:cxn ang="T97">
                        <a:pos x="T38" y="T39"/>
                      </a:cxn>
                      <a:cxn ang="T98">
                        <a:pos x="T40" y="T41"/>
                      </a:cxn>
                      <a:cxn ang="T99">
                        <a:pos x="T42" y="T43"/>
                      </a:cxn>
                      <a:cxn ang="T100">
                        <a:pos x="T44" y="T45"/>
                      </a:cxn>
                      <a:cxn ang="T101">
                        <a:pos x="T46" y="T47"/>
                      </a:cxn>
                      <a:cxn ang="T102">
                        <a:pos x="T48" y="T49"/>
                      </a:cxn>
                      <a:cxn ang="T103">
                        <a:pos x="T50" y="T51"/>
                      </a:cxn>
                      <a:cxn ang="T104">
                        <a:pos x="T52" y="T53"/>
                      </a:cxn>
                      <a:cxn ang="T105">
                        <a:pos x="T54" y="T55"/>
                      </a:cxn>
                      <a:cxn ang="T106">
                        <a:pos x="T56" y="T57"/>
                      </a:cxn>
                      <a:cxn ang="T107">
                        <a:pos x="T58" y="T59"/>
                      </a:cxn>
                      <a:cxn ang="T108">
                        <a:pos x="T60" y="T61"/>
                      </a:cxn>
                      <a:cxn ang="T109">
                        <a:pos x="T62" y="T63"/>
                      </a:cxn>
                      <a:cxn ang="T110">
                        <a:pos x="T64" y="T65"/>
                      </a:cxn>
                      <a:cxn ang="T111">
                        <a:pos x="T66" y="T67"/>
                      </a:cxn>
                      <a:cxn ang="T112">
                        <a:pos x="T68" y="T69"/>
                      </a:cxn>
                      <a:cxn ang="T113">
                        <a:pos x="T70" y="T71"/>
                      </a:cxn>
                      <a:cxn ang="T114">
                        <a:pos x="T72" y="T73"/>
                      </a:cxn>
                      <a:cxn ang="T115">
                        <a:pos x="T74" y="T75"/>
                      </a:cxn>
                      <a:cxn ang="T116">
                        <a:pos x="T76" y="T77"/>
                      </a:cxn>
                    </a:cxnLst>
                    <a:rect l="T117" t="T118" r="T119" b="T120"/>
                    <a:pathLst>
                      <a:path w="366" h="384">
                        <a:moveTo>
                          <a:pt x="138" y="372"/>
                        </a:moveTo>
                        <a:lnTo>
                          <a:pt x="174" y="372"/>
                        </a:lnTo>
                        <a:lnTo>
                          <a:pt x="198" y="378"/>
                        </a:lnTo>
                        <a:lnTo>
                          <a:pt x="228" y="378"/>
                        </a:lnTo>
                        <a:lnTo>
                          <a:pt x="288" y="384"/>
                        </a:lnTo>
                        <a:lnTo>
                          <a:pt x="330" y="366"/>
                        </a:lnTo>
                        <a:lnTo>
                          <a:pt x="342" y="354"/>
                        </a:lnTo>
                        <a:lnTo>
                          <a:pt x="360" y="300"/>
                        </a:lnTo>
                        <a:lnTo>
                          <a:pt x="366" y="294"/>
                        </a:lnTo>
                        <a:lnTo>
                          <a:pt x="348" y="294"/>
                        </a:lnTo>
                        <a:lnTo>
                          <a:pt x="348" y="264"/>
                        </a:lnTo>
                        <a:lnTo>
                          <a:pt x="342" y="264"/>
                        </a:lnTo>
                        <a:lnTo>
                          <a:pt x="342" y="240"/>
                        </a:lnTo>
                        <a:lnTo>
                          <a:pt x="348" y="234"/>
                        </a:lnTo>
                        <a:lnTo>
                          <a:pt x="360" y="210"/>
                        </a:lnTo>
                        <a:lnTo>
                          <a:pt x="360" y="198"/>
                        </a:lnTo>
                        <a:lnTo>
                          <a:pt x="354" y="198"/>
                        </a:lnTo>
                        <a:lnTo>
                          <a:pt x="342" y="192"/>
                        </a:lnTo>
                        <a:lnTo>
                          <a:pt x="336" y="192"/>
                        </a:lnTo>
                        <a:lnTo>
                          <a:pt x="318" y="174"/>
                        </a:lnTo>
                        <a:lnTo>
                          <a:pt x="312" y="162"/>
                        </a:lnTo>
                        <a:lnTo>
                          <a:pt x="306" y="156"/>
                        </a:lnTo>
                        <a:lnTo>
                          <a:pt x="300" y="144"/>
                        </a:lnTo>
                        <a:lnTo>
                          <a:pt x="288" y="144"/>
                        </a:lnTo>
                        <a:lnTo>
                          <a:pt x="270" y="138"/>
                        </a:lnTo>
                        <a:lnTo>
                          <a:pt x="258" y="132"/>
                        </a:lnTo>
                        <a:lnTo>
                          <a:pt x="252" y="126"/>
                        </a:lnTo>
                        <a:lnTo>
                          <a:pt x="252" y="114"/>
                        </a:lnTo>
                        <a:lnTo>
                          <a:pt x="246" y="114"/>
                        </a:lnTo>
                        <a:lnTo>
                          <a:pt x="228" y="96"/>
                        </a:lnTo>
                        <a:lnTo>
                          <a:pt x="210" y="96"/>
                        </a:lnTo>
                        <a:lnTo>
                          <a:pt x="192" y="78"/>
                        </a:lnTo>
                        <a:lnTo>
                          <a:pt x="186" y="66"/>
                        </a:lnTo>
                        <a:lnTo>
                          <a:pt x="174" y="60"/>
                        </a:lnTo>
                        <a:lnTo>
                          <a:pt x="168" y="60"/>
                        </a:lnTo>
                        <a:lnTo>
                          <a:pt x="156" y="72"/>
                        </a:lnTo>
                        <a:lnTo>
                          <a:pt x="156" y="78"/>
                        </a:lnTo>
                        <a:lnTo>
                          <a:pt x="144" y="78"/>
                        </a:lnTo>
                        <a:lnTo>
                          <a:pt x="144" y="66"/>
                        </a:lnTo>
                        <a:lnTo>
                          <a:pt x="132" y="54"/>
                        </a:lnTo>
                        <a:lnTo>
                          <a:pt x="126" y="42"/>
                        </a:lnTo>
                        <a:lnTo>
                          <a:pt x="120" y="36"/>
                        </a:lnTo>
                        <a:lnTo>
                          <a:pt x="108" y="30"/>
                        </a:lnTo>
                        <a:lnTo>
                          <a:pt x="102" y="18"/>
                        </a:lnTo>
                        <a:lnTo>
                          <a:pt x="78" y="6"/>
                        </a:lnTo>
                        <a:lnTo>
                          <a:pt x="72" y="0"/>
                        </a:lnTo>
                        <a:lnTo>
                          <a:pt x="60" y="0"/>
                        </a:lnTo>
                        <a:lnTo>
                          <a:pt x="48" y="6"/>
                        </a:lnTo>
                        <a:lnTo>
                          <a:pt x="42" y="12"/>
                        </a:lnTo>
                        <a:lnTo>
                          <a:pt x="18" y="12"/>
                        </a:lnTo>
                        <a:lnTo>
                          <a:pt x="0" y="30"/>
                        </a:lnTo>
                        <a:lnTo>
                          <a:pt x="0" y="36"/>
                        </a:lnTo>
                        <a:lnTo>
                          <a:pt x="24" y="60"/>
                        </a:lnTo>
                        <a:lnTo>
                          <a:pt x="30" y="60"/>
                        </a:lnTo>
                        <a:lnTo>
                          <a:pt x="6" y="72"/>
                        </a:lnTo>
                        <a:lnTo>
                          <a:pt x="6" y="108"/>
                        </a:lnTo>
                        <a:lnTo>
                          <a:pt x="30" y="126"/>
                        </a:lnTo>
                        <a:lnTo>
                          <a:pt x="12" y="126"/>
                        </a:lnTo>
                        <a:lnTo>
                          <a:pt x="0" y="138"/>
                        </a:lnTo>
                        <a:lnTo>
                          <a:pt x="6" y="144"/>
                        </a:lnTo>
                        <a:lnTo>
                          <a:pt x="12" y="156"/>
                        </a:lnTo>
                        <a:lnTo>
                          <a:pt x="24" y="168"/>
                        </a:lnTo>
                        <a:lnTo>
                          <a:pt x="12" y="186"/>
                        </a:lnTo>
                        <a:lnTo>
                          <a:pt x="18" y="192"/>
                        </a:lnTo>
                        <a:lnTo>
                          <a:pt x="24" y="204"/>
                        </a:lnTo>
                        <a:lnTo>
                          <a:pt x="36" y="210"/>
                        </a:lnTo>
                        <a:lnTo>
                          <a:pt x="42" y="222"/>
                        </a:lnTo>
                        <a:lnTo>
                          <a:pt x="42" y="228"/>
                        </a:lnTo>
                        <a:lnTo>
                          <a:pt x="36" y="228"/>
                        </a:lnTo>
                        <a:lnTo>
                          <a:pt x="30" y="234"/>
                        </a:lnTo>
                        <a:lnTo>
                          <a:pt x="6" y="234"/>
                        </a:lnTo>
                        <a:lnTo>
                          <a:pt x="6" y="282"/>
                        </a:lnTo>
                        <a:lnTo>
                          <a:pt x="36" y="318"/>
                        </a:lnTo>
                        <a:lnTo>
                          <a:pt x="42" y="318"/>
                        </a:lnTo>
                        <a:lnTo>
                          <a:pt x="54" y="324"/>
                        </a:lnTo>
                        <a:lnTo>
                          <a:pt x="78" y="348"/>
                        </a:lnTo>
                        <a:lnTo>
                          <a:pt x="90" y="354"/>
                        </a:lnTo>
                        <a:lnTo>
                          <a:pt x="126" y="354"/>
                        </a:lnTo>
                        <a:lnTo>
                          <a:pt x="138" y="37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80" name="Suriname" descr="© INSCALE GmbH, 05.05.2010&#10;http://www.presentationload.com/">
                    <a:extLst>
                      <a:ext uri="{FF2B5EF4-FFF2-40B4-BE49-F238E27FC236}">
                        <a16:creationId xmlns:a16="http://schemas.microsoft.com/office/drawing/2014/main" id="{D22D30D0-770D-8DC8-7643-2C601AC283EC}"/>
                      </a:ext>
                    </a:extLst>
                  </p:cNvPr>
                  <p:cNvSpPr>
                    <a:spLocks/>
                  </p:cNvSpPr>
                  <p:nvPr/>
                </p:nvSpPr>
                <p:spPr bwMode="gray">
                  <a:xfrm>
                    <a:off x="1608" y="2447"/>
                    <a:ext cx="74" cy="85"/>
                  </a:xfrm>
                  <a:custGeom>
                    <a:avLst/>
                    <a:gdLst>
                      <a:gd name="T0" fmla="*/ 2147483647 w 294"/>
                      <a:gd name="T1" fmla="*/ 2147483647 h 336"/>
                      <a:gd name="T2" fmla="*/ 2147483647 w 294"/>
                      <a:gd name="T3" fmla="*/ 2147483647 h 336"/>
                      <a:gd name="T4" fmla="*/ 2147483647 w 294"/>
                      <a:gd name="T5" fmla="*/ 2147483647 h 336"/>
                      <a:gd name="T6" fmla="*/ 0 w 294"/>
                      <a:gd name="T7" fmla="*/ 2147483647 h 336"/>
                      <a:gd name="T8" fmla="*/ 2147483647 w 294"/>
                      <a:gd name="T9" fmla="*/ 2147483647 h 336"/>
                      <a:gd name="T10" fmla="*/ 2147483647 w 294"/>
                      <a:gd name="T11" fmla="*/ 2147483647 h 336"/>
                      <a:gd name="T12" fmla="*/ 2147483647 w 294"/>
                      <a:gd name="T13" fmla="*/ 2147483647 h 336"/>
                      <a:gd name="T14" fmla="*/ 2147483647 w 294"/>
                      <a:gd name="T15" fmla="*/ 2147483647 h 336"/>
                      <a:gd name="T16" fmla="*/ 2147483647 w 294"/>
                      <a:gd name="T17" fmla="*/ 2147483647 h 336"/>
                      <a:gd name="T18" fmla="*/ 2147483647 w 294"/>
                      <a:gd name="T19" fmla="*/ 2147483647 h 336"/>
                      <a:gd name="T20" fmla="*/ 2147483647 w 294"/>
                      <a:gd name="T21" fmla="*/ 2147483647 h 336"/>
                      <a:gd name="T22" fmla="*/ 2147483647 w 294"/>
                      <a:gd name="T23" fmla="*/ 2147483647 h 336"/>
                      <a:gd name="T24" fmla="*/ 2147483647 w 294"/>
                      <a:gd name="T25" fmla="*/ 2147483647 h 336"/>
                      <a:gd name="T26" fmla="*/ 2147483647 w 294"/>
                      <a:gd name="T27" fmla="*/ 2147483647 h 336"/>
                      <a:gd name="T28" fmla="*/ 2147483647 w 294"/>
                      <a:gd name="T29" fmla="*/ 2147483647 h 336"/>
                      <a:gd name="T30" fmla="*/ 2147483647 w 294"/>
                      <a:gd name="T31" fmla="*/ 2147483647 h 336"/>
                      <a:gd name="T32" fmla="*/ 2147483647 w 294"/>
                      <a:gd name="T33" fmla="*/ 2147483647 h 336"/>
                      <a:gd name="T34" fmla="*/ 2147483647 w 294"/>
                      <a:gd name="T35" fmla="*/ 2147483647 h 336"/>
                      <a:gd name="T36" fmla="*/ 2147483647 w 294"/>
                      <a:gd name="T37" fmla="*/ 2147483647 h 336"/>
                      <a:gd name="T38" fmla="*/ 2147483647 w 294"/>
                      <a:gd name="T39" fmla="*/ 2147483647 h 336"/>
                      <a:gd name="T40" fmla="*/ 2147483647 w 294"/>
                      <a:gd name="T41" fmla="*/ 2147483647 h 336"/>
                      <a:gd name="T42" fmla="*/ 2147483647 w 294"/>
                      <a:gd name="T43" fmla="*/ 2147483647 h 336"/>
                      <a:gd name="T44" fmla="*/ 2147483647 w 294"/>
                      <a:gd name="T45" fmla="*/ 2147483647 h 336"/>
                      <a:gd name="T46" fmla="*/ 2147483647 w 294"/>
                      <a:gd name="T47" fmla="*/ 2147483647 h 336"/>
                      <a:gd name="T48" fmla="*/ 2147483647 w 294"/>
                      <a:gd name="T49" fmla="*/ 2147483647 h 336"/>
                      <a:gd name="T50" fmla="*/ 2147483647 w 294"/>
                      <a:gd name="T51" fmla="*/ 2147483647 h 336"/>
                      <a:gd name="T52" fmla="*/ 2147483647 w 294"/>
                      <a:gd name="T53" fmla="*/ 2147483647 h 336"/>
                      <a:gd name="T54" fmla="*/ 2147483647 w 294"/>
                      <a:gd name="T55" fmla="*/ 2147483647 h 336"/>
                      <a:gd name="T56" fmla="*/ 2147483647 w 294"/>
                      <a:gd name="T57" fmla="*/ 2147483647 h 336"/>
                      <a:gd name="T58" fmla="*/ 2147483647 w 294"/>
                      <a:gd name="T59" fmla="*/ 2147483647 h 336"/>
                      <a:gd name="T60" fmla="*/ 2147483647 w 294"/>
                      <a:gd name="T61" fmla="*/ 2147483647 h 336"/>
                      <a:gd name="T62" fmla="*/ 2147483647 w 294"/>
                      <a:gd name="T63" fmla="*/ 2147483647 h 336"/>
                      <a:gd name="T64" fmla="*/ 2147483647 w 294"/>
                      <a:gd name="T65" fmla="*/ 2147483647 h 336"/>
                      <a:gd name="T66" fmla="*/ 2147483647 w 294"/>
                      <a:gd name="T67" fmla="*/ 2147483647 h 336"/>
                      <a:gd name="T68" fmla="*/ 2147483647 w 294"/>
                      <a:gd name="T69" fmla="*/ 2147483647 h 336"/>
                      <a:gd name="T70" fmla="*/ 2147483647 w 294"/>
                      <a:gd name="T71" fmla="*/ 0 h 336"/>
                      <a:gd name="T72" fmla="*/ 2147483647 w 294"/>
                      <a:gd name="T73" fmla="*/ 2147483647 h 336"/>
                      <a:gd name="T74" fmla="*/ 2147483647 w 294"/>
                      <a:gd name="T75" fmla="*/ 2147483647 h 336"/>
                      <a:gd name="T76" fmla="*/ 2147483647 w 294"/>
                      <a:gd name="T77" fmla="*/ 2147483647 h 336"/>
                      <a:gd name="T78" fmla="*/ 2147483647 w 294"/>
                      <a:gd name="T79" fmla="*/ 2147483647 h 336"/>
                      <a:gd name="T80" fmla="*/ 2147483647 w 294"/>
                      <a:gd name="T81" fmla="*/ 2147483647 h 336"/>
                      <a:gd name="T82" fmla="*/ 2147483647 w 294"/>
                      <a:gd name="T83" fmla="*/ 2147483647 h 3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94"/>
                      <a:gd name="T127" fmla="*/ 0 h 336"/>
                      <a:gd name="T128" fmla="*/ 294 w 294"/>
                      <a:gd name="T129" fmla="*/ 336 h 336"/>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94" h="336">
                        <a:moveTo>
                          <a:pt x="60" y="78"/>
                        </a:moveTo>
                        <a:lnTo>
                          <a:pt x="30" y="78"/>
                        </a:lnTo>
                        <a:lnTo>
                          <a:pt x="18" y="84"/>
                        </a:lnTo>
                        <a:lnTo>
                          <a:pt x="12" y="90"/>
                        </a:lnTo>
                        <a:lnTo>
                          <a:pt x="12" y="132"/>
                        </a:lnTo>
                        <a:lnTo>
                          <a:pt x="6" y="138"/>
                        </a:lnTo>
                        <a:lnTo>
                          <a:pt x="0" y="150"/>
                        </a:lnTo>
                        <a:lnTo>
                          <a:pt x="0" y="162"/>
                        </a:lnTo>
                        <a:lnTo>
                          <a:pt x="6" y="168"/>
                        </a:lnTo>
                        <a:lnTo>
                          <a:pt x="6" y="174"/>
                        </a:lnTo>
                        <a:lnTo>
                          <a:pt x="12" y="174"/>
                        </a:lnTo>
                        <a:lnTo>
                          <a:pt x="12" y="186"/>
                        </a:lnTo>
                        <a:lnTo>
                          <a:pt x="18" y="198"/>
                        </a:lnTo>
                        <a:lnTo>
                          <a:pt x="24" y="204"/>
                        </a:lnTo>
                        <a:lnTo>
                          <a:pt x="30" y="216"/>
                        </a:lnTo>
                        <a:lnTo>
                          <a:pt x="42" y="216"/>
                        </a:lnTo>
                        <a:lnTo>
                          <a:pt x="42" y="210"/>
                        </a:lnTo>
                        <a:lnTo>
                          <a:pt x="54" y="198"/>
                        </a:lnTo>
                        <a:lnTo>
                          <a:pt x="54" y="216"/>
                        </a:lnTo>
                        <a:lnTo>
                          <a:pt x="48" y="222"/>
                        </a:lnTo>
                        <a:lnTo>
                          <a:pt x="48" y="246"/>
                        </a:lnTo>
                        <a:lnTo>
                          <a:pt x="54" y="258"/>
                        </a:lnTo>
                        <a:lnTo>
                          <a:pt x="72" y="276"/>
                        </a:lnTo>
                        <a:lnTo>
                          <a:pt x="78" y="294"/>
                        </a:lnTo>
                        <a:lnTo>
                          <a:pt x="84" y="306"/>
                        </a:lnTo>
                        <a:lnTo>
                          <a:pt x="90" y="312"/>
                        </a:lnTo>
                        <a:lnTo>
                          <a:pt x="90" y="318"/>
                        </a:lnTo>
                        <a:lnTo>
                          <a:pt x="102" y="324"/>
                        </a:lnTo>
                        <a:lnTo>
                          <a:pt x="108" y="324"/>
                        </a:lnTo>
                        <a:lnTo>
                          <a:pt x="132" y="336"/>
                        </a:lnTo>
                        <a:lnTo>
                          <a:pt x="150" y="336"/>
                        </a:lnTo>
                        <a:lnTo>
                          <a:pt x="156" y="330"/>
                        </a:lnTo>
                        <a:lnTo>
                          <a:pt x="150" y="324"/>
                        </a:lnTo>
                        <a:lnTo>
                          <a:pt x="150" y="318"/>
                        </a:lnTo>
                        <a:lnTo>
                          <a:pt x="138" y="306"/>
                        </a:lnTo>
                        <a:lnTo>
                          <a:pt x="138" y="282"/>
                        </a:lnTo>
                        <a:lnTo>
                          <a:pt x="150" y="276"/>
                        </a:lnTo>
                        <a:lnTo>
                          <a:pt x="156" y="276"/>
                        </a:lnTo>
                        <a:lnTo>
                          <a:pt x="156" y="288"/>
                        </a:lnTo>
                        <a:lnTo>
                          <a:pt x="180" y="288"/>
                        </a:lnTo>
                        <a:lnTo>
                          <a:pt x="192" y="282"/>
                        </a:lnTo>
                        <a:lnTo>
                          <a:pt x="198" y="276"/>
                        </a:lnTo>
                        <a:lnTo>
                          <a:pt x="210" y="270"/>
                        </a:lnTo>
                        <a:lnTo>
                          <a:pt x="216" y="270"/>
                        </a:lnTo>
                        <a:lnTo>
                          <a:pt x="222" y="282"/>
                        </a:lnTo>
                        <a:lnTo>
                          <a:pt x="228" y="288"/>
                        </a:lnTo>
                        <a:lnTo>
                          <a:pt x="246" y="294"/>
                        </a:lnTo>
                        <a:lnTo>
                          <a:pt x="252" y="282"/>
                        </a:lnTo>
                        <a:lnTo>
                          <a:pt x="258" y="276"/>
                        </a:lnTo>
                        <a:lnTo>
                          <a:pt x="258" y="264"/>
                        </a:lnTo>
                        <a:lnTo>
                          <a:pt x="264" y="264"/>
                        </a:lnTo>
                        <a:lnTo>
                          <a:pt x="276" y="258"/>
                        </a:lnTo>
                        <a:lnTo>
                          <a:pt x="270" y="222"/>
                        </a:lnTo>
                        <a:lnTo>
                          <a:pt x="288" y="204"/>
                        </a:lnTo>
                        <a:lnTo>
                          <a:pt x="288" y="198"/>
                        </a:lnTo>
                        <a:lnTo>
                          <a:pt x="282" y="186"/>
                        </a:lnTo>
                        <a:lnTo>
                          <a:pt x="264" y="168"/>
                        </a:lnTo>
                        <a:lnTo>
                          <a:pt x="258" y="156"/>
                        </a:lnTo>
                        <a:lnTo>
                          <a:pt x="258" y="144"/>
                        </a:lnTo>
                        <a:lnTo>
                          <a:pt x="252" y="126"/>
                        </a:lnTo>
                        <a:lnTo>
                          <a:pt x="252" y="96"/>
                        </a:lnTo>
                        <a:lnTo>
                          <a:pt x="258" y="78"/>
                        </a:lnTo>
                        <a:lnTo>
                          <a:pt x="264" y="66"/>
                        </a:lnTo>
                        <a:lnTo>
                          <a:pt x="276" y="60"/>
                        </a:lnTo>
                        <a:lnTo>
                          <a:pt x="282" y="54"/>
                        </a:lnTo>
                        <a:lnTo>
                          <a:pt x="288" y="54"/>
                        </a:lnTo>
                        <a:lnTo>
                          <a:pt x="288" y="30"/>
                        </a:lnTo>
                        <a:lnTo>
                          <a:pt x="294" y="12"/>
                        </a:lnTo>
                        <a:lnTo>
                          <a:pt x="288" y="12"/>
                        </a:lnTo>
                        <a:lnTo>
                          <a:pt x="282" y="6"/>
                        </a:lnTo>
                        <a:lnTo>
                          <a:pt x="270" y="6"/>
                        </a:lnTo>
                        <a:lnTo>
                          <a:pt x="252" y="0"/>
                        </a:lnTo>
                        <a:lnTo>
                          <a:pt x="210" y="0"/>
                        </a:lnTo>
                        <a:lnTo>
                          <a:pt x="204" y="12"/>
                        </a:lnTo>
                        <a:lnTo>
                          <a:pt x="156" y="6"/>
                        </a:lnTo>
                        <a:lnTo>
                          <a:pt x="156" y="18"/>
                        </a:lnTo>
                        <a:lnTo>
                          <a:pt x="96" y="0"/>
                        </a:lnTo>
                        <a:lnTo>
                          <a:pt x="72" y="6"/>
                        </a:lnTo>
                        <a:lnTo>
                          <a:pt x="66" y="18"/>
                        </a:lnTo>
                        <a:lnTo>
                          <a:pt x="60" y="24"/>
                        </a:lnTo>
                        <a:lnTo>
                          <a:pt x="54" y="36"/>
                        </a:lnTo>
                        <a:lnTo>
                          <a:pt x="54" y="48"/>
                        </a:lnTo>
                        <a:lnTo>
                          <a:pt x="66" y="60"/>
                        </a:lnTo>
                        <a:lnTo>
                          <a:pt x="66" y="72"/>
                        </a:lnTo>
                        <a:lnTo>
                          <a:pt x="60" y="78"/>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81" name="Puerto Rico" descr="© INSCALE GmbH, 05.05.2010&#10;http://www.presentationload.com/">
                    <a:extLst>
                      <a:ext uri="{FF2B5EF4-FFF2-40B4-BE49-F238E27FC236}">
                        <a16:creationId xmlns:a16="http://schemas.microsoft.com/office/drawing/2014/main" id="{20745E35-FFC2-C33F-EC86-73EEAE11F04A}"/>
                      </a:ext>
                    </a:extLst>
                  </p:cNvPr>
                  <p:cNvSpPr>
                    <a:spLocks/>
                  </p:cNvSpPr>
                  <p:nvPr/>
                </p:nvSpPr>
                <p:spPr bwMode="gray">
                  <a:xfrm>
                    <a:off x="1464" y="2193"/>
                    <a:ext cx="35" cy="15"/>
                  </a:xfrm>
                  <a:custGeom>
                    <a:avLst/>
                    <a:gdLst>
                      <a:gd name="T0" fmla="*/ 2147483647 w 138"/>
                      <a:gd name="T1" fmla="*/ 2147483647 h 60"/>
                      <a:gd name="T2" fmla="*/ 2147483647 w 138"/>
                      <a:gd name="T3" fmla="*/ 2147483647 h 60"/>
                      <a:gd name="T4" fmla="*/ 2147483647 w 138"/>
                      <a:gd name="T5" fmla="*/ 0 h 60"/>
                      <a:gd name="T6" fmla="*/ 2147483647 w 138"/>
                      <a:gd name="T7" fmla="*/ 0 h 60"/>
                      <a:gd name="T8" fmla="*/ 2147483647 w 138"/>
                      <a:gd name="T9" fmla="*/ 2147483647 h 60"/>
                      <a:gd name="T10" fmla="*/ 0 w 138"/>
                      <a:gd name="T11" fmla="*/ 2147483647 h 60"/>
                      <a:gd name="T12" fmla="*/ 0 w 138"/>
                      <a:gd name="T13" fmla="*/ 2147483647 h 60"/>
                      <a:gd name="T14" fmla="*/ 2147483647 w 138"/>
                      <a:gd name="T15" fmla="*/ 2147483647 h 60"/>
                      <a:gd name="T16" fmla="*/ 2147483647 w 138"/>
                      <a:gd name="T17" fmla="*/ 2147483647 h 60"/>
                      <a:gd name="T18" fmla="*/ 2147483647 w 138"/>
                      <a:gd name="T19" fmla="*/ 2147483647 h 60"/>
                      <a:gd name="T20" fmla="*/ 2147483647 w 138"/>
                      <a:gd name="T21" fmla="*/ 2147483647 h 60"/>
                      <a:gd name="T22" fmla="*/ 2147483647 w 138"/>
                      <a:gd name="T23" fmla="*/ 2147483647 h 60"/>
                      <a:gd name="T24" fmla="*/ 2147483647 w 138"/>
                      <a:gd name="T25" fmla="*/ 2147483647 h 60"/>
                      <a:gd name="T26" fmla="*/ 2147483647 w 138"/>
                      <a:gd name="T27" fmla="*/ 2147483647 h 60"/>
                      <a:gd name="T28" fmla="*/ 2147483647 w 138"/>
                      <a:gd name="T29" fmla="*/ 2147483647 h 60"/>
                      <a:gd name="T30" fmla="*/ 2147483647 w 138"/>
                      <a:gd name="T31" fmla="*/ 2147483647 h 60"/>
                      <a:gd name="T32" fmla="*/ 2147483647 w 138"/>
                      <a:gd name="T33" fmla="*/ 2147483647 h 60"/>
                      <a:gd name="T34" fmla="*/ 2147483647 w 138"/>
                      <a:gd name="T35" fmla="*/ 2147483647 h 60"/>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38"/>
                      <a:gd name="T55" fmla="*/ 0 h 60"/>
                      <a:gd name="T56" fmla="*/ 138 w 138"/>
                      <a:gd name="T57" fmla="*/ 60 h 60"/>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38" h="60">
                        <a:moveTo>
                          <a:pt x="84" y="12"/>
                        </a:moveTo>
                        <a:lnTo>
                          <a:pt x="72" y="12"/>
                        </a:lnTo>
                        <a:lnTo>
                          <a:pt x="36" y="0"/>
                        </a:lnTo>
                        <a:lnTo>
                          <a:pt x="12" y="0"/>
                        </a:lnTo>
                        <a:lnTo>
                          <a:pt x="6" y="12"/>
                        </a:lnTo>
                        <a:lnTo>
                          <a:pt x="0" y="18"/>
                        </a:lnTo>
                        <a:lnTo>
                          <a:pt x="0" y="48"/>
                        </a:lnTo>
                        <a:lnTo>
                          <a:pt x="36" y="60"/>
                        </a:lnTo>
                        <a:lnTo>
                          <a:pt x="48" y="48"/>
                        </a:lnTo>
                        <a:lnTo>
                          <a:pt x="102" y="48"/>
                        </a:lnTo>
                        <a:lnTo>
                          <a:pt x="120" y="36"/>
                        </a:lnTo>
                        <a:lnTo>
                          <a:pt x="132" y="30"/>
                        </a:lnTo>
                        <a:lnTo>
                          <a:pt x="138" y="18"/>
                        </a:lnTo>
                        <a:lnTo>
                          <a:pt x="138" y="12"/>
                        </a:lnTo>
                        <a:lnTo>
                          <a:pt x="132" y="6"/>
                        </a:lnTo>
                        <a:lnTo>
                          <a:pt x="114" y="6"/>
                        </a:lnTo>
                        <a:lnTo>
                          <a:pt x="102" y="12"/>
                        </a:lnTo>
                        <a:lnTo>
                          <a:pt x="84" y="1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82" name="Peru" descr="© INSCALE GmbH, 05.05.2010&#10;http://www.presentationload.com/">
                    <a:extLst>
                      <a:ext uri="{FF2B5EF4-FFF2-40B4-BE49-F238E27FC236}">
                        <a16:creationId xmlns:a16="http://schemas.microsoft.com/office/drawing/2014/main" id="{230A7BFB-B647-FBF5-9550-8C4E49EF764C}"/>
                      </a:ext>
                    </a:extLst>
                  </p:cNvPr>
                  <p:cNvSpPr>
                    <a:spLocks/>
                  </p:cNvSpPr>
                  <p:nvPr/>
                </p:nvSpPr>
                <p:spPr bwMode="gray">
                  <a:xfrm>
                    <a:off x="1188" y="2568"/>
                    <a:ext cx="239" cy="377"/>
                  </a:xfrm>
                  <a:custGeom>
                    <a:avLst/>
                    <a:gdLst>
                      <a:gd name="T0" fmla="*/ 2147483647 w 942"/>
                      <a:gd name="T1" fmla="*/ 2147483647 h 1488"/>
                      <a:gd name="T2" fmla="*/ 2147483647 w 942"/>
                      <a:gd name="T3" fmla="*/ 2147483647 h 1488"/>
                      <a:gd name="T4" fmla="*/ 2147483647 w 942"/>
                      <a:gd name="T5" fmla="*/ 2147483647 h 1488"/>
                      <a:gd name="T6" fmla="*/ 2147483647 w 942"/>
                      <a:gd name="T7" fmla="*/ 2147483647 h 1488"/>
                      <a:gd name="T8" fmla="*/ 2147483647 w 942"/>
                      <a:gd name="T9" fmla="*/ 2147483647 h 1488"/>
                      <a:gd name="T10" fmla="*/ 2147483647 w 942"/>
                      <a:gd name="T11" fmla="*/ 2147483647 h 1488"/>
                      <a:gd name="T12" fmla="*/ 2147483647 w 942"/>
                      <a:gd name="T13" fmla="*/ 2147483647 h 1488"/>
                      <a:gd name="T14" fmla="*/ 2147483647 w 942"/>
                      <a:gd name="T15" fmla="*/ 2147483647 h 1488"/>
                      <a:gd name="T16" fmla="*/ 2147483647 w 942"/>
                      <a:gd name="T17" fmla="*/ 2147483647 h 1488"/>
                      <a:gd name="T18" fmla="*/ 2147483647 w 942"/>
                      <a:gd name="T19" fmla="*/ 2147483647 h 1488"/>
                      <a:gd name="T20" fmla="*/ 2147483647 w 942"/>
                      <a:gd name="T21" fmla="*/ 2147483647 h 1488"/>
                      <a:gd name="T22" fmla="*/ 2147483647 w 942"/>
                      <a:gd name="T23" fmla="*/ 2147483647 h 1488"/>
                      <a:gd name="T24" fmla="*/ 2147483647 w 942"/>
                      <a:gd name="T25" fmla="*/ 2147483647 h 1488"/>
                      <a:gd name="T26" fmla="*/ 2147483647 w 942"/>
                      <a:gd name="T27" fmla="*/ 2147483647 h 1488"/>
                      <a:gd name="T28" fmla="*/ 2147483647 w 942"/>
                      <a:gd name="T29" fmla="*/ 2147483647 h 1488"/>
                      <a:gd name="T30" fmla="*/ 2147483647 w 942"/>
                      <a:gd name="T31" fmla="*/ 2147483647 h 1488"/>
                      <a:gd name="T32" fmla="*/ 2147483647 w 942"/>
                      <a:gd name="T33" fmla="*/ 2147483647 h 1488"/>
                      <a:gd name="T34" fmla="*/ 2147483647 w 942"/>
                      <a:gd name="T35" fmla="*/ 2147483647 h 1488"/>
                      <a:gd name="T36" fmla="*/ 2147483647 w 942"/>
                      <a:gd name="T37" fmla="*/ 2147483647 h 1488"/>
                      <a:gd name="T38" fmla="*/ 2147483647 w 942"/>
                      <a:gd name="T39" fmla="*/ 2147483647 h 1488"/>
                      <a:gd name="T40" fmla="*/ 2147483647 w 942"/>
                      <a:gd name="T41" fmla="*/ 2147483647 h 1488"/>
                      <a:gd name="T42" fmla="*/ 2147483647 w 942"/>
                      <a:gd name="T43" fmla="*/ 2147483647 h 1488"/>
                      <a:gd name="T44" fmla="*/ 2147483647 w 942"/>
                      <a:gd name="T45" fmla="*/ 2147483647 h 1488"/>
                      <a:gd name="T46" fmla="*/ 2147483647 w 942"/>
                      <a:gd name="T47" fmla="*/ 2147483647 h 1488"/>
                      <a:gd name="T48" fmla="*/ 2147483647 w 942"/>
                      <a:gd name="T49" fmla="*/ 2147483647 h 1488"/>
                      <a:gd name="T50" fmla="*/ 2147483647 w 942"/>
                      <a:gd name="T51" fmla="*/ 2147483647 h 1488"/>
                      <a:gd name="T52" fmla="*/ 2147483647 w 942"/>
                      <a:gd name="T53" fmla="*/ 2147483647 h 1488"/>
                      <a:gd name="T54" fmla="*/ 2147483647 w 942"/>
                      <a:gd name="T55" fmla="*/ 2147483647 h 1488"/>
                      <a:gd name="T56" fmla="*/ 2147483647 w 942"/>
                      <a:gd name="T57" fmla="*/ 2147483647 h 1488"/>
                      <a:gd name="T58" fmla="*/ 2147483647 w 942"/>
                      <a:gd name="T59" fmla="*/ 2147483647 h 1488"/>
                      <a:gd name="T60" fmla="*/ 2147483647 w 942"/>
                      <a:gd name="T61" fmla="*/ 2147483647 h 1488"/>
                      <a:gd name="T62" fmla="*/ 2147483647 w 942"/>
                      <a:gd name="T63" fmla="*/ 0 h 1488"/>
                      <a:gd name="T64" fmla="*/ 2147483647 w 942"/>
                      <a:gd name="T65" fmla="*/ 2147483647 h 1488"/>
                      <a:gd name="T66" fmla="*/ 2147483647 w 942"/>
                      <a:gd name="T67" fmla="*/ 2147483647 h 1488"/>
                      <a:gd name="T68" fmla="*/ 2147483647 w 942"/>
                      <a:gd name="T69" fmla="*/ 2147483647 h 1488"/>
                      <a:gd name="T70" fmla="*/ 2147483647 w 942"/>
                      <a:gd name="T71" fmla="*/ 2147483647 h 1488"/>
                      <a:gd name="T72" fmla="*/ 2147483647 w 942"/>
                      <a:gd name="T73" fmla="*/ 2147483647 h 1488"/>
                      <a:gd name="T74" fmla="*/ 2147483647 w 942"/>
                      <a:gd name="T75" fmla="*/ 2147483647 h 1488"/>
                      <a:gd name="T76" fmla="*/ 2147483647 w 942"/>
                      <a:gd name="T77" fmla="*/ 2147483647 h 1488"/>
                      <a:gd name="T78" fmla="*/ 2147483647 w 942"/>
                      <a:gd name="T79" fmla="*/ 2147483647 h 1488"/>
                      <a:gd name="T80" fmla="*/ 2147483647 w 942"/>
                      <a:gd name="T81" fmla="*/ 2147483647 h 1488"/>
                      <a:gd name="T82" fmla="*/ 2147483647 w 942"/>
                      <a:gd name="T83" fmla="*/ 2147483647 h 1488"/>
                      <a:gd name="T84" fmla="*/ 0 w 942"/>
                      <a:gd name="T85" fmla="*/ 2147483647 h 1488"/>
                      <a:gd name="T86" fmla="*/ 2147483647 w 942"/>
                      <a:gd name="T87" fmla="*/ 2147483647 h 1488"/>
                      <a:gd name="T88" fmla="*/ 2147483647 w 942"/>
                      <a:gd name="T89" fmla="*/ 2147483647 h 1488"/>
                      <a:gd name="T90" fmla="*/ 2147483647 w 942"/>
                      <a:gd name="T91" fmla="*/ 2147483647 h 1488"/>
                      <a:gd name="T92" fmla="*/ 2147483647 w 942"/>
                      <a:gd name="T93" fmla="*/ 2147483647 h 1488"/>
                      <a:gd name="T94" fmla="*/ 2147483647 w 942"/>
                      <a:gd name="T95" fmla="*/ 2147483647 h 1488"/>
                      <a:gd name="T96" fmla="*/ 2147483647 w 942"/>
                      <a:gd name="T97" fmla="*/ 2147483647 h 1488"/>
                      <a:gd name="T98" fmla="*/ 2147483647 w 942"/>
                      <a:gd name="T99" fmla="*/ 2147483647 h 1488"/>
                      <a:gd name="T100" fmla="*/ 2147483647 w 942"/>
                      <a:gd name="T101" fmla="*/ 2147483647 h 1488"/>
                      <a:gd name="T102" fmla="*/ 2147483647 w 942"/>
                      <a:gd name="T103" fmla="*/ 2147483647 h 1488"/>
                      <a:gd name="T104" fmla="*/ 2147483647 w 942"/>
                      <a:gd name="T105" fmla="*/ 2147483647 h 1488"/>
                      <a:gd name="T106" fmla="*/ 2147483647 w 942"/>
                      <a:gd name="T107" fmla="*/ 2147483647 h 1488"/>
                      <a:gd name="T108" fmla="*/ 2147483647 w 942"/>
                      <a:gd name="T109" fmla="*/ 2147483647 h 1488"/>
                      <a:gd name="T110" fmla="*/ 2147483647 w 942"/>
                      <a:gd name="T111" fmla="*/ 2147483647 h 1488"/>
                      <a:gd name="T112" fmla="*/ 2147483647 w 942"/>
                      <a:gd name="T113" fmla="*/ 2147483647 h 1488"/>
                      <a:gd name="T114" fmla="*/ 2147483647 w 942"/>
                      <a:gd name="T115" fmla="*/ 2147483647 h 1488"/>
                      <a:gd name="T116" fmla="*/ 2147483647 w 942"/>
                      <a:gd name="T117" fmla="*/ 2147483647 h 1488"/>
                      <a:gd name="T118" fmla="*/ 2147483647 w 942"/>
                      <a:gd name="T119" fmla="*/ 2147483647 h 1488"/>
                      <a:gd name="T120" fmla="*/ 2147483647 w 942"/>
                      <a:gd name="T121" fmla="*/ 2147483647 h 148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942"/>
                      <a:gd name="T184" fmla="*/ 0 h 1488"/>
                      <a:gd name="T185" fmla="*/ 942 w 942"/>
                      <a:gd name="T186" fmla="*/ 1488 h 148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942" h="1488">
                        <a:moveTo>
                          <a:pt x="930" y="1320"/>
                        </a:moveTo>
                        <a:lnTo>
                          <a:pt x="924" y="1314"/>
                        </a:lnTo>
                        <a:lnTo>
                          <a:pt x="912" y="1308"/>
                        </a:lnTo>
                        <a:lnTo>
                          <a:pt x="888" y="1284"/>
                        </a:lnTo>
                        <a:lnTo>
                          <a:pt x="864" y="1284"/>
                        </a:lnTo>
                        <a:lnTo>
                          <a:pt x="858" y="1278"/>
                        </a:lnTo>
                        <a:lnTo>
                          <a:pt x="870" y="1260"/>
                        </a:lnTo>
                        <a:lnTo>
                          <a:pt x="870" y="1230"/>
                        </a:lnTo>
                        <a:lnTo>
                          <a:pt x="882" y="1230"/>
                        </a:lnTo>
                        <a:lnTo>
                          <a:pt x="906" y="1254"/>
                        </a:lnTo>
                        <a:lnTo>
                          <a:pt x="918" y="1236"/>
                        </a:lnTo>
                        <a:lnTo>
                          <a:pt x="918" y="1230"/>
                        </a:lnTo>
                        <a:lnTo>
                          <a:pt x="912" y="1224"/>
                        </a:lnTo>
                        <a:lnTo>
                          <a:pt x="906" y="1212"/>
                        </a:lnTo>
                        <a:lnTo>
                          <a:pt x="900" y="1194"/>
                        </a:lnTo>
                        <a:lnTo>
                          <a:pt x="912" y="1170"/>
                        </a:lnTo>
                        <a:lnTo>
                          <a:pt x="924" y="1158"/>
                        </a:lnTo>
                        <a:lnTo>
                          <a:pt x="930" y="1146"/>
                        </a:lnTo>
                        <a:lnTo>
                          <a:pt x="930" y="1140"/>
                        </a:lnTo>
                        <a:lnTo>
                          <a:pt x="924" y="1128"/>
                        </a:lnTo>
                        <a:lnTo>
                          <a:pt x="912" y="1116"/>
                        </a:lnTo>
                        <a:lnTo>
                          <a:pt x="906" y="1116"/>
                        </a:lnTo>
                        <a:lnTo>
                          <a:pt x="924" y="1086"/>
                        </a:lnTo>
                        <a:lnTo>
                          <a:pt x="912" y="1038"/>
                        </a:lnTo>
                        <a:lnTo>
                          <a:pt x="918" y="1032"/>
                        </a:lnTo>
                        <a:lnTo>
                          <a:pt x="924" y="1020"/>
                        </a:lnTo>
                        <a:lnTo>
                          <a:pt x="930" y="1014"/>
                        </a:lnTo>
                        <a:lnTo>
                          <a:pt x="930" y="1002"/>
                        </a:lnTo>
                        <a:lnTo>
                          <a:pt x="918" y="978"/>
                        </a:lnTo>
                        <a:lnTo>
                          <a:pt x="906" y="960"/>
                        </a:lnTo>
                        <a:lnTo>
                          <a:pt x="894" y="948"/>
                        </a:lnTo>
                        <a:lnTo>
                          <a:pt x="882" y="930"/>
                        </a:lnTo>
                        <a:lnTo>
                          <a:pt x="870" y="918"/>
                        </a:lnTo>
                        <a:lnTo>
                          <a:pt x="864" y="900"/>
                        </a:lnTo>
                        <a:lnTo>
                          <a:pt x="864" y="882"/>
                        </a:lnTo>
                        <a:lnTo>
                          <a:pt x="828" y="882"/>
                        </a:lnTo>
                        <a:lnTo>
                          <a:pt x="822" y="888"/>
                        </a:lnTo>
                        <a:lnTo>
                          <a:pt x="816" y="888"/>
                        </a:lnTo>
                        <a:lnTo>
                          <a:pt x="816" y="894"/>
                        </a:lnTo>
                        <a:lnTo>
                          <a:pt x="804" y="894"/>
                        </a:lnTo>
                        <a:lnTo>
                          <a:pt x="798" y="888"/>
                        </a:lnTo>
                        <a:lnTo>
                          <a:pt x="798" y="882"/>
                        </a:lnTo>
                        <a:lnTo>
                          <a:pt x="786" y="888"/>
                        </a:lnTo>
                        <a:lnTo>
                          <a:pt x="786" y="858"/>
                        </a:lnTo>
                        <a:lnTo>
                          <a:pt x="780" y="840"/>
                        </a:lnTo>
                        <a:lnTo>
                          <a:pt x="780" y="828"/>
                        </a:lnTo>
                        <a:lnTo>
                          <a:pt x="786" y="816"/>
                        </a:lnTo>
                        <a:lnTo>
                          <a:pt x="786" y="804"/>
                        </a:lnTo>
                        <a:lnTo>
                          <a:pt x="792" y="798"/>
                        </a:lnTo>
                        <a:lnTo>
                          <a:pt x="792" y="780"/>
                        </a:lnTo>
                        <a:lnTo>
                          <a:pt x="786" y="768"/>
                        </a:lnTo>
                        <a:lnTo>
                          <a:pt x="786" y="756"/>
                        </a:lnTo>
                        <a:lnTo>
                          <a:pt x="732" y="804"/>
                        </a:lnTo>
                        <a:lnTo>
                          <a:pt x="672" y="810"/>
                        </a:lnTo>
                        <a:lnTo>
                          <a:pt x="672" y="804"/>
                        </a:lnTo>
                        <a:lnTo>
                          <a:pt x="666" y="798"/>
                        </a:lnTo>
                        <a:lnTo>
                          <a:pt x="660" y="786"/>
                        </a:lnTo>
                        <a:lnTo>
                          <a:pt x="660" y="774"/>
                        </a:lnTo>
                        <a:lnTo>
                          <a:pt x="654" y="768"/>
                        </a:lnTo>
                        <a:lnTo>
                          <a:pt x="648" y="768"/>
                        </a:lnTo>
                        <a:lnTo>
                          <a:pt x="636" y="762"/>
                        </a:lnTo>
                        <a:lnTo>
                          <a:pt x="594" y="762"/>
                        </a:lnTo>
                        <a:lnTo>
                          <a:pt x="600" y="756"/>
                        </a:lnTo>
                        <a:lnTo>
                          <a:pt x="612" y="750"/>
                        </a:lnTo>
                        <a:lnTo>
                          <a:pt x="618" y="738"/>
                        </a:lnTo>
                        <a:lnTo>
                          <a:pt x="624" y="732"/>
                        </a:lnTo>
                        <a:lnTo>
                          <a:pt x="600" y="708"/>
                        </a:lnTo>
                        <a:lnTo>
                          <a:pt x="588" y="702"/>
                        </a:lnTo>
                        <a:lnTo>
                          <a:pt x="576" y="690"/>
                        </a:lnTo>
                        <a:lnTo>
                          <a:pt x="564" y="666"/>
                        </a:lnTo>
                        <a:lnTo>
                          <a:pt x="558" y="660"/>
                        </a:lnTo>
                        <a:lnTo>
                          <a:pt x="558" y="654"/>
                        </a:lnTo>
                        <a:lnTo>
                          <a:pt x="552" y="630"/>
                        </a:lnTo>
                        <a:lnTo>
                          <a:pt x="540" y="624"/>
                        </a:lnTo>
                        <a:lnTo>
                          <a:pt x="534" y="618"/>
                        </a:lnTo>
                        <a:lnTo>
                          <a:pt x="534" y="606"/>
                        </a:lnTo>
                        <a:lnTo>
                          <a:pt x="540" y="600"/>
                        </a:lnTo>
                        <a:lnTo>
                          <a:pt x="552" y="594"/>
                        </a:lnTo>
                        <a:lnTo>
                          <a:pt x="546" y="588"/>
                        </a:lnTo>
                        <a:lnTo>
                          <a:pt x="546" y="564"/>
                        </a:lnTo>
                        <a:lnTo>
                          <a:pt x="552" y="552"/>
                        </a:lnTo>
                        <a:lnTo>
                          <a:pt x="582" y="522"/>
                        </a:lnTo>
                        <a:lnTo>
                          <a:pt x="588" y="528"/>
                        </a:lnTo>
                        <a:lnTo>
                          <a:pt x="594" y="528"/>
                        </a:lnTo>
                        <a:lnTo>
                          <a:pt x="588" y="522"/>
                        </a:lnTo>
                        <a:lnTo>
                          <a:pt x="588" y="504"/>
                        </a:lnTo>
                        <a:lnTo>
                          <a:pt x="582" y="498"/>
                        </a:lnTo>
                        <a:lnTo>
                          <a:pt x="582" y="486"/>
                        </a:lnTo>
                        <a:lnTo>
                          <a:pt x="600" y="468"/>
                        </a:lnTo>
                        <a:lnTo>
                          <a:pt x="600" y="414"/>
                        </a:lnTo>
                        <a:lnTo>
                          <a:pt x="624" y="414"/>
                        </a:lnTo>
                        <a:lnTo>
                          <a:pt x="624" y="408"/>
                        </a:lnTo>
                        <a:lnTo>
                          <a:pt x="630" y="402"/>
                        </a:lnTo>
                        <a:lnTo>
                          <a:pt x="630" y="396"/>
                        </a:lnTo>
                        <a:lnTo>
                          <a:pt x="642" y="384"/>
                        </a:lnTo>
                        <a:lnTo>
                          <a:pt x="654" y="378"/>
                        </a:lnTo>
                        <a:lnTo>
                          <a:pt x="660" y="372"/>
                        </a:lnTo>
                        <a:lnTo>
                          <a:pt x="672" y="366"/>
                        </a:lnTo>
                        <a:lnTo>
                          <a:pt x="702" y="366"/>
                        </a:lnTo>
                        <a:lnTo>
                          <a:pt x="708" y="354"/>
                        </a:lnTo>
                        <a:lnTo>
                          <a:pt x="738" y="360"/>
                        </a:lnTo>
                        <a:lnTo>
                          <a:pt x="744" y="354"/>
                        </a:lnTo>
                        <a:lnTo>
                          <a:pt x="750" y="342"/>
                        </a:lnTo>
                        <a:lnTo>
                          <a:pt x="756" y="336"/>
                        </a:lnTo>
                        <a:lnTo>
                          <a:pt x="774" y="336"/>
                        </a:lnTo>
                        <a:lnTo>
                          <a:pt x="786" y="348"/>
                        </a:lnTo>
                        <a:lnTo>
                          <a:pt x="786" y="354"/>
                        </a:lnTo>
                        <a:lnTo>
                          <a:pt x="804" y="354"/>
                        </a:lnTo>
                        <a:lnTo>
                          <a:pt x="816" y="342"/>
                        </a:lnTo>
                        <a:lnTo>
                          <a:pt x="798" y="330"/>
                        </a:lnTo>
                        <a:lnTo>
                          <a:pt x="786" y="312"/>
                        </a:lnTo>
                        <a:lnTo>
                          <a:pt x="768" y="312"/>
                        </a:lnTo>
                        <a:lnTo>
                          <a:pt x="762" y="306"/>
                        </a:lnTo>
                        <a:lnTo>
                          <a:pt x="762" y="288"/>
                        </a:lnTo>
                        <a:lnTo>
                          <a:pt x="774" y="264"/>
                        </a:lnTo>
                        <a:lnTo>
                          <a:pt x="774" y="258"/>
                        </a:lnTo>
                        <a:lnTo>
                          <a:pt x="780" y="252"/>
                        </a:lnTo>
                        <a:lnTo>
                          <a:pt x="786" y="252"/>
                        </a:lnTo>
                        <a:lnTo>
                          <a:pt x="792" y="246"/>
                        </a:lnTo>
                        <a:lnTo>
                          <a:pt x="798" y="234"/>
                        </a:lnTo>
                        <a:lnTo>
                          <a:pt x="798" y="216"/>
                        </a:lnTo>
                        <a:lnTo>
                          <a:pt x="792" y="210"/>
                        </a:lnTo>
                        <a:lnTo>
                          <a:pt x="780" y="204"/>
                        </a:lnTo>
                        <a:lnTo>
                          <a:pt x="756" y="204"/>
                        </a:lnTo>
                        <a:lnTo>
                          <a:pt x="750" y="198"/>
                        </a:lnTo>
                        <a:lnTo>
                          <a:pt x="744" y="186"/>
                        </a:lnTo>
                        <a:lnTo>
                          <a:pt x="744" y="180"/>
                        </a:lnTo>
                        <a:lnTo>
                          <a:pt x="732" y="180"/>
                        </a:lnTo>
                        <a:lnTo>
                          <a:pt x="726" y="186"/>
                        </a:lnTo>
                        <a:lnTo>
                          <a:pt x="714" y="192"/>
                        </a:lnTo>
                        <a:lnTo>
                          <a:pt x="702" y="192"/>
                        </a:lnTo>
                        <a:lnTo>
                          <a:pt x="696" y="186"/>
                        </a:lnTo>
                        <a:lnTo>
                          <a:pt x="690" y="186"/>
                        </a:lnTo>
                        <a:lnTo>
                          <a:pt x="684" y="180"/>
                        </a:lnTo>
                        <a:lnTo>
                          <a:pt x="660" y="180"/>
                        </a:lnTo>
                        <a:lnTo>
                          <a:pt x="648" y="192"/>
                        </a:lnTo>
                        <a:lnTo>
                          <a:pt x="648" y="204"/>
                        </a:lnTo>
                        <a:lnTo>
                          <a:pt x="612" y="204"/>
                        </a:lnTo>
                        <a:lnTo>
                          <a:pt x="588" y="198"/>
                        </a:lnTo>
                        <a:lnTo>
                          <a:pt x="576" y="192"/>
                        </a:lnTo>
                        <a:lnTo>
                          <a:pt x="576" y="168"/>
                        </a:lnTo>
                        <a:lnTo>
                          <a:pt x="582" y="162"/>
                        </a:lnTo>
                        <a:lnTo>
                          <a:pt x="582" y="156"/>
                        </a:lnTo>
                        <a:lnTo>
                          <a:pt x="576" y="150"/>
                        </a:lnTo>
                        <a:lnTo>
                          <a:pt x="564" y="144"/>
                        </a:lnTo>
                        <a:lnTo>
                          <a:pt x="552" y="144"/>
                        </a:lnTo>
                        <a:lnTo>
                          <a:pt x="552" y="138"/>
                        </a:lnTo>
                        <a:lnTo>
                          <a:pt x="546" y="132"/>
                        </a:lnTo>
                        <a:lnTo>
                          <a:pt x="546" y="108"/>
                        </a:lnTo>
                        <a:lnTo>
                          <a:pt x="540" y="102"/>
                        </a:lnTo>
                        <a:lnTo>
                          <a:pt x="528" y="102"/>
                        </a:lnTo>
                        <a:lnTo>
                          <a:pt x="516" y="84"/>
                        </a:lnTo>
                        <a:lnTo>
                          <a:pt x="498" y="84"/>
                        </a:lnTo>
                        <a:lnTo>
                          <a:pt x="486" y="48"/>
                        </a:lnTo>
                        <a:lnTo>
                          <a:pt x="480" y="42"/>
                        </a:lnTo>
                        <a:lnTo>
                          <a:pt x="468" y="36"/>
                        </a:lnTo>
                        <a:lnTo>
                          <a:pt x="450" y="18"/>
                        </a:lnTo>
                        <a:lnTo>
                          <a:pt x="438" y="12"/>
                        </a:lnTo>
                        <a:lnTo>
                          <a:pt x="426" y="0"/>
                        </a:lnTo>
                        <a:lnTo>
                          <a:pt x="396" y="0"/>
                        </a:lnTo>
                        <a:lnTo>
                          <a:pt x="414" y="0"/>
                        </a:lnTo>
                        <a:lnTo>
                          <a:pt x="414" y="24"/>
                        </a:lnTo>
                        <a:lnTo>
                          <a:pt x="408" y="24"/>
                        </a:lnTo>
                        <a:lnTo>
                          <a:pt x="408" y="30"/>
                        </a:lnTo>
                        <a:lnTo>
                          <a:pt x="402" y="30"/>
                        </a:lnTo>
                        <a:lnTo>
                          <a:pt x="426" y="48"/>
                        </a:lnTo>
                        <a:lnTo>
                          <a:pt x="426" y="78"/>
                        </a:lnTo>
                        <a:lnTo>
                          <a:pt x="414" y="84"/>
                        </a:lnTo>
                        <a:lnTo>
                          <a:pt x="402" y="126"/>
                        </a:lnTo>
                        <a:lnTo>
                          <a:pt x="396" y="138"/>
                        </a:lnTo>
                        <a:lnTo>
                          <a:pt x="384" y="150"/>
                        </a:lnTo>
                        <a:lnTo>
                          <a:pt x="378" y="162"/>
                        </a:lnTo>
                        <a:lnTo>
                          <a:pt x="366" y="174"/>
                        </a:lnTo>
                        <a:lnTo>
                          <a:pt x="354" y="192"/>
                        </a:lnTo>
                        <a:lnTo>
                          <a:pt x="336" y="204"/>
                        </a:lnTo>
                        <a:lnTo>
                          <a:pt x="276" y="234"/>
                        </a:lnTo>
                        <a:lnTo>
                          <a:pt x="258" y="240"/>
                        </a:lnTo>
                        <a:lnTo>
                          <a:pt x="240" y="252"/>
                        </a:lnTo>
                        <a:lnTo>
                          <a:pt x="222" y="270"/>
                        </a:lnTo>
                        <a:lnTo>
                          <a:pt x="222" y="276"/>
                        </a:lnTo>
                        <a:lnTo>
                          <a:pt x="210" y="282"/>
                        </a:lnTo>
                        <a:lnTo>
                          <a:pt x="210" y="300"/>
                        </a:lnTo>
                        <a:lnTo>
                          <a:pt x="198" y="312"/>
                        </a:lnTo>
                        <a:lnTo>
                          <a:pt x="198" y="336"/>
                        </a:lnTo>
                        <a:lnTo>
                          <a:pt x="192" y="348"/>
                        </a:lnTo>
                        <a:lnTo>
                          <a:pt x="192" y="378"/>
                        </a:lnTo>
                        <a:lnTo>
                          <a:pt x="174" y="378"/>
                        </a:lnTo>
                        <a:lnTo>
                          <a:pt x="168" y="384"/>
                        </a:lnTo>
                        <a:lnTo>
                          <a:pt x="168" y="390"/>
                        </a:lnTo>
                        <a:lnTo>
                          <a:pt x="162" y="396"/>
                        </a:lnTo>
                        <a:lnTo>
                          <a:pt x="162" y="402"/>
                        </a:lnTo>
                        <a:lnTo>
                          <a:pt x="144" y="402"/>
                        </a:lnTo>
                        <a:lnTo>
                          <a:pt x="138" y="390"/>
                        </a:lnTo>
                        <a:lnTo>
                          <a:pt x="138" y="372"/>
                        </a:lnTo>
                        <a:lnTo>
                          <a:pt x="132" y="366"/>
                        </a:lnTo>
                        <a:lnTo>
                          <a:pt x="132" y="360"/>
                        </a:lnTo>
                        <a:lnTo>
                          <a:pt x="102" y="360"/>
                        </a:lnTo>
                        <a:lnTo>
                          <a:pt x="90" y="348"/>
                        </a:lnTo>
                        <a:lnTo>
                          <a:pt x="78" y="360"/>
                        </a:lnTo>
                        <a:lnTo>
                          <a:pt x="66" y="366"/>
                        </a:lnTo>
                        <a:lnTo>
                          <a:pt x="60" y="366"/>
                        </a:lnTo>
                        <a:lnTo>
                          <a:pt x="54" y="360"/>
                        </a:lnTo>
                        <a:lnTo>
                          <a:pt x="66" y="348"/>
                        </a:lnTo>
                        <a:lnTo>
                          <a:pt x="54" y="336"/>
                        </a:lnTo>
                        <a:lnTo>
                          <a:pt x="60" y="330"/>
                        </a:lnTo>
                        <a:lnTo>
                          <a:pt x="66" y="318"/>
                        </a:lnTo>
                        <a:lnTo>
                          <a:pt x="78" y="312"/>
                        </a:lnTo>
                        <a:lnTo>
                          <a:pt x="84" y="300"/>
                        </a:lnTo>
                        <a:lnTo>
                          <a:pt x="90" y="294"/>
                        </a:lnTo>
                        <a:lnTo>
                          <a:pt x="90" y="288"/>
                        </a:lnTo>
                        <a:lnTo>
                          <a:pt x="84" y="288"/>
                        </a:lnTo>
                        <a:lnTo>
                          <a:pt x="72" y="282"/>
                        </a:lnTo>
                        <a:lnTo>
                          <a:pt x="66" y="282"/>
                        </a:lnTo>
                        <a:lnTo>
                          <a:pt x="6" y="342"/>
                        </a:lnTo>
                        <a:lnTo>
                          <a:pt x="0" y="354"/>
                        </a:lnTo>
                        <a:lnTo>
                          <a:pt x="0" y="390"/>
                        </a:lnTo>
                        <a:lnTo>
                          <a:pt x="6" y="396"/>
                        </a:lnTo>
                        <a:lnTo>
                          <a:pt x="18" y="396"/>
                        </a:lnTo>
                        <a:lnTo>
                          <a:pt x="12" y="420"/>
                        </a:lnTo>
                        <a:lnTo>
                          <a:pt x="36" y="444"/>
                        </a:lnTo>
                        <a:lnTo>
                          <a:pt x="36" y="462"/>
                        </a:lnTo>
                        <a:lnTo>
                          <a:pt x="12" y="486"/>
                        </a:lnTo>
                        <a:lnTo>
                          <a:pt x="12" y="492"/>
                        </a:lnTo>
                        <a:lnTo>
                          <a:pt x="18" y="504"/>
                        </a:lnTo>
                        <a:lnTo>
                          <a:pt x="24" y="510"/>
                        </a:lnTo>
                        <a:lnTo>
                          <a:pt x="36" y="516"/>
                        </a:lnTo>
                        <a:lnTo>
                          <a:pt x="54" y="522"/>
                        </a:lnTo>
                        <a:lnTo>
                          <a:pt x="66" y="522"/>
                        </a:lnTo>
                        <a:lnTo>
                          <a:pt x="108" y="564"/>
                        </a:lnTo>
                        <a:lnTo>
                          <a:pt x="114" y="576"/>
                        </a:lnTo>
                        <a:lnTo>
                          <a:pt x="132" y="594"/>
                        </a:lnTo>
                        <a:lnTo>
                          <a:pt x="138" y="612"/>
                        </a:lnTo>
                        <a:lnTo>
                          <a:pt x="144" y="624"/>
                        </a:lnTo>
                        <a:lnTo>
                          <a:pt x="144" y="642"/>
                        </a:lnTo>
                        <a:lnTo>
                          <a:pt x="150" y="648"/>
                        </a:lnTo>
                        <a:lnTo>
                          <a:pt x="156" y="660"/>
                        </a:lnTo>
                        <a:lnTo>
                          <a:pt x="168" y="666"/>
                        </a:lnTo>
                        <a:lnTo>
                          <a:pt x="174" y="678"/>
                        </a:lnTo>
                        <a:lnTo>
                          <a:pt x="192" y="696"/>
                        </a:lnTo>
                        <a:lnTo>
                          <a:pt x="204" y="720"/>
                        </a:lnTo>
                        <a:lnTo>
                          <a:pt x="216" y="732"/>
                        </a:lnTo>
                        <a:lnTo>
                          <a:pt x="222" y="744"/>
                        </a:lnTo>
                        <a:lnTo>
                          <a:pt x="234" y="762"/>
                        </a:lnTo>
                        <a:lnTo>
                          <a:pt x="240" y="768"/>
                        </a:lnTo>
                        <a:lnTo>
                          <a:pt x="246" y="780"/>
                        </a:lnTo>
                        <a:lnTo>
                          <a:pt x="252" y="822"/>
                        </a:lnTo>
                        <a:lnTo>
                          <a:pt x="252" y="828"/>
                        </a:lnTo>
                        <a:lnTo>
                          <a:pt x="258" y="834"/>
                        </a:lnTo>
                        <a:lnTo>
                          <a:pt x="264" y="846"/>
                        </a:lnTo>
                        <a:lnTo>
                          <a:pt x="270" y="864"/>
                        </a:lnTo>
                        <a:lnTo>
                          <a:pt x="282" y="876"/>
                        </a:lnTo>
                        <a:lnTo>
                          <a:pt x="288" y="894"/>
                        </a:lnTo>
                        <a:lnTo>
                          <a:pt x="294" y="906"/>
                        </a:lnTo>
                        <a:lnTo>
                          <a:pt x="294" y="918"/>
                        </a:lnTo>
                        <a:lnTo>
                          <a:pt x="300" y="924"/>
                        </a:lnTo>
                        <a:lnTo>
                          <a:pt x="312" y="924"/>
                        </a:lnTo>
                        <a:lnTo>
                          <a:pt x="324" y="936"/>
                        </a:lnTo>
                        <a:lnTo>
                          <a:pt x="324" y="948"/>
                        </a:lnTo>
                        <a:lnTo>
                          <a:pt x="330" y="954"/>
                        </a:lnTo>
                        <a:lnTo>
                          <a:pt x="330" y="966"/>
                        </a:lnTo>
                        <a:lnTo>
                          <a:pt x="336" y="984"/>
                        </a:lnTo>
                        <a:lnTo>
                          <a:pt x="360" y="1014"/>
                        </a:lnTo>
                        <a:lnTo>
                          <a:pt x="378" y="1050"/>
                        </a:lnTo>
                        <a:lnTo>
                          <a:pt x="396" y="1074"/>
                        </a:lnTo>
                        <a:lnTo>
                          <a:pt x="402" y="1086"/>
                        </a:lnTo>
                        <a:lnTo>
                          <a:pt x="408" y="1104"/>
                        </a:lnTo>
                        <a:lnTo>
                          <a:pt x="408" y="1116"/>
                        </a:lnTo>
                        <a:lnTo>
                          <a:pt x="402" y="1128"/>
                        </a:lnTo>
                        <a:lnTo>
                          <a:pt x="402" y="1146"/>
                        </a:lnTo>
                        <a:lnTo>
                          <a:pt x="414" y="1158"/>
                        </a:lnTo>
                        <a:lnTo>
                          <a:pt x="420" y="1170"/>
                        </a:lnTo>
                        <a:lnTo>
                          <a:pt x="444" y="1194"/>
                        </a:lnTo>
                        <a:lnTo>
                          <a:pt x="456" y="1200"/>
                        </a:lnTo>
                        <a:lnTo>
                          <a:pt x="468" y="1212"/>
                        </a:lnTo>
                        <a:lnTo>
                          <a:pt x="474" y="1224"/>
                        </a:lnTo>
                        <a:lnTo>
                          <a:pt x="498" y="1248"/>
                        </a:lnTo>
                        <a:lnTo>
                          <a:pt x="516" y="1260"/>
                        </a:lnTo>
                        <a:lnTo>
                          <a:pt x="546" y="1278"/>
                        </a:lnTo>
                        <a:lnTo>
                          <a:pt x="576" y="1290"/>
                        </a:lnTo>
                        <a:lnTo>
                          <a:pt x="600" y="1302"/>
                        </a:lnTo>
                        <a:lnTo>
                          <a:pt x="642" y="1320"/>
                        </a:lnTo>
                        <a:lnTo>
                          <a:pt x="696" y="1350"/>
                        </a:lnTo>
                        <a:lnTo>
                          <a:pt x="708" y="1362"/>
                        </a:lnTo>
                        <a:lnTo>
                          <a:pt x="726" y="1374"/>
                        </a:lnTo>
                        <a:lnTo>
                          <a:pt x="738" y="1380"/>
                        </a:lnTo>
                        <a:lnTo>
                          <a:pt x="750" y="1392"/>
                        </a:lnTo>
                        <a:lnTo>
                          <a:pt x="774" y="1404"/>
                        </a:lnTo>
                        <a:lnTo>
                          <a:pt x="780" y="1428"/>
                        </a:lnTo>
                        <a:lnTo>
                          <a:pt x="792" y="1434"/>
                        </a:lnTo>
                        <a:lnTo>
                          <a:pt x="798" y="1446"/>
                        </a:lnTo>
                        <a:lnTo>
                          <a:pt x="810" y="1452"/>
                        </a:lnTo>
                        <a:lnTo>
                          <a:pt x="816" y="1458"/>
                        </a:lnTo>
                        <a:lnTo>
                          <a:pt x="840" y="1470"/>
                        </a:lnTo>
                        <a:lnTo>
                          <a:pt x="846" y="1482"/>
                        </a:lnTo>
                        <a:lnTo>
                          <a:pt x="858" y="1488"/>
                        </a:lnTo>
                        <a:lnTo>
                          <a:pt x="894" y="1464"/>
                        </a:lnTo>
                        <a:lnTo>
                          <a:pt x="900" y="1458"/>
                        </a:lnTo>
                        <a:lnTo>
                          <a:pt x="900" y="1440"/>
                        </a:lnTo>
                        <a:lnTo>
                          <a:pt x="894" y="1428"/>
                        </a:lnTo>
                        <a:lnTo>
                          <a:pt x="912" y="1416"/>
                        </a:lnTo>
                        <a:lnTo>
                          <a:pt x="900" y="1392"/>
                        </a:lnTo>
                        <a:lnTo>
                          <a:pt x="918" y="1374"/>
                        </a:lnTo>
                        <a:lnTo>
                          <a:pt x="930" y="1368"/>
                        </a:lnTo>
                        <a:lnTo>
                          <a:pt x="942" y="1344"/>
                        </a:lnTo>
                        <a:lnTo>
                          <a:pt x="942" y="1332"/>
                        </a:lnTo>
                        <a:lnTo>
                          <a:pt x="930" y="132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83" name="Paraguay" descr="© INSCALE GmbH, 05.05.2010&#10;http://www.presentationload.com/">
                    <a:extLst>
                      <a:ext uri="{FF2B5EF4-FFF2-40B4-BE49-F238E27FC236}">
                        <a16:creationId xmlns:a16="http://schemas.microsoft.com/office/drawing/2014/main" id="{8388B788-8FDF-8BF8-25EA-8217055A6969}"/>
                      </a:ext>
                    </a:extLst>
                  </p:cNvPr>
                  <p:cNvSpPr>
                    <a:spLocks/>
                  </p:cNvSpPr>
                  <p:nvPr/>
                </p:nvSpPr>
                <p:spPr bwMode="gray">
                  <a:xfrm>
                    <a:off x="1553" y="2962"/>
                    <a:ext cx="152" cy="172"/>
                  </a:xfrm>
                  <a:custGeom>
                    <a:avLst/>
                    <a:gdLst>
                      <a:gd name="T0" fmla="*/ 2147483647 w 600"/>
                      <a:gd name="T1" fmla="*/ 2147483647 h 678"/>
                      <a:gd name="T2" fmla="*/ 2147483647 w 600"/>
                      <a:gd name="T3" fmla="*/ 2147483647 h 678"/>
                      <a:gd name="T4" fmla="*/ 2147483647 w 600"/>
                      <a:gd name="T5" fmla="*/ 2147483647 h 678"/>
                      <a:gd name="T6" fmla="*/ 2147483647 w 600"/>
                      <a:gd name="T7" fmla="*/ 2147483647 h 678"/>
                      <a:gd name="T8" fmla="*/ 2147483647 w 600"/>
                      <a:gd name="T9" fmla="*/ 2147483647 h 678"/>
                      <a:gd name="T10" fmla="*/ 2147483647 w 600"/>
                      <a:gd name="T11" fmla="*/ 2147483647 h 678"/>
                      <a:gd name="T12" fmla="*/ 2147483647 w 600"/>
                      <a:gd name="T13" fmla="*/ 2147483647 h 678"/>
                      <a:gd name="T14" fmla="*/ 2147483647 w 600"/>
                      <a:gd name="T15" fmla="*/ 2147483647 h 678"/>
                      <a:gd name="T16" fmla="*/ 2147483647 w 600"/>
                      <a:gd name="T17" fmla="*/ 2147483647 h 678"/>
                      <a:gd name="T18" fmla="*/ 2147483647 w 600"/>
                      <a:gd name="T19" fmla="*/ 2147483647 h 678"/>
                      <a:gd name="T20" fmla="*/ 2147483647 w 600"/>
                      <a:gd name="T21" fmla="*/ 2147483647 h 678"/>
                      <a:gd name="T22" fmla="*/ 2147483647 w 600"/>
                      <a:gd name="T23" fmla="*/ 2147483647 h 678"/>
                      <a:gd name="T24" fmla="*/ 2147483647 w 600"/>
                      <a:gd name="T25" fmla="*/ 2147483647 h 678"/>
                      <a:gd name="T26" fmla="*/ 2147483647 w 600"/>
                      <a:gd name="T27" fmla="*/ 2147483647 h 678"/>
                      <a:gd name="T28" fmla="*/ 2147483647 w 600"/>
                      <a:gd name="T29" fmla="*/ 2147483647 h 678"/>
                      <a:gd name="T30" fmla="*/ 2147483647 w 600"/>
                      <a:gd name="T31" fmla="*/ 2147483647 h 678"/>
                      <a:gd name="T32" fmla="*/ 2147483647 w 600"/>
                      <a:gd name="T33" fmla="*/ 2147483647 h 678"/>
                      <a:gd name="T34" fmla="*/ 2147483647 w 600"/>
                      <a:gd name="T35" fmla="*/ 2147483647 h 678"/>
                      <a:gd name="T36" fmla="*/ 2147483647 w 600"/>
                      <a:gd name="T37" fmla="*/ 2147483647 h 678"/>
                      <a:gd name="T38" fmla="*/ 2147483647 w 600"/>
                      <a:gd name="T39" fmla="*/ 2147483647 h 678"/>
                      <a:gd name="T40" fmla="*/ 2147483647 w 600"/>
                      <a:gd name="T41" fmla="*/ 2147483647 h 678"/>
                      <a:gd name="T42" fmla="*/ 2147483647 w 600"/>
                      <a:gd name="T43" fmla="*/ 2147483647 h 678"/>
                      <a:gd name="T44" fmla="*/ 2147483647 w 600"/>
                      <a:gd name="T45" fmla="*/ 2147483647 h 678"/>
                      <a:gd name="T46" fmla="*/ 2147483647 w 600"/>
                      <a:gd name="T47" fmla="*/ 2147483647 h 678"/>
                      <a:gd name="T48" fmla="*/ 2147483647 w 600"/>
                      <a:gd name="T49" fmla="*/ 2147483647 h 678"/>
                      <a:gd name="T50" fmla="*/ 2147483647 w 600"/>
                      <a:gd name="T51" fmla="*/ 2147483647 h 678"/>
                      <a:gd name="T52" fmla="*/ 2147483647 w 600"/>
                      <a:gd name="T53" fmla="*/ 0 h 678"/>
                      <a:gd name="T54" fmla="*/ 2147483647 w 600"/>
                      <a:gd name="T55" fmla="*/ 2147483647 h 678"/>
                      <a:gd name="T56" fmla="*/ 2147483647 w 600"/>
                      <a:gd name="T57" fmla="*/ 2147483647 h 678"/>
                      <a:gd name="T58" fmla="*/ 0 w 600"/>
                      <a:gd name="T59" fmla="*/ 2147483647 h 678"/>
                      <a:gd name="T60" fmla="*/ 2147483647 w 600"/>
                      <a:gd name="T61" fmla="*/ 2147483647 h 678"/>
                      <a:gd name="T62" fmla="*/ 2147483647 w 600"/>
                      <a:gd name="T63" fmla="*/ 2147483647 h 678"/>
                      <a:gd name="T64" fmla="*/ 2147483647 w 600"/>
                      <a:gd name="T65" fmla="*/ 2147483647 h 678"/>
                      <a:gd name="T66" fmla="*/ 2147483647 w 600"/>
                      <a:gd name="T67" fmla="*/ 2147483647 h 678"/>
                      <a:gd name="T68" fmla="*/ 2147483647 w 600"/>
                      <a:gd name="T69" fmla="*/ 2147483647 h 678"/>
                      <a:gd name="T70" fmla="*/ 2147483647 w 600"/>
                      <a:gd name="T71" fmla="*/ 2147483647 h 678"/>
                      <a:gd name="T72" fmla="*/ 2147483647 w 600"/>
                      <a:gd name="T73" fmla="*/ 2147483647 h 678"/>
                      <a:gd name="T74" fmla="*/ 2147483647 w 600"/>
                      <a:gd name="T75" fmla="*/ 2147483647 h 678"/>
                      <a:gd name="T76" fmla="*/ 2147483647 w 600"/>
                      <a:gd name="T77" fmla="*/ 2147483647 h 678"/>
                      <a:gd name="T78" fmla="*/ 2147483647 w 600"/>
                      <a:gd name="T79" fmla="*/ 2147483647 h 678"/>
                      <a:gd name="T80" fmla="*/ 2147483647 w 600"/>
                      <a:gd name="T81" fmla="*/ 2147483647 h 678"/>
                      <a:gd name="T82" fmla="*/ 2147483647 w 600"/>
                      <a:gd name="T83" fmla="*/ 2147483647 h 678"/>
                      <a:gd name="T84" fmla="*/ 2147483647 w 600"/>
                      <a:gd name="T85" fmla="*/ 2147483647 h 678"/>
                      <a:gd name="T86" fmla="*/ 2147483647 w 600"/>
                      <a:gd name="T87" fmla="*/ 2147483647 h 678"/>
                      <a:gd name="T88" fmla="*/ 2147483647 w 600"/>
                      <a:gd name="T89" fmla="*/ 2147483647 h 678"/>
                      <a:gd name="T90" fmla="*/ 2147483647 w 600"/>
                      <a:gd name="T91" fmla="*/ 2147483647 h 678"/>
                      <a:gd name="T92" fmla="*/ 2147483647 w 600"/>
                      <a:gd name="T93" fmla="*/ 2147483647 h 678"/>
                      <a:gd name="T94" fmla="*/ 2147483647 w 600"/>
                      <a:gd name="T95" fmla="*/ 2147483647 h 678"/>
                      <a:gd name="T96" fmla="*/ 2147483647 w 600"/>
                      <a:gd name="T97" fmla="*/ 2147483647 h 678"/>
                      <a:gd name="T98" fmla="*/ 2147483647 w 600"/>
                      <a:gd name="T99" fmla="*/ 2147483647 h 678"/>
                      <a:gd name="T100" fmla="*/ 2147483647 w 600"/>
                      <a:gd name="T101" fmla="*/ 2147483647 h 678"/>
                      <a:gd name="T102" fmla="*/ 2147483647 w 600"/>
                      <a:gd name="T103" fmla="*/ 2147483647 h 678"/>
                      <a:gd name="T104" fmla="*/ 2147483647 w 600"/>
                      <a:gd name="T105" fmla="*/ 2147483647 h 678"/>
                      <a:gd name="T106" fmla="*/ 2147483647 w 600"/>
                      <a:gd name="T107" fmla="*/ 2147483647 h 678"/>
                      <a:gd name="T108" fmla="*/ 2147483647 w 600"/>
                      <a:gd name="T109" fmla="*/ 2147483647 h 678"/>
                      <a:gd name="T110" fmla="*/ 2147483647 w 600"/>
                      <a:gd name="T111" fmla="*/ 2147483647 h 678"/>
                      <a:gd name="T112" fmla="*/ 2147483647 w 600"/>
                      <a:gd name="T113" fmla="*/ 2147483647 h 678"/>
                      <a:gd name="T114" fmla="*/ 2147483647 w 600"/>
                      <a:gd name="T115" fmla="*/ 2147483647 h 678"/>
                      <a:gd name="T116" fmla="*/ 2147483647 w 600"/>
                      <a:gd name="T117" fmla="*/ 2147483647 h 678"/>
                      <a:gd name="T118" fmla="*/ 2147483647 w 600"/>
                      <a:gd name="T119" fmla="*/ 2147483647 h 67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600"/>
                      <a:gd name="T181" fmla="*/ 0 h 678"/>
                      <a:gd name="T182" fmla="*/ 600 w 600"/>
                      <a:gd name="T183" fmla="*/ 678 h 67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600" h="678">
                        <a:moveTo>
                          <a:pt x="480" y="660"/>
                        </a:moveTo>
                        <a:lnTo>
                          <a:pt x="492" y="678"/>
                        </a:lnTo>
                        <a:lnTo>
                          <a:pt x="492" y="660"/>
                        </a:lnTo>
                        <a:lnTo>
                          <a:pt x="498" y="654"/>
                        </a:lnTo>
                        <a:lnTo>
                          <a:pt x="510" y="654"/>
                        </a:lnTo>
                        <a:lnTo>
                          <a:pt x="516" y="660"/>
                        </a:lnTo>
                        <a:lnTo>
                          <a:pt x="516" y="666"/>
                        </a:lnTo>
                        <a:lnTo>
                          <a:pt x="522" y="660"/>
                        </a:lnTo>
                        <a:lnTo>
                          <a:pt x="534" y="636"/>
                        </a:lnTo>
                        <a:lnTo>
                          <a:pt x="546" y="624"/>
                        </a:lnTo>
                        <a:lnTo>
                          <a:pt x="552" y="624"/>
                        </a:lnTo>
                        <a:lnTo>
                          <a:pt x="558" y="618"/>
                        </a:lnTo>
                        <a:lnTo>
                          <a:pt x="570" y="612"/>
                        </a:lnTo>
                        <a:lnTo>
                          <a:pt x="576" y="600"/>
                        </a:lnTo>
                        <a:lnTo>
                          <a:pt x="588" y="594"/>
                        </a:lnTo>
                        <a:lnTo>
                          <a:pt x="588" y="516"/>
                        </a:lnTo>
                        <a:lnTo>
                          <a:pt x="582" y="498"/>
                        </a:lnTo>
                        <a:lnTo>
                          <a:pt x="582" y="486"/>
                        </a:lnTo>
                        <a:lnTo>
                          <a:pt x="588" y="474"/>
                        </a:lnTo>
                        <a:lnTo>
                          <a:pt x="588" y="468"/>
                        </a:lnTo>
                        <a:lnTo>
                          <a:pt x="594" y="462"/>
                        </a:lnTo>
                        <a:lnTo>
                          <a:pt x="594" y="432"/>
                        </a:lnTo>
                        <a:lnTo>
                          <a:pt x="600" y="414"/>
                        </a:lnTo>
                        <a:lnTo>
                          <a:pt x="600" y="396"/>
                        </a:lnTo>
                        <a:lnTo>
                          <a:pt x="594" y="384"/>
                        </a:lnTo>
                        <a:lnTo>
                          <a:pt x="582" y="372"/>
                        </a:lnTo>
                        <a:lnTo>
                          <a:pt x="570" y="366"/>
                        </a:lnTo>
                        <a:lnTo>
                          <a:pt x="558" y="366"/>
                        </a:lnTo>
                        <a:lnTo>
                          <a:pt x="540" y="384"/>
                        </a:lnTo>
                        <a:lnTo>
                          <a:pt x="528" y="384"/>
                        </a:lnTo>
                        <a:lnTo>
                          <a:pt x="516" y="378"/>
                        </a:lnTo>
                        <a:lnTo>
                          <a:pt x="504" y="354"/>
                        </a:lnTo>
                        <a:lnTo>
                          <a:pt x="504" y="336"/>
                        </a:lnTo>
                        <a:lnTo>
                          <a:pt x="498" y="318"/>
                        </a:lnTo>
                        <a:lnTo>
                          <a:pt x="498" y="294"/>
                        </a:lnTo>
                        <a:lnTo>
                          <a:pt x="492" y="276"/>
                        </a:lnTo>
                        <a:lnTo>
                          <a:pt x="492" y="252"/>
                        </a:lnTo>
                        <a:lnTo>
                          <a:pt x="486" y="246"/>
                        </a:lnTo>
                        <a:lnTo>
                          <a:pt x="474" y="240"/>
                        </a:lnTo>
                        <a:lnTo>
                          <a:pt x="402" y="240"/>
                        </a:lnTo>
                        <a:lnTo>
                          <a:pt x="360" y="234"/>
                        </a:lnTo>
                        <a:lnTo>
                          <a:pt x="324" y="222"/>
                        </a:lnTo>
                        <a:lnTo>
                          <a:pt x="318" y="216"/>
                        </a:lnTo>
                        <a:lnTo>
                          <a:pt x="312" y="204"/>
                        </a:lnTo>
                        <a:lnTo>
                          <a:pt x="312" y="162"/>
                        </a:lnTo>
                        <a:lnTo>
                          <a:pt x="318" y="150"/>
                        </a:lnTo>
                        <a:lnTo>
                          <a:pt x="318" y="132"/>
                        </a:lnTo>
                        <a:lnTo>
                          <a:pt x="306" y="132"/>
                        </a:lnTo>
                        <a:lnTo>
                          <a:pt x="306" y="96"/>
                        </a:lnTo>
                        <a:lnTo>
                          <a:pt x="294" y="90"/>
                        </a:lnTo>
                        <a:lnTo>
                          <a:pt x="288" y="84"/>
                        </a:lnTo>
                        <a:lnTo>
                          <a:pt x="288" y="78"/>
                        </a:lnTo>
                        <a:lnTo>
                          <a:pt x="270" y="42"/>
                        </a:lnTo>
                        <a:lnTo>
                          <a:pt x="216" y="0"/>
                        </a:lnTo>
                        <a:lnTo>
                          <a:pt x="138" y="12"/>
                        </a:lnTo>
                        <a:lnTo>
                          <a:pt x="36" y="30"/>
                        </a:lnTo>
                        <a:lnTo>
                          <a:pt x="30" y="60"/>
                        </a:lnTo>
                        <a:lnTo>
                          <a:pt x="18" y="72"/>
                        </a:lnTo>
                        <a:lnTo>
                          <a:pt x="6" y="78"/>
                        </a:lnTo>
                        <a:lnTo>
                          <a:pt x="0" y="84"/>
                        </a:lnTo>
                        <a:lnTo>
                          <a:pt x="0" y="96"/>
                        </a:lnTo>
                        <a:lnTo>
                          <a:pt x="12" y="120"/>
                        </a:lnTo>
                        <a:lnTo>
                          <a:pt x="12" y="126"/>
                        </a:lnTo>
                        <a:lnTo>
                          <a:pt x="18" y="132"/>
                        </a:lnTo>
                        <a:lnTo>
                          <a:pt x="18" y="156"/>
                        </a:lnTo>
                        <a:lnTo>
                          <a:pt x="6" y="228"/>
                        </a:lnTo>
                        <a:lnTo>
                          <a:pt x="6" y="246"/>
                        </a:lnTo>
                        <a:lnTo>
                          <a:pt x="24" y="264"/>
                        </a:lnTo>
                        <a:lnTo>
                          <a:pt x="24" y="270"/>
                        </a:lnTo>
                        <a:lnTo>
                          <a:pt x="30" y="276"/>
                        </a:lnTo>
                        <a:lnTo>
                          <a:pt x="36" y="288"/>
                        </a:lnTo>
                        <a:lnTo>
                          <a:pt x="48" y="294"/>
                        </a:lnTo>
                        <a:lnTo>
                          <a:pt x="54" y="306"/>
                        </a:lnTo>
                        <a:lnTo>
                          <a:pt x="60" y="312"/>
                        </a:lnTo>
                        <a:lnTo>
                          <a:pt x="84" y="324"/>
                        </a:lnTo>
                        <a:lnTo>
                          <a:pt x="102" y="342"/>
                        </a:lnTo>
                        <a:lnTo>
                          <a:pt x="114" y="348"/>
                        </a:lnTo>
                        <a:lnTo>
                          <a:pt x="120" y="366"/>
                        </a:lnTo>
                        <a:lnTo>
                          <a:pt x="126" y="366"/>
                        </a:lnTo>
                        <a:lnTo>
                          <a:pt x="132" y="372"/>
                        </a:lnTo>
                        <a:lnTo>
                          <a:pt x="168" y="390"/>
                        </a:lnTo>
                        <a:lnTo>
                          <a:pt x="198" y="390"/>
                        </a:lnTo>
                        <a:lnTo>
                          <a:pt x="210" y="396"/>
                        </a:lnTo>
                        <a:lnTo>
                          <a:pt x="216" y="402"/>
                        </a:lnTo>
                        <a:lnTo>
                          <a:pt x="228" y="408"/>
                        </a:lnTo>
                        <a:lnTo>
                          <a:pt x="234" y="414"/>
                        </a:lnTo>
                        <a:lnTo>
                          <a:pt x="240" y="414"/>
                        </a:lnTo>
                        <a:lnTo>
                          <a:pt x="246" y="420"/>
                        </a:lnTo>
                        <a:lnTo>
                          <a:pt x="258" y="426"/>
                        </a:lnTo>
                        <a:lnTo>
                          <a:pt x="276" y="438"/>
                        </a:lnTo>
                        <a:lnTo>
                          <a:pt x="312" y="456"/>
                        </a:lnTo>
                        <a:lnTo>
                          <a:pt x="318" y="462"/>
                        </a:lnTo>
                        <a:lnTo>
                          <a:pt x="330" y="462"/>
                        </a:lnTo>
                        <a:lnTo>
                          <a:pt x="342" y="468"/>
                        </a:lnTo>
                        <a:lnTo>
                          <a:pt x="360" y="474"/>
                        </a:lnTo>
                        <a:lnTo>
                          <a:pt x="372" y="480"/>
                        </a:lnTo>
                        <a:lnTo>
                          <a:pt x="378" y="486"/>
                        </a:lnTo>
                        <a:lnTo>
                          <a:pt x="372" y="492"/>
                        </a:lnTo>
                        <a:lnTo>
                          <a:pt x="372" y="504"/>
                        </a:lnTo>
                        <a:lnTo>
                          <a:pt x="366" y="510"/>
                        </a:lnTo>
                        <a:lnTo>
                          <a:pt x="360" y="522"/>
                        </a:lnTo>
                        <a:lnTo>
                          <a:pt x="366" y="528"/>
                        </a:lnTo>
                        <a:lnTo>
                          <a:pt x="372" y="540"/>
                        </a:lnTo>
                        <a:lnTo>
                          <a:pt x="372" y="546"/>
                        </a:lnTo>
                        <a:lnTo>
                          <a:pt x="366" y="552"/>
                        </a:lnTo>
                        <a:lnTo>
                          <a:pt x="348" y="552"/>
                        </a:lnTo>
                        <a:lnTo>
                          <a:pt x="348" y="588"/>
                        </a:lnTo>
                        <a:lnTo>
                          <a:pt x="342" y="594"/>
                        </a:lnTo>
                        <a:lnTo>
                          <a:pt x="336" y="606"/>
                        </a:lnTo>
                        <a:lnTo>
                          <a:pt x="330" y="612"/>
                        </a:lnTo>
                        <a:lnTo>
                          <a:pt x="324" y="624"/>
                        </a:lnTo>
                        <a:lnTo>
                          <a:pt x="324" y="636"/>
                        </a:lnTo>
                        <a:lnTo>
                          <a:pt x="330" y="642"/>
                        </a:lnTo>
                        <a:lnTo>
                          <a:pt x="354" y="642"/>
                        </a:lnTo>
                        <a:lnTo>
                          <a:pt x="366" y="636"/>
                        </a:lnTo>
                        <a:lnTo>
                          <a:pt x="372" y="636"/>
                        </a:lnTo>
                        <a:lnTo>
                          <a:pt x="384" y="642"/>
                        </a:lnTo>
                        <a:lnTo>
                          <a:pt x="390" y="648"/>
                        </a:lnTo>
                        <a:lnTo>
                          <a:pt x="402" y="654"/>
                        </a:lnTo>
                        <a:lnTo>
                          <a:pt x="420" y="660"/>
                        </a:lnTo>
                        <a:lnTo>
                          <a:pt x="480" y="66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84" name="Panama" descr="© INSCALE GmbH, 05.05.2010&#10;http://www.presentationload.com/">
                    <a:extLst>
                      <a:ext uri="{FF2B5EF4-FFF2-40B4-BE49-F238E27FC236}">
                        <a16:creationId xmlns:a16="http://schemas.microsoft.com/office/drawing/2014/main" id="{CB0D086A-954C-0081-4FB1-4E370E7ABDBC}"/>
                      </a:ext>
                    </a:extLst>
                  </p:cNvPr>
                  <p:cNvSpPr>
                    <a:spLocks/>
                  </p:cNvSpPr>
                  <p:nvPr/>
                </p:nvSpPr>
                <p:spPr bwMode="gray">
                  <a:xfrm>
                    <a:off x="1163" y="2372"/>
                    <a:ext cx="103" cy="50"/>
                  </a:xfrm>
                  <a:custGeom>
                    <a:avLst/>
                    <a:gdLst>
                      <a:gd name="T0" fmla="*/ 2147483647 w 408"/>
                      <a:gd name="T1" fmla="*/ 2147483647 h 198"/>
                      <a:gd name="T2" fmla="*/ 2147483647 w 408"/>
                      <a:gd name="T3" fmla="*/ 2147483647 h 198"/>
                      <a:gd name="T4" fmla="*/ 2147483647 w 408"/>
                      <a:gd name="T5" fmla="*/ 2147483647 h 198"/>
                      <a:gd name="T6" fmla="*/ 2147483647 w 408"/>
                      <a:gd name="T7" fmla="*/ 2147483647 h 198"/>
                      <a:gd name="T8" fmla="*/ 2147483647 w 408"/>
                      <a:gd name="T9" fmla="*/ 2147483647 h 198"/>
                      <a:gd name="T10" fmla="*/ 2147483647 w 408"/>
                      <a:gd name="T11" fmla="*/ 2147483647 h 198"/>
                      <a:gd name="T12" fmla="*/ 2147483647 w 408"/>
                      <a:gd name="T13" fmla="*/ 2147483647 h 198"/>
                      <a:gd name="T14" fmla="*/ 2147483647 w 408"/>
                      <a:gd name="T15" fmla="*/ 2147483647 h 198"/>
                      <a:gd name="T16" fmla="*/ 2147483647 w 408"/>
                      <a:gd name="T17" fmla="*/ 2147483647 h 198"/>
                      <a:gd name="T18" fmla="*/ 2147483647 w 408"/>
                      <a:gd name="T19" fmla="*/ 2147483647 h 198"/>
                      <a:gd name="T20" fmla="*/ 2147483647 w 408"/>
                      <a:gd name="T21" fmla="*/ 2147483647 h 198"/>
                      <a:gd name="T22" fmla="*/ 2147483647 w 408"/>
                      <a:gd name="T23" fmla="*/ 2147483647 h 198"/>
                      <a:gd name="T24" fmla="*/ 2147483647 w 408"/>
                      <a:gd name="T25" fmla="*/ 2147483647 h 198"/>
                      <a:gd name="T26" fmla="*/ 2147483647 w 408"/>
                      <a:gd name="T27" fmla="*/ 2147483647 h 198"/>
                      <a:gd name="T28" fmla="*/ 2147483647 w 408"/>
                      <a:gd name="T29" fmla="*/ 2147483647 h 198"/>
                      <a:gd name="T30" fmla="*/ 2147483647 w 408"/>
                      <a:gd name="T31" fmla="*/ 2147483647 h 198"/>
                      <a:gd name="T32" fmla="*/ 2147483647 w 408"/>
                      <a:gd name="T33" fmla="*/ 0 h 198"/>
                      <a:gd name="T34" fmla="*/ 2147483647 w 408"/>
                      <a:gd name="T35" fmla="*/ 2147483647 h 198"/>
                      <a:gd name="T36" fmla="*/ 2147483647 w 408"/>
                      <a:gd name="T37" fmla="*/ 2147483647 h 198"/>
                      <a:gd name="T38" fmla="*/ 2147483647 w 408"/>
                      <a:gd name="T39" fmla="*/ 2147483647 h 198"/>
                      <a:gd name="T40" fmla="*/ 2147483647 w 408"/>
                      <a:gd name="T41" fmla="*/ 2147483647 h 198"/>
                      <a:gd name="T42" fmla="*/ 2147483647 w 408"/>
                      <a:gd name="T43" fmla="*/ 2147483647 h 198"/>
                      <a:gd name="T44" fmla="*/ 2147483647 w 408"/>
                      <a:gd name="T45" fmla="*/ 2147483647 h 198"/>
                      <a:gd name="T46" fmla="*/ 2147483647 w 408"/>
                      <a:gd name="T47" fmla="*/ 2147483647 h 198"/>
                      <a:gd name="T48" fmla="*/ 2147483647 w 408"/>
                      <a:gd name="T49" fmla="*/ 2147483647 h 198"/>
                      <a:gd name="T50" fmla="*/ 2147483647 w 408"/>
                      <a:gd name="T51" fmla="*/ 2147483647 h 198"/>
                      <a:gd name="T52" fmla="*/ 2147483647 w 408"/>
                      <a:gd name="T53" fmla="*/ 2147483647 h 198"/>
                      <a:gd name="T54" fmla="*/ 2147483647 w 408"/>
                      <a:gd name="T55" fmla="*/ 2147483647 h 198"/>
                      <a:gd name="T56" fmla="*/ 0 w 408"/>
                      <a:gd name="T57" fmla="*/ 2147483647 h 198"/>
                      <a:gd name="T58" fmla="*/ 2147483647 w 408"/>
                      <a:gd name="T59" fmla="*/ 2147483647 h 198"/>
                      <a:gd name="T60" fmla="*/ 2147483647 w 408"/>
                      <a:gd name="T61" fmla="*/ 2147483647 h 198"/>
                      <a:gd name="T62" fmla="*/ 2147483647 w 408"/>
                      <a:gd name="T63" fmla="*/ 2147483647 h 198"/>
                      <a:gd name="T64" fmla="*/ 0 w 408"/>
                      <a:gd name="T65" fmla="*/ 2147483647 h 198"/>
                      <a:gd name="T66" fmla="*/ 2147483647 w 408"/>
                      <a:gd name="T67" fmla="*/ 2147483647 h 198"/>
                      <a:gd name="T68" fmla="*/ 2147483647 w 408"/>
                      <a:gd name="T69" fmla="*/ 2147483647 h 198"/>
                      <a:gd name="T70" fmla="*/ 2147483647 w 408"/>
                      <a:gd name="T71" fmla="*/ 2147483647 h 198"/>
                      <a:gd name="T72" fmla="*/ 2147483647 w 408"/>
                      <a:gd name="T73" fmla="*/ 2147483647 h 198"/>
                      <a:gd name="T74" fmla="*/ 2147483647 w 408"/>
                      <a:gd name="T75" fmla="*/ 2147483647 h 198"/>
                      <a:gd name="T76" fmla="*/ 2147483647 w 408"/>
                      <a:gd name="T77" fmla="*/ 2147483647 h 198"/>
                      <a:gd name="T78" fmla="*/ 2147483647 w 408"/>
                      <a:gd name="T79" fmla="*/ 2147483647 h 198"/>
                      <a:gd name="T80" fmla="*/ 2147483647 w 408"/>
                      <a:gd name="T81" fmla="*/ 2147483647 h 198"/>
                      <a:gd name="T82" fmla="*/ 2147483647 w 408"/>
                      <a:gd name="T83" fmla="*/ 2147483647 h 198"/>
                      <a:gd name="T84" fmla="*/ 2147483647 w 408"/>
                      <a:gd name="T85" fmla="*/ 2147483647 h 198"/>
                      <a:gd name="T86" fmla="*/ 2147483647 w 408"/>
                      <a:gd name="T87" fmla="*/ 2147483647 h 198"/>
                      <a:gd name="T88" fmla="*/ 2147483647 w 408"/>
                      <a:gd name="T89" fmla="*/ 2147483647 h 198"/>
                      <a:gd name="T90" fmla="*/ 2147483647 w 408"/>
                      <a:gd name="T91" fmla="*/ 2147483647 h 198"/>
                      <a:gd name="T92" fmla="*/ 2147483647 w 408"/>
                      <a:gd name="T93" fmla="*/ 2147483647 h 198"/>
                      <a:gd name="T94" fmla="*/ 2147483647 w 408"/>
                      <a:gd name="T95" fmla="*/ 2147483647 h 198"/>
                      <a:gd name="T96" fmla="*/ 2147483647 w 408"/>
                      <a:gd name="T97" fmla="*/ 2147483647 h 198"/>
                      <a:gd name="T98" fmla="*/ 2147483647 w 408"/>
                      <a:gd name="T99" fmla="*/ 2147483647 h 198"/>
                      <a:gd name="T100" fmla="*/ 2147483647 w 408"/>
                      <a:gd name="T101" fmla="*/ 2147483647 h 198"/>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408"/>
                      <a:gd name="T154" fmla="*/ 0 h 198"/>
                      <a:gd name="T155" fmla="*/ 408 w 408"/>
                      <a:gd name="T156" fmla="*/ 198 h 198"/>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408" h="198">
                        <a:moveTo>
                          <a:pt x="306" y="66"/>
                        </a:moveTo>
                        <a:lnTo>
                          <a:pt x="318" y="78"/>
                        </a:lnTo>
                        <a:lnTo>
                          <a:pt x="324" y="90"/>
                        </a:lnTo>
                        <a:lnTo>
                          <a:pt x="330" y="96"/>
                        </a:lnTo>
                        <a:lnTo>
                          <a:pt x="342" y="90"/>
                        </a:lnTo>
                        <a:lnTo>
                          <a:pt x="372" y="120"/>
                        </a:lnTo>
                        <a:lnTo>
                          <a:pt x="342" y="102"/>
                        </a:lnTo>
                        <a:lnTo>
                          <a:pt x="342" y="120"/>
                        </a:lnTo>
                        <a:lnTo>
                          <a:pt x="336" y="132"/>
                        </a:lnTo>
                        <a:lnTo>
                          <a:pt x="336" y="162"/>
                        </a:lnTo>
                        <a:lnTo>
                          <a:pt x="342" y="168"/>
                        </a:lnTo>
                        <a:lnTo>
                          <a:pt x="348" y="180"/>
                        </a:lnTo>
                        <a:lnTo>
                          <a:pt x="354" y="186"/>
                        </a:lnTo>
                        <a:lnTo>
                          <a:pt x="360" y="186"/>
                        </a:lnTo>
                        <a:lnTo>
                          <a:pt x="372" y="156"/>
                        </a:lnTo>
                        <a:lnTo>
                          <a:pt x="378" y="162"/>
                        </a:lnTo>
                        <a:lnTo>
                          <a:pt x="390" y="168"/>
                        </a:lnTo>
                        <a:lnTo>
                          <a:pt x="396" y="162"/>
                        </a:lnTo>
                        <a:lnTo>
                          <a:pt x="408" y="138"/>
                        </a:lnTo>
                        <a:lnTo>
                          <a:pt x="408" y="126"/>
                        </a:lnTo>
                        <a:lnTo>
                          <a:pt x="396" y="120"/>
                        </a:lnTo>
                        <a:lnTo>
                          <a:pt x="390" y="108"/>
                        </a:lnTo>
                        <a:lnTo>
                          <a:pt x="390" y="90"/>
                        </a:lnTo>
                        <a:lnTo>
                          <a:pt x="396" y="84"/>
                        </a:lnTo>
                        <a:lnTo>
                          <a:pt x="372" y="66"/>
                        </a:lnTo>
                        <a:lnTo>
                          <a:pt x="372" y="60"/>
                        </a:lnTo>
                        <a:lnTo>
                          <a:pt x="366" y="54"/>
                        </a:lnTo>
                        <a:lnTo>
                          <a:pt x="366" y="42"/>
                        </a:lnTo>
                        <a:lnTo>
                          <a:pt x="360" y="30"/>
                        </a:lnTo>
                        <a:lnTo>
                          <a:pt x="348" y="24"/>
                        </a:lnTo>
                        <a:lnTo>
                          <a:pt x="330" y="18"/>
                        </a:lnTo>
                        <a:lnTo>
                          <a:pt x="288" y="18"/>
                        </a:lnTo>
                        <a:lnTo>
                          <a:pt x="282" y="0"/>
                        </a:lnTo>
                        <a:lnTo>
                          <a:pt x="246" y="0"/>
                        </a:lnTo>
                        <a:lnTo>
                          <a:pt x="234" y="6"/>
                        </a:lnTo>
                        <a:lnTo>
                          <a:pt x="228" y="12"/>
                        </a:lnTo>
                        <a:lnTo>
                          <a:pt x="222" y="24"/>
                        </a:lnTo>
                        <a:lnTo>
                          <a:pt x="210" y="36"/>
                        </a:lnTo>
                        <a:lnTo>
                          <a:pt x="204" y="36"/>
                        </a:lnTo>
                        <a:lnTo>
                          <a:pt x="198" y="30"/>
                        </a:lnTo>
                        <a:lnTo>
                          <a:pt x="192" y="30"/>
                        </a:lnTo>
                        <a:lnTo>
                          <a:pt x="168" y="42"/>
                        </a:lnTo>
                        <a:lnTo>
                          <a:pt x="144" y="66"/>
                        </a:lnTo>
                        <a:lnTo>
                          <a:pt x="132" y="72"/>
                        </a:lnTo>
                        <a:lnTo>
                          <a:pt x="120" y="72"/>
                        </a:lnTo>
                        <a:lnTo>
                          <a:pt x="114" y="66"/>
                        </a:lnTo>
                        <a:lnTo>
                          <a:pt x="102" y="60"/>
                        </a:lnTo>
                        <a:lnTo>
                          <a:pt x="90" y="42"/>
                        </a:lnTo>
                        <a:lnTo>
                          <a:pt x="78" y="54"/>
                        </a:lnTo>
                        <a:lnTo>
                          <a:pt x="60" y="54"/>
                        </a:lnTo>
                        <a:lnTo>
                          <a:pt x="48" y="42"/>
                        </a:lnTo>
                        <a:lnTo>
                          <a:pt x="48" y="18"/>
                        </a:lnTo>
                        <a:lnTo>
                          <a:pt x="36" y="6"/>
                        </a:lnTo>
                        <a:lnTo>
                          <a:pt x="24" y="6"/>
                        </a:lnTo>
                        <a:lnTo>
                          <a:pt x="18" y="12"/>
                        </a:lnTo>
                        <a:lnTo>
                          <a:pt x="6" y="12"/>
                        </a:lnTo>
                        <a:lnTo>
                          <a:pt x="0" y="18"/>
                        </a:lnTo>
                        <a:lnTo>
                          <a:pt x="0" y="36"/>
                        </a:lnTo>
                        <a:lnTo>
                          <a:pt x="6" y="42"/>
                        </a:lnTo>
                        <a:lnTo>
                          <a:pt x="6" y="48"/>
                        </a:lnTo>
                        <a:lnTo>
                          <a:pt x="24" y="48"/>
                        </a:lnTo>
                        <a:lnTo>
                          <a:pt x="30" y="54"/>
                        </a:lnTo>
                        <a:lnTo>
                          <a:pt x="12" y="72"/>
                        </a:lnTo>
                        <a:lnTo>
                          <a:pt x="6" y="72"/>
                        </a:lnTo>
                        <a:lnTo>
                          <a:pt x="6" y="96"/>
                        </a:lnTo>
                        <a:lnTo>
                          <a:pt x="0" y="102"/>
                        </a:lnTo>
                        <a:lnTo>
                          <a:pt x="6" y="108"/>
                        </a:lnTo>
                        <a:lnTo>
                          <a:pt x="48" y="102"/>
                        </a:lnTo>
                        <a:lnTo>
                          <a:pt x="60" y="120"/>
                        </a:lnTo>
                        <a:lnTo>
                          <a:pt x="90" y="114"/>
                        </a:lnTo>
                        <a:lnTo>
                          <a:pt x="90" y="126"/>
                        </a:lnTo>
                        <a:lnTo>
                          <a:pt x="84" y="132"/>
                        </a:lnTo>
                        <a:lnTo>
                          <a:pt x="84" y="150"/>
                        </a:lnTo>
                        <a:lnTo>
                          <a:pt x="90" y="156"/>
                        </a:lnTo>
                        <a:lnTo>
                          <a:pt x="108" y="156"/>
                        </a:lnTo>
                        <a:lnTo>
                          <a:pt x="114" y="150"/>
                        </a:lnTo>
                        <a:lnTo>
                          <a:pt x="120" y="150"/>
                        </a:lnTo>
                        <a:lnTo>
                          <a:pt x="120" y="132"/>
                        </a:lnTo>
                        <a:lnTo>
                          <a:pt x="138" y="126"/>
                        </a:lnTo>
                        <a:lnTo>
                          <a:pt x="138" y="150"/>
                        </a:lnTo>
                        <a:lnTo>
                          <a:pt x="144" y="168"/>
                        </a:lnTo>
                        <a:lnTo>
                          <a:pt x="144" y="180"/>
                        </a:lnTo>
                        <a:lnTo>
                          <a:pt x="150" y="192"/>
                        </a:lnTo>
                        <a:lnTo>
                          <a:pt x="156" y="198"/>
                        </a:lnTo>
                        <a:lnTo>
                          <a:pt x="162" y="198"/>
                        </a:lnTo>
                        <a:lnTo>
                          <a:pt x="180" y="192"/>
                        </a:lnTo>
                        <a:lnTo>
                          <a:pt x="198" y="174"/>
                        </a:lnTo>
                        <a:lnTo>
                          <a:pt x="204" y="174"/>
                        </a:lnTo>
                        <a:lnTo>
                          <a:pt x="198" y="168"/>
                        </a:lnTo>
                        <a:lnTo>
                          <a:pt x="186" y="162"/>
                        </a:lnTo>
                        <a:lnTo>
                          <a:pt x="180" y="150"/>
                        </a:lnTo>
                        <a:lnTo>
                          <a:pt x="174" y="144"/>
                        </a:lnTo>
                        <a:lnTo>
                          <a:pt x="168" y="132"/>
                        </a:lnTo>
                        <a:lnTo>
                          <a:pt x="162" y="126"/>
                        </a:lnTo>
                        <a:lnTo>
                          <a:pt x="186" y="102"/>
                        </a:lnTo>
                        <a:lnTo>
                          <a:pt x="222" y="84"/>
                        </a:lnTo>
                        <a:lnTo>
                          <a:pt x="228" y="72"/>
                        </a:lnTo>
                        <a:lnTo>
                          <a:pt x="246" y="54"/>
                        </a:lnTo>
                        <a:lnTo>
                          <a:pt x="258" y="48"/>
                        </a:lnTo>
                        <a:lnTo>
                          <a:pt x="276" y="54"/>
                        </a:lnTo>
                        <a:lnTo>
                          <a:pt x="288" y="60"/>
                        </a:lnTo>
                        <a:lnTo>
                          <a:pt x="306" y="66"/>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85" name="Newfoundland" descr="© INSCALE GmbH, 05.05.2010&#10;http://www.presentationload.com/">
                    <a:extLst>
                      <a:ext uri="{FF2B5EF4-FFF2-40B4-BE49-F238E27FC236}">
                        <a16:creationId xmlns:a16="http://schemas.microsoft.com/office/drawing/2014/main" id="{0DDCE14F-9E97-B520-8938-E6A6E28E9910}"/>
                      </a:ext>
                    </a:extLst>
                  </p:cNvPr>
                  <p:cNvSpPr>
                    <a:spLocks/>
                  </p:cNvSpPr>
                  <p:nvPr/>
                </p:nvSpPr>
                <p:spPr bwMode="gray">
                  <a:xfrm>
                    <a:off x="1733" y="1521"/>
                    <a:ext cx="108" cy="98"/>
                  </a:xfrm>
                  <a:custGeom>
                    <a:avLst/>
                    <a:gdLst>
                      <a:gd name="T0" fmla="*/ 2147483647 w 426"/>
                      <a:gd name="T1" fmla="*/ 2147483647 h 384"/>
                      <a:gd name="T2" fmla="*/ 2147483647 w 426"/>
                      <a:gd name="T3" fmla="*/ 2147483647 h 384"/>
                      <a:gd name="T4" fmla="*/ 2147483647 w 426"/>
                      <a:gd name="T5" fmla="*/ 0 h 384"/>
                      <a:gd name="T6" fmla="*/ 2147483647 w 426"/>
                      <a:gd name="T7" fmla="*/ 2147483647 h 384"/>
                      <a:gd name="T8" fmla="*/ 2147483647 w 426"/>
                      <a:gd name="T9" fmla="*/ 2147483647 h 384"/>
                      <a:gd name="T10" fmla="*/ 2147483647 w 426"/>
                      <a:gd name="T11" fmla="*/ 2147483647 h 384"/>
                      <a:gd name="T12" fmla="*/ 2147483647 w 426"/>
                      <a:gd name="T13" fmla="*/ 2147483647 h 384"/>
                      <a:gd name="T14" fmla="*/ 2147483647 w 426"/>
                      <a:gd name="T15" fmla="*/ 2147483647 h 384"/>
                      <a:gd name="T16" fmla="*/ 2147483647 w 426"/>
                      <a:gd name="T17" fmla="*/ 2147483647 h 384"/>
                      <a:gd name="T18" fmla="*/ 2147483647 w 426"/>
                      <a:gd name="T19" fmla="*/ 2147483647 h 384"/>
                      <a:gd name="T20" fmla="*/ 2147483647 w 426"/>
                      <a:gd name="T21" fmla="*/ 2147483647 h 384"/>
                      <a:gd name="T22" fmla="*/ 2147483647 w 426"/>
                      <a:gd name="T23" fmla="*/ 2147483647 h 384"/>
                      <a:gd name="T24" fmla="*/ 2147483647 w 426"/>
                      <a:gd name="T25" fmla="*/ 2147483647 h 384"/>
                      <a:gd name="T26" fmla="*/ 2147483647 w 426"/>
                      <a:gd name="T27" fmla="*/ 2147483647 h 384"/>
                      <a:gd name="T28" fmla="*/ 2147483647 w 426"/>
                      <a:gd name="T29" fmla="*/ 2147483647 h 384"/>
                      <a:gd name="T30" fmla="*/ 2147483647 w 426"/>
                      <a:gd name="T31" fmla="*/ 2147483647 h 384"/>
                      <a:gd name="T32" fmla="*/ 2147483647 w 426"/>
                      <a:gd name="T33" fmla="*/ 2147483647 h 384"/>
                      <a:gd name="T34" fmla="*/ 2147483647 w 426"/>
                      <a:gd name="T35" fmla="*/ 2147483647 h 384"/>
                      <a:gd name="T36" fmla="*/ 2147483647 w 426"/>
                      <a:gd name="T37" fmla="*/ 2147483647 h 384"/>
                      <a:gd name="T38" fmla="*/ 2147483647 w 426"/>
                      <a:gd name="T39" fmla="*/ 2147483647 h 384"/>
                      <a:gd name="T40" fmla="*/ 2147483647 w 426"/>
                      <a:gd name="T41" fmla="*/ 2147483647 h 384"/>
                      <a:gd name="T42" fmla="*/ 2147483647 w 426"/>
                      <a:gd name="T43" fmla="*/ 2147483647 h 384"/>
                      <a:gd name="T44" fmla="*/ 2147483647 w 426"/>
                      <a:gd name="T45" fmla="*/ 2147483647 h 384"/>
                      <a:gd name="T46" fmla="*/ 2147483647 w 426"/>
                      <a:gd name="T47" fmla="*/ 2147483647 h 384"/>
                      <a:gd name="T48" fmla="*/ 2147483647 w 426"/>
                      <a:gd name="T49" fmla="*/ 2147483647 h 384"/>
                      <a:gd name="T50" fmla="*/ 2147483647 w 426"/>
                      <a:gd name="T51" fmla="*/ 2147483647 h 384"/>
                      <a:gd name="T52" fmla="*/ 2147483647 w 426"/>
                      <a:gd name="T53" fmla="*/ 2147483647 h 384"/>
                      <a:gd name="T54" fmla="*/ 2147483647 w 426"/>
                      <a:gd name="T55" fmla="*/ 2147483647 h 384"/>
                      <a:gd name="T56" fmla="*/ 2147483647 w 426"/>
                      <a:gd name="T57" fmla="*/ 2147483647 h 384"/>
                      <a:gd name="T58" fmla="*/ 2147483647 w 426"/>
                      <a:gd name="T59" fmla="*/ 2147483647 h 384"/>
                      <a:gd name="T60" fmla="*/ 2147483647 w 426"/>
                      <a:gd name="T61" fmla="*/ 2147483647 h 384"/>
                      <a:gd name="T62" fmla="*/ 2147483647 w 426"/>
                      <a:gd name="T63" fmla="*/ 2147483647 h 384"/>
                      <a:gd name="T64" fmla="*/ 2147483647 w 426"/>
                      <a:gd name="T65" fmla="*/ 2147483647 h 384"/>
                      <a:gd name="T66" fmla="*/ 2147483647 w 426"/>
                      <a:gd name="T67" fmla="*/ 2147483647 h 384"/>
                      <a:gd name="T68" fmla="*/ 2147483647 w 426"/>
                      <a:gd name="T69" fmla="*/ 2147483647 h 384"/>
                      <a:gd name="T70" fmla="*/ 2147483647 w 426"/>
                      <a:gd name="T71" fmla="*/ 2147483647 h 384"/>
                      <a:gd name="T72" fmla="*/ 2147483647 w 426"/>
                      <a:gd name="T73" fmla="*/ 2147483647 h 384"/>
                      <a:gd name="T74" fmla="*/ 2147483647 w 426"/>
                      <a:gd name="T75" fmla="*/ 2147483647 h 384"/>
                      <a:gd name="T76" fmla="*/ 2147483647 w 426"/>
                      <a:gd name="T77" fmla="*/ 2147483647 h 384"/>
                      <a:gd name="T78" fmla="*/ 2147483647 w 426"/>
                      <a:gd name="T79" fmla="*/ 2147483647 h 384"/>
                      <a:gd name="T80" fmla="*/ 2147483647 w 426"/>
                      <a:gd name="T81" fmla="*/ 2147483647 h 384"/>
                      <a:gd name="T82" fmla="*/ 2147483647 w 426"/>
                      <a:gd name="T83" fmla="*/ 2147483647 h 38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26"/>
                      <a:gd name="T127" fmla="*/ 0 h 384"/>
                      <a:gd name="T128" fmla="*/ 426 w 426"/>
                      <a:gd name="T129" fmla="*/ 384 h 38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26" h="384">
                        <a:moveTo>
                          <a:pt x="258" y="18"/>
                        </a:moveTo>
                        <a:lnTo>
                          <a:pt x="270" y="12"/>
                        </a:lnTo>
                        <a:lnTo>
                          <a:pt x="276" y="12"/>
                        </a:lnTo>
                        <a:lnTo>
                          <a:pt x="294" y="6"/>
                        </a:lnTo>
                        <a:lnTo>
                          <a:pt x="306" y="0"/>
                        </a:lnTo>
                        <a:lnTo>
                          <a:pt x="330" y="0"/>
                        </a:lnTo>
                        <a:lnTo>
                          <a:pt x="342" y="6"/>
                        </a:lnTo>
                        <a:lnTo>
                          <a:pt x="342" y="18"/>
                        </a:lnTo>
                        <a:lnTo>
                          <a:pt x="336" y="24"/>
                        </a:lnTo>
                        <a:lnTo>
                          <a:pt x="312" y="42"/>
                        </a:lnTo>
                        <a:lnTo>
                          <a:pt x="312" y="48"/>
                        </a:lnTo>
                        <a:lnTo>
                          <a:pt x="306" y="54"/>
                        </a:lnTo>
                        <a:lnTo>
                          <a:pt x="300" y="72"/>
                        </a:lnTo>
                        <a:lnTo>
                          <a:pt x="276" y="96"/>
                        </a:lnTo>
                        <a:lnTo>
                          <a:pt x="258" y="102"/>
                        </a:lnTo>
                        <a:lnTo>
                          <a:pt x="246" y="102"/>
                        </a:lnTo>
                        <a:lnTo>
                          <a:pt x="210" y="150"/>
                        </a:lnTo>
                        <a:lnTo>
                          <a:pt x="210" y="174"/>
                        </a:lnTo>
                        <a:lnTo>
                          <a:pt x="234" y="156"/>
                        </a:lnTo>
                        <a:lnTo>
                          <a:pt x="264" y="108"/>
                        </a:lnTo>
                        <a:lnTo>
                          <a:pt x="282" y="126"/>
                        </a:lnTo>
                        <a:lnTo>
                          <a:pt x="306" y="138"/>
                        </a:lnTo>
                        <a:lnTo>
                          <a:pt x="294" y="168"/>
                        </a:lnTo>
                        <a:lnTo>
                          <a:pt x="324" y="168"/>
                        </a:lnTo>
                        <a:lnTo>
                          <a:pt x="330" y="192"/>
                        </a:lnTo>
                        <a:lnTo>
                          <a:pt x="384" y="162"/>
                        </a:lnTo>
                        <a:lnTo>
                          <a:pt x="402" y="174"/>
                        </a:lnTo>
                        <a:lnTo>
                          <a:pt x="396" y="180"/>
                        </a:lnTo>
                        <a:lnTo>
                          <a:pt x="390" y="192"/>
                        </a:lnTo>
                        <a:lnTo>
                          <a:pt x="378" y="204"/>
                        </a:lnTo>
                        <a:lnTo>
                          <a:pt x="372" y="204"/>
                        </a:lnTo>
                        <a:lnTo>
                          <a:pt x="384" y="204"/>
                        </a:lnTo>
                        <a:lnTo>
                          <a:pt x="396" y="210"/>
                        </a:lnTo>
                        <a:lnTo>
                          <a:pt x="408" y="210"/>
                        </a:lnTo>
                        <a:lnTo>
                          <a:pt x="408" y="216"/>
                        </a:lnTo>
                        <a:lnTo>
                          <a:pt x="396" y="240"/>
                        </a:lnTo>
                        <a:lnTo>
                          <a:pt x="384" y="252"/>
                        </a:lnTo>
                        <a:lnTo>
                          <a:pt x="378" y="264"/>
                        </a:lnTo>
                        <a:lnTo>
                          <a:pt x="366" y="276"/>
                        </a:lnTo>
                        <a:lnTo>
                          <a:pt x="360" y="288"/>
                        </a:lnTo>
                        <a:lnTo>
                          <a:pt x="354" y="294"/>
                        </a:lnTo>
                        <a:lnTo>
                          <a:pt x="390" y="294"/>
                        </a:lnTo>
                        <a:lnTo>
                          <a:pt x="354" y="312"/>
                        </a:lnTo>
                        <a:lnTo>
                          <a:pt x="384" y="312"/>
                        </a:lnTo>
                        <a:lnTo>
                          <a:pt x="420" y="300"/>
                        </a:lnTo>
                        <a:lnTo>
                          <a:pt x="426" y="324"/>
                        </a:lnTo>
                        <a:lnTo>
                          <a:pt x="360" y="384"/>
                        </a:lnTo>
                        <a:lnTo>
                          <a:pt x="318" y="378"/>
                        </a:lnTo>
                        <a:lnTo>
                          <a:pt x="336" y="354"/>
                        </a:lnTo>
                        <a:lnTo>
                          <a:pt x="306" y="360"/>
                        </a:lnTo>
                        <a:lnTo>
                          <a:pt x="300" y="348"/>
                        </a:lnTo>
                        <a:lnTo>
                          <a:pt x="228" y="360"/>
                        </a:lnTo>
                        <a:lnTo>
                          <a:pt x="192" y="354"/>
                        </a:lnTo>
                        <a:lnTo>
                          <a:pt x="186" y="348"/>
                        </a:lnTo>
                        <a:lnTo>
                          <a:pt x="228" y="336"/>
                        </a:lnTo>
                        <a:lnTo>
                          <a:pt x="234" y="330"/>
                        </a:lnTo>
                        <a:lnTo>
                          <a:pt x="234" y="324"/>
                        </a:lnTo>
                        <a:lnTo>
                          <a:pt x="228" y="324"/>
                        </a:lnTo>
                        <a:lnTo>
                          <a:pt x="222" y="318"/>
                        </a:lnTo>
                        <a:lnTo>
                          <a:pt x="198" y="318"/>
                        </a:lnTo>
                        <a:lnTo>
                          <a:pt x="162" y="312"/>
                        </a:lnTo>
                        <a:lnTo>
                          <a:pt x="126" y="300"/>
                        </a:lnTo>
                        <a:lnTo>
                          <a:pt x="96" y="294"/>
                        </a:lnTo>
                        <a:lnTo>
                          <a:pt x="78" y="294"/>
                        </a:lnTo>
                        <a:lnTo>
                          <a:pt x="72" y="300"/>
                        </a:lnTo>
                        <a:lnTo>
                          <a:pt x="48" y="300"/>
                        </a:lnTo>
                        <a:lnTo>
                          <a:pt x="36" y="306"/>
                        </a:lnTo>
                        <a:lnTo>
                          <a:pt x="24" y="306"/>
                        </a:lnTo>
                        <a:lnTo>
                          <a:pt x="12" y="300"/>
                        </a:lnTo>
                        <a:lnTo>
                          <a:pt x="6" y="294"/>
                        </a:lnTo>
                        <a:lnTo>
                          <a:pt x="18" y="282"/>
                        </a:lnTo>
                        <a:lnTo>
                          <a:pt x="24" y="282"/>
                        </a:lnTo>
                        <a:lnTo>
                          <a:pt x="30" y="276"/>
                        </a:lnTo>
                        <a:lnTo>
                          <a:pt x="42" y="276"/>
                        </a:lnTo>
                        <a:lnTo>
                          <a:pt x="30" y="276"/>
                        </a:lnTo>
                        <a:lnTo>
                          <a:pt x="12" y="270"/>
                        </a:lnTo>
                        <a:lnTo>
                          <a:pt x="0" y="258"/>
                        </a:lnTo>
                        <a:lnTo>
                          <a:pt x="6" y="252"/>
                        </a:lnTo>
                        <a:lnTo>
                          <a:pt x="18" y="252"/>
                        </a:lnTo>
                        <a:lnTo>
                          <a:pt x="54" y="234"/>
                        </a:lnTo>
                        <a:lnTo>
                          <a:pt x="60" y="228"/>
                        </a:lnTo>
                        <a:lnTo>
                          <a:pt x="66" y="228"/>
                        </a:lnTo>
                        <a:lnTo>
                          <a:pt x="204" y="90"/>
                        </a:lnTo>
                        <a:lnTo>
                          <a:pt x="258" y="18"/>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86" name="Jamaica" descr="© INSCALE GmbH, 05.05.2010&#10;http://www.presentationload.com/">
                    <a:extLst>
                      <a:ext uri="{FF2B5EF4-FFF2-40B4-BE49-F238E27FC236}">
                        <a16:creationId xmlns:a16="http://schemas.microsoft.com/office/drawing/2014/main" id="{D73857AC-58DA-6F35-C960-F917AD856674}"/>
                      </a:ext>
                    </a:extLst>
                  </p:cNvPr>
                  <p:cNvSpPr>
                    <a:spLocks/>
                  </p:cNvSpPr>
                  <p:nvPr/>
                </p:nvSpPr>
                <p:spPr bwMode="gray">
                  <a:xfrm>
                    <a:off x="1261" y="2193"/>
                    <a:ext cx="39" cy="13"/>
                  </a:xfrm>
                  <a:custGeom>
                    <a:avLst/>
                    <a:gdLst>
                      <a:gd name="T0" fmla="*/ 2147483647 w 156"/>
                      <a:gd name="T1" fmla="*/ 2147483647 h 54"/>
                      <a:gd name="T2" fmla="*/ 2147483647 w 156"/>
                      <a:gd name="T3" fmla="*/ 2147483647 h 54"/>
                      <a:gd name="T4" fmla="*/ 2147483647 w 156"/>
                      <a:gd name="T5" fmla="*/ 2147483647 h 54"/>
                      <a:gd name="T6" fmla="*/ 2147483647 w 156"/>
                      <a:gd name="T7" fmla="*/ 2147483647 h 54"/>
                      <a:gd name="T8" fmla="*/ 2147483647 w 156"/>
                      <a:gd name="T9" fmla="*/ 2147483647 h 54"/>
                      <a:gd name="T10" fmla="*/ 2147483647 w 156"/>
                      <a:gd name="T11" fmla="*/ 2147483647 h 54"/>
                      <a:gd name="T12" fmla="*/ 2147483647 w 156"/>
                      <a:gd name="T13" fmla="*/ 2147483647 h 54"/>
                      <a:gd name="T14" fmla="*/ 2147483647 w 156"/>
                      <a:gd name="T15" fmla="*/ 2147483647 h 54"/>
                      <a:gd name="T16" fmla="*/ 2147483647 w 156"/>
                      <a:gd name="T17" fmla="*/ 0 h 54"/>
                      <a:gd name="T18" fmla="*/ 2147483647 w 156"/>
                      <a:gd name="T19" fmla="*/ 0 h 54"/>
                      <a:gd name="T20" fmla="*/ 2147483647 w 156"/>
                      <a:gd name="T21" fmla="*/ 2147483647 h 54"/>
                      <a:gd name="T22" fmla="*/ 0 w 156"/>
                      <a:gd name="T23" fmla="*/ 2147483647 h 54"/>
                      <a:gd name="T24" fmla="*/ 2147483647 w 156"/>
                      <a:gd name="T25" fmla="*/ 2147483647 h 54"/>
                      <a:gd name="T26" fmla="*/ 2147483647 w 156"/>
                      <a:gd name="T27" fmla="*/ 2147483647 h 54"/>
                      <a:gd name="T28" fmla="*/ 2147483647 w 156"/>
                      <a:gd name="T29" fmla="*/ 2147483647 h 54"/>
                      <a:gd name="T30" fmla="*/ 2147483647 w 156"/>
                      <a:gd name="T31" fmla="*/ 2147483647 h 54"/>
                      <a:gd name="T32" fmla="*/ 2147483647 w 156"/>
                      <a:gd name="T33" fmla="*/ 2147483647 h 54"/>
                      <a:gd name="T34" fmla="*/ 2147483647 w 156"/>
                      <a:gd name="T35" fmla="*/ 2147483647 h 54"/>
                      <a:gd name="T36" fmla="*/ 2147483647 w 156"/>
                      <a:gd name="T37" fmla="*/ 2147483647 h 54"/>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6"/>
                      <a:gd name="T58" fmla="*/ 0 h 54"/>
                      <a:gd name="T59" fmla="*/ 156 w 156"/>
                      <a:gd name="T60" fmla="*/ 54 h 54"/>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6" h="54">
                        <a:moveTo>
                          <a:pt x="108" y="54"/>
                        </a:moveTo>
                        <a:lnTo>
                          <a:pt x="114" y="36"/>
                        </a:lnTo>
                        <a:lnTo>
                          <a:pt x="156" y="48"/>
                        </a:lnTo>
                        <a:lnTo>
                          <a:pt x="156" y="42"/>
                        </a:lnTo>
                        <a:lnTo>
                          <a:pt x="150" y="36"/>
                        </a:lnTo>
                        <a:lnTo>
                          <a:pt x="144" y="24"/>
                        </a:lnTo>
                        <a:lnTo>
                          <a:pt x="126" y="6"/>
                        </a:lnTo>
                        <a:lnTo>
                          <a:pt x="84" y="6"/>
                        </a:lnTo>
                        <a:lnTo>
                          <a:pt x="66" y="0"/>
                        </a:lnTo>
                        <a:lnTo>
                          <a:pt x="24" y="0"/>
                        </a:lnTo>
                        <a:lnTo>
                          <a:pt x="12" y="6"/>
                        </a:lnTo>
                        <a:lnTo>
                          <a:pt x="0" y="6"/>
                        </a:lnTo>
                        <a:lnTo>
                          <a:pt x="6" y="18"/>
                        </a:lnTo>
                        <a:lnTo>
                          <a:pt x="18" y="24"/>
                        </a:lnTo>
                        <a:lnTo>
                          <a:pt x="24" y="36"/>
                        </a:lnTo>
                        <a:lnTo>
                          <a:pt x="36" y="42"/>
                        </a:lnTo>
                        <a:lnTo>
                          <a:pt x="60" y="42"/>
                        </a:lnTo>
                        <a:lnTo>
                          <a:pt x="78" y="48"/>
                        </a:lnTo>
                        <a:lnTo>
                          <a:pt x="108" y="5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87" name="Haiti" descr="© INSCALE GmbH, 05.05.2010&#10;http://www.presentationload.com/">
                    <a:extLst>
                      <a:ext uri="{FF2B5EF4-FFF2-40B4-BE49-F238E27FC236}">
                        <a16:creationId xmlns:a16="http://schemas.microsoft.com/office/drawing/2014/main" id="{1048288A-2155-075C-E095-E3A1C508F43A}"/>
                      </a:ext>
                    </a:extLst>
                  </p:cNvPr>
                  <p:cNvSpPr>
                    <a:spLocks/>
                  </p:cNvSpPr>
                  <p:nvPr/>
                </p:nvSpPr>
                <p:spPr bwMode="gray">
                  <a:xfrm>
                    <a:off x="1336" y="2162"/>
                    <a:ext cx="50" cy="40"/>
                  </a:xfrm>
                  <a:custGeom>
                    <a:avLst/>
                    <a:gdLst>
                      <a:gd name="T0" fmla="*/ 2147483647 w 198"/>
                      <a:gd name="T1" fmla="*/ 2147483647 h 156"/>
                      <a:gd name="T2" fmla="*/ 2147483647 w 198"/>
                      <a:gd name="T3" fmla="*/ 2147483647 h 156"/>
                      <a:gd name="T4" fmla="*/ 2147483647 w 198"/>
                      <a:gd name="T5" fmla="*/ 2147483647 h 156"/>
                      <a:gd name="T6" fmla="*/ 2147483647 w 198"/>
                      <a:gd name="T7" fmla="*/ 2147483647 h 156"/>
                      <a:gd name="T8" fmla="*/ 2147483647 w 198"/>
                      <a:gd name="T9" fmla="*/ 2147483647 h 156"/>
                      <a:gd name="T10" fmla="*/ 2147483647 w 198"/>
                      <a:gd name="T11" fmla="*/ 2147483647 h 156"/>
                      <a:gd name="T12" fmla="*/ 2147483647 w 198"/>
                      <a:gd name="T13" fmla="*/ 2147483647 h 156"/>
                      <a:gd name="T14" fmla="*/ 2147483647 w 198"/>
                      <a:gd name="T15" fmla="*/ 2147483647 h 156"/>
                      <a:gd name="T16" fmla="*/ 2147483647 w 198"/>
                      <a:gd name="T17" fmla="*/ 2147483647 h 156"/>
                      <a:gd name="T18" fmla="*/ 2147483647 w 198"/>
                      <a:gd name="T19" fmla="*/ 2147483647 h 156"/>
                      <a:gd name="T20" fmla="*/ 2147483647 w 198"/>
                      <a:gd name="T21" fmla="*/ 2147483647 h 156"/>
                      <a:gd name="T22" fmla="*/ 2147483647 w 198"/>
                      <a:gd name="T23" fmla="*/ 2147483647 h 156"/>
                      <a:gd name="T24" fmla="*/ 2147483647 w 198"/>
                      <a:gd name="T25" fmla="*/ 2147483647 h 156"/>
                      <a:gd name="T26" fmla="*/ 2147483647 w 198"/>
                      <a:gd name="T27" fmla="*/ 2147483647 h 156"/>
                      <a:gd name="T28" fmla="*/ 2147483647 w 198"/>
                      <a:gd name="T29" fmla="*/ 2147483647 h 156"/>
                      <a:gd name="T30" fmla="*/ 2147483647 w 198"/>
                      <a:gd name="T31" fmla="*/ 2147483647 h 156"/>
                      <a:gd name="T32" fmla="*/ 2147483647 w 198"/>
                      <a:gd name="T33" fmla="*/ 2147483647 h 156"/>
                      <a:gd name="T34" fmla="*/ 2147483647 w 198"/>
                      <a:gd name="T35" fmla="*/ 0 h 156"/>
                      <a:gd name="T36" fmla="*/ 2147483647 w 198"/>
                      <a:gd name="T37" fmla="*/ 0 h 156"/>
                      <a:gd name="T38" fmla="*/ 2147483647 w 198"/>
                      <a:gd name="T39" fmla="*/ 2147483647 h 156"/>
                      <a:gd name="T40" fmla="*/ 2147483647 w 198"/>
                      <a:gd name="T41" fmla="*/ 2147483647 h 156"/>
                      <a:gd name="T42" fmla="*/ 2147483647 w 198"/>
                      <a:gd name="T43" fmla="*/ 2147483647 h 156"/>
                      <a:gd name="T44" fmla="*/ 2147483647 w 198"/>
                      <a:gd name="T45" fmla="*/ 2147483647 h 156"/>
                      <a:gd name="T46" fmla="*/ 2147483647 w 198"/>
                      <a:gd name="T47" fmla="*/ 2147483647 h 156"/>
                      <a:gd name="T48" fmla="*/ 2147483647 w 198"/>
                      <a:gd name="T49" fmla="*/ 2147483647 h 156"/>
                      <a:gd name="T50" fmla="*/ 2147483647 w 198"/>
                      <a:gd name="T51" fmla="*/ 2147483647 h 156"/>
                      <a:gd name="T52" fmla="*/ 2147483647 w 198"/>
                      <a:gd name="T53" fmla="*/ 2147483647 h 156"/>
                      <a:gd name="T54" fmla="*/ 2147483647 w 198"/>
                      <a:gd name="T55" fmla="*/ 2147483647 h 156"/>
                      <a:gd name="T56" fmla="*/ 2147483647 w 198"/>
                      <a:gd name="T57" fmla="*/ 2147483647 h 156"/>
                      <a:gd name="T58" fmla="*/ 2147483647 w 198"/>
                      <a:gd name="T59" fmla="*/ 2147483647 h 156"/>
                      <a:gd name="T60" fmla="*/ 2147483647 w 198"/>
                      <a:gd name="T61" fmla="*/ 2147483647 h 156"/>
                      <a:gd name="T62" fmla="*/ 2147483647 w 198"/>
                      <a:gd name="T63" fmla="*/ 2147483647 h 156"/>
                      <a:gd name="T64" fmla="*/ 2147483647 w 198"/>
                      <a:gd name="T65" fmla="*/ 2147483647 h 156"/>
                      <a:gd name="T66" fmla="*/ 2147483647 w 198"/>
                      <a:gd name="T67" fmla="*/ 2147483647 h 156"/>
                      <a:gd name="T68" fmla="*/ 2147483647 w 198"/>
                      <a:gd name="T69" fmla="*/ 2147483647 h 156"/>
                      <a:gd name="T70" fmla="*/ 2147483647 w 198"/>
                      <a:gd name="T71" fmla="*/ 2147483647 h 156"/>
                      <a:gd name="T72" fmla="*/ 2147483647 w 198"/>
                      <a:gd name="T73" fmla="*/ 2147483647 h 156"/>
                      <a:gd name="T74" fmla="*/ 2147483647 w 198"/>
                      <a:gd name="T75" fmla="*/ 2147483647 h 156"/>
                      <a:gd name="T76" fmla="*/ 2147483647 w 198"/>
                      <a:gd name="T77" fmla="*/ 2147483647 h 156"/>
                      <a:gd name="T78" fmla="*/ 2147483647 w 198"/>
                      <a:gd name="T79" fmla="*/ 2147483647 h 156"/>
                      <a:gd name="T80" fmla="*/ 2147483647 w 198"/>
                      <a:gd name="T81" fmla="*/ 2147483647 h 156"/>
                      <a:gd name="T82" fmla="*/ 0 w 198"/>
                      <a:gd name="T83" fmla="*/ 2147483647 h 156"/>
                      <a:gd name="T84" fmla="*/ 0 w 198"/>
                      <a:gd name="T85" fmla="*/ 2147483647 h 156"/>
                      <a:gd name="T86" fmla="*/ 2147483647 w 198"/>
                      <a:gd name="T87" fmla="*/ 2147483647 h 156"/>
                      <a:gd name="T88" fmla="*/ 2147483647 w 198"/>
                      <a:gd name="T89" fmla="*/ 2147483647 h 156"/>
                      <a:gd name="T90" fmla="*/ 2147483647 w 198"/>
                      <a:gd name="T91" fmla="*/ 2147483647 h 156"/>
                      <a:gd name="T92" fmla="*/ 2147483647 w 198"/>
                      <a:gd name="T93" fmla="*/ 2147483647 h 156"/>
                      <a:gd name="T94" fmla="*/ 2147483647 w 198"/>
                      <a:gd name="T95" fmla="*/ 2147483647 h 156"/>
                      <a:gd name="T96" fmla="*/ 2147483647 w 198"/>
                      <a:gd name="T97" fmla="*/ 2147483647 h 156"/>
                      <a:gd name="T98" fmla="*/ 2147483647 w 198"/>
                      <a:gd name="T99" fmla="*/ 2147483647 h 156"/>
                      <a:gd name="T100" fmla="*/ 2147483647 w 198"/>
                      <a:gd name="T101" fmla="*/ 2147483647 h 156"/>
                      <a:gd name="T102" fmla="*/ 2147483647 w 198"/>
                      <a:gd name="T103" fmla="*/ 2147483647 h 156"/>
                      <a:gd name="T104" fmla="*/ 2147483647 w 198"/>
                      <a:gd name="T105" fmla="*/ 2147483647 h 156"/>
                      <a:gd name="T106" fmla="*/ 2147483647 w 198"/>
                      <a:gd name="T107" fmla="*/ 2147483647 h 156"/>
                      <a:gd name="T108" fmla="*/ 2147483647 w 198"/>
                      <a:gd name="T109" fmla="*/ 2147483647 h 156"/>
                      <a:gd name="T110" fmla="*/ 2147483647 w 198"/>
                      <a:gd name="T111" fmla="*/ 2147483647 h 156"/>
                      <a:gd name="T112" fmla="*/ 2147483647 w 198"/>
                      <a:gd name="T113" fmla="*/ 2147483647 h 15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98"/>
                      <a:gd name="T172" fmla="*/ 0 h 156"/>
                      <a:gd name="T173" fmla="*/ 198 w 198"/>
                      <a:gd name="T174" fmla="*/ 156 h 156"/>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98" h="156">
                        <a:moveTo>
                          <a:pt x="168" y="114"/>
                        </a:moveTo>
                        <a:lnTo>
                          <a:pt x="168" y="108"/>
                        </a:lnTo>
                        <a:lnTo>
                          <a:pt x="174" y="102"/>
                        </a:lnTo>
                        <a:lnTo>
                          <a:pt x="180" y="90"/>
                        </a:lnTo>
                        <a:lnTo>
                          <a:pt x="180" y="78"/>
                        </a:lnTo>
                        <a:lnTo>
                          <a:pt x="186" y="72"/>
                        </a:lnTo>
                        <a:lnTo>
                          <a:pt x="192" y="60"/>
                        </a:lnTo>
                        <a:lnTo>
                          <a:pt x="198" y="54"/>
                        </a:lnTo>
                        <a:lnTo>
                          <a:pt x="198" y="42"/>
                        </a:lnTo>
                        <a:lnTo>
                          <a:pt x="186" y="6"/>
                        </a:lnTo>
                        <a:lnTo>
                          <a:pt x="180" y="12"/>
                        </a:lnTo>
                        <a:lnTo>
                          <a:pt x="180" y="18"/>
                        </a:lnTo>
                        <a:lnTo>
                          <a:pt x="174" y="18"/>
                        </a:lnTo>
                        <a:lnTo>
                          <a:pt x="168" y="12"/>
                        </a:lnTo>
                        <a:lnTo>
                          <a:pt x="156" y="12"/>
                        </a:lnTo>
                        <a:lnTo>
                          <a:pt x="144" y="6"/>
                        </a:lnTo>
                        <a:lnTo>
                          <a:pt x="126" y="6"/>
                        </a:lnTo>
                        <a:lnTo>
                          <a:pt x="114" y="0"/>
                        </a:lnTo>
                        <a:lnTo>
                          <a:pt x="84" y="0"/>
                        </a:lnTo>
                        <a:lnTo>
                          <a:pt x="72" y="6"/>
                        </a:lnTo>
                        <a:lnTo>
                          <a:pt x="66" y="12"/>
                        </a:lnTo>
                        <a:lnTo>
                          <a:pt x="66" y="18"/>
                        </a:lnTo>
                        <a:lnTo>
                          <a:pt x="72" y="24"/>
                        </a:lnTo>
                        <a:lnTo>
                          <a:pt x="108" y="24"/>
                        </a:lnTo>
                        <a:lnTo>
                          <a:pt x="114" y="30"/>
                        </a:lnTo>
                        <a:lnTo>
                          <a:pt x="120" y="42"/>
                        </a:lnTo>
                        <a:lnTo>
                          <a:pt x="126" y="48"/>
                        </a:lnTo>
                        <a:lnTo>
                          <a:pt x="114" y="54"/>
                        </a:lnTo>
                        <a:lnTo>
                          <a:pt x="108" y="60"/>
                        </a:lnTo>
                        <a:lnTo>
                          <a:pt x="108" y="72"/>
                        </a:lnTo>
                        <a:lnTo>
                          <a:pt x="114" y="84"/>
                        </a:lnTo>
                        <a:lnTo>
                          <a:pt x="114" y="96"/>
                        </a:lnTo>
                        <a:lnTo>
                          <a:pt x="120" y="102"/>
                        </a:lnTo>
                        <a:lnTo>
                          <a:pt x="114" y="108"/>
                        </a:lnTo>
                        <a:lnTo>
                          <a:pt x="96" y="108"/>
                        </a:lnTo>
                        <a:lnTo>
                          <a:pt x="78" y="102"/>
                        </a:lnTo>
                        <a:lnTo>
                          <a:pt x="66" y="102"/>
                        </a:lnTo>
                        <a:lnTo>
                          <a:pt x="54" y="96"/>
                        </a:lnTo>
                        <a:lnTo>
                          <a:pt x="36" y="96"/>
                        </a:lnTo>
                        <a:lnTo>
                          <a:pt x="24" y="102"/>
                        </a:lnTo>
                        <a:lnTo>
                          <a:pt x="6" y="102"/>
                        </a:lnTo>
                        <a:lnTo>
                          <a:pt x="0" y="108"/>
                        </a:lnTo>
                        <a:lnTo>
                          <a:pt x="0" y="114"/>
                        </a:lnTo>
                        <a:lnTo>
                          <a:pt x="6" y="120"/>
                        </a:lnTo>
                        <a:lnTo>
                          <a:pt x="12" y="132"/>
                        </a:lnTo>
                        <a:lnTo>
                          <a:pt x="24" y="138"/>
                        </a:lnTo>
                        <a:lnTo>
                          <a:pt x="30" y="150"/>
                        </a:lnTo>
                        <a:lnTo>
                          <a:pt x="36" y="156"/>
                        </a:lnTo>
                        <a:lnTo>
                          <a:pt x="42" y="156"/>
                        </a:lnTo>
                        <a:lnTo>
                          <a:pt x="48" y="150"/>
                        </a:lnTo>
                        <a:lnTo>
                          <a:pt x="54" y="138"/>
                        </a:lnTo>
                        <a:lnTo>
                          <a:pt x="60" y="132"/>
                        </a:lnTo>
                        <a:lnTo>
                          <a:pt x="138" y="132"/>
                        </a:lnTo>
                        <a:lnTo>
                          <a:pt x="156" y="126"/>
                        </a:lnTo>
                        <a:lnTo>
                          <a:pt x="168" y="126"/>
                        </a:lnTo>
                        <a:lnTo>
                          <a:pt x="180" y="144"/>
                        </a:lnTo>
                        <a:lnTo>
                          <a:pt x="168" y="11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88" name="Guyane (French Guiana)" descr="© INSCALE GmbH, 05.05.2010&#10;http://www.presentationload.com/">
                    <a:extLst>
                      <a:ext uri="{FF2B5EF4-FFF2-40B4-BE49-F238E27FC236}">
                        <a16:creationId xmlns:a16="http://schemas.microsoft.com/office/drawing/2014/main" id="{60B67CB8-7129-4F7C-DBBE-C4963D8C0859}"/>
                      </a:ext>
                    </a:extLst>
                  </p:cNvPr>
                  <p:cNvSpPr>
                    <a:spLocks/>
                  </p:cNvSpPr>
                  <p:nvPr/>
                </p:nvSpPr>
                <p:spPr bwMode="gray">
                  <a:xfrm>
                    <a:off x="1669" y="2451"/>
                    <a:ext cx="52" cy="75"/>
                  </a:xfrm>
                  <a:custGeom>
                    <a:avLst/>
                    <a:gdLst>
                      <a:gd name="T0" fmla="*/ 2147483647 w 52"/>
                      <a:gd name="T1" fmla="*/ 2147483647 h 76"/>
                      <a:gd name="T2" fmla="*/ 2147483647 w 52"/>
                      <a:gd name="T3" fmla="*/ 2147483647 h 76"/>
                      <a:gd name="T4" fmla="*/ 2147483647 w 52"/>
                      <a:gd name="T5" fmla="*/ 2147483647 h 76"/>
                      <a:gd name="T6" fmla="*/ 2147483647 w 52"/>
                      <a:gd name="T7" fmla="*/ 2147483647 h 76"/>
                      <a:gd name="T8" fmla="*/ 2147483647 w 52"/>
                      <a:gd name="T9" fmla="*/ 2147483647 h 76"/>
                      <a:gd name="T10" fmla="*/ 2147483647 w 52"/>
                      <a:gd name="T11" fmla="*/ 2147483647 h 76"/>
                      <a:gd name="T12" fmla="*/ 2147483647 w 52"/>
                      <a:gd name="T13" fmla="*/ 2147483647 h 76"/>
                      <a:gd name="T14" fmla="*/ 2147483647 w 52"/>
                      <a:gd name="T15" fmla="*/ 2147483647 h 76"/>
                      <a:gd name="T16" fmla="*/ 2147483647 w 52"/>
                      <a:gd name="T17" fmla="*/ 2147483647 h 76"/>
                      <a:gd name="T18" fmla="*/ 2147483647 w 52"/>
                      <a:gd name="T19" fmla="*/ 2147483647 h 76"/>
                      <a:gd name="T20" fmla="*/ 2147483647 w 52"/>
                      <a:gd name="T21" fmla="*/ 2147483647 h 76"/>
                      <a:gd name="T22" fmla="*/ 2147483647 w 52"/>
                      <a:gd name="T23" fmla="*/ 0 h 76"/>
                      <a:gd name="T24" fmla="*/ 2147483647 w 52"/>
                      <a:gd name="T25" fmla="*/ 2147483647 h 76"/>
                      <a:gd name="T26" fmla="*/ 2147483647 w 52"/>
                      <a:gd name="T27" fmla="*/ 2147483647 h 76"/>
                      <a:gd name="T28" fmla="*/ 2147483647 w 52"/>
                      <a:gd name="T29" fmla="*/ 2147483647 h 76"/>
                      <a:gd name="T30" fmla="*/ 2147483647 w 52"/>
                      <a:gd name="T31" fmla="*/ 2147483647 h 76"/>
                      <a:gd name="T32" fmla="*/ 2147483647 w 52"/>
                      <a:gd name="T33" fmla="*/ 2147483647 h 76"/>
                      <a:gd name="T34" fmla="*/ 2147483647 w 52"/>
                      <a:gd name="T35" fmla="*/ 2147483647 h 76"/>
                      <a:gd name="T36" fmla="*/ 2147483647 w 52"/>
                      <a:gd name="T37" fmla="*/ 2147483647 h 76"/>
                      <a:gd name="T38" fmla="*/ 2147483647 w 52"/>
                      <a:gd name="T39" fmla="*/ 2147483647 h 76"/>
                      <a:gd name="T40" fmla="*/ 2147483647 w 52"/>
                      <a:gd name="T41" fmla="*/ 2147483647 h 76"/>
                      <a:gd name="T42" fmla="*/ 2147483647 w 52"/>
                      <a:gd name="T43" fmla="*/ 2147483647 h 76"/>
                      <a:gd name="T44" fmla="*/ 2147483647 w 52"/>
                      <a:gd name="T45" fmla="*/ 2147483647 h 76"/>
                      <a:gd name="T46" fmla="*/ 2147483647 w 52"/>
                      <a:gd name="T47" fmla="*/ 2147483647 h 76"/>
                      <a:gd name="T48" fmla="*/ 2147483647 w 52"/>
                      <a:gd name="T49" fmla="*/ 2147483647 h 76"/>
                      <a:gd name="T50" fmla="*/ 2147483647 w 52"/>
                      <a:gd name="T51" fmla="*/ 2147483647 h 76"/>
                      <a:gd name="T52" fmla="*/ 2147483647 w 52"/>
                      <a:gd name="T53" fmla="*/ 2147483647 h 76"/>
                      <a:gd name="T54" fmla="*/ 2147483647 w 52"/>
                      <a:gd name="T55" fmla="*/ 2147483647 h 76"/>
                      <a:gd name="T56" fmla="*/ 2147483647 w 52"/>
                      <a:gd name="T57" fmla="*/ 2147483647 h 76"/>
                      <a:gd name="T58" fmla="*/ 2147483647 w 52"/>
                      <a:gd name="T59" fmla="*/ 2147483647 h 76"/>
                      <a:gd name="T60" fmla="*/ 2147483647 w 52"/>
                      <a:gd name="T61" fmla="*/ 2147483647 h 76"/>
                      <a:gd name="T62" fmla="*/ 2147483647 w 52"/>
                      <a:gd name="T63" fmla="*/ 2147483647 h 76"/>
                      <a:gd name="T64" fmla="*/ 0 w 52"/>
                      <a:gd name="T65" fmla="*/ 2147483647 h 76"/>
                      <a:gd name="T66" fmla="*/ 0 w 52"/>
                      <a:gd name="T67" fmla="*/ 2147483647 h 76"/>
                      <a:gd name="T68" fmla="*/ 2147483647 w 52"/>
                      <a:gd name="T69" fmla="*/ 2147483647 h 76"/>
                      <a:gd name="T70" fmla="*/ 2147483647 w 52"/>
                      <a:gd name="T71" fmla="*/ 2147483647 h 76"/>
                      <a:gd name="T72" fmla="*/ 2147483647 w 52"/>
                      <a:gd name="T73" fmla="*/ 2147483647 h 76"/>
                      <a:gd name="T74" fmla="*/ 2147483647 w 52"/>
                      <a:gd name="T75" fmla="*/ 2147483647 h 76"/>
                      <a:gd name="T76" fmla="*/ 2147483647 w 52"/>
                      <a:gd name="T77" fmla="*/ 2147483647 h 76"/>
                      <a:gd name="T78" fmla="*/ 2147483647 w 52"/>
                      <a:gd name="T79" fmla="*/ 2147483647 h 76"/>
                      <a:gd name="T80" fmla="*/ 2147483647 w 52"/>
                      <a:gd name="T81" fmla="*/ 2147483647 h 76"/>
                      <a:gd name="T82" fmla="*/ 2147483647 w 52"/>
                      <a:gd name="T83" fmla="*/ 2147483647 h 76"/>
                      <a:gd name="T84" fmla="*/ 2147483647 w 52"/>
                      <a:gd name="T85" fmla="*/ 2147483647 h 76"/>
                      <a:gd name="T86" fmla="*/ 2147483647 w 52"/>
                      <a:gd name="T87" fmla="*/ 2147483647 h 76"/>
                      <a:gd name="T88" fmla="*/ 2147483647 w 52"/>
                      <a:gd name="T89" fmla="*/ 2147483647 h 76"/>
                      <a:gd name="T90" fmla="*/ 2147483647 w 52"/>
                      <a:gd name="T91" fmla="*/ 2147483647 h 76"/>
                      <a:gd name="T92" fmla="*/ 2147483647 w 52"/>
                      <a:gd name="T93" fmla="*/ 2147483647 h 76"/>
                      <a:gd name="T94" fmla="*/ 2147483647 w 52"/>
                      <a:gd name="T95" fmla="*/ 2147483647 h 76"/>
                      <a:gd name="T96" fmla="*/ 2147483647 w 52"/>
                      <a:gd name="T97" fmla="*/ 2147483647 h 76"/>
                      <a:gd name="T98" fmla="*/ 2147483647 w 52"/>
                      <a:gd name="T99" fmla="*/ 2147483647 h 76"/>
                      <a:gd name="T100" fmla="*/ 2147483647 w 52"/>
                      <a:gd name="T101" fmla="*/ 2147483647 h 76"/>
                      <a:gd name="T102" fmla="*/ 2147483647 w 52"/>
                      <a:gd name="T103" fmla="*/ 2147483647 h 76"/>
                      <a:gd name="T104" fmla="*/ 2147483647 w 52"/>
                      <a:gd name="T105" fmla="*/ 2147483647 h 76"/>
                      <a:gd name="T106" fmla="*/ 2147483647 w 52"/>
                      <a:gd name="T107" fmla="*/ 2147483647 h 76"/>
                      <a:gd name="T108" fmla="*/ 2147483647 w 52"/>
                      <a:gd name="T109" fmla="*/ 2147483647 h 76"/>
                      <a:gd name="T110" fmla="*/ 2147483647 w 52"/>
                      <a:gd name="T111" fmla="*/ 2147483647 h 76"/>
                      <a:gd name="T112" fmla="*/ 2147483647 w 52"/>
                      <a:gd name="T113" fmla="*/ 2147483647 h 76"/>
                      <a:gd name="T114" fmla="*/ 2147483647 w 52"/>
                      <a:gd name="T115" fmla="*/ 2147483647 h 7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52"/>
                      <a:gd name="T175" fmla="*/ 0 h 76"/>
                      <a:gd name="T176" fmla="*/ 52 w 52"/>
                      <a:gd name="T177" fmla="*/ 76 h 7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52" h="76">
                        <a:moveTo>
                          <a:pt x="52" y="32"/>
                        </a:moveTo>
                        <a:lnTo>
                          <a:pt x="50" y="26"/>
                        </a:lnTo>
                        <a:lnTo>
                          <a:pt x="48" y="24"/>
                        </a:lnTo>
                        <a:lnTo>
                          <a:pt x="46" y="22"/>
                        </a:lnTo>
                        <a:lnTo>
                          <a:pt x="46" y="20"/>
                        </a:lnTo>
                        <a:lnTo>
                          <a:pt x="40" y="20"/>
                        </a:lnTo>
                        <a:lnTo>
                          <a:pt x="32" y="6"/>
                        </a:lnTo>
                        <a:lnTo>
                          <a:pt x="24" y="6"/>
                        </a:lnTo>
                        <a:lnTo>
                          <a:pt x="22" y="4"/>
                        </a:lnTo>
                        <a:lnTo>
                          <a:pt x="20" y="4"/>
                        </a:lnTo>
                        <a:lnTo>
                          <a:pt x="16" y="2"/>
                        </a:lnTo>
                        <a:lnTo>
                          <a:pt x="14" y="0"/>
                        </a:lnTo>
                        <a:lnTo>
                          <a:pt x="12" y="4"/>
                        </a:lnTo>
                        <a:lnTo>
                          <a:pt x="12" y="10"/>
                        </a:lnTo>
                        <a:lnTo>
                          <a:pt x="10" y="10"/>
                        </a:lnTo>
                        <a:lnTo>
                          <a:pt x="8" y="12"/>
                        </a:lnTo>
                        <a:lnTo>
                          <a:pt x="6" y="14"/>
                        </a:lnTo>
                        <a:lnTo>
                          <a:pt x="4" y="16"/>
                        </a:lnTo>
                        <a:lnTo>
                          <a:pt x="2" y="20"/>
                        </a:lnTo>
                        <a:lnTo>
                          <a:pt x="2" y="28"/>
                        </a:lnTo>
                        <a:lnTo>
                          <a:pt x="4" y="32"/>
                        </a:lnTo>
                        <a:lnTo>
                          <a:pt x="4" y="36"/>
                        </a:lnTo>
                        <a:lnTo>
                          <a:pt x="6" y="40"/>
                        </a:lnTo>
                        <a:lnTo>
                          <a:pt x="10" y="44"/>
                        </a:lnTo>
                        <a:lnTo>
                          <a:pt x="12" y="46"/>
                        </a:lnTo>
                        <a:lnTo>
                          <a:pt x="12" y="48"/>
                        </a:lnTo>
                        <a:lnTo>
                          <a:pt x="6" y="54"/>
                        </a:lnTo>
                        <a:lnTo>
                          <a:pt x="8" y="62"/>
                        </a:lnTo>
                        <a:lnTo>
                          <a:pt x="6" y="64"/>
                        </a:lnTo>
                        <a:lnTo>
                          <a:pt x="4" y="64"/>
                        </a:lnTo>
                        <a:lnTo>
                          <a:pt x="4" y="66"/>
                        </a:lnTo>
                        <a:lnTo>
                          <a:pt x="2" y="68"/>
                        </a:lnTo>
                        <a:lnTo>
                          <a:pt x="0" y="72"/>
                        </a:lnTo>
                        <a:lnTo>
                          <a:pt x="4" y="76"/>
                        </a:lnTo>
                        <a:lnTo>
                          <a:pt x="10" y="76"/>
                        </a:lnTo>
                        <a:lnTo>
                          <a:pt x="12" y="74"/>
                        </a:lnTo>
                        <a:lnTo>
                          <a:pt x="12" y="72"/>
                        </a:lnTo>
                        <a:lnTo>
                          <a:pt x="14" y="72"/>
                        </a:lnTo>
                        <a:lnTo>
                          <a:pt x="16" y="72"/>
                        </a:lnTo>
                        <a:lnTo>
                          <a:pt x="18" y="72"/>
                        </a:lnTo>
                        <a:lnTo>
                          <a:pt x="20" y="72"/>
                        </a:lnTo>
                        <a:lnTo>
                          <a:pt x="22" y="72"/>
                        </a:lnTo>
                        <a:lnTo>
                          <a:pt x="26" y="74"/>
                        </a:lnTo>
                        <a:lnTo>
                          <a:pt x="30" y="74"/>
                        </a:lnTo>
                        <a:lnTo>
                          <a:pt x="32" y="72"/>
                        </a:lnTo>
                        <a:lnTo>
                          <a:pt x="40" y="64"/>
                        </a:lnTo>
                        <a:lnTo>
                          <a:pt x="40" y="60"/>
                        </a:lnTo>
                        <a:lnTo>
                          <a:pt x="44" y="50"/>
                        </a:lnTo>
                        <a:lnTo>
                          <a:pt x="46" y="46"/>
                        </a:lnTo>
                        <a:lnTo>
                          <a:pt x="48" y="44"/>
                        </a:lnTo>
                        <a:lnTo>
                          <a:pt x="50" y="42"/>
                        </a:lnTo>
                        <a:lnTo>
                          <a:pt x="50" y="40"/>
                        </a:lnTo>
                        <a:lnTo>
                          <a:pt x="52" y="38"/>
                        </a:lnTo>
                        <a:lnTo>
                          <a:pt x="52" y="36"/>
                        </a:lnTo>
                        <a:lnTo>
                          <a:pt x="52" y="34"/>
                        </a:lnTo>
                        <a:lnTo>
                          <a:pt x="52" y="3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89" name="Guyana" descr="© INSCALE GmbH, 05.05.2010&#10;http://www.presentationload.com/">
                    <a:extLst>
                      <a:ext uri="{FF2B5EF4-FFF2-40B4-BE49-F238E27FC236}">
                        <a16:creationId xmlns:a16="http://schemas.microsoft.com/office/drawing/2014/main" id="{251065C3-57BA-88B5-BB9D-69372EE78B1D}"/>
                      </a:ext>
                    </a:extLst>
                  </p:cNvPr>
                  <p:cNvSpPr>
                    <a:spLocks/>
                  </p:cNvSpPr>
                  <p:nvPr/>
                </p:nvSpPr>
                <p:spPr bwMode="gray">
                  <a:xfrm>
                    <a:off x="1548" y="2396"/>
                    <a:ext cx="82" cy="148"/>
                  </a:xfrm>
                  <a:custGeom>
                    <a:avLst/>
                    <a:gdLst>
                      <a:gd name="T0" fmla="*/ 2147483647 w 324"/>
                      <a:gd name="T1" fmla="*/ 2147483647 h 582"/>
                      <a:gd name="T2" fmla="*/ 2147483647 w 324"/>
                      <a:gd name="T3" fmla="*/ 2147483647 h 582"/>
                      <a:gd name="T4" fmla="*/ 2147483647 w 324"/>
                      <a:gd name="T5" fmla="*/ 2147483647 h 582"/>
                      <a:gd name="T6" fmla="*/ 2147483647 w 324"/>
                      <a:gd name="T7" fmla="*/ 2147483647 h 582"/>
                      <a:gd name="T8" fmla="*/ 2147483647 w 324"/>
                      <a:gd name="T9" fmla="*/ 2147483647 h 582"/>
                      <a:gd name="T10" fmla="*/ 2147483647 w 324"/>
                      <a:gd name="T11" fmla="*/ 2147483647 h 582"/>
                      <a:gd name="T12" fmla="*/ 2147483647 w 324"/>
                      <a:gd name="T13" fmla="*/ 2147483647 h 582"/>
                      <a:gd name="T14" fmla="*/ 2147483647 w 324"/>
                      <a:gd name="T15" fmla="*/ 2147483647 h 582"/>
                      <a:gd name="T16" fmla="*/ 0 w 324"/>
                      <a:gd name="T17" fmla="*/ 2147483647 h 582"/>
                      <a:gd name="T18" fmla="*/ 2147483647 w 324"/>
                      <a:gd name="T19" fmla="*/ 2147483647 h 582"/>
                      <a:gd name="T20" fmla="*/ 2147483647 w 324"/>
                      <a:gd name="T21" fmla="*/ 2147483647 h 582"/>
                      <a:gd name="T22" fmla="*/ 2147483647 w 324"/>
                      <a:gd name="T23" fmla="*/ 2147483647 h 582"/>
                      <a:gd name="T24" fmla="*/ 2147483647 w 324"/>
                      <a:gd name="T25" fmla="*/ 2147483647 h 582"/>
                      <a:gd name="T26" fmla="*/ 2147483647 w 324"/>
                      <a:gd name="T27" fmla="*/ 2147483647 h 582"/>
                      <a:gd name="T28" fmla="*/ 2147483647 w 324"/>
                      <a:gd name="T29" fmla="*/ 2147483647 h 582"/>
                      <a:gd name="T30" fmla="*/ 2147483647 w 324"/>
                      <a:gd name="T31" fmla="*/ 2147483647 h 582"/>
                      <a:gd name="T32" fmla="*/ 2147483647 w 324"/>
                      <a:gd name="T33" fmla="*/ 2147483647 h 582"/>
                      <a:gd name="T34" fmla="*/ 2147483647 w 324"/>
                      <a:gd name="T35" fmla="*/ 2147483647 h 582"/>
                      <a:gd name="T36" fmla="*/ 2147483647 w 324"/>
                      <a:gd name="T37" fmla="*/ 2147483647 h 582"/>
                      <a:gd name="T38" fmla="*/ 2147483647 w 324"/>
                      <a:gd name="T39" fmla="*/ 2147483647 h 582"/>
                      <a:gd name="T40" fmla="*/ 2147483647 w 324"/>
                      <a:gd name="T41" fmla="*/ 2147483647 h 582"/>
                      <a:gd name="T42" fmla="*/ 2147483647 w 324"/>
                      <a:gd name="T43" fmla="*/ 2147483647 h 582"/>
                      <a:gd name="T44" fmla="*/ 2147483647 w 324"/>
                      <a:gd name="T45" fmla="*/ 2147483647 h 582"/>
                      <a:gd name="T46" fmla="*/ 2147483647 w 324"/>
                      <a:gd name="T47" fmla="*/ 2147483647 h 582"/>
                      <a:gd name="T48" fmla="*/ 2147483647 w 324"/>
                      <a:gd name="T49" fmla="*/ 2147483647 h 582"/>
                      <a:gd name="T50" fmla="*/ 2147483647 w 324"/>
                      <a:gd name="T51" fmla="*/ 2147483647 h 582"/>
                      <a:gd name="T52" fmla="*/ 2147483647 w 324"/>
                      <a:gd name="T53" fmla="*/ 2147483647 h 582"/>
                      <a:gd name="T54" fmla="*/ 2147483647 w 324"/>
                      <a:gd name="T55" fmla="*/ 2147483647 h 582"/>
                      <a:gd name="T56" fmla="*/ 2147483647 w 324"/>
                      <a:gd name="T57" fmla="*/ 2147483647 h 582"/>
                      <a:gd name="T58" fmla="*/ 2147483647 w 324"/>
                      <a:gd name="T59" fmla="*/ 2147483647 h 582"/>
                      <a:gd name="T60" fmla="*/ 2147483647 w 324"/>
                      <a:gd name="T61" fmla="*/ 2147483647 h 582"/>
                      <a:gd name="T62" fmla="*/ 2147483647 w 324"/>
                      <a:gd name="T63" fmla="*/ 2147483647 h 582"/>
                      <a:gd name="T64" fmla="*/ 2147483647 w 324"/>
                      <a:gd name="T65" fmla="*/ 2147483647 h 582"/>
                      <a:gd name="T66" fmla="*/ 2147483647 w 324"/>
                      <a:gd name="T67" fmla="*/ 2147483647 h 582"/>
                      <a:gd name="T68" fmla="*/ 2147483647 w 324"/>
                      <a:gd name="T69" fmla="*/ 2147483647 h 582"/>
                      <a:gd name="T70" fmla="*/ 2147483647 w 324"/>
                      <a:gd name="T71" fmla="*/ 2147483647 h 582"/>
                      <a:gd name="T72" fmla="*/ 2147483647 w 324"/>
                      <a:gd name="T73" fmla="*/ 2147483647 h 582"/>
                      <a:gd name="T74" fmla="*/ 2147483647 w 324"/>
                      <a:gd name="T75" fmla="*/ 2147483647 h 582"/>
                      <a:gd name="T76" fmla="*/ 2147483647 w 324"/>
                      <a:gd name="T77" fmla="*/ 2147483647 h 582"/>
                      <a:gd name="T78" fmla="*/ 2147483647 w 324"/>
                      <a:gd name="T79" fmla="*/ 2147483647 h 582"/>
                      <a:gd name="T80" fmla="*/ 2147483647 w 324"/>
                      <a:gd name="T81" fmla="*/ 2147483647 h 582"/>
                      <a:gd name="T82" fmla="*/ 2147483647 w 324"/>
                      <a:gd name="T83" fmla="*/ 2147483647 h 582"/>
                      <a:gd name="T84" fmla="*/ 2147483647 w 324"/>
                      <a:gd name="T85" fmla="*/ 2147483647 h 582"/>
                      <a:gd name="T86" fmla="*/ 2147483647 w 324"/>
                      <a:gd name="T87" fmla="*/ 2147483647 h 582"/>
                      <a:gd name="T88" fmla="*/ 2147483647 w 324"/>
                      <a:gd name="T89" fmla="*/ 2147483647 h 582"/>
                      <a:gd name="T90" fmla="*/ 2147483647 w 324"/>
                      <a:gd name="T91" fmla="*/ 2147483647 h 582"/>
                      <a:gd name="T92" fmla="*/ 2147483647 w 324"/>
                      <a:gd name="T93" fmla="*/ 2147483647 h 582"/>
                      <a:gd name="T94" fmla="*/ 2147483647 w 324"/>
                      <a:gd name="T95" fmla="*/ 2147483647 h 582"/>
                      <a:gd name="T96" fmla="*/ 2147483647 w 324"/>
                      <a:gd name="T97" fmla="*/ 2147483647 h 582"/>
                      <a:gd name="T98" fmla="*/ 2147483647 w 324"/>
                      <a:gd name="T99" fmla="*/ 2147483647 h 582"/>
                      <a:gd name="T100" fmla="*/ 2147483647 w 324"/>
                      <a:gd name="T101" fmla="*/ 2147483647 h 582"/>
                      <a:gd name="T102" fmla="*/ 2147483647 w 324"/>
                      <a:gd name="T103" fmla="*/ 2147483647 h 582"/>
                      <a:gd name="T104" fmla="*/ 2147483647 w 324"/>
                      <a:gd name="T105" fmla="*/ 2147483647 h 582"/>
                      <a:gd name="T106" fmla="*/ 2147483647 w 324"/>
                      <a:gd name="T107" fmla="*/ 2147483647 h 582"/>
                      <a:gd name="T108" fmla="*/ 2147483647 w 324"/>
                      <a:gd name="T109" fmla="*/ 2147483647 h 582"/>
                      <a:gd name="T110" fmla="*/ 2147483647 w 324"/>
                      <a:gd name="T111" fmla="*/ 2147483647 h 582"/>
                      <a:gd name="T112" fmla="*/ 2147483647 w 324"/>
                      <a:gd name="T113" fmla="*/ 2147483647 h 582"/>
                      <a:gd name="T114" fmla="*/ 2147483647 w 324"/>
                      <a:gd name="T115" fmla="*/ 2147483647 h 582"/>
                      <a:gd name="T116" fmla="*/ 2147483647 w 324"/>
                      <a:gd name="T117" fmla="*/ 2147483647 h 582"/>
                      <a:gd name="T118" fmla="*/ 2147483647 w 324"/>
                      <a:gd name="T119" fmla="*/ 2147483647 h 582"/>
                      <a:gd name="T120" fmla="*/ 2147483647 w 324"/>
                      <a:gd name="T121" fmla="*/ 2147483647 h 582"/>
                      <a:gd name="T122" fmla="*/ 2147483647 w 324"/>
                      <a:gd name="T123" fmla="*/ 0 h 582"/>
                      <a:gd name="T124" fmla="*/ 2147483647 w 324"/>
                      <a:gd name="T125" fmla="*/ 2147483647 h 582"/>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324"/>
                      <a:gd name="T190" fmla="*/ 0 h 582"/>
                      <a:gd name="T191" fmla="*/ 324 w 324"/>
                      <a:gd name="T192" fmla="*/ 582 h 582"/>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324" h="582">
                        <a:moveTo>
                          <a:pt x="90" y="42"/>
                        </a:moveTo>
                        <a:lnTo>
                          <a:pt x="84" y="48"/>
                        </a:lnTo>
                        <a:lnTo>
                          <a:pt x="72" y="48"/>
                        </a:lnTo>
                        <a:lnTo>
                          <a:pt x="60" y="60"/>
                        </a:lnTo>
                        <a:lnTo>
                          <a:pt x="60" y="102"/>
                        </a:lnTo>
                        <a:lnTo>
                          <a:pt x="84" y="102"/>
                        </a:lnTo>
                        <a:lnTo>
                          <a:pt x="84" y="120"/>
                        </a:lnTo>
                        <a:lnTo>
                          <a:pt x="78" y="126"/>
                        </a:lnTo>
                        <a:lnTo>
                          <a:pt x="66" y="132"/>
                        </a:lnTo>
                        <a:lnTo>
                          <a:pt x="54" y="132"/>
                        </a:lnTo>
                        <a:lnTo>
                          <a:pt x="42" y="138"/>
                        </a:lnTo>
                        <a:lnTo>
                          <a:pt x="12" y="138"/>
                        </a:lnTo>
                        <a:lnTo>
                          <a:pt x="12" y="144"/>
                        </a:lnTo>
                        <a:lnTo>
                          <a:pt x="30" y="162"/>
                        </a:lnTo>
                        <a:lnTo>
                          <a:pt x="30" y="180"/>
                        </a:lnTo>
                        <a:lnTo>
                          <a:pt x="18" y="186"/>
                        </a:lnTo>
                        <a:lnTo>
                          <a:pt x="12" y="186"/>
                        </a:lnTo>
                        <a:lnTo>
                          <a:pt x="0" y="192"/>
                        </a:lnTo>
                        <a:lnTo>
                          <a:pt x="0" y="204"/>
                        </a:lnTo>
                        <a:lnTo>
                          <a:pt x="6" y="210"/>
                        </a:lnTo>
                        <a:lnTo>
                          <a:pt x="12" y="222"/>
                        </a:lnTo>
                        <a:lnTo>
                          <a:pt x="48" y="258"/>
                        </a:lnTo>
                        <a:lnTo>
                          <a:pt x="72" y="264"/>
                        </a:lnTo>
                        <a:lnTo>
                          <a:pt x="78" y="252"/>
                        </a:lnTo>
                        <a:lnTo>
                          <a:pt x="90" y="264"/>
                        </a:lnTo>
                        <a:lnTo>
                          <a:pt x="96" y="276"/>
                        </a:lnTo>
                        <a:lnTo>
                          <a:pt x="96" y="294"/>
                        </a:lnTo>
                        <a:lnTo>
                          <a:pt x="90" y="306"/>
                        </a:lnTo>
                        <a:lnTo>
                          <a:pt x="84" y="312"/>
                        </a:lnTo>
                        <a:lnTo>
                          <a:pt x="84" y="318"/>
                        </a:lnTo>
                        <a:lnTo>
                          <a:pt x="90" y="324"/>
                        </a:lnTo>
                        <a:lnTo>
                          <a:pt x="96" y="324"/>
                        </a:lnTo>
                        <a:lnTo>
                          <a:pt x="108" y="318"/>
                        </a:lnTo>
                        <a:lnTo>
                          <a:pt x="114" y="318"/>
                        </a:lnTo>
                        <a:lnTo>
                          <a:pt x="114" y="348"/>
                        </a:lnTo>
                        <a:lnTo>
                          <a:pt x="120" y="354"/>
                        </a:lnTo>
                        <a:lnTo>
                          <a:pt x="126" y="354"/>
                        </a:lnTo>
                        <a:lnTo>
                          <a:pt x="126" y="366"/>
                        </a:lnTo>
                        <a:lnTo>
                          <a:pt x="120" y="378"/>
                        </a:lnTo>
                        <a:lnTo>
                          <a:pt x="108" y="390"/>
                        </a:lnTo>
                        <a:lnTo>
                          <a:pt x="96" y="432"/>
                        </a:lnTo>
                        <a:lnTo>
                          <a:pt x="90" y="444"/>
                        </a:lnTo>
                        <a:lnTo>
                          <a:pt x="90" y="450"/>
                        </a:lnTo>
                        <a:lnTo>
                          <a:pt x="84" y="462"/>
                        </a:lnTo>
                        <a:lnTo>
                          <a:pt x="84" y="468"/>
                        </a:lnTo>
                        <a:lnTo>
                          <a:pt x="90" y="480"/>
                        </a:lnTo>
                        <a:lnTo>
                          <a:pt x="114" y="504"/>
                        </a:lnTo>
                        <a:lnTo>
                          <a:pt x="114" y="534"/>
                        </a:lnTo>
                        <a:lnTo>
                          <a:pt x="144" y="570"/>
                        </a:lnTo>
                        <a:lnTo>
                          <a:pt x="156" y="570"/>
                        </a:lnTo>
                        <a:lnTo>
                          <a:pt x="162" y="582"/>
                        </a:lnTo>
                        <a:lnTo>
                          <a:pt x="198" y="582"/>
                        </a:lnTo>
                        <a:lnTo>
                          <a:pt x="204" y="576"/>
                        </a:lnTo>
                        <a:lnTo>
                          <a:pt x="204" y="564"/>
                        </a:lnTo>
                        <a:lnTo>
                          <a:pt x="216" y="552"/>
                        </a:lnTo>
                        <a:lnTo>
                          <a:pt x="234" y="552"/>
                        </a:lnTo>
                        <a:lnTo>
                          <a:pt x="240" y="540"/>
                        </a:lnTo>
                        <a:lnTo>
                          <a:pt x="270" y="540"/>
                        </a:lnTo>
                        <a:lnTo>
                          <a:pt x="270" y="534"/>
                        </a:lnTo>
                        <a:lnTo>
                          <a:pt x="288" y="516"/>
                        </a:lnTo>
                        <a:lnTo>
                          <a:pt x="300" y="516"/>
                        </a:lnTo>
                        <a:lnTo>
                          <a:pt x="312" y="528"/>
                        </a:lnTo>
                        <a:lnTo>
                          <a:pt x="318" y="528"/>
                        </a:lnTo>
                        <a:lnTo>
                          <a:pt x="324" y="522"/>
                        </a:lnTo>
                        <a:lnTo>
                          <a:pt x="324" y="510"/>
                        </a:lnTo>
                        <a:lnTo>
                          <a:pt x="318" y="504"/>
                        </a:lnTo>
                        <a:lnTo>
                          <a:pt x="312" y="492"/>
                        </a:lnTo>
                        <a:lnTo>
                          <a:pt x="306" y="474"/>
                        </a:lnTo>
                        <a:lnTo>
                          <a:pt x="288" y="456"/>
                        </a:lnTo>
                        <a:lnTo>
                          <a:pt x="282" y="444"/>
                        </a:lnTo>
                        <a:lnTo>
                          <a:pt x="282" y="420"/>
                        </a:lnTo>
                        <a:lnTo>
                          <a:pt x="288" y="414"/>
                        </a:lnTo>
                        <a:lnTo>
                          <a:pt x="288" y="396"/>
                        </a:lnTo>
                        <a:lnTo>
                          <a:pt x="276" y="408"/>
                        </a:lnTo>
                        <a:lnTo>
                          <a:pt x="276" y="414"/>
                        </a:lnTo>
                        <a:lnTo>
                          <a:pt x="264" y="414"/>
                        </a:lnTo>
                        <a:lnTo>
                          <a:pt x="258" y="402"/>
                        </a:lnTo>
                        <a:lnTo>
                          <a:pt x="252" y="396"/>
                        </a:lnTo>
                        <a:lnTo>
                          <a:pt x="246" y="384"/>
                        </a:lnTo>
                        <a:lnTo>
                          <a:pt x="246" y="372"/>
                        </a:lnTo>
                        <a:lnTo>
                          <a:pt x="240" y="372"/>
                        </a:lnTo>
                        <a:lnTo>
                          <a:pt x="240" y="366"/>
                        </a:lnTo>
                        <a:lnTo>
                          <a:pt x="234" y="360"/>
                        </a:lnTo>
                        <a:lnTo>
                          <a:pt x="234" y="348"/>
                        </a:lnTo>
                        <a:lnTo>
                          <a:pt x="240" y="336"/>
                        </a:lnTo>
                        <a:lnTo>
                          <a:pt x="246" y="330"/>
                        </a:lnTo>
                        <a:lnTo>
                          <a:pt x="246" y="288"/>
                        </a:lnTo>
                        <a:lnTo>
                          <a:pt x="252" y="282"/>
                        </a:lnTo>
                        <a:lnTo>
                          <a:pt x="264" y="276"/>
                        </a:lnTo>
                        <a:lnTo>
                          <a:pt x="294" y="276"/>
                        </a:lnTo>
                        <a:lnTo>
                          <a:pt x="300" y="270"/>
                        </a:lnTo>
                        <a:lnTo>
                          <a:pt x="300" y="258"/>
                        </a:lnTo>
                        <a:lnTo>
                          <a:pt x="288" y="246"/>
                        </a:lnTo>
                        <a:lnTo>
                          <a:pt x="288" y="234"/>
                        </a:lnTo>
                        <a:lnTo>
                          <a:pt x="294" y="222"/>
                        </a:lnTo>
                        <a:lnTo>
                          <a:pt x="300" y="216"/>
                        </a:lnTo>
                        <a:lnTo>
                          <a:pt x="306" y="204"/>
                        </a:lnTo>
                        <a:lnTo>
                          <a:pt x="306" y="192"/>
                        </a:lnTo>
                        <a:lnTo>
                          <a:pt x="300" y="180"/>
                        </a:lnTo>
                        <a:lnTo>
                          <a:pt x="294" y="174"/>
                        </a:lnTo>
                        <a:lnTo>
                          <a:pt x="276" y="174"/>
                        </a:lnTo>
                        <a:lnTo>
                          <a:pt x="270" y="180"/>
                        </a:lnTo>
                        <a:lnTo>
                          <a:pt x="270" y="156"/>
                        </a:lnTo>
                        <a:lnTo>
                          <a:pt x="258" y="150"/>
                        </a:lnTo>
                        <a:lnTo>
                          <a:pt x="252" y="138"/>
                        </a:lnTo>
                        <a:lnTo>
                          <a:pt x="234" y="132"/>
                        </a:lnTo>
                        <a:lnTo>
                          <a:pt x="216" y="132"/>
                        </a:lnTo>
                        <a:lnTo>
                          <a:pt x="204" y="138"/>
                        </a:lnTo>
                        <a:lnTo>
                          <a:pt x="198" y="150"/>
                        </a:lnTo>
                        <a:lnTo>
                          <a:pt x="198" y="156"/>
                        </a:lnTo>
                        <a:lnTo>
                          <a:pt x="192" y="162"/>
                        </a:lnTo>
                        <a:lnTo>
                          <a:pt x="192" y="168"/>
                        </a:lnTo>
                        <a:lnTo>
                          <a:pt x="192" y="162"/>
                        </a:lnTo>
                        <a:lnTo>
                          <a:pt x="198" y="156"/>
                        </a:lnTo>
                        <a:lnTo>
                          <a:pt x="198" y="144"/>
                        </a:lnTo>
                        <a:lnTo>
                          <a:pt x="204" y="132"/>
                        </a:lnTo>
                        <a:lnTo>
                          <a:pt x="204" y="114"/>
                        </a:lnTo>
                        <a:lnTo>
                          <a:pt x="210" y="102"/>
                        </a:lnTo>
                        <a:lnTo>
                          <a:pt x="210" y="78"/>
                        </a:lnTo>
                        <a:lnTo>
                          <a:pt x="192" y="42"/>
                        </a:lnTo>
                        <a:lnTo>
                          <a:pt x="180" y="30"/>
                        </a:lnTo>
                        <a:lnTo>
                          <a:pt x="132" y="6"/>
                        </a:lnTo>
                        <a:lnTo>
                          <a:pt x="126" y="0"/>
                        </a:lnTo>
                        <a:lnTo>
                          <a:pt x="120" y="0"/>
                        </a:lnTo>
                        <a:lnTo>
                          <a:pt x="102" y="36"/>
                        </a:lnTo>
                        <a:lnTo>
                          <a:pt x="96" y="42"/>
                        </a:lnTo>
                        <a:lnTo>
                          <a:pt x="90" y="4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90" name="Greenland" descr="© INSCALE GmbH, 05.05.2010&#10;http://www.presentationload.com/">
                    <a:extLst>
                      <a:ext uri="{FF2B5EF4-FFF2-40B4-BE49-F238E27FC236}">
                        <a16:creationId xmlns:a16="http://schemas.microsoft.com/office/drawing/2014/main" id="{D728B875-96AD-BDA7-ADEF-B154063815B1}"/>
                      </a:ext>
                    </a:extLst>
                  </p:cNvPr>
                  <p:cNvSpPr>
                    <a:spLocks noEditPoints="1"/>
                  </p:cNvSpPr>
                  <p:nvPr/>
                </p:nvSpPr>
                <p:spPr bwMode="gray">
                  <a:xfrm>
                    <a:off x="1880" y="974"/>
                    <a:ext cx="711" cy="387"/>
                  </a:xfrm>
                  <a:custGeom>
                    <a:avLst/>
                    <a:gdLst>
                      <a:gd name="T0" fmla="*/ 2147483647 w 732"/>
                      <a:gd name="T1" fmla="*/ 2147483647 h 398"/>
                      <a:gd name="T2" fmla="*/ 2147483647 w 732"/>
                      <a:gd name="T3" fmla="*/ 2147483647 h 398"/>
                      <a:gd name="T4" fmla="*/ 2147483647 w 732"/>
                      <a:gd name="T5" fmla="*/ 2147483647 h 398"/>
                      <a:gd name="T6" fmla="*/ 2147483647 w 732"/>
                      <a:gd name="T7" fmla="*/ 2147483647 h 398"/>
                      <a:gd name="T8" fmla="*/ 2147483647 w 732"/>
                      <a:gd name="T9" fmla="*/ 2147483647 h 398"/>
                      <a:gd name="T10" fmla="*/ 2147483647 w 732"/>
                      <a:gd name="T11" fmla="*/ 2147483647 h 398"/>
                      <a:gd name="T12" fmla="*/ 2147483647 w 732"/>
                      <a:gd name="T13" fmla="*/ 2147483647 h 398"/>
                      <a:gd name="T14" fmla="*/ 2147483647 w 732"/>
                      <a:gd name="T15" fmla="*/ 2147483647 h 398"/>
                      <a:gd name="T16" fmla="*/ 2147483647 w 732"/>
                      <a:gd name="T17" fmla="*/ 2147483647 h 398"/>
                      <a:gd name="T18" fmla="*/ 2147483647 w 732"/>
                      <a:gd name="T19" fmla="*/ 2147483647 h 398"/>
                      <a:gd name="T20" fmla="*/ 2147483647 w 732"/>
                      <a:gd name="T21" fmla="*/ 2147483647 h 398"/>
                      <a:gd name="T22" fmla="*/ 2147483647 w 732"/>
                      <a:gd name="T23" fmla="*/ 2147483647 h 398"/>
                      <a:gd name="T24" fmla="*/ 2147483647 w 732"/>
                      <a:gd name="T25" fmla="*/ 2147483647 h 398"/>
                      <a:gd name="T26" fmla="*/ 2147483647 w 732"/>
                      <a:gd name="T27" fmla="*/ 2147483647 h 398"/>
                      <a:gd name="T28" fmla="*/ 2147483647 w 732"/>
                      <a:gd name="T29" fmla="*/ 2147483647 h 398"/>
                      <a:gd name="T30" fmla="*/ 2147483647 w 732"/>
                      <a:gd name="T31" fmla="*/ 2147483647 h 398"/>
                      <a:gd name="T32" fmla="*/ 2147483647 w 732"/>
                      <a:gd name="T33" fmla="*/ 2147483647 h 398"/>
                      <a:gd name="T34" fmla="*/ 2147483647 w 732"/>
                      <a:gd name="T35" fmla="*/ 2147483647 h 398"/>
                      <a:gd name="T36" fmla="*/ 2147483647 w 732"/>
                      <a:gd name="T37" fmla="*/ 2147483647 h 398"/>
                      <a:gd name="T38" fmla="*/ 2147483647 w 732"/>
                      <a:gd name="T39" fmla="*/ 2147483647 h 398"/>
                      <a:gd name="T40" fmla="*/ 2147483647 w 732"/>
                      <a:gd name="T41" fmla="*/ 2147483647 h 398"/>
                      <a:gd name="T42" fmla="*/ 2147483647 w 732"/>
                      <a:gd name="T43" fmla="*/ 2147483647 h 398"/>
                      <a:gd name="T44" fmla="*/ 2147483647 w 732"/>
                      <a:gd name="T45" fmla="*/ 2147483647 h 398"/>
                      <a:gd name="T46" fmla="*/ 2147483647 w 732"/>
                      <a:gd name="T47" fmla="*/ 2147483647 h 398"/>
                      <a:gd name="T48" fmla="*/ 2147483647 w 732"/>
                      <a:gd name="T49" fmla="*/ 2147483647 h 398"/>
                      <a:gd name="T50" fmla="*/ 2147483647 w 732"/>
                      <a:gd name="T51" fmla="*/ 2147483647 h 398"/>
                      <a:gd name="T52" fmla="*/ 2147483647 w 732"/>
                      <a:gd name="T53" fmla="*/ 2147483647 h 398"/>
                      <a:gd name="T54" fmla="*/ 2147483647 w 732"/>
                      <a:gd name="T55" fmla="*/ 2147483647 h 398"/>
                      <a:gd name="T56" fmla="*/ 2147483647 w 732"/>
                      <a:gd name="T57" fmla="*/ 2147483647 h 398"/>
                      <a:gd name="T58" fmla="*/ 2147483647 w 732"/>
                      <a:gd name="T59" fmla="*/ 2147483647 h 398"/>
                      <a:gd name="T60" fmla="*/ 2147483647 w 732"/>
                      <a:gd name="T61" fmla="*/ 2147483647 h 398"/>
                      <a:gd name="T62" fmla="*/ 2147483647 w 732"/>
                      <a:gd name="T63" fmla="*/ 2147483647 h 398"/>
                      <a:gd name="T64" fmla="*/ 2147483647 w 732"/>
                      <a:gd name="T65" fmla="*/ 2147483647 h 398"/>
                      <a:gd name="T66" fmla="*/ 2147483647 w 732"/>
                      <a:gd name="T67" fmla="*/ 2147483647 h 398"/>
                      <a:gd name="T68" fmla="*/ 2147483647 w 732"/>
                      <a:gd name="T69" fmla="*/ 2147483647 h 398"/>
                      <a:gd name="T70" fmla="*/ 2147483647 w 732"/>
                      <a:gd name="T71" fmla="*/ 2147483647 h 398"/>
                      <a:gd name="T72" fmla="*/ 2147483647 w 732"/>
                      <a:gd name="T73" fmla="*/ 2147483647 h 398"/>
                      <a:gd name="T74" fmla="*/ 2147483647 w 732"/>
                      <a:gd name="T75" fmla="*/ 2147483647 h 398"/>
                      <a:gd name="T76" fmla="*/ 2147483647 w 732"/>
                      <a:gd name="T77" fmla="*/ 2147483647 h 398"/>
                      <a:gd name="T78" fmla="*/ 2147483647 w 732"/>
                      <a:gd name="T79" fmla="*/ 2147483647 h 398"/>
                      <a:gd name="T80" fmla="*/ 2147483647 w 732"/>
                      <a:gd name="T81" fmla="*/ 2147483647 h 398"/>
                      <a:gd name="T82" fmla="*/ 2147483647 w 732"/>
                      <a:gd name="T83" fmla="*/ 2147483647 h 398"/>
                      <a:gd name="T84" fmla="*/ 2147483647 w 732"/>
                      <a:gd name="T85" fmla="*/ 2147483647 h 398"/>
                      <a:gd name="T86" fmla="*/ 2147483647 w 732"/>
                      <a:gd name="T87" fmla="*/ 2147483647 h 398"/>
                      <a:gd name="T88" fmla="*/ 2147483647 w 732"/>
                      <a:gd name="T89" fmla="*/ 2147483647 h 398"/>
                      <a:gd name="T90" fmla="*/ 2147483647 w 732"/>
                      <a:gd name="T91" fmla="*/ 2147483647 h 398"/>
                      <a:gd name="T92" fmla="*/ 2147483647 w 732"/>
                      <a:gd name="T93" fmla="*/ 2147483647 h 398"/>
                      <a:gd name="T94" fmla="*/ 2147483647 w 732"/>
                      <a:gd name="T95" fmla="*/ 2147483647 h 398"/>
                      <a:gd name="T96" fmla="*/ 2147483647 w 732"/>
                      <a:gd name="T97" fmla="*/ 2147483647 h 398"/>
                      <a:gd name="T98" fmla="*/ 2147483647 w 732"/>
                      <a:gd name="T99" fmla="*/ 2147483647 h 398"/>
                      <a:gd name="T100" fmla="*/ 2147483647 w 732"/>
                      <a:gd name="T101" fmla="*/ 2147483647 h 398"/>
                      <a:gd name="T102" fmla="*/ 2147483647 w 732"/>
                      <a:gd name="T103" fmla="*/ 2147483647 h 398"/>
                      <a:gd name="T104" fmla="*/ 2147483647 w 732"/>
                      <a:gd name="T105" fmla="*/ 2147483647 h 398"/>
                      <a:gd name="T106" fmla="*/ 2147483647 w 732"/>
                      <a:gd name="T107" fmla="*/ 2147483647 h 398"/>
                      <a:gd name="T108" fmla="*/ 2147483647 w 732"/>
                      <a:gd name="T109" fmla="*/ 2147483647 h 398"/>
                      <a:gd name="T110" fmla="*/ 2147483647 w 732"/>
                      <a:gd name="T111" fmla="*/ 2147483647 h 398"/>
                      <a:gd name="T112" fmla="*/ 2147483647 w 732"/>
                      <a:gd name="T113" fmla="*/ 2147483647 h 398"/>
                      <a:gd name="T114" fmla="*/ 2147483647 w 732"/>
                      <a:gd name="T115" fmla="*/ 2147483647 h 398"/>
                      <a:gd name="T116" fmla="*/ 2147483647 w 732"/>
                      <a:gd name="T117" fmla="*/ 2147483647 h 398"/>
                      <a:gd name="T118" fmla="*/ 2147483647 w 732"/>
                      <a:gd name="T119" fmla="*/ 2147483647 h 398"/>
                      <a:gd name="T120" fmla="*/ 2147483647 w 732"/>
                      <a:gd name="T121" fmla="*/ 2147483647 h 398"/>
                      <a:gd name="T122" fmla="*/ 2147483647 w 732"/>
                      <a:gd name="T123" fmla="*/ 2147483647 h 39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732"/>
                      <a:gd name="T187" fmla="*/ 0 h 398"/>
                      <a:gd name="T188" fmla="*/ 732 w 732"/>
                      <a:gd name="T189" fmla="*/ 398 h 39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732" h="398">
                        <a:moveTo>
                          <a:pt x="730" y="24"/>
                        </a:moveTo>
                        <a:lnTo>
                          <a:pt x="728" y="24"/>
                        </a:lnTo>
                        <a:lnTo>
                          <a:pt x="723" y="24"/>
                        </a:lnTo>
                        <a:lnTo>
                          <a:pt x="718" y="22"/>
                        </a:lnTo>
                        <a:lnTo>
                          <a:pt x="678" y="22"/>
                        </a:lnTo>
                        <a:lnTo>
                          <a:pt x="678" y="24"/>
                        </a:lnTo>
                        <a:lnTo>
                          <a:pt x="670" y="26"/>
                        </a:lnTo>
                        <a:lnTo>
                          <a:pt x="659" y="26"/>
                        </a:lnTo>
                        <a:lnTo>
                          <a:pt x="651" y="24"/>
                        </a:lnTo>
                        <a:lnTo>
                          <a:pt x="637" y="24"/>
                        </a:lnTo>
                        <a:lnTo>
                          <a:pt x="623" y="29"/>
                        </a:lnTo>
                        <a:lnTo>
                          <a:pt x="616" y="34"/>
                        </a:lnTo>
                        <a:lnTo>
                          <a:pt x="611" y="34"/>
                        </a:lnTo>
                        <a:lnTo>
                          <a:pt x="606" y="34"/>
                        </a:lnTo>
                        <a:lnTo>
                          <a:pt x="604" y="36"/>
                        </a:lnTo>
                        <a:lnTo>
                          <a:pt x="602" y="36"/>
                        </a:lnTo>
                        <a:lnTo>
                          <a:pt x="597" y="38"/>
                        </a:lnTo>
                        <a:lnTo>
                          <a:pt x="592" y="38"/>
                        </a:lnTo>
                        <a:lnTo>
                          <a:pt x="599" y="34"/>
                        </a:lnTo>
                        <a:lnTo>
                          <a:pt x="609" y="31"/>
                        </a:lnTo>
                        <a:lnTo>
                          <a:pt x="621" y="26"/>
                        </a:lnTo>
                        <a:lnTo>
                          <a:pt x="623" y="24"/>
                        </a:lnTo>
                        <a:lnTo>
                          <a:pt x="618" y="19"/>
                        </a:lnTo>
                        <a:lnTo>
                          <a:pt x="606" y="19"/>
                        </a:lnTo>
                        <a:lnTo>
                          <a:pt x="604" y="22"/>
                        </a:lnTo>
                        <a:lnTo>
                          <a:pt x="602" y="22"/>
                        </a:lnTo>
                        <a:lnTo>
                          <a:pt x="597" y="24"/>
                        </a:lnTo>
                        <a:lnTo>
                          <a:pt x="594" y="24"/>
                        </a:lnTo>
                        <a:lnTo>
                          <a:pt x="566" y="26"/>
                        </a:lnTo>
                        <a:lnTo>
                          <a:pt x="566" y="29"/>
                        </a:lnTo>
                        <a:lnTo>
                          <a:pt x="563" y="29"/>
                        </a:lnTo>
                        <a:lnTo>
                          <a:pt x="566" y="26"/>
                        </a:lnTo>
                        <a:lnTo>
                          <a:pt x="568" y="26"/>
                        </a:lnTo>
                        <a:lnTo>
                          <a:pt x="573" y="26"/>
                        </a:lnTo>
                        <a:lnTo>
                          <a:pt x="578" y="24"/>
                        </a:lnTo>
                        <a:lnTo>
                          <a:pt x="580" y="24"/>
                        </a:lnTo>
                        <a:lnTo>
                          <a:pt x="582" y="24"/>
                        </a:lnTo>
                        <a:lnTo>
                          <a:pt x="585" y="22"/>
                        </a:lnTo>
                        <a:lnTo>
                          <a:pt x="578" y="19"/>
                        </a:lnTo>
                        <a:lnTo>
                          <a:pt x="552" y="19"/>
                        </a:lnTo>
                        <a:lnTo>
                          <a:pt x="542" y="22"/>
                        </a:lnTo>
                        <a:lnTo>
                          <a:pt x="525" y="19"/>
                        </a:lnTo>
                        <a:lnTo>
                          <a:pt x="523" y="19"/>
                        </a:lnTo>
                        <a:lnTo>
                          <a:pt x="523" y="22"/>
                        </a:lnTo>
                        <a:lnTo>
                          <a:pt x="518" y="22"/>
                        </a:lnTo>
                        <a:lnTo>
                          <a:pt x="514" y="24"/>
                        </a:lnTo>
                        <a:lnTo>
                          <a:pt x="511" y="24"/>
                        </a:lnTo>
                        <a:lnTo>
                          <a:pt x="509" y="24"/>
                        </a:lnTo>
                        <a:lnTo>
                          <a:pt x="506" y="24"/>
                        </a:lnTo>
                        <a:lnTo>
                          <a:pt x="509" y="22"/>
                        </a:lnTo>
                        <a:lnTo>
                          <a:pt x="518" y="19"/>
                        </a:lnTo>
                        <a:lnTo>
                          <a:pt x="530" y="19"/>
                        </a:lnTo>
                        <a:lnTo>
                          <a:pt x="563" y="19"/>
                        </a:lnTo>
                        <a:lnTo>
                          <a:pt x="580" y="17"/>
                        </a:lnTo>
                        <a:lnTo>
                          <a:pt x="625" y="17"/>
                        </a:lnTo>
                        <a:lnTo>
                          <a:pt x="632" y="14"/>
                        </a:lnTo>
                        <a:lnTo>
                          <a:pt x="628" y="12"/>
                        </a:lnTo>
                        <a:lnTo>
                          <a:pt x="618" y="10"/>
                        </a:lnTo>
                        <a:lnTo>
                          <a:pt x="592" y="10"/>
                        </a:lnTo>
                        <a:lnTo>
                          <a:pt x="594" y="10"/>
                        </a:lnTo>
                        <a:lnTo>
                          <a:pt x="597" y="7"/>
                        </a:lnTo>
                        <a:lnTo>
                          <a:pt x="594" y="5"/>
                        </a:lnTo>
                        <a:lnTo>
                          <a:pt x="585" y="5"/>
                        </a:lnTo>
                        <a:lnTo>
                          <a:pt x="582" y="7"/>
                        </a:lnTo>
                        <a:lnTo>
                          <a:pt x="568" y="7"/>
                        </a:lnTo>
                        <a:lnTo>
                          <a:pt x="566" y="5"/>
                        </a:lnTo>
                        <a:lnTo>
                          <a:pt x="571" y="5"/>
                        </a:lnTo>
                        <a:lnTo>
                          <a:pt x="573" y="5"/>
                        </a:lnTo>
                        <a:lnTo>
                          <a:pt x="578" y="5"/>
                        </a:lnTo>
                        <a:lnTo>
                          <a:pt x="578" y="2"/>
                        </a:lnTo>
                        <a:lnTo>
                          <a:pt x="575" y="2"/>
                        </a:lnTo>
                        <a:lnTo>
                          <a:pt x="571" y="0"/>
                        </a:lnTo>
                        <a:lnTo>
                          <a:pt x="537" y="0"/>
                        </a:lnTo>
                        <a:lnTo>
                          <a:pt x="528" y="2"/>
                        </a:lnTo>
                        <a:lnTo>
                          <a:pt x="518" y="2"/>
                        </a:lnTo>
                        <a:lnTo>
                          <a:pt x="509" y="0"/>
                        </a:lnTo>
                        <a:lnTo>
                          <a:pt x="483" y="0"/>
                        </a:lnTo>
                        <a:lnTo>
                          <a:pt x="478" y="2"/>
                        </a:lnTo>
                        <a:lnTo>
                          <a:pt x="454" y="2"/>
                        </a:lnTo>
                        <a:lnTo>
                          <a:pt x="452" y="0"/>
                        </a:lnTo>
                        <a:lnTo>
                          <a:pt x="447" y="0"/>
                        </a:lnTo>
                        <a:lnTo>
                          <a:pt x="445" y="2"/>
                        </a:lnTo>
                        <a:lnTo>
                          <a:pt x="442" y="2"/>
                        </a:lnTo>
                        <a:lnTo>
                          <a:pt x="442" y="5"/>
                        </a:lnTo>
                        <a:lnTo>
                          <a:pt x="445" y="5"/>
                        </a:lnTo>
                        <a:lnTo>
                          <a:pt x="447" y="5"/>
                        </a:lnTo>
                        <a:lnTo>
                          <a:pt x="442" y="7"/>
                        </a:lnTo>
                        <a:lnTo>
                          <a:pt x="428" y="7"/>
                        </a:lnTo>
                        <a:lnTo>
                          <a:pt x="409" y="5"/>
                        </a:lnTo>
                        <a:lnTo>
                          <a:pt x="378" y="5"/>
                        </a:lnTo>
                        <a:lnTo>
                          <a:pt x="373" y="5"/>
                        </a:lnTo>
                        <a:lnTo>
                          <a:pt x="371" y="5"/>
                        </a:lnTo>
                        <a:lnTo>
                          <a:pt x="368" y="7"/>
                        </a:lnTo>
                        <a:lnTo>
                          <a:pt x="366" y="7"/>
                        </a:lnTo>
                        <a:lnTo>
                          <a:pt x="366" y="10"/>
                        </a:lnTo>
                        <a:lnTo>
                          <a:pt x="368" y="10"/>
                        </a:lnTo>
                        <a:lnTo>
                          <a:pt x="378" y="10"/>
                        </a:lnTo>
                        <a:lnTo>
                          <a:pt x="387" y="10"/>
                        </a:lnTo>
                        <a:lnTo>
                          <a:pt x="399" y="12"/>
                        </a:lnTo>
                        <a:lnTo>
                          <a:pt x="404" y="12"/>
                        </a:lnTo>
                        <a:lnTo>
                          <a:pt x="426" y="14"/>
                        </a:lnTo>
                        <a:lnTo>
                          <a:pt x="399" y="14"/>
                        </a:lnTo>
                        <a:lnTo>
                          <a:pt x="395" y="14"/>
                        </a:lnTo>
                        <a:lnTo>
                          <a:pt x="392" y="14"/>
                        </a:lnTo>
                        <a:lnTo>
                          <a:pt x="387" y="12"/>
                        </a:lnTo>
                        <a:lnTo>
                          <a:pt x="378" y="12"/>
                        </a:lnTo>
                        <a:lnTo>
                          <a:pt x="380" y="14"/>
                        </a:lnTo>
                        <a:lnTo>
                          <a:pt x="383" y="14"/>
                        </a:lnTo>
                        <a:lnTo>
                          <a:pt x="385" y="14"/>
                        </a:lnTo>
                        <a:lnTo>
                          <a:pt x="376" y="14"/>
                        </a:lnTo>
                        <a:lnTo>
                          <a:pt x="373" y="17"/>
                        </a:lnTo>
                        <a:lnTo>
                          <a:pt x="373" y="19"/>
                        </a:lnTo>
                        <a:lnTo>
                          <a:pt x="371" y="22"/>
                        </a:lnTo>
                        <a:lnTo>
                          <a:pt x="371" y="24"/>
                        </a:lnTo>
                        <a:lnTo>
                          <a:pt x="368" y="24"/>
                        </a:lnTo>
                        <a:lnTo>
                          <a:pt x="366" y="24"/>
                        </a:lnTo>
                        <a:lnTo>
                          <a:pt x="364" y="24"/>
                        </a:lnTo>
                        <a:lnTo>
                          <a:pt x="359" y="24"/>
                        </a:lnTo>
                        <a:lnTo>
                          <a:pt x="357" y="22"/>
                        </a:lnTo>
                        <a:lnTo>
                          <a:pt x="345" y="19"/>
                        </a:lnTo>
                        <a:lnTo>
                          <a:pt x="330" y="14"/>
                        </a:lnTo>
                        <a:lnTo>
                          <a:pt x="309" y="14"/>
                        </a:lnTo>
                        <a:lnTo>
                          <a:pt x="309" y="24"/>
                        </a:lnTo>
                        <a:lnTo>
                          <a:pt x="297" y="24"/>
                        </a:lnTo>
                        <a:lnTo>
                          <a:pt x="292" y="22"/>
                        </a:lnTo>
                        <a:lnTo>
                          <a:pt x="288" y="22"/>
                        </a:lnTo>
                        <a:lnTo>
                          <a:pt x="285" y="19"/>
                        </a:lnTo>
                        <a:lnTo>
                          <a:pt x="278" y="19"/>
                        </a:lnTo>
                        <a:lnTo>
                          <a:pt x="273" y="22"/>
                        </a:lnTo>
                        <a:lnTo>
                          <a:pt x="273" y="24"/>
                        </a:lnTo>
                        <a:lnTo>
                          <a:pt x="269" y="24"/>
                        </a:lnTo>
                        <a:lnTo>
                          <a:pt x="271" y="19"/>
                        </a:lnTo>
                        <a:lnTo>
                          <a:pt x="269" y="17"/>
                        </a:lnTo>
                        <a:lnTo>
                          <a:pt x="238" y="17"/>
                        </a:lnTo>
                        <a:lnTo>
                          <a:pt x="228" y="19"/>
                        </a:lnTo>
                        <a:lnTo>
                          <a:pt x="209" y="19"/>
                        </a:lnTo>
                        <a:lnTo>
                          <a:pt x="214" y="22"/>
                        </a:lnTo>
                        <a:lnTo>
                          <a:pt x="223" y="26"/>
                        </a:lnTo>
                        <a:lnTo>
                          <a:pt x="226" y="29"/>
                        </a:lnTo>
                        <a:lnTo>
                          <a:pt x="223" y="29"/>
                        </a:lnTo>
                        <a:lnTo>
                          <a:pt x="223" y="26"/>
                        </a:lnTo>
                        <a:lnTo>
                          <a:pt x="214" y="24"/>
                        </a:lnTo>
                        <a:lnTo>
                          <a:pt x="207" y="24"/>
                        </a:lnTo>
                        <a:lnTo>
                          <a:pt x="202" y="22"/>
                        </a:lnTo>
                        <a:lnTo>
                          <a:pt x="197" y="22"/>
                        </a:lnTo>
                        <a:lnTo>
                          <a:pt x="192" y="19"/>
                        </a:lnTo>
                        <a:lnTo>
                          <a:pt x="190" y="19"/>
                        </a:lnTo>
                        <a:lnTo>
                          <a:pt x="188" y="22"/>
                        </a:lnTo>
                        <a:lnTo>
                          <a:pt x="185" y="24"/>
                        </a:lnTo>
                        <a:lnTo>
                          <a:pt x="183" y="26"/>
                        </a:lnTo>
                        <a:lnTo>
                          <a:pt x="178" y="29"/>
                        </a:lnTo>
                        <a:lnTo>
                          <a:pt x="176" y="29"/>
                        </a:lnTo>
                        <a:lnTo>
                          <a:pt x="171" y="31"/>
                        </a:lnTo>
                        <a:lnTo>
                          <a:pt x="150" y="31"/>
                        </a:lnTo>
                        <a:lnTo>
                          <a:pt x="143" y="34"/>
                        </a:lnTo>
                        <a:lnTo>
                          <a:pt x="133" y="36"/>
                        </a:lnTo>
                        <a:lnTo>
                          <a:pt x="124" y="38"/>
                        </a:lnTo>
                        <a:lnTo>
                          <a:pt x="119" y="38"/>
                        </a:lnTo>
                        <a:lnTo>
                          <a:pt x="102" y="41"/>
                        </a:lnTo>
                        <a:lnTo>
                          <a:pt x="97" y="43"/>
                        </a:lnTo>
                        <a:lnTo>
                          <a:pt x="100" y="46"/>
                        </a:lnTo>
                        <a:lnTo>
                          <a:pt x="105" y="48"/>
                        </a:lnTo>
                        <a:lnTo>
                          <a:pt x="126" y="48"/>
                        </a:lnTo>
                        <a:lnTo>
                          <a:pt x="116" y="50"/>
                        </a:lnTo>
                        <a:lnTo>
                          <a:pt x="112" y="55"/>
                        </a:lnTo>
                        <a:lnTo>
                          <a:pt x="109" y="55"/>
                        </a:lnTo>
                        <a:lnTo>
                          <a:pt x="93" y="60"/>
                        </a:lnTo>
                        <a:lnTo>
                          <a:pt x="88" y="60"/>
                        </a:lnTo>
                        <a:lnTo>
                          <a:pt x="66" y="60"/>
                        </a:lnTo>
                        <a:lnTo>
                          <a:pt x="57" y="62"/>
                        </a:lnTo>
                        <a:lnTo>
                          <a:pt x="47" y="65"/>
                        </a:lnTo>
                        <a:lnTo>
                          <a:pt x="45" y="67"/>
                        </a:lnTo>
                        <a:lnTo>
                          <a:pt x="40" y="67"/>
                        </a:lnTo>
                        <a:lnTo>
                          <a:pt x="38" y="65"/>
                        </a:lnTo>
                        <a:lnTo>
                          <a:pt x="31" y="70"/>
                        </a:lnTo>
                        <a:lnTo>
                          <a:pt x="9" y="70"/>
                        </a:lnTo>
                        <a:lnTo>
                          <a:pt x="7" y="70"/>
                        </a:lnTo>
                        <a:lnTo>
                          <a:pt x="2" y="70"/>
                        </a:lnTo>
                        <a:lnTo>
                          <a:pt x="0" y="74"/>
                        </a:lnTo>
                        <a:lnTo>
                          <a:pt x="2" y="74"/>
                        </a:lnTo>
                        <a:lnTo>
                          <a:pt x="9" y="79"/>
                        </a:lnTo>
                        <a:lnTo>
                          <a:pt x="12" y="82"/>
                        </a:lnTo>
                        <a:lnTo>
                          <a:pt x="14" y="84"/>
                        </a:lnTo>
                        <a:lnTo>
                          <a:pt x="24" y="79"/>
                        </a:lnTo>
                        <a:lnTo>
                          <a:pt x="24" y="84"/>
                        </a:lnTo>
                        <a:lnTo>
                          <a:pt x="28" y="86"/>
                        </a:lnTo>
                        <a:lnTo>
                          <a:pt x="33" y="86"/>
                        </a:lnTo>
                        <a:lnTo>
                          <a:pt x="36" y="84"/>
                        </a:lnTo>
                        <a:lnTo>
                          <a:pt x="38" y="84"/>
                        </a:lnTo>
                        <a:lnTo>
                          <a:pt x="40" y="82"/>
                        </a:lnTo>
                        <a:lnTo>
                          <a:pt x="40" y="84"/>
                        </a:lnTo>
                        <a:lnTo>
                          <a:pt x="43" y="86"/>
                        </a:lnTo>
                        <a:lnTo>
                          <a:pt x="45" y="86"/>
                        </a:lnTo>
                        <a:lnTo>
                          <a:pt x="47" y="84"/>
                        </a:lnTo>
                        <a:lnTo>
                          <a:pt x="52" y="84"/>
                        </a:lnTo>
                        <a:lnTo>
                          <a:pt x="57" y="84"/>
                        </a:lnTo>
                        <a:lnTo>
                          <a:pt x="59" y="82"/>
                        </a:lnTo>
                        <a:lnTo>
                          <a:pt x="64" y="82"/>
                        </a:lnTo>
                        <a:lnTo>
                          <a:pt x="64" y="84"/>
                        </a:lnTo>
                        <a:lnTo>
                          <a:pt x="64" y="86"/>
                        </a:lnTo>
                        <a:lnTo>
                          <a:pt x="62" y="86"/>
                        </a:lnTo>
                        <a:lnTo>
                          <a:pt x="57" y="91"/>
                        </a:lnTo>
                        <a:lnTo>
                          <a:pt x="55" y="91"/>
                        </a:lnTo>
                        <a:lnTo>
                          <a:pt x="52" y="89"/>
                        </a:lnTo>
                        <a:lnTo>
                          <a:pt x="40" y="89"/>
                        </a:lnTo>
                        <a:lnTo>
                          <a:pt x="36" y="91"/>
                        </a:lnTo>
                        <a:lnTo>
                          <a:pt x="33" y="91"/>
                        </a:lnTo>
                        <a:lnTo>
                          <a:pt x="21" y="89"/>
                        </a:lnTo>
                        <a:lnTo>
                          <a:pt x="19" y="89"/>
                        </a:lnTo>
                        <a:lnTo>
                          <a:pt x="14" y="86"/>
                        </a:lnTo>
                        <a:lnTo>
                          <a:pt x="7" y="86"/>
                        </a:lnTo>
                        <a:lnTo>
                          <a:pt x="2" y="89"/>
                        </a:lnTo>
                        <a:lnTo>
                          <a:pt x="2" y="93"/>
                        </a:lnTo>
                        <a:lnTo>
                          <a:pt x="2" y="96"/>
                        </a:lnTo>
                        <a:lnTo>
                          <a:pt x="7" y="98"/>
                        </a:lnTo>
                        <a:lnTo>
                          <a:pt x="19" y="98"/>
                        </a:lnTo>
                        <a:lnTo>
                          <a:pt x="17" y="101"/>
                        </a:lnTo>
                        <a:lnTo>
                          <a:pt x="14" y="101"/>
                        </a:lnTo>
                        <a:lnTo>
                          <a:pt x="9" y="101"/>
                        </a:lnTo>
                        <a:lnTo>
                          <a:pt x="12" y="103"/>
                        </a:lnTo>
                        <a:lnTo>
                          <a:pt x="19" y="105"/>
                        </a:lnTo>
                        <a:lnTo>
                          <a:pt x="21" y="105"/>
                        </a:lnTo>
                        <a:lnTo>
                          <a:pt x="24" y="108"/>
                        </a:lnTo>
                        <a:lnTo>
                          <a:pt x="33" y="108"/>
                        </a:lnTo>
                        <a:lnTo>
                          <a:pt x="33" y="105"/>
                        </a:lnTo>
                        <a:lnTo>
                          <a:pt x="36" y="105"/>
                        </a:lnTo>
                        <a:lnTo>
                          <a:pt x="38" y="105"/>
                        </a:lnTo>
                        <a:lnTo>
                          <a:pt x="43" y="108"/>
                        </a:lnTo>
                        <a:lnTo>
                          <a:pt x="52" y="105"/>
                        </a:lnTo>
                        <a:lnTo>
                          <a:pt x="52" y="108"/>
                        </a:lnTo>
                        <a:lnTo>
                          <a:pt x="57" y="108"/>
                        </a:lnTo>
                        <a:lnTo>
                          <a:pt x="62" y="105"/>
                        </a:lnTo>
                        <a:lnTo>
                          <a:pt x="64" y="105"/>
                        </a:lnTo>
                        <a:lnTo>
                          <a:pt x="69" y="103"/>
                        </a:lnTo>
                        <a:lnTo>
                          <a:pt x="76" y="105"/>
                        </a:lnTo>
                        <a:lnTo>
                          <a:pt x="81" y="105"/>
                        </a:lnTo>
                        <a:lnTo>
                          <a:pt x="83" y="105"/>
                        </a:lnTo>
                        <a:lnTo>
                          <a:pt x="85" y="103"/>
                        </a:lnTo>
                        <a:lnTo>
                          <a:pt x="88" y="103"/>
                        </a:lnTo>
                        <a:lnTo>
                          <a:pt x="93" y="105"/>
                        </a:lnTo>
                        <a:lnTo>
                          <a:pt x="97" y="105"/>
                        </a:lnTo>
                        <a:lnTo>
                          <a:pt x="112" y="105"/>
                        </a:lnTo>
                        <a:lnTo>
                          <a:pt x="121" y="110"/>
                        </a:lnTo>
                        <a:lnTo>
                          <a:pt x="124" y="110"/>
                        </a:lnTo>
                        <a:lnTo>
                          <a:pt x="128" y="115"/>
                        </a:lnTo>
                        <a:lnTo>
                          <a:pt x="135" y="115"/>
                        </a:lnTo>
                        <a:lnTo>
                          <a:pt x="133" y="117"/>
                        </a:lnTo>
                        <a:lnTo>
                          <a:pt x="133" y="120"/>
                        </a:lnTo>
                        <a:lnTo>
                          <a:pt x="133" y="125"/>
                        </a:lnTo>
                        <a:lnTo>
                          <a:pt x="138" y="125"/>
                        </a:lnTo>
                        <a:lnTo>
                          <a:pt x="140" y="125"/>
                        </a:lnTo>
                        <a:lnTo>
                          <a:pt x="145" y="127"/>
                        </a:lnTo>
                        <a:lnTo>
                          <a:pt x="147" y="129"/>
                        </a:lnTo>
                        <a:lnTo>
                          <a:pt x="143" y="134"/>
                        </a:lnTo>
                        <a:lnTo>
                          <a:pt x="145" y="141"/>
                        </a:lnTo>
                        <a:lnTo>
                          <a:pt x="152" y="144"/>
                        </a:lnTo>
                        <a:lnTo>
                          <a:pt x="145" y="149"/>
                        </a:lnTo>
                        <a:lnTo>
                          <a:pt x="150" y="151"/>
                        </a:lnTo>
                        <a:lnTo>
                          <a:pt x="147" y="151"/>
                        </a:lnTo>
                        <a:lnTo>
                          <a:pt x="145" y="153"/>
                        </a:lnTo>
                        <a:lnTo>
                          <a:pt x="145" y="156"/>
                        </a:lnTo>
                        <a:lnTo>
                          <a:pt x="150" y="161"/>
                        </a:lnTo>
                        <a:lnTo>
                          <a:pt x="152" y="161"/>
                        </a:lnTo>
                        <a:lnTo>
                          <a:pt x="152" y="163"/>
                        </a:lnTo>
                        <a:lnTo>
                          <a:pt x="147" y="165"/>
                        </a:lnTo>
                        <a:lnTo>
                          <a:pt x="145" y="168"/>
                        </a:lnTo>
                        <a:lnTo>
                          <a:pt x="143" y="168"/>
                        </a:lnTo>
                        <a:lnTo>
                          <a:pt x="147" y="170"/>
                        </a:lnTo>
                        <a:lnTo>
                          <a:pt x="143" y="170"/>
                        </a:lnTo>
                        <a:lnTo>
                          <a:pt x="140" y="170"/>
                        </a:lnTo>
                        <a:lnTo>
                          <a:pt x="138" y="170"/>
                        </a:lnTo>
                        <a:lnTo>
                          <a:pt x="133" y="173"/>
                        </a:lnTo>
                        <a:lnTo>
                          <a:pt x="131" y="173"/>
                        </a:lnTo>
                        <a:lnTo>
                          <a:pt x="131" y="175"/>
                        </a:lnTo>
                        <a:lnTo>
                          <a:pt x="143" y="175"/>
                        </a:lnTo>
                        <a:lnTo>
                          <a:pt x="138" y="180"/>
                        </a:lnTo>
                        <a:lnTo>
                          <a:pt x="126" y="180"/>
                        </a:lnTo>
                        <a:lnTo>
                          <a:pt x="124" y="180"/>
                        </a:lnTo>
                        <a:lnTo>
                          <a:pt x="124" y="182"/>
                        </a:lnTo>
                        <a:lnTo>
                          <a:pt x="133" y="189"/>
                        </a:lnTo>
                        <a:lnTo>
                          <a:pt x="138" y="189"/>
                        </a:lnTo>
                        <a:lnTo>
                          <a:pt x="145" y="184"/>
                        </a:lnTo>
                        <a:lnTo>
                          <a:pt x="147" y="184"/>
                        </a:lnTo>
                        <a:lnTo>
                          <a:pt x="152" y="184"/>
                        </a:lnTo>
                        <a:lnTo>
                          <a:pt x="154" y="182"/>
                        </a:lnTo>
                        <a:lnTo>
                          <a:pt x="157" y="182"/>
                        </a:lnTo>
                        <a:lnTo>
                          <a:pt x="157" y="180"/>
                        </a:lnTo>
                        <a:lnTo>
                          <a:pt x="157" y="175"/>
                        </a:lnTo>
                        <a:lnTo>
                          <a:pt x="159" y="173"/>
                        </a:lnTo>
                        <a:lnTo>
                          <a:pt x="159" y="180"/>
                        </a:lnTo>
                        <a:lnTo>
                          <a:pt x="166" y="175"/>
                        </a:lnTo>
                        <a:lnTo>
                          <a:pt x="164" y="177"/>
                        </a:lnTo>
                        <a:lnTo>
                          <a:pt x="164" y="180"/>
                        </a:lnTo>
                        <a:lnTo>
                          <a:pt x="166" y="180"/>
                        </a:lnTo>
                        <a:lnTo>
                          <a:pt x="169" y="182"/>
                        </a:lnTo>
                        <a:lnTo>
                          <a:pt x="176" y="182"/>
                        </a:lnTo>
                        <a:lnTo>
                          <a:pt x="171" y="187"/>
                        </a:lnTo>
                        <a:lnTo>
                          <a:pt x="171" y="189"/>
                        </a:lnTo>
                        <a:lnTo>
                          <a:pt x="173" y="192"/>
                        </a:lnTo>
                        <a:lnTo>
                          <a:pt x="176" y="194"/>
                        </a:lnTo>
                        <a:lnTo>
                          <a:pt x="178" y="196"/>
                        </a:lnTo>
                        <a:lnTo>
                          <a:pt x="181" y="199"/>
                        </a:lnTo>
                        <a:lnTo>
                          <a:pt x="178" y="201"/>
                        </a:lnTo>
                        <a:lnTo>
                          <a:pt x="173" y="201"/>
                        </a:lnTo>
                        <a:lnTo>
                          <a:pt x="173" y="204"/>
                        </a:lnTo>
                        <a:lnTo>
                          <a:pt x="166" y="204"/>
                        </a:lnTo>
                        <a:lnTo>
                          <a:pt x="164" y="201"/>
                        </a:lnTo>
                        <a:lnTo>
                          <a:pt x="162" y="201"/>
                        </a:lnTo>
                        <a:lnTo>
                          <a:pt x="159" y="201"/>
                        </a:lnTo>
                        <a:lnTo>
                          <a:pt x="157" y="199"/>
                        </a:lnTo>
                        <a:lnTo>
                          <a:pt x="143" y="199"/>
                        </a:lnTo>
                        <a:lnTo>
                          <a:pt x="140" y="196"/>
                        </a:lnTo>
                        <a:lnTo>
                          <a:pt x="138" y="194"/>
                        </a:lnTo>
                        <a:lnTo>
                          <a:pt x="131" y="194"/>
                        </a:lnTo>
                        <a:lnTo>
                          <a:pt x="128" y="199"/>
                        </a:lnTo>
                        <a:lnTo>
                          <a:pt x="128" y="201"/>
                        </a:lnTo>
                        <a:lnTo>
                          <a:pt x="133" y="201"/>
                        </a:lnTo>
                        <a:lnTo>
                          <a:pt x="133" y="204"/>
                        </a:lnTo>
                        <a:lnTo>
                          <a:pt x="140" y="204"/>
                        </a:lnTo>
                        <a:lnTo>
                          <a:pt x="143" y="206"/>
                        </a:lnTo>
                        <a:lnTo>
                          <a:pt x="145" y="206"/>
                        </a:lnTo>
                        <a:lnTo>
                          <a:pt x="147" y="206"/>
                        </a:lnTo>
                        <a:lnTo>
                          <a:pt x="152" y="211"/>
                        </a:lnTo>
                        <a:lnTo>
                          <a:pt x="162" y="211"/>
                        </a:lnTo>
                        <a:lnTo>
                          <a:pt x="164" y="211"/>
                        </a:lnTo>
                        <a:lnTo>
                          <a:pt x="166" y="211"/>
                        </a:lnTo>
                        <a:lnTo>
                          <a:pt x="173" y="213"/>
                        </a:lnTo>
                        <a:lnTo>
                          <a:pt x="178" y="208"/>
                        </a:lnTo>
                        <a:lnTo>
                          <a:pt x="178" y="216"/>
                        </a:lnTo>
                        <a:lnTo>
                          <a:pt x="176" y="213"/>
                        </a:lnTo>
                        <a:lnTo>
                          <a:pt x="173" y="213"/>
                        </a:lnTo>
                        <a:lnTo>
                          <a:pt x="171" y="213"/>
                        </a:lnTo>
                        <a:lnTo>
                          <a:pt x="171" y="216"/>
                        </a:lnTo>
                        <a:lnTo>
                          <a:pt x="173" y="220"/>
                        </a:lnTo>
                        <a:lnTo>
                          <a:pt x="169" y="220"/>
                        </a:lnTo>
                        <a:lnTo>
                          <a:pt x="166" y="220"/>
                        </a:lnTo>
                        <a:lnTo>
                          <a:pt x="164" y="220"/>
                        </a:lnTo>
                        <a:lnTo>
                          <a:pt x="164" y="223"/>
                        </a:lnTo>
                        <a:lnTo>
                          <a:pt x="164" y="225"/>
                        </a:lnTo>
                        <a:lnTo>
                          <a:pt x="173" y="225"/>
                        </a:lnTo>
                        <a:lnTo>
                          <a:pt x="171" y="225"/>
                        </a:lnTo>
                        <a:lnTo>
                          <a:pt x="171" y="228"/>
                        </a:lnTo>
                        <a:lnTo>
                          <a:pt x="169" y="230"/>
                        </a:lnTo>
                        <a:lnTo>
                          <a:pt x="162" y="225"/>
                        </a:lnTo>
                        <a:lnTo>
                          <a:pt x="159" y="225"/>
                        </a:lnTo>
                        <a:lnTo>
                          <a:pt x="159" y="228"/>
                        </a:lnTo>
                        <a:lnTo>
                          <a:pt x="159" y="230"/>
                        </a:lnTo>
                        <a:lnTo>
                          <a:pt x="162" y="232"/>
                        </a:lnTo>
                        <a:lnTo>
                          <a:pt x="157" y="232"/>
                        </a:lnTo>
                        <a:lnTo>
                          <a:pt x="157" y="237"/>
                        </a:lnTo>
                        <a:lnTo>
                          <a:pt x="154" y="237"/>
                        </a:lnTo>
                        <a:lnTo>
                          <a:pt x="152" y="240"/>
                        </a:lnTo>
                        <a:lnTo>
                          <a:pt x="152" y="242"/>
                        </a:lnTo>
                        <a:lnTo>
                          <a:pt x="157" y="247"/>
                        </a:lnTo>
                        <a:lnTo>
                          <a:pt x="159" y="247"/>
                        </a:lnTo>
                        <a:lnTo>
                          <a:pt x="159" y="252"/>
                        </a:lnTo>
                        <a:lnTo>
                          <a:pt x="157" y="252"/>
                        </a:lnTo>
                        <a:lnTo>
                          <a:pt x="154" y="252"/>
                        </a:lnTo>
                        <a:lnTo>
                          <a:pt x="152" y="249"/>
                        </a:lnTo>
                        <a:lnTo>
                          <a:pt x="150" y="244"/>
                        </a:lnTo>
                        <a:lnTo>
                          <a:pt x="147" y="242"/>
                        </a:lnTo>
                        <a:lnTo>
                          <a:pt x="147" y="240"/>
                        </a:lnTo>
                        <a:lnTo>
                          <a:pt x="145" y="237"/>
                        </a:lnTo>
                        <a:lnTo>
                          <a:pt x="143" y="235"/>
                        </a:lnTo>
                        <a:lnTo>
                          <a:pt x="140" y="235"/>
                        </a:lnTo>
                        <a:lnTo>
                          <a:pt x="135" y="235"/>
                        </a:lnTo>
                        <a:lnTo>
                          <a:pt x="133" y="235"/>
                        </a:lnTo>
                        <a:lnTo>
                          <a:pt x="128" y="240"/>
                        </a:lnTo>
                        <a:lnTo>
                          <a:pt x="128" y="242"/>
                        </a:lnTo>
                        <a:lnTo>
                          <a:pt x="133" y="244"/>
                        </a:lnTo>
                        <a:lnTo>
                          <a:pt x="138" y="244"/>
                        </a:lnTo>
                        <a:lnTo>
                          <a:pt x="140" y="247"/>
                        </a:lnTo>
                        <a:lnTo>
                          <a:pt x="135" y="249"/>
                        </a:lnTo>
                        <a:lnTo>
                          <a:pt x="131" y="249"/>
                        </a:lnTo>
                        <a:lnTo>
                          <a:pt x="128" y="247"/>
                        </a:lnTo>
                        <a:lnTo>
                          <a:pt x="121" y="247"/>
                        </a:lnTo>
                        <a:lnTo>
                          <a:pt x="119" y="249"/>
                        </a:lnTo>
                        <a:lnTo>
                          <a:pt x="116" y="249"/>
                        </a:lnTo>
                        <a:lnTo>
                          <a:pt x="114" y="249"/>
                        </a:lnTo>
                        <a:lnTo>
                          <a:pt x="112" y="252"/>
                        </a:lnTo>
                        <a:lnTo>
                          <a:pt x="109" y="252"/>
                        </a:lnTo>
                        <a:lnTo>
                          <a:pt x="121" y="252"/>
                        </a:lnTo>
                        <a:lnTo>
                          <a:pt x="126" y="252"/>
                        </a:lnTo>
                        <a:lnTo>
                          <a:pt x="140" y="252"/>
                        </a:lnTo>
                        <a:lnTo>
                          <a:pt x="143" y="252"/>
                        </a:lnTo>
                        <a:lnTo>
                          <a:pt x="131" y="252"/>
                        </a:lnTo>
                        <a:lnTo>
                          <a:pt x="112" y="256"/>
                        </a:lnTo>
                        <a:lnTo>
                          <a:pt x="107" y="256"/>
                        </a:lnTo>
                        <a:lnTo>
                          <a:pt x="105" y="259"/>
                        </a:lnTo>
                        <a:lnTo>
                          <a:pt x="107" y="259"/>
                        </a:lnTo>
                        <a:lnTo>
                          <a:pt x="107" y="261"/>
                        </a:lnTo>
                        <a:lnTo>
                          <a:pt x="114" y="261"/>
                        </a:lnTo>
                        <a:lnTo>
                          <a:pt x="119" y="259"/>
                        </a:lnTo>
                        <a:lnTo>
                          <a:pt x="124" y="259"/>
                        </a:lnTo>
                        <a:lnTo>
                          <a:pt x="128" y="256"/>
                        </a:lnTo>
                        <a:lnTo>
                          <a:pt x="138" y="256"/>
                        </a:lnTo>
                        <a:lnTo>
                          <a:pt x="140" y="259"/>
                        </a:lnTo>
                        <a:lnTo>
                          <a:pt x="138" y="261"/>
                        </a:lnTo>
                        <a:lnTo>
                          <a:pt x="114" y="261"/>
                        </a:lnTo>
                        <a:lnTo>
                          <a:pt x="112" y="261"/>
                        </a:lnTo>
                        <a:lnTo>
                          <a:pt x="102" y="261"/>
                        </a:lnTo>
                        <a:lnTo>
                          <a:pt x="102" y="264"/>
                        </a:lnTo>
                        <a:lnTo>
                          <a:pt x="107" y="264"/>
                        </a:lnTo>
                        <a:lnTo>
                          <a:pt x="107" y="266"/>
                        </a:lnTo>
                        <a:lnTo>
                          <a:pt x="112" y="266"/>
                        </a:lnTo>
                        <a:lnTo>
                          <a:pt x="114" y="266"/>
                        </a:lnTo>
                        <a:lnTo>
                          <a:pt x="109" y="266"/>
                        </a:lnTo>
                        <a:lnTo>
                          <a:pt x="107" y="268"/>
                        </a:lnTo>
                        <a:lnTo>
                          <a:pt x="107" y="271"/>
                        </a:lnTo>
                        <a:lnTo>
                          <a:pt x="105" y="273"/>
                        </a:lnTo>
                        <a:lnTo>
                          <a:pt x="102" y="273"/>
                        </a:lnTo>
                        <a:lnTo>
                          <a:pt x="100" y="275"/>
                        </a:lnTo>
                        <a:lnTo>
                          <a:pt x="97" y="275"/>
                        </a:lnTo>
                        <a:lnTo>
                          <a:pt x="107" y="278"/>
                        </a:lnTo>
                        <a:lnTo>
                          <a:pt x="97" y="280"/>
                        </a:lnTo>
                        <a:lnTo>
                          <a:pt x="97" y="283"/>
                        </a:lnTo>
                        <a:lnTo>
                          <a:pt x="100" y="285"/>
                        </a:lnTo>
                        <a:lnTo>
                          <a:pt x="105" y="285"/>
                        </a:lnTo>
                        <a:lnTo>
                          <a:pt x="107" y="285"/>
                        </a:lnTo>
                        <a:lnTo>
                          <a:pt x="114" y="285"/>
                        </a:lnTo>
                        <a:lnTo>
                          <a:pt x="112" y="285"/>
                        </a:lnTo>
                        <a:lnTo>
                          <a:pt x="109" y="285"/>
                        </a:lnTo>
                        <a:lnTo>
                          <a:pt x="107" y="287"/>
                        </a:lnTo>
                        <a:lnTo>
                          <a:pt x="102" y="290"/>
                        </a:lnTo>
                        <a:lnTo>
                          <a:pt x="102" y="292"/>
                        </a:lnTo>
                        <a:lnTo>
                          <a:pt x="105" y="295"/>
                        </a:lnTo>
                        <a:lnTo>
                          <a:pt x="107" y="295"/>
                        </a:lnTo>
                        <a:lnTo>
                          <a:pt x="109" y="292"/>
                        </a:lnTo>
                        <a:lnTo>
                          <a:pt x="114" y="290"/>
                        </a:lnTo>
                        <a:lnTo>
                          <a:pt x="112" y="295"/>
                        </a:lnTo>
                        <a:lnTo>
                          <a:pt x="109" y="295"/>
                        </a:lnTo>
                        <a:lnTo>
                          <a:pt x="107" y="299"/>
                        </a:lnTo>
                        <a:lnTo>
                          <a:pt x="107" y="304"/>
                        </a:lnTo>
                        <a:lnTo>
                          <a:pt x="109" y="304"/>
                        </a:lnTo>
                        <a:lnTo>
                          <a:pt x="109" y="302"/>
                        </a:lnTo>
                        <a:lnTo>
                          <a:pt x="114" y="302"/>
                        </a:lnTo>
                        <a:lnTo>
                          <a:pt x="109" y="307"/>
                        </a:lnTo>
                        <a:lnTo>
                          <a:pt x="107" y="307"/>
                        </a:lnTo>
                        <a:lnTo>
                          <a:pt x="105" y="309"/>
                        </a:lnTo>
                        <a:lnTo>
                          <a:pt x="102" y="311"/>
                        </a:lnTo>
                        <a:lnTo>
                          <a:pt x="102" y="316"/>
                        </a:lnTo>
                        <a:lnTo>
                          <a:pt x="105" y="316"/>
                        </a:lnTo>
                        <a:lnTo>
                          <a:pt x="107" y="314"/>
                        </a:lnTo>
                        <a:lnTo>
                          <a:pt x="114" y="307"/>
                        </a:lnTo>
                        <a:lnTo>
                          <a:pt x="124" y="307"/>
                        </a:lnTo>
                        <a:lnTo>
                          <a:pt x="126" y="304"/>
                        </a:lnTo>
                        <a:lnTo>
                          <a:pt x="128" y="304"/>
                        </a:lnTo>
                        <a:lnTo>
                          <a:pt x="128" y="307"/>
                        </a:lnTo>
                        <a:lnTo>
                          <a:pt x="133" y="304"/>
                        </a:lnTo>
                        <a:lnTo>
                          <a:pt x="128" y="311"/>
                        </a:lnTo>
                        <a:lnTo>
                          <a:pt x="135" y="311"/>
                        </a:lnTo>
                        <a:lnTo>
                          <a:pt x="128" y="311"/>
                        </a:lnTo>
                        <a:lnTo>
                          <a:pt x="124" y="314"/>
                        </a:lnTo>
                        <a:lnTo>
                          <a:pt x="124" y="316"/>
                        </a:lnTo>
                        <a:lnTo>
                          <a:pt x="119" y="316"/>
                        </a:lnTo>
                        <a:lnTo>
                          <a:pt x="116" y="316"/>
                        </a:lnTo>
                        <a:lnTo>
                          <a:pt x="114" y="319"/>
                        </a:lnTo>
                        <a:lnTo>
                          <a:pt x="114" y="321"/>
                        </a:lnTo>
                        <a:lnTo>
                          <a:pt x="112" y="321"/>
                        </a:lnTo>
                        <a:lnTo>
                          <a:pt x="107" y="323"/>
                        </a:lnTo>
                        <a:lnTo>
                          <a:pt x="105" y="326"/>
                        </a:lnTo>
                        <a:lnTo>
                          <a:pt x="109" y="326"/>
                        </a:lnTo>
                        <a:lnTo>
                          <a:pt x="107" y="326"/>
                        </a:lnTo>
                        <a:lnTo>
                          <a:pt x="107" y="328"/>
                        </a:lnTo>
                        <a:lnTo>
                          <a:pt x="107" y="331"/>
                        </a:lnTo>
                        <a:lnTo>
                          <a:pt x="109" y="331"/>
                        </a:lnTo>
                        <a:lnTo>
                          <a:pt x="107" y="333"/>
                        </a:lnTo>
                        <a:lnTo>
                          <a:pt x="107" y="335"/>
                        </a:lnTo>
                        <a:lnTo>
                          <a:pt x="116" y="335"/>
                        </a:lnTo>
                        <a:lnTo>
                          <a:pt x="112" y="343"/>
                        </a:lnTo>
                        <a:lnTo>
                          <a:pt x="116" y="340"/>
                        </a:lnTo>
                        <a:lnTo>
                          <a:pt x="119" y="340"/>
                        </a:lnTo>
                        <a:lnTo>
                          <a:pt x="116" y="340"/>
                        </a:lnTo>
                        <a:lnTo>
                          <a:pt x="114" y="343"/>
                        </a:lnTo>
                        <a:lnTo>
                          <a:pt x="114" y="345"/>
                        </a:lnTo>
                        <a:lnTo>
                          <a:pt x="112" y="347"/>
                        </a:lnTo>
                        <a:lnTo>
                          <a:pt x="112" y="352"/>
                        </a:lnTo>
                        <a:lnTo>
                          <a:pt x="114" y="352"/>
                        </a:lnTo>
                        <a:lnTo>
                          <a:pt x="121" y="352"/>
                        </a:lnTo>
                        <a:lnTo>
                          <a:pt x="116" y="359"/>
                        </a:lnTo>
                        <a:lnTo>
                          <a:pt x="126" y="357"/>
                        </a:lnTo>
                        <a:lnTo>
                          <a:pt x="121" y="362"/>
                        </a:lnTo>
                        <a:lnTo>
                          <a:pt x="124" y="366"/>
                        </a:lnTo>
                        <a:lnTo>
                          <a:pt x="128" y="366"/>
                        </a:lnTo>
                        <a:lnTo>
                          <a:pt x="126" y="366"/>
                        </a:lnTo>
                        <a:lnTo>
                          <a:pt x="126" y="369"/>
                        </a:lnTo>
                        <a:lnTo>
                          <a:pt x="128" y="371"/>
                        </a:lnTo>
                        <a:lnTo>
                          <a:pt x="133" y="371"/>
                        </a:lnTo>
                        <a:lnTo>
                          <a:pt x="128" y="376"/>
                        </a:lnTo>
                        <a:lnTo>
                          <a:pt x="135" y="376"/>
                        </a:lnTo>
                        <a:lnTo>
                          <a:pt x="133" y="381"/>
                        </a:lnTo>
                        <a:lnTo>
                          <a:pt x="145" y="378"/>
                        </a:lnTo>
                        <a:lnTo>
                          <a:pt x="147" y="381"/>
                        </a:lnTo>
                        <a:lnTo>
                          <a:pt x="150" y="381"/>
                        </a:lnTo>
                        <a:lnTo>
                          <a:pt x="152" y="378"/>
                        </a:lnTo>
                        <a:lnTo>
                          <a:pt x="162" y="374"/>
                        </a:lnTo>
                        <a:lnTo>
                          <a:pt x="164" y="371"/>
                        </a:lnTo>
                        <a:lnTo>
                          <a:pt x="164" y="374"/>
                        </a:lnTo>
                        <a:lnTo>
                          <a:pt x="162" y="376"/>
                        </a:lnTo>
                        <a:lnTo>
                          <a:pt x="169" y="378"/>
                        </a:lnTo>
                        <a:lnTo>
                          <a:pt x="171" y="376"/>
                        </a:lnTo>
                        <a:lnTo>
                          <a:pt x="173" y="376"/>
                        </a:lnTo>
                        <a:lnTo>
                          <a:pt x="169" y="378"/>
                        </a:lnTo>
                        <a:lnTo>
                          <a:pt x="164" y="381"/>
                        </a:lnTo>
                        <a:lnTo>
                          <a:pt x="162" y="383"/>
                        </a:lnTo>
                        <a:lnTo>
                          <a:pt x="162" y="386"/>
                        </a:lnTo>
                        <a:lnTo>
                          <a:pt x="169" y="386"/>
                        </a:lnTo>
                        <a:lnTo>
                          <a:pt x="173" y="386"/>
                        </a:lnTo>
                        <a:lnTo>
                          <a:pt x="176" y="386"/>
                        </a:lnTo>
                        <a:lnTo>
                          <a:pt x="173" y="386"/>
                        </a:lnTo>
                        <a:lnTo>
                          <a:pt x="171" y="388"/>
                        </a:lnTo>
                        <a:lnTo>
                          <a:pt x="169" y="390"/>
                        </a:lnTo>
                        <a:lnTo>
                          <a:pt x="169" y="393"/>
                        </a:lnTo>
                        <a:lnTo>
                          <a:pt x="169" y="395"/>
                        </a:lnTo>
                        <a:lnTo>
                          <a:pt x="176" y="395"/>
                        </a:lnTo>
                        <a:lnTo>
                          <a:pt x="178" y="393"/>
                        </a:lnTo>
                        <a:lnTo>
                          <a:pt x="178" y="395"/>
                        </a:lnTo>
                        <a:lnTo>
                          <a:pt x="183" y="398"/>
                        </a:lnTo>
                        <a:lnTo>
                          <a:pt x="188" y="398"/>
                        </a:lnTo>
                        <a:lnTo>
                          <a:pt x="192" y="395"/>
                        </a:lnTo>
                        <a:lnTo>
                          <a:pt x="195" y="393"/>
                        </a:lnTo>
                        <a:lnTo>
                          <a:pt x="192" y="390"/>
                        </a:lnTo>
                        <a:lnTo>
                          <a:pt x="192" y="388"/>
                        </a:lnTo>
                        <a:lnTo>
                          <a:pt x="197" y="388"/>
                        </a:lnTo>
                        <a:lnTo>
                          <a:pt x="200" y="386"/>
                        </a:lnTo>
                        <a:lnTo>
                          <a:pt x="200" y="378"/>
                        </a:lnTo>
                        <a:lnTo>
                          <a:pt x="202" y="381"/>
                        </a:lnTo>
                        <a:lnTo>
                          <a:pt x="207" y="381"/>
                        </a:lnTo>
                        <a:lnTo>
                          <a:pt x="207" y="376"/>
                        </a:lnTo>
                        <a:lnTo>
                          <a:pt x="207" y="374"/>
                        </a:lnTo>
                        <a:lnTo>
                          <a:pt x="207" y="371"/>
                        </a:lnTo>
                        <a:lnTo>
                          <a:pt x="207" y="374"/>
                        </a:lnTo>
                        <a:lnTo>
                          <a:pt x="209" y="376"/>
                        </a:lnTo>
                        <a:lnTo>
                          <a:pt x="212" y="376"/>
                        </a:lnTo>
                        <a:lnTo>
                          <a:pt x="214" y="374"/>
                        </a:lnTo>
                        <a:lnTo>
                          <a:pt x="214" y="371"/>
                        </a:lnTo>
                        <a:lnTo>
                          <a:pt x="209" y="366"/>
                        </a:lnTo>
                        <a:lnTo>
                          <a:pt x="216" y="366"/>
                        </a:lnTo>
                        <a:lnTo>
                          <a:pt x="216" y="364"/>
                        </a:lnTo>
                        <a:lnTo>
                          <a:pt x="214" y="362"/>
                        </a:lnTo>
                        <a:lnTo>
                          <a:pt x="223" y="362"/>
                        </a:lnTo>
                        <a:lnTo>
                          <a:pt x="219" y="357"/>
                        </a:lnTo>
                        <a:lnTo>
                          <a:pt x="223" y="355"/>
                        </a:lnTo>
                        <a:lnTo>
                          <a:pt x="219" y="352"/>
                        </a:lnTo>
                        <a:lnTo>
                          <a:pt x="216" y="350"/>
                        </a:lnTo>
                        <a:lnTo>
                          <a:pt x="219" y="350"/>
                        </a:lnTo>
                        <a:lnTo>
                          <a:pt x="221" y="350"/>
                        </a:lnTo>
                        <a:lnTo>
                          <a:pt x="216" y="343"/>
                        </a:lnTo>
                        <a:lnTo>
                          <a:pt x="221" y="347"/>
                        </a:lnTo>
                        <a:lnTo>
                          <a:pt x="223" y="347"/>
                        </a:lnTo>
                        <a:lnTo>
                          <a:pt x="228" y="343"/>
                        </a:lnTo>
                        <a:lnTo>
                          <a:pt x="235" y="343"/>
                        </a:lnTo>
                        <a:lnTo>
                          <a:pt x="235" y="340"/>
                        </a:lnTo>
                        <a:lnTo>
                          <a:pt x="233" y="338"/>
                        </a:lnTo>
                        <a:lnTo>
                          <a:pt x="238" y="338"/>
                        </a:lnTo>
                        <a:lnTo>
                          <a:pt x="242" y="331"/>
                        </a:lnTo>
                        <a:lnTo>
                          <a:pt x="245" y="331"/>
                        </a:lnTo>
                        <a:lnTo>
                          <a:pt x="252" y="331"/>
                        </a:lnTo>
                        <a:lnTo>
                          <a:pt x="252" y="326"/>
                        </a:lnTo>
                        <a:lnTo>
                          <a:pt x="257" y="331"/>
                        </a:lnTo>
                        <a:lnTo>
                          <a:pt x="259" y="326"/>
                        </a:lnTo>
                        <a:lnTo>
                          <a:pt x="259" y="319"/>
                        </a:lnTo>
                        <a:lnTo>
                          <a:pt x="252" y="316"/>
                        </a:lnTo>
                        <a:lnTo>
                          <a:pt x="257" y="316"/>
                        </a:lnTo>
                        <a:lnTo>
                          <a:pt x="264" y="311"/>
                        </a:lnTo>
                        <a:lnTo>
                          <a:pt x="266" y="307"/>
                        </a:lnTo>
                        <a:lnTo>
                          <a:pt x="259" y="304"/>
                        </a:lnTo>
                        <a:lnTo>
                          <a:pt x="264" y="299"/>
                        </a:lnTo>
                        <a:lnTo>
                          <a:pt x="278" y="299"/>
                        </a:lnTo>
                        <a:lnTo>
                          <a:pt x="280" y="297"/>
                        </a:lnTo>
                        <a:lnTo>
                          <a:pt x="280" y="292"/>
                        </a:lnTo>
                        <a:lnTo>
                          <a:pt x="288" y="290"/>
                        </a:lnTo>
                        <a:lnTo>
                          <a:pt x="292" y="290"/>
                        </a:lnTo>
                        <a:lnTo>
                          <a:pt x="295" y="292"/>
                        </a:lnTo>
                        <a:lnTo>
                          <a:pt x="302" y="292"/>
                        </a:lnTo>
                        <a:lnTo>
                          <a:pt x="311" y="283"/>
                        </a:lnTo>
                        <a:lnTo>
                          <a:pt x="311" y="280"/>
                        </a:lnTo>
                        <a:lnTo>
                          <a:pt x="314" y="280"/>
                        </a:lnTo>
                        <a:lnTo>
                          <a:pt x="316" y="278"/>
                        </a:lnTo>
                        <a:lnTo>
                          <a:pt x="319" y="278"/>
                        </a:lnTo>
                        <a:lnTo>
                          <a:pt x="319" y="280"/>
                        </a:lnTo>
                        <a:lnTo>
                          <a:pt x="316" y="283"/>
                        </a:lnTo>
                        <a:lnTo>
                          <a:pt x="314" y="285"/>
                        </a:lnTo>
                        <a:lnTo>
                          <a:pt x="311" y="290"/>
                        </a:lnTo>
                        <a:lnTo>
                          <a:pt x="319" y="290"/>
                        </a:lnTo>
                        <a:lnTo>
                          <a:pt x="319" y="285"/>
                        </a:lnTo>
                        <a:lnTo>
                          <a:pt x="323" y="285"/>
                        </a:lnTo>
                        <a:lnTo>
                          <a:pt x="326" y="283"/>
                        </a:lnTo>
                        <a:lnTo>
                          <a:pt x="328" y="283"/>
                        </a:lnTo>
                        <a:lnTo>
                          <a:pt x="328" y="285"/>
                        </a:lnTo>
                        <a:lnTo>
                          <a:pt x="333" y="285"/>
                        </a:lnTo>
                        <a:lnTo>
                          <a:pt x="335" y="285"/>
                        </a:lnTo>
                        <a:lnTo>
                          <a:pt x="342" y="283"/>
                        </a:lnTo>
                        <a:lnTo>
                          <a:pt x="347" y="278"/>
                        </a:lnTo>
                        <a:lnTo>
                          <a:pt x="349" y="275"/>
                        </a:lnTo>
                        <a:lnTo>
                          <a:pt x="359" y="275"/>
                        </a:lnTo>
                        <a:lnTo>
                          <a:pt x="366" y="275"/>
                        </a:lnTo>
                        <a:lnTo>
                          <a:pt x="371" y="271"/>
                        </a:lnTo>
                        <a:lnTo>
                          <a:pt x="373" y="268"/>
                        </a:lnTo>
                        <a:lnTo>
                          <a:pt x="376" y="266"/>
                        </a:lnTo>
                        <a:lnTo>
                          <a:pt x="383" y="259"/>
                        </a:lnTo>
                        <a:lnTo>
                          <a:pt x="385" y="256"/>
                        </a:lnTo>
                        <a:lnTo>
                          <a:pt x="390" y="254"/>
                        </a:lnTo>
                        <a:lnTo>
                          <a:pt x="399" y="252"/>
                        </a:lnTo>
                        <a:lnTo>
                          <a:pt x="402" y="252"/>
                        </a:lnTo>
                        <a:lnTo>
                          <a:pt x="404" y="249"/>
                        </a:lnTo>
                        <a:lnTo>
                          <a:pt x="407" y="249"/>
                        </a:lnTo>
                        <a:lnTo>
                          <a:pt x="407" y="247"/>
                        </a:lnTo>
                        <a:lnTo>
                          <a:pt x="407" y="244"/>
                        </a:lnTo>
                        <a:lnTo>
                          <a:pt x="407" y="240"/>
                        </a:lnTo>
                        <a:lnTo>
                          <a:pt x="407" y="235"/>
                        </a:lnTo>
                        <a:lnTo>
                          <a:pt x="414" y="242"/>
                        </a:lnTo>
                        <a:lnTo>
                          <a:pt x="416" y="244"/>
                        </a:lnTo>
                        <a:lnTo>
                          <a:pt x="418" y="244"/>
                        </a:lnTo>
                        <a:lnTo>
                          <a:pt x="437" y="244"/>
                        </a:lnTo>
                        <a:lnTo>
                          <a:pt x="447" y="242"/>
                        </a:lnTo>
                        <a:lnTo>
                          <a:pt x="454" y="240"/>
                        </a:lnTo>
                        <a:lnTo>
                          <a:pt x="459" y="240"/>
                        </a:lnTo>
                        <a:lnTo>
                          <a:pt x="468" y="237"/>
                        </a:lnTo>
                        <a:lnTo>
                          <a:pt x="480" y="235"/>
                        </a:lnTo>
                        <a:lnTo>
                          <a:pt x="487" y="235"/>
                        </a:lnTo>
                        <a:lnTo>
                          <a:pt x="492" y="230"/>
                        </a:lnTo>
                        <a:lnTo>
                          <a:pt x="499" y="230"/>
                        </a:lnTo>
                        <a:lnTo>
                          <a:pt x="502" y="228"/>
                        </a:lnTo>
                        <a:lnTo>
                          <a:pt x="509" y="228"/>
                        </a:lnTo>
                        <a:lnTo>
                          <a:pt x="516" y="220"/>
                        </a:lnTo>
                        <a:lnTo>
                          <a:pt x="518" y="220"/>
                        </a:lnTo>
                        <a:lnTo>
                          <a:pt x="518" y="218"/>
                        </a:lnTo>
                        <a:lnTo>
                          <a:pt x="523" y="218"/>
                        </a:lnTo>
                        <a:lnTo>
                          <a:pt x="525" y="216"/>
                        </a:lnTo>
                        <a:lnTo>
                          <a:pt x="528" y="216"/>
                        </a:lnTo>
                        <a:lnTo>
                          <a:pt x="542" y="213"/>
                        </a:lnTo>
                        <a:lnTo>
                          <a:pt x="552" y="211"/>
                        </a:lnTo>
                        <a:lnTo>
                          <a:pt x="552" y="206"/>
                        </a:lnTo>
                        <a:lnTo>
                          <a:pt x="549" y="206"/>
                        </a:lnTo>
                        <a:lnTo>
                          <a:pt x="547" y="208"/>
                        </a:lnTo>
                        <a:lnTo>
                          <a:pt x="537" y="208"/>
                        </a:lnTo>
                        <a:lnTo>
                          <a:pt x="530" y="206"/>
                        </a:lnTo>
                        <a:lnTo>
                          <a:pt x="525" y="206"/>
                        </a:lnTo>
                        <a:lnTo>
                          <a:pt x="521" y="204"/>
                        </a:lnTo>
                        <a:lnTo>
                          <a:pt x="509" y="204"/>
                        </a:lnTo>
                        <a:lnTo>
                          <a:pt x="499" y="206"/>
                        </a:lnTo>
                        <a:lnTo>
                          <a:pt x="490" y="206"/>
                        </a:lnTo>
                        <a:lnTo>
                          <a:pt x="487" y="211"/>
                        </a:lnTo>
                        <a:lnTo>
                          <a:pt x="471" y="211"/>
                        </a:lnTo>
                        <a:lnTo>
                          <a:pt x="485" y="206"/>
                        </a:lnTo>
                        <a:lnTo>
                          <a:pt x="494" y="204"/>
                        </a:lnTo>
                        <a:lnTo>
                          <a:pt x="499" y="204"/>
                        </a:lnTo>
                        <a:lnTo>
                          <a:pt x="502" y="201"/>
                        </a:lnTo>
                        <a:lnTo>
                          <a:pt x="506" y="201"/>
                        </a:lnTo>
                        <a:lnTo>
                          <a:pt x="511" y="199"/>
                        </a:lnTo>
                        <a:lnTo>
                          <a:pt x="514" y="199"/>
                        </a:lnTo>
                        <a:lnTo>
                          <a:pt x="516" y="199"/>
                        </a:lnTo>
                        <a:lnTo>
                          <a:pt x="514" y="196"/>
                        </a:lnTo>
                        <a:lnTo>
                          <a:pt x="509" y="194"/>
                        </a:lnTo>
                        <a:lnTo>
                          <a:pt x="506" y="194"/>
                        </a:lnTo>
                        <a:lnTo>
                          <a:pt x="504" y="194"/>
                        </a:lnTo>
                        <a:lnTo>
                          <a:pt x="497" y="196"/>
                        </a:lnTo>
                        <a:lnTo>
                          <a:pt x="483" y="201"/>
                        </a:lnTo>
                        <a:lnTo>
                          <a:pt x="468" y="201"/>
                        </a:lnTo>
                        <a:lnTo>
                          <a:pt x="478" y="196"/>
                        </a:lnTo>
                        <a:lnTo>
                          <a:pt x="485" y="192"/>
                        </a:lnTo>
                        <a:lnTo>
                          <a:pt x="487" y="192"/>
                        </a:lnTo>
                        <a:lnTo>
                          <a:pt x="492" y="194"/>
                        </a:lnTo>
                        <a:lnTo>
                          <a:pt x="497" y="194"/>
                        </a:lnTo>
                        <a:lnTo>
                          <a:pt x="499" y="192"/>
                        </a:lnTo>
                        <a:lnTo>
                          <a:pt x="504" y="192"/>
                        </a:lnTo>
                        <a:lnTo>
                          <a:pt x="506" y="189"/>
                        </a:lnTo>
                        <a:lnTo>
                          <a:pt x="516" y="189"/>
                        </a:lnTo>
                        <a:lnTo>
                          <a:pt x="518" y="189"/>
                        </a:lnTo>
                        <a:lnTo>
                          <a:pt x="516" y="187"/>
                        </a:lnTo>
                        <a:lnTo>
                          <a:pt x="514" y="187"/>
                        </a:lnTo>
                        <a:lnTo>
                          <a:pt x="509" y="184"/>
                        </a:lnTo>
                        <a:lnTo>
                          <a:pt x="485" y="184"/>
                        </a:lnTo>
                        <a:lnTo>
                          <a:pt x="492" y="182"/>
                        </a:lnTo>
                        <a:lnTo>
                          <a:pt x="485" y="180"/>
                        </a:lnTo>
                        <a:lnTo>
                          <a:pt x="485" y="175"/>
                        </a:lnTo>
                        <a:lnTo>
                          <a:pt x="487" y="175"/>
                        </a:lnTo>
                        <a:lnTo>
                          <a:pt x="490" y="177"/>
                        </a:lnTo>
                        <a:lnTo>
                          <a:pt x="492" y="180"/>
                        </a:lnTo>
                        <a:lnTo>
                          <a:pt x="497" y="182"/>
                        </a:lnTo>
                        <a:lnTo>
                          <a:pt x="504" y="182"/>
                        </a:lnTo>
                        <a:lnTo>
                          <a:pt x="506" y="184"/>
                        </a:lnTo>
                        <a:lnTo>
                          <a:pt x="509" y="184"/>
                        </a:lnTo>
                        <a:lnTo>
                          <a:pt x="514" y="184"/>
                        </a:lnTo>
                        <a:lnTo>
                          <a:pt x="518" y="184"/>
                        </a:lnTo>
                        <a:lnTo>
                          <a:pt x="518" y="187"/>
                        </a:lnTo>
                        <a:lnTo>
                          <a:pt x="523" y="187"/>
                        </a:lnTo>
                        <a:lnTo>
                          <a:pt x="523" y="184"/>
                        </a:lnTo>
                        <a:lnTo>
                          <a:pt x="528" y="184"/>
                        </a:lnTo>
                        <a:lnTo>
                          <a:pt x="528" y="187"/>
                        </a:lnTo>
                        <a:lnTo>
                          <a:pt x="528" y="189"/>
                        </a:lnTo>
                        <a:lnTo>
                          <a:pt x="528" y="192"/>
                        </a:lnTo>
                        <a:lnTo>
                          <a:pt x="528" y="196"/>
                        </a:lnTo>
                        <a:lnTo>
                          <a:pt x="528" y="199"/>
                        </a:lnTo>
                        <a:lnTo>
                          <a:pt x="533" y="199"/>
                        </a:lnTo>
                        <a:lnTo>
                          <a:pt x="537" y="201"/>
                        </a:lnTo>
                        <a:lnTo>
                          <a:pt x="542" y="201"/>
                        </a:lnTo>
                        <a:lnTo>
                          <a:pt x="547" y="201"/>
                        </a:lnTo>
                        <a:lnTo>
                          <a:pt x="549" y="201"/>
                        </a:lnTo>
                        <a:lnTo>
                          <a:pt x="552" y="199"/>
                        </a:lnTo>
                        <a:lnTo>
                          <a:pt x="554" y="199"/>
                        </a:lnTo>
                        <a:lnTo>
                          <a:pt x="554" y="204"/>
                        </a:lnTo>
                        <a:lnTo>
                          <a:pt x="559" y="204"/>
                        </a:lnTo>
                        <a:lnTo>
                          <a:pt x="561" y="201"/>
                        </a:lnTo>
                        <a:lnTo>
                          <a:pt x="563" y="201"/>
                        </a:lnTo>
                        <a:lnTo>
                          <a:pt x="563" y="194"/>
                        </a:lnTo>
                        <a:lnTo>
                          <a:pt x="561" y="194"/>
                        </a:lnTo>
                        <a:lnTo>
                          <a:pt x="563" y="189"/>
                        </a:lnTo>
                        <a:lnTo>
                          <a:pt x="563" y="187"/>
                        </a:lnTo>
                        <a:lnTo>
                          <a:pt x="559" y="187"/>
                        </a:lnTo>
                        <a:lnTo>
                          <a:pt x="556" y="182"/>
                        </a:lnTo>
                        <a:lnTo>
                          <a:pt x="552" y="180"/>
                        </a:lnTo>
                        <a:lnTo>
                          <a:pt x="552" y="175"/>
                        </a:lnTo>
                        <a:lnTo>
                          <a:pt x="533" y="170"/>
                        </a:lnTo>
                        <a:lnTo>
                          <a:pt x="523" y="170"/>
                        </a:lnTo>
                        <a:lnTo>
                          <a:pt x="521" y="170"/>
                        </a:lnTo>
                        <a:lnTo>
                          <a:pt x="528" y="168"/>
                        </a:lnTo>
                        <a:lnTo>
                          <a:pt x="530" y="165"/>
                        </a:lnTo>
                        <a:lnTo>
                          <a:pt x="528" y="165"/>
                        </a:lnTo>
                        <a:lnTo>
                          <a:pt x="525" y="163"/>
                        </a:lnTo>
                        <a:lnTo>
                          <a:pt x="514" y="163"/>
                        </a:lnTo>
                        <a:lnTo>
                          <a:pt x="509" y="161"/>
                        </a:lnTo>
                        <a:lnTo>
                          <a:pt x="504" y="161"/>
                        </a:lnTo>
                        <a:lnTo>
                          <a:pt x="509" y="156"/>
                        </a:lnTo>
                        <a:lnTo>
                          <a:pt x="523" y="156"/>
                        </a:lnTo>
                        <a:lnTo>
                          <a:pt x="528" y="153"/>
                        </a:lnTo>
                        <a:lnTo>
                          <a:pt x="533" y="153"/>
                        </a:lnTo>
                        <a:lnTo>
                          <a:pt x="547" y="156"/>
                        </a:lnTo>
                        <a:lnTo>
                          <a:pt x="552" y="156"/>
                        </a:lnTo>
                        <a:lnTo>
                          <a:pt x="554" y="156"/>
                        </a:lnTo>
                        <a:lnTo>
                          <a:pt x="556" y="158"/>
                        </a:lnTo>
                        <a:lnTo>
                          <a:pt x="559" y="161"/>
                        </a:lnTo>
                        <a:lnTo>
                          <a:pt x="563" y="165"/>
                        </a:lnTo>
                        <a:lnTo>
                          <a:pt x="568" y="165"/>
                        </a:lnTo>
                        <a:lnTo>
                          <a:pt x="568" y="163"/>
                        </a:lnTo>
                        <a:lnTo>
                          <a:pt x="568" y="158"/>
                        </a:lnTo>
                        <a:lnTo>
                          <a:pt x="559" y="156"/>
                        </a:lnTo>
                        <a:lnTo>
                          <a:pt x="552" y="153"/>
                        </a:lnTo>
                        <a:lnTo>
                          <a:pt x="540" y="151"/>
                        </a:lnTo>
                        <a:lnTo>
                          <a:pt x="544" y="149"/>
                        </a:lnTo>
                        <a:lnTo>
                          <a:pt x="547" y="149"/>
                        </a:lnTo>
                        <a:lnTo>
                          <a:pt x="552" y="151"/>
                        </a:lnTo>
                        <a:lnTo>
                          <a:pt x="556" y="151"/>
                        </a:lnTo>
                        <a:lnTo>
                          <a:pt x="559" y="153"/>
                        </a:lnTo>
                        <a:lnTo>
                          <a:pt x="578" y="153"/>
                        </a:lnTo>
                        <a:lnTo>
                          <a:pt x="594" y="151"/>
                        </a:lnTo>
                        <a:lnTo>
                          <a:pt x="594" y="144"/>
                        </a:lnTo>
                        <a:lnTo>
                          <a:pt x="582" y="141"/>
                        </a:lnTo>
                        <a:lnTo>
                          <a:pt x="578" y="146"/>
                        </a:lnTo>
                        <a:lnTo>
                          <a:pt x="573" y="141"/>
                        </a:lnTo>
                        <a:lnTo>
                          <a:pt x="573" y="139"/>
                        </a:lnTo>
                        <a:lnTo>
                          <a:pt x="587" y="139"/>
                        </a:lnTo>
                        <a:lnTo>
                          <a:pt x="599" y="137"/>
                        </a:lnTo>
                        <a:lnTo>
                          <a:pt x="602" y="139"/>
                        </a:lnTo>
                        <a:lnTo>
                          <a:pt x="609" y="139"/>
                        </a:lnTo>
                        <a:lnTo>
                          <a:pt x="616" y="134"/>
                        </a:lnTo>
                        <a:lnTo>
                          <a:pt x="618" y="134"/>
                        </a:lnTo>
                        <a:lnTo>
                          <a:pt x="618" y="132"/>
                        </a:lnTo>
                        <a:lnTo>
                          <a:pt x="599" y="132"/>
                        </a:lnTo>
                        <a:lnTo>
                          <a:pt x="599" y="129"/>
                        </a:lnTo>
                        <a:lnTo>
                          <a:pt x="597" y="129"/>
                        </a:lnTo>
                        <a:lnTo>
                          <a:pt x="597" y="127"/>
                        </a:lnTo>
                        <a:lnTo>
                          <a:pt x="592" y="127"/>
                        </a:lnTo>
                        <a:lnTo>
                          <a:pt x="587" y="125"/>
                        </a:lnTo>
                        <a:lnTo>
                          <a:pt x="592" y="125"/>
                        </a:lnTo>
                        <a:lnTo>
                          <a:pt x="594" y="125"/>
                        </a:lnTo>
                        <a:lnTo>
                          <a:pt x="594" y="122"/>
                        </a:lnTo>
                        <a:lnTo>
                          <a:pt x="592" y="120"/>
                        </a:lnTo>
                        <a:lnTo>
                          <a:pt x="590" y="120"/>
                        </a:lnTo>
                        <a:lnTo>
                          <a:pt x="582" y="117"/>
                        </a:lnTo>
                        <a:lnTo>
                          <a:pt x="592" y="117"/>
                        </a:lnTo>
                        <a:lnTo>
                          <a:pt x="594" y="120"/>
                        </a:lnTo>
                        <a:lnTo>
                          <a:pt x="597" y="120"/>
                        </a:lnTo>
                        <a:lnTo>
                          <a:pt x="602" y="120"/>
                        </a:lnTo>
                        <a:lnTo>
                          <a:pt x="606" y="120"/>
                        </a:lnTo>
                        <a:lnTo>
                          <a:pt x="609" y="125"/>
                        </a:lnTo>
                        <a:lnTo>
                          <a:pt x="613" y="125"/>
                        </a:lnTo>
                        <a:lnTo>
                          <a:pt x="618" y="120"/>
                        </a:lnTo>
                        <a:lnTo>
                          <a:pt x="618" y="113"/>
                        </a:lnTo>
                        <a:lnTo>
                          <a:pt x="616" y="110"/>
                        </a:lnTo>
                        <a:lnTo>
                          <a:pt x="613" y="110"/>
                        </a:lnTo>
                        <a:lnTo>
                          <a:pt x="611" y="108"/>
                        </a:lnTo>
                        <a:lnTo>
                          <a:pt x="609" y="105"/>
                        </a:lnTo>
                        <a:lnTo>
                          <a:pt x="592" y="103"/>
                        </a:lnTo>
                        <a:lnTo>
                          <a:pt x="587" y="101"/>
                        </a:lnTo>
                        <a:lnTo>
                          <a:pt x="587" y="98"/>
                        </a:lnTo>
                        <a:lnTo>
                          <a:pt x="590" y="98"/>
                        </a:lnTo>
                        <a:lnTo>
                          <a:pt x="599" y="98"/>
                        </a:lnTo>
                        <a:lnTo>
                          <a:pt x="611" y="96"/>
                        </a:lnTo>
                        <a:lnTo>
                          <a:pt x="618" y="96"/>
                        </a:lnTo>
                        <a:lnTo>
                          <a:pt x="623" y="98"/>
                        </a:lnTo>
                        <a:lnTo>
                          <a:pt x="632" y="98"/>
                        </a:lnTo>
                        <a:lnTo>
                          <a:pt x="637" y="96"/>
                        </a:lnTo>
                        <a:lnTo>
                          <a:pt x="642" y="93"/>
                        </a:lnTo>
                        <a:lnTo>
                          <a:pt x="642" y="91"/>
                        </a:lnTo>
                        <a:lnTo>
                          <a:pt x="642" y="89"/>
                        </a:lnTo>
                        <a:lnTo>
                          <a:pt x="632" y="89"/>
                        </a:lnTo>
                        <a:lnTo>
                          <a:pt x="625" y="86"/>
                        </a:lnTo>
                        <a:lnTo>
                          <a:pt x="616" y="86"/>
                        </a:lnTo>
                        <a:lnTo>
                          <a:pt x="613" y="84"/>
                        </a:lnTo>
                        <a:lnTo>
                          <a:pt x="623" y="84"/>
                        </a:lnTo>
                        <a:lnTo>
                          <a:pt x="621" y="82"/>
                        </a:lnTo>
                        <a:lnTo>
                          <a:pt x="618" y="79"/>
                        </a:lnTo>
                        <a:lnTo>
                          <a:pt x="618" y="77"/>
                        </a:lnTo>
                        <a:lnTo>
                          <a:pt x="613" y="77"/>
                        </a:lnTo>
                        <a:lnTo>
                          <a:pt x="611" y="79"/>
                        </a:lnTo>
                        <a:lnTo>
                          <a:pt x="611" y="84"/>
                        </a:lnTo>
                        <a:lnTo>
                          <a:pt x="606" y="84"/>
                        </a:lnTo>
                        <a:lnTo>
                          <a:pt x="604" y="84"/>
                        </a:lnTo>
                        <a:lnTo>
                          <a:pt x="602" y="82"/>
                        </a:lnTo>
                        <a:lnTo>
                          <a:pt x="599" y="79"/>
                        </a:lnTo>
                        <a:lnTo>
                          <a:pt x="602" y="79"/>
                        </a:lnTo>
                        <a:lnTo>
                          <a:pt x="606" y="77"/>
                        </a:lnTo>
                        <a:lnTo>
                          <a:pt x="609" y="74"/>
                        </a:lnTo>
                        <a:lnTo>
                          <a:pt x="613" y="70"/>
                        </a:lnTo>
                        <a:lnTo>
                          <a:pt x="616" y="67"/>
                        </a:lnTo>
                        <a:lnTo>
                          <a:pt x="618" y="65"/>
                        </a:lnTo>
                        <a:lnTo>
                          <a:pt x="621" y="65"/>
                        </a:lnTo>
                        <a:lnTo>
                          <a:pt x="623" y="65"/>
                        </a:lnTo>
                        <a:lnTo>
                          <a:pt x="628" y="65"/>
                        </a:lnTo>
                        <a:lnTo>
                          <a:pt x="630" y="65"/>
                        </a:lnTo>
                        <a:lnTo>
                          <a:pt x="632" y="62"/>
                        </a:lnTo>
                        <a:lnTo>
                          <a:pt x="637" y="60"/>
                        </a:lnTo>
                        <a:lnTo>
                          <a:pt x="635" y="55"/>
                        </a:lnTo>
                        <a:lnTo>
                          <a:pt x="637" y="53"/>
                        </a:lnTo>
                        <a:lnTo>
                          <a:pt x="640" y="50"/>
                        </a:lnTo>
                        <a:lnTo>
                          <a:pt x="642" y="50"/>
                        </a:lnTo>
                        <a:lnTo>
                          <a:pt x="647" y="50"/>
                        </a:lnTo>
                        <a:lnTo>
                          <a:pt x="649" y="50"/>
                        </a:lnTo>
                        <a:lnTo>
                          <a:pt x="651" y="53"/>
                        </a:lnTo>
                        <a:lnTo>
                          <a:pt x="656" y="53"/>
                        </a:lnTo>
                        <a:lnTo>
                          <a:pt x="659" y="50"/>
                        </a:lnTo>
                        <a:lnTo>
                          <a:pt x="661" y="50"/>
                        </a:lnTo>
                        <a:lnTo>
                          <a:pt x="663" y="48"/>
                        </a:lnTo>
                        <a:lnTo>
                          <a:pt x="644" y="48"/>
                        </a:lnTo>
                        <a:lnTo>
                          <a:pt x="642" y="48"/>
                        </a:lnTo>
                        <a:lnTo>
                          <a:pt x="637" y="48"/>
                        </a:lnTo>
                        <a:lnTo>
                          <a:pt x="635" y="50"/>
                        </a:lnTo>
                        <a:lnTo>
                          <a:pt x="630" y="50"/>
                        </a:lnTo>
                        <a:lnTo>
                          <a:pt x="630" y="48"/>
                        </a:lnTo>
                        <a:lnTo>
                          <a:pt x="640" y="43"/>
                        </a:lnTo>
                        <a:lnTo>
                          <a:pt x="670" y="43"/>
                        </a:lnTo>
                        <a:lnTo>
                          <a:pt x="675" y="43"/>
                        </a:lnTo>
                        <a:lnTo>
                          <a:pt x="678" y="43"/>
                        </a:lnTo>
                        <a:lnTo>
                          <a:pt x="682" y="41"/>
                        </a:lnTo>
                        <a:lnTo>
                          <a:pt x="678" y="41"/>
                        </a:lnTo>
                        <a:lnTo>
                          <a:pt x="673" y="38"/>
                        </a:lnTo>
                        <a:lnTo>
                          <a:pt x="656" y="38"/>
                        </a:lnTo>
                        <a:lnTo>
                          <a:pt x="651" y="41"/>
                        </a:lnTo>
                        <a:lnTo>
                          <a:pt x="635" y="41"/>
                        </a:lnTo>
                        <a:lnTo>
                          <a:pt x="635" y="38"/>
                        </a:lnTo>
                        <a:lnTo>
                          <a:pt x="637" y="38"/>
                        </a:lnTo>
                        <a:lnTo>
                          <a:pt x="642" y="38"/>
                        </a:lnTo>
                        <a:lnTo>
                          <a:pt x="687" y="38"/>
                        </a:lnTo>
                        <a:lnTo>
                          <a:pt x="692" y="36"/>
                        </a:lnTo>
                        <a:lnTo>
                          <a:pt x="699" y="34"/>
                        </a:lnTo>
                        <a:lnTo>
                          <a:pt x="701" y="31"/>
                        </a:lnTo>
                        <a:lnTo>
                          <a:pt x="718" y="31"/>
                        </a:lnTo>
                        <a:lnTo>
                          <a:pt x="723" y="29"/>
                        </a:lnTo>
                        <a:lnTo>
                          <a:pt x="725" y="29"/>
                        </a:lnTo>
                        <a:lnTo>
                          <a:pt x="730" y="29"/>
                        </a:lnTo>
                        <a:lnTo>
                          <a:pt x="732" y="26"/>
                        </a:lnTo>
                        <a:lnTo>
                          <a:pt x="730" y="24"/>
                        </a:lnTo>
                        <a:close/>
                        <a:moveTo>
                          <a:pt x="119" y="268"/>
                        </a:moveTo>
                        <a:lnTo>
                          <a:pt x="116" y="266"/>
                        </a:lnTo>
                        <a:lnTo>
                          <a:pt x="119" y="268"/>
                        </a:lnTo>
                        <a:close/>
                        <a:moveTo>
                          <a:pt x="128" y="223"/>
                        </a:moveTo>
                        <a:lnTo>
                          <a:pt x="135" y="223"/>
                        </a:lnTo>
                        <a:lnTo>
                          <a:pt x="138" y="220"/>
                        </a:lnTo>
                        <a:lnTo>
                          <a:pt x="145" y="220"/>
                        </a:lnTo>
                        <a:lnTo>
                          <a:pt x="147" y="220"/>
                        </a:lnTo>
                        <a:lnTo>
                          <a:pt x="147" y="216"/>
                        </a:lnTo>
                        <a:lnTo>
                          <a:pt x="150" y="216"/>
                        </a:lnTo>
                        <a:lnTo>
                          <a:pt x="147" y="213"/>
                        </a:lnTo>
                        <a:lnTo>
                          <a:pt x="145" y="211"/>
                        </a:lnTo>
                        <a:lnTo>
                          <a:pt x="143" y="211"/>
                        </a:lnTo>
                        <a:lnTo>
                          <a:pt x="138" y="211"/>
                        </a:lnTo>
                        <a:lnTo>
                          <a:pt x="135" y="206"/>
                        </a:lnTo>
                        <a:lnTo>
                          <a:pt x="119" y="206"/>
                        </a:lnTo>
                        <a:lnTo>
                          <a:pt x="119" y="213"/>
                        </a:lnTo>
                        <a:lnTo>
                          <a:pt x="116" y="216"/>
                        </a:lnTo>
                        <a:lnTo>
                          <a:pt x="114" y="216"/>
                        </a:lnTo>
                        <a:lnTo>
                          <a:pt x="114" y="218"/>
                        </a:lnTo>
                        <a:lnTo>
                          <a:pt x="116" y="220"/>
                        </a:lnTo>
                        <a:lnTo>
                          <a:pt x="119" y="220"/>
                        </a:lnTo>
                        <a:lnTo>
                          <a:pt x="119" y="225"/>
                        </a:lnTo>
                        <a:lnTo>
                          <a:pt x="128" y="223"/>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91" name="Ecuador" descr="© INSCALE GmbH, 05.05.2010&#10;http://www.presentationload.com/">
                    <a:extLst>
                      <a:ext uri="{FF2B5EF4-FFF2-40B4-BE49-F238E27FC236}">
                        <a16:creationId xmlns:a16="http://schemas.microsoft.com/office/drawing/2014/main" id="{D2AF0D96-9DD1-BBD2-43EF-EDBF49614AB8}"/>
                      </a:ext>
                    </a:extLst>
                  </p:cNvPr>
                  <p:cNvSpPr>
                    <a:spLocks noEditPoints="1"/>
                  </p:cNvSpPr>
                  <p:nvPr/>
                </p:nvSpPr>
                <p:spPr bwMode="gray">
                  <a:xfrm>
                    <a:off x="1191" y="2536"/>
                    <a:ext cx="105" cy="134"/>
                  </a:xfrm>
                  <a:custGeom>
                    <a:avLst/>
                    <a:gdLst>
                      <a:gd name="T0" fmla="*/ 2147483647 w 414"/>
                      <a:gd name="T1" fmla="*/ 2147483647 h 528"/>
                      <a:gd name="T2" fmla="*/ 2147483647 w 414"/>
                      <a:gd name="T3" fmla="*/ 2147483647 h 528"/>
                      <a:gd name="T4" fmla="*/ 2147483647 w 414"/>
                      <a:gd name="T5" fmla="*/ 2147483647 h 528"/>
                      <a:gd name="T6" fmla="*/ 2147483647 w 414"/>
                      <a:gd name="T7" fmla="*/ 2147483647 h 528"/>
                      <a:gd name="T8" fmla="*/ 2147483647 w 414"/>
                      <a:gd name="T9" fmla="*/ 2147483647 h 528"/>
                      <a:gd name="T10" fmla="*/ 2147483647 w 414"/>
                      <a:gd name="T11" fmla="*/ 2147483647 h 528"/>
                      <a:gd name="T12" fmla="*/ 2147483647 w 414"/>
                      <a:gd name="T13" fmla="*/ 2147483647 h 528"/>
                      <a:gd name="T14" fmla="*/ 2147483647 w 414"/>
                      <a:gd name="T15" fmla="*/ 2147483647 h 528"/>
                      <a:gd name="T16" fmla="*/ 2147483647 w 414"/>
                      <a:gd name="T17" fmla="*/ 2147483647 h 528"/>
                      <a:gd name="T18" fmla="*/ 2147483647 w 414"/>
                      <a:gd name="T19" fmla="*/ 2147483647 h 528"/>
                      <a:gd name="T20" fmla="*/ 2147483647 w 414"/>
                      <a:gd name="T21" fmla="*/ 2147483647 h 528"/>
                      <a:gd name="T22" fmla="*/ 2147483647 w 414"/>
                      <a:gd name="T23" fmla="*/ 2147483647 h 528"/>
                      <a:gd name="T24" fmla="*/ 2147483647 w 414"/>
                      <a:gd name="T25" fmla="*/ 2147483647 h 528"/>
                      <a:gd name="T26" fmla="*/ 2147483647 w 414"/>
                      <a:gd name="T27" fmla="*/ 2147483647 h 528"/>
                      <a:gd name="T28" fmla="*/ 2147483647 w 414"/>
                      <a:gd name="T29" fmla="*/ 2147483647 h 528"/>
                      <a:gd name="T30" fmla="*/ 2147483647 w 414"/>
                      <a:gd name="T31" fmla="*/ 2147483647 h 528"/>
                      <a:gd name="T32" fmla="*/ 2147483647 w 414"/>
                      <a:gd name="T33" fmla="*/ 2147483647 h 528"/>
                      <a:gd name="T34" fmla="*/ 2147483647 w 414"/>
                      <a:gd name="T35" fmla="*/ 2147483647 h 528"/>
                      <a:gd name="T36" fmla="*/ 2147483647 w 414"/>
                      <a:gd name="T37" fmla="*/ 2147483647 h 528"/>
                      <a:gd name="T38" fmla="*/ 2147483647 w 414"/>
                      <a:gd name="T39" fmla="*/ 2147483647 h 528"/>
                      <a:gd name="T40" fmla="*/ 2147483647 w 414"/>
                      <a:gd name="T41" fmla="*/ 2147483647 h 528"/>
                      <a:gd name="T42" fmla="*/ 2147483647 w 414"/>
                      <a:gd name="T43" fmla="*/ 2147483647 h 528"/>
                      <a:gd name="T44" fmla="*/ 2147483647 w 414"/>
                      <a:gd name="T45" fmla="*/ 2147483647 h 528"/>
                      <a:gd name="T46" fmla="*/ 2147483647 w 414"/>
                      <a:gd name="T47" fmla="*/ 2147483647 h 528"/>
                      <a:gd name="T48" fmla="*/ 2147483647 w 414"/>
                      <a:gd name="T49" fmla="*/ 2147483647 h 528"/>
                      <a:gd name="T50" fmla="*/ 2147483647 w 414"/>
                      <a:gd name="T51" fmla="*/ 2147483647 h 528"/>
                      <a:gd name="T52" fmla="*/ 2147483647 w 414"/>
                      <a:gd name="T53" fmla="*/ 2147483647 h 528"/>
                      <a:gd name="T54" fmla="*/ 2147483647 w 414"/>
                      <a:gd name="T55" fmla="*/ 2147483647 h 528"/>
                      <a:gd name="T56" fmla="*/ 2147483647 w 414"/>
                      <a:gd name="T57" fmla="*/ 2147483647 h 528"/>
                      <a:gd name="T58" fmla="*/ 2147483647 w 414"/>
                      <a:gd name="T59" fmla="*/ 2147483647 h 528"/>
                      <a:gd name="T60" fmla="*/ 2147483647 w 414"/>
                      <a:gd name="T61" fmla="*/ 2147483647 h 528"/>
                      <a:gd name="T62" fmla="*/ 2147483647 w 414"/>
                      <a:gd name="T63" fmla="*/ 2147483647 h 528"/>
                      <a:gd name="T64" fmla="*/ 2147483647 w 414"/>
                      <a:gd name="T65" fmla="*/ 2147483647 h 528"/>
                      <a:gd name="T66" fmla="*/ 2147483647 w 414"/>
                      <a:gd name="T67" fmla="*/ 2147483647 h 528"/>
                      <a:gd name="T68" fmla="*/ 2147483647 w 414"/>
                      <a:gd name="T69" fmla="*/ 2147483647 h 528"/>
                      <a:gd name="T70" fmla="*/ 2147483647 w 414"/>
                      <a:gd name="T71" fmla="*/ 2147483647 h 528"/>
                      <a:gd name="T72" fmla="*/ 2147483647 w 414"/>
                      <a:gd name="T73" fmla="*/ 2147483647 h 528"/>
                      <a:gd name="T74" fmla="*/ 2147483647 w 414"/>
                      <a:gd name="T75" fmla="*/ 2147483647 h 528"/>
                      <a:gd name="T76" fmla="*/ 2147483647 w 414"/>
                      <a:gd name="T77" fmla="*/ 2147483647 h 528"/>
                      <a:gd name="T78" fmla="*/ 2147483647 w 414"/>
                      <a:gd name="T79" fmla="*/ 2147483647 h 528"/>
                      <a:gd name="T80" fmla="*/ 2147483647 w 414"/>
                      <a:gd name="T81" fmla="*/ 2147483647 h 528"/>
                      <a:gd name="T82" fmla="*/ 2147483647 w 414"/>
                      <a:gd name="T83" fmla="*/ 2147483647 h 528"/>
                      <a:gd name="T84" fmla="*/ 2147483647 w 414"/>
                      <a:gd name="T85" fmla="*/ 2147483647 h 528"/>
                      <a:gd name="T86" fmla="*/ 2147483647 w 414"/>
                      <a:gd name="T87" fmla="*/ 2147483647 h 528"/>
                      <a:gd name="T88" fmla="*/ 2147483647 w 414"/>
                      <a:gd name="T89" fmla="*/ 2147483647 h 528"/>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14"/>
                      <a:gd name="T136" fmla="*/ 0 h 528"/>
                      <a:gd name="T137" fmla="*/ 414 w 414"/>
                      <a:gd name="T138" fmla="*/ 528 h 528"/>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14" h="528">
                        <a:moveTo>
                          <a:pt x="60" y="372"/>
                        </a:moveTo>
                        <a:lnTo>
                          <a:pt x="72" y="366"/>
                        </a:lnTo>
                        <a:lnTo>
                          <a:pt x="78" y="360"/>
                        </a:lnTo>
                        <a:lnTo>
                          <a:pt x="78" y="342"/>
                        </a:lnTo>
                        <a:lnTo>
                          <a:pt x="72" y="342"/>
                        </a:lnTo>
                        <a:lnTo>
                          <a:pt x="54" y="360"/>
                        </a:lnTo>
                        <a:lnTo>
                          <a:pt x="54" y="372"/>
                        </a:lnTo>
                        <a:lnTo>
                          <a:pt x="60" y="372"/>
                        </a:lnTo>
                        <a:close/>
                        <a:moveTo>
                          <a:pt x="414" y="174"/>
                        </a:moveTo>
                        <a:lnTo>
                          <a:pt x="390" y="156"/>
                        </a:lnTo>
                        <a:lnTo>
                          <a:pt x="396" y="156"/>
                        </a:lnTo>
                        <a:lnTo>
                          <a:pt x="396" y="150"/>
                        </a:lnTo>
                        <a:lnTo>
                          <a:pt x="402" y="150"/>
                        </a:lnTo>
                        <a:lnTo>
                          <a:pt x="402" y="126"/>
                        </a:lnTo>
                        <a:lnTo>
                          <a:pt x="372" y="126"/>
                        </a:lnTo>
                        <a:lnTo>
                          <a:pt x="360" y="114"/>
                        </a:lnTo>
                        <a:lnTo>
                          <a:pt x="360" y="108"/>
                        </a:lnTo>
                        <a:lnTo>
                          <a:pt x="354" y="102"/>
                        </a:lnTo>
                        <a:lnTo>
                          <a:pt x="354" y="96"/>
                        </a:lnTo>
                        <a:lnTo>
                          <a:pt x="342" y="90"/>
                        </a:lnTo>
                        <a:lnTo>
                          <a:pt x="336" y="90"/>
                        </a:lnTo>
                        <a:lnTo>
                          <a:pt x="330" y="96"/>
                        </a:lnTo>
                        <a:lnTo>
                          <a:pt x="330" y="108"/>
                        </a:lnTo>
                        <a:lnTo>
                          <a:pt x="306" y="108"/>
                        </a:lnTo>
                        <a:lnTo>
                          <a:pt x="300" y="102"/>
                        </a:lnTo>
                        <a:lnTo>
                          <a:pt x="288" y="96"/>
                        </a:lnTo>
                        <a:lnTo>
                          <a:pt x="282" y="102"/>
                        </a:lnTo>
                        <a:lnTo>
                          <a:pt x="270" y="102"/>
                        </a:lnTo>
                        <a:lnTo>
                          <a:pt x="258" y="96"/>
                        </a:lnTo>
                        <a:lnTo>
                          <a:pt x="252" y="90"/>
                        </a:lnTo>
                        <a:lnTo>
                          <a:pt x="252" y="84"/>
                        </a:lnTo>
                        <a:lnTo>
                          <a:pt x="246" y="72"/>
                        </a:lnTo>
                        <a:lnTo>
                          <a:pt x="240" y="66"/>
                        </a:lnTo>
                        <a:lnTo>
                          <a:pt x="228" y="60"/>
                        </a:lnTo>
                        <a:lnTo>
                          <a:pt x="210" y="60"/>
                        </a:lnTo>
                        <a:lnTo>
                          <a:pt x="204" y="48"/>
                        </a:lnTo>
                        <a:lnTo>
                          <a:pt x="168" y="30"/>
                        </a:lnTo>
                        <a:lnTo>
                          <a:pt x="162" y="18"/>
                        </a:lnTo>
                        <a:lnTo>
                          <a:pt x="150" y="12"/>
                        </a:lnTo>
                        <a:lnTo>
                          <a:pt x="144" y="0"/>
                        </a:lnTo>
                        <a:lnTo>
                          <a:pt x="144" y="12"/>
                        </a:lnTo>
                        <a:lnTo>
                          <a:pt x="150" y="18"/>
                        </a:lnTo>
                        <a:lnTo>
                          <a:pt x="150" y="36"/>
                        </a:lnTo>
                        <a:lnTo>
                          <a:pt x="144" y="42"/>
                        </a:lnTo>
                        <a:lnTo>
                          <a:pt x="120" y="54"/>
                        </a:lnTo>
                        <a:lnTo>
                          <a:pt x="102" y="54"/>
                        </a:lnTo>
                        <a:lnTo>
                          <a:pt x="96" y="42"/>
                        </a:lnTo>
                        <a:lnTo>
                          <a:pt x="90" y="42"/>
                        </a:lnTo>
                        <a:lnTo>
                          <a:pt x="78" y="54"/>
                        </a:lnTo>
                        <a:lnTo>
                          <a:pt x="66" y="60"/>
                        </a:lnTo>
                        <a:lnTo>
                          <a:pt x="60" y="72"/>
                        </a:lnTo>
                        <a:lnTo>
                          <a:pt x="60" y="84"/>
                        </a:lnTo>
                        <a:lnTo>
                          <a:pt x="66" y="90"/>
                        </a:lnTo>
                        <a:lnTo>
                          <a:pt x="72" y="102"/>
                        </a:lnTo>
                        <a:lnTo>
                          <a:pt x="72" y="120"/>
                        </a:lnTo>
                        <a:lnTo>
                          <a:pt x="66" y="126"/>
                        </a:lnTo>
                        <a:lnTo>
                          <a:pt x="54" y="132"/>
                        </a:lnTo>
                        <a:lnTo>
                          <a:pt x="42" y="144"/>
                        </a:lnTo>
                        <a:lnTo>
                          <a:pt x="42" y="162"/>
                        </a:lnTo>
                        <a:lnTo>
                          <a:pt x="48" y="168"/>
                        </a:lnTo>
                        <a:lnTo>
                          <a:pt x="54" y="180"/>
                        </a:lnTo>
                        <a:lnTo>
                          <a:pt x="36" y="180"/>
                        </a:lnTo>
                        <a:lnTo>
                          <a:pt x="36" y="198"/>
                        </a:lnTo>
                        <a:lnTo>
                          <a:pt x="0" y="216"/>
                        </a:lnTo>
                        <a:lnTo>
                          <a:pt x="24" y="228"/>
                        </a:lnTo>
                        <a:lnTo>
                          <a:pt x="12" y="258"/>
                        </a:lnTo>
                        <a:lnTo>
                          <a:pt x="24" y="270"/>
                        </a:lnTo>
                        <a:lnTo>
                          <a:pt x="24" y="282"/>
                        </a:lnTo>
                        <a:lnTo>
                          <a:pt x="6" y="300"/>
                        </a:lnTo>
                        <a:lnTo>
                          <a:pt x="0" y="300"/>
                        </a:lnTo>
                        <a:lnTo>
                          <a:pt x="12" y="312"/>
                        </a:lnTo>
                        <a:lnTo>
                          <a:pt x="6" y="318"/>
                        </a:lnTo>
                        <a:lnTo>
                          <a:pt x="6" y="324"/>
                        </a:lnTo>
                        <a:lnTo>
                          <a:pt x="18" y="336"/>
                        </a:lnTo>
                        <a:lnTo>
                          <a:pt x="30" y="342"/>
                        </a:lnTo>
                        <a:lnTo>
                          <a:pt x="60" y="342"/>
                        </a:lnTo>
                        <a:lnTo>
                          <a:pt x="72" y="330"/>
                        </a:lnTo>
                        <a:lnTo>
                          <a:pt x="72" y="324"/>
                        </a:lnTo>
                        <a:lnTo>
                          <a:pt x="96" y="330"/>
                        </a:lnTo>
                        <a:lnTo>
                          <a:pt x="102" y="342"/>
                        </a:lnTo>
                        <a:lnTo>
                          <a:pt x="102" y="348"/>
                        </a:lnTo>
                        <a:lnTo>
                          <a:pt x="96" y="366"/>
                        </a:lnTo>
                        <a:lnTo>
                          <a:pt x="90" y="372"/>
                        </a:lnTo>
                        <a:lnTo>
                          <a:pt x="90" y="384"/>
                        </a:lnTo>
                        <a:lnTo>
                          <a:pt x="84" y="396"/>
                        </a:lnTo>
                        <a:lnTo>
                          <a:pt x="72" y="402"/>
                        </a:lnTo>
                        <a:lnTo>
                          <a:pt x="66" y="402"/>
                        </a:lnTo>
                        <a:lnTo>
                          <a:pt x="60" y="408"/>
                        </a:lnTo>
                        <a:lnTo>
                          <a:pt x="54" y="408"/>
                        </a:lnTo>
                        <a:lnTo>
                          <a:pt x="60" y="408"/>
                        </a:lnTo>
                        <a:lnTo>
                          <a:pt x="72" y="414"/>
                        </a:lnTo>
                        <a:lnTo>
                          <a:pt x="78" y="414"/>
                        </a:lnTo>
                        <a:lnTo>
                          <a:pt x="78" y="420"/>
                        </a:lnTo>
                        <a:lnTo>
                          <a:pt x="72" y="426"/>
                        </a:lnTo>
                        <a:lnTo>
                          <a:pt x="66" y="438"/>
                        </a:lnTo>
                        <a:lnTo>
                          <a:pt x="54" y="444"/>
                        </a:lnTo>
                        <a:lnTo>
                          <a:pt x="48" y="456"/>
                        </a:lnTo>
                        <a:lnTo>
                          <a:pt x="42" y="462"/>
                        </a:lnTo>
                        <a:lnTo>
                          <a:pt x="54" y="474"/>
                        </a:lnTo>
                        <a:lnTo>
                          <a:pt x="42" y="486"/>
                        </a:lnTo>
                        <a:lnTo>
                          <a:pt x="48" y="492"/>
                        </a:lnTo>
                        <a:lnTo>
                          <a:pt x="54" y="492"/>
                        </a:lnTo>
                        <a:lnTo>
                          <a:pt x="66" y="486"/>
                        </a:lnTo>
                        <a:lnTo>
                          <a:pt x="78" y="474"/>
                        </a:lnTo>
                        <a:lnTo>
                          <a:pt x="90" y="486"/>
                        </a:lnTo>
                        <a:lnTo>
                          <a:pt x="120" y="486"/>
                        </a:lnTo>
                        <a:lnTo>
                          <a:pt x="120" y="492"/>
                        </a:lnTo>
                        <a:lnTo>
                          <a:pt x="126" y="498"/>
                        </a:lnTo>
                        <a:lnTo>
                          <a:pt x="126" y="516"/>
                        </a:lnTo>
                        <a:lnTo>
                          <a:pt x="132" y="528"/>
                        </a:lnTo>
                        <a:lnTo>
                          <a:pt x="150" y="528"/>
                        </a:lnTo>
                        <a:lnTo>
                          <a:pt x="150" y="522"/>
                        </a:lnTo>
                        <a:lnTo>
                          <a:pt x="156" y="516"/>
                        </a:lnTo>
                        <a:lnTo>
                          <a:pt x="156" y="510"/>
                        </a:lnTo>
                        <a:lnTo>
                          <a:pt x="162" y="504"/>
                        </a:lnTo>
                        <a:lnTo>
                          <a:pt x="180" y="504"/>
                        </a:lnTo>
                        <a:lnTo>
                          <a:pt x="180" y="474"/>
                        </a:lnTo>
                        <a:lnTo>
                          <a:pt x="186" y="462"/>
                        </a:lnTo>
                        <a:lnTo>
                          <a:pt x="186" y="438"/>
                        </a:lnTo>
                        <a:lnTo>
                          <a:pt x="198" y="426"/>
                        </a:lnTo>
                        <a:lnTo>
                          <a:pt x="198" y="408"/>
                        </a:lnTo>
                        <a:lnTo>
                          <a:pt x="210" y="402"/>
                        </a:lnTo>
                        <a:lnTo>
                          <a:pt x="210" y="396"/>
                        </a:lnTo>
                        <a:lnTo>
                          <a:pt x="228" y="378"/>
                        </a:lnTo>
                        <a:lnTo>
                          <a:pt x="246" y="366"/>
                        </a:lnTo>
                        <a:lnTo>
                          <a:pt x="264" y="360"/>
                        </a:lnTo>
                        <a:lnTo>
                          <a:pt x="324" y="330"/>
                        </a:lnTo>
                        <a:lnTo>
                          <a:pt x="342" y="318"/>
                        </a:lnTo>
                        <a:lnTo>
                          <a:pt x="354" y="300"/>
                        </a:lnTo>
                        <a:lnTo>
                          <a:pt x="366" y="288"/>
                        </a:lnTo>
                        <a:lnTo>
                          <a:pt x="372" y="276"/>
                        </a:lnTo>
                        <a:lnTo>
                          <a:pt x="384" y="264"/>
                        </a:lnTo>
                        <a:lnTo>
                          <a:pt x="390" y="252"/>
                        </a:lnTo>
                        <a:lnTo>
                          <a:pt x="402" y="210"/>
                        </a:lnTo>
                        <a:lnTo>
                          <a:pt x="414" y="204"/>
                        </a:lnTo>
                        <a:lnTo>
                          <a:pt x="414" y="17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92" name="Dominican Republic" descr="© INSCALE GmbH, 05.05.2010&#10;http://www.presentationload.com/">
                    <a:extLst>
                      <a:ext uri="{FF2B5EF4-FFF2-40B4-BE49-F238E27FC236}">
                        <a16:creationId xmlns:a16="http://schemas.microsoft.com/office/drawing/2014/main" id="{FEC6B403-DE44-8584-633E-59F50FE59447}"/>
                      </a:ext>
                    </a:extLst>
                  </p:cNvPr>
                  <p:cNvSpPr>
                    <a:spLocks/>
                  </p:cNvSpPr>
                  <p:nvPr/>
                </p:nvSpPr>
                <p:spPr bwMode="gray">
                  <a:xfrm>
                    <a:off x="1379" y="2162"/>
                    <a:ext cx="63" cy="43"/>
                  </a:xfrm>
                  <a:custGeom>
                    <a:avLst/>
                    <a:gdLst>
                      <a:gd name="T0" fmla="*/ 2147483647 w 252"/>
                      <a:gd name="T1" fmla="*/ 2147483647 h 168"/>
                      <a:gd name="T2" fmla="*/ 2147483647 w 252"/>
                      <a:gd name="T3" fmla="*/ 2147483647 h 168"/>
                      <a:gd name="T4" fmla="*/ 2147483647 w 252"/>
                      <a:gd name="T5" fmla="*/ 2147483647 h 168"/>
                      <a:gd name="T6" fmla="*/ 2147483647 w 252"/>
                      <a:gd name="T7" fmla="*/ 2147483647 h 168"/>
                      <a:gd name="T8" fmla="*/ 2147483647 w 252"/>
                      <a:gd name="T9" fmla="*/ 2147483647 h 168"/>
                      <a:gd name="T10" fmla="*/ 2147483647 w 252"/>
                      <a:gd name="T11" fmla="*/ 2147483647 h 168"/>
                      <a:gd name="T12" fmla="*/ 2147483647 w 252"/>
                      <a:gd name="T13" fmla="*/ 2147483647 h 168"/>
                      <a:gd name="T14" fmla="*/ 2147483647 w 252"/>
                      <a:gd name="T15" fmla="*/ 2147483647 h 168"/>
                      <a:gd name="T16" fmla="*/ 2147483647 w 252"/>
                      <a:gd name="T17" fmla="*/ 2147483647 h 168"/>
                      <a:gd name="T18" fmla="*/ 2147483647 w 252"/>
                      <a:gd name="T19" fmla="*/ 2147483647 h 168"/>
                      <a:gd name="T20" fmla="*/ 2147483647 w 252"/>
                      <a:gd name="T21" fmla="*/ 0 h 168"/>
                      <a:gd name="T22" fmla="*/ 2147483647 w 252"/>
                      <a:gd name="T23" fmla="*/ 0 h 168"/>
                      <a:gd name="T24" fmla="*/ 2147483647 w 252"/>
                      <a:gd name="T25" fmla="*/ 2147483647 h 168"/>
                      <a:gd name="T26" fmla="*/ 2147483647 w 252"/>
                      <a:gd name="T27" fmla="*/ 2147483647 h 168"/>
                      <a:gd name="T28" fmla="*/ 2147483647 w 252"/>
                      <a:gd name="T29" fmla="*/ 2147483647 h 168"/>
                      <a:gd name="T30" fmla="*/ 2147483647 w 252"/>
                      <a:gd name="T31" fmla="*/ 2147483647 h 168"/>
                      <a:gd name="T32" fmla="*/ 2147483647 w 252"/>
                      <a:gd name="T33" fmla="*/ 2147483647 h 168"/>
                      <a:gd name="T34" fmla="*/ 2147483647 w 252"/>
                      <a:gd name="T35" fmla="*/ 2147483647 h 168"/>
                      <a:gd name="T36" fmla="*/ 2147483647 w 252"/>
                      <a:gd name="T37" fmla="*/ 2147483647 h 168"/>
                      <a:gd name="T38" fmla="*/ 2147483647 w 252"/>
                      <a:gd name="T39" fmla="*/ 2147483647 h 168"/>
                      <a:gd name="T40" fmla="*/ 2147483647 w 252"/>
                      <a:gd name="T41" fmla="*/ 2147483647 h 168"/>
                      <a:gd name="T42" fmla="*/ 0 w 252"/>
                      <a:gd name="T43" fmla="*/ 2147483647 h 168"/>
                      <a:gd name="T44" fmla="*/ 0 w 252"/>
                      <a:gd name="T45" fmla="*/ 2147483647 h 168"/>
                      <a:gd name="T46" fmla="*/ 2147483647 w 252"/>
                      <a:gd name="T47" fmla="*/ 2147483647 h 168"/>
                      <a:gd name="T48" fmla="*/ 0 w 252"/>
                      <a:gd name="T49" fmla="*/ 2147483647 h 168"/>
                      <a:gd name="T50" fmla="*/ 2147483647 w 252"/>
                      <a:gd name="T51" fmla="*/ 2147483647 h 168"/>
                      <a:gd name="T52" fmla="*/ 2147483647 w 252"/>
                      <a:gd name="T53" fmla="*/ 2147483647 h 168"/>
                      <a:gd name="T54" fmla="*/ 2147483647 w 252"/>
                      <a:gd name="T55" fmla="*/ 2147483647 h 168"/>
                      <a:gd name="T56" fmla="*/ 2147483647 w 252"/>
                      <a:gd name="T57" fmla="*/ 2147483647 h 168"/>
                      <a:gd name="T58" fmla="*/ 2147483647 w 252"/>
                      <a:gd name="T59" fmla="*/ 2147483647 h 168"/>
                      <a:gd name="T60" fmla="*/ 2147483647 w 252"/>
                      <a:gd name="T61" fmla="*/ 2147483647 h 168"/>
                      <a:gd name="T62" fmla="*/ 2147483647 w 252"/>
                      <a:gd name="T63" fmla="*/ 2147483647 h 168"/>
                      <a:gd name="T64" fmla="*/ 2147483647 w 252"/>
                      <a:gd name="T65" fmla="*/ 2147483647 h 168"/>
                      <a:gd name="T66" fmla="*/ 2147483647 w 252"/>
                      <a:gd name="T67" fmla="*/ 2147483647 h 168"/>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52"/>
                      <a:gd name="T103" fmla="*/ 0 h 168"/>
                      <a:gd name="T104" fmla="*/ 252 w 252"/>
                      <a:gd name="T105" fmla="*/ 168 h 168"/>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52" h="168">
                        <a:moveTo>
                          <a:pt x="246" y="102"/>
                        </a:moveTo>
                        <a:lnTo>
                          <a:pt x="234" y="96"/>
                        </a:lnTo>
                        <a:lnTo>
                          <a:pt x="216" y="78"/>
                        </a:lnTo>
                        <a:lnTo>
                          <a:pt x="192" y="66"/>
                        </a:lnTo>
                        <a:lnTo>
                          <a:pt x="156" y="54"/>
                        </a:lnTo>
                        <a:lnTo>
                          <a:pt x="132" y="42"/>
                        </a:lnTo>
                        <a:lnTo>
                          <a:pt x="126" y="30"/>
                        </a:lnTo>
                        <a:lnTo>
                          <a:pt x="108" y="12"/>
                        </a:lnTo>
                        <a:lnTo>
                          <a:pt x="96" y="6"/>
                        </a:lnTo>
                        <a:lnTo>
                          <a:pt x="84" y="6"/>
                        </a:lnTo>
                        <a:lnTo>
                          <a:pt x="60" y="0"/>
                        </a:lnTo>
                        <a:lnTo>
                          <a:pt x="30" y="0"/>
                        </a:lnTo>
                        <a:lnTo>
                          <a:pt x="24" y="6"/>
                        </a:lnTo>
                        <a:lnTo>
                          <a:pt x="18" y="6"/>
                        </a:lnTo>
                        <a:lnTo>
                          <a:pt x="30" y="42"/>
                        </a:lnTo>
                        <a:lnTo>
                          <a:pt x="30" y="54"/>
                        </a:lnTo>
                        <a:lnTo>
                          <a:pt x="24" y="60"/>
                        </a:lnTo>
                        <a:lnTo>
                          <a:pt x="18" y="72"/>
                        </a:lnTo>
                        <a:lnTo>
                          <a:pt x="12" y="78"/>
                        </a:lnTo>
                        <a:lnTo>
                          <a:pt x="12" y="90"/>
                        </a:lnTo>
                        <a:lnTo>
                          <a:pt x="6" y="102"/>
                        </a:lnTo>
                        <a:lnTo>
                          <a:pt x="0" y="108"/>
                        </a:lnTo>
                        <a:lnTo>
                          <a:pt x="0" y="114"/>
                        </a:lnTo>
                        <a:lnTo>
                          <a:pt x="12" y="144"/>
                        </a:lnTo>
                        <a:lnTo>
                          <a:pt x="0" y="126"/>
                        </a:lnTo>
                        <a:lnTo>
                          <a:pt x="30" y="168"/>
                        </a:lnTo>
                        <a:lnTo>
                          <a:pt x="78" y="132"/>
                        </a:lnTo>
                        <a:lnTo>
                          <a:pt x="174" y="132"/>
                        </a:lnTo>
                        <a:lnTo>
                          <a:pt x="186" y="138"/>
                        </a:lnTo>
                        <a:lnTo>
                          <a:pt x="240" y="138"/>
                        </a:lnTo>
                        <a:lnTo>
                          <a:pt x="246" y="132"/>
                        </a:lnTo>
                        <a:lnTo>
                          <a:pt x="252" y="120"/>
                        </a:lnTo>
                        <a:lnTo>
                          <a:pt x="252" y="114"/>
                        </a:lnTo>
                        <a:lnTo>
                          <a:pt x="246" y="10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93" name="Cuba" descr="© INSCALE GmbH, 05.05.2010&#10;http://www.presentationload.com/">
                    <a:extLst>
                      <a:ext uri="{FF2B5EF4-FFF2-40B4-BE49-F238E27FC236}">
                        <a16:creationId xmlns:a16="http://schemas.microsoft.com/office/drawing/2014/main" id="{40B0704E-0994-1A38-C3D5-A32B2668E038}"/>
                      </a:ext>
                    </a:extLst>
                  </p:cNvPr>
                  <p:cNvSpPr>
                    <a:spLocks noEditPoints="1"/>
                  </p:cNvSpPr>
                  <p:nvPr/>
                </p:nvSpPr>
                <p:spPr bwMode="gray">
                  <a:xfrm>
                    <a:off x="1158" y="2094"/>
                    <a:ext cx="187" cy="68"/>
                  </a:xfrm>
                  <a:custGeom>
                    <a:avLst/>
                    <a:gdLst>
                      <a:gd name="T0" fmla="*/ 2147483647 w 738"/>
                      <a:gd name="T1" fmla="*/ 2147483647 h 270"/>
                      <a:gd name="T2" fmla="*/ 2147483647 w 738"/>
                      <a:gd name="T3" fmla="*/ 2147483647 h 270"/>
                      <a:gd name="T4" fmla="*/ 2147483647 w 738"/>
                      <a:gd name="T5" fmla="*/ 2147483647 h 270"/>
                      <a:gd name="T6" fmla="*/ 2147483647 w 738"/>
                      <a:gd name="T7" fmla="*/ 2147483647 h 270"/>
                      <a:gd name="T8" fmla="*/ 2147483647 w 738"/>
                      <a:gd name="T9" fmla="*/ 2147483647 h 270"/>
                      <a:gd name="T10" fmla="*/ 2147483647 w 738"/>
                      <a:gd name="T11" fmla="*/ 2147483647 h 270"/>
                      <a:gd name="T12" fmla="*/ 2147483647 w 738"/>
                      <a:gd name="T13" fmla="*/ 2147483647 h 270"/>
                      <a:gd name="T14" fmla="*/ 2147483647 w 738"/>
                      <a:gd name="T15" fmla="*/ 2147483647 h 270"/>
                      <a:gd name="T16" fmla="*/ 2147483647 w 738"/>
                      <a:gd name="T17" fmla="*/ 2147483647 h 270"/>
                      <a:gd name="T18" fmla="*/ 2147483647 w 738"/>
                      <a:gd name="T19" fmla="*/ 2147483647 h 270"/>
                      <a:gd name="T20" fmla="*/ 2147483647 w 738"/>
                      <a:gd name="T21" fmla="*/ 2147483647 h 270"/>
                      <a:gd name="T22" fmla="*/ 2147483647 w 738"/>
                      <a:gd name="T23" fmla="*/ 2147483647 h 270"/>
                      <a:gd name="T24" fmla="*/ 2147483647 w 738"/>
                      <a:gd name="T25" fmla="*/ 2147483647 h 270"/>
                      <a:gd name="T26" fmla="*/ 2147483647 w 738"/>
                      <a:gd name="T27" fmla="*/ 2147483647 h 270"/>
                      <a:gd name="T28" fmla="*/ 2147483647 w 738"/>
                      <a:gd name="T29" fmla="*/ 2147483647 h 270"/>
                      <a:gd name="T30" fmla="*/ 2147483647 w 738"/>
                      <a:gd name="T31" fmla="*/ 2147483647 h 270"/>
                      <a:gd name="T32" fmla="*/ 2147483647 w 738"/>
                      <a:gd name="T33" fmla="*/ 2147483647 h 270"/>
                      <a:gd name="T34" fmla="*/ 2147483647 w 738"/>
                      <a:gd name="T35" fmla="*/ 2147483647 h 270"/>
                      <a:gd name="T36" fmla="*/ 2147483647 w 738"/>
                      <a:gd name="T37" fmla="*/ 0 h 270"/>
                      <a:gd name="T38" fmla="*/ 2147483647 w 738"/>
                      <a:gd name="T39" fmla="*/ 2147483647 h 270"/>
                      <a:gd name="T40" fmla="*/ 2147483647 w 738"/>
                      <a:gd name="T41" fmla="*/ 2147483647 h 270"/>
                      <a:gd name="T42" fmla="*/ 2147483647 w 738"/>
                      <a:gd name="T43" fmla="*/ 2147483647 h 270"/>
                      <a:gd name="T44" fmla="*/ 2147483647 w 738"/>
                      <a:gd name="T45" fmla="*/ 2147483647 h 270"/>
                      <a:gd name="T46" fmla="*/ 2147483647 w 738"/>
                      <a:gd name="T47" fmla="*/ 2147483647 h 270"/>
                      <a:gd name="T48" fmla="*/ 2147483647 w 738"/>
                      <a:gd name="T49" fmla="*/ 2147483647 h 270"/>
                      <a:gd name="T50" fmla="*/ 2147483647 w 738"/>
                      <a:gd name="T51" fmla="*/ 2147483647 h 270"/>
                      <a:gd name="T52" fmla="*/ 2147483647 w 738"/>
                      <a:gd name="T53" fmla="*/ 2147483647 h 270"/>
                      <a:gd name="T54" fmla="*/ 2147483647 w 738"/>
                      <a:gd name="T55" fmla="*/ 2147483647 h 270"/>
                      <a:gd name="T56" fmla="*/ 2147483647 w 738"/>
                      <a:gd name="T57" fmla="*/ 2147483647 h 270"/>
                      <a:gd name="T58" fmla="*/ 2147483647 w 738"/>
                      <a:gd name="T59" fmla="*/ 2147483647 h 270"/>
                      <a:gd name="T60" fmla="*/ 2147483647 w 738"/>
                      <a:gd name="T61" fmla="*/ 2147483647 h 270"/>
                      <a:gd name="T62" fmla="*/ 2147483647 w 738"/>
                      <a:gd name="T63" fmla="*/ 2147483647 h 270"/>
                      <a:gd name="T64" fmla="*/ 2147483647 w 738"/>
                      <a:gd name="T65" fmla="*/ 2147483647 h 270"/>
                      <a:gd name="T66" fmla="*/ 2147483647 w 738"/>
                      <a:gd name="T67" fmla="*/ 2147483647 h 270"/>
                      <a:gd name="T68" fmla="*/ 2147483647 w 738"/>
                      <a:gd name="T69" fmla="*/ 2147483647 h 270"/>
                      <a:gd name="T70" fmla="*/ 2147483647 w 738"/>
                      <a:gd name="T71" fmla="*/ 2147483647 h 270"/>
                      <a:gd name="T72" fmla="*/ 2147483647 w 738"/>
                      <a:gd name="T73" fmla="*/ 2147483647 h 270"/>
                      <a:gd name="T74" fmla="*/ 2147483647 w 738"/>
                      <a:gd name="T75" fmla="*/ 2147483647 h 270"/>
                      <a:gd name="T76" fmla="*/ 2147483647 w 738"/>
                      <a:gd name="T77" fmla="*/ 2147483647 h 270"/>
                      <a:gd name="T78" fmla="*/ 2147483647 w 738"/>
                      <a:gd name="T79" fmla="*/ 2147483647 h 270"/>
                      <a:gd name="T80" fmla="*/ 2147483647 w 738"/>
                      <a:gd name="T81" fmla="*/ 2147483647 h 270"/>
                      <a:gd name="T82" fmla="*/ 2147483647 w 738"/>
                      <a:gd name="T83" fmla="*/ 2147483647 h 270"/>
                      <a:gd name="T84" fmla="*/ 2147483647 w 738"/>
                      <a:gd name="T85" fmla="*/ 2147483647 h 270"/>
                      <a:gd name="T86" fmla="*/ 2147483647 w 738"/>
                      <a:gd name="T87" fmla="*/ 2147483647 h 270"/>
                      <a:gd name="T88" fmla="*/ 2147483647 w 738"/>
                      <a:gd name="T89" fmla="*/ 2147483647 h 270"/>
                      <a:gd name="T90" fmla="*/ 2147483647 w 738"/>
                      <a:gd name="T91" fmla="*/ 2147483647 h 270"/>
                      <a:gd name="T92" fmla="*/ 2147483647 w 738"/>
                      <a:gd name="T93" fmla="*/ 2147483647 h 270"/>
                      <a:gd name="T94" fmla="*/ 2147483647 w 738"/>
                      <a:gd name="T95" fmla="*/ 2147483647 h 270"/>
                      <a:gd name="T96" fmla="*/ 2147483647 w 738"/>
                      <a:gd name="T97" fmla="*/ 2147483647 h 270"/>
                      <a:gd name="T98" fmla="*/ 2147483647 w 738"/>
                      <a:gd name="T99" fmla="*/ 2147483647 h 270"/>
                      <a:gd name="T100" fmla="*/ 2147483647 w 738"/>
                      <a:gd name="T101" fmla="*/ 2147483647 h 270"/>
                      <a:gd name="T102" fmla="*/ 2147483647 w 738"/>
                      <a:gd name="T103" fmla="*/ 2147483647 h 270"/>
                      <a:gd name="T104" fmla="*/ 2147483647 w 738"/>
                      <a:gd name="T105" fmla="*/ 2147483647 h 270"/>
                      <a:gd name="T106" fmla="*/ 2147483647 w 738"/>
                      <a:gd name="T107" fmla="*/ 2147483647 h 270"/>
                      <a:gd name="T108" fmla="*/ 2147483647 w 738"/>
                      <a:gd name="T109" fmla="*/ 2147483647 h 270"/>
                      <a:gd name="T110" fmla="*/ 2147483647 w 738"/>
                      <a:gd name="T111" fmla="*/ 2147483647 h 270"/>
                      <a:gd name="T112" fmla="*/ 2147483647 w 738"/>
                      <a:gd name="T113" fmla="*/ 2147483647 h 270"/>
                      <a:gd name="T114" fmla="*/ 2147483647 w 738"/>
                      <a:gd name="T115" fmla="*/ 2147483647 h 27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738"/>
                      <a:gd name="T175" fmla="*/ 0 h 270"/>
                      <a:gd name="T176" fmla="*/ 738 w 738"/>
                      <a:gd name="T177" fmla="*/ 270 h 27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738" h="270">
                        <a:moveTo>
                          <a:pt x="708" y="228"/>
                        </a:moveTo>
                        <a:lnTo>
                          <a:pt x="690" y="222"/>
                        </a:lnTo>
                        <a:lnTo>
                          <a:pt x="666" y="222"/>
                        </a:lnTo>
                        <a:lnTo>
                          <a:pt x="666" y="204"/>
                        </a:lnTo>
                        <a:lnTo>
                          <a:pt x="660" y="198"/>
                        </a:lnTo>
                        <a:lnTo>
                          <a:pt x="648" y="192"/>
                        </a:lnTo>
                        <a:lnTo>
                          <a:pt x="600" y="192"/>
                        </a:lnTo>
                        <a:lnTo>
                          <a:pt x="624" y="168"/>
                        </a:lnTo>
                        <a:lnTo>
                          <a:pt x="612" y="168"/>
                        </a:lnTo>
                        <a:lnTo>
                          <a:pt x="600" y="162"/>
                        </a:lnTo>
                        <a:lnTo>
                          <a:pt x="558" y="162"/>
                        </a:lnTo>
                        <a:lnTo>
                          <a:pt x="534" y="150"/>
                        </a:lnTo>
                        <a:lnTo>
                          <a:pt x="528" y="144"/>
                        </a:lnTo>
                        <a:lnTo>
                          <a:pt x="522" y="144"/>
                        </a:lnTo>
                        <a:lnTo>
                          <a:pt x="528" y="138"/>
                        </a:lnTo>
                        <a:lnTo>
                          <a:pt x="528" y="132"/>
                        </a:lnTo>
                        <a:lnTo>
                          <a:pt x="534" y="126"/>
                        </a:lnTo>
                        <a:lnTo>
                          <a:pt x="534" y="120"/>
                        </a:lnTo>
                        <a:lnTo>
                          <a:pt x="522" y="120"/>
                        </a:lnTo>
                        <a:lnTo>
                          <a:pt x="510" y="114"/>
                        </a:lnTo>
                        <a:lnTo>
                          <a:pt x="504" y="114"/>
                        </a:lnTo>
                        <a:lnTo>
                          <a:pt x="474" y="84"/>
                        </a:lnTo>
                        <a:lnTo>
                          <a:pt x="462" y="78"/>
                        </a:lnTo>
                        <a:lnTo>
                          <a:pt x="450" y="66"/>
                        </a:lnTo>
                        <a:lnTo>
                          <a:pt x="432" y="66"/>
                        </a:lnTo>
                        <a:lnTo>
                          <a:pt x="432" y="84"/>
                        </a:lnTo>
                        <a:lnTo>
                          <a:pt x="444" y="96"/>
                        </a:lnTo>
                        <a:lnTo>
                          <a:pt x="450" y="96"/>
                        </a:lnTo>
                        <a:lnTo>
                          <a:pt x="378" y="60"/>
                        </a:lnTo>
                        <a:lnTo>
                          <a:pt x="372" y="54"/>
                        </a:lnTo>
                        <a:lnTo>
                          <a:pt x="360" y="48"/>
                        </a:lnTo>
                        <a:lnTo>
                          <a:pt x="354" y="36"/>
                        </a:lnTo>
                        <a:lnTo>
                          <a:pt x="342" y="30"/>
                        </a:lnTo>
                        <a:lnTo>
                          <a:pt x="330" y="18"/>
                        </a:lnTo>
                        <a:lnTo>
                          <a:pt x="270" y="18"/>
                        </a:lnTo>
                        <a:lnTo>
                          <a:pt x="258" y="12"/>
                        </a:lnTo>
                        <a:lnTo>
                          <a:pt x="228" y="6"/>
                        </a:lnTo>
                        <a:lnTo>
                          <a:pt x="174" y="0"/>
                        </a:lnTo>
                        <a:lnTo>
                          <a:pt x="126" y="6"/>
                        </a:lnTo>
                        <a:lnTo>
                          <a:pt x="96" y="18"/>
                        </a:lnTo>
                        <a:lnTo>
                          <a:pt x="72" y="42"/>
                        </a:lnTo>
                        <a:lnTo>
                          <a:pt x="60" y="48"/>
                        </a:lnTo>
                        <a:lnTo>
                          <a:pt x="42" y="60"/>
                        </a:lnTo>
                        <a:lnTo>
                          <a:pt x="24" y="66"/>
                        </a:lnTo>
                        <a:lnTo>
                          <a:pt x="12" y="72"/>
                        </a:lnTo>
                        <a:lnTo>
                          <a:pt x="6" y="78"/>
                        </a:lnTo>
                        <a:lnTo>
                          <a:pt x="0" y="78"/>
                        </a:lnTo>
                        <a:lnTo>
                          <a:pt x="72" y="72"/>
                        </a:lnTo>
                        <a:lnTo>
                          <a:pt x="72" y="60"/>
                        </a:lnTo>
                        <a:lnTo>
                          <a:pt x="150" y="54"/>
                        </a:lnTo>
                        <a:lnTo>
                          <a:pt x="174" y="42"/>
                        </a:lnTo>
                        <a:lnTo>
                          <a:pt x="198" y="42"/>
                        </a:lnTo>
                        <a:lnTo>
                          <a:pt x="222" y="54"/>
                        </a:lnTo>
                        <a:lnTo>
                          <a:pt x="222" y="60"/>
                        </a:lnTo>
                        <a:lnTo>
                          <a:pt x="216" y="60"/>
                        </a:lnTo>
                        <a:lnTo>
                          <a:pt x="210" y="66"/>
                        </a:lnTo>
                        <a:lnTo>
                          <a:pt x="198" y="66"/>
                        </a:lnTo>
                        <a:lnTo>
                          <a:pt x="192" y="72"/>
                        </a:lnTo>
                        <a:lnTo>
                          <a:pt x="186" y="72"/>
                        </a:lnTo>
                        <a:lnTo>
                          <a:pt x="204" y="78"/>
                        </a:lnTo>
                        <a:lnTo>
                          <a:pt x="210" y="78"/>
                        </a:lnTo>
                        <a:lnTo>
                          <a:pt x="216" y="84"/>
                        </a:lnTo>
                        <a:lnTo>
                          <a:pt x="228" y="90"/>
                        </a:lnTo>
                        <a:lnTo>
                          <a:pt x="246" y="96"/>
                        </a:lnTo>
                        <a:lnTo>
                          <a:pt x="258" y="102"/>
                        </a:lnTo>
                        <a:lnTo>
                          <a:pt x="276" y="102"/>
                        </a:lnTo>
                        <a:lnTo>
                          <a:pt x="282" y="96"/>
                        </a:lnTo>
                        <a:lnTo>
                          <a:pt x="282" y="90"/>
                        </a:lnTo>
                        <a:lnTo>
                          <a:pt x="294" y="96"/>
                        </a:lnTo>
                        <a:lnTo>
                          <a:pt x="300" y="102"/>
                        </a:lnTo>
                        <a:lnTo>
                          <a:pt x="318" y="114"/>
                        </a:lnTo>
                        <a:lnTo>
                          <a:pt x="342" y="126"/>
                        </a:lnTo>
                        <a:lnTo>
                          <a:pt x="372" y="126"/>
                        </a:lnTo>
                        <a:lnTo>
                          <a:pt x="390" y="120"/>
                        </a:lnTo>
                        <a:lnTo>
                          <a:pt x="402" y="120"/>
                        </a:lnTo>
                        <a:lnTo>
                          <a:pt x="390" y="144"/>
                        </a:lnTo>
                        <a:lnTo>
                          <a:pt x="450" y="168"/>
                        </a:lnTo>
                        <a:lnTo>
                          <a:pt x="474" y="204"/>
                        </a:lnTo>
                        <a:lnTo>
                          <a:pt x="480" y="210"/>
                        </a:lnTo>
                        <a:lnTo>
                          <a:pt x="492" y="216"/>
                        </a:lnTo>
                        <a:lnTo>
                          <a:pt x="498" y="222"/>
                        </a:lnTo>
                        <a:lnTo>
                          <a:pt x="498" y="228"/>
                        </a:lnTo>
                        <a:lnTo>
                          <a:pt x="474" y="252"/>
                        </a:lnTo>
                        <a:lnTo>
                          <a:pt x="474" y="258"/>
                        </a:lnTo>
                        <a:lnTo>
                          <a:pt x="480" y="264"/>
                        </a:lnTo>
                        <a:lnTo>
                          <a:pt x="492" y="258"/>
                        </a:lnTo>
                        <a:lnTo>
                          <a:pt x="504" y="258"/>
                        </a:lnTo>
                        <a:lnTo>
                          <a:pt x="528" y="246"/>
                        </a:lnTo>
                        <a:lnTo>
                          <a:pt x="558" y="246"/>
                        </a:lnTo>
                        <a:lnTo>
                          <a:pt x="558" y="252"/>
                        </a:lnTo>
                        <a:lnTo>
                          <a:pt x="552" y="252"/>
                        </a:lnTo>
                        <a:lnTo>
                          <a:pt x="546" y="258"/>
                        </a:lnTo>
                        <a:lnTo>
                          <a:pt x="546" y="264"/>
                        </a:lnTo>
                        <a:lnTo>
                          <a:pt x="558" y="264"/>
                        </a:lnTo>
                        <a:lnTo>
                          <a:pt x="564" y="270"/>
                        </a:lnTo>
                        <a:lnTo>
                          <a:pt x="612" y="270"/>
                        </a:lnTo>
                        <a:lnTo>
                          <a:pt x="636" y="264"/>
                        </a:lnTo>
                        <a:lnTo>
                          <a:pt x="684" y="258"/>
                        </a:lnTo>
                        <a:lnTo>
                          <a:pt x="720" y="252"/>
                        </a:lnTo>
                        <a:lnTo>
                          <a:pt x="738" y="246"/>
                        </a:lnTo>
                        <a:lnTo>
                          <a:pt x="738" y="240"/>
                        </a:lnTo>
                        <a:lnTo>
                          <a:pt x="732" y="234"/>
                        </a:lnTo>
                        <a:lnTo>
                          <a:pt x="720" y="228"/>
                        </a:lnTo>
                        <a:lnTo>
                          <a:pt x="708" y="228"/>
                        </a:lnTo>
                        <a:close/>
                        <a:moveTo>
                          <a:pt x="114" y="126"/>
                        </a:moveTo>
                        <a:lnTo>
                          <a:pt x="114" y="132"/>
                        </a:lnTo>
                        <a:lnTo>
                          <a:pt x="120" y="138"/>
                        </a:lnTo>
                        <a:lnTo>
                          <a:pt x="132" y="144"/>
                        </a:lnTo>
                        <a:lnTo>
                          <a:pt x="144" y="138"/>
                        </a:lnTo>
                        <a:lnTo>
                          <a:pt x="150" y="138"/>
                        </a:lnTo>
                        <a:lnTo>
                          <a:pt x="156" y="126"/>
                        </a:lnTo>
                        <a:lnTo>
                          <a:pt x="156" y="120"/>
                        </a:lnTo>
                        <a:lnTo>
                          <a:pt x="150" y="114"/>
                        </a:lnTo>
                        <a:lnTo>
                          <a:pt x="138" y="114"/>
                        </a:lnTo>
                        <a:lnTo>
                          <a:pt x="126" y="120"/>
                        </a:lnTo>
                        <a:lnTo>
                          <a:pt x="120" y="120"/>
                        </a:lnTo>
                        <a:lnTo>
                          <a:pt x="114" y="126"/>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94" name="Colombia" descr="© INSCALE GmbH, 05.05.2010&#10;http://www.presentationload.com/">
                    <a:extLst>
                      <a:ext uri="{FF2B5EF4-FFF2-40B4-BE49-F238E27FC236}">
                        <a16:creationId xmlns:a16="http://schemas.microsoft.com/office/drawing/2014/main" id="{B5013FD7-0C3A-2225-D357-D394A206F8E7}"/>
                      </a:ext>
                    </a:extLst>
                  </p:cNvPr>
                  <p:cNvSpPr>
                    <a:spLocks/>
                  </p:cNvSpPr>
                  <p:nvPr/>
                </p:nvSpPr>
                <p:spPr bwMode="gray">
                  <a:xfrm>
                    <a:off x="1228" y="2314"/>
                    <a:ext cx="220" cy="341"/>
                  </a:xfrm>
                  <a:custGeom>
                    <a:avLst/>
                    <a:gdLst>
                      <a:gd name="T0" fmla="*/ 2147483647 w 870"/>
                      <a:gd name="T1" fmla="*/ 2147483647 h 1344"/>
                      <a:gd name="T2" fmla="*/ 2147483647 w 870"/>
                      <a:gd name="T3" fmla="*/ 2147483647 h 1344"/>
                      <a:gd name="T4" fmla="*/ 2147483647 w 870"/>
                      <a:gd name="T5" fmla="*/ 2147483647 h 1344"/>
                      <a:gd name="T6" fmla="*/ 2147483647 w 870"/>
                      <a:gd name="T7" fmla="*/ 2147483647 h 1344"/>
                      <a:gd name="T8" fmla="*/ 2147483647 w 870"/>
                      <a:gd name="T9" fmla="*/ 2147483647 h 1344"/>
                      <a:gd name="T10" fmla="*/ 2147483647 w 870"/>
                      <a:gd name="T11" fmla="*/ 2147483647 h 1344"/>
                      <a:gd name="T12" fmla="*/ 2147483647 w 870"/>
                      <a:gd name="T13" fmla="*/ 2147483647 h 1344"/>
                      <a:gd name="T14" fmla="*/ 2147483647 w 870"/>
                      <a:gd name="T15" fmla="*/ 2147483647 h 1344"/>
                      <a:gd name="T16" fmla="*/ 2147483647 w 870"/>
                      <a:gd name="T17" fmla="*/ 2147483647 h 1344"/>
                      <a:gd name="T18" fmla="*/ 2147483647 w 870"/>
                      <a:gd name="T19" fmla="*/ 2147483647 h 1344"/>
                      <a:gd name="T20" fmla="*/ 2147483647 w 870"/>
                      <a:gd name="T21" fmla="*/ 2147483647 h 1344"/>
                      <a:gd name="T22" fmla="*/ 2147483647 w 870"/>
                      <a:gd name="T23" fmla="*/ 2147483647 h 1344"/>
                      <a:gd name="T24" fmla="*/ 2147483647 w 870"/>
                      <a:gd name="T25" fmla="*/ 2147483647 h 1344"/>
                      <a:gd name="T26" fmla="*/ 2147483647 w 870"/>
                      <a:gd name="T27" fmla="*/ 2147483647 h 1344"/>
                      <a:gd name="T28" fmla="*/ 2147483647 w 870"/>
                      <a:gd name="T29" fmla="*/ 2147483647 h 1344"/>
                      <a:gd name="T30" fmla="*/ 2147483647 w 870"/>
                      <a:gd name="T31" fmla="*/ 2147483647 h 1344"/>
                      <a:gd name="T32" fmla="*/ 2147483647 w 870"/>
                      <a:gd name="T33" fmla="*/ 2147483647 h 1344"/>
                      <a:gd name="T34" fmla="*/ 2147483647 w 870"/>
                      <a:gd name="T35" fmla="*/ 2147483647 h 1344"/>
                      <a:gd name="T36" fmla="*/ 2147483647 w 870"/>
                      <a:gd name="T37" fmla="*/ 2147483647 h 1344"/>
                      <a:gd name="T38" fmla="*/ 2147483647 w 870"/>
                      <a:gd name="T39" fmla="*/ 2147483647 h 1344"/>
                      <a:gd name="T40" fmla="*/ 2147483647 w 870"/>
                      <a:gd name="T41" fmla="*/ 2147483647 h 1344"/>
                      <a:gd name="T42" fmla="*/ 2147483647 w 870"/>
                      <a:gd name="T43" fmla="*/ 2147483647 h 1344"/>
                      <a:gd name="T44" fmla="*/ 2147483647 w 870"/>
                      <a:gd name="T45" fmla="*/ 2147483647 h 1344"/>
                      <a:gd name="T46" fmla="*/ 2147483647 w 870"/>
                      <a:gd name="T47" fmla="*/ 2147483647 h 1344"/>
                      <a:gd name="T48" fmla="*/ 2147483647 w 870"/>
                      <a:gd name="T49" fmla="*/ 2147483647 h 1344"/>
                      <a:gd name="T50" fmla="*/ 2147483647 w 870"/>
                      <a:gd name="T51" fmla="*/ 2147483647 h 1344"/>
                      <a:gd name="T52" fmla="*/ 2147483647 w 870"/>
                      <a:gd name="T53" fmla="*/ 2147483647 h 1344"/>
                      <a:gd name="T54" fmla="*/ 2147483647 w 870"/>
                      <a:gd name="T55" fmla="*/ 2147483647 h 1344"/>
                      <a:gd name="T56" fmla="*/ 2147483647 w 870"/>
                      <a:gd name="T57" fmla="*/ 2147483647 h 1344"/>
                      <a:gd name="T58" fmla="*/ 2147483647 w 870"/>
                      <a:gd name="T59" fmla="*/ 2147483647 h 1344"/>
                      <a:gd name="T60" fmla="*/ 2147483647 w 870"/>
                      <a:gd name="T61" fmla="*/ 2147483647 h 1344"/>
                      <a:gd name="T62" fmla="*/ 2147483647 w 870"/>
                      <a:gd name="T63" fmla="*/ 2147483647 h 1344"/>
                      <a:gd name="T64" fmla="*/ 2147483647 w 870"/>
                      <a:gd name="T65" fmla="*/ 2147483647 h 1344"/>
                      <a:gd name="T66" fmla="*/ 2147483647 w 870"/>
                      <a:gd name="T67" fmla="*/ 2147483647 h 1344"/>
                      <a:gd name="T68" fmla="*/ 2147483647 w 870"/>
                      <a:gd name="T69" fmla="*/ 2147483647 h 1344"/>
                      <a:gd name="T70" fmla="*/ 2147483647 w 870"/>
                      <a:gd name="T71" fmla="*/ 2147483647 h 1344"/>
                      <a:gd name="T72" fmla="*/ 2147483647 w 870"/>
                      <a:gd name="T73" fmla="*/ 0 h 1344"/>
                      <a:gd name="T74" fmla="*/ 2147483647 w 870"/>
                      <a:gd name="T75" fmla="*/ 2147483647 h 1344"/>
                      <a:gd name="T76" fmla="*/ 2147483647 w 870"/>
                      <a:gd name="T77" fmla="*/ 2147483647 h 1344"/>
                      <a:gd name="T78" fmla="*/ 2147483647 w 870"/>
                      <a:gd name="T79" fmla="*/ 2147483647 h 1344"/>
                      <a:gd name="T80" fmla="*/ 2147483647 w 870"/>
                      <a:gd name="T81" fmla="*/ 2147483647 h 1344"/>
                      <a:gd name="T82" fmla="*/ 2147483647 w 870"/>
                      <a:gd name="T83" fmla="*/ 2147483647 h 1344"/>
                      <a:gd name="T84" fmla="*/ 2147483647 w 870"/>
                      <a:gd name="T85" fmla="*/ 2147483647 h 1344"/>
                      <a:gd name="T86" fmla="*/ 2147483647 w 870"/>
                      <a:gd name="T87" fmla="*/ 2147483647 h 1344"/>
                      <a:gd name="T88" fmla="*/ 2147483647 w 870"/>
                      <a:gd name="T89" fmla="*/ 2147483647 h 1344"/>
                      <a:gd name="T90" fmla="*/ 2147483647 w 870"/>
                      <a:gd name="T91" fmla="*/ 2147483647 h 1344"/>
                      <a:gd name="T92" fmla="*/ 2147483647 w 870"/>
                      <a:gd name="T93" fmla="*/ 2147483647 h 1344"/>
                      <a:gd name="T94" fmla="*/ 2147483647 w 870"/>
                      <a:gd name="T95" fmla="*/ 2147483647 h 1344"/>
                      <a:gd name="T96" fmla="*/ 2147483647 w 870"/>
                      <a:gd name="T97" fmla="*/ 2147483647 h 1344"/>
                      <a:gd name="T98" fmla="*/ 2147483647 w 870"/>
                      <a:gd name="T99" fmla="*/ 2147483647 h 1344"/>
                      <a:gd name="T100" fmla="*/ 2147483647 w 870"/>
                      <a:gd name="T101" fmla="*/ 2147483647 h 1344"/>
                      <a:gd name="T102" fmla="*/ 2147483647 w 870"/>
                      <a:gd name="T103" fmla="*/ 2147483647 h 1344"/>
                      <a:gd name="T104" fmla="*/ 2147483647 w 870"/>
                      <a:gd name="T105" fmla="*/ 2147483647 h 1344"/>
                      <a:gd name="T106" fmla="*/ 2147483647 w 870"/>
                      <a:gd name="T107" fmla="*/ 2147483647 h 1344"/>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870"/>
                      <a:gd name="T163" fmla="*/ 0 h 1344"/>
                      <a:gd name="T164" fmla="*/ 870 w 870"/>
                      <a:gd name="T165" fmla="*/ 1344 h 1344"/>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870" h="1344">
                        <a:moveTo>
                          <a:pt x="36" y="912"/>
                        </a:moveTo>
                        <a:lnTo>
                          <a:pt x="60" y="924"/>
                        </a:lnTo>
                        <a:lnTo>
                          <a:pt x="66" y="936"/>
                        </a:lnTo>
                        <a:lnTo>
                          <a:pt x="84" y="936"/>
                        </a:lnTo>
                        <a:lnTo>
                          <a:pt x="96" y="942"/>
                        </a:lnTo>
                        <a:lnTo>
                          <a:pt x="102" y="948"/>
                        </a:lnTo>
                        <a:lnTo>
                          <a:pt x="108" y="960"/>
                        </a:lnTo>
                        <a:lnTo>
                          <a:pt x="108" y="966"/>
                        </a:lnTo>
                        <a:lnTo>
                          <a:pt x="114" y="972"/>
                        </a:lnTo>
                        <a:lnTo>
                          <a:pt x="126" y="978"/>
                        </a:lnTo>
                        <a:lnTo>
                          <a:pt x="138" y="978"/>
                        </a:lnTo>
                        <a:lnTo>
                          <a:pt x="144" y="972"/>
                        </a:lnTo>
                        <a:lnTo>
                          <a:pt x="156" y="978"/>
                        </a:lnTo>
                        <a:lnTo>
                          <a:pt x="162" y="984"/>
                        </a:lnTo>
                        <a:lnTo>
                          <a:pt x="186" y="984"/>
                        </a:lnTo>
                        <a:lnTo>
                          <a:pt x="186" y="972"/>
                        </a:lnTo>
                        <a:lnTo>
                          <a:pt x="192" y="966"/>
                        </a:lnTo>
                        <a:lnTo>
                          <a:pt x="198" y="966"/>
                        </a:lnTo>
                        <a:lnTo>
                          <a:pt x="210" y="972"/>
                        </a:lnTo>
                        <a:lnTo>
                          <a:pt x="210" y="978"/>
                        </a:lnTo>
                        <a:lnTo>
                          <a:pt x="216" y="984"/>
                        </a:lnTo>
                        <a:lnTo>
                          <a:pt x="216" y="990"/>
                        </a:lnTo>
                        <a:lnTo>
                          <a:pt x="228" y="1002"/>
                        </a:lnTo>
                        <a:lnTo>
                          <a:pt x="264" y="1002"/>
                        </a:lnTo>
                        <a:lnTo>
                          <a:pt x="276" y="1008"/>
                        </a:lnTo>
                        <a:lnTo>
                          <a:pt x="282" y="1014"/>
                        </a:lnTo>
                        <a:lnTo>
                          <a:pt x="294" y="1020"/>
                        </a:lnTo>
                        <a:lnTo>
                          <a:pt x="312" y="1038"/>
                        </a:lnTo>
                        <a:lnTo>
                          <a:pt x="324" y="1044"/>
                        </a:lnTo>
                        <a:lnTo>
                          <a:pt x="330" y="1050"/>
                        </a:lnTo>
                        <a:lnTo>
                          <a:pt x="342" y="1086"/>
                        </a:lnTo>
                        <a:lnTo>
                          <a:pt x="360" y="1086"/>
                        </a:lnTo>
                        <a:lnTo>
                          <a:pt x="372" y="1104"/>
                        </a:lnTo>
                        <a:lnTo>
                          <a:pt x="384" y="1104"/>
                        </a:lnTo>
                        <a:lnTo>
                          <a:pt x="390" y="1110"/>
                        </a:lnTo>
                        <a:lnTo>
                          <a:pt x="390" y="1134"/>
                        </a:lnTo>
                        <a:lnTo>
                          <a:pt x="396" y="1140"/>
                        </a:lnTo>
                        <a:lnTo>
                          <a:pt x="396" y="1146"/>
                        </a:lnTo>
                        <a:lnTo>
                          <a:pt x="408" y="1146"/>
                        </a:lnTo>
                        <a:lnTo>
                          <a:pt x="420" y="1152"/>
                        </a:lnTo>
                        <a:lnTo>
                          <a:pt x="426" y="1158"/>
                        </a:lnTo>
                        <a:lnTo>
                          <a:pt x="426" y="1164"/>
                        </a:lnTo>
                        <a:lnTo>
                          <a:pt x="420" y="1170"/>
                        </a:lnTo>
                        <a:lnTo>
                          <a:pt x="420" y="1194"/>
                        </a:lnTo>
                        <a:lnTo>
                          <a:pt x="432" y="1200"/>
                        </a:lnTo>
                        <a:lnTo>
                          <a:pt x="456" y="1206"/>
                        </a:lnTo>
                        <a:lnTo>
                          <a:pt x="492" y="1206"/>
                        </a:lnTo>
                        <a:lnTo>
                          <a:pt x="492" y="1194"/>
                        </a:lnTo>
                        <a:lnTo>
                          <a:pt x="504" y="1182"/>
                        </a:lnTo>
                        <a:lnTo>
                          <a:pt x="528" y="1182"/>
                        </a:lnTo>
                        <a:lnTo>
                          <a:pt x="534" y="1188"/>
                        </a:lnTo>
                        <a:lnTo>
                          <a:pt x="540" y="1188"/>
                        </a:lnTo>
                        <a:lnTo>
                          <a:pt x="546" y="1194"/>
                        </a:lnTo>
                        <a:lnTo>
                          <a:pt x="558" y="1194"/>
                        </a:lnTo>
                        <a:lnTo>
                          <a:pt x="570" y="1188"/>
                        </a:lnTo>
                        <a:lnTo>
                          <a:pt x="576" y="1182"/>
                        </a:lnTo>
                        <a:lnTo>
                          <a:pt x="588" y="1182"/>
                        </a:lnTo>
                        <a:lnTo>
                          <a:pt x="588" y="1188"/>
                        </a:lnTo>
                        <a:lnTo>
                          <a:pt x="594" y="1200"/>
                        </a:lnTo>
                        <a:lnTo>
                          <a:pt x="600" y="1206"/>
                        </a:lnTo>
                        <a:lnTo>
                          <a:pt x="624" y="1206"/>
                        </a:lnTo>
                        <a:lnTo>
                          <a:pt x="636" y="1212"/>
                        </a:lnTo>
                        <a:lnTo>
                          <a:pt x="642" y="1218"/>
                        </a:lnTo>
                        <a:lnTo>
                          <a:pt x="642" y="1236"/>
                        </a:lnTo>
                        <a:lnTo>
                          <a:pt x="636" y="1248"/>
                        </a:lnTo>
                        <a:lnTo>
                          <a:pt x="630" y="1254"/>
                        </a:lnTo>
                        <a:lnTo>
                          <a:pt x="624" y="1254"/>
                        </a:lnTo>
                        <a:lnTo>
                          <a:pt x="618" y="1260"/>
                        </a:lnTo>
                        <a:lnTo>
                          <a:pt x="618" y="1266"/>
                        </a:lnTo>
                        <a:lnTo>
                          <a:pt x="606" y="1290"/>
                        </a:lnTo>
                        <a:lnTo>
                          <a:pt x="606" y="1308"/>
                        </a:lnTo>
                        <a:lnTo>
                          <a:pt x="612" y="1314"/>
                        </a:lnTo>
                        <a:lnTo>
                          <a:pt x="630" y="1314"/>
                        </a:lnTo>
                        <a:lnTo>
                          <a:pt x="642" y="1332"/>
                        </a:lnTo>
                        <a:lnTo>
                          <a:pt x="660" y="1344"/>
                        </a:lnTo>
                        <a:lnTo>
                          <a:pt x="660" y="1308"/>
                        </a:lnTo>
                        <a:lnTo>
                          <a:pt x="666" y="1236"/>
                        </a:lnTo>
                        <a:lnTo>
                          <a:pt x="684" y="1188"/>
                        </a:lnTo>
                        <a:lnTo>
                          <a:pt x="678" y="1140"/>
                        </a:lnTo>
                        <a:lnTo>
                          <a:pt x="690" y="1128"/>
                        </a:lnTo>
                        <a:lnTo>
                          <a:pt x="696" y="1116"/>
                        </a:lnTo>
                        <a:lnTo>
                          <a:pt x="696" y="1104"/>
                        </a:lnTo>
                        <a:lnTo>
                          <a:pt x="690" y="1092"/>
                        </a:lnTo>
                        <a:lnTo>
                          <a:pt x="678" y="1080"/>
                        </a:lnTo>
                        <a:lnTo>
                          <a:pt x="678" y="1074"/>
                        </a:lnTo>
                        <a:lnTo>
                          <a:pt x="672" y="1068"/>
                        </a:lnTo>
                        <a:lnTo>
                          <a:pt x="672" y="1044"/>
                        </a:lnTo>
                        <a:lnTo>
                          <a:pt x="666" y="1038"/>
                        </a:lnTo>
                        <a:lnTo>
                          <a:pt x="654" y="1032"/>
                        </a:lnTo>
                        <a:lnTo>
                          <a:pt x="642" y="1020"/>
                        </a:lnTo>
                        <a:lnTo>
                          <a:pt x="636" y="1020"/>
                        </a:lnTo>
                        <a:lnTo>
                          <a:pt x="642" y="954"/>
                        </a:lnTo>
                        <a:lnTo>
                          <a:pt x="672" y="948"/>
                        </a:lnTo>
                        <a:lnTo>
                          <a:pt x="678" y="954"/>
                        </a:lnTo>
                        <a:lnTo>
                          <a:pt x="708" y="954"/>
                        </a:lnTo>
                        <a:lnTo>
                          <a:pt x="714" y="948"/>
                        </a:lnTo>
                        <a:lnTo>
                          <a:pt x="714" y="942"/>
                        </a:lnTo>
                        <a:lnTo>
                          <a:pt x="708" y="936"/>
                        </a:lnTo>
                        <a:lnTo>
                          <a:pt x="708" y="930"/>
                        </a:lnTo>
                        <a:lnTo>
                          <a:pt x="696" y="918"/>
                        </a:lnTo>
                        <a:lnTo>
                          <a:pt x="684" y="924"/>
                        </a:lnTo>
                        <a:lnTo>
                          <a:pt x="660" y="912"/>
                        </a:lnTo>
                        <a:lnTo>
                          <a:pt x="660" y="900"/>
                        </a:lnTo>
                        <a:lnTo>
                          <a:pt x="654" y="888"/>
                        </a:lnTo>
                        <a:lnTo>
                          <a:pt x="654" y="876"/>
                        </a:lnTo>
                        <a:lnTo>
                          <a:pt x="660" y="864"/>
                        </a:lnTo>
                        <a:lnTo>
                          <a:pt x="666" y="858"/>
                        </a:lnTo>
                        <a:lnTo>
                          <a:pt x="684" y="858"/>
                        </a:lnTo>
                        <a:lnTo>
                          <a:pt x="696" y="870"/>
                        </a:lnTo>
                        <a:lnTo>
                          <a:pt x="762" y="864"/>
                        </a:lnTo>
                        <a:lnTo>
                          <a:pt x="762" y="846"/>
                        </a:lnTo>
                        <a:lnTo>
                          <a:pt x="768" y="840"/>
                        </a:lnTo>
                        <a:lnTo>
                          <a:pt x="774" y="840"/>
                        </a:lnTo>
                        <a:lnTo>
                          <a:pt x="798" y="864"/>
                        </a:lnTo>
                        <a:lnTo>
                          <a:pt x="828" y="834"/>
                        </a:lnTo>
                        <a:lnTo>
                          <a:pt x="834" y="834"/>
                        </a:lnTo>
                        <a:lnTo>
                          <a:pt x="834" y="846"/>
                        </a:lnTo>
                        <a:lnTo>
                          <a:pt x="840" y="852"/>
                        </a:lnTo>
                        <a:lnTo>
                          <a:pt x="840" y="864"/>
                        </a:lnTo>
                        <a:lnTo>
                          <a:pt x="846" y="876"/>
                        </a:lnTo>
                        <a:lnTo>
                          <a:pt x="846" y="906"/>
                        </a:lnTo>
                        <a:lnTo>
                          <a:pt x="870" y="906"/>
                        </a:lnTo>
                        <a:lnTo>
                          <a:pt x="864" y="900"/>
                        </a:lnTo>
                        <a:lnTo>
                          <a:pt x="864" y="882"/>
                        </a:lnTo>
                        <a:lnTo>
                          <a:pt x="858" y="870"/>
                        </a:lnTo>
                        <a:lnTo>
                          <a:pt x="858" y="852"/>
                        </a:lnTo>
                        <a:lnTo>
                          <a:pt x="852" y="846"/>
                        </a:lnTo>
                        <a:lnTo>
                          <a:pt x="852" y="828"/>
                        </a:lnTo>
                        <a:lnTo>
                          <a:pt x="846" y="822"/>
                        </a:lnTo>
                        <a:lnTo>
                          <a:pt x="846" y="798"/>
                        </a:lnTo>
                        <a:lnTo>
                          <a:pt x="834" y="798"/>
                        </a:lnTo>
                        <a:lnTo>
                          <a:pt x="822" y="786"/>
                        </a:lnTo>
                        <a:lnTo>
                          <a:pt x="798" y="774"/>
                        </a:lnTo>
                        <a:lnTo>
                          <a:pt x="804" y="774"/>
                        </a:lnTo>
                        <a:lnTo>
                          <a:pt x="834" y="744"/>
                        </a:lnTo>
                        <a:lnTo>
                          <a:pt x="840" y="732"/>
                        </a:lnTo>
                        <a:lnTo>
                          <a:pt x="840" y="726"/>
                        </a:lnTo>
                        <a:lnTo>
                          <a:pt x="834" y="714"/>
                        </a:lnTo>
                        <a:lnTo>
                          <a:pt x="822" y="708"/>
                        </a:lnTo>
                        <a:lnTo>
                          <a:pt x="816" y="696"/>
                        </a:lnTo>
                        <a:lnTo>
                          <a:pt x="816" y="672"/>
                        </a:lnTo>
                        <a:lnTo>
                          <a:pt x="804" y="672"/>
                        </a:lnTo>
                        <a:lnTo>
                          <a:pt x="798" y="666"/>
                        </a:lnTo>
                        <a:lnTo>
                          <a:pt x="798" y="654"/>
                        </a:lnTo>
                        <a:lnTo>
                          <a:pt x="804" y="642"/>
                        </a:lnTo>
                        <a:lnTo>
                          <a:pt x="804" y="612"/>
                        </a:lnTo>
                        <a:lnTo>
                          <a:pt x="798" y="600"/>
                        </a:lnTo>
                        <a:lnTo>
                          <a:pt x="798" y="576"/>
                        </a:lnTo>
                        <a:lnTo>
                          <a:pt x="810" y="564"/>
                        </a:lnTo>
                        <a:lnTo>
                          <a:pt x="816" y="564"/>
                        </a:lnTo>
                        <a:lnTo>
                          <a:pt x="822" y="558"/>
                        </a:lnTo>
                        <a:lnTo>
                          <a:pt x="822" y="534"/>
                        </a:lnTo>
                        <a:lnTo>
                          <a:pt x="840" y="516"/>
                        </a:lnTo>
                        <a:lnTo>
                          <a:pt x="840" y="504"/>
                        </a:lnTo>
                        <a:lnTo>
                          <a:pt x="834" y="498"/>
                        </a:lnTo>
                        <a:lnTo>
                          <a:pt x="816" y="498"/>
                        </a:lnTo>
                        <a:lnTo>
                          <a:pt x="804" y="504"/>
                        </a:lnTo>
                        <a:lnTo>
                          <a:pt x="798" y="510"/>
                        </a:lnTo>
                        <a:lnTo>
                          <a:pt x="774" y="504"/>
                        </a:lnTo>
                        <a:lnTo>
                          <a:pt x="768" y="510"/>
                        </a:lnTo>
                        <a:lnTo>
                          <a:pt x="744" y="510"/>
                        </a:lnTo>
                        <a:lnTo>
                          <a:pt x="738" y="504"/>
                        </a:lnTo>
                        <a:lnTo>
                          <a:pt x="720" y="504"/>
                        </a:lnTo>
                        <a:lnTo>
                          <a:pt x="720" y="510"/>
                        </a:lnTo>
                        <a:lnTo>
                          <a:pt x="696" y="510"/>
                        </a:lnTo>
                        <a:lnTo>
                          <a:pt x="672" y="486"/>
                        </a:lnTo>
                        <a:lnTo>
                          <a:pt x="666" y="468"/>
                        </a:lnTo>
                        <a:lnTo>
                          <a:pt x="660" y="456"/>
                        </a:lnTo>
                        <a:lnTo>
                          <a:pt x="654" y="450"/>
                        </a:lnTo>
                        <a:lnTo>
                          <a:pt x="654" y="444"/>
                        </a:lnTo>
                        <a:lnTo>
                          <a:pt x="630" y="444"/>
                        </a:lnTo>
                        <a:lnTo>
                          <a:pt x="618" y="438"/>
                        </a:lnTo>
                        <a:lnTo>
                          <a:pt x="612" y="432"/>
                        </a:lnTo>
                        <a:lnTo>
                          <a:pt x="600" y="432"/>
                        </a:lnTo>
                        <a:lnTo>
                          <a:pt x="600" y="438"/>
                        </a:lnTo>
                        <a:lnTo>
                          <a:pt x="594" y="444"/>
                        </a:lnTo>
                        <a:lnTo>
                          <a:pt x="582" y="444"/>
                        </a:lnTo>
                        <a:lnTo>
                          <a:pt x="570" y="438"/>
                        </a:lnTo>
                        <a:lnTo>
                          <a:pt x="564" y="438"/>
                        </a:lnTo>
                        <a:lnTo>
                          <a:pt x="552" y="432"/>
                        </a:lnTo>
                        <a:lnTo>
                          <a:pt x="540" y="432"/>
                        </a:lnTo>
                        <a:lnTo>
                          <a:pt x="534" y="438"/>
                        </a:lnTo>
                        <a:lnTo>
                          <a:pt x="510" y="438"/>
                        </a:lnTo>
                        <a:lnTo>
                          <a:pt x="504" y="432"/>
                        </a:lnTo>
                        <a:lnTo>
                          <a:pt x="498" y="420"/>
                        </a:lnTo>
                        <a:lnTo>
                          <a:pt x="498" y="408"/>
                        </a:lnTo>
                        <a:lnTo>
                          <a:pt x="486" y="408"/>
                        </a:lnTo>
                        <a:lnTo>
                          <a:pt x="486" y="366"/>
                        </a:lnTo>
                        <a:lnTo>
                          <a:pt x="498" y="342"/>
                        </a:lnTo>
                        <a:lnTo>
                          <a:pt x="498" y="330"/>
                        </a:lnTo>
                        <a:lnTo>
                          <a:pt x="492" y="324"/>
                        </a:lnTo>
                        <a:lnTo>
                          <a:pt x="480" y="318"/>
                        </a:lnTo>
                        <a:lnTo>
                          <a:pt x="474" y="312"/>
                        </a:lnTo>
                        <a:lnTo>
                          <a:pt x="474" y="276"/>
                        </a:lnTo>
                        <a:lnTo>
                          <a:pt x="468" y="264"/>
                        </a:lnTo>
                        <a:lnTo>
                          <a:pt x="456" y="252"/>
                        </a:lnTo>
                        <a:lnTo>
                          <a:pt x="450" y="252"/>
                        </a:lnTo>
                        <a:lnTo>
                          <a:pt x="438" y="264"/>
                        </a:lnTo>
                        <a:lnTo>
                          <a:pt x="438" y="270"/>
                        </a:lnTo>
                        <a:lnTo>
                          <a:pt x="432" y="264"/>
                        </a:lnTo>
                        <a:lnTo>
                          <a:pt x="432" y="252"/>
                        </a:lnTo>
                        <a:lnTo>
                          <a:pt x="438" y="240"/>
                        </a:lnTo>
                        <a:lnTo>
                          <a:pt x="462" y="216"/>
                        </a:lnTo>
                        <a:lnTo>
                          <a:pt x="462" y="192"/>
                        </a:lnTo>
                        <a:lnTo>
                          <a:pt x="468" y="186"/>
                        </a:lnTo>
                        <a:lnTo>
                          <a:pt x="468" y="168"/>
                        </a:lnTo>
                        <a:lnTo>
                          <a:pt x="480" y="132"/>
                        </a:lnTo>
                        <a:lnTo>
                          <a:pt x="504" y="108"/>
                        </a:lnTo>
                        <a:lnTo>
                          <a:pt x="522" y="102"/>
                        </a:lnTo>
                        <a:lnTo>
                          <a:pt x="534" y="90"/>
                        </a:lnTo>
                        <a:lnTo>
                          <a:pt x="540" y="78"/>
                        </a:lnTo>
                        <a:lnTo>
                          <a:pt x="540" y="72"/>
                        </a:lnTo>
                        <a:lnTo>
                          <a:pt x="546" y="66"/>
                        </a:lnTo>
                        <a:lnTo>
                          <a:pt x="558" y="66"/>
                        </a:lnTo>
                        <a:lnTo>
                          <a:pt x="564" y="60"/>
                        </a:lnTo>
                        <a:lnTo>
                          <a:pt x="570" y="60"/>
                        </a:lnTo>
                        <a:lnTo>
                          <a:pt x="576" y="54"/>
                        </a:lnTo>
                        <a:lnTo>
                          <a:pt x="582" y="54"/>
                        </a:lnTo>
                        <a:lnTo>
                          <a:pt x="600" y="36"/>
                        </a:lnTo>
                        <a:lnTo>
                          <a:pt x="600" y="12"/>
                        </a:lnTo>
                        <a:lnTo>
                          <a:pt x="594" y="6"/>
                        </a:lnTo>
                        <a:lnTo>
                          <a:pt x="582" y="0"/>
                        </a:lnTo>
                        <a:lnTo>
                          <a:pt x="570" y="6"/>
                        </a:lnTo>
                        <a:lnTo>
                          <a:pt x="546" y="6"/>
                        </a:lnTo>
                        <a:lnTo>
                          <a:pt x="540" y="12"/>
                        </a:lnTo>
                        <a:lnTo>
                          <a:pt x="534" y="12"/>
                        </a:lnTo>
                        <a:lnTo>
                          <a:pt x="522" y="24"/>
                        </a:lnTo>
                        <a:lnTo>
                          <a:pt x="522" y="36"/>
                        </a:lnTo>
                        <a:lnTo>
                          <a:pt x="516" y="48"/>
                        </a:lnTo>
                        <a:lnTo>
                          <a:pt x="504" y="60"/>
                        </a:lnTo>
                        <a:lnTo>
                          <a:pt x="492" y="60"/>
                        </a:lnTo>
                        <a:lnTo>
                          <a:pt x="480" y="54"/>
                        </a:lnTo>
                        <a:lnTo>
                          <a:pt x="474" y="54"/>
                        </a:lnTo>
                        <a:lnTo>
                          <a:pt x="444" y="84"/>
                        </a:lnTo>
                        <a:lnTo>
                          <a:pt x="444" y="90"/>
                        </a:lnTo>
                        <a:lnTo>
                          <a:pt x="408" y="102"/>
                        </a:lnTo>
                        <a:lnTo>
                          <a:pt x="402" y="96"/>
                        </a:lnTo>
                        <a:lnTo>
                          <a:pt x="390" y="90"/>
                        </a:lnTo>
                        <a:lnTo>
                          <a:pt x="384" y="90"/>
                        </a:lnTo>
                        <a:lnTo>
                          <a:pt x="378" y="102"/>
                        </a:lnTo>
                        <a:lnTo>
                          <a:pt x="378" y="120"/>
                        </a:lnTo>
                        <a:lnTo>
                          <a:pt x="372" y="132"/>
                        </a:lnTo>
                        <a:lnTo>
                          <a:pt x="366" y="138"/>
                        </a:lnTo>
                        <a:lnTo>
                          <a:pt x="354" y="138"/>
                        </a:lnTo>
                        <a:lnTo>
                          <a:pt x="354" y="132"/>
                        </a:lnTo>
                        <a:lnTo>
                          <a:pt x="360" y="126"/>
                        </a:lnTo>
                        <a:lnTo>
                          <a:pt x="354" y="120"/>
                        </a:lnTo>
                        <a:lnTo>
                          <a:pt x="342" y="120"/>
                        </a:lnTo>
                        <a:lnTo>
                          <a:pt x="330" y="126"/>
                        </a:lnTo>
                        <a:lnTo>
                          <a:pt x="318" y="126"/>
                        </a:lnTo>
                        <a:lnTo>
                          <a:pt x="312" y="132"/>
                        </a:lnTo>
                        <a:lnTo>
                          <a:pt x="306" y="132"/>
                        </a:lnTo>
                        <a:lnTo>
                          <a:pt x="300" y="144"/>
                        </a:lnTo>
                        <a:lnTo>
                          <a:pt x="288" y="150"/>
                        </a:lnTo>
                        <a:lnTo>
                          <a:pt x="282" y="162"/>
                        </a:lnTo>
                        <a:lnTo>
                          <a:pt x="276" y="168"/>
                        </a:lnTo>
                        <a:lnTo>
                          <a:pt x="276" y="186"/>
                        </a:lnTo>
                        <a:lnTo>
                          <a:pt x="282" y="192"/>
                        </a:lnTo>
                        <a:lnTo>
                          <a:pt x="264" y="222"/>
                        </a:lnTo>
                        <a:lnTo>
                          <a:pt x="276" y="246"/>
                        </a:lnTo>
                        <a:lnTo>
                          <a:pt x="252" y="246"/>
                        </a:lnTo>
                        <a:lnTo>
                          <a:pt x="240" y="252"/>
                        </a:lnTo>
                        <a:lnTo>
                          <a:pt x="228" y="264"/>
                        </a:lnTo>
                        <a:lnTo>
                          <a:pt x="228" y="276"/>
                        </a:lnTo>
                        <a:lnTo>
                          <a:pt x="222" y="288"/>
                        </a:lnTo>
                        <a:lnTo>
                          <a:pt x="216" y="294"/>
                        </a:lnTo>
                        <a:lnTo>
                          <a:pt x="204" y="294"/>
                        </a:lnTo>
                        <a:lnTo>
                          <a:pt x="198" y="300"/>
                        </a:lnTo>
                        <a:lnTo>
                          <a:pt x="192" y="300"/>
                        </a:lnTo>
                        <a:lnTo>
                          <a:pt x="174" y="306"/>
                        </a:lnTo>
                        <a:lnTo>
                          <a:pt x="186" y="330"/>
                        </a:lnTo>
                        <a:lnTo>
                          <a:pt x="186" y="366"/>
                        </a:lnTo>
                        <a:lnTo>
                          <a:pt x="168" y="366"/>
                        </a:lnTo>
                        <a:lnTo>
                          <a:pt x="168" y="360"/>
                        </a:lnTo>
                        <a:lnTo>
                          <a:pt x="174" y="354"/>
                        </a:lnTo>
                        <a:lnTo>
                          <a:pt x="174" y="342"/>
                        </a:lnTo>
                        <a:lnTo>
                          <a:pt x="144" y="312"/>
                        </a:lnTo>
                        <a:lnTo>
                          <a:pt x="138" y="312"/>
                        </a:lnTo>
                        <a:lnTo>
                          <a:pt x="132" y="318"/>
                        </a:lnTo>
                        <a:lnTo>
                          <a:pt x="132" y="336"/>
                        </a:lnTo>
                        <a:lnTo>
                          <a:pt x="138" y="348"/>
                        </a:lnTo>
                        <a:lnTo>
                          <a:pt x="150" y="354"/>
                        </a:lnTo>
                        <a:lnTo>
                          <a:pt x="150" y="366"/>
                        </a:lnTo>
                        <a:lnTo>
                          <a:pt x="138" y="390"/>
                        </a:lnTo>
                        <a:lnTo>
                          <a:pt x="132" y="396"/>
                        </a:lnTo>
                        <a:lnTo>
                          <a:pt x="120" y="390"/>
                        </a:lnTo>
                        <a:lnTo>
                          <a:pt x="114" y="384"/>
                        </a:lnTo>
                        <a:lnTo>
                          <a:pt x="102" y="414"/>
                        </a:lnTo>
                        <a:lnTo>
                          <a:pt x="114" y="438"/>
                        </a:lnTo>
                        <a:lnTo>
                          <a:pt x="114" y="450"/>
                        </a:lnTo>
                        <a:lnTo>
                          <a:pt x="126" y="462"/>
                        </a:lnTo>
                        <a:lnTo>
                          <a:pt x="132" y="474"/>
                        </a:lnTo>
                        <a:lnTo>
                          <a:pt x="132" y="480"/>
                        </a:lnTo>
                        <a:lnTo>
                          <a:pt x="120" y="492"/>
                        </a:lnTo>
                        <a:lnTo>
                          <a:pt x="114" y="492"/>
                        </a:lnTo>
                        <a:lnTo>
                          <a:pt x="132" y="516"/>
                        </a:lnTo>
                        <a:lnTo>
                          <a:pt x="138" y="552"/>
                        </a:lnTo>
                        <a:lnTo>
                          <a:pt x="114" y="558"/>
                        </a:lnTo>
                        <a:lnTo>
                          <a:pt x="132" y="576"/>
                        </a:lnTo>
                        <a:lnTo>
                          <a:pt x="132" y="636"/>
                        </a:lnTo>
                        <a:lnTo>
                          <a:pt x="120" y="642"/>
                        </a:lnTo>
                        <a:lnTo>
                          <a:pt x="114" y="654"/>
                        </a:lnTo>
                        <a:lnTo>
                          <a:pt x="114" y="678"/>
                        </a:lnTo>
                        <a:lnTo>
                          <a:pt x="138" y="702"/>
                        </a:lnTo>
                        <a:lnTo>
                          <a:pt x="138" y="720"/>
                        </a:lnTo>
                        <a:lnTo>
                          <a:pt x="132" y="732"/>
                        </a:lnTo>
                        <a:lnTo>
                          <a:pt x="120" y="738"/>
                        </a:lnTo>
                        <a:lnTo>
                          <a:pt x="114" y="750"/>
                        </a:lnTo>
                        <a:lnTo>
                          <a:pt x="102" y="756"/>
                        </a:lnTo>
                        <a:lnTo>
                          <a:pt x="96" y="762"/>
                        </a:lnTo>
                        <a:lnTo>
                          <a:pt x="114" y="774"/>
                        </a:lnTo>
                        <a:lnTo>
                          <a:pt x="84" y="798"/>
                        </a:lnTo>
                        <a:lnTo>
                          <a:pt x="66" y="798"/>
                        </a:lnTo>
                        <a:lnTo>
                          <a:pt x="54" y="804"/>
                        </a:lnTo>
                        <a:lnTo>
                          <a:pt x="36" y="810"/>
                        </a:lnTo>
                        <a:lnTo>
                          <a:pt x="30" y="822"/>
                        </a:lnTo>
                        <a:lnTo>
                          <a:pt x="30" y="846"/>
                        </a:lnTo>
                        <a:lnTo>
                          <a:pt x="36" y="852"/>
                        </a:lnTo>
                        <a:lnTo>
                          <a:pt x="36" y="858"/>
                        </a:lnTo>
                        <a:lnTo>
                          <a:pt x="6" y="858"/>
                        </a:lnTo>
                        <a:lnTo>
                          <a:pt x="0" y="864"/>
                        </a:lnTo>
                        <a:lnTo>
                          <a:pt x="0" y="876"/>
                        </a:lnTo>
                        <a:lnTo>
                          <a:pt x="6" y="888"/>
                        </a:lnTo>
                        <a:lnTo>
                          <a:pt x="18" y="894"/>
                        </a:lnTo>
                        <a:lnTo>
                          <a:pt x="24" y="906"/>
                        </a:lnTo>
                        <a:lnTo>
                          <a:pt x="36" y="91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95" name="Chile" descr="© INSCALE GmbH, 05.05.2010&#10;http://www.presentationload.com/">
                    <a:extLst>
                      <a:ext uri="{FF2B5EF4-FFF2-40B4-BE49-F238E27FC236}">
                        <a16:creationId xmlns:a16="http://schemas.microsoft.com/office/drawing/2014/main" id="{A7E8EE2C-0A41-3C27-ED3A-48D43DA708AE}"/>
                      </a:ext>
                    </a:extLst>
                  </p:cNvPr>
                  <p:cNvSpPr>
                    <a:spLocks noEditPoints="1"/>
                  </p:cNvSpPr>
                  <p:nvPr/>
                </p:nvSpPr>
                <p:spPr bwMode="gray">
                  <a:xfrm>
                    <a:off x="1405" y="2928"/>
                    <a:ext cx="294" cy="769"/>
                  </a:xfrm>
                  <a:custGeom>
                    <a:avLst/>
                    <a:gdLst>
                      <a:gd name="T0" fmla="*/ 2147483647 w 1158"/>
                      <a:gd name="T1" fmla="*/ 2147483647 h 3030"/>
                      <a:gd name="T2" fmla="*/ 2147483647 w 1158"/>
                      <a:gd name="T3" fmla="*/ 2147483647 h 3030"/>
                      <a:gd name="T4" fmla="*/ 2147483647 w 1158"/>
                      <a:gd name="T5" fmla="*/ 2147483647 h 3030"/>
                      <a:gd name="T6" fmla="*/ 2147483647 w 1158"/>
                      <a:gd name="T7" fmla="*/ 2147483647 h 3030"/>
                      <a:gd name="T8" fmla="*/ 2147483647 w 1158"/>
                      <a:gd name="T9" fmla="*/ 2147483647 h 3030"/>
                      <a:gd name="T10" fmla="*/ 2147483647 w 1158"/>
                      <a:gd name="T11" fmla="*/ 2147483647 h 3030"/>
                      <a:gd name="T12" fmla="*/ 2147483647 w 1158"/>
                      <a:gd name="T13" fmla="*/ 2147483647 h 3030"/>
                      <a:gd name="T14" fmla="*/ 2147483647 w 1158"/>
                      <a:gd name="T15" fmla="*/ 2147483647 h 3030"/>
                      <a:gd name="T16" fmla="*/ 2147483647 w 1158"/>
                      <a:gd name="T17" fmla="*/ 2147483647 h 3030"/>
                      <a:gd name="T18" fmla="*/ 2147483647 w 1158"/>
                      <a:gd name="T19" fmla="*/ 2147483647 h 3030"/>
                      <a:gd name="T20" fmla="*/ 2147483647 w 1158"/>
                      <a:gd name="T21" fmla="*/ 2147483647 h 3030"/>
                      <a:gd name="T22" fmla="*/ 2147483647 w 1158"/>
                      <a:gd name="T23" fmla="*/ 2147483647 h 3030"/>
                      <a:gd name="T24" fmla="*/ 2147483647 w 1158"/>
                      <a:gd name="T25" fmla="*/ 2147483647 h 3030"/>
                      <a:gd name="T26" fmla="*/ 2147483647 w 1158"/>
                      <a:gd name="T27" fmla="*/ 2147483647 h 3030"/>
                      <a:gd name="T28" fmla="*/ 2147483647 w 1158"/>
                      <a:gd name="T29" fmla="*/ 2147483647 h 3030"/>
                      <a:gd name="T30" fmla="*/ 2147483647 w 1158"/>
                      <a:gd name="T31" fmla="*/ 2147483647 h 3030"/>
                      <a:gd name="T32" fmla="*/ 2147483647 w 1158"/>
                      <a:gd name="T33" fmla="*/ 2147483647 h 3030"/>
                      <a:gd name="T34" fmla="*/ 2147483647 w 1158"/>
                      <a:gd name="T35" fmla="*/ 2147483647 h 3030"/>
                      <a:gd name="T36" fmla="*/ 2147483647 w 1158"/>
                      <a:gd name="T37" fmla="*/ 2147483647 h 3030"/>
                      <a:gd name="T38" fmla="*/ 2147483647 w 1158"/>
                      <a:gd name="T39" fmla="*/ 2147483647 h 3030"/>
                      <a:gd name="T40" fmla="*/ 2147483647 w 1158"/>
                      <a:gd name="T41" fmla="*/ 2147483647 h 3030"/>
                      <a:gd name="T42" fmla="*/ 2147483647 w 1158"/>
                      <a:gd name="T43" fmla="*/ 2147483647 h 3030"/>
                      <a:gd name="T44" fmla="*/ 2147483647 w 1158"/>
                      <a:gd name="T45" fmla="*/ 2147483647 h 3030"/>
                      <a:gd name="T46" fmla="*/ 2147483647 w 1158"/>
                      <a:gd name="T47" fmla="*/ 2147483647 h 3030"/>
                      <a:gd name="T48" fmla="*/ 2147483647 w 1158"/>
                      <a:gd name="T49" fmla="*/ 2147483647 h 3030"/>
                      <a:gd name="T50" fmla="*/ 2147483647 w 1158"/>
                      <a:gd name="T51" fmla="*/ 2147483647 h 3030"/>
                      <a:gd name="T52" fmla="*/ 2147483647 w 1158"/>
                      <a:gd name="T53" fmla="*/ 2147483647 h 3030"/>
                      <a:gd name="T54" fmla="*/ 2147483647 w 1158"/>
                      <a:gd name="T55" fmla="*/ 2147483647 h 3030"/>
                      <a:gd name="T56" fmla="*/ 2147483647 w 1158"/>
                      <a:gd name="T57" fmla="*/ 2147483647 h 3030"/>
                      <a:gd name="T58" fmla="*/ 2147483647 w 1158"/>
                      <a:gd name="T59" fmla="*/ 2147483647 h 3030"/>
                      <a:gd name="T60" fmla="*/ 2147483647 w 1158"/>
                      <a:gd name="T61" fmla="*/ 2147483647 h 3030"/>
                      <a:gd name="T62" fmla="*/ 2147483647 w 1158"/>
                      <a:gd name="T63" fmla="*/ 2147483647 h 3030"/>
                      <a:gd name="T64" fmla="*/ 2147483647 w 1158"/>
                      <a:gd name="T65" fmla="*/ 2147483647 h 3030"/>
                      <a:gd name="T66" fmla="*/ 2147483647 w 1158"/>
                      <a:gd name="T67" fmla="*/ 2147483647 h 3030"/>
                      <a:gd name="T68" fmla="*/ 2147483647 w 1158"/>
                      <a:gd name="T69" fmla="*/ 2147483647 h 3030"/>
                      <a:gd name="T70" fmla="*/ 2147483647 w 1158"/>
                      <a:gd name="T71" fmla="*/ 2147483647 h 3030"/>
                      <a:gd name="T72" fmla="*/ 2147483647 w 1158"/>
                      <a:gd name="T73" fmla="*/ 2147483647 h 3030"/>
                      <a:gd name="T74" fmla="*/ 2147483647 w 1158"/>
                      <a:gd name="T75" fmla="*/ 2147483647 h 3030"/>
                      <a:gd name="T76" fmla="*/ 2147483647 w 1158"/>
                      <a:gd name="T77" fmla="*/ 2147483647 h 3030"/>
                      <a:gd name="T78" fmla="*/ 0 w 1158"/>
                      <a:gd name="T79" fmla="*/ 2147483647 h 3030"/>
                      <a:gd name="T80" fmla="*/ 2147483647 w 1158"/>
                      <a:gd name="T81" fmla="*/ 2147483647 h 3030"/>
                      <a:gd name="T82" fmla="*/ 2147483647 w 1158"/>
                      <a:gd name="T83" fmla="*/ 2147483647 h 3030"/>
                      <a:gd name="T84" fmla="*/ 2147483647 w 1158"/>
                      <a:gd name="T85" fmla="*/ 2147483647 h 3030"/>
                      <a:gd name="T86" fmla="*/ 2147483647 w 1158"/>
                      <a:gd name="T87" fmla="*/ 2147483647 h 3030"/>
                      <a:gd name="T88" fmla="*/ 2147483647 w 1158"/>
                      <a:gd name="T89" fmla="*/ 2147483647 h 3030"/>
                      <a:gd name="T90" fmla="*/ 2147483647 w 1158"/>
                      <a:gd name="T91" fmla="*/ 2147483647 h 3030"/>
                      <a:gd name="T92" fmla="*/ 2147483647 w 1158"/>
                      <a:gd name="T93" fmla="*/ 2147483647 h 3030"/>
                      <a:gd name="T94" fmla="*/ 2147483647 w 1158"/>
                      <a:gd name="T95" fmla="*/ 2147483647 h 3030"/>
                      <a:gd name="T96" fmla="*/ 2147483647 w 1158"/>
                      <a:gd name="T97" fmla="*/ 2147483647 h 3030"/>
                      <a:gd name="T98" fmla="*/ 2147483647 w 1158"/>
                      <a:gd name="T99" fmla="*/ 2147483647 h 3030"/>
                      <a:gd name="T100" fmla="*/ 2147483647 w 1158"/>
                      <a:gd name="T101" fmla="*/ 2147483647 h 3030"/>
                      <a:gd name="T102" fmla="*/ 2147483647 w 1158"/>
                      <a:gd name="T103" fmla="*/ 2147483647 h 3030"/>
                      <a:gd name="T104" fmla="*/ 2147483647 w 1158"/>
                      <a:gd name="T105" fmla="*/ 2147483647 h 3030"/>
                      <a:gd name="T106" fmla="*/ 2147483647 w 1158"/>
                      <a:gd name="T107" fmla="*/ 2147483647 h 3030"/>
                      <a:gd name="T108" fmla="*/ 2147483647 w 1158"/>
                      <a:gd name="T109" fmla="*/ 2147483647 h 3030"/>
                      <a:gd name="T110" fmla="*/ 2147483647 w 1158"/>
                      <a:gd name="T111" fmla="*/ 2147483647 h 3030"/>
                      <a:gd name="T112" fmla="*/ 2147483647 w 1158"/>
                      <a:gd name="T113" fmla="*/ 2147483647 h 3030"/>
                      <a:gd name="T114" fmla="*/ 2147483647 w 1158"/>
                      <a:gd name="T115" fmla="*/ 2147483647 h 3030"/>
                      <a:gd name="T116" fmla="*/ 2147483647 w 1158"/>
                      <a:gd name="T117" fmla="*/ 2147483647 h 3030"/>
                      <a:gd name="T118" fmla="*/ 2147483647 w 1158"/>
                      <a:gd name="T119" fmla="*/ 2147483647 h 3030"/>
                      <a:gd name="T120" fmla="*/ 2147483647 w 1158"/>
                      <a:gd name="T121" fmla="*/ 2147483647 h 3030"/>
                      <a:gd name="T122" fmla="*/ 2147483647 w 1158"/>
                      <a:gd name="T123" fmla="*/ 2147483647 h 3030"/>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158"/>
                      <a:gd name="T187" fmla="*/ 0 h 3030"/>
                      <a:gd name="T188" fmla="*/ 1158 w 1158"/>
                      <a:gd name="T189" fmla="*/ 3030 h 3030"/>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158" h="3030">
                        <a:moveTo>
                          <a:pt x="1014" y="2910"/>
                        </a:moveTo>
                        <a:lnTo>
                          <a:pt x="984" y="2898"/>
                        </a:lnTo>
                        <a:lnTo>
                          <a:pt x="966" y="2880"/>
                        </a:lnTo>
                        <a:lnTo>
                          <a:pt x="948" y="2874"/>
                        </a:lnTo>
                        <a:lnTo>
                          <a:pt x="942" y="2862"/>
                        </a:lnTo>
                        <a:lnTo>
                          <a:pt x="936" y="2856"/>
                        </a:lnTo>
                        <a:lnTo>
                          <a:pt x="936" y="2850"/>
                        </a:lnTo>
                        <a:lnTo>
                          <a:pt x="906" y="2850"/>
                        </a:lnTo>
                        <a:lnTo>
                          <a:pt x="912" y="2832"/>
                        </a:lnTo>
                        <a:lnTo>
                          <a:pt x="870" y="2796"/>
                        </a:lnTo>
                        <a:lnTo>
                          <a:pt x="840" y="2802"/>
                        </a:lnTo>
                        <a:lnTo>
                          <a:pt x="828" y="2796"/>
                        </a:lnTo>
                        <a:lnTo>
                          <a:pt x="816" y="2808"/>
                        </a:lnTo>
                        <a:lnTo>
                          <a:pt x="792" y="2814"/>
                        </a:lnTo>
                        <a:lnTo>
                          <a:pt x="798" y="2832"/>
                        </a:lnTo>
                        <a:lnTo>
                          <a:pt x="780" y="2832"/>
                        </a:lnTo>
                        <a:lnTo>
                          <a:pt x="780" y="2862"/>
                        </a:lnTo>
                        <a:lnTo>
                          <a:pt x="786" y="2868"/>
                        </a:lnTo>
                        <a:lnTo>
                          <a:pt x="798" y="2868"/>
                        </a:lnTo>
                        <a:lnTo>
                          <a:pt x="810" y="2862"/>
                        </a:lnTo>
                        <a:lnTo>
                          <a:pt x="816" y="2856"/>
                        </a:lnTo>
                        <a:lnTo>
                          <a:pt x="828" y="2850"/>
                        </a:lnTo>
                        <a:lnTo>
                          <a:pt x="834" y="2844"/>
                        </a:lnTo>
                        <a:lnTo>
                          <a:pt x="858" y="2856"/>
                        </a:lnTo>
                        <a:lnTo>
                          <a:pt x="858" y="2874"/>
                        </a:lnTo>
                        <a:lnTo>
                          <a:pt x="846" y="2880"/>
                        </a:lnTo>
                        <a:lnTo>
                          <a:pt x="828" y="2898"/>
                        </a:lnTo>
                        <a:lnTo>
                          <a:pt x="822" y="2898"/>
                        </a:lnTo>
                        <a:lnTo>
                          <a:pt x="828" y="2904"/>
                        </a:lnTo>
                        <a:lnTo>
                          <a:pt x="882" y="2922"/>
                        </a:lnTo>
                        <a:lnTo>
                          <a:pt x="912" y="2928"/>
                        </a:lnTo>
                        <a:lnTo>
                          <a:pt x="924" y="2934"/>
                        </a:lnTo>
                        <a:lnTo>
                          <a:pt x="906" y="2958"/>
                        </a:lnTo>
                        <a:lnTo>
                          <a:pt x="906" y="2952"/>
                        </a:lnTo>
                        <a:lnTo>
                          <a:pt x="894" y="2940"/>
                        </a:lnTo>
                        <a:lnTo>
                          <a:pt x="876" y="2940"/>
                        </a:lnTo>
                        <a:lnTo>
                          <a:pt x="870" y="2946"/>
                        </a:lnTo>
                        <a:lnTo>
                          <a:pt x="870" y="2952"/>
                        </a:lnTo>
                        <a:lnTo>
                          <a:pt x="852" y="2928"/>
                        </a:lnTo>
                        <a:lnTo>
                          <a:pt x="834" y="2934"/>
                        </a:lnTo>
                        <a:lnTo>
                          <a:pt x="846" y="2946"/>
                        </a:lnTo>
                        <a:lnTo>
                          <a:pt x="816" y="2940"/>
                        </a:lnTo>
                        <a:lnTo>
                          <a:pt x="822" y="2946"/>
                        </a:lnTo>
                        <a:lnTo>
                          <a:pt x="828" y="2958"/>
                        </a:lnTo>
                        <a:lnTo>
                          <a:pt x="834" y="2964"/>
                        </a:lnTo>
                        <a:lnTo>
                          <a:pt x="894" y="2964"/>
                        </a:lnTo>
                        <a:lnTo>
                          <a:pt x="906" y="2970"/>
                        </a:lnTo>
                        <a:lnTo>
                          <a:pt x="1050" y="2970"/>
                        </a:lnTo>
                        <a:lnTo>
                          <a:pt x="1074" y="2982"/>
                        </a:lnTo>
                        <a:lnTo>
                          <a:pt x="1080" y="2988"/>
                        </a:lnTo>
                        <a:lnTo>
                          <a:pt x="1086" y="2988"/>
                        </a:lnTo>
                        <a:lnTo>
                          <a:pt x="1122" y="2970"/>
                        </a:lnTo>
                        <a:lnTo>
                          <a:pt x="1140" y="2976"/>
                        </a:lnTo>
                        <a:lnTo>
                          <a:pt x="1152" y="2976"/>
                        </a:lnTo>
                        <a:lnTo>
                          <a:pt x="1158" y="2952"/>
                        </a:lnTo>
                        <a:lnTo>
                          <a:pt x="1140" y="2952"/>
                        </a:lnTo>
                        <a:lnTo>
                          <a:pt x="1086" y="2940"/>
                        </a:lnTo>
                        <a:lnTo>
                          <a:pt x="1014" y="2910"/>
                        </a:lnTo>
                        <a:close/>
                        <a:moveTo>
                          <a:pt x="990" y="2988"/>
                        </a:moveTo>
                        <a:lnTo>
                          <a:pt x="1014" y="3000"/>
                        </a:lnTo>
                        <a:lnTo>
                          <a:pt x="1068" y="3006"/>
                        </a:lnTo>
                        <a:lnTo>
                          <a:pt x="1038" y="2982"/>
                        </a:lnTo>
                        <a:lnTo>
                          <a:pt x="990" y="2988"/>
                        </a:lnTo>
                        <a:close/>
                        <a:moveTo>
                          <a:pt x="960" y="2994"/>
                        </a:moveTo>
                        <a:lnTo>
                          <a:pt x="966" y="2982"/>
                        </a:lnTo>
                        <a:lnTo>
                          <a:pt x="888" y="2982"/>
                        </a:lnTo>
                        <a:lnTo>
                          <a:pt x="906" y="3012"/>
                        </a:lnTo>
                        <a:lnTo>
                          <a:pt x="936" y="3018"/>
                        </a:lnTo>
                        <a:lnTo>
                          <a:pt x="930" y="3006"/>
                        </a:lnTo>
                        <a:lnTo>
                          <a:pt x="936" y="3000"/>
                        </a:lnTo>
                        <a:lnTo>
                          <a:pt x="948" y="3012"/>
                        </a:lnTo>
                        <a:lnTo>
                          <a:pt x="996" y="3012"/>
                        </a:lnTo>
                        <a:lnTo>
                          <a:pt x="1008" y="3030"/>
                        </a:lnTo>
                        <a:lnTo>
                          <a:pt x="1026" y="3030"/>
                        </a:lnTo>
                        <a:lnTo>
                          <a:pt x="996" y="3000"/>
                        </a:lnTo>
                        <a:lnTo>
                          <a:pt x="960" y="2994"/>
                        </a:lnTo>
                        <a:close/>
                        <a:moveTo>
                          <a:pt x="804" y="2946"/>
                        </a:moveTo>
                        <a:lnTo>
                          <a:pt x="744" y="2940"/>
                        </a:lnTo>
                        <a:lnTo>
                          <a:pt x="750" y="2958"/>
                        </a:lnTo>
                        <a:lnTo>
                          <a:pt x="792" y="2958"/>
                        </a:lnTo>
                        <a:lnTo>
                          <a:pt x="804" y="2976"/>
                        </a:lnTo>
                        <a:lnTo>
                          <a:pt x="864" y="3000"/>
                        </a:lnTo>
                        <a:lnTo>
                          <a:pt x="828" y="2970"/>
                        </a:lnTo>
                        <a:lnTo>
                          <a:pt x="804" y="2946"/>
                        </a:lnTo>
                        <a:close/>
                        <a:moveTo>
                          <a:pt x="804" y="2880"/>
                        </a:moveTo>
                        <a:lnTo>
                          <a:pt x="786" y="2898"/>
                        </a:lnTo>
                        <a:lnTo>
                          <a:pt x="792" y="2928"/>
                        </a:lnTo>
                        <a:lnTo>
                          <a:pt x="816" y="2922"/>
                        </a:lnTo>
                        <a:lnTo>
                          <a:pt x="804" y="2880"/>
                        </a:lnTo>
                        <a:close/>
                        <a:moveTo>
                          <a:pt x="774" y="2928"/>
                        </a:moveTo>
                        <a:lnTo>
                          <a:pt x="768" y="2910"/>
                        </a:lnTo>
                        <a:lnTo>
                          <a:pt x="720" y="2898"/>
                        </a:lnTo>
                        <a:lnTo>
                          <a:pt x="708" y="2916"/>
                        </a:lnTo>
                        <a:lnTo>
                          <a:pt x="708" y="2934"/>
                        </a:lnTo>
                        <a:lnTo>
                          <a:pt x="744" y="2922"/>
                        </a:lnTo>
                        <a:lnTo>
                          <a:pt x="774" y="2928"/>
                        </a:lnTo>
                        <a:close/>
                        <a:moveTo>
                          <a:pt x="612" y="2772"/>
                        </a:moveTo>
                        <a:lnTo>
                          <a:pt x="606" y="2766"/>
                        </a:lnTo>
                        <a:lnTo>
                          <a:pt x="594" y="2766"/>
                        </a:lnTo>
                        <a:lnTo>
                          <a:pt x="588" y="2760"/>
                        </a:lnTo>
                        <a:lnTo>
                          <a:pt x="570" y="2760"/>
                        </a:lnTo>
                        <a:lnTo>
                          <a:pt x="570" y="2766"/>
                        </a:lnTo>
                        <a:lnTo>
                          <a:pt x="564" y="2778"/>
                        </a:lnTo>
                        <a:lnTo>
                          <a:pt x="564" y="2808"/>
                        </a:lnTo>
                        <a:lnTo>
                          <a:pt x="570" y="2808"/>
                        </a:lnTo>
                        <a:lnTo>
                          <a:pt x="576" y="2802"/>
                        </a:lnTo>
                        <a:lnTo>
                          <a:pt x="588" y="2802"/>
                        </a:lnTo>
                        <a:lnTo>
                          <a:pt x="594" y="2796"/>
                        </a:lnTo>
                        <a:lnTo>
                          <a:pt x="600" y="2820"/>
                        </a:lnTo>
                        <a:lnTo>
                          <a:pt x="630" y="2808"/>
                        </a:lnTo>
                        <a:lnTo>
                          <a:pt x="612" y="2790"/>
                        </a:lnTo>
                        <a:lnTo>
                          <a:pt x="618" y="2772"/>
                        </a:lnTo>
                        <a:lnTo>
                          <a:pt x="612" y="2772"/>
                        </a:lnTo>
                        <a:close/>
                        <a:moveTo>
                          <a:pt x="552" y="2826"/>
                        </a:moveTo>
                        <a:lnTo>
                          <a:pt x="516" y="2808"/>
                        </a:lnTo>
                        <a:lnTo>
                          <a:pt x="546" y="2832"/>
                        </a:lnTo>
                        <a:lnTo>
                          <a:pt x="588" y="2844"/>
                        </a:lnTo>
                        <a:lnTo>
                          <a:pt x="606" y="2850"/>
                        </a:lnTo>
                        <a:lnTo>
                          <a:pt x="588" y="2832"/>
                        </a:lnTo>
                        <a:lnTo>
                          <a:pt x="552" y="2826"/>
                        </a:lnTo>
                        <a:close/>
                        <a:moveTo>
                          <a:pt x="552" y="2748"/>
                        </a:moveTo>
                        <a:lnTo>
                          <a:pt x="534" y="2730"/>
                        </a:lnTo>
                        <a:lnTo>
                          <a:pt x="528" y="2766"/>
                        </a:lnTo>
                        <a:lnTo>
                          <a:pt x="504" y="2772"/>
                        </a:lnTo>
                        <a:lnTo>
                          <a:pt x="546" y="2784"/>
                        </a:lnTo>
                        <a:lnTo>
                          <a:pt x="552" y="2748"/>
                        </a:lnTo>
                        <a:close/>
                        <a:moveTo>
                          <a:pt x="444" y="2736"/>
                        </a:moveTo>
                        <a:lnTo>
                          <a:pt x="480" y="2772"/>
                        </a:lnTo>
                        <a:lnTo>
                          <a:pt x="492" y="2760"/>
                        </a:lnTo>
                        <a:lnTo>
                          <a:pt x="462" y="2724"/>
                        </a:lnTo>
                        <a:lnTo>
                          <a:pt x="444" y="2736"/>
                        </a:lnTo>
                        <a:close/>
                        <a:moveTo>
                          <a:pt x="516" y="2724"/>
                        </a:moveTo>
                        <a:lnTo>
                          <a:pt x="504" y="2718"/>
                        </a:lnTo>
                        <a:lnTo>
                          <a:pt x="492" y="2730"/>
                        </a:lnTo>
                        <a:lnTo>
                          <a:pt x="504" y="2748"/>
                        </a:lnTo>
                        <a:lnTo>
                          <a:pt x="516" y="2724"/>
                        </a:lnTo>
                        <a:close/>
                        <a:moveTo>
                          <a:pt x="456" y="2706"/>
                        </a:moveTo>
                        <a:lnTo>
                          <a:pt x="462" y="2676"/>
                        </a:lnTo>
                        <a:lnTo>
                          <a:pt x="456" y="2640"/>
                        </a:lnTo>
                        <a:lnTo>
                          <a:pt x="438" y="2634"/>
                        </a:lnTo>
                        <a:lnTo>
                          <a:pt x="438" y="2652"/>
                        </a:lnTo>
                        <a:lnTo>
                          <a:pt x="408" y="2646"/>
                        </a:lnTo>
                        <a:lnTo>
                          <a:pt x="432" y="2682"/>
                        </a:lnTo>
                        <a:lnTo>
                          <a:pt x="426" y="2724"/>
                        </a:lnTo>
                        <a:lnTo>
                          <a:pt x="456" y="2706"/>
                        </a:lnTo>
                        <a:close/>
                        <a:moveTo>
                          <a:pt x="366" y="2622"/>
                        </a:moveTo>
                        <a:lnTo>
                          <a:pt x="384" y="2628"/>
                        </a:lnTo>
                        <a:lnTo>
                          <a:pt x="390" y="2658"/>
                        </a:lnTo>
                        <a:lnTo>
                          <a:pt x="396" y="2628"/>
                        </a:lnTo>
                        <a:lnTo>
                          <a:pt x="402" y="2604"/>
                        </a:lnTo>
                        <a:lnTo>
                          <a:pt x="372" y="2598"/>
                        </a:lnTo>
                        <a:lnTo>
                          <a:pt x="366" y="2622"/>
                        </a:lnTo>
                        <a:close/>
                        <a:moveTo>
                          <a:pt x="372" y="2586"/>
                        </a:moveTo>
                        <a:lnTo>
                          <a:pt x="378" y="2586"/>
                        </a:lnTo>
                        <a:lnTo>
                          <a:pt x="378" y="2580"/>
                        </a:lnTo>
                        <a:lnTo>
                          <a:pt x="384" y="2574"/>
                        </a:lnTo>
                        <a:lnTo>
                          <a:pt x="414" y="2598"/>
                        </a:lnTo>
                        <a:lnTo>
                          <a:pt x="414" y="2574"/>
                        </a:lnTo>
                        <a:lnTo>
                          <a:pt x="384" y="2544"/>
                        </a:lnTo>
                        <a:lnTo>
                          <a:pt x="378" y="2532"/>
                        </a:lnTo>
                        <a:lnTo>
                          <a:pt x="372" y="2526"/>
                        </a:lnTo>
                        <a:lnTo>
                          <a:pt x="360" y="2502"/>
                        </a:lnTo>
                        <a:lnTo>
                          <a:pt x="360" y="2490"/>
                        </a:lnTo>
                        <a:lnTo>
                          <a:pt x="342" y="2454"/>
                        </a:lnTo>
                        <a:lnTo>
                          <a:pt x="330" y="2448"/>
                        </a:lnTo>
                        <a:lnTo>
                          <a:pt x="324" y="2442"/>
                        </a:lnTo>
                        <a:lnTo>
                          <a:pt x="318" y="2442"/>
                        </a:lnTo>
                        <a:lnTo>
                          <a:pt x="312" y="2448"/>
                        </a:lnTo>
                        <a:lnTo>
                          <a:pt x="312" y="2454"/>
                        </a:lnTo>
                        <a:lnTo>
                          <a:pt x="294" y="2448"/>
                        </a:lnTo>
                        <a:lnTo>
                          <a:pt x="288" y="2454"/>
                        </a:lnTo>
                        <a:lnTo>
                          <a:pt x="288" y="2466"/>
                        </a:lnTo>
                        <a:lnTo>
                          <a:pt x="282" y="2472"/>
                        </a:lnTo>
                        <a:lnTo>
                          <a:pt x="282" y="2490"/>
                        </a:lnTo>
                        <a:lnTo>
                          <a:pt x="330" y="2490"/>
                        </a:lnTo>
                        <a:lnTo>
                          <a:pt x="312" y="2532"/>
                        </a:lnTo>
                        <a:lnTo>
                          <a:pt x="324" y="2532"/>
                        </a:lnTo>
                        <a:lnTo>
                          <a:pt x="348" y="2508"/>
                        </a:lnTo>
                        <a:lnTo>
                          <a:pt x="342" y="2532"/>
                        </a:lnTo>
                        <a:lnTo>
                          <a:pt x="342" y="2538"/>
                        </a:lnTo>
                        <a:lnTo>
                          <a:pt x="348" y="2544"/>
                        </a:lnTo>
                        <a:lnTo>
                          <a:pt x="366" y="2580"/>
                        </a:lnTo>
                        <a:lnTo>
                          <a:pt x="366" y="2586"/>
                        </a:lnTo>
                        <a:lnTo>
                          <a:pt x="372" y="2586"/>
                        </a:lnTo>
                        <a:close/>
                        <a:moveTo>
                          <a:pt x="246" y="2082"/>
                        </a:moveTo>
                        <a:lnTo>
                          <a:pt x="246" y="2034"/>
                        </a:lnTo>
                        <a:lnTo>
                          <a:pt x="216" y="2004"/>
                        </a:lnTo>
                        <a:lnTo>
                          <a:pt x="234" y="1992"/>
                        </a:lnTo>
                        <a:lnTo>
                          <a:pt x="210" y="1968"/>
                        </a:lnTo>
                        <a:lnTo>
                          <a:pt x="174" y="1956"/>
                        </a:lnTo>
                        <a:lnTo>
                          <a:pt x="174" y="1986"/>
                        </a:lnTo>
                        <a:lnTo>
                          <a:pt x="180" y="1998"/>
                        </a:lnTo>
                        <a:lnTo>
                          <a:pt x="180" y="2004"/>
                        </a:lnTo>
                        <a:lnTo>
                          <a:pt x="192" y="2016"/>
                        </a:lnTo>
                        <a:lnTo>
                          <a:pt x="198" y="2028"/>
                        </a:lnTo>
                        <a:lnTo>
                          <a:pt x="204" y="2034"/>
                        </a:lnTo>
                        <a:lnTo>
                          <a:pt x="204" y="2046"/>
                        </a:lnTo>
                        <a:lnTo>
                          <a:pt x="198" y="2064"/>
                        </a:lnTo>
                        <a:lnTo>
                          <a:pt x="246" y="2082"/>
                        </a:lnTo>
                        <a:close/>
                        <a:moveTo>
                          <a:pt x="246" y="2178"/>
                        </a:moveTo>
                        <a:lnTo>
                          <a:pt x="258" y="2190"/>
                        </a:lnTo>
                        <a:lnTo>
                          <a:pt x="282" y="2190"/>
                        </a:lnTo>
                        <a:lnTo>
                          <a:pt x="294" y="2172"/>
                        </a:lnTo>
                        <a:lnTo>
                          <a:pt x="264" y="2178"/>
                        </a:lnTo>
                        <a:lnTo>
                          <a:pt x="246" y="2178"/>
                        </a:lnTo>
                        <a:close/>
                        <a:moveTo>
                          <a:pt x="282" y="2220"/>
                        </a:moveTo>
                        <a:lnTo>
                          <a:pt x="282" y="2238"/>
                        </a:lnTo>
                        <a:lnTo>
                          <a:pt x="306" y="2256"/>
                        </a:lnTo>
                        <a:lnTo>
                          <a:pt x="306" y="2232"/>
                        </a:lnTo>
                        <a:lnTo>
                          <a:pt x="294" y="2208"/>
                        </a:lnTo>
                        <a:lnTo>
                          <a:pt x="258" y="2208"/>
                        </a:lnTo>
                        <a:lnTo>
                          <a:pt x="282" y="2220"/>
                        </a:lnTo>
                        <a:close/>
                        <a:moveTo>
                          <a:pt x="318" y="2190"/>
                        </a:moveTo>
                        <a:lnTo>
                          <a:pt x="324" y="2184"/>
                        </a:lnTo>
                        <a:lnTo>
                          <a:pt x="336" y="2178"/>
                        </a:lnTo>
                        <a:lnTo>
                          <a:pt x="348" y="2166"/>
                        </a:lnTo>
                        <a:lnTo>
                          <a:pt x="336" y="2154"/>
                        </a:lnTo>
                        <a:lnTo>
                          <a:pt x="324" y="2154"/>
                        </a:lnTo>
                        <a:lnTo>
                          <a:pt x="312" y="2160"/>
                        </a:lnTo>
                        <a:lnTo>
                          <a:pt x="306" y="2166"/>
                        </a:lnTo>
                        <a:lnTo>
                          <a:pt x="306" y="2184"/>
                        </a:lnTo>
                        <a:lnTo>
                          <a:pt x="312" y="2190"/>
                        </a:lnTo>
                        <a:lnTo>
                          <a:pt x="318" y="2190"/>
                        </a:lnTo>
                        <a:close/>
                        <a:moveTo>
                          <a:pt x="252" y="2112"/>
                        </a:moveTo>
                        <a:lnTo>
                          <a:pt x="240" y="2118"/>
                        </a:lnTo>
                        <a:lnTo>
                          <a:pt x="240" y="2136"/>
                        </a:lnTo>
                        <a:lnTo>
                          <a:pt x="252" y="2136"/>
                        </a:lnTo>
                        <a:lnTo>
                          <a:pt x="264" y="2124"/>
                        </a:lnTo>
                        <a:lnTo>
                          <a:pt x="264" y="2106"/>
                        </a:lnTo>
                        <a:lnTo>
                          <a:pt x="258" y="2106"/>
                        </a:lnTo>
                        <a:lnTo>
                          <a:pt x="252" y="2112"/>
                        </a:lnTo>
                        <a:close/>
                        <a:moveTo>
                          <a:pt x="234" y="2154"/>
                        </a:moveTo>
                        <a:lnTo>
                          <a:pt x="216" y="2154"/>
                        </a:lnTo>
                        <a:lnTo>
                          <a:pt x="228" y="2178"/>
                        </a:lnTo>
                        <a:lnTo>
                          <a:pt x="234" y="2154"/>
                        </a:lnTo>
                        <a:close/>
                        <a:moveTo>
                          <a:pt x="714" y="2874"/>
                        </a:moveTo>
                        <a:lnTo>
                          <a:pt x="726" y="2874"/>
                        </a:lnTo>
                        <a:lnTo>
                          <a:pt x="726" y="2886"/>
                        </a:lnTo>
                        <a:lnTo>
                          <a:pt x="768" y="2886"/>
                        </a:lnTo>
                        <a:lnTo>
                          <a:pt x="774" y="2880"/>
                        </a:lnTo>
                        <a:lnTo>
                          <a:pt x="774" y="2874"/>
                        </a:lnTo>
                        <a:lnTo>
                          <a:pt x="744" y="2844"/>
                        </a:lnTo>
                        <a:lnTo>
                          <a:pt x="744" y="2808"/>
                        </a:lnTo>
                        <a:lnTo>
                          <a:pt x="786" y="2802"/>
                        </a:lnTo>
                        <a:lnTo>
                          <a:pt x="780" y="2790"/>
                        </a:lnTo>
                        <a:lnTo>
                          <a:pt x="804" y="2790"/>
                        </a:lnTo>
                        <a:lnTo>
                          <a:pt x="816" y="2772"/>
                        </a:lnTo>
                        <a:lnTo>
                          <a:pt x="792" y="2754"/>
                        </a:lnTo>
                        <a:lnTo>
                          <a:pt x="696" y="2754"/>
                        </a:lnTo>
                        <a:lnTo>
                          <a:pt x="684" y="2760"/>
                        </a:lnTo>
                        <a:lnTo>
                          <a:pt x="672" y="2760"/>
                        </a:lnTo>
                        <a:lnTo>
                          <a:pt x="654" y="2742"/>
                        </a:lnTo>
                        <a:lnTo>
                          <a:pt x="618" y="2724"/>
                        </a:lnTo>
                        <a:lnTo>
                          <a:pt x="606" y="2706"/>
                        </a:lnTo>
                        <a:lnTo>
                          <a:pt x="588" y="2682"/>
                        </a:lnTo>
                        <a:lnTo>
                          <a:pt x="588" y="2658"/>
                        </a:lnTo>
                        <a:lnTo>
                          <a:pt x="576" y="2646"/>
                        </a:lnTo>
                        <a:lnTo>
                          <a:pt x="564" y="2640"/>
                        </a:lnTo>
                        <a:lnTo>
                          <a:pt x="546" y="2640"/>
                        </a:lnTo>
                        <a:lnTo>
                          <a:pt x="534" y="2652"/>
                        </a:lnTo>
                        <a:lnTo>
                          <a:pt x="528" y="2652"/>
                        </a:lnTo>
                        <a:lnTo>
                          <a:pt x="516" y="2646"/>
                        </a:lnTo>
                        <a:lnTo>
                          <a:pt x="510" y="2640"/>
                        </a:lnTo>
                        <a:lnTo>
                          <a:pt x="510" y="2628"/>
                        </a:lnTo>
                        <a:lnTo>
                          <a:pt x="504" y="2622"/>
                        </a:lnTo>
                        <a:lnTo>
                          <a:pt x="504" y="2616"/>
                        </a:lnTo>
                        <a:lnTo>
                          <a:pt x="474" y="2610"/>
                        </a:lnTo>
                        <a:lnTo>
                          <a:pt x="474" y="2574"/>
                        </a:lnTo>
                        <a:lnTo>
                          <a:pt x="468" y="2568"/>
                        </a:lnTo>
                        <a:lnTo>
                          <a:pt x="462" y="2556"/>
                        </a:lnTo>
                        <a:lnTo>
                          <a:pt x="462" y="2544"/>
                        </a:lnTo>
                        <a:lnTo>
                          <a:pt x="474" y="2538"/>
                        </a:lnTo>
                        <a:lnTo>
                          <a:pt x="474" y="2514"/>
                        </a:lnTo>
                        <a:lnTo>
                          <a:pt x="480" y="2514"/>
                        </a:lnTo>
                        <a:lnTo>
                          <a:pt x="486" y="2508"/>
                        </a:lnTo>
                        <a:lnTo>
                          <a:pt x="492" y="2508"/>
                        </a:lnTo>
                        <a:lnTo>
                          <a:pt x="498" y="2502"/>
                        </a:lnTo>
                        <a:lnTo>
                          <a:pt x="498" y="2496"/>
                        </a:lnTo>
                        <a:lnTo>
                          <a:pt x="474" y="2472"/>
                        </a:lnTo>
                        <a:lnTo>
                          <a:pt x="480" y="2466"/>
                        </a:lnTo>
                        <a:lnTo>
                          <a:pt x="492" y="2460"/>
                        </a:lnTo>
                        <a:lnTo>
                          <a:pt x="498" y="2460"/>
                        </a:lnTo>
                        <a:lnTo>
                          <a:pt x="498" y="2454"/>
                        </a:lnTo>
                        <a:lnTo>
                          <a:pt x="474" y="2430"/>
                        </a:lnTo>
                        <a:lnTo>
                          <a:pt x="468" y="2430"/>
                        </a:lnTo>
                        <a:lnTo>
                          <a:pt x="474" y="2388"/>
                        </a:lnTo>
                        <a:lnTo>
                          <a:pt x="486" y="2382"/>
                        </a:lnTo>
                        <a:lnTo>
                          <a:pt x="474" y="2358"/>
                        </a:lnTo>
                        <a:lnTo>
                          <a:pt x="480" y="2322"/>
                        </a:lnTo>
                        <a:lnTo>
                          <a:pt x="456" y="2298"/>
                        </a:lnTo>
                        <a:lnTo>
                          <a:pt x="462" y="2274"/>
                        </a:lnTo>
                        <a:lnTo>
                          <a:pt x="438" y="2256"/>
                        </a:lnTo>
                        <a:lnTo>
                          <a:pt x="450" y="2244"/>
                        </a:lnTo>
                        <a:lnTo>
                          <a:pt x="456" y="2232"/>
                        </a:lnTo>
                        <a:lnTo>
                          <a:pt x="462" y="2226"/>
                        </a:lnTo>
                        <a:lnTo>
                          <a:pt x="438" y="2202"/>
                        </a:lnTo>
                        <a:lnTo>
                          <a:pt x="426" y="2202"/>
                        </a:lnTo>
                        <a:lnTo>
                          <a:pt x="420" y="2196"/>
                        </a:lnTo>
                        <a:lnTo>
                          <a:pt x="408" y="2190"/>
                        </a:lnTo>
                        <a:lnTo>
                          <a:pt x="402" y="2190"/>
                        </a:lnTo>
                        <a:lnTo>
                          <a:pt x="396" y="2184"/>
                        </a:lnTo>
                        <a:lnTo>
                          <a:pt x="414" y="2184"/>
                        </a:lnTo>
                        <a:lnTo>
                          <a:pt x="426" y="2178"/>
                        </a:lnTo>
                        <a:lnTo>
                          <a:pt x="438" y="2178"/>
                        </a:lnTo>
                        <a:lnTo>
                          <a:pt x="444" y="2172"/>
                        </a:lnTo>
                        <a:lnTo>
                          <a:pt x="444" y="2166"/>
                        </a:lnTo>
                        <a:lnTo>
                          <a:pt x="432" y="2160"/>
                        </a:lnTo>
                        <a:lnTo>
                          <a:pt x="402" y="2160"/>
                        </a:lnTo>
                        <a:lnTo>
                          <a:pt x="390" y="2148"/>
                        </a:lnTo>
                        <a:lnTo>
                          <a:pt x="390" y="2118"/>
                        </a:lnTo>
                        <a:lnTo>
                          <a:pt x="384" y="2106"/>
                        </a:lnTo>
                        <a:lnTo>
                          <a:pt x="384" y="2100"/>
                        </a:lnTo>
                        <a:lnTo>
                          <a:pt x="378" y="2094"/>
                        </a:lnTo>
                        <a:lnTo>
                          <a:pt x="366" y="2088"/>
                        </a:lnTo>
                        <a:lnTo>
                          <a:pt x="360" y="2088"/>
                        </a:lnTo>
                        <a:lnTo>
                          <a:pt x="366" y="2058"/>
                        </a:lnTo>
                        <a:lnTo>
                          <a:pt x="342" y="2046"/>
                        </a:lnTo>
                        <a:lnTo>
                          <a:pt x="336" y="2040"/>
                        </a:lnTo>
                        <a:lnTo>
                          <a:pt x="336" y="2028"/>
                        </a:lnTo>
                        <a:lnTo>
                          <a:pt x="330" y="2016"/>
                        </a:lnTo>
                        <a:lnTo>
                          <a:pt x="330" y="1998"/>
                        </a:lnTo>
                        <a:lnTo>
                          <a:pt x="324" y="1986"/>
                        </a:lnTo>
                        <a:lnTo>
                          <a:pt x="324" y="1974"/>
                        </a:lnTo>
                        <a:lnTo>
                          <a:pt x="330" y="1968"/>
                        </a:lnTo>
                        <a:lnTo>
                          <a:pt x="342" y="1962"/>
                        </a:lnTo>
                        <a:lnTo>
                          <a:pt x="348" y="1962"/>
                        </a:lnTo>
                        <a:lnTo>
                          <a:pt x="336" y="1950"/>
                        </a:lnTo>
                        <a:lnTo>
                          <a:pt x="324" y="1944"/>
                        </a:lnTo>
                        <a:lnTo>
                          <a:pt x="306" y="1926"/>
                        </a:lnTo>
                        <a:lnTo>
                          <a:pt x="300" y="1914"/>
                        </a:lnTo>
                        <a:lnTo>
                          <a:pt x="300" y="1890"/>
                        </a:lnTo>
                        <a:lnTo>
                          <a:pt x="294" y="1878"/>
                        </a:lnTo>
                        <a:lnTo>
                          <a:pt x="288" y="1872"/>
                        </a:lnTo>
                        <a:lnTo>
                          <a:pt x="288" y="1842"/>
                        </a:lnTo>
                        <a:lnTo>
                          <a:pt x="294" y="1836"/>
                        </a:lnTo>
                        <a:lnTo>
                          <a:pt x="294" y="1824"/>
                        </a:lnTo>
                        <a:lnTo>
                          <a:pt x="276" y="1812"/>
                        </a:lnTo>
                        <a:lnTo>
                          <a:pt x="276" y="1806"/>
                        </a:lnTo>
                        <a:lnTo>
                          <a:pt x="282" y="1794"/>
                        </a:lnTo>
                        <a:lnTo>
                          <a:pt x="282" y="1788"/>
                        </a:lnTo>
                        <a:lnTo>
                          <a:pt x="264" y="1770"/>
                        </a:lnTo>
                        <a:lnTo>
                          <a:pt x="282" y="1758"/>
                        </a:lnTo>
                        <a:lnTo>
                          <a:pt x="270" y="1716"/>
                        </a:lnTo>
                        <a:lnTo>
                          <a:pt x="276" y="1716"/>
                        </a:lnTo>
                        <a:lnTo>
                          <a:pt x="282" y="1710"/>
                        </a:lnTo>
                        <a:lnTo>
                          <a:pt x="294" y="1704"/>
                        </a:lnTo>
                        <a:lnTo>
                          <a:pt x="300" y="1692"/>
                        </a:lnTo>
                        <a:lnTo>
                          <a:pt x="300" y="1686"/>
                        </a:lnTo>
                        <a:lnTo>
                          <a:pt x="282" y="1668"/>
                        </a:lnTo>
                        <a:lnTo>
                          <a:pt x="276" y="1668"/>
                        </a:lnTo>
                        <a:lnTo>
                          <a:pt x="276" y="1650"/>
                        </a:lnTo>
                        <a:lnTo>
                          <a:pt x="246" y="1626"/>
                        </a:lnTo>
                        <a:lnTo>
                          <a:pt x="246" y="1578"/>
                        </a:lnTo>
                        <a:lnTo>
                          <a:pt x="240" y="1566"/>
                        </a:lnTo>
                        <a:lnTo>
                          <a:pt x="234" y="1548"/>
                        </a:lnTo>
                        <a:lnTo>
                          <a:pt x="234" y="1536"/>
                        </a:lnTo>
                        <a:lnTo>
                          <a:pt x="228" y="1530"/>
                        </a:lnTo>
                        <a:lnTo>
                          <a:pt x="228" y="1524"/>
                        </a:lnTo>
                        <a:lnTo>
                          <a:pt x="252" y="1518"/>
                        </a:lnTo>
                        <a:lnTo>
                          <a:pt x="258" y="1500"/>
                        </a:lnTo>
                        <a:lnTo>
                          <a:pt x="258" y="1494"/>
                        </a:lnTo>
                        <a:lnTo>
                          <a:pt x="264" y="1482"/>
                        </a:lnTo>
                        <a:lnTo>
                          <a:pt x="264" y="1470"/>
                        </a:lnTo>
                        <a:lnTo>
                          <a:pt x="258" y="1464"/>
                        </a:lnTo>
                        <a:lnTo>
                          <a:pt x="252" y="1452"/>
                        </a:lnTo>
                        <a:lnTo>
                          <a:pt x="246" y="1446"/>
                        </a:lnTo>
                        <a:lnTo>
                          <a:pt x="240" y="1434"/>
                        </a:lnTo>
                        <a:lnTo>
                          <a:pt x="234" y="1428"/>
                        </a:lnTo>
                        <a:lnTo>
                          <a:pt x="246" y="1428"/>
                        </a:lnTo>
                        <a:lnTo>
                          <a:pt x="246" y="1398"/>
                        </a:lnTo>
                        <a:lnTo>
                          <a:pt x="252" y="1380"/>
                        </a:lnTo>
                        <a:lnTo>
                          <a:pt x="252" y="1356"/>
                        </a:lnTo>
                        <a:lnTo>
                          <a:pt x="270" y="1338"/>
                        </a:lnTo>
                        <a:lnTo>
                          <a:pt x="270" y="1332"/>
                        </a:lnTo>
                        <a:lnTo>
                          <a:pt x="264" y="1320"/>
                        </a:lnTo>
                        <a:lnTo>
                          <a:pt x="258" y="1314"/>
                        </a:lnTo>
                        <a:lnTo>
                          <a:pt x="252" y="1302"/>
                        </a:lnTo>
                        <a:lnTo>
                          <a:pt x="246" y="1260"/>
                        </a:lnTo>
                        <a:lnTo>
                          <a:pt x="222" y="1260"/>
                        </a:lnTo>
                        <a:lnTo>
                          <a:pt x="210" y="1248"/>
                        </a:lnTo>
                        <a:lnTo>
                          <a:pt x="210" y="1236"/>
                        </a:lnTo>
                        <a:lnTo>
                          <a:pt x="216" y="1230"/>
                        </a:lnTo>
                        <a:lnTo>
                          <a:pt x="210" y="1218"/>
                        </a:lnTo>
                        <a:lnTo>
                          <a:pt x="198" y="1188"/>
                        </a:lnTo>
                        <a:lnTo>
                          <a:pt x="180" y="1170"/>
                        </a:lnTo>
                        <a:lnTo>
                          <a:pt x="180" y="1164"/>
                        </a:lnTo>
                        <a:lnTo>
                          <a:pt x="186" y="1158"/>
                        </a:lnTo>
                        <a:lnTo>
                          <a:pt x="186" y="1146"/>
                        </a:lnTo>
                        <a:lnTo>
                          <a:pt x="168" y="1128"/>
                        </a:lnTo>
                        <a:lnTo>
                          <a:pt x="156" y="1122"/>
                        </a:lnTo>
                        <a:lnTo>
                          <a:pt x="156" y="1116"/>
                        </a:lnTo>
                        <a:lnTo>
                          <a:pt x="150" y="1110"/>
                        </a:lnTo>
                        <a:lnTo>
                          <a:pt x="150" y="1086"/>
                        </a:lnTo>
                        <a:lnTo>
                          <a:pt x="156" y="1086"/>
                        </a:lnTo>
                        <a:lnTo>
                          <a:pt x="168" y="1080"/>
                        </a:lnTo>
                        <a:lnTo>
                          <a:pt x="162" y="1026"/>
                        </a:lnTo>
                        <a:lnTo>
                          <a:pt x="186" y="1026"/>
                        </a:lnTo>
                        <a:lnTo>
                          <a:pt x="186" y="1020"/>
                        </a:lnTo>
                        <a:lnTo>
                          <a:pt x="180" y="1008"/>
                        </a:lnTo>
                        <a:lnTo>
                          <a:pt x="168" y="972"/>
                        </a:lnTo>
                        <a:lnTo>
                          <a:pt x="156" y="948"/>
                        </a:lnTo>
                        <a:lnTo>
                          <a:pt x="156" y="936"/>
                        </a:lnTo>
                        <a:lnTo>
                          <a:pt x="168" y="924"/>
                        </a:lnTo>
                        <a:lnTo>
                          <a:pt x="168" y="858"/>
                        </a:lnTo>
                        <a:lnTo>
                          <a:pt x="174" y="852"/>
                        </a:lnTo>
                        <a:lnTo>
                          <a:pt x="180" y="840"/>
                        </a:lnTo>
                        <a:lnTo>
                          <a:pt x="192" y="828"/>
                        </a:lnTo>
                        <a:lnTo>
                          <a:pt x="192" y="816"/>
                        </a:lnTo>
                        <a:lnTo>
                          <a:pt x="198" y="804"/>
                        </a:lnTo>
                        <a:lnTo>
                          <a:pt x="198" y="792"/>
                        </a:lnTo>
                        <a:lnTo>
                          <a:pt x="204" y="774"/>
                        </a:lnTo>
                        <a:lnTo>
                          <a:pt x="204" y="762"/>
                        </a:lnTo>
                        <a:lnTo>
                          <a:pt x="222" y="762"/>
                        </a:lnTo>
                        <a:lnTo>
                          <a:pt x="228" y="756"/>
                        </a:lnTo>
                        <a:lnTo>
                          <a:pt x="240" y="750"/>
                        </a:lnTo>
                        <a:lnTo>
                          <a:pt x="240" y="738"/>
                        </a:lnTo>
                        <a:lnTo>
                          <a:pt x="234" y="726"/>
                        </a:lnTo>
                        <a:lnTo>
                          <a:pt x="210" y="714"/>
                        </a:lnTo>
                        <a:lnTo>
                          <a:pt x="204" y="708"/>
                        </a:lnTo>
                        <a:lnTo>
                          <a:pt x="198" y="708"/>
                        </a:lnTo>
                        <a:lnTo>
                          <a:pt x="204" y="708"/>
                        </a:lnTo>
                        <a:lnTo>
                          <a:pt x="216" y="696"/>
                        </a:lnTo>
                        <a:lnTo>
                          <a:pt x="222" y="684"/>
                        </a:lnTo>
                        <a:lnTo>
                          <a:pt x="228" y="678"/>
                        </a:lnTo>
                        <a:lnTo>
                          <a:pt x="222" y="666"/>
                        </a:lnTo>
                        <a:lnTo>
                          <a:pt x="210" y="654"/>
                        </a:lnTo>
                        <a:lnTo>
                          <a:pt x="198" y="648"/>
                        </a:lnTo>
                        <a:lnTo>
                          <a:pt x="192" y="642"/>
                        </a:lnTo>
                        <a:lnTo>
                          <a:pt x="192" y="624"/>
                        </a:lnTo>
                        <a:lnTo>
                          <a:pt x="216" y="600"/>
                        </a:lnTo>
                        <a:lnTo>
                          <a:pt x="216" y="594"/>
                        </a:lnTo>
                        <a:lnTo>
                          <a:pt x="204" y="594"/>
                        </a:lnTo>
                        <a:lnTo>
                          <a:pt x="192" y="588"/>
                        </a:lnTo>
                        <a:lnTo>
                          <a:pt x="186" y="582"/>
                        </a:lnTo>
                        <a:lnTo>
                          <a:pt x="186" y="576"/>
                        </a:lnTo>
                        <a:lnTo>
                          <a:pt x="192" y="570"/>
                        </a:lnTo>
                        <a:lnTo>
                          <a:pt x="198" y="558"/>
                        </a:lnTo>
                        <a:lnTo>
                          <a:pt x="210" y="552"/>
                        </a:lnTo>
                        <a:lnTo>
                          <a:pt x="222" y="540"/>
                        </a:lnTo>
                        <a:lnTo>
                          <a:pt x="240" y="534"/>
                        </a:lnTo>
                        <a:lnTo>
                          <a:pt x="252" y="528"/>
                        </a:lnTo>
                        <a:lnTo>
                          <a:pt x="258" y="522"/>
                        </a:lnTo>
                        <a:lnTo>
                          <a:pt x="264" y="522"/>
                        </a:lnTo>
                        <a:lnTo>
                          <a:pt x="276" y="438"/>
                        </a:lnTo>
                        <a:lnTo>
                          <a:pt x="264" y="420"/>
                        </a:lnTo>
                        <a:lnTo>
                          <a:pt x="222" y="420"/>
                        </a:lnTo>
                        <a:lnTo>
                          <a:pt x="216" y="408"/>
                        </a:lnTo>
                        <a:lnTo>
                          <a:pt x="216" y="384"/>
                        </a:lnTo>
                        <a:lnTo>
                          <a:pt x="192" y="360"/>
                        </a:lnTo>
                        <a:lnTo>
                          <a:pt x="192" y="294"/>
                        </a:lnTo>
                        <a:lnTo>
                          <a:pt x="186" y="288"/>
                        </a:lnTo>
                        <a:lnTo>
                          <a:pt x="174" y="282"/>
                        </a:lnTo>
                        <a:lnTo>
                          <a:pt x="168" y="276"/>
                        </a:lnTo>
                        <a:lnTo>
                          <a:pt x="156" y="270"/>
                        </a:lnTo>
                        <a:lnTo>
                          <a:pt x="150" y="264"/>
                        </a:lnTo>
                        <a:lnTo>
                          <a:pt x="144" y="264"/>
                        </a:lnTo>
                        <a:lnTo>
                          <a:pt x="144" y="240"/>
                        </a:lnTo>
                        <a:lnTo>
                          <a:pt x="138" y="234"/>
                        </a:lnTo>
                        <a:lnTo>
                          <a:pt x="132" y="222"/>
                        </a:lnTo>
                        <a:lnTo>
                          <a:pt x="132" y="210"/>
                        </a:lnTo>
                        <a:lnTo>
                          <a:pt x="138" y="204"/>
                        </a:lnTo>
                        <a:lnTo>
                          <a:pt x="144" y="192"/>
                        </a:lnTo>
                        <a:lnTo>
                          <a:pt x="150" y="186"/>
                        </a:lnTo>
                        <a:lnTo>
                          <a:pt x="132" y="168"/>
                        </a:lnTo>
                        <a:lnTo>
                          <a:pt x="144" y="156"/>
                        </a:lnTo>
                        <a:lnTo>
                          <a:pt x="150" y="144"/>
                        </a:lnTo>
                        <a:lnTo>
                          <a:pt x="150" y="138"/>
                        </a:lnTo>
                        <a:lnTo>
                          <a:pt x="144" y="126"/>
                        </a:lnTo>
                        <a:lnTo>
                          <a:pt x="120" y="114"/>
                        </a:lnTo>
                        <a:lnTo>
                          <a:pt x="114" y="114"/>
                        </a:lnTo>
                        <a:lnTo>
                          <a:pt x="102" y="108"/>
                        </a:lnTo>
                        <a:lnTo>
                          <a:pt x="90" y="30"/>
                        </a:lnTo>
                        <a:lnTo>
                          <a:pt x="66" y="30"/>
                        </a:lnTo>
                        <a:lnTo>
                          <a:pt x="48" y="0"/>
                        </a:lnTo>
                        <a:lnTo>
                          <a:pt x="36" y="6"/>
                        </a:lnTo>
                        <a:lnTo>
                          <a:pt x="42" y="18"/>
                        </a:lnTo>
                        <a:lnTo>
                          <a:pt x="42" y="36"/>
                        </a:lnTo>
                        <a:lnTo>
                          <a:pt x="36" y="42"/>
                        </a:lnTo>
                        <a:lnTo>
                          <a:pt x="0" y="66"/>
                        </a:lnTo>
                        <a:lnTo>
                          <a:pt x="0" y="108"/>
                        </a:lnTo>
                        <a:lnTo>
                          <a:pt x="24" y="156"/>
                        </a:lnTo>
                        <a:lnTo>
                          <a:pt x="30" y="174"/>
                        </a:lnTo>
                        <a:lnTo>
                          <a:pt x="36" y="228"/>
                        </a:lnTo>
                        <a:lnTo>
                          <a:pt x="36" y="282"/>
                        </a:lnTo>
                        <a:lnTo>
                          <a:pt x="48" y="318"/>
                        </a:lnTo>
                        <a:lnTo>
                          <a:pt x="48" y="360"/>
                        </a:lnTo>
                        <a:lnTo>
                          <a:pt x="54" y="384"/>
                        </a:lnTo>
                        <a:lnTo>
                          <a:pt x="54" y="432"/>
                        </a:lnTo>
                        <a:lnTo>
                          <a:pt x="30" y="444"/>
                        </a:lnTo>
                        <a:lnTo>
                          <a:pt x="36" y="474"/>
                        </a:lnTo>
                        <a:lnTo>
                          <a:pt x="54" y="486"/>
                        </a:lnTo>
                        <a:lnTo>
                          <a:pt x="48" y="582"/>
                        </a:lnTo>
                        <a:lnTo>
                          <a:pt x="72" y="624"/>
                        </a:lnTo>
                        <a:lnTo>
                          <a:pt x="54" y="642"/>
                        </a:lnTo>
                        <a:lnTo>
                          <a:pt x="60" y="702"/>
                        </a:lnTo>
                        <a:lnTo>
                          <a:pt x="66" y="708"/>
                        </a:lnTo>
                        <a:lnTo>
                          <a:pt x="78" y="732"/>
                        </a:lnTo>
                        <a:lnTo>
                          <a:pt x="78" y="744"/>
                        </a:lnTo>
                        <a:lnTo>
                          <a:pt x="72" y="756"/>
                        </a:lnTo>
                        <a:lnTo>
                          <a:pt x="66" y="762"/>
                        </a:lnTo>
                        <a:lnTo>
                          <a:pt x="60" y="762"/>
                        </a:lnTo>
                        <a:lnTo>
                          <a:pt x="60" y="792"/>
                        </a:lnTo>
                        <a:lnTo>
                          <a:pt x="72" y="810"/>
                        </a:lnTo>
                        <a:lnTo>
                          <a:pt x="60" y="822"/>
                        </a:lnTo>
                        <a:lnTo>
                          <a:pt x="48" y="846"/>
                        </a:lnTo>
                        <a:lnTo>
                          <a:pt x="48" y="852"/>
                        </a:lnTo>
                        <a:lnTo>
                          <a:pt x="60" y="852"/>
                        </a:lnTo>
                        <a:lnTo>
                          <a:pt x="60" y="864"/>
                        </a:lnTo>
                        <a:lnTo>
                          <a:pt x="66" y="870"/>
                        </a:lnTo>
                        <a:lnTo>
                          <a:pt x="66" y="888"/>
                        </a:lnTo>
                        <a:lnTo>
                          <a:pt x="54" y="900"/>
                        </a:lnTo>
                        <a:lnTo>
                          <a:pt x="54" y="906"/>
                        </a:lnTo>
                        <a:lnTo>
                          <a:pt x="48" y="912"/>
                        </a:lnTo>
                        <a:lnTo>
                          <a:pt x="48" y="936"/>
                        </a:lnTo>
                        <a:lnTo>
                          <a:pt x="54" y="948"/>
                        </a:lnTo>
                        <a:lnTo>
                          <a:pt x="60" y="954"/>
                        </a:lnTo>
                        <a:lnTo>
                          <a:pt x="66" y="954"/>
                        </a:lnTo>
                        <a:lnTo>
                          <a:pt x="78" y="966"/>
                        </a:lnTo>
                        <a:lnTo>
                          <a:pt x="78" y="1020"/>
                        </a:lnTo>
                        <a:lnTo>
                          <a:pt x="60" y="1020"/>
                        </a:lnTo>
                        <a:lnTo>
                          <a:pt x="60" y="1044"/>
                        </a:lnTo>
                        <a:lnTo>
                          <a:pt x="66" y="1056"/>
                        </a:lnTo>
                        <a:lnTo>
                          <a:pt x="90" y="1128"/>
                        </a:lnTo>
                        <a:lnTo>
                          <a:pt x="96" y="1140"/>
                        </a:lnTo>
                        <a:lnTo>
                          <a:pt x="102" y="1146"/>
                        </a:lnTo>
                        <a:lnTo>
                          <a:pt x="102" y="1164"/>
                        </a:lnTo>
                        <a:lnTo>
                          <a:pt x="108" y="1170"/>
                        </a:lnTo>
                        <a:lnTo>
                          <a:pt x="114" y="1182"/>
                        </a:lnTo>
                        <a:lnTo>
                          <a:pt x="120" y="1188"/>
                        </a:lnTo>
                        <a:lnTo>
                          <a:pt x="120" y="1236"/>
                        </a:lnTo>
                        <a:lnTo>
                          <a:pt x="114" y="1266"/>
                        </a:lnTo>
                        <a:lnTo>
                          <a:pt x="138" y="1290"/>
                        </a:lnTo>
                        <a:lnTo>
                          <a:pt x="138" y="1296"/>
                        </a:lnTo>
                        <a:lnTo>
                          <a:pt x="132" y="1302"/>
                        </a:lnTo>
                        <a:lnTo>
                          <a:pt x="126" y="1314"/>
                        </a:lnTo>
                        <a:lnTo>
                          <a:pt x="126" y="1326"/>
                        </a:lnTo>
                        <a:lnTo>
                          <a:pt x="120" y="1338"/>
                        </a:lnTo>
                        <a:lnTo>
                          <a:pt x="120" y="1416"/>
                        </a:lnTo>
                        <a:lnTo>
                          <a:pt x="102" y="1452"/>
                        </a:lnTo>
                        <a:lnTo>
                          <a:pt x="114" y="1464"/>
                        </a:lnTo>
                        <a:lnTo>
                          <a:pt x="114" y="1470"/>
                        </a:lnTo>
                        <a:lnTo>
                          <a:pt x="108" y="1476"/>
                        </a:lnTo>
                        <a:lnTo>
                          <a:pt x="108" y="1536"/>
                        </a:lnTo>
                        <a:lnTo>
                          <a:pt x="102" y="1554"/>
                        </a:lnTo>
                        <a:lnTo>
                          <a:pt x="102" y="1578"/>
                        </a:lnTo>
                        <a:lnTo>
                          <a:pt x="84" y="1584"/>
                        </a:lnTo>
                        <a:lnTo>
                          <a:pt x="84" y="1608"/>
                        </a:lnTo>
                        <a:lnTo>
                          <a:pt x="108" y="1650"/>
                        </a:lnTo>
                        <a:lnTo>
                          <a:pt x="108" y="1692"/>
                        </a:lnTo>
                        <a:lnTo>
                          <a:pt x="114" y="1704"/>
                        </a:lnTo>
                        <a:lnTo>
                          <a:pt x="144" y="1734"/>
                        </a:lnTo>
                        <a:lnTo>
                          <a:pt x="156" y="1758"/>
                        </a:lnTo>
                        <a:lnTo>
                          <a:pt x="156" y="1800"/>
                        </a:lnTo>
                        <a:lnTo>
                          <a:pt x="150" y="1812"/>
                        </a:lnTo>
                        <a:lnTo>
                          <a:pt x="150" y="1824"/>
                        </a:lnTo>
                        <a:lnTo>
                          <a:pt x="162" y="1836"/>
                        </a:lnTo>
                        <a:lnTo>
                          <a:pt x="162" y="1896"/>
                        </a:lnTo>
                        <a:lnTo>
                          <a:pt x="168" y="1908"/>
                        </a:lnTo>
                        <a:lnTo>
                          <a:pt x="174" y="1914"/>
                        </a:lnTo>
                        <a:lnTo>
                          <a:pt x="186" y="1920"/>
                        </a:lnTo>
                        <a:lnTo>
                          <a:pt x="192" y="1926"/>
                        </a:lnTo>
                        <a:lnTo>
                          <a:pt x="198" y="1926"/>
                        </a:lnTo>
                        <a:lnTo>
                          <a:pt x="192" y="1944"/>
                        </a:lnTo>
                        <a:lnTo>
                          <a:pt x="234" y="1944"/>
                        </a:lnTo>
                        <a:lnTo>
                          <a:pt x="234" y="1914"/>
                        </a:lnTo>
                        <a:lnTo>
                          <a:pt x="246" y="1926"/>
                        </a:lnTo>
                        <a:lnTo>
                          <a:pt x="258" y="1932"/>
                        </a:lnTo>
                        <a:lnTo>
                          <a:pt x="270" y="1932"/>
                        </a:lnTo>
                        <a:lnTo>
                          <a:pt x="276" y="1926"/>
                        </a:lnTo>
                        <a:lnTo>
                          <a:pt x="276" y="1914"/>
                        </a:lnTo>
                        <a:lnTo>
                          <a:pt x="288" y="1932"/>
                        </a:lnTo>
                        <a:lnTo>
                          <a:pt x="282" y="1938"/>
                        </a:lnTo>
                        <a:lnTo>
                          <a:pt x="270" y="1944"/>
                        </a:lnTo>
                        <a:lnTo>
                          <a:pt x="264" y="1956"/>
                        </a:lnTo>
                        <a:lnTo>
                          <a:pt x="258" y="1962"/>
                        </a:lnTo>
                        <a:lnTo>
                          <a:pt x="258" y="1968"/>
                        </a:lnTo>
                        <a:lnTo>
                          <a:pt x="288" y="1968"/>
                        </a:lnTo>
                        <a:lnTo>
                          <a:pt x="294" y="1974"/>
                        </a:lnTo>
                        <a:lnTo>
                          <a:pt x="294" y="1992"/>
                        </a:lnTo>
                        <a:lnTo>
                          <a:pt x="270" y="1986"/>
                        </a:lnTo>
                        <a:lnTo>
                          <a:pt x="288" y="2010"/>
                        </a:lnTo>
                        <a:lnTo>
                          <a:pt x="276" y="2022"/>
                        </a:lnTo>
                        <a:lnTo>
                          <a:pt x="294" y="2046"/>
                        </a:lnTo>
                        <a:lnTo>
                          <a:pt x="276" y="2064"/>
                        </a:lnTo>
                        <a:lnTo>
                          <a:pt x="270" y="2076"/>
                        </a:lnTo>
                        <a:lnTo>
                          <a:pt x="270" y="2082"/>
                        </a:lnTo>
                        <a:lnTo>
                          <a:pt x="276" y="2088"/>
                        </a:lnTo>
                        <a:lnTo>
                          <a:pt x="282" y="2088"/>
                        </a:lnTo>
                        <a:lnTo>
                          <a:pt x="306" y="2100"/>
                        </a:lnTo>
                        <a:lnTo>
                          <a:pt x="318" y="2100"/>
                        </a:lnTo>
                        <a:lnTo>
                          <a:pt x="300" y="2118"/>
                        </a:lnTo>
                        <a:lnTo>
                          <a:pt x="300" y="2130"/>
                        </a:lnTo>
                        <a:lnTo>
                          <a:pt x="312" y="2136"/>
                        </a:lnTo>
                        <a:lnTo>
                          <a:pt x="318" y="2142"/>
                        </a:lnTo>
                        <a:lnTo>
                          <a:pt x="330" y="2148"/>
                        </a:lnTo>
                        <a:lnTo>
                          <a:pt x="354" y="2148"/>
                        </a:lnTo>
                        <a:lnTo>
                          <a:pt x="360" y="2184"/>
                        </a:lnTo>
                        <a:lnTo>
                          <a:pt x="354" y="2184"/>
                        </a:lnTo>
                        <a:lnTo>
                          <a:pt x="324" y="2214"/>
                        </a:lnTo>
                        <a:lnTo>
                          <a:pt x="324" y="2220"/>
                        </a:lnTo>
                        <a:lnTo>
                          <a:pt x="330" y="2226"/>
                        </a:lnTo>
                        <a:lnTo>
                          <a:pt x="354" y="2226"/>
                        </a:lnTo>
                        <a:lnTo>
                          <a:pt x="366" y="2232"/>
                        </a:lnTo>
                        <a:lnTo>
                          <a:pt x="378" y="2244"/>
                        </a:lnTo>
                        <a:lnTo>
                          <a:pt x="348" y="2244"/>
                        </a:lnTo>
                        <a:lnTo>
                          <a:pt x="342" y="2238"/>
                        </a:lnTo>
                        <a:lnTo>
                          <a:pt x="330" y="2238"/>
                        </a:lnTo>
                        <a:lnTo>
                          <a:pt x="324" y="2244"/>
                        </a:lnTo>
                        <a:lnTo>
                          <a:pt x="324" y="2250"/>
                        </a:lnTo>
                        <a:lnTo>
                          <a:pt x="354" y="2256"/>
                        </a:lnTo>
                        <a:lnTo>
                          <a:pt x="330" y="2268"/>
                        </a:lnTo>
                        <a:lnTo>
                          <a:pt x="336" y="2292"/>
                        </a:lnTo>
                        <a:lnTo>
                          <a:pt x="348" y="2292"/>
                        </a:lnTo>
                        <a:lnTo>
                          <a:pt x="348" y="2316"/>
                        </a:lnTo>
                        <a:lnTo>
                          <a:pt x="336" y="2328"/>
                        </a:lnTo>
                        <a:lnTo>
                          <a:pt x="336" y="2322"/>
                        </a:lnTo>
                        <a:lnTo>
                          <a:pt x="330" y="2316"/>
                        </a:lnTo>
                        <a:lnTo>
                          <a:pt x="324" y="2304"/>
                        </a:lnTo>
                        <a:lnTo>
                          <a:pt x="324" y="2298"/>
                        </a:lnTo>
                        <a:lnTo>
                          <a:pt x="288" y="2298"/>
                        </a:lnTo>
                        <a:lnTo>
                          <a:pt x="306" y="2292"/>
                        </a:lnTo>
                        <a:lnTo>
                          <a:pt x="282" y="2268"/>
                        </a:lnTo>
                        <a:lnTo>
                          <a:pt x="276" y="2268"/>
                        </a:lnTo>
                        <a:lnTo>
                          <a:pt x="276" y="2280"/>
                        </a:lnTo>
                        <a:lnTo>
                          <a:pt x="270" y="2268"/>
                        </a:lnTo>
                        <a:lnTo>
                          <a:pt x="228" y="2280"/>
                        </a:lnTo>
                        <a:lnTo>
                          <a:pt x="264" y="2286"/>
                        </a:lnTo>
                        <a:lnTo>
                          <a:pt x="258" y="2292"/>
                        </a:lnTo>
                        <a:lnTo>
                          <a:pt x="252" y="2304"/>
                        </a:lnTo>
                        <a:lnTo>
                          <a:pt x="246" y="2310"/>
                        </a:lnTo>
                        <a:lnTo>
                          <a:pt x="234" y="2316"/>
                        </a:lnTo>
                        <a:lnTo>
                          <a:pt x="228" y="2328"/>
                        </a:lnTo>
                        <a:lnTo>
                          <a:pt x="222" y="2334"/>
                        </a:lnTo>
                        <a:lnTo>
                          <a:pt x="222" y="2340"/>
                        </a:lnTo>
                        <a:lnTo>
                          <a:pt x="228" y="2346"/>
                        </a:lnTo>
                        <a:lnTo>
                          <a:pt x="240" y="2352"/>
                        </a:lnTo>
                        <a:lnTo>
                          <a:pt x="252" y="2352"/>
                        </a:lnTo>
                        <a:lnTo>
                          <a:pt x="252" y="2346"/>
                        </a:lnTo>
                        <a:lnTo>
                          <a:pt x="240" y="2334"/>
                        </a:lnTo>
                        <a:lnTo>
                          <a:pt x="264" y="2328"/>
                        </a:lnTo>
                        <a:lnTo>
                          <a:pt x="282" y="2346"/>
                        </a:lnTo>
                        <a:lnTo>
                          <a:pt x="324" y="2346"/>
                        </a:lnTo>
                        <a:lnTo>
                          <a:pt x="336" y="2352"/>
                        </a:lnTo>
                        <a:lnTo>
                          <a:pt x="342" y="2364"/>
                        </a:lnTo>
                        <a:lnTo>
                          <a:pt x="354" y="2370"/>
                        </a:lnTo>
                        <a:lnTo>
                          <a:pt x="354" y="2376"/>
                        </a:lnTo>
                        <a:lnTo>
                          <a:pt x="336" y="2394"/>
                        </a:lnTo>
                        <a:lnTo>
                          <a:pt x="342" y="2406"/>
                        </a:lnTo>
                        <a:lnTo>
                          <a:pt x="360" y="2406"/>
                        </a:lnTo>
                        <a:lnTo>
                          <a:pt x="360" y="2418"/>
                        </a:lnTo>
                        <a:lnTo>
                          <a:pt x="378" y="2424"/>
                        </a:lnTo>
                        <a:lnTo>
                          <a:pt x="384" y="2406"/>
                        </a:lnTo>
                        <a:lnTo>
                          <a:pt x="402" y="2424"/>
                        </a:lnTo>
                        <a:lnTo>
                          <a:pt x="408" y="2424"/>
                        </a:lnTo>
                        <a:lnTo>
                          <a:pt x="420" y="2430"/>
                        </a:lnTo>
                        <a:lnTo>
                          <a:pt x="426" y="2436"/>
                        </a:lnTo>
                        <a:lnTo>
                          <a:pt x="426" y="2448"/>
                        </a:lnTo>
                        <a:lnTo>
                          <a:pt x="414" y="2460"/>
                        </a:lnTo>
                        <a:lnTo>
                          <a:pt x="408" y="2454"/>
                        </a:lnTo>
                        <a:lnTo>
                          <a:pt x="396" y="2454"/>
                        </a:lnTo>
                        <a:lnTo>
                          <a:pt x="384" y="2448"/>
                        </a:lnTo>
                        <a:lnTo>
                          <a:pt x="378" y="2442"/>
                        </a:lnTo>
                        <a:lnTo>
                          <a:pt x="366" y="2442"/>
                        </a:lnTo>
                        <a:lnTo>
                          <a:pt x="366" y="2454"/>
                        </a:lnTo>
                        <a:lnTo>
                          <a:pt x="372" y="2460"/>
                        </a:lnTo>
                        <a:lnTo>
                          <a:pt x="378" y="2460"/>
                        </a:lnTo>
                        <a:lnTo>
                          <a:pt x="390" y="2472"/>
                        </a:lnTo>
                        <a:lnTo>
                          <a:pt x="402" y="2496"/>
                        </a:lnTo>
                        <a:lnTo>
                          <a:pt x="402" y="2508"/>
                        </a:lnTo>
                        <a:lnTo>
                          <a:pt x="384" y="2508"/>
                        </a:lnTo>
                        <a:lnTo>
                          <a:pt x="396" y="2526"/>
                        </a:lnTo>
                        <a:lnTo>
                          <a:pt x="414" y="2562"/>
                        </a:lnTo>
                        <a:lnTo>
                          <a:pt x="426" y="2520"/>
                        </a:lnTo>
                        <a:lnTo>
                          <a:pt x="426" y="2550"/>
                        </a:lnTo>
                        <a:lnTo>
                          <a:pt x="444" y="2574"/>
                        </a:lnTo>
                        <a:lnTo>
                          <a:pt x="420" y="2574"/>
                        </a:lnTo>
                        <a:lnTo>
                          <a:pt x="426" y="2592"/>
                        </a:lnTo>
                        <a:lnTo>
                          <a:pt x="450" y="2592"/>
                        </a:lnTo>
                        <a:lnTo>
                          <a:pt x="432" y="2604"/>
                        </a:lnTo>
                        <a:lnTo>
                          <a:pt x="462" y="2616"/>
                        </a:lnTo>
                        <a:lnTo>
                          <a:pt x="444" y="2628"/>
                        </a:lnTo>
                        <a:lnTo>
                          <a:pt x="474" y="2640"/>
                        </a:lnTo>
                        <a:lnTo>
                          <a:pt x="462" y="2652"/>
                        </a:lnTo>
                        <a:lnTo>
                          <a:pt x="480" y="2658"/>
                        </a:lnTo>
                        <a:lnTo>
                          <a:pt x="480" y="2652"/>
                        </a:lnTo>
                        <a:lnTo>
                          <a:pt x="486" y="2640"/>
                        </a:lnTo>
                        <a:lnTo>
                          <a:pt x="486" y="2634"/>
                        </a:lnTo>
                        <a:lnTo>
                          <a:pt x="492" y="2634"/>
                        </a:lnTo>
                        <a:lnTo>
                          <a:pt x="498" y="2640"/>
                        </a:lnTo>
                        <a:lnTo>
                          <a:pt x="504" y="2652"/>
                        </a:lnTo>
                        <a:lnTo>
                          <a:pt x="498" y="2658"/>
                        </a:lnTo>
                        <a:lnTo>
                          <a:pt x="498" y="2664"/>
                        </a:lnTo>
                        <a:lnTo>
                          <a:pt x="492" y="2664"/>
                        </a:lnTo>
                        <a:lnTo>
                          <a:pt x="480" y="2676"/>
                        </a:lnTo>
                        <a:lnTo>
                          <a:pt x="480" y="2682"/>
                        </a:lnTo>
                        <a:lnTo>
                          <a:pt x="486" y="2688"/>
                        </a:lnTo>
                        <a:lnTo>
                          <a:pt x="516" y="2688"/>
                        </a:lnTo>
                        <a:lnTo>
                          <a:pt x="516" y="2700"/>
                        </a:lnTo>
                        <a:lnTo>
                          <a:pt x="540" y="2724"/>
                        </a:lnTo>
                        <a:lnTo>
                          <a:pt x="552" y="2730"/>
                        </a:lnTo>
                        <a:lnTo>
                          <a:pt x="558" y="2736"/>
                        </a:lnTo>
                        <a:lnTo>
                          <a:pt x="558" y="2700"/>
                        </a:lnTo>
                        <a:lnTo>
                          <a:pt x="564" y="2700"/>
                        </a:lnTo>
                        <a:lnTo>
                          <a:pt x="570" y="2706"/>
                        </a:lnTo>
                        <a:lnTo>
                          <a:pt x="582" y="2712"/>
                        </a:lnTo>
                        <a:lnTo>
                          <a:pt x="600" y="2718"/>
                        </a:lnTo>
                        <a:lnTo>
                          <a:pt x="624" y="2742"/>
                        </a:lnTo>
                        <a:lnTo>
                          <a:pt x="618" y="2748"/>
                        </a:lnTo>
                        <a:lnTo>
                          <a:pt x="618" y="2754"/>
                        </a:lnTo>
                        <a:lnTo>
                          <a:pt x="612" y="2760"/>
                        </a:lnTo>
                        <a:lnTo>
                          <a:pt x="630" y="2766"/>
                        </a:lnTo>
                        <a:lnTo>
                          <a:pt x="630" y="2790"/>
                        </a:lnTo>
                        <a:lnTo>
                          <a:pt x="684" y="2790"/>
                        </a:lnTo>
                        <a:lnTo>
                          <a:pt x="696" y="2802"/>
                        </a:lnTo>
                        <a:lnTo>
                          <a:pt x="666" y="2802"/>
                        </a:lnTo>
                        <a:lnTo>
                          <a:pt x="654" y="2814"/>
                        </a:lnTo>
                        <a:lnTo>
                          <a:pt x="630" y="2814"/>
                        </a:lnTo>
                        <a:lnTo>
                          <a:pt x="618" y="2832"/>
                        </a:lnTo>
                        <a:lnTo>
                          <a:pt x="648" y="2832"/>
                        </a:lnTo>
                        <a:lnTo>
                          <a:pt x="636" y="2850"/>
                        </a:lnTo>
                        <a:lnTo>
                          <a:pt x="666" y="2844"/>
                        </a:lnTo>
                        <a:lnTo>
                          <a:pt x="666" y="2826"/>
                        </a:lnTo>
                        <a:lnTo>
                          <a:pt x="690" y="2838"/>
                        </a:lnTo>
                        <a:lnTo>
                          <a:pt x="696" y="2826"/>
                        </a:lnTo>
                        <a:lnTo>
                          <a:pt x="702" y="2820"/>
                        </a:lnTo>
                        <a:lnTo>
                          <a:pt x="714" y="2814"/>
                        </a:lnTo>
                        <a:lnTo>
                          <a:pt x="720" y="2808"/>
                        </a:lnTo>
                        <a:lnTo>
                          <a:pt x="732" y="2808"/>
                        </a:lnTo>
                        <a:lnTo>
                          <a:pt x="732" y="2820"/>
                        </a:lnTo>
                        <a:lnTo>
                          <a:pt x="726" y="2832"/>
                        </a:lnTo>
                        <a:lnTo>
                          <a:pt x="702" y="2856"/>
                        </a:lnTo>
                        <a:lnTo>
                          <a:pt x="696" y="2850"/>
                        </a:lnTo>
                        <a:lnTo>
                          <a:pt x="678" y="2850"/>
                        </a:lnTo>
                        <a:lnTo>
                          <a:pt x="678" y="2868"/>
                        </a:lnTo>
                        <a:lnTo>
                          <a:pt x="642" y="2868"/>
                        </a:lnTo>
                        <a:lnTo>
                          <a:pt x="630" y="2880"/>
                        </a:lnTo>
                        <a:lnTo>
                          <a:pt x="642" y="2886"/>
                        </a:lnTo>
                        <a:lnTo>
                          <a:pt x="648" y="2916"/>
                        </a:lnTo>
                        <a:lnTo>
                          <a:pt x="678" y="2898"/>
                        </a:lnTo>
                        <a:lnTo>
                          <a:pt x="684" y="2910"/>
                        </a:lnTo>
                        <a:lnTo>
                          <a:pt x="684" y="2916"/>
                        </a:lnTo>
                        <a:lnTo>
                          <a:pt x="690" y="2916"/>
                        </a:lnTo>
                        <a:lnTo>
                          <a:pt x="696" y="2910"/>
                        </a:lnTo>
                        <a:lnTo>
                          <a:pt x="702" y="2898"/>
                        </a:lnTo>
                        <a:lnTo>
                          <a:pt x="702" y="2892"/>
                        </a:lnTo>
                        <a:lnTo>
                          <a:pt x="708" y="2880"/>
                        </a:lnTo>
                        <a:lnTo>
                          <a:pt x="714" y="287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96" name="Canada" descr="© INSCALE GmbH, 05.05.2010&#10;http://www.presentationload.com/">
                    <a:extLst>
                      <a:ext uri="{FF2B5EF4-FFF2-40B4-BE49-F238E27FC236}">
                        <a16:creationId xmlns:a16="http://schemas.microsoft.com/office/drawing/2014/main" id="{05264D19-9210-EAF4-7D26-FEAA574B5826}"/>
                      </a:ext>
                    </a:extLst>
                  </p:cNvPr>
                  <p:cNvSpPr>
                    <a:spLocks noEditPoints="1"/>
                  </p:cNvSpPr>
                  <p:nvPr/>
                </p:nvSpPr>
                <p:spPr bwMode="gray">
                  <a:xfrm>
                    <a:off x="653" y="980"/>
                    <a:ext cx="1413" cy="732"/>
                  </a:xfrm>
                  <a:custGeom>
                    <a:avLst/>
                    <a:gdLst>
                      <a:gd name="T0" fmla="*/ 2147483647 w 5574"/>
                      <a:gd name="T1" fmla="*/ 2147483647 h 2886"/>
                      <a:gd name="T2" fmla="*/ 2147483647 w 5574"/>
                      <a:gd name="T3" fmla="*/ 2147483647 h 2886"/>
                      <a:gd name="T4" fmla="*/ 2147483647 w 5574"/>
                      <a:gd name="T5" fmla="*/ 2147483647 h 2886"/>
                      <a:gd name="T6" fmla="*/ 2147483647 w 5574"/>
                      <a:gd name="T7" fmla="*/ 2147483647 h 2886"/>
                      <a:gd name="T8" fmla="*/ 2147483647 w 5574"/>
                      <a:gd name="T9" fmla="*/ 2147483647 h 2886"/>
                      <a:gd name="T10" fmla="*/ 2147483647 w 5574"/>
                      <a:gd name="T11" fmla="*/ 2147483647 h 2886"/>
                      <a:gd name="T12" fmla="*/ 2147483647 w 5574"/>
                      <a:gd name="T13" fmla="*/ 2147483647 h 2886"/>
                      <a:gd name="T14" fmla="*/ 2147483647 w 5574"/>
                      <a:gd name="T15" fmla="*/ 2147483647 h 2886"/>
                      <a:gd name="T16" fmla="*/ 2147483647 w 5574"/>
                      <a:gd name="T17" fmla="*/ 2147483647 h 2886"/>
                      <a:gd name="T18" fmla="*/ 2147483647 w 5574"/>
                      <a:gd name="T19" fmla="*/ 2147483647 h 2886"/>
                      <a:gd name="T20" fmla="*/ 2147483647 w 5574"/>
                      <a:gd name="T21" fmla="*/ 2147483647 h 2886"/>
                      <a:gd name="T22" fmla="*/ 2147483647 w 5574"/>
                      <a:gd name="T23" fmla="*/ 2147483647 h 2886"/>
                      <a:gd name="T24" fmla="*/ 2147483647 w 5574"/>
                      <a:gd name="T25" fmla="*/ 2147483647 h 2886"/>
                      <a:gd name="T26" fmla="*/ 2147483647 w 5574"/>
                      <a:gd name="T27" fmla="*/ 2147483647 h 2886"/>
                      <a:gd name="T28" fmla="*/ 2147483647 w 5574"/>
                      <a:gd name="T29" fmla="*/ 2147483647 h 2886"/>
                      <a:gd name="T30" fmla="*/ 2147483647 w 5574"/>
                      <a:gd name="T31" fmla="*/ 2147483647 h 2886"/>
                      <a:gd name="T32" fmla="*/ 2147483647 w 5574"/>
                      <a:gd name="T33" fmla="*/ 2147483647 h 2886"/>
                      <a:gd name="T34" fmla="*/ 2147483647 w 5574"/>
                      <a:gd name="T35" fmla="*/ 2147483647 h 2886"/>
                      <a:gd name="T36" fmla="*/ 2147483647 w 5574"/>
                      <a:gd name="T37" fmla="*/ 2147483647 h 2886"/>
                      <a:gd name="T38" fmla="*/ 2147483647 w 5574"/>
                      <a:gd name="T39" fmla="*/ 2147483647 h 2886"/>
                      <a:gd name="T40" fmla="*/ 2147483647 w 5574"/>
                      <a:gd name="T41" fmla="*/ 2147483647 h 2886"/>
                      <a:gd name="T42" fmla="*/ 2147483647 w 5574"/>
                      <a:gd name="T43" fmla="*/ 2147483647 h 2886"/>
                      <a:gd name="T44" fmla="*/ 2147483647 w 5574"/>
                      <a:gd name="T45" fmla="*/ 2147483647 h 2886"/>
                      <a:gd name="T46" fmla="*/ 2147483647 w 5574"/>
                      <a:gd name="T47" fmla="*/ 2147483647 h 2886"/>
                      <a:gd name="T48" fmla="*/ 2147483647 w 5574"/>
                      <a:gd name="T49" fmla="*/ 2147483647 h 2886"/>
                      <a:gd name="T50" fmla="*/ 2147483647 w 5574"/>
                      <a:gd name="T51" fmla="*/ 2147483647 h 2886"/>
                      <a:gd name="T52" fmla="*/ 2147483647 w 5574"/>
                      <a:gd name="T53" fmla="*/ 2147483647 h 2886"/>
                      <a:gd name="T54" fmla="*/ 2147483647 w 5574"/>
                      <a:gd name="T55" fmla="*/ 2147483647 h 2886"/>
                      <a:gd name="T56" fmla="*/ 2147483647 w 5574"/>
                      <a:gd name="T57" fmla="*/ 2147483647 h 2886"/>
                      <a:gd name="T58" fmla="*/ 2147483647 w 5574"/>
                      <a:gd name="T59" fmla="*/ 2147483647 h 2886"/>
                      <a:gd name="T60" fmla="*/ 2147483647 w 5574"/>
                      <a:gd name="T61" fmla="*/ 2147483647 h 2886"/>
                      <a:gd name="T62" fmla="*/ 2147483647 w 5574"/>
                      <a:gd name="T63" fmla="*/ 2147483647 h 2886"/>
                      <a:gd name="T64" fmla="*/ 2147483647 w 5574"/>
                      <a:gd name="T65" fmla="*/ 2147483647 h 2886"/>
                      <a:gd name="T66" fmla="*/ 2147483647 w 5574"/>
                      <a:gd name="T67" fmla="*/ 2147483647 h 2886"/>
                      <a:gd name="T68" fmla="*/ 2147483647 w 5574"/>
                      <a:gd name="T69" fmla="*/ 2147483647 h 2886"/>
                      <a:gd name="T70" fmla="*/ 2147483647 w 5574"/>
                      <a:gd name="T71" fmla="*/ 2147483647 h 2886"/>
                      <a:gd name="T72" fmla="*/ 2147483647 w 5574"/>
                      <a:gd name="T73" fmla="*/ 2147483647 h 2886"/>
                      <a:gd name="T74" fmla="*/ 2147483647 w 5574"/>
                      <a:gd name="T75" fmla="*/ 2147483647 h 2886"/>
                      <a:gd name="T76" fmla="*/ 2147483647 w 5574"/>
                      <a:gd name="T77" fmla="*/ 2147483647 h 2886"/>
                      <a:gd name="T78" fmla="*/ 2147483647 w 5574"/>
                      <a:gd name="T79" fmla="*/ 2147483647 h 2886"/>
                      <a:gd name="T80" fmla="*/ 2147483647 w 5574"/>
                      <a:gd name="T81" fmla="*/ 2147483647 h 2886"/>
                      <a:gd name="T82" fmla="*/ 2147483647 w 5574"/>
                      <a:gd name="T83" fmla="*/ 2147483647 h 2886"/>
                      <a:gd name="T84" fmla="*/ 2147483647 w 5574"/>
                      <a:gd name="T85" fmla="*/ 2147483647 h 2886"/>
                      <a:gd name="T86" fmla="*/ 2147483647 w 5574"/>
                      <a:gd name="T87" fmla="*/ 2147483647 h 2886"/>
                      <a:gd name="T88" fmla="*/ 2147483647 w 5574"/>
                      <a:gd name="T89" fmla="*/ 2147483647 h 2886"/>
                      <a:gd name="T90" fmla="*/ 2147483647 w 5574"/>
                      <a:gd name="T91" fmla="*/ 2147483647 h 2886"/>
                      <a:gd name="T92" fmla="*/ 2147483647 w 5574"/>
                      <a:gd name="T93" fmla="*/ 2147483647 h 2886"/>
                      <a:gd name="T94" fmla="*/ 2147483647 w 5574"/>
                      <a:gd name="T95" fmla="*/ 2147483647 h 2886"/>
                      <a:gd name="T96" fmla="*/ 2147483647 w 5574"/>
                      <a:gd name="T97" fmla="*/ 2147483647 h 2886"/>
                      <a:gd name="T98" fmla="*/ 2147483647 w 5574"/>
                      <a:gd name="T99" fmla="*/ 2147483647 h 2886"/>
                      <a:gd name="T100" fmla="*/ 2147483647 w 5574"/>
                      <a:gd name="T101" fmla="*/ 2147483647 h 2886"/>
                      <a:gd name="T102" fmla="*/ 2147483647 w 5574"/>
                      <a:gd name="T103" fmla="*/ 2147483647 h 2886"/>
                      <a:gd name="T104" fmla="*/ 2147483647 w 5574"/>
                      <a:gd name="T105" fmla="*/ 2147483647 h 2886"/>
                      <a:gd name="T106" fmla="*/ 2147483647 w 5574"/>
                      <a:gd name="T107" fmla="*/ 2147483647 h 2886"/>
                      <a:gd name="T108" fmla="*/ 2147483647 w 5574"/>
                      <a:gd name="T109" fmla="*/ 2147483647 h 2886"/>
                      <a:gd name="T110" fmla="*/ 2147483647 w 5574"/>
                      <a:gd name="T111" fmla="*/ 2147483647 h 2886"/>
                      <a:gd name="T112" fmla="*/ 2147483647 w 5574"/>
                      <a:gd name="T113" fmla="*/ 2147483647 h 2886"/>
                      <a:gd name="T114" fmla="*/ 2147483647 w 5574"/>
                      <a:gd name="T115" fmla="*/ 2147483647 h 2886"/>
                      <a:gd name="T116" fmla="*/ 2147483647 w 5574"/>
                      <a:gd name="T117" fmla="*/ 2147483647 h 2886"/>
                      <a:gd name="T118" fmla="*/ 2147483647 w 5574"/>
                      <a:gd name="T119" fmla="*/ 2147483647 h 2886"/>
                      <a:gd name="T120" fmla="*/ 2147483647 w 5574"/>
                      <a:gd name="T121" fmla="*/ 2147483647 h 2886"/>
                      <a:gd name="T122" fmla="*/ 2147483647 w 5574"/>
                      <a:gd name="T123" fmla="*/ 2147483647 h 2886"/>
                      <a:gd name="T124" fmla="*/ 2147483647 w 5574"/>
                      <a:gd name="T125" fmla="*/ 2147483647 h 288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5574"/>
                      <a:gd name="T190" fmla="*/ 0 h 2886"/>
                      <a:gd name="T191" fmla="*/ 5574 w 5574"/>
                      <a:gd name="T192" fmla="*/ 2886 h 2886"/>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5574" h="2886">
                        <a:moveTo>
                          <a:pt x="3114" y="252"/>
                        </a:moveTo>
                        <a:lnTo>
                          <a:pt x="3138" y="252"/>
                        </a:lnTo>
                        <a:lnTo>
                          <a:pt x="3150" y="258"/>
                        </a:lnTo>
                        <a:lnTo>
                          <a:pt x="3168" y="258"/>
                        </a:lnTo>
                        <a:lnTo>
                          <a:pt x="3174" y="252"/>
                        </a:lnTo>
                        <a:lnTo>
                          <a:pt x="3174" y="246"/>
                        </a:lnTo>
                        <a:lnTo>
                          <a:pt x="3168" y="234"/>
                        </a:lnTo>
                        <a:lnTo>
                          <a:pt x="3156" y="228"/>
                        </a:lnTo>
                        <a:lnTo>
                          <a:pt x="3108" y="228"/>
                        </a:lnTo>
                        <a:lnTo>
                          <a:pt x="3066" y="234"/>
                        </a:lnTo>
                        <a:lnTo>
                          <a:pt x="3036" y="246"/>
                        </a:lnTo>
                        <a:lnTo>
                          <a:pt x="3018" y="246"/>
                        </a:lnTo>
                        <a:lnTo>
                          <a:pt x="3060" y="246"/>
                        </a:lnTo>
                        <a:lnTo>
                          <a:pt x="3096" y="252"/>
                        </a:lnTo>
                        <a:lnTo>
                          <a:pt x="3114" y="252"/>
                        </a:lnTo>
                        <a:close/>
                        <a:moveTo>
                          <a:pt x="2988" y="318"/>
                        </a:moveTo>
                        <a:lnTo>
                          <a:pt x="3036" y="318"/>
                        </a:lnTo>
                        <a:lnTo>
                          <a:pt x="3048" y="312"/>
                        </a:lnTo>
                        <a:lnTo>
                          <a:pt x="3060" y="312"/>
                        </a:lnTo>
                        <a:lnTo>
                          <a:pt x="3072" y="300"/>
                        </a:lnTo>
                        <a:lnTo>
                          <a:pt x="3072" y="294"/>
                        </a:lnTo>
                        <a:lnTo>
                          <a:pt x="3066" y="282"/>
                        </a:lnTo>
                        <a:lnTo>
                          <a:pt x="3138" y="270"/>
                        </a:lnTo>
                        <a:lnTo>
                          <a:pt x="3120" y="264"/>
                        </a:lnTo>
                        <a:lnTo>
                          <a:pt x="3054" y="264"/>
                        </a:lnTo>
                        <a:lnTo>
                          <a:pt x="3042" y="276"/>
                        </a:lnTo>
                        <a:lnTo>
                          <a:pt x="3030" y="276"/>
                        </a:lnTo>
                        <a:lnTo>
                          <a:pt x="2994" y="270"/>
                        </a:lnTo>
                        <a:lnTo>
                          <a:pt x="2958" y="270"/>
                        </a:lnTo>
                        <a:lnTo>
                          <a:pt x="2940" y="282"/>
                        </a:lnTo>
                        <a:lnTo>
                          <a:pt x="2940" y="294"/>
                        </a:lnTo>
                        <a:lnTo>
                          <a:pt x="2946" y="300"/>
                        </a:lnTo>
                        <a:lnTo>
                          <a:pt x="2970" y="312"/>
                        </a:lnTo>
                        <a:lnTo>
                          <a:pt x="2976" y="318"/>
                        </a:lnTo>
                        <a:lnTo>
                          <a:pt x="2988" y="318"/>
                        </a:lnTo>
                        <a:close/>
                        <a:moveTo>
                          <a:pt x="2682" y="384"/>
                        </a:moveTo>
                        <a:lnTo>
                          <a:pt x="2628" y="408"/>
                        </a:lnTo>
                        <a:lnTo>
                          <a:pt x="2634" y="408"/>
                        </a:lnTo>
                        <a:lnTo>
                          <a:pt x="2646" y="414"/>
                        </a:lnTo>
                        <a:lnTo>
                          <a:pt x="2652" y="414"/>
                        </a:lnTo>
                        <a:lnTo>
                          <a:pt x="2658" y="420"/>
                        </a:lnTo>
                        <a:lnTo>
                          <a:pt x="2658" y="426"/>
                        </a:lnTo>
                        <a:lnTo>
                          <a:pt x="2622" y="426"/>
                        </a:lnTo>
                        <a:lnTo>
                          <a:pt x="2586" y="432"/>
                        </a:lnTo>
                        <a:lnTo>
                          <a:pt x="2556" y="438"/>
                        </a:lnTo>
                        <a:lnTo>
                          <a:pt x="2544" y="438"/>
                        </a:lnTo>
                        <a:lnTo>
                          <a:pt x="2520" y="456"/>
                        </a:lnTo>
                        <a:lnTo>
                          <a:pt x="2580" y="450"/>
                        </a:lnTo>
                        <a:lnTo>
                          <a:pt x="2586" y="450"/>
                        </a:lnTo>
                        <a:lnTo>
                          <a:pt x="2592" y="456"/>
                        </a:lnTo>
                        <a:lnTo>
                          <a:pt x="2610" y="456"/>
                        </a:lnTo>
                        <a:lnTo>
                          <a:pt x="2628" y="462"/>
                        </a:lnTo>
                        <a:lnTo>
                          <a:pt x="2658" y="462"/>
                        </a:lnTo>
                        <a:lnTo>
                          <a:pt x="2694" y="450"/>
                        </a:lnTo>
                        <a:lnTo>
                          <a:pt x="2730" y="444"/>
                        </a:lnTo>
                        <a:lnTo>
                          <a:pt x="2742" y="438"/>
                        </a:lnTo>
                        <a:lnTo>
                          <a:pt x="2742" y="450"/>
                        </a:lnTo>
                        <a:lnTo>
                          <a:pt x="2760" y="450"/>
                        </a:lnTo>
                        <a:lnTo>
                          <a:pt x="2796" y="444"/>
                        </a:lnTo>
                        <a:lnTo>
                          <a:pt x="2856" y="444"/>
                        </a:lnTo>
                        <a:lnTo>
                          <a:pt x="2850" y="444"/>
                        </a:lnTo>
                        <a:lnTo>
                          <a:pt x="2844" y="450"/>
                        </a:lnTo>
                        <a:lnTo>
                          <a:pt x="2832" y="450"/>
                        </a:lnTo>
                        <a:lnTo>
                          <a:pt x="2790" y="456"/>
                        </a:lnTo>
                        <a:lnTo>
                          <a:pt x="2730" y="468"/>
                        </a:lnTo>
                        <a:lnTo>
                          <a:pt x="2706" y="468"/>
                        </a:lnTo>
                        <a:lnTo>
                          <a:pt x="2688" y="474"/>
                        </a:lnTo>
                        <a:lnTo>
                          <a:pt x="2670" y="474"/>
                        </a:lnTo>
                        <a:lnTo>
                          <a:pt x="2652" y="480"/>
                        </a:lnTo>
                        <a:lnTo>
                          <a:pt x="2646" y="486"/>
                        </a:lnTo>
                        <a:lnTo>
                          <a:pt x="2640" y="486"/>
                        </a:lnTo>
                        <a:lnTo>
                          <a:pt x="2658" y="486"/>
                        </a:lnTo>
                        <a:lnTo>
                          <a:pt x="2694" y="492"/>
                        </a:lnTo>
                        <a:lnTo>
                          <a:pt x="2760" y="498"/>
                        </a:lnTo>
                        <a:lnTo>
                          <a:pt x="2808" y="492"/>
                        </a:lnTo>
                        <a:lnTo>
                          <a:pt x="2850" y="480"/>
                        </a:lnTo>
                        <a:lnTo>
                          <a:pt x="2874" y="474"/>
                        </a:lnTo>
                        <a:lnTo>
                          <a:pt x="2886" y="468"/>
                        </a:lnTo>
                        <a:lnTo>
                          <a:pt x="2958" y="450"/>
                        </a:lnTo>
                        <a:lnTo>
                          <a:pt x="3000" y="450"/>
                        </a:lnTo>
                        <a:lnTo>
                          <a:pt x="3054" y="444"/>
                        </a:lnTo>
                        <a:lnTo>
                          <a:pt x="3096" y="438"/>
                        </a:lnTo>
                        <a:lnTo>
                          <a:pt x="3120" y="432"/>
                        </a:lnTo>
                        <a:lnTo>
                          <a:pt x="3138" y="420"/>
                        </a:lnTo>
                        <a:lnTo>
                          <a:pt x="3156" y="414"/>
                        </a:lnTo>
                        <a:lnTo>
                          <a:pt x="3168" y="408"/>
                        </a:lnTo>
                        <a:lnTo>
                          <a:pt x="3168" y="396"/>
                        </a:lnTo>
                        <a:lnTo>
                          <a:pt x="3156" y="384"/>
                        </a:lnTo>
                        <a:lnTo>
                          <a:pt x="3144" y="378"/>
                        </a:lnTo>
                        <a:lnTo>
                          <a:pt x="3120" y="378"/>
                        </a:lnTo>
                        <a:lnTo>
                          <a:pt x="3114" y="384"/>
                        </a:lnTo>
                        <a:lnTo>
                          <a:pt x="3108" y="384"/>
                        </a:lnTo>
                        <a:lnTo>
                          <a:pt x="3108" y="396"/>
                        </a:lnTo>
                        <a:lnTo>
                          <a:pt x="3072" y="396"/>
                        </a:lnTo>
                        <a:lnTo>
                          <a:pt x="3078" y="390"/>
                        </a:lnTo>
                        <a:lnTo>
                          <a:pt x="3078" y="378"/>
                        </a:lnTo>
                        <a:lnTo>
                          <a:pt x="3102" y="354"/>
                        </a:lnTo>
                        <a:lnTo>
                          <a:pt x="3102" y="342"/>
                        </a:lnTo>
                        <a:lnTo>
                          <a:pt x="3096" y="342"/>
                        </a:lnTo>
                        <a:lnTo>
                          <a:pt x="3054" y="348"/>
                        </a:lnTo>
                        <a:lnTo>
                          <a:pt x="2988" y="372"/>
                        </a:lnTo>
                        <a:lnTo>
                          <a:pt x="2976" y="378"/>
                        </a:lnTo>
                        <a:lnTo>
                          <a:pt x="3024" y="378"/>
                        </a:lnTo>
                        <a:lnTo>
                          <a:pt x="3018" y="408"/>
                        </a:lnTo>
                        <a:lnTo>
                          <a:pt x="2898" y="420"/>
                        </a:lnTo>
                        <a:lnTo>
                          <a:pt x="2898" y="414"/>
                        </a:lnTo>
                        <a:lnTo>
                          <a:pt x="2892" y="408"/>
                        </a:lnTo>
                        <a:lnTo>
                          <a:pt x="2892" y="372"/>
                        </a:lnTo>
                        <a:lnTo>
                          <a:pt x="2886" y="366"/>
                        </a:lnTo>
                        <a:lnTo>
                          <a:pt x="2874" y="366"/>
                        </a:lnTo>
                        <a:lnTo>
                          <a:pt x="2856" y="360"/>
                        </a:lnTo>
                        <a:lnTo>
                          <a:pt x="2814" y="360"/>
                        </a:lnTo>
                        <a:lnTo>
                          <a:pt x="2682" y="384"/>
                        </a:lnTo>
                        <a:close/>
                        <a:moveTo>
                          <a:pt x="2832" y="342"/>
                        </a:moveTo>
                        <a:lnTo>
                          <a:pt x="2844" y="330"/>
                        </a:lnTo>
                        <a:lnTo>
                          <a:pt x="2844" y="318"/>
                        </a:lnTo>
                        <a:lnTo>
                          <a:pt x="2838" y="312"/>
                        </a:lnTo>
                        <a:lnTo>
                          <a:pt x="2814" y="312"/>
                        </a:lnTo>
                        <a:lnTo>
                          <a:pt x="2802" y="318"/>
                        </a:lnTo>
                        <a:lnTo>
                          <a:pt x="2796" y="324"/>
                        </a:lnTo>
                        <a:lnTo>
                          <a:pt x="2796" y="330"/>
                        </a:lnTo>
                        <a:lnTo>
                          <a:pt x="2802" y="336"/>
                        </a:lnTo>
                        <a:lnTo>
                          <a:pt x="2814" y="336"/>
                        </a:lnTo>
                        <a:lnTo>
                          <a:pt x="2820" y="342"/>
                        </a:lnTo>
                        <a:lnTo>
                          <a:pt x="2832" y="342"/>
                        </a:lnTo>
                        <a:close/>
                        <a:moveTo>
                          <a:pt x="3012" y="564"/>
                        </a:moveTo>
                        <a:lnTo>
                          <a:pt x="2988" y="540"/>
                        </a:lnTo>
                        <a:lnTo>
                          <a:pt x="2958" y="540"/>
                        </a:lnTo>
                        <a:lnTo>
                          <a:pt x="2952" y="534"/>
                        </a:lnTo>
                        <a:lnTo>
                          <a:pt x="2946" y="534"/>
                        </a:lnTo>
                        <a:lnTo>
                          <a:pt x="2934" y="528"/>
                        </a:lnTo>
                        <a:lnTo>
                          <a:pt x="2916" y="528"/>
                        </a:lnTo>
                        <a:lnTo>
                          <a:pt x="2898" y="534"/>
                        </a:lnTo>
                        <a:lnTo>
                          <a:pt x="2892" y="540"/>
                        </a:lnTo>
                        <a:lnTo>
                          <a:pt x="2892" y="552"/>
                        </a:lnTo>
                        <a:lnTo>
                          <a:pt x="2928" y="570"/>
                        </a:lnTo>
                        <a:lnTo>
                          <a:pt x="2934" y="576"/>
                        </a:lnTo>
                        <a:lnTo>
                          <a:pt x="2946" y="582"/>
                        </a:lnTo>
                        <a:lnTo>
                          <a:pt x="3012" y="564"/>
                        </a:lnTo>
                        <a:close/>
                        <a:moveTo>
                          <a:pt x="2460" y="414"/>
                        </a:moveTo>
                        <a:lnTo>
                          <a:pt x="2442" y="420"/>
                        </a:lnTo>
                        <a:lnTo>
                          <a:pt x="2430" y="426"/>
                        </a:lnTo>
                        <a:lnTo>
                          <a:pt x="2430" y="438"/>
                        </a:lnTo>
                        <a:lnTo>
                          <a:pt x="2442" y="438"/>
                        </a:lnTo>
                        <a:lnTo>
                          <a:pt x="2472" y="432"/>
                        </a:lnTo>
                        <a:lnTo>
                          <a:pt x="2490" y="426"/>
                        </a:lnTo>
                        <a:lnTo>
                          <a:pt x="2502" y="420"/>
                        </a:lnTo>
                        <a:lnTo>
                          <a:pt x="2502" y="414"/>
                        </a:lnTo>
                        <a:lnTo>
                          <a:pt x="2496" y="408"/>
                        </a:lnTo>
                        <a:lnTo>
                          <a:pt x="2484" y="408"/>
                        </a:lnTo>
                        <a:lnTo>
                          <a:pt x="2460" y="414"/>
                        </a:lnTo>
                        <a:close/>
                        <a:moveTo>
                          <a:pt x="2970" y="858"/>
                        </a:moveTo>
                        <a:lnTo>
                          <a:pt x="2988" y="858"/>
                        </a:lnTo>
                        <a:lnTo>
                          <a:pt x="3006" y="864"/>
                        </a:lnTo>
                        <a:lnTo>
                          <a:pt x="3018" y="870"/>
                        </a:lnTo>
                        <a:lnTo>
                          <a:pt x="3036" y="876"/>
                        </a:lnTo>
                        <a:lnTo>
                          <a:pt x="3060" y="882"/>
                        </a:lnTo>
                        <a:lnTo>
                          <a:pt x="3096" y="882"/>
                        </a:lnTo>
                        <a:lnTo>
                          <a:pt x="3126" y="876"/>
                        </a:lnTo>
                        <a:lnTo>
                          <a:pt x="3138" y="876"/>
                        </a:lnTo>
                        <a:lnTo>
                          <a:pt x="3120" y="810"/>
                        </a:lnTo>
                        <a:lnTo>
                          <a:pt x="3018" y="792"/>
                        </a:lnTo>
                        <a:lnTo>
                          <a:pt x="2988" y="828"/>
                        </a:lnTo>
                        <a:lnTo>
                          <a:pt x="2958" y="828"/>
                        </a:lnTo>
                        <a:lnTo>
                          <a:pt x="2952" y="834"/>
                        </a:lnTo>
                        <a:lnTo>
                          <a:pt x="2952" y="846"/>
                        </a:lnTo>
                        <a:lnTo>
                          <a:pt x="2958" y="852"/>
                        </a:lnTo>
                        <a:lnTo>
                          <a:pt x="2970" y="858"/>
                        </a:lnTo>
                        <a:close/>
                        <a:moveTo>
                          <a:pt x="168" y="2034"/>
                        </a:moveTo>
                        <a:lnTo>
                          <a:pt x="168" y="2040"/>
                        </a:lnTo>
                        <a:lnTo>
                          <a:pt x="174" y="2046"/>
                        </a:lnTo>
                        <a:lnTo>
                          <a:pt x="192" y="2046"/>
                        </a:lnTo>
                        <a:lnTo>
                          <a:pt x="186" y="2070"/>
                        </a:lnTo>
                        <a:lnTo>
                          <a:pt x="216" y="2052"/>
                        </a:lnTo>
                        <a:lnTo>
                          <a:pt x="216" y="2028"/>
                        </a:lnTo>
                        <a:lnTo>
                          <a:pt x="174" y="2028"/>
                        </a:lnTo>
                        <a:lnTo>
                          <a:pt x="168" y="2034"/>
                        </a:lnTo>
                        <a:close/>
                        <a:moveTo>
                          <a:pt x="252" y="2298"/>
                        </a:moveTo>
                        <a:lnTo>
                          <a:pt x="252" y="2292"/>
                        </a:lnTo>
                        <a:lnTo>
                          <a:pt x="246" y="2286"/>
                        </a:lnTo>
                        <a:lnTo>
                          <a:pt x="246" y="2268"/>
                        </a:lnTo>
                        <a:lnTo>
                          <a:pt x="252" y="2256"/>
                        </a:lnTo>
                        <a:lnTo>
                          <a:pt x="252" y="2238"/>
                        </a:lnTo>
                        <a:lnTo>
                          <a:pt x="246" y="2226"/>
                        </a:lnTo>
                        <a:lnTo>
                          <a:pt x="228" y="2226"/>
                        </a:lnTo>
                        <a:lnTo>
                          <a:pt x="216" y="2220"/>
                        </a:lnTo>
                        <a:lnTo>
                          <a:pt x="204" y="2220"/>
                        </a:lnTo>
                        <a:lnTo>
                          <a:pt x="192" y="2214"/>
                        </a:lnTo>
                        <a:lnTo>
                          <a:pt x="186" y="2208"/>
                        </a:lnTo>
                        <a:lnTo>
                          <a:pt x="174" y="2202"/>
                        </a:lnTo>
                        <a:lnTo>
                          <a:pt x="150" y="2178"/>
                        </a:lnTo>
                        <a:lnTo>
                          <a:pt x="138" y="2172"/>
                        </a:lnTo>
                        <a:lnTo>
                          <a:pt x="126" y="2172"/>
                        </a:lnTo>
                        <a:lnTo>
                          <a:pt x="102" y="2184"/>
                        </a:lnTo>
                        <a:lnTo>
                          <a:pt x="96" y="2196"/>
                        </a:lnTo>
                        <a:lnTo>
                          <a:pt x="96" y="2202"/>
                        </a:lnTo>
                        <a:lnTo>
                          <a:pt x="108" y="2208"/>
                        </a:lnTo>
                        <a:lnTo>
                          <a:pt x="114" y="2214"/>
                        </a:lnTo>
                        <a:lnTo>
                          <a:pt x="120" y="2214"/>
                        </a:lnTo>
                        <a:lnTo>
                          <a:pt x="132" y="2202"/>
                        </a:lnTo>
                        <a:lnTo>
                          <a:pt x="144" y="2208"/>
                        </a:lnTo>
                        <a:lnTo>
                          <a:pt x="132" y="2220"/>
                        </a:lnTo>
                        <a:lnTo>
                          <a:pt x="120" y="2220"/>
                        </a:lnTo>
                        <a:lnTo>
                          <a:pt x="114" y="2226"/>
                        </a:lnTo>
                        <a:lnTo>
                          <a:pt x="102" y="2232"/>
                        </a:lnTo>
                        <a:lnTo>
                          <a:pt x="102" y="2244"/>
                        </a:lnTo>
                        <a:lnTo>
                          <a:pt x="108" y="2250"/>
                        </a:lnTo>
                        <a:lnTo>
                          <a:pt x="126" y="2250"/>
                        </a:lnTo>
                        <a:lnTo>
                          <a:pt x="138" y="2244"/>
                        </a:lnTo>
                        <a:lnTo>
                          <a:pt x="132" y="2262"/>
                        </a:lnTo>
                        <a:lnTo>
                          <a:pt x="150" y="2262"/>
                        </a:lnTo>
                        <a:lnTo>
                          <a:pt x="132" y="2280"/>
                        </a:lnTo>
                        <a:lnTo>
                          <a:pt x="168" y="2274"/>
                        </a:lnTo>
                        <a:lnTo>
                          <a:pt x="156" y="2280"/>
                        </a:lnTo>
                        <a:lnTo>
                          <a:pt x="144" y="2292"/>
                        </a:lnTo>
                        <a:lnTo>
                          <a:pt x="138" y="2292"/>
                        </a:lnTo>
                        <a:lnTo>
                          <a:pt x="138" y="2298"/>
                        </a:lnTo>
                        <a:lnTo>
                          <a:pt x="150" y="2298"/>
                        </a:lnTo>
                        <a:lnTo>
                          <a:pt x="162" y="2286"/>
                        </a:lnTo>
                        <a:lnTo>
                          <a:pt x="168" y="2286"/>
                        </a:lnTo>
                        <a:lnTo>
                          <a:pt x="174" y="2292"/>
                        </a:lnTo>
                        <a:lnTo>
                          <a:pt x="174" y="2304"/>
                        </a:lnTo>
                        <a:lnTo>
                          <a:pt x="162" y="2316"/>
                        </a:lnTo>
                        <a:lnTo>
                          <a:pt x="162" y="2328"/>
                        </a:lnTo>
                        <a:lnTo>
                          <a:pt x="210" y="2328"/>
                        </a:lnTo>
                        <a:lnTo>
                          <a:pt x="228" y="2316"/>
                        </a:lnTo>
                        <a:lnTo>
                          <a:pt x="210" y="2340"/>
                        </a:lnTo>
                        <a:lnTo>
                          <a:pt x="192" y="2340"/>
                        </a:lnTo>
                        <a:lnTo>
                          <a:pt x="186" y="2346"/>
                        </a:lnTo>
                        <a:lnTo>
                          <a:pt x="186" y="2352"/>
                        </a:lnTo>
                        <a:lnTo>
                          <a:pt x="210" y="2364"/>
                        </a:lnTo>
                        <a:lnTo>
                          <a:pt x="216" y="2364"/>
                        </a:lnTo>
                        <a:lnTo>
                          <a:pt x="228" y="2370"/>
                        </a:lnTo>
                        <a:lnTo>
                          <a:pt x="234" y="2376"/>
                        </a:lnTo>
                        <a:lnTo>
                          <a:pt x="246" y="2376"/>
                        </a:lnTo>
                        <a:lnTo>
                          <a:pt x="258" y="2382"/>
                        </a:lnTo>
                        <a:lnTo>
                          <a:pt x="270" y="2376"/>
                        </a:lnTo>
                        <a:lnTo>
                          <a:pt x="288" y="2358"/>
                        </a:lnTo>
                        <a:lnTo>
                          <a:pt x="294" y="2346"/>
                        </a:lnTo>
                        <a:lnTo>
                          <a:pt x="294" y="2340"/>
                        </a:lnTo>
                        <a:lnTo>
                          <a:pt x="288" y="2334"/>
                        </a:lnTo>
                        <a:lnTo>
                          <a:pt x="282" y="2322"/>
                        </a:lnTo>
                        <a:lnTo>
                          <a:pt x="270" y="2316"/>
                        </a:lnTo>
                        <a:lnTo>
                          <a:pt x="264" y="2304"/>
                        </a:lnTo>
                        <a:lnTo>
                          <a:pt x="252" y="2298"/>
                        </a:lnTo>
                        <a:close/>
                        <a:moveTo>
                          <a:pt x="2304" y="372"/>
                        </a:moveTo>
                        <a:lnTo>
                          <a:pt x="2316" y="372"/>
                        </a:lnTo>
                        <a:lnTo>
                          <a:pt x="2328" y="366"/>
                        </a:lnTo>
                        <a:lnTo>
                          <a:pt x="2376" y="366"/>
                        </a:lnTo>
                        <a:lnTo>
                          <a:pt x="2388" y="378"/>
                        </a:lnTo>
                        <a:lnTo>
                          <a:pt x="2388" y="390"/>
                        </a:lnTo>
                        <a:lnTo>
                          <a:pt x="2424" y="390"/>
                        </a:lnTo>
                        <a:lnTo>
                          <a:pt x="2442" y="384"/>
                        </a:lnTo>
                        <a:lnTo>
                          <a:pt x="2454" y="384"/>
                        </a:lnTo>
                        <a:lnTo>
                          <a:pt x="2466" y="390"/>
                        </a:lnTo>
                        <a:lnTo>
                          <a:pt x="2472" y="396"/>
                        </a:lnTo>
                        <a:lnTo>
                          <a:pt x="2490" y="396"/>
                        </a:lnTo>
                        <a:lnTo>
                          <a:pt x="2514" y="384"/>
                        </a:lnTo>
                        <a:lnTo>
                          <a:pt x="2520" y="372"/>
                        </a:lnTo>
                        <a:lnTo>
                          <a:pt x="2520" y="354"/>
                        </a:lnTo>
                        <a:lnTo>
                          <a:pt x="2550" y="354"/>
                        </a:lnTo>
                        <a:lnTo>
                          <a:pt x="2616" y="336"/>
                        </a:lnTo>
                        <a:lnTo>
                          <a:pt x="2580" y="366"/>
                        </a:lnTo>
                        <a:lnTo>
                          <a:pt x="2634" y="378"/>
                        </a:lnTo>
                        <a:lnTo>
                          <a:pt x="2688" y="354"/>
                        </a:lnTo>
                        <a:lnTo>
                          <a:pt x="2784" y="312"/>
                        </a:lnTo>
                        <a:lnTo>
                          <a:pt x="2778" y="312"/>
                        </a:lnTo>
                        <a:lnTo>
                          <a:pt x="2772" y="306"/>
                        </a:lnTo>
                        <a:lnTo>
                          <a:pt x="2754" y="300"/>
                        </a:lnTo>
                        <a:lnTo>
                          <a:pt x="2736" y="300"/>
                        </a:lnTo>
                        <a:lnTo>
                          <a:pt x="2724" y="294"/>
                        </a:lnTo>
                        <a:lnTo>
                          <a:pt x="2706" y="288"/>
                        </a:lnTo>
                        <a:lnTo>
                          <a:pt x="2676" y="288"/>
                        </a:lnTo>
                        <a:lnTo>
                          <a:pt x="2646" y="282"/>
                        </a:lnTo>
                        <a:lnTo>
                          <a:pt x="2604" y="282"/>
                        </a:lnTo>
                        <a:lnTo>
                          <a:pt x="2526" y="294"/>
                        </a:lnTo>
                        <a:lnTo>
                          <a:pt x="2526" y="318"/>
                        </a:lnTo>
                        <a:lnTo>
                          <a:pt x="2406" y="324"/>
                        </a:lnTo>
                        <a:lnTo>
                          <a:pt x="2400" y="324"/>
                        </a:lnTo>
                        <a:lnTo>
                          <a:pt x="2394" y="318"/>
                        </a:lnTo>
                        <a:lnTo>
                          <a:pt x="2334" y="318"/>
                        </a:lnTo>
                        <a:lnTo>
                          <a:pt x="2322" y="324"/>
                        </a:lnTo>
                        <a:lnTo>
                          <a:pt x="2310" y="324"/>
                        </a:lnTo>
                        <a:lnTo>
                          <a:pt x="2304" y="330"/>
                        </a:lnTo>
                        <a:lnTo>
                          <a:pt x="2304" y="372"/>
                        </a:lnTo>
                        <a:close/>
                        <a:moveTo>
                          <a:pt x="150" y="1980"/>
                        </a:moveTo>
                        <a:lnTo>
                          <a:pt x="162" y="2004"/>
                        </a:lnTo>
                        <a:lnTo>
                          <a:pt x="174" y="2010"/>
                        </a:lnTo>
                        <a:lnTo>
                          <a:pt x="186" y="1980"/>
                        </a:lnTo>
                        <a:lnTo>
                          <a:pt x="180" y="1974"/>
                        </a:lnTo>
                        <a:lnTo>
                          <a:pt x="174" y="1974"/>
                        </a:lnTo>
                        <a:lnTo>
                          <a:pt x="162" y="1968"/>
                        </a:lnTo>
                        <a:lnTo>
                          <a:pt x="156" y="1968"/>
                        </a:lnTo>
                        <a:lnTo>
                          <a:pt x="150" y="1974"/>
                        </a:lnTo>
                        <a:lnTo>
                          <a:pt x="150" y="1980"/>
                        </a:lnTo>
                        <a:close/>
                        <a:moveTo>
                          <a:pt x="126" y="1932"/>
                        </a:moveTo>
                        <a:lnTo>
                          <a:pt x="120" y="1932"/>
                        </a:lnTo>
                        <a:lnTo>
                          <a:pt x="108" y="1938"/>
                        </a:lnTo>
                        <a:lnTo>
                          <a:pt x="96" y="1938"/>
                        </a:lnTo>
                        <a:lnTo>
                          <a:pt x="84" y="1944"/>
                        </a:lnTo>
                        <a:lnTo>
                          <a:pt x="78" y="1944"/>
                        </a:lnTo>
                        <a:lnTo>
                          <a:pt x="78" y="1950"/>
                        </a:lnTo>
                        <a:lnTo>
                          <a:pt x="72" y="1962"/>
                        </a:lnTo>
                        <a:lnTo>
                          <a:pt x="66" y="1968"/>
                        </a:lnTo>
                        <a:lnTo>
                          <a:pt x="48" y="1968"/>
                        </a:lnTo>
                        <a:lnTo>
                          <a:pt x="42" y="1962"/>
                        </a:lnTo>
                        <a:lnTo>
                          <a:pt x="48" y="1956"/>
                        </a:lnTo>
                        <a:lnTo>
                          <a:pt x="60" y="1956"/>
                        </a:lnTo>
                        <a:lnTo>
                          <a:pt x="66" y="1950"/>
                        </a:lnTo>
                        <a:lnTo>
                          <a:pt x="72" y="1950"/>
                        </a:lnTo>
                        <a:lnTo>
                          <a:pt x="78" y="1944"/>
                        </a:lnTo>
                        <a:lnTo>
                          <a:pt x="84" y="1944"/>
                        </a:lnTo>
                        <a:lnTo>
                          <a:pt x="78" y="1938"/>
                        </a:lnTo>
                        <a:lnTo>
                          <a:pt x="54" y="1938"/>
                        </a:lnTo>
                        <a:lnTo>
                          <a:pt x="48" y="1944"/>
                        </a:lnTo>
                        <a:lnTo>
                          <a:pt x="48" y="1932"/>
                        </a:lnTo>
                        <a:lnTo>
                          <a:pt x="36" y="1932"/>
                        </a:lnTo>
                        <a:lnTo>
                          <a:pt x="24" y="1944"/>
                        </a:lnTo>
                        <a:lnTo>
                          <a:pt x="6" y="1980"/>
                        </a:lnTo>
                        <a:lnTo>
                          <a:pt x="6" y="2004"/>
                        </a:lnTo>
                        <a:lnTo>
                          <a:pt x="12" y="2004"/>
                        </a:lnTo>
                        <a:lnTo>
                          <a:pt x="12" y="2010"/>
                        </a:lnTo>
                        <a:lnTo>
                          <a:pt x="18" y="2016"/>
                        </a:lnTo>
                        <a:lnTo>
                          <a:pt x="0" y="2022"/>
                        </a:lnTo>
                        <a:lnTo>
                          <a:pt x="12" y="2076"/>
                        </a:lnTo>
                        <a:lnTo>
                          <a:pt x="12" y="2082"/>
                        </a:lnTo>
                        <a:lnTo>
                          <a:pt x="6" y="2082"/>
                        </a:lnTo>
                        <a:lnTo>
                          <a:pt x="12" y="2088"/>
                        </a:lnTo>
                        <a:lnTo>
                          <a:pt x="12" y="2094"/>
                        </a:lnTo>
                        <a:lnTo>
                          <a:pt x="30" y="2094"/>
                        </a:lnTo>
                        <a:lnTo>
                          <a:pt x="30" y="2070"/>
                        </a:lnTo>
                        <a:lnTo>
                          <a:pt x="24" y="2058"/>
                        </a:lnTo>
                        <a:lnTo>
                          <a:pt x="24" y="2040"/>
                        </a:lnTo>
                        <a:lnTo>
                          <a:pt x="36" y="2028"/>
                        </a:lnTo>
                        <a:lnTo>
                          <a:pt x="42" y="2028"/>
                        </a:lnTo>
                        <a:lnTo>
                          <a:pt x="48" y="2016"/>
                        </a:lnTo>
                        <a:lnTo>
                          <a:pt x="54" y="2010"/>
                        </a:lnTo>
                        <a:lnTo>
                          <a:pt x="54" y="1986"/>
                        </a:lnTo>
                        <a:lnTo>
                          <a:pt x="84" y="1956"/>
                        </a:lnTo>
                        <a:lnTo>
                          <a:pt x="108" y="1944"/>
                        </a:lnTo>
                        <a:lnTo>
                          <a:pt x="114" y="1944"/>
                        </a:lnTo>
                        <a:lnTo>
                          <a:pt x="126" y="1938"/>
                        </a:lnTo>
                        <a:lnTo>
                          <a:pt x="126" y="1932"/>
                        </a:lnTo>
                        <a:close/>
                        <a:moveTo>
                          <a:pt x="1896" y="678"/>
                        </a:moveTo>
                        <a:lnTo>
                          <a:pt x="1896" y="690"/>
                        </a:lnTo>
                        <a:lnTo>
                          <a:pt x="1884" y="702"/>
                        </a:lnTo>
                        <a:lnTo>
                          <a:pt x="1884" y="714"/>
                        </a:lnTo>
                        <a:lnTo>
                          <a:pt x="1902" y="714"/>
                        </a:lnTo>
                        <a:lnTo>
                          <a:pt x="1926" y="708"/>
                        </a:lnTo>
                        <a:lnTo>
                          <a:pt x="1944" y="708"/>
                        </a:lnTo>
                        <a:lnTo>
                          <a:pt x="1980" y="696"/>
                        </a:lnTo>
                        <a:lnTo>
                          <a:pt x="1986" y="690"/>
                        </a:lnTo>
                        <a:lnTo>
                          <a:pt x="1992" y="690"/>
                        </a:lnTo>
                        <a:lnTo>
                          <a:pt x="2034" y="702"/>
                        </a:lnTo>
                        <a:lnTo>
                          <a:pt x="2112" y="642"/>
                        </a:lnTo>
                        <a:lnTo>
                          <a:pt x="2244" y="600"/>
                        </a:lnTo>
                        <a:lnTo>
                          <a:pt x="2370" y="564"/>
                        </a:lnTo>
                        <a:lnTo>
                          <a:pt x="2466" y="546"/>
                        </a:lnTo>
                        <a:lnTo>
                          <a:pt x="2454" y="540"/>
                        </a:lnTo>
                        <a:lnTo>
                          <a:pt x="2448" y="528"/>
                        </a:lnTo>
                        <a:lnTo>
                          <a:pt x="2436" y="522"/>
                        </a:lnTo>
                        <a:lnTo>
                          <a:pt x="2424" y="510"/>
                        </a:lnTo>
                        <a:lnTo>
                          <a:pt x="2412" y="504"/>
                        </a:lnTo>
                        <a:lnTo>
                          <a:pt x="2400" y="492"/>
                        </a:lnTo>
                        <a:lnTo>
                          <a:pt x="2352" y="492"/>
                        </a:lnTo>
                        <a:lnTo>
                          <a:pt x="2340" y="498"/>
                        </a:lnTo>
                        <a:lnTo>
                          <a:pt x="2328" y="498"/>
                        </a:lnTo>
                        <a:lnTo>
                          <a:pt x="2262" y="504"/>
                        </a:lnTo>
                        <a:lnTo>
                          <a:pt x="2226" y="480"/>
                        </a:lnTo>
                        <a:lnTo>
                          <a:pt x="2142" y="486"/>
                        </a:lnTo>
                        <a:lnTo>
                          <a:pt x="2094" y="504"/>
                        </a:lnTo>
                        <a:lnTo>
                          <a:pt x="2076" y="522"/>
                        </a:lnTo>
                        <a:lnTo>
                          <a:pt x="2064" y="552"/>
                        </a:lnTo>
                        <a:lnTo>
                          <a:pt x="2010" y="564"/>
                        </a:lnTo>
                        <a:lnTo>
                          <a:pt x="1944" y="588"/>
                        </a:lnTo>
                        <a:lnTo>
                          <a:pt x="1962" y="600"/>
                        </a:lnTo>
                        <a:lnTo>
                          <a:pt x="1842" y="654"/>
                        </a:lnTo>
                        <a:lnTo>
                          <a:pt x="1854" y="654"/>
                        </a:lnTo>
                        <a:lnTo>
                          <a:pt x="1890" y="672"/>
                        </a:lnTo>
                        <a:lnTo>
                          <a:pt x="1896" y="678"/>
                        </a:lnTo>
                        <a:close/>
                        <a:moveTo>
                          <a:pt x="198" y="1968"/>
                        </a:moveTo>
                        <a:lnTo>
                          <a:pt x="192" y="1992"/>
                        </a:lnTo>
                        <a:lnTo>
                          <a:pt x="192" y="2010"/>
                        </a:lnTo>
                        <a:lnTo>
                          <a:pt x="216" y="1998"/>
                        </a:lnTo>
                        <a:lnTo>
                          <a:pt x="198" y="1968"/>
                        </a:lnTo>
                        <a:close/>
                        <a:moveTo>
                          <a:pt x="4182" y="600"/>
                        </a:moveTo>
                        <a:lnTo>
                          <a:pt x="4194" y="606"/>
                        </a:lnTo>
                        <a:lnTo>
                          <a:pt x="4206" y="600"/>
                        </a:lnTo>
                        <a:lnTo>
                          <a:pt x="4218" y="600"/>
                        </a:lnTo>
                        <a:lnTo>
                          <a:pt x="4242" y="588"/>
                        </a:lnTo>
                        <a:lnTo>
                          <a:pt x="4308" y="588"/>
                        </a:lnTo>
                        <a:lnTo>
                          <a:pt x="4314" y="594"/>
                        </a:lnTo>
                        <a:lnTo>
                          <a:pt x="4350" y="594"/>
                        </a:lnTo>
                        <a:lnTo>
                          <a:pt x="4356" y="588"/>
                        </a:lnTo>
                        <a:lnTo>
                          <a:pt x="4356" y="582"/>
                        </a:lnTo>
                        <a:lnTo>
                          <a:pt x="4344" y="558"/>
                        </a:lnTo>
                        <a:lnTo>
                          <a:pt x="4338" y="552"/>
                        </a:lnTo>
                        <a:lnTo>
                          <a:pt x="4326" y="546"/>
                        </a:lnTo>
                        <a:lnTo>
                          <a:pt x="4230" y="546"/>
                        </a:lnTo>
                        <a:lnTo>
                          <a:pt x="4224" y="540"/>
                        </a:lnTo>
                        <a:lnTo>
                          <a:pt x="4212" y="540"/>
                        </a:lnTo>
                        <a:lnTo>
                          <a:pt x="4200" y="534"/>
                        </a:lnTo>
                        <a:lnTo>
                          <a:pt x="4188" y="534"/>
                        </a:lnTo>
                        <a:lnTo>
                          <a:pt x="4176" y="540"/>
                        </a:lnTo>
                        <a:lnTo>
                          <a:pt x="4158" y="558"/>
                        </a:lnTo>
                        <a:lnTo>
                          <a:pt x="4158" y="564"/>
                        </a:lnTo>
                        <a:lnTo>
                          <a:pt x="4176" y="576"/>
                        </a:lnTo>
                        <a:lnTo>
                          <a:pt x="4170" y="582"/>
                        </a:lnTo>
                        <a:lnTo>
                          <a:pt x="4170" y="594"/>
                        </a:lnTo>
                        <a:lnTo>
                          <a:pt x="4176" y="594"/>
                        </a:lnTo>
                        <a:lnTo>
                          <a:pt x="4182" y="600"/>
                        </a:lnTo>
                        <a:close/>
                        <a:moveTo>
                          <a:pt x="3708" y="516"/>
                        </a:moveTo>
                        <a:lnTo>
                          <a:pt x="3678" y="516"/>
                        </a:lnTo>
                        <a:lnTo>
                          <a:pt x="3624" y="510"/>
                        </a:lnTo>
                        <a:lnTo>
                          <a:pt x="3564" y="504"/>
                        </a:lnTo>
                        <a:lnTo>
                          <a:pt x="3468" y="504"/>
                        </a:lnTo>
                        <a:lnTo>
                          <a:pt x="3468" y="516"/>
                        </a:lnTo>
                        <a:lnTo>
                          <a:pt x="3462" y="522"/>
                        </a:lnTo>
                        <a:lnTo>
                          <a:pt x="3426" y="540"/>
                        </a:lnTo>
                        <a:lnTo>
                          <a:pt x="3396" y="546"/>
                        </a:lnTo>
                        <a:lnTo>
                          <a:pt x="3378" y="552"/>
                        </a:lnTo>
                        <a:lnTo>
                          <a:pt x="3372" y="552"/>
                        </a:lnTo>
                        <a:lnTo>
                          <a:pt x="3372" y="558"/>
                        </a:lnTo>
                        <a:lnTo>
                          <a:pt x="3384" y="570"/>
                        </a:lnTo>
                        <a:lnTo>
                          <a:pt x="3390" y="582"/>
                        </a:lnTo>
                        <a:lnTo>
                          <a:pt x="3390" y="594"/>
                        </a:lnTo>
                        <a:lnTo>
                          <a:pt x="3372" y="618"/>
                        </a:lnTo>
                        <a:lnTo>
                          <a:pt x="3402" y="636"/>
                        </a:lnTo>
                        <a:lnTo>
                          <a:pt x="3480" y="606"/>
                        </a:lnTo>
                        <a:lnTo>
                          <a:pt x="3474" y="600"/>
                        </a:lnTo>
                        <a:lnTo>
                          <a:pt x="3468" y="600"/>
                        </a:lnTo>
                        <a:lnTo>
                          <a:pt x="3468" y="594"/>
                        </a:lnTo>
                        <a:lnTo>
                          <a:pt x="3474" y="588"/>
                        </a:lnTo>
                        <a:lnTo>
                          <a:pt x="3486" y="582"/>
                        </a:lnTo>
                        <a:lnTo>
                          <a:pt x="3522" y="582"/>
                        </a:lnTo>
                        <a:lnTo>
                          <a:pt x="3546" y="594"/>
                        </a:lnTo>
                        <a:lnTo>
                          <a:pt x="3552" y="600"/>
                        </a:lnTo>
                        <a:lnTo>
                          <a:pt x="3606" y="594"/>
                        </a:lnTo>
                        <a:lnTo>
                          <a:pt x="3600" y="570"/>
                        </a:lnTo>
                        <a:lnTo>
                          <a:pt x="3630" y="570"/>
                        </a:lnTo>
                        <a:lnTo>
                          <a:pt x="3648" y="564"/>
                        </a:lnTo>
                        <a:lnTo>
                          <a:pt x="3666" y="564"/>
                        </a:lnTo>
                        <a:lnTo>
                          <a:pt x="3690" y="552"/>
                        </a:lnTo>
                        <a:lnTo>
                          <a:pt x="3696" y="546"/>
                        </a:lnTo>
                        <a:lnTo>
                          <a:pt x="3702" y="534"/>
                        </a:lnTo>
                        <a:lnTo>
                          <a:pt x="3714" y="522"/>
                        </a:lnTo>
                        <a:lnTo>
                          <a:pt x="3720" y="522"/>
                        </a:lnTo>
                        <a:lnTo>
                          <a:pt x="3714" y="516"/>
                        </a:lnTo>
                        <a:lnTo>
                          <a:pt x="3708" y="516"/>
                        </a:lnTo>
                        <a:close/>
                        <a:moveTo>
                          <a:pt x="3792" y="150"/>
                        </a:moveTo>
                        <a:lnTo>
                          <a:pt x="3738" y="156"/>
                        </a:lnTo>
                        <a:lnTo>
                          <a:pt x="3756" y="180"/>
                        </a:lnTo>
                        <a:lnTo>
                          <a:pt x="3792" y="150"/>
                        </a:lnTo>
                        <a:close/>
                        <a:moveTo>
                          <a:pt x="3612" y="480"/>
                        </a:moveTo>
                        <a:lnTo>
                          <a:pt x="3636" y="468"/>
                        </a:lnTo>
                        <a:lnTo>
                          <a:pt x="3642" y="456"/>
                        </a:lnTo>
                        <a:lnTo>
                          <a:pt x="3654" y="450"/>
                        </a:lnTo>
                        <a:lnTo>
                          <a:pt x="3660" y="438"/>
                        </a:lnTo>
                        <a:lnTo>
                          <a:pt x="3660" y="432"/>
                        </a:lnTo>
                        <a:lnTo>
                          <a:pt x="3654" y="426"/>
                        </a:lnTo>
                        <a:lnTo>
                          <a:pt x="3642" y="426"/>
                        </a:lnTo>
                        <a:lnTo>
                          <a:pt x="3630" y="420"/>
                        </a:lnTo>
                        <a:lnTo>
                          <a:pt x="3588" y="420"/>
                        </a:lnTo>
                        <a:lnTo>
                          <a:pt x="3570" y="426"/>
                        </a:lnTo>
                        <a:lnTo>
                          <a:pt x="3552" y="426"/>
                        </a:lnTo>
                        <a:lnTo>
                          <a:pt x="3534" y="438"/>
                        </a:lnTo>
                        <a:lnTo>
                          <a:pt x="3516" y="444"/>
                        </a:lnTo>
                        <a:lnTo>
                          <a:pt x="3504" y="450"/>
                        </a:lnTo>
                        <a:lnTo>
                          <a:pt x="3504" y="462"/>
                        </a:lnTo>
                        <a:lnTo>
                          <a:pt x="3528" y="468"/>
                        </a:lnTo>
                        <a:lnTo>
                          <a:pt x="3600" y="480"/>
                        </a:lnTo>
                        <a:lnTo>
                          <a:pt x="3612" y="480"/>
                        </a:lnTo>
                        <a:close/>
                        <a:moveTo>
                          <a:pt x="3954" y="180"/>
                        </a:moveTo>
                        <a:lnTo>
                          <a:pt x="3900" y="192"/>
                        </a:lnTo>
                        <a:lnTo>
                          <a:pt x="3936" y="210"/>
                        </a:lnTo>
                        <a:lnTo>
                          <a:pt x="3924" y="216"/>
                        </a:lnTo>
                        <a:lnTo>
                          <a:pt x="3918" y="222"/>
                        </a:lnTo>
                        <a:lnTo>
                          <a:pt x="3918" y="228"/>
                        </a:lnTo>
                        <a:lnTo>
                          <a:pt x="3924" y="234"/>
                        </a:lnTo>
                        <a:lnTo>
                          <a:pt x="3936" y="240"/>
                        </a:lnTo>
                        <a:lnTo>
                          <a:pt x="3966" y="240"/>
                        </a:lnTo>
                        <a:lnTo>
                          <a:pt x="3942" y="252"/>
                        </a:lnTo>
                        <a:lnTo>
                          <a:pt x="3954" y="252"/>
                        </a:lnTo>
                        <a:lnTo>
                          <a:pt x="4002" y="276"/>
                        </a:lnTo>
                        <a:lnTo>
                          <a:pt x="4014" y="276"/>
                        </a:lnTo>
                        <a:lnTo>
                          <a:pt x="4026" y="270"/>
                        </a:lnTo>
                        <a:lnTo>
                          <a:pt x="4032" y="264"/>
                        </a:lnTo>
                        <a:lnTo>
                          <a:pt x="4044" y="258"/>
                        </a:lnTo>
                        <a:lnTo>
                          <a:pt x="4050" y="252"/>
                        </a:lnTo>
                        <a:lnTo>
                          <a:pt x="4074" y="246"/>
                        </a:lnTo>
                        <a:lnTo>
                          <a:pt x="4086" y="258"/>
                        </a:lnTo>
                        <a:lnTo>
                          <a:pt x="4092" y="270"/>
                        </a:lnTo>
                        <a:lnTo>
                          <a:pt x="4098" y="276"/>
                        </a:lnTo>
                        <a:lnTo>
                          <a:pt x="4104" y="270"/>
                        </a:lnTo>
                        <a:lnTo>
                          <a:pt x="4116" y="270"/>
                        </a:lnTo>
                        <a:lnTo>
                          <a:pt x="4128" y="264"/>
                        </a:lnTo>
                        <a:lnTo>
                          <a:pt x="4134" y="258"/>
                        </a:lnTo>
                        <a:lnTo>
                          <a:pt x="4146" y="258"/>
                        </a:lnTo>
                        <a:lnTo>
                          <a:pt x="4152" y="252"/>
                        </a:lnTo>
                        <a:lnTo>
                          <a:pt x="4158" y="252"/>
                        </a:lnTo>
                        <a:lnTo>
                          <a:pt x="4170" y="246"/>
                        </a:lnTo>
                        <a:lnTo>
                          <a:pt x="4176" y="234"/>
                        </a:lnTo>
                        <a:lnTo>
                          <a:pt x="4182" y="228"/>
                        </a:lnTo>
                        <a:lnTo>
                          <a:pt x="4194" y="246"/>
                        </a:lnTo>
                        <a:lnTo>
                          <a:pt x="4218" y="222"/>
                        </a:lnTo>
                        <a:lnTo>
                          <a:pt x="4218" y="216"/>
                        </a:lnTo>
                        <a:lnTo>
                          <a:pt x="4236" y="210"/>
                        </a:lnTo>
                        <a:lnTo>
                          <a:pt x="4326" y="210"/>
                        </a:lnTo>
                        <a:lnTo>
                          <a:pt x="4332" y="204"/>
                        </a:lnTo>
                        <a:lnTo>
                          <a:pt x="4332" y="192"/>
                        </a:lnTo>
                        <a:lnTo>
                          <a:pt x="4266" y="186"/>
                        </a:lnTo>
                        <a:lnTo>
                          <a:pt x="4302" y="174"/>
                        </a:lnTo>
                        <a:lnTo>
                          <a:pt x="4302" y="132"/>
                        </a:lnTo>
                        <a:lnTo>
                          <a:pt x="4278" y="132"/>
                        </a:lnTo>
                        <a:lnTo>
                          <a:pt x="4266" y="138"/>
                        </a:lnTo>
                        <a:lnTo>
                          <a:pt x="4260" y="144"/>
                        </a:lnTo>
                        <a:lnTo>
                          <a:pt x="4248" y="150"/>
                        </a:lnTo>
                        <a:lnTo>
                          <a:pt x="4242" y="126"/>
                        </a:lnTo>
                        <a:lnTo>
                          <a:pt x="4194" y="132"/>
                        </a:lnTo>
                        <a:lnTo>
                          <a:pt x="4194" y="120"/>
                        </a:lnTo>
                        <a:lnTo>
                          <a:pt x="4176" y="84"/>
                        </a:lnTo>
                        <a:lnTo>
                          <a:pt x="4140" y="84"/>
                        </a:lnTo>
                        <a:lnTo>
                          <a:pt x="4122" y="90"/>
                        </a:lnTo>
                        <a:lnTo>
                          <a:pt x="4110" y="96"/>
                        </a:lnTo>
                        <a:lnTo>
                          <a:pt x="4104" y="102"/>
                        </a:lnTo>
                        <a:lnTo>
                          <a:pt x="4098" y="102"/>
                        </a:lnTo>
                        <a:lnTo>
                          <a:pt x="4020" y="108"/>
                        </a:lnTo>
                        <a:lnTo>
                          <a:pt x="4044" y="126"/>
                        </a:lnTo>
                        <a:lnTo>
                          <a:pt x="3996" y="126"/>
                        </a:lnTo>
                        <a:lnTo>
                          <a:pt x="3984" y="132"/>
                        </a:lnTo>
                        <a:lnTo>
                          <a:pt x="3972" y="132"/>
                        </a:lnTo>
                        <a:lnTo>
                          <a:pt x="3966" y="138"/>
                        </a:lnTo>
                        <a:lnTo>
                          <a:pt x="3984" y="156"/>
                        </a:lnTo>
                        <a:lnTo>
                          <a:pt x="3972" y="156"/>
                        </a:lnTo>
                        <a:lnTo>
                          <a:pt x="3936" y="150"/>
                        </a:lnTo>
                        <a:lnTo>
                          <a:pt x="3906" y="156"/>
                        </a:lnTo>
                        <a:lnTo>
                          <a:pt x="3888" y="168"/>
                        </a:lnTo>
                        <a:lnTo>
                          <a:pt x="3888" y="174"/>
                        </a:lnTo>
                        <a:lnTo>
                          <a:pt x="3894" y="180"/>
                        </a:lnTo>
                        <a:lnTo>
                          <a:pt x="3954" y="180"/>
                        </a:lnTo>
                        <a:close/>
                        <a:moveTo>
                          <a:pt x="3972" y="294"/>
                        </a:moveTo>
                        <a:lnTo>
                          <a:pt x="3954" y="300"/>
                        </a:lnTo>
                        <a:lnTo>
                          <a:pt x="3942" y="306"/>
                        </a:lnTo>
                        <a:lnTo>
                          <a:pt x="3936" y="312"/>
                        </a:lnTo>
                        <a:lnTo>
                          <a:pt x="3936" y="318"/>
                        </a:lnTo>
                        <a:lnTo>
                          <a:pt x="3966" y="324"/>
                        </a:lnTo>
                        <a:lnTo>
                          <a:pt x="3972" y="324"/>
                        </a:lnTo>
                        <a:lnTo>
                          <a:pt x="3990" y="306"/>
                        </a:lnTo>
                        <a:lnTo>
                          <a:pt x="3990" y="300"/>
                        </a:lnTo>
                        <a:lnTo>
                          <a:pt x="3984" y="294"/>
                        </a:lnTo>
                        <a:lnTo>
                          <a:pt x="3972" y="294"/>
                        </a:lnTo>
                        <a:close/>
                        <a:moveTo>
                          <a:pt x="3738" y="336"/>
                        </a:moveTo>
                        <a:lnTo>
                          <a:pt x="3726" y="336"/>
                        </a:lnTo>
                        <a:lnTo>
                          <a:pt x="3720" y="330"/>
                        </a:lnTo>
                        <a:lnTo>
                          <a:pt x="3672" y="330"/>
                        </a:lnTo>
                        <a:lnTo>
                          <a:pt x="3636" y="336"/>
                        </a:lnTo>
                        <a:lnTo>
                          <a:pt x="3624" y="342"/>
                        </a:lnTo>
                        <a:lnTo>
                          <a:pt x="3642" y="360"/>
                        </a:lnTo>
                        <a:lnTo>
                          <a:pt x="3654" y="360"/>
                        </a:lnTo>
                        <a:lnTo>
                          <a:pt x="3660" y="378"/>
                        </a:lnTo>
                        <a:lnTo>
                          <a:pt x="3768" y="378"/>
                        </a:lnTo>
                        <a:lnTo>
                          <a:pt x="3768" y="390"/>
                        </a:lnTo>
                        <a:lnTo>
                          <a:pt x="3762" y="396"/>
                        </a:lnTo>
                        <a:lnTo>
                          <a:pt x="3762" y="408"/>
                        </a:lnTo>
                        <a:lnTo>
                          <a:pt x="3708" y="450"/>
                        </a:lnTo>
                        <a:lnTo>
                          <a:pt x="3732" y="456"/>
                        </a:lnTo>
                        <a:lnTo>
                          <a:pt x="3720" y="468"/>
                        </a:lnTo>
                        <a:lnTo>
                          <a:pt x="3714" y="468"/>
                        </a:lnTo>
                        <a:lnTo>
                          <a:pt x="3708" y="474"/>
                        </a:lnTo>
                        <a:lnTo>
                          <a:pt x="3708" y="480"/>
                        </a:lnTo>
                        <a:lnTo>
                          <a:pt x="3726" y="480"/>
                        </a:lnTo>
                        <a:lnTo>
                          <a:pt x="3738" y="474"/>
                        </a:lnTo>
                        <a:lnTo>
                          <a:pt x="3744" y="474"/>
                        </a:lnTo>
                        <a:lnTo>
                          <a:pt x="3756" y="468"/>
                        </a:lnTo>
                        <a:lnTo>
                          <a:pt x="3756" y="480"/>
                        </a:lnTo>
                        <a:lnTo>
                          <a:pt x="3792" y="480"/>
                        </a:lnTo>
                        <a:lnTo>
                          <a:pt x="3810" y="474"/>
                        </a:lnTo>
                        <a:lnTo>
                          <a:pt x="3822" y="468"/>
                        </a:lnTo>
                        <a:lnTo>
                          <a:pt x="3840" y="468"/>
                        </a:lnTo>
                        <a:lnTo>
                          <a:pt x="3846" y="462"/>
                        </a:lnTo>
                        <a:lnTo>
                          <a:pt x="3852" y="462"/>
                        </a:lnTo>
                        <a:lnTo>
                          <a:pt x="3858" y="486"/>
                        </a:lnTo>
                        <a:lnTo>
                          <a:pt x="3924" y="480"/>
                        </a:lnTo>
                        <a:lnTo>
                          <a:pt x="4002" y="498"/>
                        </a:lnTo>
                        <a:lnTo>
                          <a:pt x="4098" y="486"/>
                        </a:lnTo>
                        <a:lnTo>
                          <a:pt x="4128" y="468"/>
                        </a:lnTo>
                        <a:lnTo>
                          <a:pt x="4122" y="474"/>
                        </a:lnTo>
                        <a:lnTo>
                          <a:pt x="4122" y="486"/>
                        </a:lnTo>
                        <a:lnTo>
                          <a:pt x="4260" y="486"/>
                        </a:lnTo>
                        <a:lnTo>
                          <a:pt x="4272" y="468"/>
                        </a:lnTo>
                        <a:lnTo>
                          <a:pt x="4338" y="438"/>
                        </a:lnTo>
                        <a:lnTo>
                          <a:pt x="4320" y="432"/>
                        </a:lnTo>
                        <a:lnTo>
                          <a:pt x="4320" y="420"/>
                        </a:lnTo>
                        <a:lnTo>
                          <a:pt x="4314" y="420"/>
                        </a:lnTo>
                        <a:lnTo>
                          <a:pt x="4308" y="414"/>
                        </a:lnTo>
                        <a:lnTo>
                          <a:pt x="4290" y="414"/>
                        </a:lnTo>
                        <a:lnTo>
                          <a:pt x="4278" y="408"/>
                        </a:lnTo>
                        <a:lnTo>
                          <a:pt x="4260" y="408"/>
                        </a:lnTo>
                        <a:lnTo>
                          <a:pt x="4242" y="402"/>
                        </a:lnTo>
                        <a:lnTo>
                          <a:pt x="4206" y="402"/>
                        </a:lnTo>
                        <a:lnTo>
                          <a:pt x="4164" y="414"/>
                        </a:lnTo>
                        <a:lnTo>
                          <a:pt x="4116" y="420"/>
                        </a:lnTo>
                        <a:lnTo>
                          <a:pt x="4074" y="426"/>
                        </a:lnTo>
                        <a:lnTo>
                          <a:pt x="4038" y="438"/>
                        </a:lnTo>
                        <a:lnTo>
                          <a:pt x="4026" y="438"/>
                        </a:lnTo>
                        <a:lnTo>
                          <a:pt x="4014" y="432"/>
                        </a:lnTo>
                        <a:lnTo>
                          <a:pt x="4008" y="426"/>
                        </a:lnTo>
                        <a:lnTo>
                          <a:pt x="3996" y="420"/>
                        </a:lnTo>
                        <a:lnTo>
                          <a:pt x="3984" y="420"/>
                        </a:lnTo>
                        <a:lnTo>
                          <a:pt x="3972" y="426"/>
                        </a:lnTo>
                        <a:lnTo>
                          <a:pt x="3960" y="426"/>
                        </a:lnTo>
                        <a:lnTo>
                          <a:pt x="3948" y="432"/>
                        </a:lnTo>
                        <a:lnTo>
                          <a:pt x="3942" y="438"/>
                        </a:lnTo>
                        <a:lnTo>
                          <a:pt x="3936" y="438"/>
                        </a:lnTo>
                        <a:lnTo>
                          <a:pt x="3912" y="414"/>
                        </a:lnTo>
                        <a:lnTo>
                          <a:pt x="3894" y="426"/>
                        </a:lnTo>
                        <a:lnTo>
                          <a:pt x="3864" y="420"/>
                        </a:lnTo>
                        <a:lnTo>
                          <a:pt x="3894" y="408"/>
                        </a:lnTo>
                        <a:lnTo>
                          <a:pt x="3876" y="396"/>
                        </a:lnTo>
                        <a:lnTo>
                          <a:pt x="3822" y="408"/>
                        </a:lnTo>
                        <a:lnTo>
                          <a:pt x="3858" y="396"/>
                        </a:lnTo>
                        <a:lnTo>
                          <a:pt x="3858" y="390"/>
                        </a:lnTo>
                        <a:lnTo>
                          <a:pt x="3924" y="384"/>
                        </a:lnTo>
                        <a:lnTo>
                          <a:pt x="3888" y="372"/>
                        </a:lnTo>
                        <a:lnTo>
                          <a:pt x="3870" y="372"/>
                        </a:lnTo>
                        <a:lnTo>
                          <a:pt x="3876" y="366"/>
                        </a:lnTo>
                        <a:lnTo>
                          <a:pt x="3876" y="360"/>
                        </a:lnTo>
                        <a:lnTo>
                          <a:pt x="3870" y="354"/>
                        </a:lnTo>
                        <a:lnTo>
                          <a:pt x="3840" y="354"/>
                        </a:lnTo>
                        <a:lnTo>
                          <a:pt x="3822" y="360"/>
                        </a:lnTo>
                        <a:lnTo>
                          <a:pt x="3804" y="360"/>
                        </a:lnTo>
                        <a:lnTo>
                          <a:pt x="3786" y="366"/>
                        </a:lnTo>
                        <a:lnTo>
                          <a:pt x="3774" y="354"/>
                        </a:lnTo>
                        <a:lnTo>
                          <a:pt x="3762" y="348"/>
                        </a:lnTo>
                        <a:lnTo>
                          <a:pt x="3756" y="342"/>
                        </a:lnTo>
                        <a:lnTo>
                          <a:pt x="3744" y="336"/>
                        </a:lnTo>
                        <a:lnTo>
                          <a:pt x="3738" y="336"/>
                        </a:lnTo>
                        <a:close/>
                        <a:moveTo>
                          <a:pt x="3264" y="420"/>
                        </a:moveTo>
                        <a:lnTo>
                          <a:pt x="3282" y="420"/>
                        </a:lnTo>
                        <a:lnTo>
                          <a:pt x="3300" y="426"/>
                        </a:lnTo>
                        <a:lnTo>
                          <a:pt x="3318" y="426"/>
                        </a:lnTo>
                        <a:lnTo>
                          <a:pt x="3330" y="432"/>
                        </a:lnTo>
                        <a:lnTo>
                          <a:pt x="3342" y="432"/>
                        </a:lnTo>
                        <a:lnTo>
                          <a:pt x="3330" y="444"/>
                        </a:lnTo>
                        <a:lnTo>
                          <a:pt x="3324" y="444"/>
                        </a:lnTo>
                        <a:lnTo>
                          <a:pt x="3324" y="456"/>
                        </a:lnTo>
                        <a:lnTo>
                          <a:pt x="3438" y="456"/>
                        </a:lnTo>
                        <a:lnTo>
                          <a:pt x="3462" y="444"/>
                        </a:lnTo>
                        <a:lnTo>
                          <a:pt x="3462" y="432"/>
                        </a:lnTo>
                        <a:lnTo>
                          <a:pt x="3468" y="426"/>
                        </a:lnTo>
                        <a:lnTo>
                          <a:pt x="3480" y="426"/>
                        </a:lnTo>
                        <a:lnTo>
                          <a:pt x="3492" y="420"/>
                        </a:lnTo>
                        <a:lnTo>
                          <a:pt x="3504" y="420"/>
                        </a:lnTo>
                        <a:lnTo>
                          <a:pt x="3510" y="414"/>
                        </a:lnTo>
                        <a:lnTo>
                          <a:pt x="3510" y="408"/>
                        </a:lnTo>
                        <a:lnTo>
                          <a:pt x="3522" y="396"/>
                        </a:lnTo>
                        <a:lnTo>
                          <a:pt x="3534" y="390"/>
                        </a:lnTo>
                        <a:lnTo>
                          <a:pt x="3540" y="384"/>
                        </a:lnTo>
                        <a:lnTo>
                          <a:pt x="3552" y="378"/>
                        </a:lnTo>
                        <a:lnTo>
                          <a:pt x="3552" y="372"/>
                        </a:lnTo>
                        <a:lnTo>
                          <a:pt x="3546" y="366"/>
                        </a:lnTo>
                        <a:lnTo>
                          <a:pt x="3534" y="360"/>
                        </a:lnTo>
                        <a:lnTo>
                          <a:pt x="3510" y="360"/>
                        </a:lnTo>
                        <a:lnTo>
                          <a:pt x="3504" y="366"/>
                        </a:lnTo>
                        <a:lnTo>
                          <a:pt x="3492" y="366"/>
                        </a:lnTo>
                        <a:lnTo>
                          <a:pt x="3486" y="360"/>
                        </a:lnTo>
                        <a:lnTo>
                          <a:pt x="3474" y="360"/>
                        </a:lnTo>
                        <a:lnTo>
                          <a:pt x="3462" y="354"/>
                        </a:lnTo>
                        <a:lnTo>
                          <a:pt x="3450" y="354"/>
                        </a:lnTo>
                        <a:lnTo>
                          <a:pt x="3432" y="348"/>
                        </a:lnTo>
                        <a:lnTo>
                          <a:pt x="3426" y="354"/>
                        </a:lnTo>
                        <a:lnTo>
                          <a:pt x="3420" y="354"/>
                        </a:lnTo>
                        <a:lnTo>
                          <a:pt x="3414" y="366"/>
                        </a:lnTo>
                        <a:lnTo>
                          <a:pt x="3414" y="396"/>
                        </a:lnTo>
                        <a:lnTo>
                          <a:pt x="3396" y="378"/>
                        </a:lnTo>
                        <a:lnTo>
                          <a:pt x="3384" y="372"/>
                        </a:lnTo>
                        <a:lnTo>
                          <a:pt x="3366" y="372"/>
                        </a:lnTo>
                        <a:lnTo>
                          <a:pt x="3354" y="384"/>
                        </a:lnTo>
                        <a:lnTo>
                          <a:pt x="3348" y="396"/>
                        </a:lnTo>
                        <a:lnTo>
                          <a:pt x="3330" y="414"/>
                        </a:lnTo>
                        <a:lnTo>
                          <a:pt x="3324" y="414"/>
                        </a:lnTo>
                        <a:lnTo>
                          <a:pt x="3300" y="366"/>
                        </a:lnTo>
                        <a:lnTo>
                          <a:pt x="3288" y="360"/>
                        </a:lnTo>
                        <a:lnTo>
                          <a:pt x="3258" y="360"/>
                        </a:lnTo>
                        <a:lnTo>
                          <a:pt x="3246" y="366"/>
                        </a:lnTo>
                        <a:lnTo>
                          <a:pt x="3240" y="372"/>
                        </a:lnTo>
                        <a:lnTo>
                          <a:pt x="3240" y="396"/>
                        </a:lnTo>
                        <a:lnTo>
                          <a:pt x="3246" y="408"/>
                        </a:lnTo>
                        <a:lnTo>
                          <a:pt x="3258" y="414"/>
                        </a:lnTo>
                        <a:lnTo>
                          <a:pt x="3264" y="420"/>
                        </a:lnTo>
                        <a:close/>
                        <a:moveTo>
                          <a:pt x="3720" y="288"/>
                        </a:moveTo>
                        <a:lnTo>
                          <a:pt x="3726" y="288"/>
                        </a:lnTo>
                        <a:lnTo>
                          <a:pt x="3732" y="294"/>
                        </a:lnTo>
                        <a:lnTo>
                          <a:pt x="3738" y="306"/>
                        </a:lnTo>
                        <a:lnTo>
                          <a:pt x="3768" y="306"/>
                        </a:lnTo>
                        <a:lnTo>
                          <a:pt x="3780" y="300"/>
                        </a:lnTo>
                        <a:lnTo>
                          <a:pt x="3834" y="300"/>
                        </a:lnTo>
                        <a:lnTo>
                          <a:pt x="3834" y="294"/>
                        </a:lnTo>
                        <a:lnTo>
                          <a:pt x="3828" y="294"/>
                        </a:lnTo>
                        <a:lnTo>
                          <a:pt x="3822" y="288"/>
                        </a:lnTo>
                        <a:lnTo>
                          <a:pt x="3810" y="288"/>
                        </a:lnTo>
                        <a:lnTo>
                          <a:pt x="3804" y="282"/>
                        </a:lnTo>
                        <a:lnTo>
                          <a:pt x="3792" y="282"/>
                        </a:lnTo>
                        <a:lnTo>
                          <a:pt x="3804" y="270"/>
                        </a:lnTo>
                        <a:lnTo>
                          <a:pt x="3816" y="264"/>
                        </a:lnTo>
                        <a:lnTo>
                          <a:pt x="3822" y="264"/>
                        </a:lnTo>
                        <a:lnTo>
                          <a:pt x="3828" y="258"/>
                        </a:lnTo>
                        <a:lnTo>
                          <a:pt x="3822" y="258"/>
                        </a:lnTo>
                        <a:lnTo>
                          <a:pt x="3810" y="252"/>
                        </a:lnTo>
                        <a:lnTo>
                          <a:pt x="3738" y="228"/>
                        </a:lnTo>
                        <a:lnTo>
                          <a:pt x="3732" y="228"/>
                        </a:lnTo>
                        <a:lnTo>
                          <a:pt x="3726" y="234"/>
                        </a:lnTo>
                        <a:lnTo>
                          <a:pt x="3714" y="240"/>
                        </a:lnTo>
                        <a:lnTo>
                          <a:pt x="3702" y="240"/>
                        </a:lnTo>
                        <a:lnTo>
                          <a:pt x="3690" y="252"/>
                        </a:lnTo>
                        <a:lnTo>
                          <a:pt x="3690" y="258"/>
                        </a:lnTo>
                        <a:lnTo>
                          <a:pt x="3696" y="264"/>
                        </a:lnTo>
                        <a:lnTo>
                          <a:pt x="3702" y="276"/>
                        </a:lnTo>
                        <a:lnTo>
                          <a:pt x="3714" y="282"/>
                        </a:lnTo>
                        <a:lnTo>
                          <a:pt x="3720" y="288"/>
                        </a:lnTo>
                        <a:close/>
                        <a:moveTo>
                          <a:pt x="3288" y="504"/>
                        </a:moveTo>
                        <a:lnTo>
                          <a:pt x="3270" y="504"/>
                        </a:lnTo>
                        <a:lnTo>
                          <a:pt x="3234" y="510"/>
                        </a:lnTo>
                        <a:lnTo>
                          <a:pt x="3186" y="516"/>
                        </a:lnTo>
                        <a:lnTo>
                          <a:pt x="3144" y="528"/>
                        </a:lnTo>
                        <a:lnTo>
                          <a:pt x="3132" y="534"/>
                        </a:lnTo>
                        <a:lnTo>
                          <a:pt x="3126" y="540"/>
                        </a:lnTo>
                        <a:lnTo>
                          <a:pt x="3132" y="540"/>
                        </a:lnTo>
                        <a:lnTo>
                          <a:pt x="3150" y="558"/>
                        </a:lnTo>
                        <a:lnTo>
                          <a:pt x="3156" y="570"/>
                        </a:lnTo>
                        <a:lnTo>
                          <a:pt x="3156" y="576"/>
                        </a:lnTo>
                        <a:lnTo>
                          <a:pt x="3138" y="582"/>
                        </a:lnTo>
                        <a:lnTo>
                          <a:pt x="3120" y="570"/>
                        </a:lnTo>
                        <a:lnTo>
                          <a:pt x="3090" y="564"/>
                        </a:lnTo>
                        <a:lnTo>
                          <a:pt x="3048" y="570"/>
                        </a:lnTo>
                        <a:lnTo>
                          <a:pt x="3066" y="606"/>
                        </a:lnTo>
                        <a:lnTo>
                          <a:pt x="3072" y="612"/>
                        </a:lnTo>
                        <a:lnTo>
                          <a:pt x="3084" y="618"/>
                        </a:lnTo>
                        <a:lnTo>
                          <a:pt x="3102" y="624"/>
                        </a:lnTo>
                        <a:lnTo>
                          <a:pt x="3114" y="630"/>
                        </a:lnTo>
                        <a:lnTo>
                          <a:pt x="3120" y="642"/>
                        </a:lnTo>
                        <a:lnTo>
                          <a:pt x="3120" y="654"/>
                        </a:lnTo>
                        <a:lnTo>
                          <a:pt x="3126" y="666"/>
                        </a:lnTo>
                        <a:lnTo>
                          <a:pt x="3126" y="678"/>
                        </a:lnTo>
                        <a:lnTo>
                          <a:pt x="3144" y="678"/>
                        </a:lnTo>
                        <a:lnTo>
                          <a:pt x="3228" y="666"/>
                        </a:lnTo>
                        <a:lnTo>
                          <a:pt x="3264" y="660"/>
                        </a:lnTo>
                        <a:lnTo>
                          <a:pt x="3276" y="654"/>
                        </a:lnTo>
                        <a:lnTo>
                          <a:pt x="3282" y="642"/>
                        </a:lnTo>
                        <a:lnTo>
                          <a:pt x="3288" y="624"/>
                        </a:lnTo>
                        <a:lnTo>
                          <a:pt x="3300" y="600"/>
                        </a:lnTo>
                        <a:lnTo>
                          <a:pt x="3300" y="588"/>
                        </a:lnTo>
                        <a:lnTo>
                          <a:pt x="3228" y="576"/>
                        </a:lnTo>
                        <a:lnTo>
                          <a:pt x="3240" y="570"/>
                        </a:lnTo>
                        <a:lnTo>
                          <a:pt x="3348" y="534"/>
                        </a:lnTo>
                        <a:lnTo>
                          <a:pt x="3360" y="528"/>
                        </a:lnTo>
                        <a:lnTo>
                          <a:pt x="3354" y="522"/>
                        </a:lnTo>
                        <a:lnTo>
                          <a:pt x="3342" y="516"/>
                        </a:lnTo>
                        <a:lnTo>
                          <a:pt x="3324" y="510"/>
                        </a:lnTo>
                        <a:lnTo>
                          <a:pt x="3312" y="510"/>
                        </a:lnTo>
                        <a:lnTo>
                          <a:pt x="3300" y="504"/>
                        </a:lnTo>
                        <a:lnTo>
                          <a:pt x="3288" y="504"/>
                        </a:lnTo>
                        <a:close/>
                        <a:moveTo>
                          <a:pt x="2898" y="744"/>
                        </a:moveTo>
                        <a:lnTo>
                          <a:pt x="2880" y="738"/>
                        </a:lnTo>
                        <a:lnTo>
                          <a:pt x="2796" y="738"/>
                        </a:lnTo>
                        <a:lnTo>
                          <a:pt x="2874" y="696"/>
                        </a:lnTo>
                        <a:lnTo>
                          <a:pt x="2880" y="684"/>
                        </a:lnTo>
                        <a:lnTo>
                          <a:pt x="2886" y="654"/>
                        </a:lnTo>
                        <a:lnTo>
                          <a:pt x="2898" y="624"/>
                        </a:lnTo>
                        <a:lnTo>
                          <a:pt x="2898" y="588"/>
                        </a:lnTo>
                        <a:lnTo>
                          <a:pt x="2880" y="570"/>
                        </a:lnTo>
                        <a:lnTo>
                          <a:pt x="2850" y="570"/>
                        </a:lnTo>
                        <a:lnTo>
                          <a:pt x="2814" y="576"/>
                        </a:lnTo>
                        <a:lnTo>
                          <a:pt x="2796" y="582"/>
                        </a:lnTo>
                        <a:lnTo>
                          <a:pt x="2784" y="588"/>
                        </a:lnTo>
                        <a:lnTo>
                          <a:pt x="2784" y="594"/>
                        </a:lnTo>
                        <a:lnTo>
                          <a:pt x="2766" y="612"/>
                        </a:lnTo>
                        <a:lnTo>
                          <a:pt x="2760" y="630"/>
                        </a:lnTo>
                        <a:lnTo>
                          <a:pt x="2736" y="654"/>
                        </a:lnTo>
                        <a:lnTo>
                          <a:pt x="2718" y="666"/>
                        </a:lnTo>
                        <a:lnTo>
                          <a:pt x="2706" y="672"/>
                        </a:lnTo>
                        <a:lnTo>
                          <a:pt x="2700" y="672"/>
                        </a:lnTo>
                        <a:lnTo>
                          <a:pt x="2694" y="666"/>
                        </a:lnTo>
                        <a:lnTo>
                          <a:pt x="2694" y="660"/>
                        </a:lnTo>
                        <a:lnTo>
                          <a:pt x="2700" y="654"/>
                        </a:lnTo>
                        <a:lnTo>
                          <a:pt x="2706" y="642"/>
                        </a:lnTo>
                        <a:lnTo>
                          <a:pt x="2712" y="636"/>
                        </a:lnTo>
                        <a:lnTo>
                          <a:pt x="2718" y="624"/>
                        </a:lnTo>
                        <a:lnTo>
                          <a:pt x="2718" y="612"/>
                        </a:lnTo>
                        <a:lnTo>
                          <a:pt x="2724" y="606"/>
                        </a:lnTo>
                        <a:lnTo>
                          <a:pt x="2724" y="600"/>
                        </a:lnTo>
                        <a:lnTo>
                          <a:pt x="2706" y="594"/>
                        </a:lnTo>
                        <a:lnTo>
                          <a:pt x="2676" y="588"/>
                        </a:lnTo>
                        <a:lnTo>
                          <a:pt x="2628" y="588"/>
                        </a:lnTo>
                        <a:lnTo>
                          <a:pt x="2622" y="606"/>
                        </a:lnTo>
                        <a:lnTo>
                          <a:pt x="2610" y="612"/>
                        </a:lnTo>
                        <a:lnTo>
                          <a:pt x="2586" y="618"/>
                        </a:lnTo>
                        <a:lnTo>
                          <a:pt x="2550" y="624"/>
                        </a:lnTo>
                        <a:lnTo>
                          <a:pt x="2508" y="630"/>
                        </a:lnTo>
                        <a:lnTo>
                          <a:pt x="2490" y="630"/>
                        </a:lnTo>
                        <a:lnTo>
                          <a:pt x="2496" y="624"/>
                        </a:lnTo>
                        <a:lnTo>
                          <a:pt x="2508" y="618"/>
                        </a:lnTo>
                        <a:lnTo>
                          <a:pt x="2520" y="618"/>
                        </a:lnTo>
                        <a:lnTo>
                          <a:pt x="2538" y="612"/>
                        </a:lnTo>
                        <a:lnTo>
                          <a:pt x="2550" y="606"/>
                        </a:lnTo>
                        <a:lnTo>
                          <a:pt x="2586" y="594"/>
                        </a:lnTo>
                        <a:lnTo>
                          <a:pt x="2598" y="588"/>
                        </a:lnTo>
                        <a:lnTo>
                          <a:pt x="2604" y="588"/>
                        </a:lnTo>
                        <a:lnTo>
                          <a:pt x="2604" y="582"/>
                        </a:lnTo>
                        <a:lnTo>
                          <a:pt x="2592" y="576"/>
                        </a:lnTo>
                        <a:lnTo>
                          <a:pt x="2556" y="576"/>
                        </a:lnTo>
                        <a:lnTo>
                          <a:pt x="2496" y="594"/>
                        </a:lnTo>
                        <a:lnTo>
                          <a:pt x="2460" y="600"/>
                        </a:lnTo>
                        <a:lnTo>
                          <a:pt x="2466" y="594"/>
                        </a:lnTo>
                        <a:lnTo>
                          <a:pt x="2478" y="588"/>
                        </a:lnTo>
                        <a:lnTo>
                          <a:pt x="2490" y="576"/>
                        </a:lnTo>
                        <a:lnTo>
                          <a:pt x="2502" y="570"/>
                        </a:lnTo>
                        <a:lnTo>
                          <a:pt x="2514" y="558"/>
                        </a:lnTo>
                        <a:lnTo>
                          <a:pt x="2508" y="558"/>
                        </a:lnTo>
                        <a:lnTo>
                          <a:pt x="2508" y="552"/>
                        </a:lnTo>
                        <a:lnTo>
                          <a:pt x="2496" y="552"/>
                        </a:lnTo>
                        <a:lnTo>
                          <a:pt x="2346" y="600"/>
                        </a:lnTo>
                        <a:lnTo>
                          <a:pt x="2328" y="600"/>
                        </a:lnTo>
                        <a:lnTo>
                          <a:pt x="2244" y="624"/>
                        </a:lnTo>
                        <a:lnTo>
                          <a:pt x="2250" y="642"/>
                        </a:lnTo>
                        <a:lnTo>
                          <a:pt x="2190" y="660"/>
                        </a:lnTo>
                        <a:lnTo>
                          <a:pt x="2172" y="678"/>
                        </a:lnTo>
                        <a:lnTo>
                          <a:pt x="2202" y="690"/>
                        </a:lnTo>
                        <a:lnTo>
                          <a:pt x="2208" y="684"/>
                        </a:lnTo>
                        <a:lnTo>
                          <a:pt x="2220" y="678"/>
                        </a:lnTo>
                        <a:lnTo>
                          <a:pt x="2238" y="678"/>
                        </a:lnTo>
                        <a:lnTo>
                          <a:pt x="2244" y="684"/>
                        </a:lnTo>
                        <a:lnTo>
                          <a:pt x="2244" y="690"/>
                        </a:lnTo>
                        <a:lnTo>
                          <a:pt x="2238" y="696"/>
                        </a:lnTo>
                        <a:lnTo>
                          <a:pt x="2226" y="696"/>
                        </a:lnTo>
                        <a:lnTo>
                          <a:pt x="2208" y="702"/>
                        </a:lnTo>
                        <a:lnTo>
                          <a:pt x="2196" y="702"/>
                        </a:lnTo>
                        <a:lnTo>
                          <a:pt x="2160" y="720"/>
                        </a:lnTo>
                        <a:lnTo>
                          <a:pt x="2166" y="732"/>
                        </a:lnTo>
                        <a:lnTo>
                          <a:pt x="2196" y="732"/>
                        </a:lnTo>
                        <a:lnTo>
                          <a:pt x="2238" y="738"/>
                        </a:lnTo>
                        <a:lnTo>
                          <a:pt x="2322" y="738"/>
                        </a:lnTo>
                        <a:lnTo>
                          <a:pt x="2352" y="744"/>
                        </a:lnTo>
                        <a:lnTo>
                          <a:pt x="2352" y="750"/>
                        </a:lnTo>
                        <a:lnTo>
                          <a:pt x="2322" y="762"/>
                        </a:lnTo>
                        <a:lnTo>
                          <a:pt x="2280" y="762"/>
                        </a:lnTo>
                        <a:lnTo>
                          <a:pt x="2172" y="774"/>
                        </a:lnTo>
                        <a:lnTo>
                          <a:pt x="2136" y="774"/>
                        </a:lnTo>
                        <a:lnTo>
                          <a:pt x="2112" y="786"/>
                        </a:lnTo>
                        <a:lnTo>
                          <a:pt x="2106" y="792"/>
                        </a:lnTo>
                        <a:lnTo>
                          <a:pt x="2118" y="804"/>
                        </a:lnTo>
                        <a:lnTo>
                          <a:pt x="2130" y="810"/>
                        </a:lnTo>
                        <a:lnTo>
                          <a:pt x="2148" y="810"/>
                        </a:lnTo>
                        <a:lnTo>
                          <a:pt x="2160" y="816"/>
                        </a:lnTo>
                        <a:lnTo>
                          <a:pt x="2178" y="822"/>
                        </a:lnTo>
                        <a:lnTo>
                          <a:pt x="2190" y="828"/>
                        </a:lnTo>
                        <a:lnTo>
                          <a:pt x="2190" y="834"/>
                        </a:lnTo>
                        <a:lnTo>
                          <a:pt x="2184" y="840"/>
                        </a:lnTo>
                        <a:lnTo>
                          <a:pt x="2172" y="840"/>
                        </a:lnTo>
                        <a:lnTo>
                          <a:pt x="2154" y="858"/>
                        </a:lnTo>
                        <a:lnTo>
                          <a:pt x="2166" y="870"/>
                        </a:lnTo>
                        <a:lnTo>
                          <a:pt x="2322" y="870"/>
                        </a:lnTo>
                        <a:lnTo>
                          <a:pt x="2370" y="864"/>
                        </a:lnTo>
                        <a:lnTo>
                          <a:pt x="2436" y="858"/>
                        </a:lnTo>
                        <a:lnTo>
                          <a:pt x="2508" y="846"/>
                        </a:lnTo>
                        <a:lnTo>
                          <a:pt x="2574" y="840"/>
                        </a:lnTo>
                        <a:lnTo>
                          <a:pt x="2616" y="828"/>
                        </a:lnTo>
                        <a:lnTo>
                          <a:pt x="2652" y="828"/>
                        </a:lnTo>
                        <a:lnTo>
                          <a:pt x="2736" y="864"/>
                        </a:lnTo>
                        <a:lnTo>
                          <a:pt x="2778" y="876"/>
                        </a:lnTo>
                        <a:lnTo>
                          <a:pt x="2796" y="876"/>
                        </a:lnTo>
                        <a:lnTo>
                          <a:pt x="2814" y="870"/>
                        </a:lnTo>
                        <a:lnTo>
                          <a:pt x="2832" y="852"/>
                        </a:lnTo>
                        <a:lnTo>
                          <a:pt x="2838" y="840"/>
                        </a:lnTo>
                        <a:lnTo>
                          <a:pt x="2844" y="834"/>
                        </a:lnTo>
                        <a:lnTo>
                          <a:pt x="2844" y="822"/>
                        </a:lnTo>
                        <a:lnTo>
                          <a:pt x="2766" y="822"/>
                        </a:lnTo>
                        <a:lnTo>
                          <a:pt x="2802" y="798"/>
                        </a:lnTo>
                        <a:lnTo>
                          <a:pt x="2850" y="798"/>
                        </a:lnTo>
                        <a:lnTo>
                          <a:pt x="2898" y="792"/>
                        </a:lnTo>
                        <a:lnTo>
                          <a:pt x="2910" y="786"/>
                        </a:lnTo>
                        <a:lnTo>
                          <a:pt x="2916" y="786"/>
                        </a:lnTo>
                        <a:lnTo>
                          <a:pt x="2922" y="780"/>
                        </a:lnTo>
                        <a:lnTo>
                          <a:pt x="2916" y="768"/>
                        </a:lnTo>
                        <a:lnTo>
                          <a:pt x="2898" y="750"/>
                        </a:lnTo>
                        <a:lnTo>
                          <a:pt x="2898" y="744"/>
                        </a:lnTo>
                        <a:close/>
                        <a:moveTo>
                          <a:pt x="2868" y="882"/>
                        </a:moveTo>
                        <a:lnTo>
                          <a:pt x="2886" y="882"/>
                        </a:lnTo>
                        <a:lnTo>
                          <a:pt x="2904" y="876"/>
                        </a:lnTo>
                        <a:lnTo>
                          <a:pt x="2910" y="870"/>
                        </a:lnTo>
                        <a:lnTo>
                          <a:pt x="2910" y="864"/>
                        </a:lnTo>
                        <a:lnTo>
                          <a:pt x="2904" y="858"/>
                        </a:lnTo>
                        <a:lnTo>
                          <a:pt x="2880" y="858"/>
                        </a:lnTo>
                        <a:lnTo>
                          <a:pt x="2868" y="870"/>
                        </a:lnTo>
                        <a:lnTo>
                          <a:pt x="2868" y="882"/>
                        </a:lnTo>
                        <a:close/>
                        <a:moveTo>
                          <a:pt x="3276" y="330"/>
                        </a:moveTo>
                        <a:lnTo>
                          <a:pt x="3288" y="330"/>
                        </a:lnTo>
                        <a:lnTo>
                          <a:pt x="3294" y="324"/>
                        </a:lnTo>
                        <a:lnTo>
                          <a:pt x="3300" y="312"/>
                        </a:lnTo>
                        <a:lnTo>
                          <a:pt x="3300" y="306"/>
                        </a:lnTo>
                        <a:lnTo>
                          <a:pt x="3294" y="294"/>
                        </a:lnTo>
                        <a:lnTo>
                          <a:pt x="3288" y="288"/>
                        </a:lnTo>
                        <a:lnTo>
                          <a:pt x="3276" y="288"/>
                        </a:lnTo>
                        <a:lnTo>
                          <a:pt x="3270" y="300"/>
                        </a:lnTo>
                        <a:lnTo>
                          <a:pt x="3264" y="306"/>
                        </a:lnTo>
                        <a:lnTo>
                          <a:pt x="3264" y="324"/>
                        </a:lnTo>
                        <a:lnTo>
                          <a:pt x="3270" y="330"/>
                        </a:lnTo>
                        <a:lnTo>
                          <a:pt x="3276" y="330"/>
                        </a:lnTo>
                        <a:close/>
                        <a:moveTo>
                          <a:pt x="3462" y="228"/>
                        </a:moveTo>
                        <a:lnTo>
                          <a:pt x="3450" y="240"/>
                        </a:lnTo>
                        <a:lnTo>
                          <a:pt x="3450" y="252"/>
                        </a:lnTo>
                        <a:lnTo>
                          <a:pt x="3456" y="258"/>
                        </a:lnTo>
                        <a:lnTo>
                          <a:pt x="3528" y="258"/>
                        </a:lnTo>
                        <a:lnTo>
                          <a:pt x="3546" y="276"/>
                        </a:lnTo>
                        <a:lnTo>
                          <a:pt x="3558" y="282"/>
                        </a:lnTo>
                        <a:lnTo>
                          <a:pt x="3588" y="282"/>
                        </a:lnTo>
                        <a:lnTo>
                          <a:pt x="3612" y="270"/>
                        </a:lnTo>
                        <a:lnTo>
                          <a:pt x="3618" y="264"/>
                        </a:lnTo>
                        <a:lnTo>
                          <a:pt x="3606" y="252"/>
                        </a:lnTo>
                        <a:lnTo>
                          <a:pt x="3636" y="246"/>
                        </a:lnTo>
                        <a:lnTo>
                          <a:pt x="3594" y="210"/>
                        </a:lnTo>
                        <a:lnTo>
                          <a:pt x="3552" y="216"/>
                        </a:lnTo>
                        <a:lnTo>
                          <a:pt x="3534" y="198"/>
                        </a:lnTo>
                        <a:lnTo>
                          <a:pt x="3450" y="198"/>
                        </a:lnTo>
                        <a:lnTo>
                          <a:pt x="3438" y="204"/>
                        </a:lnTo>
                        <a:lnTo>
                          <a:pt x="3426" y="204"/>
                        </a:lnTo>
                        <a:lnTo>
                          <a:pt x="3420" y="210"/>
                        </a:lnTo>
                        <a:lnTo>
                          <a:pt x="3438" y="228"/>
                        </a:lnTo>
                        <a:lnTo>
                          <a:pt x="3462" y="228"/>
                        </a:lnTo>
                        <a:close/>
                        <a:moveTo>
                          <a:pt x="3432" y="1302"/>
                        </a:moveTo>
                        <a:lnTo>
                          <a:pt x="3408" y="1326"/>
                        </a:lnTo>
                        <a:lnTo>
                          <a:pt x="3408" y="1344"/>
                        </a:lnTo>
                        <a:lnTo>
                          <a:pt x="3438" y="1344"/>
                        </a:lnTo>
                        <a:lnTo>
                          <a:pt x="3462" y="1332"/>
                        </a:lnTo>
                        <a:lnTo>
                          <a:pt x="3468" y="1332"/>
                        </a:lnTo>
                        <a:lnTo>
                          <a:pt x="3480" y="1326"/>
                        </a:lnTo>
                        <a:lnTo>
                          <a:pt x="3486" y="1326"/>
                        </a:lnTo>
                        <a:lnTo>
                          <a:pt x="3504" y="1308"/>
                        </a:lnTo>
                        <a:lnTo>
                          <a:pt x="3516" y="1290"/>
                        </a:lnTo>
                        <a:lnTo>
                          <a:pt x="3516" y="1266"/>
                        </a:lnTo>
                        <a:lnTo>
                          <a:pt x="3510" y="1260"/>
                        </a:lnTo>
                        <a:lnTo>
                          <a:pt x="3498" y="1260"/>
                        </a:lnTo>
                        <a:lnTo>
                          <a:pt x="3480" y="1266"/>
                        </a:lnTo>
                        <a:lnTo>
                          <a:pt x="3432" y="1302"/>
                        </a:lnTo>
                        <a:close/>
                        <a:moveTo>
                          <a:pt x="4416" y="1392"/>
                        </a:moveTo>
                        <a:lnTo>
                          <a:pt x="4428" y="1380"/>
                        </a:lnTo>
                        <a:lnTo>
                          <a:pt x="4428" y="1374"/>
                        </a:lnTo>
                        <a:lnTo>
                          <a:pt x="4386" y="1374"/>
                        </a:lnTo>
                        <a:lnTo>
                          <a:pt x="4386" y="1380"/>
                        </a:lnTo>
                        <a:lnTo>
                          <a:pt x="4404" y="1398"/>
                        </a:lnTo>
                        <a:lnTo>
                          <a:pt x="4416" y="1392"/>
                        </a:lnTo>
                        <a:close/>
                        <a:moveTo>
                          <a:pt x="3120" y="2034"/>
                        </a:moveTo>
                        <a:lnTo>
                          <a:pt x="3132" y="2034"/>
                        </a:lnTo>
                        <a:lnTo>
                          <a:pt x="3138" y="2028"/>
                        </a:lnTo>
                        <a:lnTo>
                          <a:pt x="3132" y="2022"/>
                        </a:lnTo>
                        <a:lnTo>
                          <a:pt x="3120" y="2016"/>
                        </a:lnTo>
                        <a:lnTo>
                          <a:pt x="3114" y="2010"/>
                        </a:lnTo>
                        <a:lnTo>
                          <a:pt x="3108" y="2010"/>
                        </a:lnTo>
                        <a:lnTo>
                          <a:pt x="3090" y="2016"/>
                        </a:lnTo>
                        <a:lnTo>
                          <a:pt x="3078" y="2022"/>
                        </a:lnTo>
                        <a:lnTo>
                          <a:pt x="3072" y="2022"/>
                        </a:lnTo>
                        <a:lnTo>
                          <a:pt x="3072" y="2028"/>
                        </a:lnTo>
                        <a:lnTo>
                          <a:pt x="3078" y="2034"/>
                        </a:lnTo>
                        <a:lnTo>
                          <a:pt x="3120" y="2034"/>
                        </a:lnTo>
                        <a:close/>
                        <a:moveTo>
                          <a:pt x="4758" y="996"/>
                        </a:moveTo>
                        <a:lnTo>
                          <a:pt x="4746" y="996"/>
                        </a:lnTo>
                        <a:lnTo>
                          <a:pt x="4734" y="984"/>
                        </a:lnTo>
                        <a:lnTo>
                          <a:pt x="4704" y="1008"/>
                        </a:lnTo>
                        <a:lnTo>
                          <a:pt x="4704" y="978"/>
                        </a:lnTo>
                        <a:lnTo>
                          <a:pt x="4662" y="978"/>
                        </a:lnTo>
                        <a:lnTo>
                          <a:pt x="4668" y="978"/>
                        </a:lnTo>
                        <a:lnTo>
                          <a:pt x="4674" y="972"/>
                        </a:lnTo>
                        <a:lnTo>
                          <a:pt x="4686" y="972"/>
                        </a:lnTo>
                        <a:lnTo>
                          <a:pt x="4698" y="966"/>
                        </a:lnTo>
                        <a:lnTo>
                          <a:pt x="4704" y="954"/>
                        </a:lnTo>
                        <a:lnTo>
                          <a:pt x="4704" y="948"/>
                        </a:lnTo>
                        <a:lnTo>
                          <a:pt x="4698" y="942"/>
                        </a:lnTo>
                        <a:lnTo>
                          <a:pt x="4680" y="942"/>
                        </a:lnTo>
                        <a:lnTo>
                          <a:pt x="4668" y="936"/>
                        </a:lnTo>
                        <a:lnTo>
                          <a:pt x="4650" y="936"/>
                        </a:lnTo>
                        <a:lnTo>
                          <a:pt x="4632" y="930"/>
                        </a:lnTo>
                        <a:lnTo>
                          <a:pt x="4620" y="930"/>
                        </a:lnTo>
                        <a:lnTo>
                          <a:pt x="4614" y="918"/>
                        </a:lnTo>
                        <a:lnTo>
                          <a:pt x="4566" y="912"/>
                        </a:lnTo>
                        <a:lnTo>
                          <a:pt x="4500" y="870"/>
                        </a:lnTo>
                        <a:lnTo>
                          <a:pt x="4566" y="864"/>
                        </a:lnTo>
                        <a:lnTo>
                          <a:pt x="4536" y="840"/>
                        </a:lnTo>
                        <a:lnTo>
                          <a:pt x="4542" y="840"/>
                        </a:lnTo>
                        <a:lnTo>
                          <a:pt x="4548" y="834"/>
                        </a:lnTo>
                        <a:lnTo>
                          <a:pt x="4584" y="834"/>
                        </a:lnTo>
                        <a:lnTo>
                          <a:pt x="4596" y="840"/>
                        </a:lnTo>
                        <a:lnTo>
                          <a:pt x="4638" y="840"/>
                        </a:lnTo>
                        <a:lnTo>
                          <a:pt x="4638" y="834"/>
                        </a:lnTo>
                        <a:lnTo>
                          <a:pt x="4632" y="828"/>
                        </a:lnTo>
                        <a:lnTo>
                          <a:pt x="4614" y="822"/>
                        </a:lnTo>
                        <a:lnTo>
                          <a:pt x="4596" y="822"/>
                        </a:lnTo>
                        <a:lnTo>
                          <a:pt x="4578" y="816"/>
                        </a:lnTo>
                        <a:lnTo>
                          <a:pt x="4518" y="816"/>
                        </a:lnTo>
                        <a:lnTo>
                          <a:pt x="4536" y="816"/>
                        </a:lnTo>
                        <a:lnTo>
                          <a:pt x="4620" y="804"/>
                        </a:lnTo>
                        <a:lnTo>
                          <a:pt x="4638" y="798"/>
                        </a:lnTo>
                        <a:lnTo>
                          <a:pt x="4638" y="792"/>
                        </a:lnTo>
                        <a:lnTo>
                          <a:pt x="4632" y="792"/>
                        </a:lnTo>
                        <a:lnTo>
                          <a:pt x="4626" y="786"/>
                        </a:lnTo>
                        <a:lnTo>
                          <a:pt x="4608" y="786"/>
                        </a:lnTo>
                        <a:lnTo>
                          <a:pt x="4500" y="798"/>
                        </a:lnTo>
                        <a:lnTo>
                          <a:pt x="4560" y="762"/>
                        </a:lnTo>
                        <a:lnTo>
                          <a:pt x="4620" y="762"/>
                        </a:lnTo>
                        <a:lnTo>
                          <a:pt x="4626" y="756"/>
                        </a:lnTo>
                        <a:lnTo>
                          <a:pt x="4620" y="750"/>
                        </a:lnTo>
                        <a:lnTo>
                          <a:pt x="4584" y="738"/>
                        </a:lnTo>
                        <a:lnTo>
                          <a:pt x="4572" y="732"/>
                        </a:lnTo>
                        <a:lnTo>
                          <a:pt x="4554" y="732"/>
                        </a:lnTo>
                        <a:lnTo>
                          <a:pt x="4518" y="750"/>
                        </a:lnTo>
                        <a:lnTo>
                          <a:pt x="4500" y="744"/>
                        </a:lnTo>
                        <a:lnTo>
                          <a:pt x="4458" y="774"/>
                        </a:lnTo>
                        <a:lnTo>
                          <a:pt x="4464" y="756"/>
                        </a:lnTo>
                        <a:lnTo>
                          <a:pt x="4440" y="774"/>
                        </a:lnTo>
                        <a:lnTo>
                          <a:pt x="4464" y="744"/>
                        </a:lnTo>
                        <a:lnTo>
                          <a:pt x="4500" y="744"/>
                        </a:lnTo>
                        <a:lnTo>
                          <a:pt x="4506" y="738"/>
                        </a:lnTo>
                        <a:lnTo>
                          <a:pt x="4518" y="714"/>
                        </a:lnTo>
                        <a:lnTo>
                          <a:pt x="4518" y="708"/>
                        </a:lnTo>
                        <a:lnTo>
                          <a:pt x="4512" y="702"/>
                        </a:lnTo>
                        <a:lnTo>
                          <a:pt x="4506" y="708"/>
                        </a:lnTo>
                        <a:lnTo>
                          <a:pt x="4494" y="714"/>
                        </a:lnTo>
                        <a:lnTo>
                          <a:pt x="4488" y="726"/>
                        </a:lnTo>
                        <a:lnTo>
                          <a:pt x="4452" y="726"/>
                        </a:lnTo>
                        <a:lnTo>
                          <a:pt x="4428" y="738"/>
                        </a:lnTo>
                        <a:lnTo>
                          <a:pt x="4452" y="708"/>
                        </a:lnTo>
                        <a:lnTo>
                          <a:pt x="4482" y="708"/>
                        </a:lnTo>
                        <a:lnTo>
                          <a:pt x="4494" y="702"/>
                        </a:lnTo>
                        <a:lnTo>
                          <a:pt x="4500" y="702"/>
                        </a:lnTo>
                        <a:lnTo>
                          <a:pt x="4506" y="696"/>
                        </a:lnTo>
                        <a:lnTo>
                          <a:pt x="4506" y="690"/>
                        </a:lnTo>
                        <a:lnTo>
                          <a:pt x="4500" y="684"/>
                        </a:lnTo>
                        <a:lnTo>
                          <a:pt x="4458" y="684"/>
                        </a:lnTo>
                        <a:lnTo>
                          <a:pt x="4446" y="690"/>
                        </a:lnTo>
                        <a:lnTo>
                          <a:pt x="4428" y="696"/>
                        </a:lnTo>
                        <a:lnTo>
                          <a:pt x="4422" y="702"/>
                        </a:lnTo>
                        <a:lnTo>
                          <a:pt x="4416" y="702"/>
                        </a:lnTo>
                        <a:lnTo>
                          <a:pt x="4404" y="684"/>
                        </a:lnTo>
                        <a:lnTo>
                          <a:pt x="4380" y="702"/>
                        </a:lnTo>
                        <a:lnTo>
                          <a:pt x="4398" y="672"/>
                        </a:lnTo>
                        <a:lnTo>
                          <a:pt x="4344" y="696"/>
                        </a:lnTo>
                        <a:lnTo>
                          <a:pt x="4344" y="672"/>
                        </a:lnTo>
                        <a:lnTo>
                          <a:pt x="4350" y="672"/>
                        </a:lnTo>
                        <a:lnTo>
                          <a:pt x="4356" y="666"/>
                        </a:lnTo>
                        <a:lnTo>
                          <a:pt x="4368" y="666"/>
                        </a:lnTo>
                        <a:lnTo>
                          <a:pt x="4386" y="660"/>
                        </a:lnTo>
                        <a:lnTo>
                          <a:pt x="4392" y="660"/>
                        </a:lnTo>
                        <a:lnTo>
                          <a:pt x="4398" y="654"/>
                        </a:lnTo>
                        <a:lnTo>
                          <a:pt x="4356" y="654"/>
                        </a:lnTo>
                        <a:lnTo>
                          <a:pt x="4338" y="660"/>
                        </a:lnTo>
                        <a:lnTo>
                          <a:pt x="4326" y="660"/>
                        </a:lnTo>
                        <a:lnTo>
                          <a:pt x="4320" y="648"/>
                        </a:lnTo>
                        <a:lnTo>
                          <a:pt x="4332" y="648"/>
                        </a:lnTo>
                        <a:lnTo>
                          <a:pt x="4356" y="636"/>
                        </a:lnTo>
                        <a:lnTo>
                          <a:pt x="4368" y="636"/>
                        </a:lnTo>
                        <a:lnTo>
                          <a:pt x="4380" y="630"/>
                        </a:lnTo>
                        <a:lnTo>
                          <a:pt x="4386" y="624"/>
                        </a:lnTo>
                        <a:lnTo>
                          <a:pt x="4368" y="618"/>
                        </a:lnTo>
                        <a:lnTo>
                          <a:pt x="4326" y="612"/>
                        </a:lnTo>
                        <a:lnTo>
                          <a:pt x="4290" y="612"/>
                        </a:lnTo>
                        <a:lnTo>
                          <a:pt x="4266" y="606"/>
                        </a:lnTo>
                        <a:lnTo>
                          <a:pt x="4236" y="606"/>
                        </a:lnTo>
                        <a:lnTo>
                          <a:pt x="4230" y="612"/>
                        </a:lnTo>
                        <a:lnTo>
                          <a:pt x="4230" y="618"/>
                        </a:lnTo>
                        <a:lnTo>
                          <a:pt x="4236" y="624"/>
                        </a:lnTo>
                        <a:lnTo>
                          <a:pt x="4242" y="636"/>
                        </a:lnTo>
                        <a:lnTo>
                          <a:pt x="4206" y="630"/>
                        </a:lnTo>
                        <a:lnTo>
                          <a:pt x="4212" y="660"/>
                        </a:lnTo>
                        <a:lnTo>
                          <a:pt x="4194" y="636"/>
                        </a:lnTo>
                        <a:lnTo>
                          <a:pt x="4152" y="660"/>
                        </a:lnTo>
                        <a:lnTo>
                          <a:pt x="4158" y="654"/>
                        </a:lnTo>
                        <a:lnTo>
                          <a:pt x="4158" y="636"/>
                        </a:lnTo>
                        <a:lnTo>
                          <a:pt x="4152" y="630"/>
                        </a:lnTo>
                        <a:lnTo>
                          <a:pt x="4140" y="630"/>
                        </a:lnTo>
                        <a:lnTo>
                          <a:pt x="4122" y="636"/>
                        </a:lnTo>
                        <a:lnTo>
                          <a:pt x="4110" y="642"/>
                        </a:lnTo>
                        <a:lnTo>
                          <a:pt x="4098" y="642"/>
                        </a:lnTo>
                        <a:lnTo>
                          <a:pt x="4086" y="648"/>
                        </a:lnTo>
                        <a:lnTo>
                          <a:pt x="4080" y="654"/>
                        </a:lnTo>
                        <a:lnTo>
                          <a:pt x="4074" y="654"/>
                        </a:lnTo>
                        <a:lnTo>
                          <a:pt x="4092" y="618"/>
                        </a:lnTo>
                        <a:lnTo>
                          <a:pt x="4110" y="618"/>
                        </a:lnTo>
                        <a:lnTo>
                          <a:pt x="4122" y="612"/>
                        </a:lnTo>
                        <a:lnTo>
                          <a:pt x="4134" y="612"/>
                        </a:lnTo>
                        <a:lnTo>
                          <a:pt x="4146" y="606"/>
                        </a:lnTo>
                        <a:lnTo>
                          <a:pt x="4152" y="600"/>
                        </a:lnTo>
                        <a:lnTo>
                          <a:pt x="4152" y="594"/>
                        </a:lnTo>
                        <a:lnTo>
                          <a:pt x="4146" y="582"/>
                        </a:lnTo>
                        <a:lnTo>
                          <a:pt x="4134" y="570"/>
                        </a:lnTo>
                        <a:lnTo>
                          <a:pt x="4152" y="552"/>
                        </a:lnTo>
                        <a:lnTo>
                          <a:pt x="4152" y="540"/>
                        </a:lnTo>
                        <a:lnTo>
                          <a:pt x="4050" y="540"/>
                        </a:lnTo>
                        <a:lnTo>
                          <a:pt x="4026" y="558"/>
                        </a:lnTo>
                        <a:lnTo>
                          <a:pt x="3942" y="558"/>
                        </a:lnTo>
                        <a:lnTo>
                          <a:pt x="3948" y="576"/>
                        </a:lnTo>
                        <a:lnTo>
                          <a:pt x="3978" y="588"/>
                        </a:lnTo>
                        <a:lnTo>
                          <a:pt x="3936" y="576"/>
                        </a:lnTo>
                        <a:lnTo>
                          <a:pt x="3948" y="600"/>
                        </a:lnTo>
                        <a:lnTo>
                          <a:pt x="3936" y="594"/>
                        </a:lnTo>
                        <a:lnTo>
                          <a:pt x="3930" y="594"/>
                        </a:lnTo>
                        <a:lnTo>
                          <a:pt x="3918" y="588"/>
                        </a:lnTo>
                        <a:lnTo>
                          <a:pt x="3894" y="588"/>
                        </a:lnTo>
                        <a:lnTo>
                          <a:pt x="3882" y="594"/>
                        </a:lnTo>
                        <a:lnTo>
                          <a:pt x="3876" y="606"/>
                        </a:lnTo>
                        <a:lnTo>
                          <a:pt x="3882" y="612"/>
                        </a:lnTo>
                        <a:lnTo>
                          <a:pt x="3888" y="624"/>
                        </a:lnTo>
                        <a:lnTo>
                          <a:pt x="3894" y="630"/>
                        </a:lnTo>
                        <a:lnTo>
                          <a:pt x="3900" y="660"/>
                        </a:lnTo>
                        <a:lnTo>
                          <a:pt x="3894" y="660"/>
                        </a:lnTo>
                        <a:lnTo>
                          <a:pt x="3888" y="654"/>
                        </a:lnTo>
                        <a:lnTo>
                          <a:pt x="3864" y="642"/>
                        </a:lnTo>
                        <a:lnTo>
                          <a:pt x="3852" y="642"/>
                        </a:lnTo>
                        <a:lnTo>
                          <a:pt x="3828" y="666"/>
                        </a:lnTo>
                        <a:lnTo>
                          <a:pt x="3828" y="678"/>
                        </a:lnTo>
                        <a:lnTo>
                          <a:pt x="3846" y="678"/>
                        </a:lnTo>
                        <a:lnTo>
                          <a:pt x="3858" y="690"/>
                        </a:lnTo>
                        <a:lnTo>
                          <a:pt x="3810" y="714"/>
                        </a:lnTo>
                        <a:lnTo>
                          <a:pt x="3750" y="720"/>
                        </a:lnTo>
                        <a:lnTo>
                          <a:pt x="3762" y="720"/>
                        </a:lnTo>
                        <a:lnTo>
                          <a:pt x="3798" y="702"/>
                        </a:lnTo>
                        <a:lnTo>
                          <a:pt x="3810" y="690"/>
                        </a:lnTo>
                        <a:lnTo>
                          <a:pt x="3810" y="684"/>
                        </a:lnTo>
                        <a:lnTo>
                          <a:pt x="3804" y="684"/>
                        </a:lnTo>
                        <a:lnTo>
                          <a:pt x="3792" y="672"/>
                        </a:lnTo>
                        <a:lnTo>
                          <a:pt x="3786" y="672"/>
                        </a:lnTo>
                        <a:lnTo>
                          <a:pt x="3786" y="660"/>
                        </a:lnTo>
                        <a:lnTo>
                          <a:pt x="3804" y="642"/>
                        </a:lnTo>
                        <a:lnTo>
                          <a:pt x="3816" y="636"/>
                        </a:lnTo>
                        <a:lnTo>
                          <a:pt x="3828" y="636"/>
                        </a:lnTo>
                        <a:lnTo>
                          <a:pt x="3828" y="606"/>
                        </a:lnTo>
                        <a:lnTo>
                          <a:pt x="3840" y="600"/>
                        </a:lnTo>
                        <a:lnTo>
                          <a:pt x="3858" y="582"/>
                        </a:lnTo>
                        <a:lnTo>
                          <a:pt x="3876" y="576"/>
                        </a:lnTo>
                        <a:lnTo>
                          <a:pt x="3882" y="570"/>
                        </a:lnTo>
                        <a:lnTo>
                          <a:pt x="3894" y="564"/>
                        </a:lnTo>
                        <a:lnTo>
                          <a:pt x="3906" y="564"/>
                        </a:lnTo>
                        <a:lnTo>
                          <a:pt x="3918" y="558"/>
                        </a:lnTo>
                        <a:lnTo>
                          <a:pt x="3936" y="552"/>
                        </a:lnTo>
                        <a:lnTo>
                          <a:pt x="3954" y="552"/>
                        </a:lnTo>
                        <a:lnTo>
                          <a:pt x="3966" y="546"/>
                        </a:lnTo>
                        <a:lnTo>
                          <a:pt x="3972" y="540"/>
                        </a:lnTo>
                        <a:lnTo>
                          <a:pt x="3942" y="534"/>
                        </a:lnTo>
                        <a:lnTo>
                          <a:pt x="3852" y="534"/>
                        </a:lnTo>
                        <a:lnTo>
                          <a:pt x="3822" y="540"/>
                        </a:lnTo>
                        <a:lnTo>
                          <a:pt x="3786" y="558"/>
                        </a:lnTo>
                        <a:lnTo>
                          <a:pt x="3744" y="576"/>
                        </a:lnTo>
                        <a:lnTo>
                          <a:pt x="3720" y="594"/>
                        </a:lnTo>
                        <a:lnTo>
                          <a:pt x="3708" y="600"/>
                        </a:lnTo>
                        <a:lnTo>
                          <a:pt x="3702" y="600"/>
                        </a:lnTo>
                        <a:lnTo>
                          <a:pt x="3696" y="606"/>
                        </a:lnTo>
                        <a:lnTo>
                          <a:pt x="3684" y="606"/>
                        </a:lnTo>
                        <a:lnTo>
                          <a:pt x="3660" y="618"/>
                        </a:lnTo>
                        <a:lnTo>
                          <a:pt x="3654" y="618"/>
                        </a:lnTo>
                        <a:lnTo>
                          <a:pt x="3642" y="624"/>
                        </a:lnTo>
                        <a:lnTo>
                          <a:pt x="3630" y="636"/>
                        </a:lnTo>
                        <a:lnTo>
                          <a:pt x="3618" y="642"/>
                        </a:lnTo>
                        <a:lnTo>
                          <a:pt x="3600" y="660"/>
                        </a:lnTo>
                        <a:lnTo>
                          <a:pt x="3588" y="666"/>
                        </a:lnTo>
                        <a:lnTo>
                          <a:pt x="3582" y="678"/>
                        </a:lnTo>
                        <a:lnTo>
                          <a:pt x="3582" y="684"/>
                        </a:lnTo>
                        <a:lnTo>
                          <a:pt x="3588" y="690"/>
                        </a:lnTo>
                        <a:lnTo>
                          <a:pt x="3612" y="690"/>
                        </a:lnTo>
                        <a:lnTo>
                          <a:pt x="3648" y="696"/>
                        </a:lnTo>
                        <a:lnTo>
                          <a:pt x="3672" y="696"/>
                        </a:lnTo>
                        <a:lnTo>
                          <a:pt x="3684" y="708"/>
                        </a:lnTo>
                        <a:lnTo>
                          <a:pt x="3666" y="714"/>
                        </a:lnTo>
                        <a:lnTo>
                          <a:pt x="3594" y="726"/>
                        </a:lnTo>
                        <a:lnTo>
                          <a:pt x="3570" y="732"/>
                        </a:lnTo>
                        <a:lnTo>
                          <a:pt x="3576" y="738"/>
                        </a:lnTo>
                        <a:lnTo>
                          <a:pt x="3594" y="750"/>
                        </a:lnTo>
                        <a:lnTo>
                          <a:pt x="3630" y="762"/>
                        </a:lnTo>
                        <a:lnTo>
                          <a:pt x="3642" y="768"/>
                        </a:lnTo>
                        <a:lnTo>
                          <a:pt x="3648" y="768"/>
                        </a:lnTo>
                        <a:lnTo>
                          <a:pt x="3690" y="750"/>
                        </a:lnTo>
                        <a:lnTo>
                          <a:pt x="3690" y="762"/>
                        </a:lnTo>
                        <a:lnTo>
                          <a:pt x="3702" y="774"/>
                        </a:lnTo>
                        <a:lnTo>
                          <a:pt x="3744" y="774"/>
                        </a:lnTo>
                        <a:lnTo>
                          <a:pt x="3786" y="780"/>
                        </a:lnTo>
                        <a:lnTo>
                          <a:pt x="3834" y="786"/>
                        </a:lnTo>
                        <a:lnTo>
                          <a:pt x="3876" y="792"/>
                        </a:lnTo>
                        <a:lnTo>
                          <a:pt x="3894" y="792"/>
                        </a:lnTo>
                        <a:lnTo>
                          <a:pt x="3900" y="786"/>
                        </a:lnTo>
                        <a:lnTo>
                          <a:pt x="3894" y="780"/>
                        </a:lnTo>
                        <a:lnTo>
                          <a:pt x="3882" y="774"/>
                        </a:lnTo>
                        <a:lnTo>
                          <a:pt x="3876" y="768"/>
                        </a:lnTo>
                        <a:lnTo>
                          <a:pt x="3894" y="768"/>
                        </a:lnTo>
                        <a:lnTo>
                          <a:pt x="3930" y="774"/>
                        </a:lnTo>
                        <a:lnTo>
                          <a:pt x="3966" y="774"/>
                        </a:lnTo>
                        <a:lnTo>
                          <a:pt x="3990" y="780"/>
                        </a:lnTo>
                        <a:lnTo>
                          <a:pt x="4002" y="780"/>
                        </a:lnTo>
                        <a:lnTo>
                          <a:pt x="4020" y="786"/>
                        </a:lnTo>
                        <a:lnTo>
                          <a:pt x="4032" y="792"/>
                        </a:lnTo>
                        <a:lnTo>
                          <a:pt x="4050" y="792"/>
                        </a:lnTo>
                        <a:lnTo>
                          <a:pt x="4062" y="786"/>
                        </a:lnTo>
                        <a:lnTo>
                          <a:pt x="4062" y="774"/>
                        </a:lnTo>
                        <a:lnTo>
                          <a:pt x="4056" y="768"/>
                        </a:lnTo>
                        <a:lnTo>
                          <a:pt x="4050" y="756"/>
                        </a:lnTo>
                        <a:lnTo>
                          <a:pt x="4044" y="750"/>
                        </a:lnTo>
                        <a:lnTo>
                          <a:pt x="4092" y="738"/>
                        </a:lnTo>
                        <a:lnTo>
                          <a:pt x="4092" y="744"/>
                        </a:lnTo>
                        <a:lnTo>
                          <a:pt x="4098" y="750"/>
                        </a:lnTo>
                        <a:lnTo>
                          <a:pt x="4104" y="762"/>
                        </a:lnTo>
                        <a:lnTo>
                          <a:pt x="4104" y="768"/>
                        </a:lnTo>
                        <a:lnTo>
                          <a:pt x="4110" y="774"/>
                        </a:lnTo>
                        <a:lnTo>
                          <a:pt x="4116" y="774"/>
                        </a:lnTo>
                        <a:lnTo>
                          <a:pt x="4122" y="780"/>
                        </a:lnTo>
                        <a:lnTo>
                          <a:pt x="4134" y="786"/>
                        </a:lnTo>
                        <a:lnTo>
                          <a:pt x="4140" y="792"/>
                        </a:lnTo>
                        <a:lnTo>
                          <a:pt x="4170" y="786"/>
                        </a:lnTo>
                        <a:lnTo>
                          <a:pt x="4170" y="792"/>
                        </a:lnTo>
                        <a:lnTo>
                          <a:pt x="4164" y="798"/>
                        </a:lnTo>
                        <a:lnTo>
                          <a:pt x="4164" y="816"/>
                        </a:lnTo>
                        <a:lnTo>
                          <a:pt x="4170" y="816"/>
                        </a:lnTo>
                        <a:lnTo>
                          <a:pt x="4182" y="822"/>
                        </a:lnTo>
                        <a:lnTo>
                          <a:pt x="4200" y="822"/>
                        </a:lnTo>
                        <a:lnTo>
                          <a:pt x="4206" y="828"/>
                        </a:lnTo>
                        <a:lnTo>
                          <a:pt x="4212" y="828"/>
                        </a:lnTo>
                        <a:lnTo>
                          <a:pt x="4194" y="846"/>
                        </a:lnTo>
                        <a:lnTo>
                          <a:pt x="4194" y="858"/>
                        </a:lnTo>
                        <a:lnTo>
                          <a:pt x="4230" y="858"/>
                        </a:lnTo>
                        <a:lnTo>
                          <a:pt x="4224" y="882"/>
                        </a:lnTo>
                        <a:lnTo>
                          <a:pt x="4236" y="882"/>
                        </a:lnTo>
                        <a:lnTo>
                          <a:pt x="4248" y="888"/>
                        </a:lnTo>
                        <a:lnTo>
                          <a:pt x="4254" y="888"/>
                        </a:lnTo>
                        <a:lnTo>
                          <a:pt x="4278" y="900"/>
                        </a:lnTo>
                        <a:lnTo>
                          <a:pt x="4278" y="924"/>
                        </a:lnTo>
                        <a:lnTo>
                          <a:pt x="4266" y="948"/>
                        </a:lnTo>
                        <a:lnTo>
                          <a:pt x="4254" y="966"/>
                        </a:lnTo>
                        <a:lnTo>
                          <a:pt x="4248" y="978"/>
                        </a:lnTo>
                        <a:lnTo>
                          <a:pt x="4236" y="990"/>
                        </a:lnTo>
                        <a:lnTo>
                          <a:pt x="4218" y="996"/>
                        </a:lnTo>
                        <a:lnTo>
                          <a:pt x="4182" y="1014"/>
                        </a:lnTo>
                        <a:lnTo>
                          <a:pt x="4140" y="1026"/>
                        </a:lnTo>
                        <a:lnTo>
                          <a:pt x="4092" y="1050"/>
                        </a:lnTo>
                        <a:lnTo>
                          <a:pt x="4098" y="1056"/>
                        </a:lnTo>
                        <a:lnTo>
                          <a:pt x="4110" y="1062"/>
                        </a:lnTo>
                        <a:lnTo>
                          <a:pt x="4122" y="1074"/>
                        </a:lnTo>
                        <a:lnTo>
                          <a:pt x="4122" y="1080"/>
                        </a:lnTo>
                        <a:lnTo>
                          <a:pt x="4116" y="1086"/>
                        </a:lnTo>
                        <a:lnTo>
                          <a:pt x="4080" y="1098"/>
                        </a:lnTo>
                        <a:lnTo>
                          <a:pt x="4062" y="1098"/>
                        </a:lnTo>
                        <a:lnTo>
                          <a:pt x="3984" y="1110"/>
                        </a:lnTo>
                        <a:lnTo>
                          <a:pt x="3978" y="1128"/>
                        </a:lnTo>
                        <a:lnTo>
                          <a:pt x="3960" y="1110"/>
                        </a:lnTo>
                        <a:lnTo>
                          <a:pt x="3954" y="1110"/>
                        </a:lnTo>
                        <a:lnTo>
                          <a:pt x="3948" y="1104"/>
                        </a:lnTo>
                        <a:lnTo>
                          <a:pt x="3930" y="1104"/>
                        </a:lnTo>
                        <a:lnTo>
                          <a:pt x="3918" y="1098"/>
                        </a:lnTo>
                        <a:lnTo>
                          <a:pt x="3900" y="1098"/>
                        </a:lnTo>
                        <a:lnTo>
                          <a:pt x="3888" y="1104"/>
                        </a:lnTo>
                        <a:lnTo>
                          <a:pt x="3882" y="1110"/>
                        </a:lnTo>
                        <a:lnTo>
                          <a:pt x="3882" y="1122"/>
                        </a:lnTo>
                        <a:lnTo>
                          <a:pt x="3870" y="1122"/>
                        </a:lnTo>
                        <a:lnTo>
                          <a:pt x="3858" y="1128"/>
                        </a:lnTo>
                        <a:lnTo>
                          <a:pt x="3840" y="1134"/>
                        </a:lnTo>
                        <a:lnTo>
                          <a:pt x="3828" y="1140"/>
                        </a:lnTo>
                        <a:lnTo>
                          <a:pt x="3822" y="1146"/>
                        </a:lnTo>
                        <a:lnTo>
                          <a:pt x="3816" y="1158"/>
                        </a:lnTo>
                        <a:lnTo>
                          <a:pt x="3816" y="1170"/>
                        </a:lnTo>
                        <a:lnTo>
                          <a:pt x="3822" y="1182"/>
                        </a:lnTo>
                        <a:lnTo>
                          <a:pt x="3834" y="1188"/>
                        </a:lnTo>
                        <a:lnTo>
                          <a:pt x="3864" y="1188"/>
                        </a:lnTo>
                        <a:lnTo>
                          <a:pt x="3876" y="1182"/>
                        </a:lnTo>
                        <a:lnTo>
                          <a:pt x="3894" y="1182"/>
                        </a:lnTo>
                        <a:lnTo>
                          <a:pt x="3906" y="1176"/>
                        </a:lnTo>
                        <a:lnTo>
                          <a:pt x="3924" y="1170"/>
                        </a:lnTo>
                        <a:lnTo>
                          <a:pt x="3936" y="1164"/>
                        </a:lnTo>
                        <a:lnTo>
                          <a:pt x="3966" y="1164"/>
                        </a:lnTo>
                        <a:lnTo>
                          <a:pt x="3978" y="1176"/>
                        </a:lnTo>
                        <a:lnTo>
                          <a:pt x="3996" y="1176"/>
                        </a:lnTo>
                        <a:lnTo>
                          <a:pt x="4002" y="1170"/>
                        </a:lnTo>
                        <a:lnTo>
                          <a:pt x="4002" y="1152"/>
                        </a:lnTo>
                        <a:lnTo>
                          <a:pt x="4026" y="1128"/>
                        </a:lnTo>
                        <a:lnTo>
                          <a:pt x="4014" y="1140"/>
                        </a:lnTo>
                        <a:lnTo>
                          <a:pt x="4014" y="1146"/>
                        </a:lnTo>
                        <a:lnTo>
                          <a:pt x="4020" y="1152"/>
                        </a:lnTo>
                        <a:lnTo>
                          <a:pt x="4086" y="1152"/>
                        </a:lnTo>
                        <a:lnTo>
                          <a:pt x="4080" y="1158"/>
                        </a:lnTo>
                        <a:lnTo>
                          <a:pt x="4068" y="1164"/>
                        </a:lnTo>
                        <a:lnTo>
                          <a:pt x="4062" y="1170"/>
                        </a:lnTo>
                        <a:lnTo>
                          <a:pt x="4062" y="1176"/>
                        </a:lnTo>
                        <a:lnTo>
                          <a:pt x="4068" y="1182"/>
                        </a:lnTo>
                        <a:lnTo>
                          <a:pt x="4080" y="1182"/>
                        </a:lnTo>
                        <a:lnTo>
                          <a:pt x="4086" y="1188"/>
                        </a:lnTo>
                        <a:lnTo>
                          <a:pt x="4098" y="1188"/>
                        </a:lnTo>
                        <a:lnTo>
                          <a:pt x="4086" y="1200"/>
                        </a:lnTo>
                        <a:lnTo>
                          <a:pt x="4086" y="1206"/>
                        </a:lnTo>
                        <a:lnTo>
                          <a:pt x="4092" y="1212"/>
                        </a:lnTo>
                        <a:lnTo>
                          <a:pt x="4116" y="1224"/>
                        </a:lnTo>
                        <a:lnTo>
                          <a:pt x="4146" y="1224"/>
                        </a:lnTo>
                        <a:lnTo>
                          <a:pt x="4098" y="1242"/>
                        </a:lnTo>
                        <a:lnTo>
                          <a:pt x="4098" y="1248"/>
                        </a:lnTo>
                        <a:lnTo>
                          <a:pt x="4110" y="1260"/>
                        </a:lnTo>
                        <a:lnTo>
                          <a:pt x="4110" y="1266"/>
                        </a:lnTo>
                        <a:lnTo>
                          <a:pt x="4116" y="1272"/>
                        </a:lnTo>
                        <a:lnTo>
                          <a:pt x="4122" y="1266"/>
                        </a:lnTo>
                        <a:lnTo>
                          <a:pt x="4128" y="1266"/>
                        </a:lnTo>
                        <a:lnTo>
                          <a:pt x="4140" y="1260"/>
                        </a:lnTo>
                        <a:lnTo>
                          <a:pt x="4146" y="1272"/>
                        </a:lnTo>
                        <a:lnTo>
                          <a:pt x="4158" y="1284"/>
                        </a:lnTo>
                        <a:lnTo>
                          <a:pt x="4182" y="1284"/>
                        </a:lnTo>
                        <a:lnTo>
                          <a:pt x="4194" y="1290"/>
                        </a:lnTo>
                        <a:lnTo>
                          <a:pt x="4206" y="1290"/>
                        </a:lnTo>
                        <a:lnTo>
                          <a:pt x="4206" y="1308"/>
                        </a:lnTo>
                        <a:lnTo>
                          <a:pt x="4212" y="1314"/>
                        </a:lnTo>
                        <a:lnTo>
                          <a:pt x="4224" y="1320"/>
                        </a:lnTo>
                        <a:lnTo>
                          <a:pt x="4272" y="1320"/>
                        </a:lnTo>
                        <a:lnTo>
                          <a:pt x="4290" y="1326"/>
                        </a:lnTo>
                        <a:lnTo>
                          <a:pt x="4350" y="1356"/>
                        </a:lnTo>
                        <a:lnTo>
                          <a:pt x="4356" y="1362"/>
                        </a:lnTo>
                        <a:lnTo>
                          <a:pt x="4362" y="1362"/>
                        </a:lnTo>
                        <a:lnTo>
                          <a:pt x="4362" y="1356"/>
                        </a:lnTo>
                        <a:lnTo>
                          <a:pt x="4368" y="1350"/>
                        </a:lnTo>
                        <a:lnTo>
                          <a:pt x="4368" y="1320"/>
                        </a:lnTo>
                        <a:lnTo>
                          <a:pt x="4362" y="1308"/>
                        </a:lnTo>
                        <a:lnTo>
                          <a:pt x="4350" y="1296"/>
                        </a:lnTo>
                        <a:lnTo>
                          <a:pt x="4338" y="1290"/>
                        </a:lnTo>
                        <a:lnTo>
                          <a:pt x="4320" y="1272"/>
                        </a:lnTo>
                        <a:lnTo>
                          <a:pt x="4314" y="1272"/>
                        </a:lnTo>
                        <a:lnTo>
                          <a:pt x="4308" y="1260"/>
                        </a:lnTo>
                        <a:lnTo>
                          <a:pt x="4302" y="1254"/>
                        </a:lnTo>
                        <a:lnTo>
                          <a:pt x="4290" y="1230"/>
                        </a:lnTo>
                        <a:lnTo>
                          <a:pt x="4290" y="1224"/>
                        </a:lnTo>
                        <a:lnTo>
                          <a:pt x="4308" y="1224"/>
                        </a:lnTo>
                        <a:lnTo>
                          <a:pt x="4314" y="1230"/>
                        </a:lnTo>
                        <a:lnTo>
                          <a:pt x="4326" y="1236"/>
                        </a:lnTo>
                        <a:lnTo>
                          <a:pt x="4332" y="1242"/>
                        </a:lnTo>
                        <a:lnTo>
                          <a:pt x="4332" y="1212"/>
                        </a:lnTo>
                        <a:lnTo>
                          <a:pt x="4332" y="1218"/>
                        </a:lnTo>
                        <a:lnTo>
                          <a:pt x="4344" y="1230"/>
                        </a:lnTo>
                        <a:lnTo>
                          <a:pt x="4350" y="1242"/>
                        </a:lnTo>
                        <a:lnTo>
                          <a:pt x="4362" y="1254"/>
                        </a:lnTo>
                        <a:lnTo>
                          <a:pt x="4374" y="1254"/>
                        </a:lnTo>
                        <a:lnTo>
                          <a:pt x="4386" y="1248"/>
                        </a:lnTo>
                        <a:lnTo>
                          <a:pt x="4398" y="1248"/>
                        </a:lnTo>
                        <a:lnTo>
                          <a:pt x="4398" y="1272"/>
                        </a:lnTo>
                        <a:lnTo>
                          <a:pt x="4404" y="1278"/>
                        </a:lnTo>
                        <a:lnTo>
                          <a:pt x="4416" y="1278"/>
                        </a:lnTo>
                        <a:lnTo>
                          <a:pt x="4428" y="1290"/>
                        </a:lnTo>
                        <a:lnTo>
                          <a:pt x="4452" y="1272"/>
                        </a:lnTo>
                        <a:lnTo>
                          <a:pt x="4464" y="1284"/>
                        </a:lnTo>
                        <a:lnTo>
                          <a:pt x="4470" y="1284"/>
                        </a:lnTo>
                        <a:lnTo>
                          <a:pt x="4476" y="1278"/>
                        </a:lnTo>
                        <a:lnTo>
                          <a:pt x="4476" y="1260"/>
                        </a:lnTo>
                        <a:lnTo>
                          <a:pt x="4470" y="1254"/>
                        </a:lnTo>
                        <a:lnTo>
                          <a:pt x="4488" y="1212"/>
                        </a:lnTo>
                        <a:lnTo>
                          <a:pt x="4488" y="1236"/>
                        </a:lnTo>
                        <a:lnTo>
                          <a:pt x="4500" y="1248"/>
                        </a:lnTo>
                        <a:lnTo>
                          <a:pt x="4512" y="1236"/>
                        </a:lnTo>
                        <a:lnTo>
                          <a:pt x="4518" y="1218"/>
                        </a:lnTo>
                        <a:lnTo>
                          <a:pt x="4518" y="1206"/>
                        </a:lnTo>
                        <a:lnTo>
                          <a:pt x="4494" y="1182"/>
                        </a:lnTo>
                        <a:lnTo>
                          <a:pt x="4518" y="1176"/>
                        </a:lnTo>
                        <a:lnTo>
                          <a:pt x="4500" y="1164"/>
                        </a:lnTo>
                        <a:lnTo>
                          <a:pt x="4500" y="1146"/>
                        </a:lnTo>
                        <a:lnTo>
                          <a:pt x="4470" y="1146"/>
                        </a:lnTo>
                        <a:lnTo>
                          <a:pt x="4470" y="1134"/>
                        </a:lnTo>
                        <a:lnTo>
                          <a:pt x="4446" y="1134"/>
                        </a:lnTo>
                        <a:lnTo>
                          <a:pt x="4446" y="1080"/>
                        </a:lnTo>
                        <a:lnTo>
                          <a:pt x="4416" y="1086"/>
                        </a:lnTo>
                        <a:lnTo>
                          <a:pt x="4410" y="1080"/>
                        </a:lnTo>
                        <a:lnTo>
                          <a:pt x="4410" y="1056"/>
                        </a:lnTo>
                        <a:lnTo>
                          <a:pt x="4416" y="1050"/>
                        </a:lnTo>
                        <a:lnTo>
                          <a:pt x="4428" y="1050"/>
                        </a:lnTo>
                        <a:lnTo>
                          <a:pt x="4434" y="1056"/>
                        </a:lnTo>
                        <a:lnTo>
                          <a:pt x="4446" y="1062"/>
                        </a:lnTo>
                        <a:lnTo>
                          <a:pt x="4452" y="1068"/>
                        </a:lnTo>
                        <a:lnTo>
                          <a:pt x="4458" y="1068"/>
                        </a:lnTo>
                        <a:lnTo>
                          <a:pt x="4464" y="1062"/>
                        </a:lnTo>
                        <a:lnTo>
                          <a:pt x="4464" y="1026"/>
                        </a:lnTo>
                        <a:lnTo>
                          <a:pt x="4488" y="1032"/>
                        </a:lnTo>
                        <a:lnTo>
                          <a:pt x="4524" y="1014"/>
                        </a:lnTo>
                        <a:lnTo>
                          <a:pt x="4524" y="1026"/>
                        </a:lnTo>
                        <a:lnTo>
                          <a:pt x="4530" y="1038"/>
                        </a:lnTo>
                        <a:lnTo>
                          <a:pt x="4530" y="1044"/>
                        </a:lnTo>
                        <a:lnTo>
                          <a:pt x="4536" y="1050"/>
                        </a:lnTo>
                        <a:lnTo>
                          <a:pt x="4548" y="1044"/>
                        </a:lnTo>
                        <a:lnTo>
                          <a:pt x="4566" y="1044"/>
                        </a:lnTo>
                        <a:lnTo>
                          <a:pt x="4554" y="1062"/>
                        </a:lnTo>
                        <a:lnTo>
                          <a:pt x="4578" y="1062"/>
                        </a:lnTo>
                        <a:lnTo>
                          <a:pt x="4566" y="1092"/>
                        </a:lnTo>
                        <a:lnTo>
                          <a:pt x="4566" y="1098"/>
                        </a:lnTo>
                        <a:lnTo>
                          <a:pt x="4584" y="1116"/>
                        </a:lnTo>
                        <a:lnTo>
                          <a:pt x="4590" y="1128"/>
                        </a:lnTo>
                        <a:lnTo>
                          <a:pt x="4614" y="1140"/>
                        </a:lnTo>
                        <a:lnTo>
                          <a:pt x="4626" y="1134"/>
                        </a:lnTo>
                        <a:lnTo>
                          <a:pt x="4638" y="1122"/>
                        </a:lnTo>
                        <a:lnTo>
                          <a:pt x="4656" y="1086"/>
                        </a:lnTo>
                        <a:lnTo>
                          <a:pt x="4656" y="1080"/>
                        </a:lnTo>
                        <a:lnTo>
                          <a:pt x="4662" y="1068"/>
                        </a:lnTo>
                        <a:lnTo>
                          <a:pt x="4668" y="1074"/>
                        </a:lnTo>
                        <a:lnTo>
                          <a:pt x="4680" y="1080"/>
                        </a:lnTo>
                        <a:lnTo>
                          <a:pt x="4692" y="1080"/>
                        </a:lnTo>
                        <a:lnTo>
                          <a:pt x="4698" y="1086"/>
                        </a:lnTo>
                        <a:lnTo>
                          <a:pt x="4710" y="1080"/>
                        </a:lnTo>
                        <a:lnTo>
                          <a:pt x="4722" y="1068"/>
                        </a:lnTo>
                        <a:lnTo>
                          <a:pt x="4728" y="1056"/>
                        </a:lnTo>
                        <a:lnTo>
                          <a:pt x="4728" y="1038"/>
                        </a:lnTo>
                        <a:lnTo>
                          <a:pt x="4794" y="1038"/>
                        </a:lnTo>
                        <a:lnTo>
                          <a:pt x="4806" y="1026"/>
                        </a:lnTo>
                        <a:lnTo>
                          <a:pt x="4812" y="1014"/>
                        </a:lnTo>
                        <a:lnTo>
                          <a:pt x="4800" y="1002"/>
                        </a:lnTo>
                        <a:lnTo>
                          <a:pt x="4788" y="996"/>
                        </a:lnTo>
                        <a:lnTo>
                          <a:pt x="4758" y="996"/>
                        </a:lnTo>
                        <a:close/>
                        <a:moveTo>
                          <a:pt x="4476" y="1308"/>
                        </a:moveTo>
                        <a:lnTo>
                          <a:pt x="4446" y="1308"/>
                        </a:lnTo>
                        <a:lnTo>
                          <a:pt x="4440" y="1326"/>
                        </a:lnTo>
                        <a:lnTo>
                          <a:pt x="4476" y="1320"/>
                        </a:lnTo>
                        <a:lnTo>
                          <a:pt x="4476" y="1308"/>
                        </a:lnTo>
                        <a:close/>
                        <a:moveTo>
                          <a:pt x="4140" y="1290"/>
                        </a:moveTo>
                        <a:lnTo>
                          <a:pt x="4134" y="1290"/>
                        </a:lnTo>
                        <a:lnTo>
                          <a:pt x="4128" y="1296"/>
                        </a:lnTo>
                        <a:lnTo>
                          <a:pt x="4128" y="1308"/>
                        </a:lnTo>
                        <a:lnTo>
                          <a:pt x="4134" y="1314"/>
                        </a:lnTo>
                        <a:lnTo>
                          <a:pt x="4158" y="1314"/>
                        </a:lnTo>
                        <a:lnTo>
                          <a:pt x="4164" y="1308"/>
                        </a:lnTo>
                        <a:lnTo>
                          <a:pt x="4164" y="1296"/>
                        </a:lnTo>
                        <a:lnTo>
                          <a:pt x="4158" y="1290"/>
                        </a:lnTo>
                        <a:lnTo>
                          <a:pt x="4140" y="1290"/>
                        </a:lnTo>
                        <a:close/>
                        <a:moveTo>
                          <a:pt x="3834" y="1242"/>
                        </a:moveTo>
                        <a:lnTo>
                          <a:pt x="3840" y="1236"/>
                        </a:lnTo>
                        <a:lnTo>
                          <a:pt x="3834" y="1230"/>
                        </a:lnTo>
                        <a:lnTo>
                          <a:pt x="3828" y="1230"/>
                        </a:lnTo>
                        <a:lnTo>
                          <a:pt x="3822" y="1224"/>
                        </a:lnTo>
                        <a:lnTo>
                          <a:pt x="3810" y="1224"/>
                        </a:lnTo>
                        <a:lnTo>
                          <a:pt x="3810" y="1236"/>
                        </a:lnTo>
                        <a:lnTo>
                          <a:pt x="3816" y="1242"/>
                        </a:lnTo>
                        <a:lnTo>
                          <a:pt x="3816" y="1248"/>
                        </a:lnTo>
                        <a:lnTo>
                          <a:pt x="3828" y="1248"/>
                        </a:lnTo>
                        <a:lnTo>
                          <a:pt x="3834" y="1242"/>
                        </a:lnTo>
                        <a:close/>
                        <a:moveTo>
                          <a:pt x="4206" y="1452"/>
                        </a:moveTo>
                        <a:lnTo>
                          <a:pt x="4170" y="1452"/>
                        </a:lnTo>
                        <a:lnTo>
                          <a:pt x="4206" y="1476"/>
                        </a:lnTo>
                        <a:lnTo>
                          <a:pt x="4218" y="1470"/>
                        </a:lnTo>
                        <a:lnTo>
                          <a:pt x="4218" y="1458"/>
                        </a:lnTo>
                        <a:lnTo>
                          <a:pt x="4212" y="1458"/>
                        </a:lnTo>
                        <a:lnTo>
                          <a:pt x="4206" y="1452"/>
                        </a:lnTo>
                        <a:close/>
                        <a:moveTo>
                          <a:pt x="4170" y="870"/>
                        </a:moveTo>
                        <a:lnTo>
                          <a:pt x="4152" y="870"/>
                        </a:lnTo>
                        <a:lnTo>
                          <a:pt x="4152" y="876"/>
                        </a:lnTo>
                        <a:lnTo>
                          <a:pt x="4158" y="882"/>
                        </a:lnTo>
                        <a:lnTo>
                          <a:pt x="4164" y="882"/>
                        </a:lnTo>
                        <a:lnTo>
                          <a:pt x="4170" y="888"/>
                        </a:lnTo>
                        <a:lnTo>
                          <a:pt x="4182" y="882"/>
                        </a:lnTo>
                        <a:lnTo>
                          <a:pt x="4188" y="882"/>
                        </a:lnTo>
                        <a:lnTo>
                          <a:pt x="4194" y="876"/>
                        </a:lnTo>
                        <a:lnTo>
                          <a:pt x="4188" y="870"/>
                        </a:lnTo>
                        <a:lnTo>
                          <a:pt x="4170" y="870"/>
                        </a:lnTo>
                        <a:close/>
                        <a:moveTo>
                          <a:pt x="4170" y="936"/>
                        </a:moveTo>
                        <a:lnTo>
                          <a:pt x="4236" y="936"/>
                        </a:lnTo>
                        <a:lnTo>
                          <a:pt x="4236" y="918"/>
                        </a:lnTo>
                        <a:lnTo>
                          <a:pt x="4188" y="918"/>
                        </a:lnTo>
                        <a:lnTo>
                          <a:pt x="4170" y="936"/>
                        </a:lnTo>
                        <a:close/>
                        <a:moveTo>
                          <a:pt x="5574" y="36"/>
                        </a:moveTo>
                        <a:lnTo>
                          <a:pt x="5490" y="36"/>
                        </a:lnTo>
                        <a:lnTo>
                          <a:pt x="5496" y="24"/>
                        </a:lnTo>
                        <a:lnTo>
                          <a:pt x="5490" y="24"/>
                        </a:lnTo>
                        <a:lnTo>
                          <a:pt x="5484" y="18"/>
                        </a:lnTo>
                        <a:lnTo>
                          <a:pt x="5448" y="18"/>
                        </a:lnTo>
                        <a:lnTo>
                          <a:pt x="5430" y="12"/>
                        </a:lnTo>
                        <a:lnTo>
                          <a:pt x="5400" y="12"/>
                        </a:lnTo>
                        <a:lnTo>
                          <a:pt x="5364" y="18"/>
                        </a:lnTo>
                        <a:lnTo>
                          <a:pt x="5334" y="30"/>
                        </a:lnTo>
                        <a:lnTo>
                          <a:pt x="5304" y="36"/>
                        </a:lnTo>
                        <a:lnTo>
                          <a:pt x="5292" y="36"/>
                        </a:lnTo>
                        <a:lnTo>
                          <a:pt x="5346" y="12"/>
                        </a:lnTo>
                        <a:lnTo>
                          <a:pt x="5274" y="18"/>
                        </a:lnTo>
                        <a:lnTo>
                          <a:pt x="5268" y="18"/>
                        </a:lnTo>
                        <a:lnTo>
                          <a:pt x="5262" y="12"/>
                        </a:lnTo>
                        <a:lnTo>
                          <a:pt x="5250" y="12"/>
                        </a:lnTo>
                        <a:lnTo>
                          <a:pt x="5226" y="0"/>
                        </a:lnTo>
                        <a:lnTo>
                          <a:pt x="5196" y="0"/>
                        </a:lnTo>
                        <a:lnTo>
                          <a:pt x="5190" y="6"/>
                        </a:lnTo>
                        <a:lnTo>
                          <a:pt x="5184" y="18"/>
                        </a:lnTo>
                        <a:lnTo>
                          <a:pt x="5178" y="18"/>
                        </a:lnTo>
                        <a:lnTo>
                          <a:pt x="5172" y="12"/>
                        </a:lnTo>
                        <a:lnTo>
                          <a:pt x="5160" y="6"/>
                        </a:lnTo>
                        <a:lnTo>
                          <a:pt x="5148" y="6"/>
                        </a:lnTo>
                        <a:lnTo>
                          <a:pt x="5136" y="0"/>
                        </a:lnTo>
                        <a:lnTo>
                          <a:pt x="5124" y="0"/>
                        </a:lnTo>
                        <a:lnTo>
                          <a:pt x="5112" y="6"/>
                        </a:lnTo>
                        <a:lnTo>
                          <a:pt x="5106" y="12"/>
                        </a:lnTo>
                        <a:lnTo>
                          <a:pt x="5094" y="18"/>
                        </a:lnTo>
                        <a:lnTo>
                          <a:pt x="5088" y="24"/>
                        </a:lnTo>
                        <a:lnTo>
                          <a:pt x="5046" y="12"/>
                        </a:lnTo>
                        <a:lnTo>
                          <a:pt x="4938" y="6"/>
                        </a:lnTo>
                        <a:lnTo>
                          <a:pt x="4968" y="36"/>
                        </a:lnTo>
                        <a:lnTo>
                          <a:pt x="4902" y="12"/>
                        </a:lnTo>
                        <a:lnTo>
                          <a:pt x="4842" y="24"/>
                        </a:lnTo>
                        <a:lnTo>
                          <a:pt x="4830" y="24"/>
                        </a:lnTo>
                        <a:lnTo>
                          <a:pt x="4812" y="18"/>
                        </a:lnTo>
                        <a:lnTo>
                          <a:pt x="4746" y="18"/>
                        </a:lnTo>
                        <a:lnTo>
                          <a:pt x="4710" y="24"/>
                        </a:lnTo>
                        <a:lnTo>
                          <a:pt x="4686" y="36"/>
                        </a:lnTo>
                        <a:lnTo>
                          <a:pt x="4674" y="36"/>
                        </a:lnTo>
                        <a:lnTo>
                          <a:pt x="4764" y="60"/>
                        </a:lnTo>
                        <a:lnTo>
                          <a:pt x="4674" y="48"/>
                        </a:lnTo>
                        <a:lnTo>
                          <a:pt x="4662" y="48"/>
                        </a:lnTo>
                        <a:lnTo>
                          <a:pt x="4590" y="36"/>
                        </a:lnTo>
                        <a:lnTo>
                          <a:pt x="4542" y="36"/>
                        </a:lnTo>
                        <a:lnTo>
                          <a:pt x="4530" y="48"/>
                        </a:lnTo>
                        <a:lnTo>
                          <a:pt x="4530" y="60"/>
                        </a:lnTo>
                        <a:lnTo>
                          <a:pt x="4512" y="60"/>
                        </a:lnTo>
                        <a:lnTo>
                          <a:pt x="4482" y="54"/>
                        </a:lnTo>
                        <a:lnTo>
                          <a:pt x="4392" y="54"/>
                        </a:lnTo>
                        <a:lnTo>
                          <a:pt x="4350" y="60"/>
                        </a:lnTo>
                        <a:lnTo>
                          <a:pt x="4302" y="66"/>
                        </a:lnTo>
                        <a:lnTo>
                          <a:pt x="4260" y="66"/>
                        </a:lnTo>
                        <a:lnTo>
                          <a:pt x="4242" y="72"/>
                        </a:lnTo>
                        <a:lnTo>
                          <a:pt x="4260" y="72"/>
                        </a:lnTo>
                        <a:lnTo>
                          <a:pt x="4266" y="78"/>
                        </a:lnTo>
                        <a:lnTo>
                          <a:pt x="4278" y="78"/>
                        </a:lnTo>
                        <a:lnTo>
                          <a:pt x="4362" y="84"/>
                        </a:lnTo>
                        <a:lnTo>
                          <a:pt x="4278" y="96"/>
                        </a:lnTo>
                        <a:lnTo>
                          <a:pt x="4284" y="96"/>
                        </a:lnTo>
                        <a:lnTo>
                          <a:pt x="4290" y="102"/>
                        </a:lnTo>
                        <a:lnTo>
                          <a:pt x="4314" y="114"/>
                        </a:lnTo>
                        <a:lnTo>
                          <a:pt x="4338" y="114"/>
                        </a:lnTo>
                        <a:lnTo>
                          <a:pt x="4356" y="108"/>
                        </a:lnTo>
                        <a:lnTo>
                          <a:pt x="4392" y="108"/>
                        </a:lnTo>
                        <a:lnTo>
                          <a:pt x="4398" y="102"/>
                        </a:lnTo>
                        <a:lnTo>
                          <a:pt x="4410" y="102"/>
                        </a:lnTo>
                        <a:lnTo>
                          <a:pt x="4416" y="96"/>
                        </a:lnTo>
                        <a:lnTo>
                          <a:pt x="4440" y="96"/>
                        </a:lnTo>
                        <a:lnTo>
                          <a:pt x="4458" y="90"/>
                        </a:lnTo>
                        <a:lnTo>
                          <a:pt x="4500" y="90"/>
                        </a:lnTo>
                        <a:lnTo>
                          <a:pt x="4518" y="96"/>
                        </a:lnTo>
                        <a:lnTo>
                          <a:pt x="4536" y="96"/>
                        </a:lnTo>
                        <a:lnTo>
                          <a:pt x="4548" y="102"/>
                        </a:lnTo>
                        <a:lnTo>
                          <a:pt x="4560" y="102"/>
                        </a:lnTo>
                        <a:lnTo>
                          <a:pt x="4494" y="102"/>
                        </a:lnTo>
                        <a:lnTo>
                          <a:pt x="4482" y="108"/>
                        </a:lnTo>
                        <a:lnTo>
                          <a:pt x="4458" y="108"/>
                        </a:lnTo>
                        <a:lnTo>
                          <a:pt x="4446" y="114"/>
                        </a:lnTo>
                        <a:lnTo>
                          <a:pt x="4434" y="114"/>
                        </a:lnTo>
                        <a:lnTo>
                          <a:pt x="4422" y="120"/>
                        </a:lnTo>
                        <a:lnTo>
                          <a:pt x="4410" y="120"/>
                        </a:lnTo>
                        <a:lnTo>
                          <a:pt x="4404" y="126"/>
                        </a:lnTo>
                        <a:lnTo>
                          <a:pt x="4398" y="126"/>
                        </a:lnTo>
                        <a:lnTo>
                          <a:pt x="4434" y="126"/>
                        </a:lnTo>
                        <a:lnTo>
                          <a:pt x="4452" y="132"/>
                        </a:lnTo>
                        <a:lnTo>
                          <a:pt x="4488" y="132"/>
                        </a:lnTo>
                        <a:lnTo>
                          <a:pt x="4500" y="126"/>
                        </a:lnTo>
                        <a:lnTo>
                          <a:pt x="4506" y="126"/>
                        </a:lnTo>
                        <a:lnTo>
                          <a:pt x="4512" y="120"/>
                        </a:lnTo>
                        <a:lnTo>
                          <a:pt x="4638" y="120"/>
                        </a:lnTo>
                        <a:lnTo>
                          <a:pt x="4656" y="114"/>
                        </a:lnTo>
                        <a:lnTo>
                          <a:pt x="4680" y="114"/>
                        </a:lnTo>
                        <a:lnTo>
                          <a:pt x="4698" y="108"/>
                        </a:lnTo>
                        <a:lnTo>
                          <a:pt x="4710" y="108"/>
                        </a:lnTo>
                        <a:lnTo>
                          <a:pt x="4722" y="96"/>
                        </a:lnTo>
                        <a:lnTo>
                          <a:pt x="4734" y="96"/>
                        </a:lnTo>
                        <a:lnTo>
                          <a:pt x="4752" y="90"/>
                        </a:lnTo>
                        <a:lnTo>
                          <a:pt x="4770" y="90"/>
                        </a:lnTo>
                        <a:lnTo>
                          <a:pt x="4782" y="84"/>
                        </a:lnTo>
                        <a:lnTo>
                          <a:pt x="4830" y="84"/>
                        </a:lnTo>
                        <a:lnTo>
                          <a:pt x="4746" y="114"/>
                        </a:lnTo>
                        <a:lnTo>
                          <a:pt x="4782" y="114"/>
                        </a:lnTo>
                        <a:lnTo>
                          <a:pt x="4734" y="126"/>
                        </a:lnTo>
                        <a:lnTo>
                          <a:pt x="4716" y="126"/>
                        </a:lnTo>
                        <a:lnTo>
                          <a:pt x="4674" y="132"/>
                        </a:lnTo>
                        <a:lnTo>
                          <a:pt x="4620" y="132"/>
                        </a:lnTo>
                        <a:lnTo>
                          <a:pt x="4566" y="138"/>
                        </a:lnTo>
                        <a:lnTo>
                          <a:pt x="4536" y="138"/>
                        </a:lnTo>
                        <a:lnTo>
                          <a:pt x="4524" y="150"/>
                        </a:lnTo>
                        <a:lnTo>
                          <a:pt x="4524" y="156"/>
                        </a:lnTo>
                        <a:lnTo>
                          <a:pt x="4602" y="174"/>
                        </a:lnTo>
                        <a:lnTo>
                          <a:pt x="4596" y="174"/>
                        </a:lnTo>
                        <a:lnTo>
                          <a:pt x="4590" y="180"/>
                        </a:lnTo>
                        <a:lnTo>
                          <a:pt x="4578" y="180"/>
                        </a:lnTo>
                        <a:lnTo>
                          <a:pt x="4566" y="186"/>
                        </a:lnTo>
                        <a:lnTo>
                          <a:pt x="4542" y="186"/>
                        </a:lnTo>
                        <a:lnTo>
                          <a:pt x="4518" y="174"/>
                        </a:lnTo>
                        <a:lnTo>
                          <a:pt x="4500" y="162"/>
                        </a:lnTo>
                        <a:lnTo>
                          <a:pt x="4476" y="150"/>
                        </a:lnTo>
                        <a:lnTo>
                          <a:pt x="4470" y="144"/>
                        </a:lnTo>
                        <a:lnTo>
                          <a:pt x="4356" y="144"/>
                        </a:lnTo>
                        <a:lnTo>
                          <a:pt x="4350" y="150"/>
                        </a:lnTo>
                        <a:lnTo>
                          <a:pt x="4344" y="162"/>
                        </a:lnTo>
                        <a:lnTo>
                          <a:pt x="4338" y="168"/>
                        </a:lnTo>
                        <a:lnTo>
                          <a:pt x="4368" y="186"/>
                        </a:lnTo>
                        <a:lnTo>
                          <a:pt x="4386" y="204"/>
                        </a:lnTo>
                        <a:lnTo>
                          <a:pt x="4410" y="216"/>
                        </a:lnTo>
                        <a:lnTo>
                          <a:pt x="4458" y="216"/>
                        </a:lnTo>
                        <a:lnTo>
                          <a:pt x="4476" y="210"/>
                        </a:lnTo>
                        <a:lnTo>
                          <a:pt x="4488" y="210"/>
                        </a:lnTo>
                        <a:lnTo>
                          <a:pt x="4476" y="216"/>
                        </a:lnTo>
                        <a:lnTo>
                          <a:pt x="4470" y="228"/>
                        </a:lnTo>
                        <a:lnTo>
                          <a:pt x="4398" y="228"/>
                        </a:lnTo>
                        <a:lnTo>
                          <a:pt x="4380" y="222"/>
                        </a:lnTo>
                        <a:lnTo>
                          <a:pt x="4350" y="222"/>
                        </a:lnTo>
                        <a:lnTo>
                          <a:pt x="4314" y="228"/>
                        </a:lnTo>
                        <a:lnTo>
                          <a:pt x="4272" y="234"/>
                        </a:lnTo>
                        <a:lnTo>
                          <a:pt x="4230" y="234"/>
                        </a:lnTo>
                        <a:lnTo>
                          <a:pt x="4218" y="240"/>
                        </a:lnTo>
                        <a:lnTo>
                          <a:pt x="4200" y="246"/>
                        </a:lnTo>
                        <a:lnTo>
                          <a:pt x="4188" y="258"/>
                        </a:lnTo>
                        <a:lnTo>
                          <a:pt x="4176" y="264"/>
                        </a:lnTo>
                        <a:lnTo>
                          <a:pt x="4170" y="270"/>
                        </a:lnTo>
                        <a:lnTo>
                          <a:pt x="4164" y="270"/>
                        </a:lnTo>
                        <a:lnTo>
                          <a:pt x="4236" y="258"/>
                        </a:lnTo>
                        <a:lnTo>
                          <a:pt x="4236" y="276"/>
                        </a:lnTo>
                        <a:lnTo>
                          <a:pt x="4296" y="258"/>
                        </a:lnTo>
                        <a:lnTo>
                          <a:pt x="4224" y="288"/>
                        </a:lnTo>
                        <a:lnTo>
                          <a:pt x="4230" y="288"/>
                        </a:lnTo>
                        <a:lnTo>
                          <a:pt x="4236" y="294"/>
                        </a:lnTo>
                        <a:lnTo>
                          <a:pt x="4248" y="300"/>
                        </a:lnTo>
                        <a:lnTo>
                          <a:pt x="4278" y="300"/>
                        </a:lnTo>
                        <a:lnTo>
                          <a:pt x="4314" y="288"/>
                        </a:lnTo>
                        <a:lnTo>
                          <a:pt x="4326" y="288"/>
                        </a:lnTo>
                        <a:lnTo>
                          <a:pt x="4344" y="282"/>
                        </a:lnTo>
                        <a:lnTo>
                          <a:pt x="4350" y="276"/>
                        </a:lnTo>
                        <a:lnTo>
                          <a:pt x="4356" y="276"/>
                        </a:lnTo>
                        <a:lnTo>
                          <a:pt x="4254" y="312"/>
                        </a:lnTo>
                        <a:lnTo>
                          <a:pt x="4188" y="312"/>
                        </a:lnTo>
                        <a:lnTo>
                          <a:pt x="4176" y="288"/>
                        </a:lnTo>
                        <a:lnTo>
                          <a:pt x="4164" y="288"/>
                        </a:lnTo>
                        <a:lnTo>
                          <a:pt x="4146" y="282"/>
                        </a:lnTo>
                        <a:lnTo>
                          <a:pt x="4110" y="282"/>
                        </a:lnTo>
                        <a:lnTo>
                          <a:pt x="4104" y="288"/>
                        </a:lnTo>
                        <a:lnTo>
                          <a:pt x="4104" y="300"/>
                        </a:lnTo>
                        <a:lnTo>
                          <a:pt x="4110" y="312"/>
                        </a:lnTo>
                        <a:lnTo>
                          <a:pt x="4110" y="318"/>
                        </a:lnTo>
                        <a:lnTo>
                          <a:pt x="4116" y="324"/>
                        </a:lnTo>
                        <a:lnTo>
                          <a:pt x="4092" y="324"/>
                        </a:lnTo>
                        <a:lnTo>
                          <a:pt x="4074" y="330"/>
                        </a:lnTo>
                        <a:lnTo>
                          <a:pt x="4032" y="330"/>
                        </a:lnTo>
                        <a:lnTo>
                          <a:pt x="4020" y="336"/>
                        </a:lnTo>
                        <a:lnTo>
                          <a:pt x="4002" y="342"/>
                        </a:lnTo>
                        <a:lnTo>
                          <a:pt x="3990" y="348"/>
                        </a:lnTo>
                        <a:lnTo>
                          <a:pt x="3972" y="354"/>
                        </a:lnTo>
                        <a:lnTo>
                          <a:pt x="3936" y="354"/>
                        </a:lnTo>
                        <a:lnTo>
                          <a:pt x="3924" y="360"/>
                        </a:lnTo>
                        <a:lnTo>
                          <a:pt x="3918" y="360"/>
                        </a:lnTo>
                        <a:lnTo>
                          <a:pt x="3924" y="360"/>
                        </a:lnTo>
                        <a:lnTo>
                          <a:pt x="3936" y="366"/>
                        </a:lnTo>
                        <a:lnTo>
                          <a:pt x="3978" y="366"/>
                        </a:lnTo>
                        <a:lnTo>
                          <a:pt x="3990" y="360"/>
                        </a:lnTo>
                        <a:lnTo>
                          <a:pt x="3996" y="354"/>
                        </a:lnTo>
                        <a:lnTo>
                          <a:pt x="3984" y="372"/>
                        </a:lnTo>
                        <a:lnTo>
                          <a:pt x="4020" y="366"/>
                        </a:lnTo>
                        <a:lnTo>
                          <a:pt x="4044" y="354"/>
                        </a:lnTo>
                        <a:lnTo>
                          <a:pt x="4044" y="372"/>
                        </a:lnTo>
                        <a:lnTo>
                          <a:pt x="4074" y="366"/>
                        </a:lnTo>
                        <a:lnTo>
                          <a:pt x="4098" y="366"/>
                        </a:lnTo>
                        <a:lnTo>
                          <a:pt x="4098" y="372"/>
                        </a:lnTo>
                        <a:lnTo>
                          <a:pt x="4104" y="378"/>
                        </a:lnTo>
                        <a:lnTo>
                          <a:pt x="4122" y="378"/>
                        </a:lnTo>
                        <a:lnTo>
                          <a:pt x="4146" y="366"/>
                        </a:lnTo>
                        <a:lnTo>
                          <a:pt x="4152" y="366"/>
                        </a:lnTo>
                        <a:lnTo>
                          <a:pt x="4164" y="360"/>
                        </a:lnTo>
                        <a:lnTo>
                          <a:pt x="4170" y="372"/>
                        </a:lnTo>
                        <a:lnTo>
                          <a:pt x="4200" y="354"/>
                        </a:lnTo>
                        <a:lnTo>
                          <a:pt x="4206" y="360"/>
                        </a:lnTo>
                        <a:lnTo>
                          <a:pt x="4212" y="372"/>
                        </a:lnTo>
                        <a:lnTo>
                          <a:pt x="4224" y="372"/>
                        </a:lnTo>
                        <a:lnTo>
                          <a:pt x="4236" y="366"/>
                        </a:lnTo>
                        <a:lnTo>
                          <a:pt x="4242" y="360"/>
                        </a:lnTo>
                        <a:lnTo>
                          <a:pt x="4248" y="360"/>
                        </a:lnTo>
                        <a:lnTo>
                          <a:pt x="4254" y="366"/>
                        </a:lnTo>
                        <a:lnTo>
                          <a:pt x="4266" y="372"/>
                        </a:lnTo>
                        <a:lnTo>
                          <a:pt x="4284" y="372"/>
                        </a:lnTo>
                        <a:lnTo>
                          <a:pt x="4290" y="366"/>
                        </a:lnTo>
                        <a:lnTo>
                          <a:pt x="4290" y="360"/>
                        </a:lnTo>
                        <a:lnTo>
                          <a:pt x="4284" y="354"/>
                        </a:lnTo>
                        <a:lnTo>
                          <a:pt x="4338" y="372"/>
                        </a:lnTo>
                        <a:lnTo>
                          <a:pt x="4344" y="378"/>
                        </a:lnTo>
                        <a:lnTo>
                          <a:pt x="4350" y="390"/>
                        </a:lnTo>
                        <a:lnTo>
                          <a:pt x="4374" y="390"/>
                        </a:lnTo>
                        <a:lnTo>
                          <a:pt x="4410" y="378"/>
                        </a:lnTo>
                        <a:lnTo>
                          <a:pt x="4440" y="372"/>
                        </a:lnTo>
                        <a:lnTo>
                          <a:pt x="4476" y="372"/>
                        </a:lnTo>
                        <a:lnTo>
                          <a:pt x="4494" y="366"/>
                        </a:lnTo>
                        <a:lnTo>
                          <a:pt x="4506" y="360"/>
                        </a:lnTo>
                        <a:lnTo>
                          <a:pt x="4524" y="342"/>
                        </a:lnTo>
                        <a:lnTo>
                          <a:pt x="4464" y="342"/>
                        </a:lnTo>
                        <a:lnTo>
                          <a:pt x="4470" y="336"/>
                        </a:lnTo>
                        <a:lnTo>
                          <a:pt x="4470" y="330"/>
                        </a:lnTo>
                        <a:lnTo>
                          <a:pt x="4416" y="330"/>
                        </a:lnTo>
                        <a:lnTo>
                          <a:pt x="4362" y="318"/>
                        </a:lnTo>
                        <a:lnTo>
                          <a:pt x="4380" y="300"/>
                        </a:lnTo>
                        <a:lnTo>
                          <a:pt x="4440" y="318"/>
                        </a:lnTo>
                        <a:lnTo>
                          <a:pt x="4452" y="318"/>
                        </a:lnTo>
                        <a:lnTo>
                          <a:pt x="4488" y="312"/>
                        </a:lnTo>
                        <a:lnTo>
                          <a:pt x="4566" y="312"/>
                        </a:lnTo>
                        <a:lnTo>
                          <a:pt x="4578" y="300"/>
                        </a:lnTo>
                        <a:lnTo>
                          <a:pt x="4578" y="288"/>
                        </a:lnTo>
                        <a:lnTo>
                          <a:pt x="4584" y="288"/>
                        </a:lnTo>
                        <a:lnTo>
                          <a:pt x="4590" y="282"/>
                        </a:lnTo>
                        <a:lnTo>
                          <a:pt x="4608" y="282"/>
                        </a:lnTo>
                        <a:lnTo>
                          <a:pt x="4626" y="276"/>
                        </a:lnTo>
                        <a:lnTo>
                          <a:pt x="4662" y="276"/>
                        </a:lnTo>
                        <a:lnTo>
                          <a:pt x="4680" y="270"/>
                        </a:lnTo>
                        <a:lnTo>
                          <a:pt x="4710" y="270"/>
                        </a:lnTo>
                        <a:lnTo>
                          <a:pt x="4722" y="264"/>
                        </a:lnTo>
                        <a:lnTo>
                          <a:pt x="4728" y="264"/>
                        </a:lnTo>
                        <a:lnTo>
                          <a:pt x="4704" y="246"/>
                        </a:lnTo>
                        <a:lnTo>
                          <a:pt x="4746" y="246"/>
                        </a:lnTo>
                        <a:lnTo>
                          <a:pt x="4770" y="240"/>
                        </a:lnTo>
                        <a:lnTo>
                          <a:pt x="4782" y="234"/>
                        </a:lnTo>
                        <a:lnTo>
                          <a:pt x="4776" y="228"/>
                        </a:lnTo>
                        <a:lnTo>
                          <a:pt x="4770" y="228"/>
                        </a:lnTo>
                        <a:lnTo>
                          <a:pt x="4758" y="222"/>
                        </a:lnTo>
                        <a:lnTo>
                          <a:pt x="4746" y="222"/>
                        </a:lnTo>
                        <a:lnTo>
                          <a:pt x="4734" y="216"/>
                        </a:lnTo>
                        <a:lnTo>
                          <a:pt x="4686" y="216"/>
                        </a:lnTo>
                        <a:lnTo>
                          <a:pt x="4674" y="210"/>
                        </a:lnTo>
                        <a:lnTo>
                          <a:pt x="4662" y="210"/>
                        </a:lnTo>
                        <a:lnTo>
                          <a:pt x="4662" y="204"/>
                        </a:lnTo>
                        <a:lnTo>
                          <a:pt x="4674" y="198"/>
                        </a:lnTo>
                        <a:lnTo>
                          <a:pt x="4686" y="198"/>
                        </a:lnTo>
                        <a:lnTo>
                          <a:pt x="4704" y="192"/>
                        </a:lnTo>
                        <a:lnTo>
                          <a:pt x="4716" y="186"/>
                        </a:lnTo>
                        <a:lnTo>
                          <a:pt x="4764" y="186"/>
                        </a:lnTo>
                        <a:lnTo>
                          <a:pt x="4782" y="192"/>
                        </a:lnTo>
                        <a:lnTo>
                          <a:pt x="4860" y="192"/>
                        </a:lnTo>
                        <a:lnTo>
                          <a:pt x="4878" y="186"/>
                        </a:lnTo>
                        <a:lnTo>
                          <a:pt x="4902" y="186"/>
                        </a:lnTo>
                        <a:lnTo>
                          <a:pt x="4896" y="180"/>
                        </a:lnTo>
                        <a:lnTo>
                          <a:pt x="4878" y="180"/>
                        </a:lnTo>
                        <a:lnTo>
                          <a:pt x="4866" y="174"/>
                        </a:lnTo>
                        <a:lnTo>
                          <a:pt x="4872" y="168"/>
                        </a:lnTo>
                        <a:lnTo>
                          <a:pt x="4902" y="162"/>
                        </a:lnTo>
                        <a:lnTo>
                          <a:pt x="4944" y="168"/>
                        </a:lnTo>
                        <a:lnTo>
                          <a:pt x="4974" y="174"/>
                        </a:lnTo>
                        <a:lnTo>
                          <a:pt x="4986" y="174"/>
                        </a:lnTo>
                        <a:lnTo>
                          <a:pt x="4992" y="168"/>
                        </a:lnTo>
                        <a:lnTo>
                          <a:pt x="4992" y="150"/>
                        </a:lnTo>
                        <a:lnTo>
                          <a:pt x="5070" y="156"/>
                        </a:lnTo>
                        <a:lnTo>
                          <a:pt x="5070" y="132"/>
                        </a:lnTo>
                        <a:lnTo>
                          <a:pt x="5082" y="132"/>
                        </a:lnTo>
                        <a:lnTo>
                          <a:pt x="5094" y="138"/>
                        </a:lnTo>
                        <a:lnTo>
                          <a:pt x="5112" y="138"/>
                        </a:lnTo>
                        <a:lnTo>
                          <a:pt x="5136" y="126"/>
                        </a:lnTo>
                        <a:lnTo>
                          <a:pt x="5148" y="126"/>
                        </a:lnTo>
                        <a:lnTo>
                          <a:pt x="5154" y="120"/>
                        </a:lnTo>
                        <a:lnTo>
                          <a:pt x="5172" y="120"/>
                        </a:lnTo>
                        <a:lnTo>
                          <a:pt x="5208" y="114"/>
                        </a:lnTo>
                        <a:lnTo>
                          <a:pt x="5256" y="102"/>
                        </a:lnTo>
                        <a:lnTo>
                          <a:pt x="5298" y="96"/>
                        </a:lnTo>
                        <a:lnTo>
                          <a:pt x="5322" y="90"/>
                        </a:lnTo>
                        <a:lnTo>
                          <a:pt x="5340" y="90"/>
                        </a:lnTo>
                        <a:lnTo>
                          <a:pt x="5346" y="84"/>
                        </a:lnTo>
                        <a:lnTo>
                          <a:pt x="5238" y="84"/>
                        </a:lnTo>
                        <a:lnTo>
                          <a:pt x="5214" y="96"/>
                        </a:lnTo>
                        <a:lnTo>
                          <a:pt x="5142" y="96"/>
                        </a:lnTo>
                        <a:lnTo>
                          <a:pt x="5226" y="90"/>
                        </a:lnTo>
                        <a:lnTo>
                          <a:pt x="5220" y="78"/>
                        </a:lnTo>
                        <a:lnTo>
                          <a:pt x="5268" y="84"/>
                        </a:lnTo>
                        <a:lnTo>
                          <a:pt x="5274" y="78"/>
                        </a:lnTo>
                        <a:lnTo>
                          <a:pt x="5286" y="72"/>
                        </a:lnTo>
                        <a:lnTo>
                          <a:pt x="5358" y="72"/>
                        </a:lnTo>
                        <a:lnTo>
                          <a:pt x="5406" y="66"/>
                        </a:lnTo>
                        <a:lnTo>
                          <a:pt x="5454" y="66"/>
                        </a:lnTo>
                        <a:lnTo>
                          <a:pt x="5484" y="60"/>
                        </a:lnTo>
                        <a:lnTo>
                          <a:pt x="5496" y="60"/>
                        </a:lnTo>
                        <a:lnTo>
                          <a:pt x="5514" y="54"/>
                        </a:lnTo>
                        <a:lnTo>
                          <a:pt x="5532" y="54"/>
                        </a:lnTo>
                        <a:lnTo>
                          <a:pt x="5550" y="48"/>
                        </a:lnTo>
                        <a:lnTo>
                          <a:pt x="5562" y="42"/>
                        </a:lnTo>
                        <a:lnTo>
                          <a:pt x="5574" y="42"/>
                        </a:lnTo>
                        <a:lnTo>
                          <a:pt x="5574" y="36"/>
                        </a:lnTo>
                        <a:close/>
                        <a:moveTo>
                          <a:pt x="4032" y="966"/>
                        </a:moveTo>
                        <a:lnTo>
                          <a:pt x="4086" y="966"/>
                        </a:lnTo>
                        <a:lnTo>
                          <a:pt x="4134" y="942"/>
                        </a:lnTo>
                        <a:lnTo>
                          <a:pt x="4140" y="930"/>
                        </a:lnTo>
                        <a:lnTo>
                          <a:pt x="4134" y="918"/>
                        </a:lnTo>
                        <a:lnTo>
                          <a:pt x="4134" y="912"/>
                        </a:lnTo>
                        <a:lnTo>
                          <a:pt x="4122" y="906"/>
                        </a:lnTo>
                        <a:lnTo>
                          <a:pt x="4074" y="906"/>
                        </a:lnTo>
                        <a:lnTo>
                          <a:pt x="4062" y="912"/>
                        </a:lnTo>
                        <a:lnTo>
                          <a:pt x="4050" y="912"/>
                        </a:lnTo>
                        <a:lnTo>
                          <a:pt x="4026" y="924"/>
                        </a:lnTo>
                        <a:lnTo>
                          <a:pt x="4014" y="936"/>
                        </a:lnTo>
                        <a:lnTo>
                          <a:pt x="4002" y="942"/>
                        </a:lnTo>
                        <a:lnTo>
                          <a:pt x="4002" y="954"/>
                        </a:lnTo>
                        <a:lnTo>
                          <a:pt x="4014" y="960"/>
                        </a:lnTo>
                        <a:lnTo>
                          <a:pt x="4032" y="966"/>
                        </a:lnTo>
                        <a:close/>
                        <a:moveTo>
                          <a:pt x="4014" y="840"/>
                        </a:moveTo>
                        <a:lnTo>
                          <a:pt x="4002" y="840"/>
                        </a:lnTo>
                        <a:lnTo>
                          <a:pt x="3990" y="846"/>
                        </a:lnTo>
                        <a:lnTo>
                          <a:pt x="3984" y="852"/>
                        </a:lnTo>
                        <a:lnTo>
                          <a:pt x="3972" y="852"/>
                        </a:lnTo>
                        <a:lnTo>
                          <a:pt x="3990" y="852"/>
                        </a:lnTo>
                        <a:lnTo>
                          <a:pt x="4008" y="846"/>
                        </a:lnTo>
                        <a:lnTo>
                          <a:pt x="4026" y="846"/>
                        </a:lnTo>
                        <a:lnTo>
                          <a:pt x="4044" y="840"/>
                        </a:lnTo>
                        <a:lnTo>
                          <a:pt x="4050" y="834"/>
                        </a:lnTo>
                        <a:lnTo>
                          <a:pt x="4056" y="834"/>
                        </a:lnTo>
                        <a:lnTo>
                          <a:pt x="4068" y="822"/>
                        </a:lnTo>
                        <a:lnTo>
                          <a:pt x="4050" y="822"/>
                        </a:lnTo>
                        <a:lnTo>
                          <a:pt x="4044" y="828"/>
                        </a:lnTo>
                        <a:lnTo>
                          <a:pt x="4032" y="828"/>
                        </a:lnTo>
                        <a:lnTo>
                          <a:pt x="4020" y="834"/>
                        </a:lnTo>
                        <a:lnTo>
                          <a:pt x="4014" y="840"/>
                        </a:lnTo>
                        <a:close/>
                        <a:moveTo>
                          <a:pt x="4122" y="822"/>
                        </a:moveTo>
                        <a:lnTo>
                          <a:pt x="4104" y="822"/>
                        </a:lnTo>
                        <a:lnTo>
                          <a:pt x="4098" y="828"/>
                        </a:lnTo>
                        <a:lnTo>
                          <a:pt x="4098" y="840"/>
                        </a:lnTo>
                        <a:lnTo>
                          <a:pt x="4104" y="846"/>
                        </a:lnTo>
                        <a:lnTo>
                          <a:pt x="4110" y="840"/>
                        </a:lnTo>
                        <a:lnTo>
                          <a:pt x="4116" y="840"/>
                        </a:lnTo>
                        <a:lnTo>
                          <a:pt x="4128" y="828"/>
                        </a:lnTo>
                        <a:lnTo>
                          <a:pt x="4122" y="822"/>
                        </a:lnTo>
                        <a:close/>
                        <a:moveTo>
                          <a:pt x="3528" y="1062"/>
                        </a:moveTo>
                        <a:lnTo>
                          <a:pt x="3522" y="1062"/>
                        </a:lnTo>
                        <a:lnTo>
                          <a:pt x="3504" y="1080"/>
                        </a:lnTo>
                        <a:lnTo>
                          <a:pt x="3504" y="1086"/>
                        </a:lnTo>
                        <a:lnTo>
                          <a:pt x="3510" y="1092"/>
                        </a:lnTo>
                        <a:lnTo>
                          <a:pt x="3528" y="1092"/>
                        </a:lnTo>
                        <a:lnTo>
                          <a:pt x="3534" y="1086"/>
                        </a:lnTo>
                        <a:lnTo>
                          <a:pt x="3540" y="1074"/>
                        </a:lnTo>
                        <a:lnTo>
                          <a:pt x="3540" y="1068"/>
                        </a:lnTo>
                        <a:lnTo>
                          <a:pt x="3534" y="1062"/>
                        </a:lnTo>
                        <a:lnTo>
                          <a:pt x="3528" y="1062"/>
                        </a:lnTo>
                        <a:close/>
                        <a:moveTo>
                          <a:pt x="3588" y="1062"/>
                        </a:moveTo>
                        <a:lnTo>
                          <a:pt x="3582" y="1062"/>
                        </a:lnTo>
                        <a:lnTo>
                          <a:pt x="3576" y="1068"/>
                        </a:lnTo>
                        <a:lnTo>
                          <a:pt x="3576" y="1080"/>
                        </a:lnTo>
                        <a:lnTo>
                          <a:pt x="3582" y="1086"/>
                        </a:lnTo>
                        <a:lnTo>
                          <a:pt x="3594" y="1086"/>
                        </a:lnTo>
                        <a:lnTo>
                          <a:pt x="3600" y="1080"/>
                        </a:lnTo>
                        <a:lnTo>
                          <a:pt x="3600" y="1068"/>
                        </a:lnTo>
                        <a:lnTo>
                          <a:pt x="3588" y="1062"/>
                        </a:lnTo>
                        <a:close/>
                        <a:moveTo>
                          <a:pt x="3756" y="1242"/>
                        </a:moveTo>
                        <a:lnTo>
                          <a:pt x="3744" y="1248"/>
                        </a:lnTo>
                        <a:lnTo>
                          <a:pt x="3744" y="1260"/>
                        </a:lnTo>
                        <a:lnTo>
                          <a:pt x="3750" y="1266"/>
                        </a:lnTo>
                        <a:lnTo>
                          <a:pt x="3762" y="1272"/>
                        </a:lnTo>
                        <a:lnTo>
                          <a:pt x="3768" y="1272"/>
                        </a:lnTo>
                        <a:lnTo>
                          <a:pt x="3786" y="1254"/>
                        </a:lnTo>
                        <a:lnTo>
                          <a:pt x="3786" y="1242"/>
                        </a:lnTo>
                        <a:lnTo>
                          <a:pt x="3780" y="1236"/>
                        </a:lnTo>
                        <a:lnTo>
                          <a:pt x="3768" y="1236"/>
                        </a:lnTo>
                        <a:lnTo>
                          <a:pt x="3756" y="1242"/>
                        </a:lnTo>
                        <a:close/>
                        <a:moveTo>
                          <a:pt x="3984" y="2532"/>
                        </a:moveTo>
                        <a:lnTo>
                          <a:pt x="3948" y="2520"/>
                        </a:lnTo>
                        <a:lnTo>
                          <a:pt x="3942" y="2514"/>
                        </a:lnTo>
                        <a:lnTo>
                          <a:pt x="3936" y="2514"/>
                        </a:lnTo>
                        <a:lnTo>
                          <a:pt x="3924" y="2526"/>
                        </a:lnTo>
                        <a:lnTo>
                          <a:pt x="3930" y="2532"/>
                        </a:lnTo>
                        <a:lnTo>
                          <a:pt x="3942" y="2538"/>
                        </a:lnTo>
                        <a:lnTo>
                          <a:pt x="3948" y="2544"/>
                        </a:lnTo>
                        <a:lnTo>
                          <a:pt x="3954" y="2544"/>
                        </a:lnTo>
                        <a:lnTo>
                          <a:pt x="3960" y="2550"/>
                        </a:lnTo>
                        <a:lnTo>
                          <a:pt x="3996" y="2550"/>
                        </a:lnTo>
                        <a:lnTo>
                          <a:pt x="4008" y="2556"/>
                        </a:lnTo>
                        <a:lnTo>
                          <a:pt x="4020" y="2556"/>
                        </a:lnTo>
                        <a:lnTo>
                          <a:pt x="4038" y="2538"/>
                        </a:lnTo>
                        <a:lnTo>
                          <a:pt x="4008" y="2538"/>
                        </a:lnTo>
                        <a:lnTo>
                          <a:pt x="3984" y="2532"/>
                        </a:lnTo>
                        <a:close/>
                        <a:moveTo>
                          <a:pt x="4098" y="2280"/>
                        </a:moveTo>
                        <a:lnTo>
                          <a:pt x="4092" y="2280"/>
                        </a:lnTo>
                        <a:lnTo>
                          <a:pt x="4086" y="2274"/>
                        </a:lnTo>
                        <a:lnTo>
                          <a:pt x="4050" y="2274"/>
                        </a:lnTo>
                        <a:lnTo>
                          <a:pt x="4032" y="2268"/>
                        </a:lnTo>
                        <a:lnTo>
                          <a:pt x="3996" y="2268"/>
                        </a:lnTo>
                        <a:lnTo>
                          <a:pt x="4002" y="2274"/>
                        </a:lnTo>
                        <a:lnTo>
                          <a:pt x="4008" y="2274"/>
                        </a:lnTo>
                        <a:lnTo>
                          <a:pt x="4014" y="2280"/>
                        </a:lnTo>
                        <a:lnTo>
                          <a:pt x="4026" y="2286"/>
                        </a:lnTo>
                        <a:lnTo>
                          <a:pt x="4032" y="2286"/>
                        </a:lnTo>
                        <a:lnTo>
                          <a:pt x="4032" y="2304"/>
                        </a:lnTo>
                        <a:lnTo>
                          <a:pt x="4044" y="2304"/>
                        </a:lnTo>
                        <a:lnTo>
                          <a:pt x="4080" y="2310"/>
                        </a:lnTo>
                        <a:lnTo>
                          <a:pt x="4128" y="2316"/>
                        </a:lnTo>
                        <a:lnTo>
                          <a:pt x="4164" y="2316"/>
                        </a:lnTo>
                        <a:lnTo>
                          <a:pt x="4170" y="2310"/>
                        </a:lnTo>
                        <a:lnTo>
                          <a:pt x="4170" y="2304"/>
                        </a:lnTo>
                        <a:lnTo>
                          <a:pt x="4164" y="2304"/>
                        </a:lnTo>
                        <a:lnTo>
                          <a:pt x="4152" y="2292"/>
                        </a:lnTo>
                        <a:lnTo>
                          <a:pt x="4128" y="2286"/>
                        </a:lnTo>
                        <a:lnTo>
                          <a:pt x="4098" y="2280"/>
                        </a:lnTo>
                        <a:close/>
                        <a:moveTo>
                          <a:pt x="4194" y="2550"/>
                        </a:moveTo>
                        <a:lnTo>
                          <a:pt x="4164" y="2550"/>
                        </a:lnTo>
                        <a:lnTo>
                          <a:pt x="4152" y="2556"/>
                        </a:lnTo>
                        <a:lnTo>
                          <a:pt x="4146" y="2562"/>
                        </a:lnTo>
                        <a:lnTo>
                          <a:pt x="4182" y="2526"/>
                        </a:lnTo>
                        <a:lnTo>
                          <a:pt x="4176" y="2520"/>
                        </a:lnTo>
                        <a:lnTo>
                          <a:pt x="4152" y="2520"/>
                        </a:lnTo>
                        <a:lnTo>
                          <a:pt x="4140" y="2526"/>
                        </a:lnTo>
                        <a:lnTo>
                          <a:pt x="4128" y="2538"/>
                        </a:lnTo>
                        <a:lnTo>
                          <a:pt x="4104" y="2574"/>
                        </a:lnTo>
                        <a:lnTo>
                          <a:pt x="4164" y="2568"/>
                        </a:lnTo>
                        <a:lnTo>
                          <a:pt x="4176" y="2568"/>
                        </a:lnTo>
                        <a:lnTo>
                          <a:pt x="4182" y="2562"/>
                        </a:lnTo>
                        <a:lnTo>
                          <a:pt x="4194" y="2562"/>
                        </a:lnTo>
                        <a:lnTo>
                          <a:pt x="4200" y="2556"/>
                        </a:lnTo>
                        <a:lnTo>
                          <a:pt x="4200" y="2550"/>
                        </a:lnTo>
                        <a:lnTo>
                          <a:pt x="4194" y="2550"/>
                        </a:lnTo>
                        <a:close/>
                        <a:moveTo>
                          <a:pt x="4590" y="1962"/>
                        </a:moveTo>
                        <a:lnTo>
                          <a:pt x="4578" y="1974"/>
                        </a:lnTo>
                        <a:lnTo>
                          <a:pt x="4578" y="1980"/>
                        </a:lnTo>
                        <a:lnTo>
                          <a:pt x="4572" y="1986"/>
                        </a:lnTo>
                        <a:lnTo>
                          <a:pt x="4566" y="1986"/>
                        </a:lnTo>
                        <a:lnTo>
                          <a:pt x="4554" y="1974"/>
                        </a:lnTo>
                        <a:lnTo>
                          <a:pt x="4554" y="1962"/>
                        </a:lnTo>
                        <a:lnTo>
                          <a:pt x="4566" y="1962"/>
                        </a:lnTo>
                        <a:lnTo>
                          <a:pt x="4572" y="1956"/>
                        </a:lnTo>
                        <a:lnTo>
                          <a:pt x="4566" y="1932"/>
                        </a:lnTo>
                        <a:lnTo>
                          <a:pt x="4536" y="1926"/>
                        </a:lnTo>
                        <a:lnTo>
                          <a:pt x="4530" y="1926"/>
                        </a:lnTo>
                        <a:lnTo>
                          <a:pt x="4524" y="1932"/>
                        </a:lnTo>
                        <a:lnTo>
                          <a:pt x="4512" y="1938"/>
                        </a:lnTo>
                        <a:lnTo>
                          <a:pt x="4494" y="1944"/>
                        </a:lnTo>
                        <a:lnTo>
                          <a:pt x="4470" y="1956"/>
                        </a:lnTo>
                        <a:lnTo>
                          <a:pt x="4464" y="1962"/>
                        </a:lnTo>
                        <a:lnTo>
                          <a:pt x="4458" y="1962"/>
                        </a:lnTo>
                        <a:lnTo>
                          <a:pt x="4446" y="1968"/>
                        </a:lnTo>
                        <a:lnTo>
                          <a:pt x="4434" y="1968"/>
                        </a:lnTo>
                        <a:lnTo>
                          <a:pt x="4416" y="1974"/>
                        </a:lnTo>
                        <a:lnTo>
                          <a:pt x="4404" y="1974"/>
                        </a:lnTo>
                        <a:lnTo>
                          <a:pt x="4374" y="1998"/>
                        </a:lnTo>
                        <a:lnTo>
                          <a:pt x="4386" y="1974"/>
                        </a:lnTo>
                        <a:lnTo>
                          <a:pt x="4362" y="1956"/>
                        </a:lnTo>
                        <a:lnTo>
                          <a:pt x="4398" y="1968"/>
                        </a:lnTo>
                        <a:lnTo>
                          <a:pt x="4410" y="1956"/>
                        </a:lnTo>
                        <a:lnTo>
                          <a:pt x="4440" y="1950"/>
                        </a:lnTo>
                        <a:lnTo>
                          <a:pt x="4440" y="1932"/>
                        </a:lnTo>
                        <a:lnTo>
                          <a:pt x="4494" y="1932"/>
                        </a:lnTo>
                        <a:lnTo>
                          <a:pt x="4518" y="1920"/>
                        </a:lnTo>
                        <a:lnTo>
                          <a:pt x="4524" y="1914"/>
                        </a:lnTo>
                        <a:lnTo>
                          <a:pt x="4536" y="1908"/>
                        </a:lnTo>
                        <a:lnTo>
                          <a:pt x="4608" y="1908"/>
                        </a:lnTo>
                        <a:lnTo>
                          <a:pt x="4602" y="1902"/>
                        </a:lnTo>
                        <a:lnTo>
                          <a:pt x="4596" y="1902"/>
                        </a:lnTo>
                        <a:lnTo>
                          <a:pt x="4584" y="1896"/>
                        </a:lnTo>
                        <a:lnTo>
                          <a:pt x="4578" y="1890"/>
                        </a:lnTo>
                        <a:lnTo>
                          <a:pt x="4578" y="1866"/>
                        </a:lnTo>
                        <a:lnTo>
                          <a:pt x="4572" y="1866"/>
                        </a:lnTo>
                        <a:lnTo>
                          <a:pt x="4566" y="1872"/>
                        </a:lnTo>
                        <a:lnTo>
                          <a:pt x="4542" y="1872"/>
                        </a:lnTo>
                        <a:lnTo>
                          <a:pt x="4530" y="1878"/>
                        </a:lnTo>
                        <a:lnTo>
                          <a:pt x="4518" y="1878"/>
                        </a:lnTo>
                        <a:lnTo>
                          <a:pt x="4518" y="1866"/>
                        </a:lnTo>
                        <a:lnTo>
                          <a:pt x="4512" y="1860"/>
                        </a:lnTo>
                        <a:lnTo>
                          <a:pt x="4452" y="1878"/>
                        </a:lnTo>
                        <a:lnTo>
                          <a:pt x="4458" y="1848"/>
                        </a:lnTo>
                        <a:lnTo>
                          <a:pt x="4410" y="1860"/>
                        </a:lnTo>
                        <a:lnTo>
                          <a:pt x="4416" y="1854"/>
                        </a:lnTo>
                        <a:lnTo>
                          <a:pt x="4422" y="1842"/>
                        </a:lnTo>
                        <a:lnTo>
                          <a:pt x="4440" y="1824"/>
                        </a:lnTo>
                        <a:lnTo>
                          <a:pt x="4446" y="1812"/>
                        </a:lnTo>
                        <a:lnTo>
                          <a:pt x="4446" y="1800"/>
                        </a:lnTo>
                        <a:lnTo>
                          <a:pt x="4434" y="1800"/>
                        </a:lnTo>
                        <a:lnTo>
                          <a:pt x="4422" y="1794"/>
                        </a:lnTo>
                        <a:lnTo>
                          <a:pt x="4398" y="1794"/>
                        </a:lnTo>
                        <a:lnTo>
                          <a:pt x="4404" y="1770"/>
                        </a:lnTo>
                        <a:lnTo>
                          <a:pt x="4368" y="1770"/>
                        </a:lnTo>
                        <a:lnTo>
                          <a:pt x="4380" y="1752"/>
                        </a:lnTo>
                        <a:lnTo>
                          <a:pt x="4356" y="1728"/>
                        </a:lnTo>
                        <a:lnTo>
                          <a:pt x="4368" y="1728"/>
                        </a:lnTo>
                        <a:lnTo>
                          <a:pt x="4380" y="1734"/>
                        </a:lnTo>
                        <a:lnTo>
                          <a:pt x="4404" y="1734"/>
                        </a:lnTo>
                        <a:lnTo>
                          <a:pt x="4410" y="1728"/>
                        </a:lnTo>
                        <a:lnTo>
                          <a:pt x="4422" y="1722"/>
                        </a:lnTo>
                        <a:lnTo>
                          <a:pt x="4434" y="1710"/>
                        </a:lnTo>
                        <a:lnTo>
                          <a:pt x="4440" y="1710"/>
                        </a:lnTo>
                        <a:lnTo>
                          <a:pt x="4398" y="1686"/>
                        </a:lnTo>
                        <a:lnTo>
                          <a:pt x="4446" y="1656"/>
                        </a:lnTo>
                        <a:lnTo>
                          <a:pt x="4398" y="1632"/>
                        </a:lnTo>
                        <a:lnTo>
                          <a:pt x="4350" y="1638"/>
                        </a:lnTo>
                        <a:lnTo>
                          <a:pt x="4404" y="1614"/>
                        </a:lnTo>
                        <a:lnTo>
                          <a:pt x="4368" y="1608"/>
                        </a:lnTo>
                        <a:lnTo>
                          <a:pt x="4410" y="1584"/>
                        </a:lnTo>
                        <a:lnTo>
                          <a:pt x="4404" y="1560"/>
                        </a:lnTo>
                        <a:lnTo>
                          <a:pt x="4374" y="1560"/>
                        </a:lnTo>
                        <a:lnTo>
                          <a:pt x="4380" y="1554"/>
                        </a:lnTo>
                        <a:lnTo>
                          <a:pt x="4392" y="1530"/>
                        </a:lnTo>
                        <a:lnTo>
                          <a:pt x="4374" y="1494"/>
                        </a:lnTo>
                        <a:lnTo>
                          <a:pt x="4362" y="1494"/>
                        </a:lnTo>
                        <a:lnTo>
                          <a:pt x="4374" y="1470"/>
                        </a:lnTo>
                        <a:lnTo>
                          <a:pt x="4362" y="1476"/>
                        </a:lnTo>
                        <a:lnTo>
                          <a:pt x="4356" y="1482"/>
                        </a:lnTo>
                        <a:lnTo>
                          <a:pt x="4344" y="1488"/>
                        </a:lnTo>
                        <a:lnTo>
                          <a:pt x="4332" y="1500"/>
                        </a:lnTo>
                        <a:lnTo>
                          <a:pt x="4332" y="1518"/>
                        </a:lnTo>
                        <a:lnTo>
                          <a:pt x="4302" y="1506"/>
                        </a:lnTo>
                        <a:lnTo>
                          <a:pt x="4308" y="1542"/>
                        </a:lnTo>
                        <a:lnTo>
                          <a:pt x="4284" y="1542"/>
                        </a:lnTo>
                        <a:lnTo>
                          <a:pt x="4272" y="1560"/>
                        </a:lnTo>
                        <a:lnTo>
                          <a:pt x="4278" y="1572"/>
                        </a:lnTo>
                        <a:lnTo>
                          <a:pt x="4254" y="1572"/>
                        </a:lnTo>
                        <a:lnTo>
                          <a:pt x="4230" y="1614"/>
                        </a:lnTo>
                        <a:lnTo>
                          <a:pt x="4218" y="1614"/>
                        </a:lnTo>
                        <a:lnTo>
                          <a:pt x="4236" y="1578"/>
                        </a:lnTo>
                        <a:lnTo>
                          <a:pt x="4224" y="1566"/>
                        </a:lnTo>
                        <a:lnTo>
                          <a:pt x="4212" y="1566"/>
                        </a:lnTo>
                        <a:lnTo>
                          <a:pt x="4194" y="1584"/>
                        </a:lnTo>
                        <a:lnTo>
                          <a:pt x="4182" y="1590"/>
                        </a:lnTo>
                        <a:lnTo>
                          <a:pt x="4176" y="1596"/>
                        </a:lnTo>
                        <a:lnTo>
                          <a:pt x="4164" y="1602"/>
                        </a:lnTo>
                        <a:lnTo>
                          <a:pt x="4158" y="1608"/>
                        </a:lnTo>
                        <a:lnTo>
                          <a:pt x="4146" y="1614"/>
                        </a:lnTo>
                        <a:lnTo>
                          <a:pt x="4140" y="1620"/>
                        </a:lnTo>
                        <a:lnTo>
                          <a:pt x="4116" y="1632"/>
                        </a:lnTo>
                        <a:lnTo>
                          <a:pt x="4110" y="1638"/>
                        </a:lnTo>
                        <a:lnTo>
                          <a:pt x="4116" y="1614"/>
                        </a:lnTo>
                        <a:lnTo>
                          <a:pt x="4116" y="1596"/>
                        </a:lnTo>
                        <a:lnTo>
                          <a:pt x="4080" y="1632"/>
                        </a:lnTo>
                        <a:lnTo>
                          <a:pt x="4014" y="1644"/>
                        </a:lnTo>
                        <a:lnTo>
                          <a:pt x="4074" y="1626"/>
                        </a:lnTo>
                        <a:lnTo>
                          <a:pt x="4080" y="1620"/>
                        </a:lnTo>
                        <a:lnTo>
                          <a:pt x="4092" y="1596"/>
                        </a:lnTo>
                        <a:lnTo>
                          <a:pt x="4098" y="1590"/>
                        </a:lnTo>
                        <a:lnTo>
                          <a:pt x="4098" y="1578"/>
                        </a:lnTo>
                        <a:lnTo>
                          <a:pt x="4092" y="1572"/>
                        </a:lnTo>
                        <a:lnTo>
                          <a:pt x="4050" y="1572"/>
                        </a:lnTo>
                        <a:lnTo>
                          <a:pt x="4038" y="1578"/>
                        </a:lnTo>
                        <a:lnTo>
                          <a:pt x="4032" y="1578"/>
                        </a:lnTo>
                        <a:lnTo>
                          <a:pt x="4020" y="1584"/>
                        </a:lnTo>
                        <a:lnTo>
                          <a:pt x="4002" y="1584"/>
                        </a:lnTo>
                        <a:lnTo>
                          <a:pt x="4002" y="1578"/>
                        </a:lnTo>
                        <a:lnTo>
                          <a:pt x="4008" y="1572"/>
                        </a:lnTo>
                        <a:lnTo>
                          <a:pt x="4020" y="1566"/>
                        </a:lnTo>
                        <a:lnTo>
                          <a:pt x="4026" y="1560"/>
                        </a:lnTo>
                        <a:lnTo>
                          <a:pt x="4032" y="1560"/>
                        </a:lnTo>
                        <a:lnTo>
                          <a:pt x="4032" y="1572"/>
                        </a:lnTo>
                        <a:lnTo>
                          <a:pt x="4050" y="1560"/>
                        </a:lnTo>
                        <a:lnTo>
                          <a:pt x="4044" y="1536"/>
                        </a:lnTo>
                        <a:lnTo>
                          <a:pt x="4050" y="1530"/>
                        </a:lnTo>
                        <a:lnTo>
                          <a:pt x="4062" y="1524"/>
                        </a:lnTo>
                        <a:lnTo>
                          <a:pt x="4074" y="1512"/>
                        </a:lnTo>
                        <a:lnTo>
                          <a:pt x="4074" y="1506"/>
                        </a:lnTo>
                        <a:lnTo>
                          <a:pt x="4068" y="1500"/>
                        </a:lnTo>
                        <a:lnTo>
                          <a:pt x="4056" y="1494"/>
                        </a:lnTo>
                        <a:lnTo>
                          <a:pt x="4044" y="1494"/>
                        </a:lnTo>
                        <a:lnTo>
                          <a:pt x="4032" y="1488"/>
                        </a:lnTo>
                        <a:lnTo>
                          <a:pt x="4014" y="1488"/>
                        </a:lnTo>
                        <a:lnTo>
                          <a:pt x="4044" y="1488"/>
                        </a:lnTo>
                        <a:lnTo>
                          <a:pt x="4056" y="1482"/>
                        </a:lnTo>
                        <a:lnTo>
                          <a:pt x="4074" y="1482"/>
                        </a:lnTo>
                        <a:lnTo>
                          <a:pt x="4086" y="1470"/>
                        </a:lnTo>
                        <a:lnTo>
                          <a:pt x="4098" y="1446"/>
                        </a:lnTo>
                        <a:lnTo>
                          <a:pt x="4104" y="1440"/>
                        </a:lnTo>
                        <a:lnTo>
                          <a:pt x="4110" y="1440"/>
                        </a:lnTo>
                        <a:lnTo>
                          <a:pt x="4122" y="1434"/>
                        </a:lnTo>
                        <a:lnTo>
                          <a:pt x="4128" y="1434"/>
                        </a:lnTo>
                        <a:lnTo>
                          <a:pt x="4134" y="1428"/>
                        </a:lnTo>
                        <a:lnTo>
                          <a:pt x="4122" y="1416"/>
                        </a:lnTo>
                        <a:lnTo>
                          <a:pt x="4110" y="1422"/>
                        </a:lnTo>
                        <a:lnTo>
                          <a:pt x="4098" y="1434"/>
                        </a:lnTo>
                        <a:lnTo>
                          <a:pt x="4092" y="1404"/>
                        </a:lnTo>
                        <a:lnTo>
                          <a:pt x="4068" y="1404"/>
                        </a:lnTo>
                        <a:lnTo>
                          <a:pt x="4050" y="1410"/>
                        </a:lnTo>
                        <a:lnTo>
                          <a:pt x="4026" y="1410"/>
                        </a:lnTo>
                        <a:lnTo>
                          <a:pt x="4020" y="1404"/>
                        </a:lnTo>
                        <a:lnTo>
                          <a:pt x="4020" y="1386"/>
                        </a:lnTo>
                        <a:lnTo>
                          <a:pt x="4038" y="1368"/>
                        </a:lnTo>
                        <a:lnTo>
                          <a:pt x="4032" y="1362"/>
                        </a:lnTo>
                        <a:lnTo>
                          <a:pt x="4014" y="1362"/>
                        </a:lnTo>
                        <a:lnTo>
                          <a:pt x="4008" y="1368"/>
                        </a:lnTo>
                        <a:lnTo>
                          <a:pt x="4020" y="1344"/>
                        </a:lnTo>
                        <a:lnTo>
                          <a:pt x="3984" y="1350"/>
                        </a:lnTo>
                        <a:lnTo>
                          <a:pt x="3984" y="1326"/>
                        </a:lnTo>
                        <a:lnTo>
                          <a:pt x="3978" y="1314"/>
                        </a:lnTo>
                        <a:lnTo>
                          <a:pt x="3972" y="1308"/>
                        </a:lnTo>
                        <a:lnTo>
                          <a:pt x="3948" y="1308"/>
                        </a:lnTo>
                        <a:lnTo>
                          <a:pt x="3930" y="1314"/>
                        </a:lnTo>
                        <a:lnTo>
                          <a:pt x="3906" y="1326"/>
                        </a:lnTo>
                        <a:lnTo>
                          <a:pt x="3900" y="1332"/>
                        </a:lnTo>
                        <a:lnTo>
                          <a:pt x="3894" y="1332"/>
                        </a:lnTo>
                        <a:lnTo>
                          <a:pt x="3888" y="1326"/>
                        </a:lnTo>
                        <a:lnTo>
                          <a:pt x="3876" y="1320"/>
                        </a:lnTo>
                        <a:lnTo>
                          <a:pt x="3864" y="1320"/>
                        </a:lnTo>
                        <a:lnTo>
                          <a:pt x="3852" y="1326"/>
                        </a:lnTo>
                        <a:lnTo>
                          <a:pt x="3846" y="1326"/>
                        </a:lnTo>
                        <a:lnTo>
                          <a:pt x="3834" y="1332"/>
                        </a:lnTo>
                        <a:lnTo>
                          <a:pt x="3822" y="1326"/>
                        </a:lnTo>
                        <a:lnTo>
                          <a:pt x="3762" y="1302"/>
                        </a:lnTo>
                        <a:lnTo>
                          <a:pt x="3738" y="1302"/>
                        </a:lnTo>
                        <a:lnTo>
                          <a:pt x="3714" y="1314"/>
                        </a:lnTo>
                        <a:lnTo>
                          <a:pt x="3708" y="1326"/>
                        </a:lnTo>
                        <a:lnTo>
                          <a:pt x="3702" y="1326"/>
                        </a:lnTo>
                        <a:lnTo>
                          <a:pt x="3684" y="1344"/>
                        </a:lnTo>
                        <a:lnTo>
                          <a:pt x="3684" y="1350"/>
                        </a:lnTo>
                        <a:lnTo>
                          <a:pt x="3696" y="1356"/>
                        </a:lnTo>
                        <a:lnTo>
                          <a:pt x="3702" y="1362"/>
                        </a:lnTo>
                        <a:lnTo>
                          <a:pt x="3708" y="1374"/>
                        </a:lnTo>
                        <a:lnTo>
                          <a:pt x="3708" y="1380"/>
                        </a:lnTo>
                        <a:lnTo>
                          <a:pt x="3702" y="1386"/>
                        </a:lnTo>
                        <a:lnTo>
                          <a:pt x="3690" y="1392"/>
                        </a:lnTo>
                        <a:lnTo>
                          <a:pt x="3672" y="1410"/>
                        </a:lnTo>
                        <a:lnTo>
                          <a:pt x="3660" y="1416"/>
                        </a:lnTo>
                        <a:lnTo>
                          <a:pt x="3636" y="1422"/>
                        </a:lnTo>
                        <a:lnTo>
                          <a:pt x="3660" y="1440"/>
                        </a:lnTo>
                        <a:lnTo>
                          <a:pt x="3654" y="1446"/>
                        </a:lnTo>
                        <a:lnTo>
                          <a:pt x="3642" y="1446"/>
                        </a:lnTo>
                        <a:lnTo>
                          <a:pt x="3636" y="1452"/>
                        </a:lnTo>
                        <a:lnTo>
                          <a:pt x="3636" y="1470"/>
                        </a:lnTo>
                        <a:lnTo>
                          <a:pt x="3642" y="1482"/>
                        </a:lnTo>
                        <a:lnTo>
                          <a:pt x="3642" y="1488"/>
                        </a:lnTo>
                        <a:lnTo>
                          <a:pt x="3636" y="1500"/>
                        </a:lnTo>
                        <a:lnTo>
                          <a:pt x="3624" y="1506"/>
                        </a:lnTo>
                        <a:lnTo>
                          <a:pt x="3618" y="1512"/>
                        </a:lnTo>
                        <a:lnTo>
                          <a:pt x="3606" y="1512"/>
                        </a:lnTo>
                        <a:lnTo>
                          <a:pt x="3582" y="1524"/>
                        </a:lnTo>
                        <a:lnTo>
                          <a:pt x="3576" y="1536"/>
                        </a:lnTo>
                        <a:lnTo>
                          <a:pt x="3576" y="1548"/>
                        </a:lnTo>
                        <a:lnTo>
                          <a:pt x="3570" y="1548"/>
                        </a:lnTo>
                        <a:lnTo>
                          <a:pt x="3564" y="1554"/>
                        </a:lnTo>
                        <a:lnTo>
                          <a:pt x="3552" y="1554"/>
                        </a:lnTo>
                        <a:lnTo>
                          <a:pt x="3540" y="1560"/>
                        </a:lnTo>
                        <a:lnTo>
                          <a:pt x="3534" y="1566"/>
                        </a:lnTo>
                        <a:lnTo>
                          <a:pt x="3522" y="1572"/>
                        </a:lnTo>
                        <a:lnTo>
                          <a:pt x="3504" y="1590"/>
                        </a:lnTo>
                        <a:lnTo>
                          <a:pt x="3510" y="1596"/>
                        </a:lnTo>
                        <a:lnTo>
                          <a:pt x="3522" y="1602"/>
                        </a:lnTo>
                        <a:lnTo>
                          <a:pt x="3534" y="1614"/>
                        </a:lnTo>
                        <a:lnTo>
                          <a:pt x="3552" y="1620"/>
                        </a:lnTo>
                        <a:lnTo>
                          <a:pt x="3558" y="1632"/>
                        </a:lnTo>
                        <a:lnTo>
                          <a:pt x="3564" y="1638"/>
                        </a:lnTo>
                        <a:lnTo>
                          <a:pt x="3564" y="1662"/>
                        </a:lnTo>
                        <a:lnTo>
                          <a:pt x="3558" y="1698"/>
                        </a:lnTo>
                        <a:lnTo>
                          <a:pt x="3540" y="1746"/>
                        </a:lnTo>
                        <a:lnTo>
                          <a:pt x="3510" y="1776"/>
                        </a:lnTo>
                        <a:lnTo>
                          <a:pt x="3468" y="1800"/>
                        </a:lnTo>
                        <a:lnTo>
                          <a:pt x="3426" y="1830"/>
                        </a:lnTo>
                        <a:lnTo>
                          <a:pt x="3390" y="1854"/>
                        </a:lnTo>
                        <a:lnTo>
                          <a:pt x="3366" y="1860"/>
                        </a:lnTo>
                        <a:lnTo>
                          <a:pt x="3336" y="1860"/>
                        </a:lnTo>
                        <a:lnTo>
                          <a:pt x="3300" y="1866"/>
                        </a:lnTo>
                        <a:lnTo>
                          <a:pt x="3276" y="1872"/>
                        </a:lnTo>
                        <a:lnTo>
                          <a:pt x="3258" y="1878"/>
                        </a:lnTo>
                        <a:lnTo>
                          <a:pt x="3258" y="1902"/>
                        </a:lnTo>
                        <a:lnTo>
                          <a:pt x="3264" y="1914"/>
                        </a:lnTo>
                        <a:lnTo>
                          <a:pt x="3264" y="1926"/>
                        </a:lnTo>
                        <a:lnTo>
                          <a:pt x="3270" y="1938"/>
                        </a:lnTo>
                        <a:lnTo>
                          <a:pt x="3270" y="1950"/>
                        </a:lnTo>
                        <a:lnTo>
                          <a:pt x="3252" y="1968"/>
                        </a:lnTo>
                        <a:lnTo>
                          <a:pt x="3234" y="2004"/>
                        </a:lnTo>
                        <a:lnTo>
                          <a:pt x="3234" y="2076"/>
                        </a:lnTo>
                        <a:lnTo>
                          <a:pt x="3210" y="2088"/>
                        </a:lnTo>
                        <a:lnTo>
                          <a:pt x="3204" y="2094"/>
                        </a:lnTo>
                        <a:lnTo>
                          <a:pt x="3180" y="2106"/>
                        </a:lnTo>
                        <a:lnTo>
                          <a:pt x="3180" y="2142"/>
                        </a:lnTo>
                        <a:lnTo>
                          <a:pt x="3156" y="2166"/>
                        </a:lnTo>
                        <a:lnTo>
                          <a:pt x="3156" y="2154"/>
                        </a:lnTo>
                        <a:lnTo>
                          <a:pt x="3162" y="2148"/>
                        </a:lnTo>
                        <a:lnTo>
                          <a:pt x="3162" y="2142"/>
                        </a:lnTo>
                        <a:lnTo>
                          <a:pt x="3156" y="2130"/>
                        </a:lnTo>
                        <a:lnTo>
                          <a:pt x="3138" y="2130"/>
                        </a:lnTo>
                        <a:lnTo>
                          <a:pt x="3126" y="2136"/>
                        </a:lnTo>
                        <a:lnTo>
                          <a:pt x="3108" y="2154"/>
                        </a:lnTo>
                        <a:lnTo>
                          <a:pt x="3108" y="2166"/>
                        </a:lnTo>
                        <a:lnTo>
                          <a:pt x="3114" y="2178"/>
                        </a:lnTo>
                        <a:lnTo>
                          <a:pt x="3114" y="2190"/>
                        </a:lnTo>
                        <a:lnTo>
                          <a:pt x="3108" y="2196"/>
                        </a:lnTo>
                        <a:lnTo>
                          <a:pt x="3108" y="2178"/>
                        </a:lnTo>
                        <a:lnTo>
                          <a:pt x="3102" y="2166"/>
                        </a:lnTo>
                        <a:lnTo>
                          <a:pt x="3090" y="2154"/>
                        </a:lnTo>
                        <a:lnTo>
                          <a:pt x="3078" y="2154"/>
                        </a:lnTo>
                        <a:lnTo>
                          <a:pt x="3066" y="2160"/>
                        </a:lnTo>
                        <a:lnTo>
                          <a:pt x="3042" y="2160"/>
                        </a:lnTo>
                        <a:lnTo>
                          <a:pt x="3036" y="2166"/>
                        </a:lnTo>
                        <a:lnTo>
                          <a:pt x="3030" y="2166"/>
                        </a:lnTo>
                        <a:lnTo>
                          <a:pt x="3042" y="2160"/>
                        </a:lnTo>
                        <a:lnTo>
                          <a:pt x="3060" y="2142"/>
                        </a:lnTo>
                        <a:lnTo>
                          <a:pt x="3072" y="2136"/>
                        </a:lnTo>
                        <a:lnTo>
                          <a:pt x="3078" y="2124"/>
                        </a:lnTo>
                        <a:lnTo>
                          <a:pt x="3078" y="2118"/>
                        </a:lnTo>
                        <a:lnTo>
                          <a:pt x="3072" y="2106"/>
                        </a:lnTo>
                        <a:lnTo>
                          <a:pt x="3060" y="2100"/>
                        </a:lnTo>
                        <a:lnTo>
                          <a:pt x="3048" y="2088"/>
                        </a:lnTo>
                        <a:lnTo>
                          <a:pt x="3030" y="2088"/>
                        </a:lnTo>
                        <a:lnTo>
                          <a:pt x="3024" y="2082"/>
                        </a:lnTo>
                        <a:lnTo>
                          <a:pt x="3018" y="2082"/>
                        </a:lnTo>
                        <a:lnTo>
                          <a:pt x="3024" y="2082"/>
                        </a:lnTo>
                        <a:lnTo>
                          <a:pt x="3042" y="2064"/>
                        </a:lnTo>
                        <a:lnTo>
                          <a:pt x="3042" y="2058"/>
                        </a:lnTo>
                        <a:lnTo>
                          <a:pt x="3030" y="2034"/>
                        </a:lnTo>
                        <a:lnTo>
                          <a:pt x="3030" y="2028"/>
                        </a:lnTo>
                        <a:lnTo>
                          <a:pt x="3024" y="2016"/>
                        </a:lnTo>
                        <a:lnTo>
                          <a:pt x="3060" y="1992"/>
                        </a:lnTo>
                        <a:lnTo>
                          <a:pt x="3060" y="1968"/>
                        </a:lnTo>
                        <a:lnTo>
                          <a:pt x="3084" y="1956"/>
                        </a:lnTo>
                        <a:lnTo>
                          <a:pt x="3084" y="1914"/>
                        </a:lnTo>
                        <a:lnTo>
                          <a:pt x="3090" y="1914"/>
                        </a:lnTo>
                        <a:lnTo>
                          <a:pt x="3102" y="1902"/>
                        </a:lnTo>
                        <a:lnTo>
                          <a:pt x="3114" y="1896"/>
                        </a:lnTo>
                        <a:lnTo>
                          <a:pt x="3132" y="1878"/>
                        </a:lnTo>
                        <a:lnTo>
                          <a:pt x="3126" y="1866"/>
                        </a:lnTo>
                        <a:lnTo>
                          <a:pt x="3120" y="1860"/>
                        </a:lnTo>
                        <a:lnTo>
                          <a:pt x="3084" y="1848"/>
                        </a:lnTo>
                        <a:lnTo>
                          <a:pt x="2976" y="1848"/>
                        </a:lnTo>
                        <a:lnTo>
                          <a:pt x="2940" y="1860"/>
                        </a:lnTo>
                        <a:lnTo>
                          <a:pt x="2946" y="1848"/>
                        </a:lnTo>
                        <a:lnTo>
                          <a:pt x="2952" y="1842"/>
                        </a:lnTo>
                        <a:lnTo>
                          <a:pt x="2952" y="1830"/>
                        </a:lnTo>
                        <a:lnTo>
                          <a:pt x="2958" y="1824"/>
                        </a:lnTo>
                        <a:lnTo>
                          <a:pt x="2952" y="1818"/>
                        </a:lnTo>
                        <a:lnTo>
                          <a:pt x="2940" y="1812"/>
                        </a:lnTo>
                        <a:lnTo>
                          <a:pt x="2928" y="1812"/>
                        </a:lnTo>
                        <a:lnTo>
                          <a:pt x="2892" y="1800"/>
                        </a:lnTo>
                        <a:lnTo>
                          <a:pt x="2874" y="1800"/>
                        </a:lnTo>
                        <a:lnTo>
                          <a:pt x="2868" y="1794"/>
                        </a:lnTo>
                        <a:lnTo>
                          <a:pt x="2862" y="1794"/>
                        </a:lnTo>
                        <a:lnTo>
                          <a:pt x="2862" y="1770"/>
                        </a:lnTo>
                        <a:lnTo>
                          <a:pt x="2856" y="1752"/>
                        </a:lnTo>
                        <a:lnTo>
                          <a:pt x="2844" y="1740"/>
                        </a:lnTo>
                        <a:lnTo>
                          <a:pt x="2790" y="1722"/>
                        </a:lnTo>
                        <a:lnTo>
                          <a:pt x="2778" y="1722"/>
                        </a:lnTo>
                        <a:lnTo>
                          <a:pt x="2778" y="1716"/>
                        </a:lnTo>
                        <a:lnTo>
                          <a:pt x="2766" y="1704"/>
                        </a:lnTo>
                        <a:lnTo>
                          <a:pt x="2754" y="1704"/>
                        </a:lnTo>
                        <a:lnTo>
                          <a:pt x="2736" y="1698"/>
                        </a:lnTo>
                        <a:lnTo>
                          <a:pt x="2694" y="1698"/>
                        </a:lnTo>
                        <a:lnTo>
                          <a:pt x="2646" y="1704"/>
                        </a:lnTo>
                        <a:lnTo>
                          <a:pt x="2610" y="1716"/>
                        </a:lnTo>
                        <a:lnTo>
                          <a:pt x="2592" y="1716"/>
                        </a:lnTo>
                        <a:lnTo>
                          <a:pt x="2598" y="1716"/>
                        </a:lnTo>
                        <a:lnTo>
                          <a:pt x="2604" y="1710"/>
                        </a:lnTo>
                        <a:lnTo>
                          <a:pt x="2616" y="1710"/>
                        </a:lnTo>
                        <a:lnTo>
                          <a:pt x="2628" y="1704"/>
                        </a:lnTo>
                        <a:lnTo>
                          <a:pt x="2634" y="1692"/>
                        </a:lnTo>
                        <a:lnTo>
                          <a:pt x="2640" y="1686"/>
                        </a:lnTo>
                        <a:lnTo>
                          <a:pt x="2646" y="1662"/>
                        </a:lnTo>
                        <a:lnTo>
                          <a:pt x="2658" y="1632"/>
                        </a:lnTo>
                        <a:lnTo>
                          <a:pt x="2664" y="1602"/>
                        </a:lnTo>
                        <a:lnTo>
                          <a:pt x="2670" y="1590"/>
                        </a:lnTo>
                        <a:lnTo>
                          <a:pt x="2658" y="1590"/>
                        </a:lnTo>
                        <a:lnTo>
                          <a:pt x="2646" y="1584"/>
                        </a:lnTo>
                        <a:lnTo>
                          <a:pt x="2616" y="1584"/>
                        </a:lnTo>
                        <a:lnTo>
                          <a:pt x="2610" y="1590"/>
                        </a:lnTo>
                        <a:lnTo>
                          <a:pt x="2598" y="1596"/>
                        </a:lnTo>
                        <a:lnTo>
                          <a:pt x="2592" y="1602"/>
                        </a:lnTo>
                        <a:lnTo>
                          <a:pt x="2580" y="1608"/>
                        </a:lnTo>
                        <a:lnTo>
                          <a:pt x="2598" y="1578"/>
                        </a:lnTo>
                        <a:lnTo>
                          <a:pt x="2592" y="1560"/>
                        </a:lnTo>
                        <a:lnTo>
                          <a:pt x="2610" y="1542"/>
                        </a:lnTo>
                        <a:lnTo>
                          <a:pt x="2616" y="1530"/>
                        </a:lnTo>
                        <a:lnTo>
                          <a:pt x="2640" y="1506"/>
                        </a:lnTo>
                        <a:lnTo>
                          <a:pt x="2646" y="1494"/>
                        </a:lnTo>
                        <a:lnTo>
                          <a:pt x="2664" y="1476"/>
                        </a:lnTo>
                        <a:lnTo>
                          <a:pt x="2694" y="1452"/>
                        </a:lnTo>
                        <a:lnTo>
                          <a:pt x="2730" y="1428"/>
                        </a:lnTo>
                        <a:lnTo>
                          <a:pt x="2754" y="1410"/>
                        </a:lnTo>
                        <a:lnTo>
                          <a:pt x="2766" y="1404"/>
                        </a:lnTo>
                        <a:lnTo>
                          <a:pt x="2760" y="1392"/>
                        </a:lnTo>
                        <a:lnTo>
                          <a:pt x="2826" y="1368"/>
                        </a:lnTo>
                        <a:lnTo>
                          <a:pt x="2826" y="1350"/>
                        </a:lnTo>
                        <a:lnTo>
                          <a:pt x="2868" y="1344"/>
                        </a:lnTo>
                        <a:lnTo>
                          <a:pt x="2868" y="1326"/>
                        </a:lnTo>
                        <a:lnTo>
                          <a:pt x="2898" y="1320"/>
                        </a:lnTo>
                        <a:lnTo>
                          <a:pt x="2952" y="1284"/>
                        </a:lnTo>
                        <a:lnTo>
                          <a:pt x="3006" y="1284"/>
                        </a:lnTo>
                        <a:lnTo>
                          <a:pt x="3042" y="1278"/>
                        </a:lnTo>
                        <a:lnTo>
                          <a:pt x="3060" y="1266"/>
                        </a:lnTo>
                        <a:lnTo>
                          <a:pt x="3060" y="1254"/>
                        </a:lnTo>
                        <a:lnTo>
                          <a:pt x="3030" y="1224"/>
                        </a:lnTo>
                        <a:lnTo>
                          <a:pt x="2970" y="1230"/>
                        </a:lnTo>
                        <a:lnTo>
                          <a:pt x="2982" y="1218"/>
                        </a:lnTo>
                        <a:lnTo>
                          <a:pt x="2928" y="1194"/>
                        </a:lnTo>
                        <a:lnTo>
                          <a:pt x="2952" y="1188"/>
                        </a:lnTo>
                        <a:lnTo>
                          <a:pt x="3036" y="1212"/>
                        </a:lnTo>
                        <a:lnTo>
                          <a:pt x="3054" y="1230"/>
                        </a:lnTo>
                        <a:lnTo>
                          <a:pt x="3066" y="1236"/>
                        </a:lnTo>
                        <a:lnTo>
                          <a:pt x="3096" y="1236"/>
                        </a:lnTo>
                        <a:lnTo>
                          <a:pt x="3108" y="1230"/>
                        </a:lnTo>
                        <a:lnTo>
                          <a:pt x="3114" y="1218"/>
                        </a:lnTo>
                        <a:lnTo>
                          <a:pt x="3126" y="1206"/>
                        </a:lnTo>
                        <a:lnTo>
                          <a:pt x="3132" y="1194"/>
                        </a:lnTo>
                        <a:lnTo>
                          <a:pt x="3144" y="1188"/>
                        </a:lnTo>
                        <a:lnTo>
                          <a:pt x="3150" y="1182"/>
                        </a:lnTo>
                        <a:lnTo>
                          <a:pt x="3156" y="1182"/>
                        </a:lnTo>
                        <a:lnTo>
                          <a:pt x="3180" y="1194"/>
                        </a:lnTo>
                        <a:lnTo>
                          <a:pt x="3198" y="1200"/>
                        </a:lnTo>
                        <a:lnTo>
                          <a:pt x="3210" y="1200"/>
                        </a:lnTo>
                        <a:lnTo>
                          <a:pt x="3246" y="1182"/>
                        </a:lnTo>
                        <a:lnTo>
                          <a:pt x="3282" y="1170"/>
                        </a:lnTo>
                        <a:lnTo>
                          <a:pt x="3318" y="1152"/>
                        </a:lnTo>
                        <a:lnTo>
                          <a:pt x="3336" y="1146"/>
                        </a:lnTo>
                        <a:lnTo>
                          <a:pt x="3360" y="1134"/>
                        </a:lnTo>
                        <a:lnTo>
                          <a:pt x="3372" y="1122"/>
                        </a:lnTo>
                        <a:lnTo>
                          <a:pt x="3366" y="1116"/>
                        </a:lnTo>
                        <a:lnTo>
                          <a:pt x="3342" y="1110"/>
                        </a:lnTo>
                        <a:lnTo>
                          <a:pt x="3264" y="1110"/>
                        </a:lnTo>
                        <a:lnTo>
                          <a:pt x="3258" y="1086"/>
                        </a:lnTo>
                        <a:lnTo>
                          <a:pt x="3174" y="1056"/>
                        </a:lnTo>
                        <a:lnTo>
                          <a:pt x="3186" y="1056"/>
                        </a:lnTo>
                        <a:lnTo>
                          <a:pt x="3216" y="1050"/>
                        </a:lnTo>
                        <a:lnTo>
                          <a:pt x="3252" y="1050"/>
                        </a:lnTo>
                        <a:lnTo>
                          <a:pt x="3282" y="1056"/>
                        </a:lnTo>
                        <a:lnTo>
                          <a:pt x="3294" y="1062"/>
                        </a:lnTo>
                        <a:lnTo>
                          <a:pt x="3306" y="1074"/>
                        </a:lnTo>
                        <a:lnTo>
                          <a:pt x="3324" y="1086"/>
                        </a:lnTo>
                        <a:lnTo>
                          <a:pt x="3336" y="1098"/>
                        </a:lnTo>
                        <a:lnTo>
                          <a:pt x="3348" y="1104"/>
                        </a:lnTo>
                        <a:lnTo>
                          <a:pt x="3372" y="1098"/>
                        </a:lnTo>
                        <a:lnTo>
                          <a:pt x="3408" y="1080"/>
                        </a:lnTo>
                        <a:lnTo>
                          <a:pt x="3444" y="1068"/>
                        </a:lnTo>
                        <a:lnTo>
                          <a:pt x="3474" y="1050"/>
                        </a:lnTo>
                        <a:lnTo>
                          <a:pt x="3486" y="1044"/>
                        </a:lnTo>
                        <a:lnTo>
                          <a:pt x="3462" y="1032"/>
                        </a:lnTo>
                        <a:lnTo>
                          <a:pt x="3468" y="1026"/>
                        </a:lnTo>
                        <a:lnTo>
                          <a:pt x="3492" y="1014"/>
                        </a:lnTo>
                        <a:lnTo>
                          <a:pt x="3522" y="1014"/>
                        </a:lnTo>
                        <a:lnTo>
                          <a:pt x="3528" y="1020"/>
                        </a:lnTo>
                        <a:lnTo>
                          <a:pt x="3534" y="1032"/>
                        </a:lnTo>
                        <a:lnTo>
                          <a:pt x="3540" y="1038"/>
                        </a:lnTo>
                        <a:lnTo>
                          <a:pt x="3570" y="1050"/>
                        </a:lnTo>
                        <a:lnTo>
                          <a:pt x="3576" y="1026"/>
                        </a:lnTo>
                        <a:lnTo>
                          <a:pt x="3594" y="1044"/>
                        </a:lnTo>
                        <a:lnTo>
                          <a:pt x="3600" y="1038"/>
                        </a:lnTo>
                        <a:lnTo>
                          <a:pt x="3600" y="1026"/>
                        </a:lnTo>
                        <a:lnTo>
                          <a:pt x="3594" y="1014"/>
                        </a:lnTo>
                        <a:lnTo>
                          <a:pt x="3582" y="1002"/>
                        </a:lnTo>
                        <a:lnTo>
                          <a:pt x="3564" y="990"/>
                        </a:lnTo>
                        <a:lnTo>
                          <a:pt x="3606" y="984"/>
                        </a:lnTo>
                        <a:lnTo>
                          <a:pt x="3606" y="990"/>
                        </a:lnTo>
                        <a:lnTo>
                          <a:pt x="3612" y="996"/>
                        </a:lnTo>
                        <a:lnTo>
                          <a:pt x="3612" y="1008"/>
                        </a:lnTo>
                        <a:lnTo>
                          <a:pt x="3624" y="1032"/>
                        </a:lnTo>
                        <a:lnTo>
                          <a:pt x="3630" y="1038"/>
                        </a:lnTo>
                        <a:lnTo>
                          <a:pt x="3636" y="1038"/>
                        </a:lnTo>
                        <a:lnTo>
                          <a:pt x="3654" y="1032"/>
                        </a:lnTo>
                        <a:lnTo>
                          <a:pt x="3690" y="1026"/>
                        </a:lnTo>
                        <a:lnTo>
                          <a:pt x="3732" y="1008"/>
                        </a:lnTo>
                        <a:lnTo>
                          <a:pt x="3768" y="990"/>
                        </a:lnTo>
                        <a:lnTo>
                          <a:pt x="3798" y="972"/>
                        </a:lnTo>
                        <a:lnTo>
                          <a:pt x="3798" y="960"/>
                        </a:lnTo>
                        <a:lnTo>
                          <a:pt x="3786" y="942"/>
                        </a:lnTo>
                        <a:lnTo>
                          <a:pt x="3780" y="930"/>
                        </a:lnTo>
                        <a:lnTo>
                          <a:pt x="3774" y="912"/>
                        </a:lnTo>
                        <a:lnTo>
                          <a:pt x="3774" y="900"/>
                        </a:lnTo>
                        <a:lnTo>
                          <a:pt x="3780" y="894"/>
                        </a:lnTo>
                        <a:lnTo>
                          <a:pt x="3792" y="894"/>
                        </a:lnTo>
                        <a:lnTo>
                          <a:pt x="3804" y="888"/>
                        </a:lnTo>
                        <a:lnTo>
                          <a:pt x="3822" y="888"/>
                        </a:lnTo>
                        <a:lnTo>
                          <a:pt x="3840" y="882"/>
                        </a:lnTo>
                        <a:lnTo>
                          <a:pt x="3858" y="882"/>
                        </a:lnTo>
                        <a:lnTo>
                          <a:pt x="3864" y="876"/>
                        </a:lnTo>
                        <a:lnTo>
                          <a:pt x="3870" y="876"/>
                        </a:lnTo>
                        <a:lnTo>
                          <a:pt x="3870" y="858"/>
                        </a:lnTo>
                        <a:lnTo>
                          <a:pt x="3864" y="846"/>
                        </a:lnTo>
                        <a:lnTo>
                          <a:pt x="3864" y="840"/>
                        </a:lnTo>
                        <a:lnTo>
                          <a:pt x="3858" y="828"/>
                        </a:lnTo>
                        <a:lnTo>
                          <a:pt x="3840" y="804"/>
                        </a:lnTo>
                        <a:lnTo>
                          <a:pt x="3822" y="798"/>
                        </a:lnTo>
                        <a:lnTo>
                          <a:pt x="3786" y="792"/>
                        </a:lnTo>
                        <a:lnTo>
                          <a:pt x="3744" y="792"/>
                        </a:lnTo>
                        <a:lnTo>
                          <a:pt x="3708" y="804"/>
                        </a:lnTo>
                        <a:lnTo>
                          <a:pt x="3690" y="822"/>
                        </a:lnTo>
                        <a:lnTo>
                          <a:pt x="3690" y="840"/>
                        </a:lnTo>
                        <a:lnTo>
                          <a:pt x="3696" y="840"/>
                        </a:lnTo>
                        <a:lnTo>
                          <a:pt x="3702" y="846"/>
                        </a:lnTo>
                        <a:lnTo>
                          <a:pt x="3666" y="870"/>
                        </a:lnTo>
                        <a:lnTo>
                          <a:pt x="3642" y="870"/>
                        </a:lnTo>
                        <a:lnTo>
                          <a:pt x="3576" y="918"/>
                        </a:lnTo>
                        <a:lnTo>
                          <a:pt x="3552" y="930"/>
                        </a:lnTo>
                        <a:lnTo>
                          <a:pt x="3546" y="936"/>
                        </a:lnTo>
                        <a:lnTo>
                          <a:pt x="3540" y="948"/>
                        </a:lnTo>
                        <a:lnTo>
                          <a:pt x="3522" y="966"/>
                        </a:lnTo>
                        <a:lnTo>
                          <a:pt x="3492" y="966"/>
                        </a:lnTo>
                        <a:lnTo>
                          <a:pt x="3456" y="984"/>
                        </a:lnTo>
                        <a:lnTo>
                          <a:pt x="3456" y="972"/>
                        </a:lnTo>
                        <a:lnTo>
                          <a:pt x="3450" y="954"/>
                        </a:lnTo>
                        <a:lnTo>
                          <a:pt x="3450" y="918"/>
                        </a:lnTo>
                        <a:lnTo>
                          <a:pt x="3456" y="912"/>
                        </a:lnTo>
                        <a:lnTo>
                          <a:pt x="3480" y="900"/>
                        </a:lnTo>
                        <a:lnTo>
                          <a:pt x="3498" y="900"/>
                        </a:lnTo>
                        <a:lnTo>
                          <a:pt x="3510" y="894"/>
                        </a:lnTo>
                        <a:lnTo>
                          <a:pt x="3516" y="882"/>
                        </a:lnTo>
                        <a:lnTo>
                          <a:pt x="3516" y="870"/>
                        </a:lnTo>
                        <a:lnTo>
                          <a:pt x="3510" y="852"/>
                        </a:lnTo>
                        <a:lnTo>
                          <a:pt x="3504" y="846"/>
                        </a:lnTo>
                        <a:lnTo>
                          <a:pt x="3498" y="834"/>
                        </a:lnTo>
                        <a:lnTo>
                          <a:pt x="3486" y="834"/>
                        </a:lnTo>
                        <a:lnTo>
                          <a:pt x="3450" y="852"/>
                        </a:lnTo>
                        <a:lnTo>
                          <a:pt x="3432" y="858"/>
                        </a:lnTo>
                        <a:lnTo>
                          <a:pt x="3420" y="864"/>
                        </a:lnTo>
                        <a:lnTo>
                          <a:pt x="3414" y="870"/>
                        </a:lnTo>
                        <a:lnTo>
                          <a:pt x="3408" y="870"/>
                        </a:lnTo>
                        <a:lnTo>
                          <a:pt x="3378" y="900"/>
                        </a:lnTo>
                        <a:lnTo>
                          <a:pt x="3372" y="888"/>
                        </a:lnTo>
                        <a:lnTo>
                          <a:pt x="3396" y="858"/>
                        </a:lnTo>
                        <a:lnTo>
                          <a:pt x="3396" y="840"/>
                        </a:lnTo>
                        <a:lnTo>
                          <a:pt x="3438" y="822"/>
                        </a:lnTo>
                        <a:lnTo>
                          <a:pt x="3402" y="816"/>
                        </a:lnTo>
                        <a:lnTo>
                          <a:pt x="3408" y="804"/>
                        </a:lnTo>
                        <a:lnTo>
                          <a:pt x="3360" y="816"/>
                        </a:lnTo>
                        <a:lnTo>
                          <a:pt x="3336" y="804"/>
                        </a:lnTo>
                        <a:lnTo>
                          <a:pt x="3378" y="792"/>
                        </a:lnTo>
                        <a:lnTo>
                          <a:pt x="3378" y="774"/>
                        </a:lnTo>
                        <a:lnTo>
                          <a:pt x="3390" y="774"/>
                        </a:lnTo>
                        <a:lnTo>
                          <a:pt x="3396" y="780"/>
                        </a:lnTo>
                        <a:lnTo>
                          <a:pt x="3420" y="780"/>
                        </a:lnTo>
                        <a:lnTo>
                          <a:pt x="3426" y="774"/>
                        </a:lnTo>
                        <a:lnTo>
                          <a:pt x="3426" y="762"/>
                        </a:lnTo>
                        <a:lnTo>
                          <a:pt x="3420" y="756"/>
                        </a:lnTo>
                        <a:lnTo>
                          <a:pt x="3408" y="756"/>
                        </a:lnTo>
                        <a:lnTo>
                          <a:pt x="3396" y="744"/>
                        </a:lnTo>
                        <a:lnTo>
                          <a:pt x="3396" y="738"/>
                        </a:lnTo>
                        <a:lnTo>
                          <a:pt x="3420" y="690"/>
                        </a:lnTo>
                        <a:lnTo>
                          <a:pt x="3426" y="684"/>
                        </a:lnTo>
                        <a:lnTo>
                          <a:pt x="3426" y="672"/>
                        </a:lnTo>
                        <a:lnTo>
                          <a:pt x="3420" y="666"/>
                        </a:lnTo>
                        <a:lnTo>
                          <a:pt x="3414" y="666"/>
                        </a:lnTo>
                        <a:lnTo>
                          <a:pt x="3372" y="648"/>
                        </a:lnTo>
                        <a:lnTo>
                          <a:pt x="3348" y="660"/>
                        </a:lnTo>
                        <a:lnTo>
                          <a:pt x="3336" y="660"/>
                        </a:lnTo>
                        <a:lnTo>
                          <a:pt x="3318" y="666"/>
                        </a:lnTo>
                        <a:lnTo>
                          <a:pt x="3312" y="666"/>
                        </a:lnTo>
                        <a:lnTo>
                          <a:pt x="3306" y="672"/>
                        </a:lnTo>
                        <a:lnTo>
                          <a:pt x="3306" y="690"/>
                        </a:lnTo>
                        <a:lnTo>
                          <a:pt x="3240" y="690"/>
                        </a:lnTo>
                        <a:lnTo>
                          <a:pt x="3228" y="696"/>
                        </a:lnTo>
                        <a:lnTo>
                          <a:pt x="3222" y="702"/>
                        </a:lnTo>
                        <a:lnTo>
                          <a:pt x="3210" y="708"/>
                        </a:lnTo>
                        <a:lnTo>
                          <a:pt x="3198" y="720"/>
                        </a:lnTo>
                        <a:lnTo>
                          <a:pt x="3204" y="726"/>
                        </a:lnTo>
                        <a:lnTo>
                          <a:pt x="3216" y="732"/>
                        </a:lnTo>
                        <a:lnTo>
                          <a:pt x="3228" y="732"/>
                        </a:lnTo>
                        <a:lnTo>
                          <a:pt x="3234" y="738"/>
                        </a:lnTo>
                        <a:lnTo>
                          <a:pt x="3228" y="738"/>
                        </a:lnTo>
                        <a:lnTo>
                          <a:pt x="3222" y="744"/>
                        </a:lnTo>
                        <a:lnTo>
                          <a:pt x="3204" y="744"/>
                        </a:lnTo>
                        <a:lnTo>
                          <a:pt x="3180" y="756"/>
                        </a:lnTo>
                        <a:lnTo>
                          <a:pt x="3168" y="768"/>
                        </a:lnTo>
                        <a:lnTo>
                          <a:pt x="3168" y="774"/>
                        </a:lnTo>
                        <a:lnTo>
                          <a:pt x="3174" y="786"/>
                        </a:lnTo>
                        <a:lnTo>
                          <a:pt x="3186" y="798"/>
                        </a:lnTo>
                        <a:lnTo>
                          <a:pt x="3198" y="804"/>
                        </a:lnTo>
                        <a:lnTo>
                          <a:pt x="3204" y="810"/>
                        </a:lnTo>
                        <a:lnTo>
                          <a:pt x="3210" y="810"/>
                        </a:lnTo>
                        <a:lnTo>
                          <a:pt x="3234" y="798"/>
                        </a:lnTo>
                        <a:lnTo>
                          <a:pt x="3234" y="822"/>
                        </a:lnTo>
                        <a:lnTo>
                          <a:pt x="3240" y="828"/>
                        </a:lnTo>
                        <a:lnTo>
                          <a:pt x="3246" y="828"/>
                        </a:lnTo>
                        <a:lnTo>
                          <a:pt x="3258" y="822"/>
                        </a:lnTo>
                        <a:lnTo>
                          <a:pt x="3282" y="822"/>
                        </a:lnTo>
                        <a:lnTo>
                          <a:pt x="3276" y="828"/>
                        </a:lnTo>
                        <a:lnTo>
                          <a:pt x="3252" y="840"/>
                        </a:lnTo>
                        <a:lnTo>
                          <a:pt x="3246" y="840"/>
                        </a:lnTo>
                        <a:lnTo>
                          <a:pt x="3228" y="828"/>
                        </a:lnTo>
                        <a:lnTo>
                          <a:pt x="3222" y="846"/>
                        </a:lnTo>
                        <a:lnTo>
                          <a:pt x="3204" y="846"/>
                        </a:lnTo>
                        <a:lnTo>
                          <a:pt x="3192" y="852"/>
                        </a:lnTo>
                        <a:lnTo>
                          <a:pt x="3186" y="852"/>
                        </a:lnTo>
                        <a:lnTo>
                          <a:pt x="3180" y="858"/>
                        </a:lnTo>
                        <a:lnTo>
                          <a:pt x="3204" y="858"/>
                        </a:lnTo>
                        <a:lnTo>
                          <a:pt x="3228" y="846"/>
                        </a:lnTo>
                        <a:lnTo>
                          <a:pt x="3240" y="846"/>
                        </a:lnTo>
                        <a:lnTo>
                          <a:pt x="3240" y="852"/>
                        </a:lnTo>
                        <a:lnTo>
                          <a:pt x="3228" y="870"/>
                        </a:lnTo>
                        <a:lnTo>
                          <a:pt x="3210" y="882"/>
                        </a:lnTo>
                        <a:lnTo>
                          <a:pt x="3198" y="888"/>
                        </a:lnTo>
                        <a:lnTo>
                          <a:pt x="3180" y="894"/>
                        </a:lnTo>
                        <a:lnTo>
                          <a:pt x="3168" y="900"/>
                        </a:lnTo>
                        <a:lnTo>
                          <a:pt x="3162" y="906"/>
                        </a:lnTo>
                        <a:lnTo>
                          <a:pt x="3138" y="918"/>
                        </a:lnTo>
                        <a:lnTo>
                          <a:pt x="3132" y="924"/>
                        </a:lnTo>
                        <a:lnTo>
                          <a:pt x="3120" y="918"/>
                        </a:lnTo>
                        <a:lnTo>
                          <a:pt x="3114" y="918"/>
                        </a:lnTo>
                        <a:lnTo>
                          <a:pt x="3102" y="912"/>
                        </a:lnTo>
                        <a:lnTo>
                          <a:pt x="3090" y="912"/>
                        </a:lnTo>
                        <a:lnTo>
                          <a:pt x="3072" y="930"/>
                        </a:lnTo>
                        <a:lnTo>
                          <a:pt x="3060" y="936"/>
                        </a:lnTo>
                        <a:lnTo>
                          <a:pt x="3054" y="948"/>
                        </a:lnTo>
                        <a:lnTo>
                          <a:pt x="3054" y="972"/>
                        </a:lnTo>
                        <a:lnTo>
                          <a:pt x="3048" y="978"/>
                        </a:lnTo>
                        <a:lnTo>
                          <a:pt x="3042" y="966"/>
                        </a:lnTo>
                        <a:lnTo>
                          <a:pt x="3030" y="966"/>
                        </a:lnTo>
                        <a:lnTo>
                          <a:pt x="3018" y="960"/>
                        </a:lnTo>
                        <a:lnTo>
                          <a:pt x="3012" y="960"/>
                        </a:lnTo>
                        <a:lnTo>
                          <a:pt x="3006" y="954"/>
                        </a:lnTo>
                        <a:lnTo>
                          <a:pt x="3030" y="930"/>
                        </a:lnTo>
                        <a:lnTo>
                          <a:pt x="3042" y="924"/>
                        </a:lnTo>
                        <a:lnTo>
                          <a:pt x="3060" y="906"/>
                        </a:lnTo>
                        <a:lnTo>
                          <a:pt x="3072" y="900"/>
                        </a:lnTo>
                        <a:lnTo>
                          <a:pt x="3036" y="900"/>
                        </a:lnTo>
                        <a:lnTo>
                          <a:pt x="3030" y="888"/>
                        </a:lnTo>
                        <a:lnTo>
                          <a:pt x="3018" y="882"/>
                        </a:lnTo>
                        <a:lnTo>
                          <a:pt x="2994" y="882"/>
                        </a:lnTo>
                        <a:lnTo>
                          <a:pt x="2988" y="888"/>
                        </a:lnTo>
                        <a:lnTo>
                          <a:pt x="2946" y="888"/>
                        </a:lnTo>
                        <a:lnTo>
                          <a:pt x="2946" y="894"/>
                        </a:lnTo>
                        <a:lnTo>
                          <a:pt x="2940" y="906"/>
                        </a:lnTo>
                        <a:lnTo>
                          <a:pt x="2940" y="918"/>
                        </a:lnTo>
                        <a:lnTo>
                          <a:pt x="2946" y="918"/>
                        </a:lnTo>
                        <a:lnTo>
                          <a:pt x="2952" y="924"/>
                        </a:lnTo>
                        <a:lnTo>
                          <a:pt x="2964" y="924"/>
                        </a:lnTo>
                        <a:lnTo>
                          <a:pt x="2976" y="936"/>
                        </a:lnTo>
                        <a:lnTo>
                          <a:pt x="2982" y="936"/>
                        </a:lnTo>
                        <a:lnTo>
                          <a:pt x="2976" y="942"/>
                        </a:lnTo>
                        <a:lnTo>
                          <a:pt x="2958" y="942"/>
                        </a:lnTo>
                        <a:lnTo>
                          <a:pt x="2952" y="936"/>
                        </a:lnTo>
                        <a:lnTo>
                          <a:pt x="2940" y="930"/>
                        </a:lnTo>
                        <a:lnTo>
                          <a:pt x="2934" y="924"/>
                        </a:lnTo>
                        <a:lnTo>
                          <a:pt x="2916" y="912"/>
                        </a:lnTo>
                        <a:lnTo>
                          <a:pt x="2910" y="942"/>
                        </a:lnTo>
                        <a:lnTo>
                          <a:pt x="2904" y="942"/>
                        </a:lnTo>
                        <a:lnTo>
                          <a:pt x="2898" y="948"/>
                        </a:lnTo>
                        <a:lnTo>
                          <a:pt x="2862" y="948"/>
                        </a:lnTo>
                        <a:lnTo>
                          <a:pt x="2844" y="942"/>
                        </a:lnTo>
                        <a:lnTo>
                          <a:pt x="2826" y="942"/>
                        </a:lnTo>
                        <a:lnTo>
                          <a:pt x="2808" y="936"/>
                        </a:lnTo>
                        <a:lnTo>
                          <a:pt x="2718" y="936"/>
                        </a:lnTo>
                        <a:lnTo>
                          <a:pt x="2706" y="930"/>
                        </a:lnTo>
                        <a:lnTo>
                          <a:pt x="2700" y="918"/>
                        </a:lnTo>
                        <a:lnTo>
                          <a:pt x="2688" y="912"/>
                        </a:lnTo>
                        <a:lnTo>
                          <a:pt x="2628" y="918"/>
                        </a:lnTo>
                        <a:lnTo>
                          <a:pt x="2622" y="912"/>
                        </a:lnTo>
                        <a:lnTo>
                          <a:pt x="2616" y="900"/>
                        </a:lnTo>
                        <a:lnTo>
                          <a:pt x="2604" y="894"/>
                        </a:lnTo>
                        <a:lnTo>
                          <a:pt x="2598" y="894"/>
                        </a:lnTo>
                        <a:lnTo>
                          <a:pt x="2586" y="888"/>
                        </a:lnTo>
                        <a:lnTo>
                          <a:pt x="2568" y="888"/>
                        </a:lnTo>
                        <a:lnTo>
                          <a:pt x="2556" y="894"/>
                        </a:lnTo>
                        <a:lnTo>
                          <a:pt x="2538" y="900"/>
                        </a:lnTo>
                        <a:lnTo>
                          <a:pt x="2532" y="906"/>
                        </a:lnTo>
                        <a:lnTo>
                          <a:pt x="2526" y="906"/>
                        </a:lnTo>
                        <a:lnTo>
                          <a:pt x="2526" y="912"/>
                        </a:lnTo>
                        <a:lnTo>
                          <a:pt x="2484" y="912"/>
                        </a:lnTo>
                        <a:lnTo>
                          <a:pt x="2472" y="906"/>
                        </a:lnTo>
                        <a:lnTo>
                          <a:pt x="2442" y="906"/>
                        </a:lnTo>
                        <a:lnTo>
                          <a:pt x="2430" y="918"/>
                        </a:lnTo>
                        <a:lnTo>
                          <a:pt x="2430" y="930"/>
                        </a:lnTo>
                        <a:lnTo>
                          <a:pt x="2418" y="954"/>
                        </a:lnTo>
                        <a:lnTo>
                          <a:pt x="2412" y="960"/>
                        </a:lnTo>
                        <a:lnTo>
                          <a:pt x="2412" y="966"/>
                        </a:lnTo>
                        <a:lnTo>
                          <a:pt x="2400" y="996"/>
                        </a:lnTo>
                        <a:lnTo>
                          <a:pt x="2364" y="996"/>
                        </a:lnTo>
                        <a:lnTo>
                          <a:pt x="2358" y="1026"/>
                        </a:lnTo>
                        <a:lnTo>
                          <a:pt x="2334" y="978"/>
                        </a:lnTo>
                        <a:lnTo>
                          <a:pt x="2340" y="978"/>
                        </a:lnTo>
                        <a:lnTo>
                          <a:pt x="2352" y="984"/>
                        </a:lnTo>
                        <a:lnTo>
                          <a:pt x="2376" y="984"/>
                        </a:lnTo>
                        <a:lnTo>
                          <a:pt x="2388" y="972"/>
                        </a:lnTo>
                        <a:lnTo>
                          <a:pt x="2358" y="942"/>
                        </a:lnTo>
                        <a:lnTo>
                          <a:pt x="2340" y="942"/>
                        </a:lnTo>
                        <a:lnTo>
                          <a:pt x="2328" y="936"/>
                        </a:lnTo>
                        <a:lnTo>
                          <a:pt x="2316" y="936"/>
                        </a:lnTo>
                        <a:lnTo>
                          <a:pt x="2322" y="918"/>
                        </a:lnTo>
                        <a:lnTo>
                          <a:pt x="2304" y="924"/>
                        </a:lnTo>
                        <a:lnTo>
                          <a:pt x="2262" y="930"/>
                        </a:lnTo>
                        <a:lnTo>
                          <a:pt x="2208" y="936"/>
                        </a:lnTo>
                        <a:lnTo>
                          <a:pt x="2160" y="942"/>
                        </a:lnTo>
                        <a:lnTo>
                          <a:pt x="2112" y="942"/>
                        </a:lnTo>
                        <a:lnTo>
                          <a:pt x="2064" y="936"/>
                        </a:lnTo>
                        <a:lnTo>
                          <a:pt x="2034" y="930"/>
                        </a:lnTo>
                        <a:lnTo>
                          <a:pt x="2028" y="924"/>
                        </a:lnTo>
                        <a:lnTo>
                          <a:pt x="2052" y="918"/>
                        </a:lnTo>
                        <a:lnTo>
                          <a:pt x="2082" y="918"/>
                        </a:lnTo>
                        <a:lnTo>
                          <a:pt x="2118" y="912"/>
                        </a:lnTo>
                        <a:lnTo>
                          <a:pt x="2142" y="900"/>
                        </a:lnTo>
                        <a:lnTo>
                          <a:pt x="2142" y="888"/>
                        </a:lnTo>
                        <a:lnTo>
                          <a:pt x="2112" y="864"/>
                        </a:lnTo>
                        <a:lnTo>
                          <a:pt x="2082" y="852"/>
                        </a:lnTo>
                        <a:lnTo>
                          <a:pt x="2004" y="852"/>
                        </a:lnTo>
                        <a:lnTo>
                          <a:pt x="1968" y="840"/>
                        </a:lnTo>
                        <a:lnTo>
                          <a:pt x="1944" y="834"/>
                        </a:lnTo>
                        <a:lnTo>
                          <a:pt x="1938" y="828"/>
                        </a:lnTo>
                        <a:lnTo>
                          <a:pt x="1908" y="828"/>
                        </a:lnTo>
                        <a:lnTo>
                          <a:pt x="1896" y="822"/>
                        </a:lnTo>
                        <a:lnTo>
                          <a:pt x="1866" y="804"/>
                        </a:lnTo>
                        <a:lnTo>
                          <a:pt x="1836" y="792"/>
                        </a:lnTo>
                        <a:lnTo>
                          <a:pt x="1812" y="786"/>
                        </a:lnTo>
                        <a:lnTo>
                          <a:pt x="1800" y="792"/>
                        </a:lnTo>
                        <a:lnTo>
                          <a:pt x="1782" y="798"/>
                        </a:lnTo>
                        <a:lnTo>
                          <a:pt x="1770" y="804"/>
                        </a:lnTo>
                        <a:lnTo>
                          <a:pt x="1758" y="816"/>
                        </a:lnTo>
                        <a:lnTo>
                          <a:pt x="1734" y="828"/>
                        </a:lnTo>
                        <a:lnTo>
                          <a:pt x="1680" y="828"/>
                        </a:lnTo>
                        <a:lnTo>
                          <a:pt x="1710" y="810"/>
                        </a:lnTo>
                        <a:lnTo>
                          <a:pt x="1710" y="798"/>
                        </a:lnTo>
                        <a:lnTo>
                          <a:pt x="1734" y="768"/>
                        </a:lnTo>
                        <a:lnTo>
                          <a:pt x="1728" y="768"/>
                        </a:lnTo>
                        <a:lnTo>
                          <a:pt x="1722" y="774"/>
                        </a:lnTo>
                        <a:lnTo>
                          <a:pt x="1674" y="798"/>
                        </a:lnTo>
                        <a:lnTo>
                          <a:pt x="1650" y="822"/>
                        </a:lnTo>
                        <a:lnTo>
                          <a:pt x="1638" y="828"/>
                        </a:lnTo>
                        <a:lnTo>
                          <a:pt x="1620" y="834"/>
                        </a:lnTo>
                        <a:lnTo>
                          <a:pt x="1608" y="828"/>
                        </a:lnTo>
                        <a:lnTo>
                          <a:pt x="1602" y="816"/>
                        </a:lnTo>
                        <a:lnTo>
                          <a:pt x="1602" y="798"/>
                        </a:lnTo>
                        <a:lnTo>
                          <a:pt x="1614" y="774"/>
                        </a:lnTo>
                        <a:lnTo>
                          <a:pt x="1614" y="762"/>
                        </a:lnTo>
                        <a:lnTo>
                          <a:pt x="1608" y="750"/>
                        </a:lnTo>
                        <a:lnTo>
                          <a:pt x="1596" y="744"/>
                        </a:lnTo>
                        <a:lnTo>
                          <a:pt x="1590" y="738"/>
                        </a:lnTo>
                        <a:lnTo>
                          <a:pt x="1578" y="738"/>
                        </a:lnTo>
                        <a:lnTo>
                          <a:pt x="1572" y="744"/>
                        </a:lnTo>
                        <a:lnTo>
                          <a:pt x="1572" y="750"/>
                        </a:lnTo>
                        <a:lnTo>
                          <a:pt x="1578" y="762"/>
                        </a:lnTo>
                        <a:lnTo>
                          <a:pt x="1584" y="768"/>
                        </a:lnTo>
                        <a:lnTo>
                          <a:pt x="1542" y="768"/>
                        </a:lnTo>
                        <a:lnTo>
                          <a:pt x="1530" y="774"/>
                        </a:lnTo>
                        <a:lnTo>
                          <a:pt x="1512" y="780"/>
                        </a:lnTo>
                        <a:lnTo>
                          <a:pt x="1494" y="798"/>
                        </a:lnTo>
                        <a:lnTo>
                          <a:pt x="1446" y="798"/>
                        </a:lnTo>
                        <a:lnTo>
                          <a:pt x="1428" y="804"/>
                        </a:lnTo>
                        <a:lnTo>
                          <a:pt x="1416" y="804"/>
                        </a:lnTo>
                        <a:lnTo>
                          <a:pt x="1398" y="810"/>
                        </a:lnTo>
                        <a:lnTo>
                          <a:pt x="1380" y="810"/>
                        </a:lnTo>
                        <a:lnTo>
                          <a:pt x="1374" y="816"/>
                        </a:lnTo>
                        <a:lnTo>
                          <a:pt x="1368" y="816"/>
                        </a:lnTo>
                        <a:lnTo>
                          <a:pt x="1356" y="822"/>
                        </a:lnTo>
                        <a:lnTo>
                          <a:pt x="1350" y="828"/>
                        </a:lnTo>
                        <a:lnTo>
                          <a:pt x="1338" y="834"/>
                        </a:lnTo>
                        <a:lnTo>
                          <a:pt x="1314" y="816"/>
                        </a:lnTo>
                        <a:lnTo>
                          <a:pt x="1302" y="822"/>
                        </a:lnTo>
                        <a:lnTo>
                          <a:pt x="1296" y="828"/>
                        </a:lnTo>
                        <a:lnTo>
                          <a:pt x="1272" y="840"/>
                        </a:lnTo>
                        <a:lnTo>
                          <a:pt x="1260" y="840"/>
                        </a:lnTo>
                        <a:lnTo>
                          <a:pt x="1254" y="846"/>
                        </a:lnTo>
                        <a:lnTo>
                          <a:pt x="1242" y="846"/>
                        </a:lnTo>
                        <a:lnTo>
                          <a:pt x="1230" y="852"/>
                        </a:lnTo>
                        <a:lnTo>
                          <a:pt x="1224" y="858"/>
                        </a:lnTo>
                        <a:lnTo>
                          <a:pt x="1212" y="864"/>
                        </a:lnTo>
                        <a:lnTo>
                          <a:pt x="1176" y="864"/>
                        </a:lnTo>
                        <a:lnTo>
                          <a:pt x="1188" y="858"/>
                        </a:lnTo>
                        <a:lnTo>
                          <a:pt x="1194" y="846"/>
                        </a:lnTo>
                        <a:lnTo>
                          <a:pt x="1212" y="840"/>
                        </a:lnTo>
                        <a:lnTo>
                          <a:pt x="1236" y="828"/>
                        </a:lnTo>
                        <a:lnTo>
                          <a:pt x="1254" y="828"/>
                        </a:lnTo>
                        <a:lnTo>
                          <a:pt x="1266" y="822"/>
                        </a:lnTo>
                        <a:lnTo>
                          <a:pt x="1284" y="816"/>
                        </a:lnTo>
                        <a:lnTo>
                          <a:pt x="1290" y="810"/>
                        </a:lnTo>
                        <a:lnTo>
                          <a:pt x="1362" y="810"/>
                        </a:lnTo>
                        <a:lnTo>
                          <a:pt x="1386" y="798"/>
                        </a:lnTo>
                        <a:lnTo>
                          <a:pt x="1422" y="792"/>
                        </a:lnTo>
                        <a:lnTo>
                          <a:pt x="1458" y="780"/>
                        </a:lnTo>
                        <a:lnTo>
                          <a:pt x="1470" y="780"/>
                        </a:lnTo>
                        <a:lnTo>
                          <a:pt x="1476" y="774"/>
                        </a:lnTo>
                        <a:lnTo>
                          <a:pt x="1482" y="774"/>
                        </a:lnTo>
                        <a:lnTo>
                          <a:pt x="1476" y="768"/>
                        </a:lnTo>
                        <a:lnTo>
                          <a:pt x="1410" y="768"/>
                        </a:lnTo>
                        <a:lnTo>
                          <a:pt x="1398" y="774"/>
                        </a:lnTo>
                        <a:lnTo>
                          <a:pt x="1392" y="774"/>
                        </a:lnTo>
                        <a:lnTo>
                          <a:pt x="1380" y="780"/>
                        </a:lnTo>
                        <a:lnTo>
                          <a:pt x="1374" y="786"/>
                        </a:lnTo>
                        <a:lnTo>
                          <a:pt x="1368" y="786"/>
                        </a:lnTo>
                        <a:lnTo>
                          <a:pt x="1362" y="792"/>
                        </a:lnTo>
                        <a:lnTo>
                          <a:pt x="1278" y="792"/>
                        </a:lnTo>
                        <a:lnTo>
                          <a:pt x="1254" y="804"/>
                        </a:lnTo>
                        <a:lnTo>
                          <a:pt x="1248" y="810"/>
                        </a:lnTo>
                        <a:lnTo>
                          <a:pt x="1236" y="816"/>
                        </a:lnTo>
                        <a:lnTo>
                          <a:pt x="1230" y="822"/>
                        </a:lnTo>
                        <a:lnTo>
                          <a:pt x="1212" y="822"/>
                        </a:lnTo>
                        <a:lnTo>
                          <a:pt x="1158" y="846"/>
                        </a:lnTo>
                        <a:lnTo>
                          <a:pt x="1140" y="846"/>
                        </a:lnTo>
                        <a:lnTo>
                          <a:pt x="1128" y="858"/>
                        </a:lnTo>
                        <a:lnTo>
                          <a:pt x="1122" y="870"/>
                        </a:lnTo>
                        <a:lnTo>
                          <a:pt x="1122" y="876"/>
                        </a:lnTo>
                        <a:lnTo>
                          <a:pt x="1116" y="876"/>
                        </a:lnTo>
                        <a:lnTo>
                          <a:pt x="1110" y="870"/>
                        </a:lnTo>
                        <a:lnTo>
                          <a:pt x="1110" y="846"/>
                        </a:lnTo>
                        <a:lnTo>
                          <a:pt x="1116" y="846"/>
                        </a:lnTo>
                        <a:lnTo>
                          <a:pt x="1152" y="834"/>
                        </a:lnTo>
                        <a:lnTo>
                          <a:pt x="1176" y="822"/>
                        </a:lnTo>
                        <a:lnTo>
                          <a:pt x="1194" y="816"/>
                        </a:lnTo>
                        <a:lnTo>
                          <a:pt x="1188" y="810"/>
                        </a:lnTo>
                        <a:lnTo>
                          <a:pt x="1176" y="810"/>
                        </a:lnTo>
                        <a:lnTo>
                          <a:pt x="1164" y="804"/>
                        </a:lnTo>
                        <a:lnTo>
                          <a:pt x="1140" y="804"/>
                        </a:lnTo>
                        <a:lnTo>
                          <a:pt x="1122" y="822"/>
                        </a:lnTo>
                        <a:lnTo>
                          <a:pt x="1110" y="828"/>
                        </a:lnTo>
                        <a:lnTo>
                          <a:pt x="1092" y="828"/>
                        </a:lnTo>
                        <a:lnTo>
                          <a:pt x="1080" y="834"/>
                        </a:lnTo>
                        <a:lnTo>
                          <a:pt x="1068" y="834"/>
                        </a:lnTo>
                        <a:lnTo>
                          <a:pt x="1068" y="840"/>
                        </a:lnTo>
                        <a:lnTo>
                          <a:pt x="1062" y="846"/>
                        </a:lnTo>
                        <a:lnTo>
                          <a:pt x="1062" y="876"/>
                        </a:lnTo>
                        <a:lnTo>
                          <a:pt x="1038" y="858"/>
                        </a:lnTo>
                        <a:lnTo>
                          <a:pt x="972" y="852"/>
                        </a:lnTo>
                        <a:lnTo>
                          <a:pt x="960" y="846"/>
                        </a:lnTo>
                        <a:lnTo>
                          <a:pt x="948" y="834"/>
                        </a:lnTo>
                        <a:lnTo>
                          <a:pt x="936" y="834"/>
                        </a:lnTo>
                        <a:lnTo>
                          <a:pt x="936" y="828"/>
                        </a:lnTo>
                        <a:lnTo>
                          <a:pt x="942" y="822"/>
                        </a:lnTo>
                        <a:lnTo>
                          <a:pt x="942" y="810"/>
                        </a:lnTo>
                        <a:lnTo>
                          <a:pt x="948" y="804"/>
                        </a:lnTo>
                        <a:lnTo>
                          <a:pt x="834" y="804"/>
                        </a:lnTo>
                        <a:lnTo>
                          <a:pt x="852" y="804"/>
                        </a:lnTo>
                        <a:lnTo>
                          <a:pt x="78" y="1440"/>
                        </a:lnTo>
                        <a:lnTo>
                          <a:pt x="72" y="1446"/>
                        </a:lnTo>
                        <a:lnTo>
                          <a:pt x="60" y="1452"/>
                        </a:lnTo>
                        <a:lnTo>
                          <a:pt x="54" y="1464"/>
                        </a:lnTo>
                        <a:lnTo>
                          <a:pt x="54" y="1476"/>
                        </a:lnTo>
                        <a:lnTo>
                          <a:pt x="108" y="1476"/>
                        </a:lnTo>
                        <a:lnTo>
                          <a:pt x="120" y="1464"/>
                        </a:lnTo>
                        <a:lnTo>
                          <a:pt x="156" y="1464"/>
                        </a:lnTo>
                        <a:lnTo>
                          <a:pt x="132" y="1488"/>
                        </a:lnTo>
                        <a:lnTo>
                          <a:pt x="132" y="1494"/>
                        </a:lnTo>
                        <a:lnTo>
                          <a:pt x="138" y="1506"/>
                        </a:lnTo>
                        <a:lnTo>
                          <a:pt x="138" y="1524"/>
                        </a:lnTo>
                        <a:lnTo>
                          <a:pt x="144" y="1530"/>
                        </a:lnTo>
                        <a:lnTo>
                          <a:pt x="156" y="1536"/>
                        </a:lnTo>
                        <a:lnTo>
                          <a:pt x="162" y="1542"/>
                        </a:lnTo>
                        <a:lnTo>
                          <a:pt x="144" y="1560"/>
                        </a:lnTo>
                        <a:lnTo>
                          <a:pt x="144" y="1572"/>
                        </a:lnTo>
                        <a:lnTo>
                          <a:pt x="150" y="1572"/>
                        </a:lnTo>
                        <a:lnTo>
                          <a:pt x="156" y="1566"/>
                        </a:lnTo>
                        <a:lnTo>
                          <a:pt x="168" y="1560"/>
                        </a:lnTo>
                        <a:lnTo>
                          <a:pt x="174" y="1554"/>
                        </a:lnTo>
                        <a:lnTo>
                          <a:pt x="180" y="1554"/>
                        </a:lnTo>
                        <a:lnTo>
                          <a:pt x="186" y="1548"/>
                        </a:lnTo>
                        <a:lnTo>
                          <a:pt x="198" y="1548"/>
                        </a:lnTo>
                        <a:lnTo>
                          <a:pt x="210" y="1542"/>
                        </a:lnTo>
                        <a:lnTo>
                          <a:pt x="222" y="1542"/>
                        </a:lnTo>
                        <a:lnTo>
                          <a:pt x="234" y="1536"/>
                        </a:lnTo>
                        <a:lnTo>
                          <a:pt x="240" y="1530"/>
                        </a:lnTo>
                        <a:lnTo>
                          <a:pt x="258" y="1530"/>
                        </a:lnTo>
                        <a:lnTo>
                          <a:pt x="258" y="1518"/>
                        </a:lnTo>
                        <a:lnTo>
                          <a:pt x="264" y="1518"/>
                        </a:lnTo>
                        <a:lnTo>
                          <a:pt x="270" y="1512"/>
                        </a:lnTo>
                        <a:lnTo>
                          <a:pt x="282" y="1512"/>
                        </a:lnTo>
                        <a:lnTo>
                          <a:pt x="300" y="1506"/>
                        </a:lnTo>
                        <a:lnTo>
                          <a:pt x="312" y="1506"/>
                        </a:lnTo>
                        <a:lnTo>
                          <a:pt x="330" y="1512"/>
                        </a:lnTo>
                        <a:lnTo>
                          <a:pt x="336" y="1518"/>
                        </a:lnTo>
                        <a:lnTo>
                          <a:pt x="330" y="1524"/>
                        </a:lnTo>
                        <a:lnTo>
                          <a:pt x="324" y="1524"/>
                        </a:lnTo>
                        <a:lnTo>
                          <a:pt x="318" y="1530"/>
                        </a:lnTo>
                        <a:lnTo>
                          <a:pt x="318" y="1560"/>
                        </a:lnTo>
                        <a:lnTo>
                          <a:pt x="306" y="1572"/>
                        </a:lnTo>
                        <a:lnTo>
                          <a:pt x="324" y="1590"/>
                        </a:lnTo>
                        <a:lnTo>
                          <a:pt x="330" y="1602"/>
                        </a:lnTo>
                        <a:lnTo>
                          <a:pt x="330" y="1620"/>
                        </a:lnTo>
                        <a:lnTo>
                          <a:pt x="312" y="1656"/>
                        </a:lnTo>
                        <a:lnTo>
                          <a:pt x="312" y="1698"/>
                        </a:lnTo>
                        <a:lnTo>
                          <a:pt x="306" y="1704"/>
                        </a:lnTo>
                        <a:lnTo>
                          <a:pt x="300" y="1716"/>
                        </a:lnTo>
                        <a:lnTo>
                          <a:pt x="300" y="1728"/>
                        </a:lnTo>
                        <a:lnTo>
                          <a:pt x="294" y="1740"/>
                        </a:lnTo>
                        <a:lnTo>
                          <a:pt x="294" y="1746"/>
                        </a:lnTo>
                        <a:lnTo>
                          <a:pt x="300" y="1752"/>
                        </a:lnTo>
                        <a:lnTo>
                          <a:pt x="312" y="1758"/>
                        </a:lnTo>
                        <a:lnTo>
                          <a:pt x="318" y="1764"/>
                        </a:lnTo>
                        <a:lnTo>
                          <a:pt x="324" y="1764"/>
                        </a:lnTo>
                        <a:lnTo>
                          <a:pt x="330" y="1770"/>
                        </a:lnTo>
                        <a:lnTo>
                          <a:pt x="330" y="1776"/>
                        </a:lnTo>
                        <a:lnTo>
                          <a:pt x="348" y="1776"/>
                        </a:lnTo>
                        <a:lnTo>
                          <a:pt x="354" y="1782"/>
                        </a:lnTo>
                        <a:lnTo>
                          <a:pt x="354" y="1794"/>
                        </a:lnTo>
                        <a:lnTo>
                          <a:pt x="342" y="1800"/>
                        </a:lnTo>
                        <a:lnTo>
                          <a:pt x="330" y="1812"/>
                        </a:lnTo>
                        <a:lnTo>
                          <a:pt x="318" y="1818"/>
                        </a:lnTo>
                        <a:lnTo>
                          <a:pt x="318" y="1830"/>
                        </a:lnTo>
                        <a:lnTo>
                          <a:pt x="312" y="1842"/>
                        </a:lnTo>
                        <a:lnTo>
                          <a:pt x="294" y="1860"/>
                        </a:lnTo>
                        <a:lnTo>
                          <a:pt x="282" y="1866"/>
                        </a:lnTo>
                        <a:lnTo>
                          <a:pt x="270" y="1878"/>
                        </a:lnTo>
                        <a:lnTo>
                          <a:pt x="252" y="1884"/>
                        </a:lnTo>
                        <a:lnTo>
                          <a:pt x="234" y="1896"/>
                        </a:lnTo>
                        <a:lnTo>
                          <a:pt x="228" y="1902"/>
                        </a:lnTo>
                        <a:lnTo>
                          <a:pt x="222" y="1914"/>
                        </a:lnTo>
                        <a:lnTo>
                          <a:pt x="222" y="1926"/>
                        </a:lnTo>
                        <a:lnTo>
                          <a:pt x="216" y="1932"/>
                        </a:lnTo>
                        <a:lnTo>
                          <a:pt x="216" y="1944"/>
                        </a:lnTo>
                        <a:lnTo>
                          <a:pt x="204" y="1956"/>
                        </a:lnTo>
                        <a:lnTo>
                          <a:pt x="210" y="1962"/>
                        </a:lnTo>
                        <a:lnTo>
                          <a:pt x="216" y="1962"/>
                        </a:lnTo>
                        <a:lnTo>
                          <a:pt x="216" y="1974"/>
                        </a:lnTo>
                        <a:lnTo>
                          <a:pt x="228" y="1986"/>
                        </a:lnTo>
                        <a:lnTo>
                          <a:pt x="240" y="1980"/>
                        </a:lnTo>
                        <a:lnTo>
                          <a:pt x="246" y="1968"/>
                        </a:lnTo>
                        <a:lnTo>
                          <a:pt x="258" y="1962"/>
                        </a:lnTo>
                        <a:lnTo>
                          <a:pt x="276" y="1956"/>
                        </a:lnTo>
                        <a:lnTo>
                          <a:pt x="294" y="1938"/>
                        </a:lnTo>
                        <a:lnTo>
                          <a:pt x="306" y="1938"/>
                        </a:lnTo>
                        <a:lnTo>
                          <a:pt x="306" y="1944"/>
                        </a:lnTo>
                        <a:lnTo>
                          <a:pt x="300" y="1950"/>
                        </a:lnTo>
                        <a:lnTo>
                          <a:pt x="288" y="1956"/>
                        </a:lnTo>
                        <a:lnTo>
                          <a:pt x="282" y="1956"/>
                        </a:lnTo>
                        <a:lnTo>
                          <a:pt x="276" y="1962"/>
                        </a:lnTo>
                        <a:lnTo>
                          <a:pt x="276" y="1974"/>
                        </a:lnTo>
                        <a:lnTo>
                          <a:pt x="282" y="1986"/>
                        </a:lnTo>
                        <a:lnTo>
                          <a:pt x="294" y="1998"/>
                        </a:lnTo>
                        <a:lnTo>
                          <a:pt x="252" y="1992"/>
                        </a:lnTo>
                        <a:lnTo>
                          <a:pt x="246" y="1998"/>
                        </a:lnTo>
                        <a:lnTo>
                          <a:pt x="240" y="2010"/>
                        </a:lnTo>
                        <a:lnTo>
                          <a:pt x="234" y="2016"/>
                        </a:lnTo>
                        <a:lnTo>
                          <a:pt x="228" y="2028"/>
                        </a:lnTo>
                        <a:lnTo>
                          <a:pt x="228" y="2034"/>
                        </a:lnTo>
                        <a:lnTo>
                          <a:pt x="234" y="2034"/>
                        </a:lnTo>
                        <a:lnTo>
                          <a:pt x="240" y="2040"/>
                        </a:lnTo>
                        <a:lnTo>
                          <a:pt x="252" y="2040"/>
                        </a:lnTo>
                        <a:lnTo>
                          <a:pt x="258" y="2046"/>
                        </a:lnTo>
                        <a:lnTo>
                          <a:pt x="252" y="2052"/>
                        </a:lnTo>
                        <a:lnTo>
                          <a:pt x="252" y="2058"/>
                        </a:lnTo>
                        <a:lnTo>
                          <a:pt x="246" y="2070"/>
                        </a:lnTo>
                        <a:lnTo>
                          <a:pt x="246" y="2076"/>
                        </a:lnTo>
                        <a:lnTo>
                          <a:pt x="252" y="2070"/>
                        </a:lnTo>
                        <a:lnTo>
                          <a:pt x="288" y="2052"/>
                        </a:lnTo>
                        <a:lnTo>
                          <a:pt x="306" y="2034"/>
                        </a:lnTo>
                        <a:lnTo>
                          <a:pt x="318" y="2028"/>
                        </a:lnTo>
                        <a:lnTo>
                          <a:pt x="318" y="2040"/>
                        </a:lnTo>
                        <a:lnTo>
                          <a:pt x="288" y="2058"/>
                        </a:lnTo>
                        <a:lnTo>
                          <a:pt x="312" y="2064"/>
                        </a:lnTo>
                        <a:lnTo>
                          <a:pt x="312" y="2076"/>
                        </a:lnTo>
                        <a:lnTo>
                          <a:pt x="294" y="2094"/>
                        </a:lnTo>
                        <a:lnTo>
                          <a:pt x="276" y="2076"/>
                        </a:lnTo>
                        <a:lnTo>
                          <a:pt x="270" y="2076"/>
                        </a:lnTo>
                        <a:lnTo>
                          <a:pt x="264" y="2082"/>
                        </a:lnTo>
                        <a:lnTo>
                          <a:pt x="240" y="2094"/>
                        </a:lnTo>
                        <a:lnTo>
                          <a:pt x="228" y="2094"/>
                        </a:lnTo>
                        <a:lnTo>
                          <a:pt x="216" y="2106"/>
                        </a:lnTo>
                        <a:lnTo>
                          <a:pt x="210" y="2118"/>
                        </a:lnTo>
                        <a:lnTo>
                          <a:pt x="204" y="2124"/>
                        </a:lnTo>
                        <a:lnTo>
                          <a:pt x="210" y="2118"/>
                        </a:lnTo>
                        <a:lnTo>
                          <a:pt x="222" y="2118"/>
                        </a:lnTo>
                        <a:lnTo>
                          <a:pt x="228" y="2112"/>
                        </a:lnTo>
                        <a:lnTo>
                          <a:pt x="276" y="2112"/>
                        </a:lnTo>
                        <a:lnTo>
                          <a:pt x="270" y="2112"/>
                        </a:lnTo>
                        <a:lnTo>
                          <a:pt x="264" y="2118"/>
                        </a:lnTo>
                        <a:lnTo>
                          <a:pt x="252" y="2118"/>
                        </a:lnTo>
                        <a:lnTo>
                          <a:pt x="240" y="2124"/>
                        </a:lnTo>
                        <a:lnTo>
                          <a:pt x="228" y="2124"/>
                        </a:lnTo>
                        <a:lnTo>
                          <a:pt x="216" y="2130"/>
                        </a:lnTo>
                        <a:lnTo>
                          <a:pt x="210" y="2130"/>
                        </a:lnTo>
                        <a:lnTo>
                          <a:pt x="210" y="2148"/>
                        </a:lnTo>
                        <a:lnTo>
                          <a:pt x="204" y="2148"/>
                        </a:lnTo>
                        <a:lnTo>
                          <a:pt x="198" y="2142"/>
                        </a:lnTo>
                        <a:lnTo>
                          <a:pt x="174" y="2142"/>
                        </a:lnTo>
                        <a:lnTo>
                          <a:pt x="174" y="2154"/>
                        </a:lnTo>
                        <a:lnTo>
                          <a:pt x="180" y="2166"/>
                        </a:lnTo>
                        <a:lnTo>
                          <a:pt x="192" y="2172"/>
                        </a:lnTo>
                        <a:lnTo>
                          <a:pt x="198" y="2178"/>
                        </a:lnTo>
                        <a:lnTo>
                          <a:pt x="246" y="2160"/>
                        </a:lnTo>
                        <a:lnTo>
                          <a:pt x="264" y="2184"/>
                        </a:lnTo>
                        <a:lnTo>
                          <a:pt x="300" y="2166"/>
                        </a:lnTo>
                        <a:lnTo>
                          <a:pt x="294" y="2172"/>
                        </a:lnTo>
                        <a:lnTo>
                          <a:pt x="288" y="2184"/>
                        </a:lnTo>
                        <a:lnTo>
                          <a:pt x="276" y="2190"/>
                        </a:lnTo>
                        <a:lnTo>
                          <a:pt x="270" y="2196"/>
                        </a:lnTo>
                        <a:lnTo>
                          <a:pt x="264" y="2208"/>
                        </a:lnTo>
                        <a:lnTo>
                          <a:pt x="264" y="2214"/>
                        </a:lnTo>
                        <a:lnTo>
                          <a:pt x="276" y="2214"/>
                        </a:lnTo>
                        <a:lnTo>
                          <a:pt x="282" y="2208"/>
                        </a:lnTo>
                        <a:lnTo>
                          <a:pt x="300" y="2202"/>
                        </a:lnTo>
                        <a:lnTo>
                          <a:pt x="318" y="2184"/>
                        </a:lnTo>
                        <a:lnTo>
                          <a:pt x="330" y="2178"/>
                        </a:lnTo>
                        <a:lnTo>
                          <a:pt x="306" y="2202"/>
                        </a:lnTo>
                        <a:lnTo>
                          <a:pt x="300" y="2214"/>
                        </a:lnTo>
                        <a:lnTo>
                          <a:pt x="294" y="2220"/>
                        </a:lnTo>
                        <a:lnTo>
                          <a:pt x="300" y="2220"/>
                        </a:lnTo>
                        <a:lnTo>
                          <a:pt x="312" y="2214"/>
                        </a:lnTo>
                        <a:lnTo>
                          <a:pt x="324" y="2214"/>
                        </a:lnTo>
                        <a:lnTo>
                          <a:pt x="318" y="2220"/>
                        </a:lnTo>
                        <a:lnTo>
                          <a:pt x="306" y="2226"/>
                        </a:lnTo>
                        <a:lnTo>
                          <a:pt x="300" y="2238"/>
                        </a:lnTo>
                        <a:lnTo>
                          <a:pt x="282" y="2256"/>
                        </a:lnTo>
                        <a:lnTo>
                          <a:pt x="288" y="2262"/>
                        </a:lnTo>
                        <a:lnTo>
                          <a:pt x="294" y="2262"/>
                        </a:lnTo>
                        <a:lnTo>
                          <a:pt x="342" y="2238"/>
                        </a:lnTo>
                        <a:lnTo>
                          <a:pt x="348" y="2232"/>
                        </a:lnTo>
                        <a:lnTo>
                          <a:pt x="324" y="2256"/>
                        </a:lnTo>
                        <a:lnTo>
                          <a:pt x="318" y="2268"/>
                        </a:lnTo>
                        <a:lnTo>
                          <a:pt x="318" y="2274"/>
                        </a:lnTo>
                        <a:lnTo>
                          <a:pt x="330" y="2280"/>
                        </a:lnTo>
                        <a:lnTo>
                          <a:pt x="342" y="2280"/>
                        </a:lnTo>
                        <a:lnTo>
                          <a:pt x="354" y="2292"/>
                        </a:lnTo>
                        <a:lnTo>
                          <a:pt x="354" y="2298"/>
                        </a:lnTo>
                        <a:lnTo>
                          <a:pt x="348" y="2304"/>
                        </a:lnTo>
                        <a:lnTo>
                          <a:pt x="348" y="2340"/>
                        </a:lnTo>
                        <a:lnTo>
                          <a:pt x="2058" y="2340"/>
                        </a:lnTo>
                        <a:lnTo>
                          <a:pt x="2064" y="2328"/>
                        </a:lnTo>
                        <a:lnTo>
                          <a:pt x="2064" y="2322"/>
                        </a:lnTo>
                        <a:lnTo>
                          <a:pt x="2070" y="2310"/>
                        </a:lnTo>
                        <a:lnTo>
                          <a:pt x="2076" y="2304"/>
                        </a:lnTo>
                        <a:lnTo>
                          <a:pt x="2088" y="2298"/>
                        </a:lnTo>
                        <a:lnTo>
                          <a:pt x="2100" y="2310"/>
                        </a:lnTo>
                        <a:lnTo>
                          <a:pt x="2088" y="2322"/>
                        </a:lnTo>
                        <a:lnTo>
                          <a:pt x="2082" y="2334"/>
                        </a:lnTo>
                        <a:lnTo>
                          <a:pt x="2082" y="2346"/>
                        </a:lnTo>
                        <a:lnTo>
                          <a:pt x="2094" y="2352"/>
                        </a:lnTo>
                        <a:lnTo>
                          <a:pt x="2112" y="2358"/>
                        </a:lnTo>
                        <a:lnTo>
                          <a:pt x="2124" y="2358"/>
                        </a:lnTo>
                        <a:lnTo>
                          <a:pt x="2142" y="2376"/>
                        </a:lnTo>
                        <a:lnTo>
                          <a:pt x="2154" y="2376"/>
                        </a:lnTo>
                        <a:lnTo>
                          <a:pt x="2154" y="2370"/>
                        </a:lnTo>
                        <a:lnTo>
                          <a:pt x="2166" y="2358"/>
                        </a:lnTo>
                        <a:lnTo>
                          <a:pt x="2178" y="2358"/>
                        </a:lnTo>
                        <a:lnTo>
                          <a:pt x="2190" y="2364"/>
                        </a:lnTo>
                        <a:lnTo>
                          <a:pt x="2202" y="2376"/>
                        </a:lnTo>
                        <a:lnTo>
                          <a:pt x="2202" y="2382"/>
                        </a:lnTo>
                        <a:lnTo>
                          <a:pt x="2208" y="2388"/>
                        </a:lnTo>
                        <a:lnTo>
                          <a:pt x="2238" y="2388"/>
                        </a:lnTo>
                        <a:lnTo>
                          <a:pt x="2256" y="2406"/>
                        </a:lnTo>
                        <a:lnTo>
                          <a:pt x="2268" y="2406"/>
                        </a:lnTo>
                        <a:lnTo>
                          <a:pt x="2280" y="2394"/>
                        </a:lnTo>
                        <a:lnTo>
                          <a:pt x="2292" y="2388"/>
                        </a:lnTo>
                        <a:lnTo>
                          <a:pt x="2298" y="2382"/>
                        </a:lnTo>
                        <a:lnTo>
                          <a:pt x="2298" y="2400"/>
                        </a:lnTo>
                        <a:lnTo>
                          <a:pt x="2346" y="2394"/>
                        </a:lnTo>
                        <a:lnTo>
                          <a:pt x="2346" y="2400"/>
                        </a:lnTo>
                        <a:lnTo>
                          <a:pt x="2352" y="2400"/>
                        </a:lnTo>
                        <a:lnTo>
                          <a:pt x="2364" y="2406"/>
                        </a:lnTo>
                        <a:lnTo>
                          <a:pt x="2382" y="2406"/>
                        </a:lnTo>
                        <a:lnTo>
                          <a:pt x="2394" y="2394"/>
                        </a:lnTo>
                        <a:lnTo>
                          <a:pt x="2406" y="2388"/>
                        </a:lnTo>
                        <a:lnTo>
                          <a:pt x="2412" y="2376"/>
                        </a:lnTo>
                        <a:lnTo>
                          <a:pt x="2412" y="2370"/>
                        </a:lnTo>
                        <a:lnTo>
                          <a:pt x="2430" y="2370"/>
                        </a:lnTo>
                        <a:lnTo>
                          <a:pt x="2436" y="2376"/>
                        </a:lnTo>
                        <a:lnTo>
                          <a:pt x="2442" y="2376"/>
                        </a:lnTo>
                        <a:lnTo>
                          <a:pt x="2454" y="2364"/>
                        </a:lnTo>
                        <a:lnTo>
                          <a:pt x="2460" y="2352"/>
                        </a:lnTo>
                        <a:lnTo>
                          <a:pt x="2466" y="2346"/>
                        </a:lnTo>
                        <a:lnTo>
                          <a:pt x="2472" y="2346"/>
                        </a:lnTo>
                        <a:lnTo>
                          <a:pt x="2472" y="2352"/>
                        </a:lnTo>
                        <a:lnTo>
                          <a:pt x="2478" y="2358"/>
                        </a:lnTo>
                        <a:lnTo>
                          <a:pt x="2502" y="2352"/>
                        </a:lnTo>
                        <a:lnTo>
                          <a:pt x="2496" y="2346"/>
                        </a:lnTo>
                        <a:lnTo>
                          <a:pt x="2496" y="2334"/>
                        </a:lnTo>
                        <a:lnTo>
                          <a:pt x="2502" y="2328"/>
                        </a:lnTo>
                        <a:lnTo>
                          <a:pt x="2514" y="2322"/>
                        </a:lnTo>
                        <a:lnTo>
                          <a:pt x="2532" y="2340"/>
                        </a:lnTo>
                        <a:lnTo>
                          <a:pt x="2556" y="2340"/>
                        </a:lnTo>
                        <a:lnTo>
                          <a:pt x="2562" y="2346"/>
                        </a:lnTo>
                        <a:lnTo>
                          <a:pt x="2580" y="2346"/>
                        </a:lnTo>
                        <a:lnTo>
                          <a:pt x="2604" y="2358"/>
                        </a:lnTo>
                        <a:lnTo>
                          <a:pt x="2604" y="2370"/>
                        </a:lnTo>
                        <a:lnTo>
                          <a:pt x="2598" y="2382"/>
                        </a:lnTo>
                        <a:lnTo>
                          <a:pt x="2598" y="2388"/>
                        </a:lnTo>
                        <a:lnTo>
                          <a:pt x="2592" y="2400"/>
                        </a:lnTo>
                        <a:lnTo>
                          <a:pt x="2604" y="2412"/>
                        </a:lnTo>
                        <a:lnTo>
                          <a:pt x="2592" y="2436"/>
                        </a:lnTo>
                        <a:lnTo>
                          <a:pt x="2598" y="2436"/>
                        </a:lnTo>
                        <a:lnTo>
                          <a:pt x="2604" y="2430"/>
                        </a:lnTo>
                        <a:lnTo>
                          <a:pt x="2616" y="2424"/>
                        </a:lnTo>
                        <a:lnTo>
                          <a:pt x="2634" y="2418"/>
                        </a:lnTo>
                        <a:lnTo>
                          <a:pt x="2646" y="2412"/>
                        </a:lnTo>
                        <a:lnTo>
                          <a:pt x="2670" y="2412"/>
                        </a:lnTo>
                        <a:lnTo>
                          <a:pt x="2670" y="2424"/>
                        </a:lnTo>
                        <a:lnTo>
                          <a:pt x="2658" y="2430"/>
                        </a:lnTo>
                        <a:lnTo>
                          <a:pt x="2652" y="2436"/>
                        </a:lnTo>
                        <a:lnTo>
                          <a:pt x="2646" y="2436"/>
                        </a:lnTo>
                        <a:lnTo>
                          <a:pt x="2640" y="2442"/>
                        </a:lnTo>
                        <a:lnTo>
                          <a:pt x="2646" y="2448"/>
                        </a:lnTo>
                        <a:lnTo>
                          <a:pt x="2652" y="2448"/>
                        </a:lnTo>
                        <a:lnTo>
                          <a:pt x="2664" y="2460"/>
                        </a:lnTo>
                        <a:lnTo>
                          <a:pt x="2640" y="2484"/>
                        </a:lnTo>
                        <a:lnTo>
                          <a:pt x="2640" y="2490"/>
                        </a:lnTo>
                        <a:lnTo>
                          <a:pt x="2652" y="2490"/>
                        </a:lnTo>
                        <a:lnTo>
                          <a:pt x="2652" y="2502"/>
                        </a:lnTo>
                        <a:lnTo>
                          <a:pt x="2640" y="2514"/>
                        </a:lnTo>
                        <a:lnTo>
                          <a:pt x="2640" y="2526"/>
                        </a:lnTo>
                        <a:lnTo>
                          <a:pt x="2658" y="2526"/>
                        </a:lnTo>
                        <a:lnTo>
                          <a:pt x="2652" y="2544"/>
                        </a:lnTo>
                        <a:lnTo>
                          <a:pt x="2658" y="2544"/>
                        </a:lnTo>
                        <a:lnTo>
                          <a:pt x="2670" y="2550"/>
                        </a:lnTo>
                        <a:lnTo>
                          <a:pt x="2754" y="2550"/>
                        </a:lnTo>
                        <a:lnTo>
                          <a:pt x="2766" y="2556"/>
                        </a:lnTo>
                        <a:lnTo>
                          <a:pt x="2784" y="2568"/>
                        </a:lnTo>
                        <a:lnTo>
                          <a:pt x="2838" y="2568"/>
                        </a:lnTo>
                        <a:lnTo>
                          <a:pt x="2850" y="2574"/>
                        </a:lnTo>
                        <a:lnTo>
                          <a:pt x="2856" y="2580"/>
                        </a:lnTo>
                        <a:lnTo>
                          <a:pt x="2856" y="2610"/>
                        </a:lnTo>
                        <a:lnTo>
                          <a:pt x="2874" y="2610"/>
                        </a:lnTo>
                        <a:lnTo>
                          <a:pt x="2874" y="2628"/>
                        </a:lnTo>
                        <a:lnTo>
                          <a:pt x="2862" y="2640"/>
                        </a:lnTo>
                        <a:lnTo>
                          <a:pt x="2862" y="2652"/>
                        </a:lnTo>
                        <a:lnTo>
                          <a:pt x="2874" y="2664"/>
                        </a:lnTo>
                        <a:lnTo>
                          <a:pt x="2880" y="2664"/>
                        </a:lnTo>
                        <a:lnTo>
                          <a:pt x="2856" y="2658"/>
                        </a:lnTo>
                        <a:lnTo>
                          <a:pt x="2856" y="2670"/>
                        </a:lnTo>
                        <a:lnTo>
                          <a:pt x="2850" y="2676"/>
                        </a:lnTo>
                        <a:lnTo>
                          <a:pt x="2844" y="2688"/>
                        </a:lnTo>
                        <a:lnTo>
                          <a:pt x="2838" y="2694"/>
                        </a:lnTo>
                        <a:lnTo>
                          <a:pt x="2832" y="2688"/>
                        </a:lnTo>
                        <a:lnTo>
                          <a:pt x="2820" y="2682"/>
                        </a:lnTo>
                        <a:lnTo>
                          <a:pt x="2802" y="2670"/>
                        </a:lnTo>
                        <a:lnTo>
                          <a:pt x="2790" y="2664"/>
                        </a:lnTo>
                        <a:lnTo>
                          <a:pt x="2784" y="2652"/>
                        </a:lnTo>
                        <a:lnTo>
                          <a:pt x="2784" y="2628"/>
                        </a:lnTo>
                        <a:lnTo>
                          <a:pt x="2766" y="2622"/>
                        </a:lnTo>
                        <a:lnTo>
                          <a:pt x="2772" y="2640"/>
                        </a:lnTo>
                        <a:lnTo>
                          <a:pt x="2772" y="2646"/>
                        </a:lnTo>
                        <a:lnTo>
                          <a:pt x="2778" y="2652"/>
                        </a:lnTo>
                        <a:lnTo>
                          <a:pt x="2778" y="2664"/>
                        </a:lnTo>
                        <a:lnTo>
                          <a:pt x="2772" y="2676"/>
                        </a:lnTo>
                        <a:lnTo>
                          <a:pt x="2760" y="2688"/>
                        </a:lnTo>
                        <a:lnTo>
                          <a:pt x="2754" y="2700"/>
                        </a:lnTo>
                        <a:lnTo>
                          <a:pt x="2736" y="2706"/>
                        </a:lnTo>
                        <a:lnTo>
                          <a:pt x="2718" y="2724"/>
                        </a:lnTo>
                        <a:lnTo>
                          <a:pt x="2712" y="2742"/>
                        </a:lnTo>
                        <a:lnTo>
                          <a:pt x="2700" y="2760"/>
                        </a:lnTo>
                        <a:lnTo>
                          <a:pt x="2694" y="2778"/>
                        </a:lnTo>
                        <a:lnTo>
                          <a:pt x="2688" y="2784"/>
                        </a:lnTo>
                        <a:lnTo>
                          <a:pt x="2664" y="2796"/>
                        </a:lnTo>
                        <a:lnTo>
                          <a:pt x="2652" y="2796"/>
                        </a:lnTo>
                        <a:lnTo>
                          <a:pt x="2646" y="2790"/>
                        </a:lnTo>
                        <a:lnTo>
                          <a:pt x="2640" y="2802"/>
                        </a:lnTo>
                        <a:lnTo>
                          <a:pt x="2634" y="2808"/>
                        </a:lnTo>
                        <a:lnTo>
                          <a:pt x="2634" y="2832"/>
                        </a:lnTo>
                        <a:lnTo>
                          <a:pt x="2628" y="2838"/>
                        </a:lnTo>
                        <a:lnTo>
                          <a:pt x="2622" y="2838"/>
                        </a:lnTo>
                        <a:lnTo>
                          <a:pt x="2586" y="2856"/>
                        </a:lnTo>
                        <a:lnTo>
                          <a:pt x="2562" y="2880"/>
                        </a:lnTo>
                        <a:lnTo>
                          <a:pt x="2562" y="2886"/>
                        </a:lnTo>
                        <a:lnTo>
                          <a:pt x="2568" y="2886"/>
                        </a:lnTo>
                        <a:lnTo>
                          <a:pt x="2580" y="2880"/>
                        </a:lnTo>
                        <a:lnTo>
                          <a:pt x="2592" y="2880"/>
                        </a:lnTo>
                        <a:lnTo>
                          <a:pt x="2598" y="2886"/>
                        </a:lnTo>
                        <a:lnTo>
                          <a:pt x="2610" y="2880"/>
                        </a:lnTo>
                        <a:lnTo>
                          <a:pt x="2616" y="2868"/>
                        </a:lnTo>
                        <a:lnTo>
                          <a:pt x="2628" y="2862"/>
                        </a:lnTo>
                        <a:lnTo>
                          <a:pt x="2658" y="2862"/>
                        </a:lnTo>
                        <a:lnTo>
                          <a:pt x="2658" y="2856"/>
                        </a:lnTo>
                        <a:lnTo>
                          <a:pt x="2664" y="2844"/>
                        </a:lnTo>
                        <a:lnTo>
                          <a:pt x="2676" y="2838"/>
                        </a:lnTo>
                        <a:lnTo>
                          <a:pt x="2682" y="2832"/>
                        </a:lnTo>
                        <a:lnTo>
                          <a:pt x="2754" y="2832"/>
                        </a:lnTo>
                        <a:lnTo>
                          <a:pt x="2766" y="2838"/>
                        </a:lnTo>
                        <a:lnTo>
                          <a:pt x="2790" y="2820"/>
                        </a:lnTo>
                        <a:lnTo>
                          <a:pt x="2856" y="2820"/>
                        </a:lnTo>
                        <a:lnTo>
                          <a:pt x="2862" y="2814"/>
                        </a:lnTo>
                        <a:lnTo>
                          <a:pt x="2862" y="2790"/>
                        </a:lnTo>
                        <a:lnTo>
                          <a:pt x="2844" y="2796"/>
                        </a:lnTo>
                        <a:lnTo>
                          <a:pt x="2832" y="2796"/>
                        </a:lnTo>
                        <a:lnTo>
                          <a:pt x="2826" y="2790"/>
                        </a:lnTo>
                        <a:lnTo>
                          <a:pt x="2826" y="2784"/>
                        </a:lnTo>
                        <a:lnTo>
                          <a:pt x="2832" y="2772"/>
                        </a:lnTo>
                        <a:lnTo>
                          <a:pt x="2850" y="2754"/>
                        </a:lnTo>
                        <a:lnTo>
                          <a:pt x="2868" y="2742"/>
                        </a:lnTo>
                        <a:lnTo>
                          <a:pt x="2880" y="2736"/>
                        </a:lnTo>
                        <a:lnTo>
                          <a:pt x="2910" y="2736"/>
                        </a:lnTo>
                        <a:lnTo>
                          <a:pt x="2928" y="2730"/>
                        </a:lnTo>
                        <a:lnTo>
                          <a:pt x="2952" y="2730"/>
                        </a:lnTo>
                        <a:lnTo>
                          <a:pt x="2964" y="2724"/>
                        </a:lnTo>
                        <a:lnTo>
                          <a:pt x="2970" y="2724"/>
                        </a:lnTo>
                        <a:lnTo>
                          <a:pt x="2976" y="2718"/>
                        </a:lnTo>
                        <a:lnTo>
                          <a:pt x="2982" y="2718"/>
                        </a:lnTo>
                        <a:lnTo>
                          <a:pt x="2994" y="2724"/>
                        </a:lnTo>
                        <a:lnTo>
                          <a:pt x="3000" y="2724"/>
                        </a:lnTo>
                        <a:lnTo>
                          <a:pt x="3012" y="2730"/>
                        </a:lnTo>
                        <a:lnTo>
                          <a:pt x="3018" y="2736"/>
                        </a:lnTo>
                        <a:lnTo>
                          <a:pt x="3024" y="2736"/>
                        </a:lnTo>
                        <a:lnTo>
                          <a:pt x="3030" y="2730"/>
                        </a:lnTo>
                        <a:lnTo>
                          <a:pt x="3030" y="2712"/>
                        </a:lnTo>
                        <a:lnTo>
                          <a:pt x="3036" y="2706"/>
                        </a:lnTo>
                        <a:lnTo>
                          <a:pt x="3048" y="2700"/>
                        </a:lnTo>
                        <a:lnTo>
                          <a:pt x="3060" y="2700"/>
                        </a:lnTo>
                        <a:lnTo>
                          <a:pt x="3066" y="2706"/>
                        </a:lnTo>
                        <a:lnTo>
                          <a:pt x="3072" y="2706"/>
                        </a:lnTo>
                        <a:lnTo>
                          <a:pt x="3072" y="2700"/>
                        </a:lnTo>
                        <a:lnTo>
                          <a:pt x="3102" y="2700"/>
                        </a:lnTo>
                        <a:lnTo>
                          <a:pt x="3114" y="2688"/>
                        </a:lnTo>
                        <a:lnTo>
                          <a:pt x="3126" y="2682"/>
                        </a:lnTo>
                        <a:lnTo>
                          <a:pt x="3150" y="2658"/>
                        </a:lnTo>
                        <a:lnTo>
                          <a:pt x="3162" y="2652"/>
                        </a:lnTo>
                        <a:lnTo>
                          <a:pt x="3174" y="2640"/>
                        </a:lnTo>
                        <a:lnTo>
                          <a:pt x="3408" y="2640"/>
                        </a:lnTo>
                        <a:lnTo>
                          <a:pt x="3408" y="2634"/>
                        </a:lnTo>
                        <a:lnTo>
                          <a:pt x="3420" y="2622"/>
                        </a:lnTo>
                        <a:lnTo>
                          <a:pt x="3438" y="2622"/>
                        </a:lnTo>
                        <a:lnTo>
                          <a:pt x="3450" y="2616"/>
                        </a:lnTo>
                        <a:lnTo>
                          <a:pt x="3456" y="2616"/>
                        </a:lnTo>
                        <a:lnTo>
                          <a:pt x="3456" y="2610"/>
                        </a:lnTo>
                        <a:lnTo>
                          <a:pt x="3468" y="2598"/>
                        </a:lnTo>
                        <a:lnTo>
                          <a:pt x="3480" y="2592"/>
                        </a:lnTo>
                        <a:lnTo>
                          <a:pt x="3486" y="2586"/>
                        </a:lnTo>
                        <a:lnTo>
                          <a:pt x="3498" y="2586"/>
                        </a:lnTo>
                        <a:lnTo>
                          <a:pt x="3504" y="2592"/>
                        </a:lnTo>
                        <a:lnTo>
                          <a:pt x="3510" y="2592"/>
                        </a:lnTo>
                        <a:lnTo>
                          <a:pt x="3510" y="2568"/>
                        </a:lnTo>
                        <a:lnTo>
                          <a:pt x="3516" y="2556"/>
                        </a:lnTo>
                        <a:lnTo>
                          <a:pt x="3528" y="2544"/>
                        </a:lnTo>
                        <a:lnTo>
                          <a:pt x="3534" y="2544"/>
                        </a:lnTo>
                        <a:lnTo>
                          <a:pt x="3546" y="2532"/>
                        </a:lnTo>
                        <a:lnTo>
                          <a:pt x="3546" y="2508"/>
                        </a:lnTo>
                        <a:lnTo>
                          <a:pt x="3588" y="2484"/>
                        </a:lnTo>
                        <a:lnTo>
                          <a:pt x="3594" y="2472"/>
                        </a:lnTo>
                        <a:lnTo>
                          <a:pt x="3618" y="2448"/>
                        </a:lnTo>
                        <a:lnTo>
                          <a:pt x="3630" y="2448"/>
                        </a:lnTo>
                        <a:lnTo>
                          <a:pt x="3636" y="2454"/>
                        </a:lnTo>
                        <a:lnTo>
                          <a:pt x="3636" y="2460"/>
                        </a:lnTo>
                        <a:lnTo>
                          <a:pt x="3642" y="2466"/>
                        </a:lnTo>
                        <a:lnTo>
                          <a:pt x="3654" y="2466"/>
                        </a:lnTo>
                        <a:lnTo>
                          <a:pt x="3666" y="2460"/>
                        </a:lnTo>
                        <a:lnTo>
                          <a:pt x="3702" y="2460"/>
                        </a:lnTo>
                        <a:lnTo>
                          <a:pt x="3708" y="2466"/>
                        </a:lnTo>
                        <a:lnTo>
                          <a:pt x="3708" y="2472"/>
                        </a:lnTo>
                        <a:lnTo>
                          <a:pt x="3702" y="2496"/>
                        </a:lnTo>
                        <a:lnTo>
                          <a:pt x="3690" y="2520"/>
                        </a:lnTo>
                        <a:lnTo>
                          <a:pt x="3678" y="2550"/>
                        </a:lnTo>
                        <a:lnTo>
                          <a:pt x="3666" y="2574"/>
                        </a:lnTo>
                        <a:lnTo>
                          <a:pt x="3666" y="2586"/>
                        </a:lnTo>
                        <a:lnTo>
                          <a:pt x="3672" y="2592"/>
                        </a:lnTo>
                        <a:lnTo>
                          <a:pt x="3678" y="2592"/>
                        </a:lnTo>
                        <a:lnTo>
                          <a:pt x="3684" y="2598"/>
                        </a:lnTo>
                        <a:lnTo>
                          <a:pt x="3672" y="2610"/>
                        </a:lnTo>
                        <a:lnTo>
                          <a:pt x="3666" y="2622"/>
                        </a:lnTo>
                        <a:lnTo>
                          <a:pt x="3666" y="2628"/>
                        </a:lnTo>
                        <a:lnTo>
                          <a:pt x="3690" y="2628"/>
                        </a:lnTo>
                        <a:lnTo>
                          <a:pt x="3690" y="2634"/>
                        </a:lnTo>
                        <a:lnTo>
                          <a:pt x="3696" y="2640"/>
                        </a:lnTo>
                        <a:lnTo>
                          <a:pt x="3714" y="2640"/>
                        </a:lnTo>
                        <a:lnTo>
                          <a:pt x="3750" y="2622"/>
                        </a:lnTo>
                        <a:lnTo>
                          <a:pt x="3768" y="2604"/>
                        </a:lnTo>
                        <a:lnTo>
                          <a:pt x="3780" y="2622"/>
                        </a:lnTo>
                        <a:lnTo>
                          <a:pt x="3786" y="2622"/>
                        </a:lnTo>
                        <a:lnTo>
                          <a:pt x="3792" y="2616"/>
                        </a:lnTo>
                        <a:lnTo>
                          <a:pt x="3816" y="2604"/>
                        </a:lnTo>
                        <a:lnTo>
                          <a:pt x="3828" y="2604"/>
                        </a:lnTo>
                        <a:lnTo>
                          <a:pt x="3840" y="2592"/>
                        </a:lnTo>
                        <a:lnTo>
                          <a:pt x="3852" y="2592"/>
                        </a:lnTo>
                        <a:lnTo>
                          <a:pt x="3864" y="2580"/>
                        </a:lnTo>
                        <a:lnTo>
                          <a:pt x="3870" y="2580"/>
                        </a:lnTo>
                        <a:lnTo>
                          <a:pt x="3888" y="2586"/>
                        </a:lnTo>
                        <a:lnTo>
                          <a:pt x="3846" y="2616"/>
                        </a:lnTo>
                        <a:lnTo>
                          <a:pt x="3936" y="2610"/>
                        </a:lnTo>
                        <a:lnTo>
                          <a:pt x="3918" y="2610"/>
                        </a:lnTo>
                        <a:lnTo>
                          <a:pt x="3906" y="2616"/>
                        </a:lnTo>
                        <a:lnTo>
                          <a:pt x="3894" y="2616"/>
                        </a:lnTo>
                        <a:lnTo>
                          <a:pt x="3888" y="2622"/>
                        </a:lnTo>
                        <a:lnTo>
                          <a:pt x="3888" y="2634"/>
                        </a:lnTo>
                        <a:lnTo>
                          <a:pt x="3882" y="2640"/>
                        </a:lnTo>
                        <a:lnTo>
                          <a:pt x="3876" y="2640"/>
                        </a:lnTo>
                        <a:lnTo>
                          <a:pt x="3870" y="2634"/>
                        </a:lnTo>
                        <a:lnTo>
                          <a:pt x="3864" y="2634"/>
                        </a:lnTo>
                        <a:lnTo>
                          <a:pt x="3852" y="2628"/>
                        </a:lnTo>
                        <a:lnTo>
                          <a:pt x="3846" y="2628"/>
                        </a:lnTo>
                        <a:lnTo>
                          <a:pt x="3828" y="2634"/>
                        </a:lnTo>
                        <a:lnTo>
                          <a:pt x="3738" y="2688"/>
                        </a:lnTo>
                        <a:lnTo>
                          <a:pt x="3726" y="2700"/>
                        </a:lnTo>
                        <a:lnTo>
                          <a:pt x="3720" y="2712"/>
                        </a:lnTo>
                        <a:lnTo>
                          <a:pt x="3720" y="2748"/>
                        </a:lnTo>
                        <a:lnTo>
                          <a:pt x="3726" y="2748"/>
                        </a:lnTo>
                        <a:lnTo>
                          <a:pt x="3732" y="2742"/>
                        </a:lnTo>
                        <a:lnTo>
                          <a:pt x="3738" y="2742"/>
                        </a:lnTo>
                        <a:lnTo>
                          <a:pt x="3738" y="2754"/>
                        </a:lnTo>
                        <a:lnTo>
                          <a:pt x="3744" y="2760"/>
                        </a:lnTo>
                        <a:lnTo>
                          <a:pt x="3756" y="2760"/>
                        </a:lnTo>
                        <a:lnTo>
                          <a:pt x="3762" y="2754"/>
                        </a:lnTo>
                        <a:lnTo>
                          <a:pt x="3768" y="2742"/>
                        </a:lnTo>
                        <a:lnTo>
                          <a:pt x="3774" y="2736"/>
                        </a:lnTo>
                        <a:lnTo>
                          <a:pt x="3786" y="2736"/>
                        </a:lnTo>
                        <a:lnTo>
                          <a:pt x="3804" y="2730"/>
                        </a:lnTo>
                        <a:lnTo>
                          <a:pt x="3816" y="2724"/>
                        </a:lnTo>
                        <a:lnTo>
                          <a:pt x="3834" y="2718"/>
                        </a:lnTo>
                        <a:lnTo>
                          <a:pt x="3846" y="2706"/>
                        </a:lnTo>
                        <a:lnTo>
                          <a:pt x="3852" y="2694"/>
                        </a:lnTo>
                        <a:lnTo>
                          <a:pt x="3870" y="2676"/>
                        </a:lnTo>
                        <a:lnTo>
                          <a:pt x="3876" y="2664"/>
                        </a:lnTo>
                        <a:lnTo>
                          <a:pt x="3876" y="2670"/>
                        </a:lnTo>
                        <a:lnTo>
                          <a:pt x="3882" y="2682"/>
                        </a:lnTo>
                        <a:lnTo>
                          <a:pt x="3888" y="2688"/>
                        </a:lnTo>
                        <a:lnTo>
                          <a:pt x="3894" y="2688"/>
                        </a:lnTo>
                        <a:lnTo>
                          <a:pt x="3930" y="2676"/>
                        </a:lnTo>
                        <a:lnTo>
                          <a:pt x="3954" y="2664"/>
                        </a:lnTo>
                        <a:lnTo>
                          <a:pt x="3972" y="2658"/>
                        </a:lnTo>
                        <a:lnTo>
                          <a:pt x="3984" y="2652"/>
                        </a:lnTo>
                        <a:lnTo>
                          <a:pt x="4008" y="2646"/>
                        </a:lnTo>
                        <a:lnTo>
                          <a:pt x="4068" y="2634"/>
                        </a:lnTo>
                        <a:lnTo>
                          <a:pt x="4080" y="2628"/>
                        </a:lnTo>
                        <a:lnTo>
                          <a:pt x="4068" y="2616"/>
                        </a:lnTo>
                        <a:lnTo>
                          <a:pt x="4074" y="2598"/>
                        </a:lnTo>
                        <a:lnTo>
                          <a:pt x="4038" y="2604"/>
                        </a:lnTo>
                        <a:lnTo>
                          <a:pt x="4038" y="2580"/>
                        </a:lnTo>
                        <a:lnTo>
                          <a:pt x="4026" y="2586"/>
                        </a:lnTo>
                        <a:lnTo>
                          <a:pt x="4020" y="2586"/>
                        </a:lnTo>
                        <a:lnTo>
                          <a:pt x="4008" y="2592"/>
                        </a:lnTo>
                        <a:lnTo>
                          <a:pt x="4002" y="2598"/>
                        </a:lnTo>
                        <a:lnTo>
                          <a:pt x="3990" y="2598"/>
                        </a:lnTo>
                        <a:lnTo>
                          <a:pt x="3990" y="2580"/>
                        </a:lnTo>
                        <a:lnTo>
                          <a:pt x="3930" y="2580"/>
                        </a:lnTo>
                        <a:lnTo>
                          <a:pt x="3924" y="2574"/>
                        </a:lnTo>
                        <a:lnTo>
                          <a:pt x="3924" y="2568"/>
                        </a:lnTo>
                        <a:lnTo>
                          <a:pt x="3918" y="2562"/>
                        </a:lnTo>
                        <a:lnTo>
                          <a:pt x="3918" y="2556"/>
                        </a:lnTo>
                        <a:lnTo>
                          <a:pt x="3930" y="2556"/>
                        </a:lnTo>
                        <a:lnTo>
                          <a:pt x="3918" y="2544"/>
                        </a:lnTo>
                        <a:lnTo>
                          <a:pt x="3888" y="2544"/>
                        </a:lnTo>
                        <a:lnTo>
                          <a:pt x="3882" y="2532"/>
                        </a:lnTo>
                        <a:lnTo>
                          <a:pt x="3882" y="2526"/>
                        </a:lnTo>
                        <a:lnTo>
                          <a:pt x="3876" y="2514"/>
                        </a:lnTo>
                        <a:lnTo>
                          <a:pt x="3876" y="2502"/>
                        </a:lnTo>
                        <a:lnTo>
                          <a:pt x="3894" y="2484"/>
                        </a:lnTo>
                        <a:lnTo>
                          <a:pt x="3870" y="2484"/>
                        </a:lnTo>
                        <a:lnTo>
                          <a:pt x="3876" y="2478"/>
                        </a:lnTo>
                        <a:lnTo>
                          <a:pt x="3888" y="2472"/>
                        </a:lnTo>
                        <a:lnTo>
                          <a:pt x="3894" y="2460"/>
                        </a:lnTo>
                        <a:lnTo>
                          <a:pt x="3906" y="2454"/>
                        </a:lnTo>
                        <a:lnTo>
                          <a:pt x="3918" y="2442"/>
                        </a:lnTo>
                        <a:lnTo>
                          <a:pt x="3924" y="2430"/>
                        </a:lnTo>
                        <a:lnTo>
                          <a:pt x="3936" y="2424"/>
                        </a:lnTo>
                        <a:lnTo>
                          <a:pt x="3942" y="2412"/>
                        </a:lnTo>
                        <a:lnTo>
                          <a:pt x="3948" y="2406"/>
                        </a:lnTo>
                        <a:lnTo>
                          <a:pt x="3936" y="2400"/>
                        </a:lnTo>
                        <a:lnTo>
                          <a:pt x="3912" y="2430"/>
                        </a:lnTo>
                        <a:lnTo>
                          <a:pt x="3894" y="2418"/>
                        </a:lnTo>
                        <a:lnTo>
                          <a:pt x="3864" y="2436"/>
                        </a:lnTo>
                        <a:lnTo>
                          <a:pt x="3858" y="2418"/>
                        </a:lnTo>
                        <a:lnTo>
                          <a:pt x="3828" y="2406"/>
                        </a:lnTo>
                        <a:lnTo>
                          <a:pt x="3810" y="2412"/>
                        </a:lnTo>
                        <a:lnTo>
                          <a:pt x="3864" y="2394"/>
                        </a:lnTo>
                        <a:lnTo>
                          <a:pt x="3870" y="2400"/>
                        </a:lnTo>
                        <a:lnTo>
                          <a:pt x="3882" y="2406"/>
                        </a:lnTo>
                        <a:lnTo>
                          <a:pt x="3900" y="2406"/>
                        </a:lnTo>
                        <a:lnTo>
                          <a:pt x="3918" y="2388"/>
                        </a:lnTo>
                        <a:lnTo>
                          <a:pt x="3930" y="2382"/>
                        </a:lnTo>
                        <a:lnTo>
                          <a:pt x="3936" y="2376"/>
                        </a:lnTo>
                        <a:lnTo>
                          <a:pt x="3978" y="2376"/>
                        </a:lnTo>
                        <a:lnTo>
                          <a:pt x="3978" y="2364"/>
                        </a:lnTo>
                        <a:lnTo>
                          <a:pt x="3972" y="2358"/>
                        </a:lnTo>
                        <a:lnTo>
                          <a:pt x="3966" y="2346"/>
                        </a:lnTo>
                        <a:lnTo>
                          <a:pt x="3990" y="2346"/>
                        </a:lnTo>
                        <a:lnTo>
                          <a:pt x="3978" y="2334"/>
                        </a:lnTo>
                        <a:lnTo>
                          <a:pt x="3972" y="2322"/>
                        </a:lnTo>
                        <a:lnTo>
                          <a:pt x="3960" y="2316"/>
                        </a:lnTo>
                        <a:lnTo>
                          <a:pt x="3942" y="2310"/>
                        </a:lnTo>
                        <a:lnTo>
                          <a:pt x="3918" y="2310"/>
                        </a:lnTo>
                        <a:lnTo>
                          <a:pt x="3852" y="2316"/>
                        </a:lnTo>
                        <a:lnTo>
                          <a:pt x="3792" y="2334"/>
                        </a:lnTo>
                        <a:lnTo>
                          <a:pt x="3744" y="2352"/>
                        </a:lnTo>
                        <a:lnTo>
                          <a:pt x="3684" y="2376"/>
                        </a:lnTo>
                        <a:lnTo>
                          <a:pt x="3660" y="2388"/>
                        </a:lnTo>
                        <a:lnTo>
                          <a:pt x="3642" y="2400"/>
                        </a:lnTo>
                        <a:lnTo>
                          <a:pt x="3624" y="2418"/>
                        </a:lnTo>
                        <a:lnTo>
                          <a:pt x="3606" y="2430"/>
                        </a:lnTo>
                        <a:lnTo>
                          <a:pt x="3594" y="2442"/>
                        </a:lnTo>
                        <a:lnTo>
                          <a:pt x="3576" y="2454"/>
                        </a:lnTo>
                        <a:lnTo>
                          <a:pt x="3564" y="2466"/>
                        </a:lnTo>
                        <a:lnTo>
                          <a:pt x="3528" y="2484"/>
                        </a:lnTo>
                        <a:lnTo>
                          <a:pt x="3516" y="2484"/>
                        </a:lnTo>
                        <a:lnTo>
                          <a:pt x="3498" y="2490"/>
                        </a:lnTo>
                        <a:lnTo>
                          <a:pt x="3486" y="2490"/>
                        </a:lnTo>
                        <a:lnTo>
                          <a:pt x="3492" y="2490"/>
                        </a:lnTo>
                        <a:lnTo>
                          <a:pt x="3498" y="2484"/>
                        </a:lnTo>
                        <a:lnTo>
                          <a:pt x="3510" y="2478"/>
                        </a:lnTo>
                        <a:lnTo>
                          <a:pt x="3522" y="2466"/>
                        </a:lnTo>
                        <a:lnTo>
                          <a:pt x="3540" y="2460"/>
                        </a:lnTo>
                        <a:lnTo>
                          <a:pt x="3552" y="2448"/>
                        </a:lnTo>
                        <a:lnTo>
                          <a:pt x="3576" y="2436"/>
                        </a:lnTo>
                        <a:lnTo>
                          <a:pt x="3600" y="2412"/>
                        </a:lnTo>
                        <a:lnTo>
                          <a:pt x="3606" y="2400"/>
                        </a:lnTo>
                        <a:lnTo>
                          <a:pt x="3582" y="2388"/>
                        </a:lnTo>
                        <a:lnTo>
                          <a:pt x="3588" y="2388"/>
                        </a:lnTo>
                        <a:lnTo>
                          <a:pt x="3594" y="2394"/>
                        </a:lnTo>
                        <a:lnTo>
                          <a:pt x="3624" y="2394"/>
                        </a:lnTo>
                        <a:lnTo>
                          <a:pt x="3642" y="2382"/>
                        </a:lnTo>
                        <a:lnTo>
                          <a:pt x="3702" y="2334"/>
                        </a:lnTo>
                        <a:lnTo>
                          <a:pt x="3750" y="2310"/>
                        </a:lnTo>
                        <a:lnTo>
                          <a:pt x="3768" y="2304"/>
                        </a:lnTo>
                        <a:lnTo>
                          <a:pt x="3804" y="2304"/>
                        </a:lnTo>
                        <a:lnTo>
                          <a:pt x="3852" y="2256"/>
                        </a:lnTo>
                        <a:lnTo>
                          <a:pt x="3870" y="2244"/>
                        </a:lnTo>
                        <a:lnTo>
                          <a:pt x="3888" y="2238"/>
                        </a:lnTo>
                        <a:lnTo>
                          <a:pt x="3936" y="2232"/>
                        </a:lnTo>
                        <a:lnTo>
                          <a:pt x="3990" y="2232"/>
                        </a:lnTo>
                        <a:lnTo>
                          <a:pt x="4044" y="2226"/>
                        </a:lnTo>
                        <a:lnTo>
                          <a:pt x="4074" y="2226"/>
                        </a:lnTo>
                        <a:lnTo>
                          <a:pt x="4104" y="2232"/>
                        </a:lnTo>
                        <a:lnTo>
                          <a:pt x="4176" y="2244"/>
                        </a:lnTo>
                        <a:lnTo>
                          <a:pt x="4200" y="2250"/>
                        </a:lnTo>
                        <a:lnTo>
                          <a:pt x="4212" y="2244"/>
                        </a:lnTo>
                        <a:lnTo>
                          <a:pt x="4248" y="2232"/>
                        </a:lnTo>
                        <a:lnTo>
                          <a:pt x="4260" y="2226"/>
                        </a:lnTo>
                        <a:lnTo>
                          <a:pt x="4278" y="2226"/>
                        </a:lnTo>
                        <a:lnTo>
                          <a:pt x="4296" y="2220"/>
                        </a:lnTo>
                        <a:lnTo>
                          <a:pt x="4320" y="2214"/>
                        </a:lnTo>
                        <a:lnTo>
                          <a:pt x="4338" y="2208"/>
                        </a:lnTo>
                        <a:lnTo>
                          <a:pt x="4374" y="2172"/>
                        </a:lnTo>
                        <a:lnTo>
                          <a:pt x="4392" y="2166"/>
                        </a:lnTo>
                        <a:lnTo>
                          <a:pt x="4404" y="2154"/>
                        </a:lnTo>
                        <a:lnTo>
                          <a:pt x="4410" y="2154"/>
                        </a:lnTo>
                        <a:lnTo>
                          <a:pt x="4422" y="2148"/>
                        </a:lnTo>
                        <a:lnTo>
                          <a:pt x="4452" y="2148"/>
                        </a:lnTo>
                        <a:lnTo>
                          <a:pt x="4458" y="2142"/>
                        </a:lnTo>
                        <a:lnTo>
                          <a:pt x="4470" y="2136"/>
                        </a:lnTo>
                        <a:lnTo>
                          <a:pt x="4476" y="2130"/>
                        </a:lnTo>
                        <a:lnTo>
                          <a:pt x="4494" y="2130"/>
                        </a:lnTo>
                        <a:lnTo>
                          <a:pt x="4500" y="2136"/>
                        </a:lnTo>
                        <a:lnTo>
                          <a:pt x="4518" y="2136"/>
                        </a:lnTo>
                        <a:lnTo>
                          <a:pt x="4530" y="2130"/>
                        </a:lnTo>
                        <a:lnTo>
                          <a:pt x="4536" y="2130"/>
                        </a:lnTo>
                        <a:lnTo>
                          <a:pt x="4542" y="2124"/>
                        </a:lnTo>
                        <a:lnTo>
                          <a:pt x="4596" y="2106"/>
                        </a:lnTo>
                        <a:lnTo>
                          <a:pt x="4620" y="2094"/>
                        </a:lnTo>
                        <a:lnTo>
                          <a:pt x="4620" y="2088"/>
                        </a:lnTo>
                        <a:lnTo>
                          <a:pt x="4614" y="2076"/>
                        </a:lnTo>
                        <a:lnTo>
                          <a:pt x="4602" y="2070"/>
                        </a:lnTo>
                        <a:lnTo>
                          <a:pt x="4584" y="2052"/>
                        </a:lnTo>
                        <a:lnTo>
                          <a:pt x="4578" y="2052"/>
                        </a:lnTo>
                        <a:lnTo>
                          <a:pt x="4602" y="2052"/>
                        </a:lnTo>
                        <a:lnTo>
                          <a:pt x="4614" y="2046"/>
                        </a:lnTo>
                        <a:lnTo>
                          <a:pt x="4614" y="2028"/>
                        </a:lnTo>
                        <a:lnTo>
                          <a:pt x="4608" y="2022"/>
                        </a:lnTo>
                        <a:lnTo>
                          <a:pt x="4608" y="2010"/>
                        </a:lnTo>
                        <a:lnTo>
                          <a:pt x="4632" y="2010"/>
                        </a:lnTo>
                        <a:lnTo>
                          <a:pt x="4644" y="1998"/>
                        </a:lnTo>
                        <a:lnTo>
                          <a:pt x="4644" y="1992"/>
                        </a:lnTo>
                        <a:lnTo>
                          <a:pt x="4632" y="1980"/>
                        </a:lnTo>
                        <a:lnTo>
                          <a:pt x="4626" y="1968"/>
                        </a:lnTo>
                        <a:lnTo>
                          <a:pt x="4608" y="1962"/>
                        </a:lnTo>
                        <a:lnTo>
                          <a:pt x="4602" y="1956"/>
                        </a:lnTo>
                        <a:lnTo>
                          <a:pt x="4590" y="196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97" name="Brazil" descr="© INSCALE GmbH, 05.05.2010&#10;http://www.presentationload.com/">
                    <a:extLst>
                      <a:ext uri="{FF2B5EF4-FFF2-40B4-BE49-F238E27FC236}">
                        <a16:creationId xmlns:a16="http://schemas.microsoft.com/office/drawing/2014/main" id="{2E6C392C-F0DD-F7AD-F37C-D1605E09F2F9}"/>
                      </a:ext>
                    </a:extLst>
                  </p:cNvPr>
                  <p:cNvSpPr>
                    <a:spLocks noEditPoints="1"/>
                  </p:cNvSpPr>
                  <p:nvPr/>
                </p:nvSpPr>
                <p:spPr bwMode="gray">
                  <a:xfrm>
                    <a:off x="1323" y="2460"/>
                    <a:ext cx="706" cy="799"/>
                  </a:xfrm>
                  <a:custGeom>
                    <a:avLst/>
                    <a:gdLst>
                      <a:gd name="T0" fmla="*/ 2147483647 w 2784"/>
                      <a:gd name="T1" fmla="*/ 2147483647 h 3150"/>
                      <a:gd name="T2" fmla="*/ 2147483647 w 2784"/>
                      <a:gd name="T3" fmla="*/ 2147483647 h 3150"/>
                      <a:gd name="T4" fmla="*/ 2147483647 w 2784"/>
                      <a:gd name="T5" fmla="*/ 2147483647 h 3150"/>
                      <a:gd name="T6" fmla="*/ 2147483647 w 2784"/>
                      <a:gd name="T7" fmla="*/ 2147483647 h 3150"/>
                      <a:gd name="T8" fmla="*/ 2147483647 w 2784"/>
                      <a:gd name="T9" fmla="*/ 2147483647 h 3150"/>
                      <a:gd name="T10" fmla="*/ 2147483647 w 2784"/>
                      <a:gd name="T11" fmla="*/ 2147483647 h 3150"/>
                      <a:gd name="T12" fmla="*/ 2147483647 w 2784"/>
                      <a:gd name="T13" fmla="*/ 2147483647 h 3150"/>
                      <a:gd name="T14" fmla="*/ 2147483647 w 2784"/>
                      <a:gd name="T15" fmla="*/ 2147483647 h 3150"/>
                      <a:gd name="T16" fmla="*/ 2147483647 w 2784"/>
                      <a:gd name="T17" fmla="*/ 2147483647 h 3150"/>
                      <a:gd name="T18" fmla="*/ 2147483647 w 2784"/>
                      <a:gd name="T19" fmla="*/ 2147483647 h 3150"/>
                      <a:gd name="T20" fmla="*/ 2147483647 w 2784"/>
                      <a:gd name="T21" fmla="*/ 2147483647 h 3150"/>
                      <a:gd name="T22" fmla="*/ 2147483647 w 2784"/>
                      <a:gd name="T23" fmla="*/ 2147483647 h 3150"/>
                      <a:gd name="T24" fmla="*/ 2147483647 w 2784"/>
                      <a:gd name="T25" fmla="*/ 2147483647 h 3150"/>
                      <a:gd name="T26" fmla="*/ 2147483647 w 2784"/>
                      <a:gd name="T27" fmla="*/ 2147483647 h 3150"/>
                      <a:gd name="T28" fmla="*/ 2147483647 w 2784"/>
                      <a:gd name="T29" fmla="*/ 2147483647 h 3150"/>
                      <a:gd name="T30" fmla="*/ 2147483647 w 2784"/>
                      <a:gd name="T31" fmla="*/ 2147483647 h 3150"/>
                      <a:gd name="T32" fmla="*/ 2147483647 w 2784"/>
                      <a:gd name="T33" fmla="*/ 2147483647 h 3150"/>
                      <a:gd name="T34" fmla="*/ 2147483647 w 2784"/>
                      <a:gd name="T35" fmla="*/ 2147483647 h 3150"/>
                      <a:gd name="T36" fmla="*/ 2147483647 w 2784"/>
                      <a:gd name="T37" fmla="*/ 2147483647 h 3150"/>
                      <a:gd name="T38" fmla="*/ 2147483647 w 2784"/>
                      <a:gd name="T39" fmla="*/ 2147483647 h 3150"/>
                      <a:gd name="T40" fmla="*/ 2147483647 w 2784"/>
                      <a:gd name="T41" fmla="*/ 2147483647 h 3150"/>
                      <a:gd name="T42" fmla="*/ 2147483647 w 2784"/>
                      <a:gd name="T43" fmla="*/ 2147483647 h 3150"/>
                      <a:gd name="T44" fmla="*/ 2147483647 w 2784"/>
                      <a:gd name="T45" fmla="*/ 2147483647 h 3150"/>
                      <a:gd name="T46" fmla="*/ 2147483647 w 2784"/>
                      <a:gd name="T47" fmla="*/ 2147483647 h 3150"/>
                      <a:gd name="T48" fmla="*/ 2147483647 w 2784"/>
                      <a:gd name="T49" fmla="*/ 2147483647 h 3150"/>
                      <a:gd name="T50" fmla="*/ 2147483647 w 2784"/>
                      <a:gd name="T51" fmla="*/ 2147483647 h 3150"/>
                      <a:gd name="T52" fmla="*/ 2147483647 w 2784"/>
                      <a:gd name="T53" fmla="*/ 2147483647 h 3150"/>
                      <a:gd name="T54" fmla="*/ 2147483647 w 2784"/>
                      <a:gd name="T55" fmla="*/ 2147483647 h 3150"/>
                      <a:gd name="T56" fmla="*/ 2147483647 w 2784"/>
                      <a:gd name="T57" fmla="*/ 2147483647 h 3150"/>
                      <a:gd name="T58" fmla="*/ 2147483647 w 2784"/>
                      <a:gd name="T59" fmla="*/ 2147483647 h 3150"/>
                      <a:gd name="T60" fmla="*/ 2147483647 w 2784"/>
                      <a:gd name="T61" fmla="*/ 2147483647 h 3150"/>
                      <a:gd name="T62" fmla="*/ 2147483647 w 2784"/>
                      <a:gd name="T63" fmla="*/ 2147483647 h 3150"/>
                      <a:gd name="T64" fmla="*/ 2147483647 w 2784"/>
                      <a:gd name="T65" fmla="*/ 2147483647 h 3150"/>
                      <a:gd name="T66" fmla="*/ 2147483647 w 2784"/>
                      <a:gd name="T67" fmla="*/ 2147483647 h 3150"/>
                      <a:gd name="T68" fmla="*/ 2147483647 w 2784"/>
                      <a:gd name="T69" fmla="*/ 2147483647 h 3150"/>
                      <a:gd name="T70" fmla="*/ 2147483647 w 2784"/>
                      <a:gd name="T71" fmla="*/ 2147483647 h 3150"/>
                      <a:gd name="T72" fmla="*/ 2147483647 w 2784"/>
                      <a:gd name="T73" fmla="*/ 2147483647 h 3150"/>
                      <a:gd name="T74" fmla="*/ 2147483647 w 2784"/>
                      <a:gd name="T75" fmla="*/ 2147483647 h 3150"/>
                      <a:gd name="T76" fmla="*/ 2147483647 w 2784"/>
                      <a:gd name="T77" fmla="*/ 2147483647 h 3150"/>
                      <a:gd name="T78" fmla="*/ 2147483647 w 2784"/>
                      <a:gd name="T79" fmla="*/ 2147483647 h 3150"/>
                      <a:gd name="T80" fmla="*/ 2147483647 w 2784"/>
                      <a:gd name="T81" fmla="*/ 2147483647 h 3150"/>
                      <a:gd name="T82" fmla="*/ 2147483647 w 2784"/>
                      <a:gd name="T83" fmla="*/ 2147483647 h 3150"/>
                      <a:gd name="T84" fmla="*/ 2147483647 w 2784"/>
                      <a:gd name="T85" fmla="*/ 2147483647 h 3150"/>
                      <a:gd name="T86" fmla="*/ 2147483647 w 2784"/>
                      <a:gd name="T87" fmla="*/ 2147483647 h 3150"/>
                      <a:gd name="T88" fmla="*/ 2147483647 w 2784"/>
                      <a:gd name="T89" fmla="*/ 2147483647 h 3150"/>
                      <a:gd name="T90" fmla="*/ 2147483647 w 2784"/>
                      <a:gd name="T91" fmla="*/ 2147483647 h 3150"/>
                      <a:gd name="T92" fmla="*/ 2147483647 w 2784"/>
                      <a:gd name="T93" fmla="*/ 2147483647 h 3150"/>
                      <a:gd name="T94" fmla="*/ 2147483647 w 2784"/>
                      <a:gd name="T95" fmla="*/ 2147483647 h 3150"/>
                      <a:gd name="T96" fmla="*/ 2147483647 w 2784"/>
                      <a:gd name="T97" fmla="*/ 2147483647 h 3150"/>
                      <a:gd name="T98" fmla="*/ 2147483647 w 2784"/>
                      <a:gd name="T99" fmla="*/ 2147483647 h 3150"/>
                      <a:gd name="T100" fmla="*/ 2147483647 w 2784"/>
                      <a:gd name="T101" fmla="*/ 2147483647 h 3150"/>
                      <a:gd name="T102" fmla="*/ 2147483647 w 2784"/>
                      <a:gd name="T103" fmla="*/ 2147483647 h 3150"/>
                      <a:gd name="T104" fmla="*/ 2147483647 w 2784"/>
                      <a:gd name="T105" fmla="*/ 2147483647 h 3150"/>
                      <a:gd name="T106" fmla="*/ 2147483647 w 2784"/>
                      <a:gd name="T107" fmla="*/ 2147483647 h 3150"/>
                      <a:gd name="T108" fmla="*/ 2147483647 w 2784"/>
                      <a:gd name="T109" fmla="*/ 2147483647 h 3150"/>
                      <a:gd name="T110" fmla="*/ 2147483647 w 2784"/>
                      <a:gd name="T111" fmla="*/ 2147483647 h 3150"/>
                      <a:gd name="T112" fmla="*/ 2147483647 w 2784"/>
                      <a:gd name="T113" fmla="*/ 2147483647 h 3150"/>
                      <a:gd name="T114" fmla="*/ 2147483647 w 2784"/>
                      <a:gd name="T115" fmla="*/ 2147483647 h 3150"/>
                      <a:gd name="T116" fmla="*/ 2147483647 w 2784"/>
                      <a:gd name="T117" fmla="*/ 2147483647 h 3150"/>
                      <a:gd name="T118" fmla="*/ 2147483647 w 2784"/>
                      <a:gd name="T119" fmla="*/ 2147483647 h 315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2784"/>
                      <a:gd name="T181" fmla="*/ 0 h 3150"/>
                      <a:gd name="T182" fmla="*/ 2784 w 2784"/>
                      <a:gd name="T183" fmla="*/ 3150 h 315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2784" h="3150">
                        <a:moveTo>
                          <a:pt x="1716" y="450"/>
                        </a:moveTo>
                        <a:lnTo>
                          <a:pt x="1710" y="450"/>
                        </a:lnTo>
                        <a:lnTo>
                          <a:pt x="1698" y="444"/>
                        </a:lnTo>
                        <a:lnTo>
                          <a:pt x="1680" y="444"/>
                        </a:lnTo>
                        <a:lnTo>
                          <a:pt x="1662" y="438"/>
                        </a:lnTo>
                        <a:lnTo>
                          <a:pt x="1650" y="438"/>
                        </a:lnTo>
                        <a:lnTo>
                          <a:pt x="1644" y="444"/>
                        </a:lnTo>
                        <a:lnTo>
                          <a:pt x="1644" y="450"/>
                        </a:lnTo>
                        <a:lnTo>
                          <a:pt x="1650" y="462"/>
                        </a:lnTo>
                        <a:lnTo>
                          <a:pt x="1650" y="468"/>
                        </a:lnTo>
                        <a:lnTo>
                          <a:pt x="1656" y="480"/>
                        </a:lnTo>
                        <a:lnTo>
                          <a:pt x="1638" y="480"/>
                        </a:lnTo>
                        <a:lnTo>
                          <a:pt x="1638" y="504"/>
                        </a:lnTo>
                        <a:lnTo>
                          <a:pt x="1656" y="516"/>
                        </a:lnTo>
                        <a:lnTo>
                          <a:pt x="1644" y="528"/>
                        </a:lnTo>
                        <a:lnTo>
                          <a:pt x="1644" y="540"/>
                        </a:lnTo>
                        <a:lnTo>
                          <a:pt x="1656" y="564"/>
                        </a:lnTo>
                        <a:lnTo>
                          <a:pt x="1668" y="570"/>
                        </a:lnTo>
                        <a:lnTo>
                          <a:pt x="1674" y="576"/>
                        </a:lnTo>
                        <a:lnTo>
                          <a:pt x="1686" y="576"/>
                        </a:lnTo>
                        <a:lnTo>
                          <a:pt x="1698" y="570"/>
                        </a:lnTo>
                        <a:lnTo>
                          <a:pt x="1710" y="570"/>
                        </a:lnTo>
                        <a:lnTo>
                          <a:pt x="1716" y="564"/>
                        </a:lnTo>
                        <a:lnTo>
                          <a:pt x="1716" y="558"/>
                        </a:lnTo>
                        <a:lnTo>
                          <a:pt x="1728" y="558"/>
                        </a:lnTo>
                        <a:lnTo>
                          <a:pt x="1740" y="552"/>
                        </a:lnTo>
                        <a:lnTo>
                          <a:pt x="1758" y="552"/>
                        </a:lnTo>
                        <a:lnTo>
                          <a:pt x="1770" y="546"/>
                        </a:lnTo>
                        <a:lnTo>
                          <a:pt x="1776" y="534"/>
                        </a:lnTo>
                        <a:lnTo>
                          <a:pt x="1788" y="492"/>
                        </a:lnTo>
                        <a:lnTo>
                          <a:pt x="1794" y="480"/>
                        </a:lnTo>
                        <a:lnTo>
                          <a:pt x="1794" y="474"/>
                        </a:lnTo>
                        <a:lnTo>
                          <a:pt x="1800" y="462"/>
                        </a:lnTo>
                        <a:lnTo>
                          <a:pt x="1800" y="444"/>
                        </a:lnTo>
                        <a:lnTo>
                          <a:pt x="1794" y="438"/>
                        </a:lnTo>
                        <a:lnTo>
                          <a:pt x="1752" y="438"/>
                        </a:lnTo>
                        <a:lnTo>
                          <a:pt x="1740" y="444"/>
                        </a:lnTo>
                        <a:lnTo>
                          <a:pt x="1734" y="444"/>
                        </a:lnTo>
                        <a:lnTo>
                          <a:pt x="1722" y="450"/>
                        </a:lnTo>
                        <a:lnTo>
                          <a:pt x="1716" y="450"/>
                        </a:lnTo>
                        <a:close/>
                        <a:moveTo>
                          <a:pt x="1716" y="438"/>
                        </a:moveTo>
                        <a:lnTo>
                          <a:pt x="1740" y="432"/>
                        </a:lnTo>
                        <a:lnTo>
                          <a:pt x="1722" y="414"/>
                        </a:lnTo>
                        <a:lnTo>
                          <a:pt x="1698" y="438"/>
                        </a:lnTo>
                        <a:lnTo>
                          <a:pt x="1716" y="438"/>
                        </a:lnTo>
                        <a:close/>
                        <a:moveTo>
                          <a:pt x="1686" y="408"/>
                        </a:moveTo>
                        <a:lnTo>
                          <a:pt x="1662" y="408"/>
                        </a:lnTo>
                        <a:lnTo>
                          <a:pt x="1662" y="426"/>
                        </a:lnTo>
                        <a:lnTo>
                          <a:pt x="1698" y="426"/>
                        </a:lnTo>
                        <a:lnTo>
                          <a:pt x="1716" y="402"/>
                        </a:lnTo>
                        <a:lnTo>
                          <a:pt x="1698" y="384"/>
                        </a:lnTo>
                        <a:lnTo>
                          <a:pt x="1686" y="408"/>
                        </a:lnTo>
                        <a:close/>
                        <a:moveTo>
                          <a:pt x="1572" y="492"/>
                        </a:moveTo>
                        <a:lnTo>
                          <a:pt x="1572" y="510"/>
                        </a:lnTo>
                        <a:lnTo>
                          <a:pt x="1554" y="546"/>
                        </a:lnTo>
                        <a:lnTo>
                          <a:pt x="1584" y="528"/>
                        </a:lnTo>
                        <a:lnTo>
                          <a:pt x="1590" y="516"/>
                        </a:lnTo>
                        <a:lnTo>
                          <a:pt x="1596" y="510"/>
                        </a:lnTo>
                        <a:lnTo>
                          <a:pt x="1608" y="486"/>
                        </a:lnTo>
                        <a:lnTo>
                          <a:pt x="1608" y="480"/>
                        </a:lnTo>
                        <a:lnTo>
                          <a:pt x="1602" y="474"/>
                        </a:lnTo>
                        <a:lnTo>
                          <a:pt x="1596" y="474"/>
                        </a:lnTo>
                        <a:lnTo>
                          <a:pt x="1584" y="480"/>
                        </a:lnTo>
                        <a:lnTo>
                          <a:pt x="1572" y="492"/>
                        </a:lnTo>
                        <a:close/>
                        <a:moveTo>
                          <a:pt x="1632" y="426"/>
                        </a:moveTo>
                        <a:lnTo>
                          <a:pt x="1608" y="450"/>
                        </a:lnTo>
                        <a:lnTo>
                          <a:pt x="1626" y="456"/>
                        </a:lnTo>
                        <a:lnTo>
                          <a:pt x="1644" y="432"/>
                        </a:lnTo>
                        <a:lnTo>
                          <a:pt x="1632" y="426"/>
                        </a:lnTo>
                        <a:close/>
                        <a:moveTo>
                          <a:pt x="2778" y="1002"/>
                        </a:moveTo>
                        <a:lnTo>
                          <a:pt x="2778" y="984"/>
                        </a:lnTo>
                        <a:lnTo>
                          <a:pt x="2772" y="972"/>
                        </a:lnTo>
                        <a:lnTo>
                          <a:pt x="2760" y="954"/>
                        </a:lnTo>
                        <a:lnTo>
                          <a:pt x="2754" y="936"/>
                        </a:lnTo>
                        <a:lnTo>
                          <a:pt x="2754" y="870"/>
                        </a:lnTo>
                        <a:lnTo>
                          <a:pt x="2724" y="840"/>
                        </a:lnTo>
                        <a:lnTo>
                          <a:pt x="2694" y="834"/>
                        </a:lnTo>
                        <a:lnTo>
                          <a:pt x="2646" y="840"/>
                        </a:lnTo>
                        <a:lnTo>
                          <a:pt x="2628" y="822"/>
                        </a:lnTo>
                        <a:lnTo>
                          <a:pt x="2610" y="822"/>
                        </a:lnTo>
                        <a:lnTo>
                          <a:pt x="2592" y="798"/>
                        </a:lnTo>
                        <a:lnTo>
                          <a:pt x="2568" y="798"/>
                        </a:lnTo>
                        <a:lnTo>
                          <a:pt x="2538" y="768"/>
                        </a:lnTo>
                        <a:lnTo>
                          <a:pt x="2526" y="750"/>
                        </a:lnTo>
                        <a:lnTo>
                          <a:pt x="2490" y="714"/>
                        </a:lnTo>
                        <a:lnTo>
                          <a:pt x="2418" y="666"/>
                        </a:lnTo>
                        <a:lnTo>
                          <a:pt x="2394" y="660"/>
                        </a:lnTo>
                        <a:lnTo>
                          <a:pt x="2316" y="660"/>
                        </a:lnTo>
                        <a:lnTo>
                          <a:pt x="2316" y="672"/>
                        </a:lnTo>
                        <a:lnTo>
                          <a:pt x="2310" y="672"/>
                        </a:lnTo>
                        <a:lnTo>
                          <a:pt x="2298" y="660"/>
                        </a:lnTo>
                        <a:lnTo>
                          <a:pt x="2286" y="654"/>
                        </a:lnTo>
                        <a:lnTo>
                          <a:pt x="2274" y="654"/>
                        </a:lnTo>
                        <a:lnTo>
                          <a:pt x="2262" y="648"/>
                        </a:lnTo>
                        <a:lnTo>
                          <a:pt x="2232" y="648"/>
                        </a:lnTo>
                        <a:lnTo>
                          <a:pt x="2226" y="642"/>
                        </a:lnTo>
                        <a:lnTo>
                          <a:pt x="2214" y="636"/>
                        </a:lnTo>
                        <a:lnTo>
                          <a:pt x="2196" y="630"/>
                        </a:lnTo>
                        <a:lnTo>
                          <a:pt x="2184" y="624"/>
                        </a:lnTo>
                        <a:lnTo>
                          <a:pt x="2166" y="618"/>
                        </a:lnTo>
                        <a:lnTo>
                          <a:pt x="2154" y="618"/>
                        </a:lnTo>
                        <a:lnTo>
                          <a:pt x="2142" y="624"/>
                        </a:lnTo>
                        <a:lnTo>
                          <a:pt x="2112" y="654"/>
                        </a:lnTo>
                        <a:lnTo>
                          <a:pt x="2106" y="666"/>
                        </a:lnTo>
                        <a:lnTo>
                          <a:pt x="2088" y="642"/>
                        </a:lnTo>
                        <a:lnTo>
                          <a:pt x="2088" y="678"/>
                        </a:lnTo>
                        <a:lnTo>
                          <a:pt x="2058" y="702"/>
                        </a:lnTo>
                        <a:lnTo>
                          <a:pt x="2076" y="636"/>
                        </a:lnTo>
                        <a:lnTo>
                          <a:pt x="2082" y="636"/>
                        </a:lnTo>
                        <a:lnTo>
                          <a:pt x="2094" y="624"/>
                        </a:lnTo>
                        <a:lnTo>
                          <a:pt x="2094" y="606"/>
                        </a:lnTo>
                        <a:lnTo>
                          <a:pt x="2088" y="600"/>
                        </a:lnTo>
                        <a:lnTo>
                          <a:pt x="2082" y="600"/>
                        </a:lnTo>
                        <a:lnTo>
                          <a:pt x="2064" y="618"/>
                        </a:lnTo>
                        <a:lnTo>
                          <a:pt x="2076" y="582"/>
                        </a:lnTo>
                        <a:lnTo>
                          <a:pt x="2070" y="582"/>
                        </a:lnTo>
                        <a:lnTo>
                          <a:pt x="2064" y="576"/>
                        </a:lnTo>
                        <a:lnTo>
                          <a:pt x="2064" y="570"/>
                        </a:lnTo>
                        <a:lnTo>
                          <a:pt x="2040" y="546"/>
                        </a:lnTo>
                        <a:lnTo>
                          <a:pt x="2034" y="546"/>
                        </a:lnTo>
                        <a:lnTo>
                          <a:pt x="2022" y="564"/>
                        </a:lnTo>
                        <a:lnTo>
                          <a:pt x="2016" y="552"/>
                        </a:lnTo>
                        <a:lnTo>
                          <a:pt x="2004" y="546"/>
                        </a:lnTo>
                        <a:lnTo>
                          <a:pt x="1998" y="534"/>
                        </a:lnTo>
                        <a:lnTo>
                          <a:pt x="1986" y="528"/>
                        </a:lnTo>
                        <a:lnTo>
                          <a:pt x="1980" y="522"/>
                        </a:lnTo>
                        <a:lnTo>
                          <a:pt x="1968" y="516"/>
                        </a:lnTo>
                        <a:lnTo>
                          <a:pt x="1944" y="516"/>
                        </a:lnTo>
                        <a:lnTo>
                          <a:pt x="1932" y="510"/>
                        </a:lnTo>
                        <a:lnTo>
                          <a:pt x="1926" y="510"/>
                        </a:lnTo>
                        <a:lnTo>
                          <a:pt x="1914" y="498"/>
                        </a:lnTo>
                        <a:lnTo>
                          <a:pt x="1902" y="492"/>
                        </a:lnTo>
                        <a:lnTo>
                          <a:pt x="1896" y="480"/>
                        </a:lnTo>
                        <a:lnTo>
                          <a:pt x="1884" y="474"/>
                        </a:lnTo>
                        <a:lnTo>
                          <a:pt x="1878" y="486"/>
                        </a:lnTo>
                        <a:lnTo>
                          <a:pt x="1824" y="486"/>
                        </a:lnTo>
                        <a:lnTo>
                          <a:pt x="1812" y="498"/>
                        </a:lnTo>
                        <a:lnTo>
                          <a:pt x="1806" y="510"/>
                        </a:lnTo>
                        <a:lnTo>
                          <a:pt x="1806" y="522"/>
                        </a:lnTo>
                        <a:lnTo>
                          <a:pt x="1800" y="528"/>
                        </a:lnTo>
                        <a:lnTo>
                          <a:pt x="1800" y="534"/>
                        </a:lnTo>
                        <a:lnTo>
                          <a:pt x="1812" y="552"/>
                        </a:lnTo>
                        <a:lnTo>
                          <a:pt x="1776" y="552"/>
                        </a:lnTo>
                        <a:lnTo>
                          <a:pt x="1770" y="564"/>
                        </a:lnTo>
                        <a:lnTo>
                          <a:pt x="1758" y="576"/>
                        </a:lnTo>
                        <a:lnTo>
                          <a:pt x="1752" y="588"/>
                        </a:lnTo>
                        <a:lnTo>
                          <a:pt x="1752" y="594"/>
                        </a:lnTo>
                        <a:lnTo>
                          <a:pt x="1746" y="600"/>
                        </a:lnTo>
                        <a:lnTo>
                          <a:pt x="1746" y="612"/>
                        </a:lnTo>
                        <a:lnTo>
                          <a:pt x="1740" y="624"/>
                        </a:lnTo>
                        <a:lnTo>
                          <a:pt x="1728" y="636"/>
                        </a:lnTo>
                        <a:lnTo>
                          <a:pt x="1722" y="636"/>
                        </a:lnTo>
                        <a:lnTo>
                          <a:pt x="1728" y="630"/>
                        </a:lnTo>
                        <a:lnTo>
                          <a:pt x="1728" y="618"/>
                        </a:lnTo>
                        <a:lnTo>
                          <a:pt x="1734" y="606"/>
                        </a:lnTo>
                        <a:lnTo>
                          <a:pt x="1734" y="600"/>
                        </a:lnTo>
                        <a:lnTo>
                          <a:pt x="1740" y="588"/>
                        </a:lnTo>
                        <a:lnTo>
                          <a:pt x="1740" y="582"/>
                        </a:lnTo>
                        <a:lnTo>
                          <a:pt x="1734" y="576"/>
                        </a:lnTo>
                        <a:lnTo>
                          <a:pt x="1728" y="576"/>
                        </a:lnTo>
                        <a:lnTo>
                          <a:pt x="1722" y="582"/>
                        </a:lnTo>
                        <a:lnTo>
                          <a:pt x="1716" y="582"/>
                        </a:lnTo>
                        <a:lnTo>
                          <a:pt x="1704" y="594"/>
                        </a:lnTo>
                        <a:lnTo>
                          <a:pt x="1692" y="588"/>
                        </a:lnTo>
                        <a:lnTo>
                          <a:pt x="1656" y="588"/>
                        </a:lnTo>
                        <a:lnTo>
                          <a:pt x="1644" y="582"/>
                        </a:lnTo>
                        <a:lnTo>
                          <a:pt x="1632" y="570"/>
                        </a:lnTo>
                        <a:lnTo>
                          <a:pt x="1632" y="522"/>
                        </a:lnTo>
                        <a:lnTo>
                          <a:pt x="1626" y="516"/>
                        </a:lnTo>
                        <a:lnTo>
                          <a:pt x="1626" y="504"/>
                        </a:lnTo>
                        <a:lnTo>
                          <a:pt x="1620" y="504"/>
                        </a:lnTo>
                        <a:lnTo>
                          <a:pt x="1614" y="510"/>
                        </a:lnTo>
                        <a:lnTo>
                          <a:pt x="1602" y="516"/>
                        </a:lnTo>
                        <a:lnTo>
                          <a:pt x="1596" y="522"/>
                        </a:lnTo>
                        <a:lnTo>
                          <a:pt x="1590" y="534"/>
                        </a:lnTo>
                        <a:lnTo>
                          <a:pt x="1584" y="540"/>
                        </a:lnTo>
                        <a:lnTo>
                          <a:pt x="1560" y="552"/>
                        </a:lnTo>
                        <a:lnTo>
                          <a:pt x="1554" y="558"/>
                        </a:lnTo>
                        <a:lnTo>
                          <a:pt x="1512" y="558"/>
                        </a:lnTo>
                        <a:lnTo>
                          <a:pt x="1500" y="552"/>
                        </a:lnTo>
                        <a:lnTo>
                          <a:pt x="1542" y="540"/>
                        </a:lnTo>
                        <a:lnTo>
                          <a:pt x="1548" y="528"/>
                        </a:lnTo>
                        <a:lnTo>
                          <a:pt x="1566" y="510"/>
                        </a:lnTo>
                        <a:lnTo>
                          <a:pt x="1566" y="492"/>
                        </a:lnTo>
                        <a:lnTo>
                          <a:pt x="1572" y="486"/>
                        </a:lnTo>
                        <a:lnTo>
                          <a:pt x="1590" y="450"/>
                        </a:lnTo>
                        <a:lnTo>
                          <a:pt x="1626" y="414"/>
                        </a:lnTo>
                        <a:lnTo>
                          <a:pt x="1638" y="408"/>
                        </a:lnTo>
                        <a:lnTo>
                          <a:pt x="1656" y="390"/>
                        </a:lnTo>
                        <a:lnTo>
                          <a:pt x="1656" y="378"/>
                        </a:lnTo>
                        <a:lnTo>
                          <a:pt x="1662" y="366"/>
                        </a:lnTo>
                        <a:lnTo>
                          <a:pt x="1674" y="354"/>
                        </a:lnTo>
                        <a:lnTo>
                          <a:pt x="1686" y="348"/>
                        </a:lnTo>
                        <a:lnTo>
                          <a:pt x="1692" y="342"/>
                        </a:lnTo>
                        <a:lnTo>
                          <a:pt x="1704" y="336"/>
                        </a:lnTo>
                        <a:lnTo>
                          <a:pt x="1680" y="330"/>
                        </a:lnTo>
                        <a:lnTo>
                          <a:pt x="1698" y="312"/>
                        </a:lnTo>
                        <a:lnTo>
                          <a:pt x="1698" y="294"/>
                        </a:lnTo>
                        <a:lnTo>
                          <a:pt x="1692" y="288"/>
                        </a:lnTo>
                        <a:lnTo>
                          <a:pt x="1680" y="282"/>
                        </a:lnTo>
                        <a:lnTo>
                          <a:pt x="1662" y="282"/>
                        </a:lnTo>
                        <a:lnTo>
                          <a:pt x="1650" y="276"/>
                        </a:lnTo>
                        <a:lnTo>
                          <a:pt x="1644" y="270"/>
                        </a:lnTo>
                        <a:lnTo>
                          <a:pt x="1638" y="252"/>
                        </a:lnTo>
                        <a:lnTo>
                          <a:pt x="1632" y="216"/>
                        </a:lnTo>
                        <a:lnTo>
                          <a:pt x="1626" y="168"/>
                        </a:lnTo>
                        <a:lnTo>
                          <a:pt x="1620" y="138"/>
                        </a:lnTo>
                        <a:lnTo>
                          <a:pt x="1614" y="114"/>
                        </a:lnTo>
                        <a:lnTo>
                          <a:pt x="1608" y="96"/>
                        </a:lnTo>
                        <a:lnTo>
                          <a:pt x="1602" y="84"/>
                        </a:lnTo>
                        <a:lnTo>
                          <a:pt x="1590" y="78"/>
                        </a:lnTo>
                        <a:lnTo>
                          <a:pt x="1584" y="78"/>
                        </a:lnTo>
                        <a:lnTo>
                          <a:pt x="1584" y="90"/>
                        </a:lnTo>
                        <a:lnTo>
                          <a:pt x="1590" y="96"/>
                        </a:lnTo>
                        <a:lnTo>
                          <a:pt x="1590" y="108"/>
                        </a:lnTo>
                        <a:lnTo>
                          <a:pt x="1572" y="108"/>
                        </a:lnTo>
                        <a:lnTo>
                          <a:pt x="1572" y="102"/>
                        </a:lnTo>
                        <a:lnTo>
                          <a:pt x="1566" y="108"/>
                        </a:lnTo>
                        <a:lnTo>
                          <a:pt x="1560" y="120"/>
                        </a:lnTo>
                        <a:lnTo>
                          <a:pt x="1560" y="126"/>
                        </a:lnTo>
                        <a:lnTo>
                          <a:pt x="1554" y="132"/>
                        </a:lnTo>
                        <a:lnTo>
                          <a:pt x="1548" y="144"/>
                        </a:lnTo>
                        <a:lnTo>
                          <a:pt x="1536" y="156"/>
                        </a:lnTo>
                        <a:lnTo>
                          <a:pt x="1518" y="192"/>
                        </a:lnTo>
                        <a:lnTo>
                          <a:pt x="1518" y="210"/>
                        </a:lnTo>
                        <a:lnTo>
                          <a:pt x="1494" y="246"/>
                        </a:lnTo>
                        <a:lnTo>
                          <a:pt x="1488" y="246"/>
                        </a:lnTo>
                        <a:lnTo>
                          <a:pt x="1482" y="252"/>
                        </a:lnTo>
                        <a:lnTo>
                          <a:pt x="1464" y="252"/>
                        </a:lnTo>
                        <a:lnTo>
                          <a:pt x="1452" y="240"/>
                        </a:lnTo>
                        <a:lnTo>
                          <a:pt x="1446" y="246"/>
                        </a:lnTo>
                        <a:lnTo>
                          <a:pt x="1434" y="246"/>
                        </a:lnTo>
                        <a:lnTo>
                          <a:pt x="1428" y="240"/>
                        </a:lnTo>
                        <a:lnTo>
                          <a:pt x="1416" y="240"/>
                        </a:lnTo>
                        <a:lnTo>
                          <a:pt x="1410" y="246"/>
                        </a:lnTo>
                        <a:lnTo>
                          <a:pt x="1410" y="252"/>
                        </a:lnTo>
                        <a:lnTo>
                          <a:pt x="1404" y="258"/>
                        </a:lnTo>
                        <a:lnTo>
                          <a:pt x="1380" y="258"/>
                        </a:lnTo>
                        <a:lnTo>
                          <a:pt x="1368" y="246"/>
                        </a:lnTo>
                        <a:lnTo>
                          <a:pt x="1368" y="240"/>
                        </a:lnTo>
                        <a:lnTo>
                          <a:pt x="1350" y="234"/>
                        </a:lnTo>
                        <a:lnTo>
                          <a:pt x="1344" y="228"/>
                        </a:lnTo>
                        <a:lnTo>
                          <a:pt x="1338" y="216"/>
                        </a:lnTo>
                        <a:lnTo>
                          <a:pt x="1332" y="216"/>
                        </a:lnTo>
                        <a:lnTo>
                          <a:pt x="1320" y="222"/>
                        </a:lnTo>
                        <a:lnTo>
                          <a:pt x="1314" y="228"/>
                        </a:lnTo>
                        <a:lnTo>
                          <a:pt x="1302" y="234"/>
                        </a:lnTo>
                        <a:lnTo>
                          <a:pt x="1278" y="234"/>
                        </a:lnTo>
                        <a:lnTo>
                          <a:pt x="1278" y="222"/>
                        </a:lnTo>
                        <a:lnTo>
                          <a:pt x="1272" y="222"/>
                        </a:lnTo>
                        <a:lnTo>
                          <a:pt x="1260" y="228"/>
                        </a:lnTo>
                        <a:lnTo>
                          <a:pt x="1260" y="252"/>
                        </a:lnTo>
                        <a:lnTo>
                          <a:pt x="1272" y="264"/>
                        </a:lnTo>
                        <a:lnTo>
                          <a:pt x="1272" y="270"/>
                        </a:lnTo>
                        <a:lnTo>
                          <a:pt x="1278" y="276"/>
                        </a:lnTo>
                        <a:lnTo>
                          <a:pt x="1272" y="282"/>
                        </a:lnTo>
                        <a:lnTo>
                          <a:pt x="1254" y="282"/>
                        </a:lnTo>
                        <a:lnTo>
                          <a:pt x="1230" y="270"/>
                        </a:lnTo>
                        <a:lnTo>
                          <a:pt x="1224" y="270"/>
                        </a:lnTo>
                        <a:lnTo>
                          <a:pt x="1212" y="264"/>
                        </a:lnTo>
                        <a:lnTo>
                          <a:pt x="1212" y="270"/>
                        </a:lnTo>
                        <a:lnTo>
                          <a:pt x="1206" y="276"/>
                        </a:lnTo>
                        <a:lnTo>
                          <a:pt x="1200" y="276"/>
                        </a:lnTo>
                        <a:lnTo>
                          <a:pt x="1188" y="264"/>
                        </a:lnTo>
                        <a:lnTo>
                          <a:pt x="1176" y="264"/>
                        </a:lnTo>
                        <a:lnTo>
                          <a:pt x="1158" y="282"/>
                        </a:lnTo>
                        <a:lnTo>
                          <a:pt x="1158" y="288"/>
                        </a:lnTo>
                        <a:lnTo>
                          <a:pt x="1128" y="288"/>
                        </a:lnTo>
                        <a:lnTo>
                          <a:pt x="1122" y="300"/>
                        </a:lnTo>
                        <a:lnTo>
                          <a:pt x="1104" y="300"/>
                        </a:lnTo>
                        <a:lnTo>
                          <a:pt x="1092" y="312"/>
                        </a:lnTo>
                        <a:lnTo>
                          <a:pt x="1092" y="324"/>
                        </a:lnTo>
                        <a:lnTo>
                          <a:pt x="1086" y="330"/>
                        </a:lnTo>
                        <a:lnTo>
                          <a:pt x="1050" y="330"/>
                        </a:lnTo>
                        <a:lnTo>
                          <a:pt x="1044" y="318"/>
                        </a:lnTo>
                        <a:lnTo>
                          <a:pt x="1032" y="318"/>
                        </a:lnTo>
                        <a:lnTo>
                          <a:pt x="1002" y="282"/>
                        </a:lnTo>
                        <a:lnTo>
                          <a:pt x="1002" y="252"/>
                        </a:lnTo>
                        <a:lnTo>
                          <a:pt x="978" y="228"/>
                        </a:lnTo>
                        <a:lnTo>
                          <a:pt x="972" y="216"/>
                        </a:lnTo>
                        <a:lnTo>
                          <a:pt x="972" y="210"/>
                        </a:lnTo>
                        <a:lnTo>
                          <a:pt x="978" y="198"/>
                        </a:lnTo>
                        <a:lnTo>
                          <a:pt x="978" y="192"/>
                        </a:lnTo>
                        <a:lnTo>
                          <a:pt x="984" y="180"/>
                        </a:lnTo>
                        <a:lnTo>
                          <a:pt x="996" y="138"/>
                        </a:lnTo>
                        <a:lnTo>
                          <a:pt x="1008" y="126"/>
                        </a:lnTo>
                        <a:lnTo>
                          <a:pt x="1014" y="114"/>
                        </a:lnTo>
                        <a:lnTo>
                          <a:pt x="1014" y="102"/>
                        </a:lnTo>
                        <a:lnTo>
                          <a:pt x="1008" y="102"/>
                        </a:lnTo>
                        <a:lnTo>
                          <a:pt x="1002" y="96"/>
                        </a:lnTo>
                        <a:lnTo>
                          <a:pt x="1002" y="66"/>
                        </a:lnTo>
                        <a:lnTo>
                          <a:pt x="996" y="66"/>
                        </a:lnTo>
                        <a:lnTo>
                          <a:pt x="984" y="72"/>
                        </a:lnTo>
                        <a:lnTo>
                          <a:pt x="978" y="72"/>
                        </a:lnTo>
                        <a:lnTo>
                          <a:pt x="972" y="66"/>
                        </a:lnTo>
                        <a:lnTo>
                          <a:pt x="972" y="60"/>
                        </a:lnTo>
                        <a:lnTo>
                          <a:pt x="978" y="54"/>
                        </a:lnTo>
                        <a:lnTo>
                          <a:pt x="984" y="42"/>
                        </a:lnTo>
                        <a:lnTo>
                          <a:pt x="984" y="24"/>
                        </a:lnTo>
                        <a:lnTo>
                          <a:pt x="978" y="12"/>
                        </a:lnTo>
                        <a:lnTo>
                          <a:pt x="966" y="0"/>
                        </a:lnTo>
                        <a:lnTo>
                          <a:pt x="960" y="12"/>
                        </a:lnTo>
                        <a:lnTo>
                          <a:pt x="936" y="6"/>
                        </a:lnTo>
                        <a:lnTo>
                          <a:pt x="936" y="42"/>
                        </a:lnTo>
                        <a:lnTo>
                          <a:pt x="930" y="48"/>
                        </a:lnTo>
                        <a:lnTo>
                          <a:pt x="918" y="48"/>
                        </a:lnTo>
                        <a:lnTo>
                          <a:pt x="918" y="60"/>
                        </a:lnTo>
                        <a:lnTo>
                          <a:pt x="894" y="60"/>
                        </a:lnTo>
                        <a:lnTo>
                          <a:pt x="882" y="66"/>
                        </a:lnTo>
                        <a:lnTo>
                          <a:pt x="858" y="90"/>
                        </a:lnTo>
                        <a:lnTo>
                          <a:pt x="846" y="96"/>
                        </a:lnTo>
                        <a:lnTo>
                          <a:pt x="828" y="96"/>
                        </a:lnTo>
                        <a:lnTo>
                          <a:pt x="822" y="90"/>
                        </a:lnTo>
                        <a:lnTo>
                          <a:pt x="804" y="90"/>
                        </a:lnTo>
                        <a:lnTo>
                          <a:pt x="798" y="96"/>
                        </a:lnTo>
                        <a:lnTo>
                          <a:pt x="798" y="108"/>
                        </a:lnTo>
                        <a:lnTo>
                          <a:pt x="792" y="120"/>
                        </a:lnTo>
                        <a:lnTo>
                          <a:pt x="792" y="138"/>
                        </a:lnTo>
                        <a:lnTo>
                          <a:pt x="786" y="144"/>
                        </a:lnTo>
                        <a:lnTo>
                          <a:pt x="774" y="138"/>
                        </a:lnTo>
                        <a:lnTo>
                          <a:pt x="762" y="126"/>
                        </a:lnTo>
                        <a:lnTo>
                          <a:pt x="756" y="114"/>
                        </a:lnTo>
                        <a:lnTo>
                          <a:pt x="750" y="108"/>
                        </a:lnTo>
                        <a:lnTo>
                          <a:pt x="738" y="108"/>
                        </a:lnTo>
                        <a:lnTo>
                          <a:pt x="732" y="114"/>
                        </a:lnTo>
                        <a:lnTo>
                          <a:pt x="720" y="108"/>
                        </a:lnTo>
                        <a:lnTo>
                          <a:pt x="708" y="114"/>
                        </a:lnTo>
                        <a:lnTo>
                          <a:pt x="696" y="114"/>
                        </a:lnTo>
                        <a:lnTo>
                          <a:pt x="696" y="96"/>
                        </a:lnTo>
                        <a:lnTo>
                          <a:pt x="690" y="90"/>
                        </a:lnTo>
                        <a:lnTo>
                          <a:pt x="648" y="90"/>
                        </a:lnTo>
                        <a:lnTo>
                          <a:pt x="648" y="84"/>
                        </a:lnTo>
                        <a:lnTo>
                          <a:pt x="642" y="78"/>
                        </a:lnTo>
                        <a:lnTo>
                          <a:pt x="642" y="108"/>
                        </a:lnTo>
                        <a:lnTo>
                          <a:pt x="660" y="126"/>
                        </a:lnTo>
                        <a:lnTo>
                          <a:pt x="672" y="132"/>
                        </a:lnTo>
                        <a:lnTo>
                          <a:pt x="678" y="138"/>
                        </a:lnTo>
                        <a:lnTo>
                          <a:pt x="678" y="168"/>
                        </a:lnTo>
                        <a:lnTo>
                          <a:pt x="672" y="174"/>
                        </a:lnTo>
                        <a:lnTo>
                          <a:pt x="684" y="186"/>
                        </a:lnTo>
                        <a:lnTo>
                          <a:pt x="690" y="198"/>
                        </a:lnTo>
                        <a:lnTo>
                          <a:pt x="690" y="228"/>
                        </a:lnTo>
                        <a:lnTo>
                          <a:pt x="738" y="234"/>
                        </a:lnTo>
                        <a:lnTo>
                          <a:pt x="744" y="240"/>
                        </a:lnTo>
                        <a:lnTo>
                          <a:pt x="744" y="246"/>
                        </a:lnTo>
                        <a:lnTo>
                          <a:pt x="738" y="258"/>
                        </a:lnTo>
                        <a:lnTo>
                          <a:pt x="732" y="264"/>
                        </a:lnTo>
                        <a:lnTo>
                          <a:pt x="690" y="264"/>
                        </a:lnTo>
                        <a:lnTo>
                          <a:pt x="690" y="294"/>
                        </a:lnTo>
                        <a:lnTo>
                          <a:pt x="684" y="306"/>
                        </a:lnTo>
                        <a:lnTo>
                          <a:pt x="648" y="324"/>
                        </a:lnTo>
                        <a:lnTo>
                          <a:pt x="642" y="330"/>
                        </a:lnTo>
                        <a:lnTo>
                          <a:pt x="624" y="330"/>
                        </a:lnTo>
                        <a:lnTo>
                          <a:pt x="612" y="342"/>
                        </a:lnTo>
                        <a:lnTo>
                          <a:pt x="600" y="366"/>
                        </a:lnTo>
                        <a:lnTo>
                          <a:pt x="588" y="378"/>
                        </a:lnTo>
                        <a:lnTo>
                          <a:pt x="582" y="378"/>
                        </a:lnTo>
                        <a:lnTo>
                          <a:pt x="582" y="354"/>
                        </a:lnTo>
                        <a:lnTo>
                          <a:pt x="576" y="348"/>
                        </a:lnTo>
                        <a:lnTo>
                          <a:pt x="570" y="354"/>
                        </a:lnTo>
                        <a:lnTo>
                          <a:pt x="558" y="360"/>
                        </a:lnTo>
                        <a:lnTo>
                          <a:pt x="552" y="366"/>
                        </a:lnTo>
                        <a:lnTo>
                          <a:pt x="540" y="372"/>
                        </a:lnTo>
                        <a:lnTo>
                          <a:pt x="534" y="372"/>
                        </a:lnTo>
                        <a:lnTo>
                          <a:pt x="522" y="366"/>
                        </a:lnTo>
                        <a:lnTo>
                          <a:pt x="516" y="366"/>
                        </a:lnTo>
                        <a:lnTo>
                          <a:pt x="504" y="354"/>
                        </a:lnTo>
                        <a:lnTo>
                          <a:pt x="504" y="348"/>
                        </a:lnTo>
                        <a:lnTo>
                          <a:pt x="498" y="336"/>
                        </a:lnTo>
                        <a:lnTo>
                          <a:pt x="492" y="330"/>
                        </a:lnTo>
                        <a:lnTo>
                          <a:pt x="468" y="330"/>
                        </a:lnTo>
                        <a:lnTo>
                          <a:pt x="468" y="300"/>
                        </a:lnTo>
                        <a:lnTo>
                          <a:pt x="462" y="288"/>
                        </a:lnTo>
                        <a:lnTo>
                          <a:pt x="462" y="276"/>
                        </a:lnTo>
                        <a:lnTo>
                          <a:pt x="456" y="270"/>
                        </a:lnTo>
                        <a:lnTo>
                          <a:pt x="456" y="258"/>
                        </a:lnTo>
                        <a:lnTo>
                          <a:pt x="450" y="258"/>
                        </a:lnTo>
                        <a:lnTo>
                          <a:pt x="420" y="288"/>
                        </a:lnTo>
                        <a:lnTo>
                          <a:pt x="396" y="264"/>
                        </a:lnTo>
                        <a:lnTo>
                          <a:pt x="390" y="264"/>
                        </a:lnTo>
                        <a:lnTo>
                          <a:pt x="384" y="270"/>
                        </a:lnTo>
                        <a:lnTo>
                          <a:pt x="384" y="288"/>
                        </a:lnTo>
                        <a:lnTo>
                          <a:pt x="318" y="294"/>
                        </a:lnTo>
                        <a:lnTo>
                          <a:pt x="306" y="282"/>
                        </a:lnTo>
                        <a:lnTo>
                          <a:pt x="288" y="282"/>
                        </a:lnTo>
                        <a:lnTo>
                          <a:pt x="282" y="288"/>
                        </a:lnTo>
                        <a:lnTo>
                          <a:pt x="276" y="300"/>
                        </a:lnTo>
                        <a:lnTo>
                          <a:pt x="276" y="312"/>
                        </a:lnTo>
                        <a:lnTo>
                          <a:pt x="282" y="324"/>
                        </a:lnTo>
                        <a:lnTo>
                          <a:pt x="282" y="336"/>
                        </a:lnTo>
                        <a:lnTo>
                          <a:pt x="306" y="348"/>
                        </a:lnTo>
                        <a:lnTo>
                          <a:pt x="318" y="342"/>
                        </a:lnTo>
                        <a:lnTo>
                          <a:pt x="330" y="354"/>
                        </a:lnTo>
                        <a:lnTo>
                          <a:pt x="330" y="360"/>
                        </a:lnTo>
                        <a:lnTo>
                          <a:pt x="336" y="366"/>
                        </a:lnTo>
                        <a:lnTo>
                          <a:pt x="336" y="372"/>
                        </a:lnTo>
                        <a:lnTo>
                          <a:pt x="330" y="378"/>
                        </a:lnTo>
                        <a:lnTo>
                          <a:pt x="300" y="378"/>
                        </a:lnTo>
                        <a:lnTo>
                          <a:pt x="294" y="372"/>
                        </a:lnTo>
                        <a:lnTo>
                          <a:pt x="264" y="378"/>
                        </a:lnTo>
                        <a:lnTo>
                          <a:pt x="258" y="444"/>
                        </a:lnTo>
                        <a:lnTo>
                          <a:pt x="264" y="444"/>
                        </a:lnTo>
                        <a:lnTo>
                          <a:pt x="276" y="456"/>
                        </a:lnTo>
                        <a:lnTo>
                          <a:pt x="288" y="462"/>
                        </a:lnTo>
                        <a:lnTo>
                          <a:pt x="294" y="468"/>
                        </a:lnTo>
                        <a:lnTo>
                          <a:pt x="294" y="492"/>
                        </a:lnTo>
                        <a:lnTo>
                          <a:pt x="300" y="498"/>
                        </a:lnTo>
                        <a:lnTo>
                          <a:pt x="300" y="504"/>
                        </a:lnTo>
                        <a:lnTo>
                          <a:pt x="312" y="516"/>
                        </a:lnTo>
                        <a:lnTo>
                          <a:pt x="318" y="528"/>
                        </a:lnTo>
                        <a:lnTo>
                          <a:pt x="318" y="540"/>
                        </a:lnTo>
                        <a:lnTo>
                          <a:pt x="312" y="552"/>
                        </a:lnTo>
                        <a:lnTo>
                          <a:pt x="300" y="564"/>
                        </a:lnTo>
                        <a:lnTo>
                          <a:pt x="306" y="612"/>
                        </a:lnTo>
                        <a:lnTo>
                          <a:pt x="288" y="660"/>
                        </a:lnTo>
                        <a:lnTo>
                          <a:pt x="282" y="732"/>
                        </a:lnTo>
                        <a:lnTo>
                          <a:pt x="282" y="762"/>
                        </a:lnTo>
                        <a:lnTo>
                          <a:pt x="276" y="774"/>
                        </a:lnTo>
                        <a:lnTo>
                          <a:pt x="270" y="780"/>
                        </a:lnTo>
                        <a:lnTo>
                          <a:pt x="252" y="780"/>
                        </a:lnTo>
                        <a:lnTo>
                          <a:pt x="252" y="774"/>
                        </a:lnTo>
                        <a:lnTo>
                          <a:pt x="240" y="762"/>
                        </a:lnTo>
                        <a:lnTo>
                          <a:pt x="222" y="762"/>
                        </a:lnTo>
                        <a:lnTo>
                          <a:pt x="216" y="768"/>
                        </a:lnTo>
                        <a:lnTo>
                          <a:pt x="210" y="780"/>
                        </a:lnTo>
                        <a:lnTo>
                          <a:pt x="204" y="786"/>
                        </a:lnTo>
                        <a:lnTo>
                          <a:pt x="174" y="780"/>
                        </a:lnTo>
                        <a:lnTo>
                          <a:pt x="168" y="792"/>
                        </a:lnTo>
                        <a:lnTo>
                          <a:pt x="138" y="792"/>
                        </a:lnTo>
                        <a:lnTo>
                          <a:pt x="126" y="798"/>
                        </a:lnTo>
                        <a:lnTo>
                          <a:pt x="120" y="804"/>
                        </a:lnTo>
                        <a:lnTo>
                          <a:pt x="108" y="810"/>
                        </a:lnTo>
                        <a:lnTo>
                          <a:pt x="96" y="822"/>
                        </a:lnTo>
                        <a:lnTo>
                          <a:pt x="96" y="828"/>
                        </a:lnTo>
                        <a:lnTo>
                          <a:pt x="90" y="834"/>
                        </a:lnTo>
                        <a:lnTo>
                          <a:pt x="90" y="840"/>
                        </a:lnTo>
                        <a:lnTo>
                          <a:pt x="66" y="840"/>
                        </a:lnTo>
                        <a:lnTo>
                          <a:pt x="66" y="894"/>
                        </a:lnTo>
                        <a:lnTo>
                          <a:pt x="48" y="912"/>
                        </a:lnTo>
                        <a:lnTo>
                          <a:pt x="48" y="924"/>
                        </a:lnTo>
                        <a:lnTo>
                          <a:pt x="54" y="930"/>
                        </a:lnTo>
                        <a:lnTo>
                          <a:pt x="54" y="948"/>
                        </a:lnTo>
                        <a:lnTo>
                          <a:pt x="60" y="954"/>
                        </a:lnTo>
                        <a:lnTo>
                          <a:pt x="54" y="954"/>
                        </a:lnTo>
                        <a:lnTo>
                          <a:pt x="48" y="948"/>
                        </a:lnTo>
                        <a:lnTo>
                          <a:pt x="18" y="978"/>
                        </a:lnTo>
                        <a:lnTo>
                          <a:pt x="12" y="990"/>
                        </a:lnTo>
                        <a:lnTo>
                          <a:pt x="12" y="1014"/>
                        </a:lnTo>
                        <a:lnTo>
                          <a:pt x="18" y="1020"/>
                        </a:lnTo>
                        <a:lnTo>
                          <a:pt x="6" y="1026"/>
                        </a:lnTo>
                        <a:lnTo>
                          <a:pt x="0" y="1032"/>
                        </a:lnTo>
                        <a:lnTo>
                          <a:pt x="0" y="1044"/>
                        </a:lnTo>
                        <a:lnTo>
                          <a:pt x="6" y="1050"/>
                        </a:lnTo>
                        <a:lnTo>
                          <a:pt x="18" y="1056"/>
                        </a:lnTo>
                        <a:lnTo>
                          <a:pt x="24" y="1080"/>
                        </a:lnTo>
                        <a:lnTo>
                          <a:pt x="24" y="1086"/>
                        </a:lnTo>
                        <a:lnTo>
                          <a:pt x="30" y="1092"/>
                        </a:lnTo>
                        <a:lnTo>
                          <a:pt x="42" y="1116"/>
                        </a:lnTo>
                        <a:lnTo>
                          <a:pt x="54" y="1128"/>
                        </a:lnTo>
                        <a:lnTo>
                          <a:pt x="66" y="1134"/>
                        </a:lnTo>
                        <a:lnTo>
                          <a:pt x="90" y="1158"/>
                        </a:lnTo>
                        <a:lnTo>
                          <a:pt x="84" y="1164"/>
                        </a:lnTo>
                        <a:lnTo>
                          <a:pt x="78" y="1176"/>
                        </a:lnTo>
                        <a:lnTo>
                          <a:pt x="66" y="1182"/>
                        </a:lnTo>
                        <a:lnTo>
                          <a:pt x="60" y="1188"/>
                        </a:lnTo>
                        <a:lnTo>
                          <a:pt x="102" y="1188"/>
                        </a:lnTo>
                        <a:lnTo>
                          <a:pt x="114" y="1194"/>
                        </a:lnTo>
                        <a:lnTo>
                          <a:pt x="120" y="1194"/>
                        </a:lnTo>
                        <a:lnTo>
                          <a:pt x="126" y="1200"/>
                        </a:lnTo>
                        <a:lnTo>
                          <a:pt x="126" y="1212"/>
                        </a:lnTo>
                        <a:lnTo>
                          <a:pt x="132" y="1224"/>
                        </a:lnTo>
                        <a:lnTo>
                          <a:pt x="138" y="1230"/>
                        </a:lnTo>
                        <a:lnTo>
                          <a:pt x="138" y="1236"/>
                        </a:lnTo>
                        <a:lnTo>
                          <a:pt x="198" y="1230"/>
                        </a:lnTo>
                        <a:lnTo>
                          <a:pt x="252" y="1182"/>
                        </a:lnTo>
                        <a:lnTo>
                          <a:pt x="252" y="1194"/>
                        </a:lnTo>
                        <a:lnTo>
                          <a:pt x="258" y="1206"/>
                        </a:lnTo>
                        <a:lnTo>
                          <a:pt x="258" y="1224"/>
                        </a:lnTo>
                        <a:lnTo>
                          <a:pt x="252" y="1230"/>
                        </a:lnTo>
                        <a:lnTo>
                          <a:pt x="252" y="1242"/>
                        </a:lnTo>
                        <a:lnTo>
                          <a:pt x="246" y="1254"/>
                        </a:lnTo>
                        <a:lnTo>
                          <a:pt x="246" y="1266"/>
                        </a:lnTo>
                        <a:lnTo>
                          <a:pt x="252" y="1284"/>
                        </a:lnTo>
                        <a:lnTo>
                          <a:pt x="252" y="1314"/>
                        </a:lnTo>
                        <a:lnTo>
                          <a:pt x="264" y="1308"/>
                        </a:lnTo>
                        <a:lnTo>
                          <a:pt x="264" y="1314"/>
                        </a:lnTo>
                        <a:lnTo>
                          <a:pt x="270" y="1320"/>
                        </a:lnTo>
                        <a:lnTo>
                          <a:pt x="282" y="1320"/>
                        </a:lnTo>
                        <a:lnTo>
                          <a:pt x="282" y="1314"/>
                        </a:lnTo>
                        <a:lnTo>
                          <a:pt x="288" y="1314"/>
                        </a:lnTo>
                        <a:lnTo>
                          <a:pt x="294" y="1308"/>
                        </a:lnTo>
                        <a:lnTo>
                          <a:pt x="324" y="1308"/>
                        </a:lnTo>
                        <a:lnTo>
                          <a:pt x="336" y="1314"/>
                        </a:lnTo>
                        <a:lnTo>
                          <a:pt x="366" y="1314"/>
                        </a:lnTo>
                        <a:lnTo>
                          <a:pt x="372" y="1320"/>
                        </a:lnTo>
                        <a:lnTo>
                          <a:pt x="372" y="1326"/>
                        </a:lnTo>
                        <a:lnTo>
                          <a:pt x="390" y="1326"/>
                        </a:lnTo>
                        <a:lnTo>
                          <a:pt x="414" y="1314"/>
                        </a:lnTo>
                        <a:lnTo>
                          <a:pt x="420" y="1308"/>
                        </a:lnTo>
                        <a:lnTo>
                          <a:pt x="432" y="1290"/>
                        </a:lnTo>
                        <a:lnTo>
                          <a:pt x="468" y="1290"/>
                        </a:lnTo>
                        <a:lnTo>
                          <a:pt x="474" y="1260"/>
                        </a:lnTo>
                        <a:lnTo>
                          <a:pt x="510" y="1260"/>
                        </a:lnTo>
                        <a:lnTo>
                          <a:pt x="510" y="1254"/>
                        </a:lnTo>
                        <a:lnTo>
                          <a:pt x="516" y="1248"/>
                        </a:lnTo>
                        <a:lnTo>
                          <a:pt x="522" y="1236"/>
                        </a:lnTo>
                        <a:lnTo>
                          <a:pt x="528" y="1230"/>
                        </a:lnTo>
                        <a:lnTo>
                          <a:pt x="540" y="1224"/>
                        </a:lnTo>
                        <a:lnTo>
                          <a:pt x="576" y="1224"/>
                        </a:lnTo>
                        <a:lnTo>
                          <a:pt x="588" y="1212"/>
                        </a:lnTo>
                        <a:lnTo>
                          <a:pt x="600" y="1224"/>
                        </a:lnTo>
                        <a:lnTo>
                          <a:pt x="606" y="1224"/>
                        </a:lnTo>
                        <a:lnTo>
                          <a:pt x="606" y="1218"/>
                        </a:lnTo>
                        <a:lnTo>
                          <a:pt x="618" y="1212"/>
                        </a:lnTo>
                        <a:lnTo>
                          <a:pt x="630" y="1212"/>
                        </a:lnTo>
                        <a:lnTo>
                          <a:pt x="630" y="1242"/>
                        </a:lnTo>
                        <a:lnTo>
                          <a:pt x="624" y="1248"/>
                        </a:lnTo>
                        <a:lnTo>
                          <a:pt x="624" y="1254"/>
                        </a:lnTo>
                        <a:lnTo>
                          <a:pt x="618" y="1260"/>
                        </a:lnTo>
                        <a:lnTo>
                          <a:pt x="618" y="1290"/>
                        </a:lnTo>
                        <a:lnTo>
                          <a:pt x="624" y="1296"/>
                        </a:lnTo>
                        <a:lnTo>
                          <a:pt x="630" y="1308"/>
                        </a:lnTo>
                        <a:lnTo>
                          <a:pt x="630" y="1326"/>
                        </a:lnTo>
                        <a:lnTo>
                          <a:pt x="624" y="1332"/>
                        </a:lnTo>
                        <a:lnTo>
                          <a:pt x="624" y="1344"/>
                        </a:lnTo>
                        <a:lnTo>
                          <a:pt x="636" y="1356"/>
                        </a:lnTo>
                        <a:lnTo>
                          <a:pt x="648" y="1362"/>
                        </a:lnTo>
                        <a:lnTo>
                          <a:pt x="654" y="1368"/>
                        </a:lnTo>
                        <a:lnTo>
                          <a:pt x="660" y="1398"/>
                        </a:lnTo>
                        <a:lnTo>
                          <a:pt x="684" y="1398"/>
                        </a:lnTo>
                        <a:lnTo>
                          <a:pt x="690" y="1404"/>
                        </a:lnTo>
                        <a:lnTo>
                          <a:pt x="690" y="1410"/>
                        </a:lnTo>
                        <a:lnTo>
                          <a:pt x="696" y="1422"/>
                        </a:lnTo>
                        <a:lnTo>
                          <a:pt x="696" y="1428"/>
                        </a:lnTo>
                        <a:lnTo>
                          <a:pt x="702" y="1434"/>
                        </a:lnTo>
                        <a:lnTo>
                          <a:pt x="714" y="1440"/>
                        </a:lnTo>
                        <a:lnTo>
                          <a:pt x="744" y="1440"/>
                        </a:lnTo>
                        <a:lnTo>
                          <a:pt x="750" y="1434"/>
                        </a:lnTo>
                        <a:lnTo>
                          <a:pt x="756" y="1446"/>
                        </a:lnTo>
                        <a:lnTo>
                          <a:pt x="768" y="1452"/>
                        </a:lnTo>
                        <a:lnTo>
                          <a:pt x="780" y="1452"/>
                        </a:lnTo>
                        <a:lnTo>
                          <a:pt x="786" y="1446"/>
                        </a:lnTo>
                        <a:lnTo>
                          <a:pt x="798" y="1446"/>
                        </a:lnTo>
                        <a:lnTo>
                          <a:pt x="798" y="1452"/>
                        </a:lnTo>
                        <a:lnTo>
                          <a:pt x="804" y="1464"/>
                        </a:lnTo>
                        <a:lnTo>
                          <a:pt x="816" y="1470"/>
                        </a:lnTo>
                        <a:lnTo>
                          <a:pt x="828" y="1482"/>
                        </a:lnTo>
                        <a:lnTo>
                          <a:pt x="840" y="1488"/>
                        </a:lnTo>
                        <a:lnTo>
                          <a:pt x="864" y="1488"/>
                        </a:lnTo>
                        <a:lnTo>
                          <a:pt x="864" y="1494"/>
                        </a:lnTo>
                        <a:lnTo>
                          <a:pt x="876" y="1506"/>
                        </a:lnTo>
                        <a:lnTo>
                          <a:pt x="888" y="1512"/>
                        </a:lnTo>
                        <a:lnTo>
                          <a:pt x="894" y="1518"/>
                        </a:lnTo>
                        <a:lnTo>
                          <a:pt x="954" y="1518"/>
                        </a:lnTo>
                        <a:lnTo>
                          <a:pt x="978" y="1530"/>
                        </a:lnTo>
                        <a:lnTo>
                          <a:pt x="984" y="1542"/>
                        </a:lnTo>
                        <a:lnTo>
                          <a:pt x="990" y="1548"/>
                        </a:lnTo>
                        <a:lnTo>
                          <a:pt x="990" y="1578"/>
                        </a:lnTo>
                        <a:lnTo>
                          <a:pt x="996" y="1590"/>
                        </a:lnTo>
                        <a:lnTo>
                          <a:pt x="1002" y="1596"/>
                        </a:lnTo>
                        <a:lnTo>
                          <a:pt x="1008" y="1608"/>
                        </a:lnTo>
                        <a:lnTo>
                          <a:pt x="1008" y="1638"/>
                        </a:lnTo>
                        <a:lnTo>
                          <a:pt x="990" y="1638"/>
                        </a:lnTo>
                        <a:lnTo>
                          <a:pt x="990" y="1644"/>
                        </a:lnTo>
                        <a:lnTo>
                          <a:pt x="996" y="1650"/>
                        </a:lnTo>
                        <a:lnTo>
                          <a:pt x="1002" y="1662"/>
                        </a:lnTo>
                        <a:lnTo>
                          <a:pt x="1014" y="1668"/>
                        </a:lnTo>
                        <a:lnTo>
                          <a:pt x="1020" y="1674"/>
                        </a:lnTo>
                        <a:lnTo>
                          <a:pt x="1014" y="1686"/>
                        </a:lnTo>
                        <a:lnTo>
                          <a:pt x="1014" y="1728"/>
                        </a:lnTo>
                        <a:lnTo>
                          <a:pt x="1020" y="1734"/>
                        </a:lnTo>
                        <a:lnTo>
                          <a:pt x="1050" y="1740"/>
                        </a:lnTo>
                        <a:lnTo>
                          <a:pt x="1098" y="1746"/>
                        </a:lnTo>
                        <a:lnTo>
                          <a:pt x="1158" y="1746"/>
                        </a:lnTo>
                        <a:lnTo>
                          <a:pt x="1158" y="1752"/>
                        </a:lnTo>
                        <a:lnTo>
                          <a:pt x="1152" y="1758"/>
                        </a:lnTo>
                        <a:lnTo>
                          <a:pt x="1152" y="1770"/>
                        </a:lnTo>
                        <a:lnTo>
                          <a:pt x="1146" y="1788"/>
                        </a:lnTo>
                        <a:lnTo>
                          <a:pt x="1146" y="1800"/>
                        </a:lnTo>
                        <a:lnTo>
                          <a:pt x="1152" y="1812"/>
                        </a:lnTo>
                        <a:lnTo>
                          <a:pt x="1164" y="1818"/>
                        </a:lnTo>
                        <a:lnTo>
                          <a:pt x="1170" y="1824"/>
                        </a:lnTo>
                        <a:lnTo>
                          <a:pt x="1194" y="1836"/>
                        </a:lnTo>
                        <a:lnTo>
                          <a:pt x="1206" y="1848"/>
                        </a:lnTo>
                        <a:lnTo>
                          <a:pt x="1212" y="1860"/>
                        </a:lnTo>
                        <a:lnTo>
                          <a:pt x="1224" y="1896"/>
                        </a:lnTo>
                        <a:lnTo>
                          <a:pt x="1224" y="1908"/>
                        </a:lnTo>
                        <a:lnTo>
                          <a:pt x="1218" y="1920"/>
                        </a:lnTo>
                        <a:lnTo>
                          <a:pt x="1218" y="1944"/>
                        </a:lnTo>
                        <a:lnTo>
                          <a:pt x="1212" y="1950"/>
                        </a:lnTo>
                        <a:lnTo>
                          <a:pt x="1212" y="1956"/>
                        </a:lnTo>
                        <a:lnTo>
                          <a:pt x="1218" y="1968"/>
                        </a:lnTo>
                        <a:lnTo>
                          <a:pt x="1212" y="1980"/>
                        </a:lnTo>
                        <a:lnTo>
                          <a:pt x="1206" y="1986"/>
                        </a:lnTo>
                        <a:lnTo>
                          <a:pt x="1200" y="1998"/>
                        </a:lnTo>
                        <a:lnTo>
                          <a:pt x="1200" y="2022"/>
                        </a:lnTo>
                        <a:lnTo>
                          <a:pt x="1206" y="2028"/>
                        </a:lnTo>
                        <a:lnTo>
                          <a:pt x="1218" y="2034"/>
                        </a:lnTo>
                        <a:lnTo>
                          <a:pt x="1212" y="2040"/>
                        </a:lnTo>
                        <a:lnTo>
                          <a:pt x="1200" y="2046"/>
                        </a:lnTo>
                        <a:lnTo>
                          <a:pt x="1194" y="2052"/>
                        </a:lnTo>
                        <a:lnTo>
                          <a:pt x="1194" y="2064"/>
                        </a:lnTo>
                        <a:lnTo>
                          <a:pt x="1200" y="2070"/>
                        </a:lnTo>
                        <a:lnTo>
                          <a:pt x="1212" y="2076"/>
                        </a:lnTo>
                        <a:lnTo>
                          <a:pt x="1212" y="2112"/>
                        </a:lnTo>
                        <a:lnTo>
                          <a:pt x="1224" y="2112"/>
                        </a:lnTo>
                        <a:lnTo>
                          <a:pt x="1224" y="2130"/>
                        </a:lnTo>
                        <a:lnTo>
                          <a:pt x="1218" y="2142"/>
                        </a:lnTo>
                        <a:lnTo>
                          <a:pt x="1218" y="2184"/>
                        </a:lnTo>
                        <a:lnTo>
                          <a:pt x="1224" y="2196"/>
                        </a:lnTo>
                        <a:lnTo>
                          <a:pt x="1230" y="2202"/>
                        </a:lnTo>
                        <a:lnTo>
                          <a:pt x="1266" y="2214"/>
                        </a:lnTo>
                        <a:lnTo>
                          <a:pt x="1308" y="2220"/>
                        </a:lnTo>
                        <a:lnTo>
                          <a:pt x="1380" y="2220"/>
                        </a:lnTo>
                        <a:lnTo>
                          <a:pt x="1392" y="2226"/>
                        </a:lnTo>
                        <a:lnTo>
                          <a:pt x="1398" y="2232"/>
                        </a:lnTo>
                        <a:lnTo>
                          <a:pt x="1398" y="2256"/>
                        </a:lnTo>
                        <a:lnTo>
                          <a:pt x="1404" y="2274"/>
                        </a:lnTo>
                        <a:lnTo>
                          <a:pt x="1404" y="2298"/>
                        </a:lnTo>
                        <a:lnTo>
                          <a:pt x="1410" y="2316"/>
                        </a:lnTo>
                        <a:lnTo>
                          <a:pt x="1410" y="2334"/>
                        </a:lnTo>
                        <a:lnTo>
                          <a:pt x="1422" y="2358"/>
                        </a:lnTo>
                        <a:lnTo>
                          <a:pt x="1434" y="2364"/>
                        </a:lnTo>
                        <a:lnTo>
                          <a:pt x="1446" y="2364"/>
                        </a:lnTo>
                        <a:lnTo>
                          <a:pt x="1464" y="2346"/>
                        </a:lnTo>
                        <a:lnTo>
                          <a:pt x="1476" y="2346"/>
                        </a:lnTo>
                        <a:lnTo>
                          <a:pt x="1488" y="2352"/>
                        </a:lnTo>
                        <a:lnTo>
                          <a:pt x="1500" y="2364"/>
                        </a:lnTo>
                        <a:lnTo>
                          <a:pt x="1506" y="2376"/>
                        </a:lnTo>
                        <a:lnTo>
                          <a:pt x="1506" y="2394"/>
                        </a:lnTo>
                        <a:lnTo>
                          <a:pt x="1500" y="2412"/>
                        </a:lnTo>
                        <a:lnTo>
                          <a:pt x="1500" y="2442"/>
                        </a:lnTo>
                        <a:lnTo>
                          <a:pt x="1494" y="2448"/>
                        </a:lnTo>
                        <a:lnTo>
                          <a:pt x="1494" y="2454"/>
                        </a:lnTo>
                        <a:lnTo>
                          <a:pt x="1488" y="2466"/>
                        </a:lnTo>
                        <a:lnTo>
                          <a:pt x="1488" y="2478"/>
                        </a:lnTo>
                        <a:lnTo>
                          <a:pt x="1494" y="2496"/>
                        </a:lnTo>
                        <a:lnTo>
                          <a:pt x="1506" y="2490"/>
                        </a:lnTo>
                        <a:lnTo>
                          <a:pt x="1512" y="2484"/>
                        </a:lnTo>
                        <a:lnTo>
                          <a:pt x="1530" y="2484"/>
                        </a:lnTo>
                        <a:lnTo>
                          <a:pt x="1536" y="2490"/>
                        </a:lnTo>
                        <a:lnTo>
                          <a:pt x="1548" y="2514"/>
                        </a:lnTo>
                        <a:lnTo>
                          <a:pt x="1548" y="2526"/>
                        </a:lnTo>
                        <a:lnTo>
                          <a:pt x="1554" y="2526"/>
                        </a:lnTo>
                        <a:lnTo>
                          <a:pt x="1560" y="2532"/>
                        </a:lnTo>
                        <a:lnTo>
                          <a:pt x="1560" y="2562"/>
                        </a:lnTo>
                        <a:lnTo>
                          <a:pt x="1566" y="2580"/>
                        </a:lnTo>
                        <a:lnTo>
                          <a:pt x="1566" y="2616"/>
                        </a:lnTo>
                        <a:lnTo>
                          <a:pt x="1512" y="2634"/>
                        </a:lnTo>
                        <a:lnTo>
                          <a:pt x="1506" y="2640"/>
                        </a:lnTo>
                        <a:lnTo>
                          <a:pt x="1500" y="2652"/>
                        </a:lnTo>
                        <a:lnTo>
                          <a:pt x="1500" y="2670"/>
                        </a:lnTo>
                        <a:lnTo>
                          <a:pt x="1464" y="2670"/>
                        </a:lnTo>
                        <a:lnTo>
                          <a:pt x="1464" y="2688"/>
                        </a:lnTo>
                        <a:lnTo>
                          <a:pt x="1458" y="2694"/>
                        </a:lnTo>
                        <a:lnTo>
                          <a:pt x="1452" y="2718"/>
                        </a:lnTo>
                        <a:lnTo>
                          <a:pt x="1428" y="2724"/>
                        </a:lnTo>
                        <a:lnTo>
                          <a:pt x="1428" y="2736"/>
                        </a:lnTo>
                        <a:lnTo>
                          <a:pt x="1422" y="2748"/>
                        </a:lnTo>
                        <a:lnTo>
                          <a:pt x="1422" y="2760"/>
                        </a:lnTo>
                        <a:lnTo>
                          <a:pt x="1404" y="2778"/>
                        </a:lnTo>
                        <a:lnTo>
                          <a:pt x="1392" y="2778"/>
                        </a:lnTo>
                        <a:lnTo>
                          <a:pt x="1392" y="2802"/>
                        </a:lnTo>
                        <a:lnTo>
                          <a:pt x="1386" y="2808"/>
                        </a:lnTo>
                        <a:lnTo>
                          <a:pt x="1380" y="2820"/>
                        </a:lnTo>
                        <a:lnTo>
                          <a:pt x="1374" y="2826"/>
                        </a:lnTo>
                        <a:lnTo>
                          <a:pt x="1356" y="2826"/>
                        </a:lnTo>
                        <a:lnTo>
                          <a:pt x="1350" y="2832"/>
                        </a:lnTo>
                        <a:lnTo>
                          <a:pt x="1350" y="2844"/>
                        </a:lnTo>
                        <a:lnTo>
                          <a:pt x="1344" y="2856"/>
                        </a:lnTo>
                        <a:lnTo>
                          <a:pt x="1344" y="2868"/>
                        </a:lnTo>
                        <a:lnTo>
                          <a:pt x="1368" y="2868"/>
                        </a:lnTo>
                        <a:lnTo>
                          <a:pt x="1374" y="2862"/>
                        </a:lnTo>
                        <a:lnTo>
                          <a:pt x="1386" y="2856"/>
                        </a:lnTo>
                        <a:lnTo>
                          <a:pt x="1398" y="2856"/>
                        </a:lnTo>
                        <a:lnTo>
                          <a:pt x="1404" y="2862"/>
                        </a:lnTo>
                        <a:lnTo>
                          <a:pt x="1428" y="2874"/>
                        </a:lnTo>
                        <a:lnTo>
                          <a:pt x="1434" y="2886"/>
                        </a:lnTo>
                        <a:lnTo>
                          <a:pt x="1446" y="2892"/>
                        </a:lnTo>
                        <a:lnTo>
                          <a:pt x="1452" y="2898"/>
                        </a:lnTo>
                        <a:lnTo>
                          <a:pt x="1458" y="2910"/>
                        </a:lnTo>
                        <a:lnTo>
                          <a:pt x="1470" y="2922"/>
                        </a:lnTo>
                        <a:lnTo>
                          <a:pt x="1470" y="2934"/>
                        </a:lnTo>
                        <a:lnTo>
                          <a:pt x="1482" y="2934"/>
                        </a:lnTo>
                        <a:lnTo>
                          <a:pt x="1482" y="2928"/>
                        </a:lnTo>
                        <a:lnTo>
                          <a:pt x="1494" y="2916"/>
                        </a:lnTo>
                        <a:lnTo>
                          <a:pt x="1500" y="2916"/>
                        </a:lnTo>
                        <a:lnTo>
                          <a:pt x="1512" y="2922"/>
                        </a:lnTo>
                        <a:lnTo>
                          <a:pt x="1518" y="2934"/>
                        </a:lnTo>
                        <a:lnTo>
                          <a:pt x="1536" y="2952"/>
                        </a:lnTo>
                        <a:lnTo>
                          <a:pt x="1554" y="2952"/>
                        </a:lnTo>
                        <a:lnTo>
                          <a:pt x="1572" y="2970"/>
                        </a:lnTo>
                        <a:lnTo>
                          <a:pt x="1578" y="2970"/>
                        </a:lnTo>
                        <a:lnTo>
                          <a:pt x="1578" y="2982"/>
                        </a:lnTo>
                        <a:lnTo>
                          <a:pt x="1584" y="2988"/>
                        </a:lnTo>
                        <a:lnTo>
                          <a:pt x="1596" y="2994"/>
                        </a:lnTo>
                        <a:lnTo>
                          <a:pt x="1614" y="3000"/>
                        </a:lnTo>
                        <a:lnTo>
                          <a:pt x="1626" y="3000"/>
                        </a:lnTo>
                        <a:lnTo>
                          <a:pt x="1632" y="3012"/>
                        </a:lnTo>
                        <a:lnTo>
                          <a:pt x="1638" y="3018"/>
                        </a:lnTo>
                        <a:lnTo>
                          <a:pt x="1644" y="3030"/>
                        </a:lnTo>
                        <a:lnTo>
                          <a:pt x="1662" y="3048"/>
                        </a:lnTo>
                        <a:lnTo>
                          <a:pt x="1668" y="3048"/>
                        </a:lnTo>
                        <a:lnTo>
                          <a:pt x="1680" y="3054"/>
                        </a:lnTo>
                        <a:lnTo>
                          <a:pt x="1686" y="3054"/>
                        </a:lnTo>
                        <a:lnTo>
                          <a:pt x="1686" y="3066"/>
                        </a:lnTo>
                        <a:lnTo>
                          <a:pt x="1674" y="3090"/>
                        </a:lnTo>
                        <a:lnTo>
                          <a:pt x="1668" y="3096"/>
                        </a:lnTo>
                        <a:lnTo>
                          <a:pt x="1668" y="3120"/>
                        </a:lnTo>
                        <a:lnTo>
                          <a:pt x="1674" y="3120"/>
                        </a:lnTo>
                        <a:lnTo>
                          <a:pt x="1674" y="3150"/>
                        </a:lnTo>
                        <a:lnTo>
                          <a:pt x="1692" y="3150"/>
                        </a:lnTo>
                        <a:lnTo>
                          <a:pt x="1692" y="3144"/>
                        </a:lnTo>
                        <a:lnTo>
                          <a:pt x="1698" y="3132"/>
                        </a:lnTo>
                        <a:lnTo>
                          <a:pt x="1710" y="3126"/>
                        </a:lnTo>
                        <a:lnTo>
                          <a:pt x="1716" y="3114"/>
                        </a:lnTo>
                        <a:lnTo>
                          <a:pt x="1728" y="3102"/>
                        </a:lnTo>
                        <a:lnTo>
                          <a:pt x="1734" y="3090"/>
                        </a:lnTo>
                        <a:lnTo>
                          <a:pt x="1734" y="3060"/>
                        </a:lnTo>
                        <a:lnTo>
                          <a:pt x="1728" y="3054"/>
                        </a:lnTo>
                        <a:lnTo>
                          <a:pt x="1728" y="3048"/>
                        </a:lnTo>
                        <a:lnTo>
                          <a:pt x="1746" y="3018"/>
                        </a:lnTo>
                        <a:lnTo>
                          <a:pt x="1734" y="3012"/>
                        </a:lnTo>
                        <a:lnTo>
                          <a:pt x="1728" y="3000"/>
                        </a:lnTo>
                        <a:lnTo>
                          <a:pt x="1728" y="2988"/>
                        </a:lnTo>
                        <a:lnTo>
                          <a:pt x="1740" y="2976"/>
                        </a:lnTo>
                        <a:lnTo>
                          <a:pt x="1746" y="2976"/>
                        </a:lnTo>
                        <a:lnTo>
                          <a:pt x="1746" y="2952"/>
                        </a:lnTo>
                        <a:lnTo>
                          <a:pt x="1764" y="2952"/>
                        </a:lnTo>
                        <a:lnTo>
                          <a:pt x="1776" y="2940"/>
                        </a:lnTo>
                        <a:lnTo>
                          <a:pt x="1776" y="2904"/>
                        </a:lnTo>
                        <a:lnTo>
                          <a:pt x="1782" y="2898"/>
                        </a:lnTo>
                        <a:lnTo>
                          <a:pt x="1788" y="2886"/>
                        </a:lnTo>
                        <a:lnTo>
                          <a:pt x="1800" y="2874"/>
                        </a:lnTo>
                        <a:lnTo>
                          <a:pt x="1812" y="2868"/>
                        </a:lnTo>
                        <a:lnTo>
                          <a:pt x="1818" y="2862"/>
                        </a:lnTo>
                        <a:lnTo>
                          <a:pt x="1824" y="2862"/>
                        </a:lnTo>
                        <a:lnTo>
                          <a:pt x="1824" y="2898"/>
                        </a:lnTo>
                        <a:lnTo>
                          <a:pt x="1818" y="2904"/>
                        </a:lnTo>
                        <a:lnTo>
                          <a:pt x="1818" y="2910"/>
                        </a:lnTo>
                        <a:lnTo>
                          <a:pt x="1812" y="2916"/>
                        </a:lnTo>
                        <a:lnTo>
                          <a:pt x="1812" y="2934"/>
                        </a:lnTo>
                        <a:lnTo>
                          <a:pt x="1800" y="2940"/>
                        </a:lnTo>
                        <a:lnTo>
                          <a:pt x="1800" y="2952"/>
                        </a:lnTo>
                        <a:lnTo>
                          <a:pt x="1776" y="2982"/>
                        </a:lnTo>
                        <a:lnTo>
                          <a:pt x="1746" y="3006"/>
                        </a:lnTo>
                        <a:lnTo>
                          <a:pt x="1752" y="3012"/>
                        </a:lnTo>
                        <a:lnTo>
                          <a:pt x="1770" y="3012"/>
                        </a:lnTo>
                        <a:lnTo>
                          <a:pt x="1770" y="2994"/>
                        </a:lnTo>
                        <a:lnTo>
                          <a:pt x="1776" y="2988"/>
                        </a:lnTo>
                        <a:lnTo>
                          <a:pt x="1788" y="2988"/>
                        </a:lnTo>
                        <a:lnTo>
                          <a:pt x="1794" y="2982"/>
                        </a:lnTo>
                        <a:lnTo>
                          <a:pt x="1800" y="2982"/>
                        </a:lnTo>
                        <a:lnTo>
                          <a:pt x="1812" y="2964"/>
                        </a:lnTo>
                        <a:lnTo>
                          <a:pt x="1824" y="2940"/>
                        </a:lnTo>
                        <a:lnTo>
                          <a:pt x="1848" y="2880"/>
                        </a:lnTo>
                        <a:lnTo>
                          <a:pt x="1860" y="2832"/>
                        </a:lnTo>
                        <a:lnTo>
                          <a:pt x="1872" y="2808"/>
                        </a:lnTo>
                        <a:lnTo>
                          <a:pt x="1878" y="2790"/>
                        </a:lnTo>
                        <a:lnTo>
                          <a:pt x="1884" y="2778"/>
                        </a:lnTo>
                        <a:lnTo>
                          <a:pt x="1896" y="2772"/>
                        </a:lnTo>
                        <a:lnTo>
                          <a:pt x="1902" y="2760"/>
                        </a:lnTo>
                        <a:lnTo>
                          <a:pt x="1926" y="2736"/>
                        </a:lnTo>
                        <a:lnTo>
                          <a:pt x="1926" y="2724"/>
                        </a:lnTo>
                        <a:lnTo>
                          <a:pt x="1920" y="2718"/>
                        </a:lnTo>
                        <a:lnTo>
                          <a:pt x="1938" y="2706"/>
                        </a:lnTo>
                        <a:lnTo>
                          <a:pt x="1932" y="2670"/>
                        </a:lnTo>
                        <a:lnTo>
                          <a:pt x="1938" y="2646"/>
                        </a:lnTo>
                        <a:lnTo>
                          <a:pt x="1926" y="2640"/>
                        </a:lnTo>
                        <a:lnTo>
                          <a:pt x="1932" y="2634"/>
                        </a:lnTo>
                        <a:lnTo>
                          <a:pt x="1938" y="2622"/>
                        </a:lnTo>
                        <a:lnTo>
                          <a:pt x="1938" y="2610"/>
                        </a:lnTo>
                        <a:lnTo>
                          <a:pt x="1932" y="2604"/>
                        </a:lnTo>
                        <a:lnTo>
                          <a:pt x="1920" y="2598"/>
                        </a:lnTo>
                        <a:lnTo>
                          <a:pt x="1914" y="2592"/>
                        </a:lnTo>
                        <a:lnTo>
                          <a:pt x="1914" y="2556"/>
                        </a:lnTo>
                        <a:lnTo>
                          <a:pt x="1896" y="2544"/>
                        </a:lnTo>
                        <a:lnTo>
                          <a:pt x="1920" y="2544"/>
                        </a:lnTo>
                        <a:lnTo>
                          <a:pt x="1914" y="2520"/>
                        </a:lnTo>
                        <a:lnTo>
                          <a:pt x="1902" y="2508"/>
                        </a:lnTo>
                        <a:lnTo>
                          <a:pt x="1908" y="2508"/>
                        </a:lnTo>
                        <a:lnTo>
                          <a:pt x="1920" y="2502"/>
                        </a:lnTo>
                        <a:lnTo>
                          <a:pt x="1920" y="2490"/>
                        </a:lnTo>
                        <a:lnTo>
                          <a:pt x="1914" y="2490"/>
                        </a:lnTo>
                        <a:lnTo>
                          <a:pt x="1902" y="2484"/>
                        </a:lnTo>
                        <a:lnTo>
                          <a:pt x="1896" y="2478"/>
                        </a:lnTo>
                        <a:lnTo>
                          <a:pt x="1920" y="2460"/>
                        </a:lnTo>
                        <a:lnTo>
                          <a:pt x="1932" y="2472"/>
                        </a:lnTo>
                        <a:lnTo>
                          <a:pt x="1944" y="2478"/>
                        </a:lnTo>
                        <a:lnTo>
                          <a:pt x="1950" y="2478"/>
                        </a:lnTo>
                        <a:lnTo>
                          <a:pt x="1950" y="2448"/>
                        </a:lnTo>
                        <a:lnTo>
                          <a:pt x="1962" y="2424"/>
                        </a:lnTo>
                        <a:lnTo>
                          <a:pt x="1974" y="2418"/>
                        </a:lnTo>
                        <a:lnTo>
                          <a:pt x="1980" y="2418"/>
                        </a:lnTo>
                        <a:lnTo>
                          <a:pt x="2004" y="2406"/>
                        </a:lnTo>
                        <a:lnTo>
                          <a:pt x="2010" y="2394"/>
                        </a:lnTo>
                        <a:lnTo>
                          <a:pt x="2010" y="2382"/>
                        </a:lnTo>
                        <a:lnTo>
                          <a:pt x="2016" y="2376"/>
                        </a:lnTo>
                        <a:lnTo>
                          <a:pt x="2028" y="2376"/>
                        </a:lnTo>
                        <a:lnTo>
                          <a:pt x="2034" y="2370"/>
                        </a:lnTo>
                        <a:lnTo>
                          <a:pt x="2046" y="2370"/>
                        </a:lnTo>
                        <a:lnTo>
                          <a:pt x="2046" y="2358"/>
                        </a:lnTo>
                        <a:lnTo>
                          <a:pt x="2070" y="2358"/>
                        </a:lnTo>
                        <a:lnTo>
                          <a:pt x="2070" y="2340"/>
                        </a:lnTo>
                        <a:lnTo>
                          <a:pt x="2118" y="2340"/>
                        </a:lnTo>
                        <a:lnTo>
                          <a:pt x="2124" y="2358"/>
                        </a:lnTo>
                        <a:lnTo>
                          <a:pt x="2136" y="2352"/>
                        </a:lnTo>
                        <a:lnTo>
                          <a:pt x="2118" y="2334"/>
                        </a:lnTo>
                        <a:lnTo>
                          <a:pt x="2136" y="2316"/>
                        </a:lnTo>
                        <a:lnTo>
                          <a:pt x="2142" y="2316"/>
                        </a:lnTo>
                        <a:lnTo>
                          <a:pt x="2154" y="2310"/>
                        </a:lnTo>
                        <a:lnTo>
                          <a:pt x="2178" y="2310"/>
                        </a:lnTo>
                        <a:lnTo>
                          <a:pt x="2160" y="2292"/>
                        </a:lnTo>
                        <a:lnTo>
                          <a:pt x="2172" y="2286"/>
                        </a:lnTo>
                        <a:lnTo>
                          <a:pt x="2178" y="2280"/>
                        </a:lnTo>
                        <a:lnTo>
                          <a:pt x="2190" y="2280"/>
                        </a:lnTo>
                        <a:lnTo>
                          <a:pt x="2190" y="2304"/>
                        </a:lnTo>
                        <a:lnTo>
                          <a:pt x="2196" y="2304"/>
                        </a:lnTo>
                        <a:lnTo>
                          <a:pt x="2196" y="2298"/>
                        </a:lnTo>
                        <a:lnTo>
                          <a:pt x="2202" y="2286"/>
                        </a:lnTo>
                        <a:lnTo>
                          <a:pt x="2208" y="2280"/>
                        </a:lnTo>
                        <a:lnTo>
                          <a:pt x="2244" y="2286"/>
                        </a:lnTo>
                        <a:lnTo>
                          <a:pt x="2244" y="2280"/>
                        </a:lnTo>
                        <a:lnTo>
                          <a:pt x="2250" y="2274"/>
                        </a:lnTo>
                        <a:lnTo>
                          <a:pt x="2250" y="2268"/>
                        </a:lnTo>
                        <a:lnTo>
                          <a:pt x="2256" y="2262"/>
                        </a:lnTo>
                        <a:lnTo>
                          <a:pt x="2268" y="2256"/>
                        </a:lnTo>
                        <a:lnTo>
                          <a:pt x="2274" y="2256"/>
                        </a:lnTo>
                        <a:lnTo>
                          <a:pt x="2280" y="2262"/>
                        </a:lnTo>
                        <a:lnTo>
                          <a:pt x="2280" y="2286"/>
                        </a:lnTo>
                        <a:lnTo>
                          <a:pt x="2346" y="2280"/>
                        </a:lnTo>
                        <a:lnTo>
                          <a:pt x="2352" y="2262"/>
                        </a:lnTo>
                        <a:lnTo>
                          <a:pt x="2346" y="2250"/>
                        </a:lnTo>
                        <a:lnTo>
                          <a:pt x="2352" y="2244"/>
                        </a:lnTo>
                        <a:lnTo>
                          <a:pt x="2358" y="2232"/>
                        </a:lnTo>
                        <a:lnTo>
                          <a:pt x="2370" y="2220"/>
                        </a:lnTo>
                        <a:lnTo>
                          <a:pt x="2406" y="2202"/>
                        </a:lnTo>
                        <a:lnTo>
                          <a:pt x="2418" y="2202"/>
                        </a:lnTo>
                        <a:lnTo>
                          <a:pt x="2412" y="2190"/>
                        </a:lnTo>
                        <a:lnTo>
                          <a:pt x="2412" y="2112"/>
                        </a:lnTo>
                        <a:lnTo>
                          <a:pt x="2442" y="2082"/>
                        </a:lnTo>
                        <a:lnTo>
                          <a:pt x="2442" y="2058"/>
                        </a:lnTo>
                        <a:lnTo>
                          <a:pt x="2460" y="2052"/>
                        </a:lnTo>
                        <a:lnTo>
                          <a:pt x="2460" y="2022"/>
                        </a:lnTo>
                        <a:lnTo>
                          <a:pt x="2466" y="2022"/>
                        </a:lnTo>
                        <a:lnTo>
                          <a:pt x="2472" y="2016"/>
                        </a:lnTo>
                        <a:lnTo>
                          <a:pt x="2478" y="2016"/>
                        </a:lnTo>
                        <a:lnTo>
                          <a:pt x="2478" y="2010"/>
                        </a:lnTo>
                        <a:lnTo>
                          <a:pt x="2484" y="2004"/>
                        </a:lnTo>
                        <a:lnTo>
                          <a:pt x="2484" y="1956"/>
                        </a:lnTo>
                        <a:lnTo>
                          <a:pt x="2478" y="1944"/>
                        </a:lnTo>
                        <a:lnTo>
                          <a:pt x="2478" y="1926"/>
                        </a:lnTo>
                        <a:lnTo>
                          <a:pt x="2472" y="1908"/>
                        </a:lnTo>
                        <a:lnTo>
                          <a:pt x="2484" y="1884"/>
                        </a:lnTo>
                        <a:lnTo>
                          <a:pt x="2514" y="1854"/>
                        </a:lnTo>
                        <a:lnTo>
                          <a:pt x="2514" y="1848"/>
                        </a:lnTo>
                        <a:lnTo>
                          <a:pt x="2508" y="1836"/>
                        </a:lnTo>
                        <a:lnTo>
                          <a:pt x="2508" y="1830"/>
                        </a:lnTo>
                        <a:lnTo>
                          <a:pt x="2502" y="1818"/>
                        </a:lnTo>
                        <a:lnTo>
                          <a:pt x="2508" y="1764"/>
                        </a:lnTo>
                        <a:lnTo>
                          <a:pt x="2508" y="1758"/>
                        </a:lnTo>
                        <a:lnTo>
                          <a:pt x="2514" y="1752"/>
                        </a:lnTo>
                        <a:lnTo>
                          <a:pt x="2514" y="1722"/>
                        </a:lnTo>
                        <a:lnTo>
                          <a:pt x="2520" y="1710"/>
                        </a:lnTo>
                        <a:lnTo>
                          <a:pt x="2520" y="1680"/>
                        </a:lnTo>
                        <a:lnTo>
                          <a:pt x="2508" y="1644"/>
                        </a:lnTo>
                        <a:lnTo>
                          <a:pt x="2502" y="1608"/>
                        </a:lnTo>
                        <a:lnTo>
                          <a:pt x="2502" y="1596"/>
                        </a:lnTo>
                        <a:lnTo>
                          <a:pt x="2508" y="1560"/>
                        </a:lnTo>
                        <a:lnTo>
                          <a:pt x="2508" y="1548"/>
                        </a:lnTo>
                        <a:lnTo>
                          <a:pt x="2502" y="1536"/>
                        </a:lnTo>
                        <a:lnTo>
                          <a:pt x="2502" y="1500"/>
                        </a:lnTo>
                        <a:lnTo>
                          <a:pt x="2508" y="1488"/>
                        </a:lnTo>
                        <a:lnTo>
                          <a:pt x="2520" y="1476"/>
                        </a:lnTo>
                        <a:lnTo>
                          <a:pt x="2508" y="1458"/>
                        </a:lnTo>
                        <a:lnTo>
                          <a:pt x="2520" y="1446"/>
                        </a:lnTo>
                        <a:lnTo>
                          <a:pt x="2532" y="1446"/>
                        </a:lnTo>
                        <a:lnTo>
                          <a:pt x="2532" y="1452"/>
                        </a:lnTo>
                        <a:lnTo>
                          <a:pt x="2538" y="1464"/>
                        </a:lnTo>
                        <a:lnTo>
                          <a:pt x="2544" y="1470"/>
                        </a:lnTo>
                        <a:lnTo>
                          <a:pt x="2556" y="1464"/>
                        </a:lnTo>
                        <a:lnTo>
                          <a:pt x="2562" y="1452"/>
                        </a:lnTo>
                        <a:lnTo>
                          <a:pt x="2574" y="1446"/>
                        </a:lnTo>
                        <a:lnTo>
                          <a:pt x="2580" y="1434"/>
                        </a:lnTo>
                        <a:lnTo>
                          <a:pt x="2586" y="1428"/>
                        </a:lnTo>
                        <a:lnTo>
                          <a:pt x="2592" y="1416"/>
                        </a:lnTo>
                        <a:lnTo>
                          <a:pt x="2592" y="1404"/>
                        </a:lnTo>
                        <a:lnTo>
                          <a:pt x="2598" y="1386"/>
                        </a:lnTo>
                        <a:lnTo>
                          <a:pt x="2598" y="1374"/>
                        </a:lnTo>
                        <a:lnTo>
                          <a:pt x="2604" y="1356"/>
                        </a:lnTo>
                        <a:lnTo>
                          <a:pt x="2604" y="1344"/>
                        </a:lnTo>
                        <a:lnTo>
                          <a:pt x="2610" y="1338"/>
                        </a:lnTo>
                        <a:lnTo>
                          <a:pt x="2616" y="1338"/>
                        </a:lnTo>
                        <a:lnTo>
                          <a:pt x="2628" y="1326"/>
                        </a:lnTo>
                        <a:lnTo>
                          <a:pt x="2634" y="1314"/>
                        </a:lnTo>
                        <a:lnTo>
                          <a:pt x="2640" y="1308"/>
                        </a:lnTo>
                        <a:lnTo>
                          <a:pt x="2640" y="1296"/>
                        </a:lnTo>
                        <a:lnTo>
                          <a:pt x="2652" y="1290"/>
                        </a:lnTo>
                        <a:lnTo>
                          <a:pt x="2658" y="1284"/>
                        </a:lnTo>
                        <a:lnTo>
                          <a:pt x="2670" y="1284"/>
                        </a:lnTo>
                        <a:lnTo>
                          <a:pt x="2682" y="1272"/>
                        </a:lnTo>
                        <a:lnTo>
                          <a:pt x="2682" y="1254"/>
                        </a:lnTo>
                        <a:lnTo>
                          <a:pt x="2688" y="1254"/>
                        </a:lnTo>
                        <a:lnTo>
                          <a:pt x="2724" y="1218"/>
                        </a:lnTo>
                        <a:lnTo>
                          <a:pt x="2736" y="1188"/>
                        </a:lnTo>
                        <a:lnTo>
                          <a:pt x="2754" y="1158"/>
                        </a:lnTo>
                        <a:lnTo>
                          <a:pt x="2760" y="1134"/>
                        </a:lnTo>
                        <a:lnTo>
                          <a:pt x="2766" y="1122"/>
                        </a:lnTo>
                        <a:lnTo>
                          <a:pt x="2772" y="1116"/>
                        </a:lnTo>
                        <a:lnTo>
                          <a:pt x="2778" y="1104"/>
                        </a:lnTo>
                        <a:lnTo>
                          <a:pt x="2784" y="1098"/>
                        </a:lnTo>
                        <a:lnTo>
                          <a:pt x="2784" y="1080"/>
                        </a:lnTo>
                        <a:lnTo>
                          <a:pt x="2778" y="1068"/>
                        </a:lnTo>
                        <a:lnTo>
                          <a:pt x="2778" y="100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98" name="Bolivia" descr="© INSCALE GmbH, 05.05.2010&#10;http://www.presentationload.com/">
                    <a:extLst>
                      <a:ext uri="{FF2B5EF4-FFF2-40B4-BE49-F238E27FC236}">
                        <a16:creationId xmlns:a16="http://schemas.microsoft.com/office/drawing/2014/main" id="{74CAB5E0-944E-D84B-4C39-B38F85C3FA6D}"/>
                      </a:ext>
                    </a:extLst>
                  </p:cNvPr>
                  <p:cNvSpPr>
                    <a:spLocks/>
                  </p:cNvSpPr>
                  <p:nvPr/>
                </p:nvSpPr>
                <p:spPr bwMode="gray">
                  <a:xfrm>
                    <a:off x="1407" y="2767"/>
                    <a:ext cx="226" cy="269"/>
                  </a:xfrm>
                  <a:custGeom>
                    <a:avLst/>
                    <a:gdLst>
                      <a:gd name="T0" fmla="*/ 2147483647 w 894"/>
                      <a:gd name="T1" fmla="*/ 2147483647 h 1056"/>
                      <a:gd name="T2" fmla="*/ 2147483647 w 894"/>
                      <a:gd name="T3" fmla="*/ 2147483647 h 1056"/>
                      <a:gd name="T4" fmla="*/ 2147483647 w 894"/>
                      <a:gd name="T5" fmla="*/ 2147483647 h 1056"/>
                      <a:gd name="T6" fmla="*/ 2147483647 w 894"/>
                      <a:gd name="T7" fmla="*/ 2147483647 h 1056"/>
                      <a:gd name="T8" fmla="*/ 2147483647 w 894"/>
                      <a:gd name="T9" fmla="*/ 2147483647 h 1056"/>
                      <a:gd name="T10" fmla="*/ 2147483647 w 894"/>
                      <a:gd name="T11" fmla="*/ 2147483647 h 1056"/>
                      <a:gd name="T12" fmla="*/ 2147483647 w 894"/>
                      <a:gd name="T13" fmla="*/ 2147483647 h 1056"/>
                      <a:gd name="T14" fmla="*/ 2147483647 w 894"/>
                      <a:gd name="T15" fmla="*/ 2147483647 h 1056"/>
                      <a:gd name="T16" fmla="*/ 2147483647 w 894"/>
                      <a:gd name="T17" fmla="*/ 2147483647 h 1056"/>
                      <a:gd name="T18" fmla="*/ 2147483647 w 894"/>
                      <a:gd name="T19" fmla="*/ 2147483647 h 1056"/>
                      <a:gd name="T20" fmla="*/ 2147483647 w 894"/>
                      <a:gd name="T21" fmla="*/ 2147483647 h 1056"/>
                      <a:gd name="T22" fmla="*/ 2147483647 w 894"/>
                      <a:gd name="T23" fmla="*/ 2147483647 h 1056"/>
                      <a:gd name="T24" fmla="*/ 2147483647 w 894"/>
                      <a:gd name="T25" fmla="*/ 2147483647 h 1056"/>
                      <a:gd name="T26" fmla="*/ 2147483647 w 894"/>
                      <a:gd name="T27" fmla="*/ 2147483647 h 1056"/>
                      <a:gd name="T28" fmla="*/ 2147483647 w 894"/>
                      <a:gd name="T29" fmla="*/ 2147483647 h 1056"/>
                      <a:gd name="T30" fmla="*/ 2147483647 w 894"/>
                      <a:gd name="T31" fmla="*/ 2147483647 h 1056"/>
                      <a:gd name="T32" fmla="*/ 2147483647 w 894"/>
                      <a:gd name="T33" fmla="*/ 2147483647 h 1056"/>
                      <a:gd name="T34" fmla="*/ 2147483647 w 894"/>
                      <a:gd name="T35" fmla="*/ 2147483647 h 1056"/>
                      <a:gd name="T36" fmla="*/ 2147483647 w 894"/>
                      <a:gd name="T37" fmla="*/ 2147483647 h 1056"/>
                      <a:gd name="T38" fmla="*/ 2147483647 w 894"/>
                      <a:gd name="T39" fmla="*/ 2147483647 h 1056"/>
                      <a:gd name="T40" fmla="*/ 2147483647 w 894"/>
                      <a:gd name="T41" fmla="*/ 2147483647 h 1056"/>
                      <a:gd name="T42" fmla="*/ 2147483647 w 894"/>
                      <a:gd name="T43" fmla="*/ 2147483647 h 1056"/>
                      <a:gd name="T44" fmla="*/ 2147483647 w 894"/>
                      <a:gd name="T45" fmla="*/ 2147483647 h 1056"/>
                      <a:gd name="T46" fmla="*/ 2147483647 w 894"/>
                      <a:gd name="T47" fmla="*/ 2147483647 h 1056"/>
                      <a:gd name="T48" fmla="*/ 0 w 894"/>
                      <a:gd name="T49" fmla="*/ 2147483647 h 1056"/>
                      <a:gd name="T50" fmla="*/ 2147483647 w 894"/>
                      <a:gd name="T51" fmla="*/ 2147483647 h 1056"/>
                      <a:gd name="T52" fmla="*/ 2147483647 w 894"/>
                      <a:gd name="T53" fmla="*/ 2147483647 h 1056"/>
                      <a:gd name="T54" fmla="*/ 2147483647 w 894"/>
                      <a:gd name="T55" fmla="*/ 2147483647 h 1056"/>
                      <a:gd name="T56" fmla="*/ 2147483647 w 894"/>
                      <a:gd name="T57" fmla="*/ 2147483647 h 1056"/>
                      <a:gd name="T58" fmla="*/ 2147483647 w 894"/>
                      <a:gd name="T59" fmla="*/ 2147483647 h 1056"/>
                      <a:gd name="T60" fmla="*/ 2147483647 w 894"/>
                      <a:gd name="T61" fmla="*/ 2147483647 h 1056"/>
                      <a:gd name="T62" fmla="*/ 2147483647 w 894"/>
                      <a:gd name="T63" fmla="*/ 2147483647 h 1056"/>
                      <a:gd name="T64" fmla="*/ 2147483647 w 894"/>
                      <a:gd name="T65" fmla="*/ 2147483647 h 1056"/>
                      <a:gd name="T66" fmla="*/ 2147483647 w 894"/>
                      <a:gd name="T67" fmla="*/ 2147483647 h 1056"/>
                      <a:gd name="T68" fmla="*/ 2147483647 w 894"/>
                      <a:gd name="T69" fmla="*/ 2147483647 h 1056"/>
                      <a:gd name="T70" fmla="*/ 2147483647 w 894"/>
                      <a:gd name="T71" fmla="*/ 2147483647 h 1056"/>
                      <a:gd name="T72" fmla="*/ 2147483647 w 894"/>
                      <a:gd name="T73" fmla="*/ 2147483647 h 1056"/>
                      <a:gd name="T74" fmla="*/ 2147483647 w 894"/>
                      <a:gd name="T75" fmla="*/ 2147483647 h 1056"/>
                      <a:gd name="T76" fmla="*/ 2147483647 w 894"/>
                      <a:gd name="T77" fmla="*/ 2147483647 h 1056"/>
                      <a:gd name="T78" fmla="*/ 2147483647 w 894"/>
                      <a:gd name="T79" fmla="*/ 2147483647 h 1056"/>
                      <a:gd name="T80" fmla="*/ 2147483647 w 894"/>
                      <a:gd name="T81" fmla="*/ 2147483647 h 1056"/>
                      <a:gd name="T82" fmla="*/ 2147483647 w 894"/>
                      <a:gd name="T83" fmla="*/ 2147483647 h 1056"/>
                      <a:gd name="T84" fmla="*/ 2147483647 w 894"/>
                      <a:gd name="T85" fmla="*/ 2147483647 h 1056"/>
                      <a:gd name="T86" fmla="*/ 2147483647 w 894"/>
                      <a:gd name="T87" fmla="*/ 2147483647 h 1056"/>
                      <a:gd name="T88" fmla="*/ 2147483647 w 894"/>
                      <a:gd name="T89" fmla="*/ 2147483647 h 1056"/>
                      <a:gd name="T90" fmla="*/ 2147483647 w 894"/>
                      <a:gd name="T91" fmla="*/ 2147483647 h 1056"/>
                      <a:gd name="T92" fmla="*/ 2147483647 w 894"/>
                      <a:gd name="T93" fmla="*/ 2147483647 h 1056"/>
                      <a:gd name="T94" fmla="*/ 2147483647 w 894"/>
                      <a:gd name="T95" fmla="*/ 2147483647 h 1056"/>
                      <a:gd name="T96" fmla="*/ 2147483647 w 894"/>
                      <a:gd name="T97" fmla="*/ 2147483647 h 1056"/>
                      <a:gd name="T98" fmla="*/ 2147483647 w 894"/>
                      <a:gd name="T99" fmla="*/ 2147483647 h 1056"/>
                      <a:gd name="T100" fmla="*/ 2147483647 w 894"/>
                      <a:gd name="T101" fmla="*/ 2147483647 h 105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894"/>
                      <a:gd name="T154" fmla="*/ 0 h 1056"/>
                      <a:gd name="T155" fmla="*/ 894 w 894"/>
                      <a:gd name="T156" fmla="*/ 1056 h 1056"/>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894" h="1056">
                        <a:moveTo>
                          <a:pt x="882" y="744"/>
                        </a:moveTo>
                        <a:lnTo>
                          <a:pt x="882" y="738"/>
                        </a:lnTo>
                        <a:lnTo>
                          <a:pt x="888" y="732"/>
                        </a:lnTo>
                        <a:lnTo>
                          <a:pt x="888" y="708"/>
                        </a:lnTo>
                        <a:lnTo>
                          <a:pt x="894" y="696"/>
                        </a:lnTo>
                        <a:lnTo>
                          <a:pt x="894" y="684"/>
                        </a:lnTo>
                        <a:lnTo>
                          <a:pt x="882" y="648"/>
                        </a:lnTo>
                        <a:lnTo>
                          <a:pt x="876" y="636"/>
                        </a:lnTo>
                        <a:lnTo>
                          <a:pt x="864" y="624"/>
                        </a:lnTo>
                        <a:lnTo>
                          <a:pt x="840" y="612"/>
                        </a:lnTo>
                        <a:lnTo>
                          <a:pt x="834" y="606"/>
                        </a:lnTo>
                        <a:lnTo>
                          <a:pt x="822" y="600"/>
                        </a:lnTo>
                        <a:lnTo>
                          <a:pt x="816" y="588"/>
                        </a:lnTo>
                        <a:lnTo>
                          <a:pt x="816" y="576"/>
                        </a:lnTo>
                        <a:lnTo>
                          <a:pt x="822" y="558"/>
                        </a:lnTo>
                        <a:lnTo>
                          <a:pt x="822" y="546"/>
                        </a:lnTo>
                        <a:lnTo>
                          <a:pt x="828" y="540"/>
                        </a:lnTo>
                        <a:lnTo>
                          <a:pt x="828" y="534"/>
                        </a:lnTo>
                        <a:lnTo>
                          <a:pt x="768" y="534"/>
                        </a:lnTo>
                        <a:lnTo>
                          <a:pt x="720" y="528"/>
                        </a:lnTo>
                        <a:lnTo>
                          <a:pt x="690" y="522"/>
                        </a:lnTo>
                        <a:lnTo>
                          <a:pt x="684" y="516"/>
                        </a:lnTo>
                        <a:lnTo>
                          <a:pt x="684" y="474"/>
                        </a:lnTo>
                        <a:lnTo>
                          <a:pt x="690" y="462"/>
                        </a:lnTo>
                        <a:lnTo>
                          <a:pt x="684" y="456"/>
                        </a:lnTo>
                        <a:lnTo>
                          <a:pt x="672" y="450"/>
                        </a:lnTo>
                        <a:lnTo>
                          <a:pt x="666" y="438"/>
                        </a:lnTo>
                        <a:lnTo>
                          <a:pt x="660" y="432"/>
                        </a:lnTo>
                        <a:lnTo>
                          <a:pt x="660" y="426"/>
                        </a:lnTo>
                        <a:lnTo>
                          <a:pt x="678" y="426"/>
                        </a:lnTo>
                        <a:lnTo>
                          <a:pt x="678" y="396"/>
                        </a:lnTo>
                        <a:lnTo>
                          <a:pt x="672" y="384"/>
                        </a:lnTo>
                        <a:lnTo>
                          <a:pt x="666" y="378"/>
                        </a:lnTo>
                        <a:lnTo>
                          <a:pt x="660" y="366"/>
                        </a:lnTo>
                        <a:lnTo>
                          <a:pt x="660" y="336"/>
                        </a:lnTo>
                        <a:lnTo>
                          <a:pt x="654" y="330"/>
                        </a:lnTo>
                        <a:lnTo>
                          <a:pt x="648" y="318"/>
                        </a:lnTo>
                        <a:lnTo>
                          <a:pt x="624" y="306"/>
                        </a:lnTo>
                        <a:lnTo>
                          <a:pt x="564" y="306"/>
                        </a:lnTo>
                        <a:lnTo>
                          <a:pt x="558" y="300"/>
                        </a:lnTo>
                        <a:lnTo>
                          <a:pt x="546" y="294"/>
                        </a:lnTo>
                        <a:lnTo>
                          <a:pt x="534" y="282"/>
                        </a:lnTo>
                        <a:lnTo>
                          <a:pt x="534" y="276"/>
                        </a:lnTo>
                        <a:lnTo>
                          <a:pt x="510" y="276"/>
                        </a:lnTo>
                        <a:lnTo>
                          <a:pt x="498" y="270"/>
                        </a:lnTo>
                        <a:lnTo>
                          <a:pt x="486" y="258"/>
                        </a:lnTo>
                        <a:lnTo>
                          <a:pt x="474" y="252"/>
                        </a:lnTo>
                        <a:lnTo>
                          <a:pt x="468" y="240"/>
                        </a:lnTo>
                        <a:lnTo>
                          <a:pt x="468" y="234"/>
                        </a:lnTo>
                        <a:lnTo>
                          <a:pt x="456" y="234"/>
                        </a:lnTo>
                        <a:lnTo>
                          <a:pt x="450" y="240"/>
                        </a:lnTo>
                        <a:lnTo>
                          <a:pt x="438" y="240"/>
                        </a:lnTo>
                        <a:lnTo>
                          <a:pt x="426" y="234"/>
                        </a:lnTo>
                        <a:lnTo>
                          <a:pt x="420" y="222"/>
                        </a:lnTo>
                        <a:lnTo>
                          <a:pt x="414" y="228"/>
                        </a:lnTo>
                        <a:lnTo>
                          <a:pt x="384" y="228"/>
                        </a:lnTo>
                        <a:lnTo>
                          <a:pt x="372" y="222"/>
                        </a:lnTo>
                        <a:lnTo>
                          <a:pt x="366" y="216"/>
                        </a:lnTo>
                        <a:lnTo>
                          <a:pt x="366" y="210"/>
                        </a:lnTo>
                        <a:lnTo>
                          <a:pt x="360" y="198"/>
                        </a:lnTo>
                        <a:lnTo>
                          <a:pt x="360" y="192"/>
                        </a:lnTo>
                        <a:lnTo>
                          <a:pt x="354" y="186"/>
                        </a:lnTo>
                        <a:lnTo>
                          <a:pt x="330" y="186"/>
                        </a:lnTo>
                        <a:lnTo>
                          <a:pt x="324" y="156"/>
                        </a:lnTo>
                        <a:lnTo>
                          <a:pt x="318" y="150"/>
                        </a:lnTo>
                        <a:lnTo>
                          <a:pt x="306" y="144"/>
                        </a:lnTo>
                        <a:lnTo>
                          <a:pt x="294" y="132"/>
                        </a:lnTo>
                        <a:lnTo>
                          <a:pt x="294" y="120"/>
                        </a:lnTo>
                        <a:lnTo>
                          <a:pt x="300" y="114"/>
                        </a:lnTo>
                        <a:lnTo>
                          <a:pt x="300" y="96"/>
                        </a:lnTo>
                        <a:lnTo>
                          <a:pt x="294" y="84"/>
                        </a:lnTo>
                        <a:lnTo>
                          <a:pt x="288" y="78"/>
                        </a:lnTo>
                        <a:lnTo>
                          <a:pt x="288" y="48"/>
                        </a:lnTo>
                        <a:lnTo>
                          <a:pt x="294" y="42"/>
                        </a:lnTo>
                        <a:lnTo>
                          <a:pt x="294" y="36"/>
                        </a:lnTo>
                        <a:lnTo>
                          <a:pt x="300" y="30"/>
                        </a:lnTo>
                        <a:lnTo>
                          <a:pt x="300" y="0"/>
                        </a:lnTo>
                        <a:lnTo>
                          <a:pt x="288" y="0"/>
                        </a:lnTo>
                        <a:lnTo>
                          <a:pt x="276" y="6"/>
                        </a:lnTo>
                        <a:lnTo>
                          <a:pt x="276" y="12"/>
                        </a:lnTo>
                        <a:lnTo>
                          <a:pt x="270" y="12"/>
                        </a:lnTo>
                        <a:lnTo>
                          <a:pt x="258" y="0"/>
                        </a:lnTo>
                        <a:lnTo>
                          <a:pt x="246" y="12"/>
                        </a:lnTo>
                        <a:lnTo>
                          <a:pt x="210" y="12"/>
                        </a:lnTo>
                        <a:lnTo>
                          <a:pt x="198" y="18"/>
                        </a:lnTo>
                        <a:lnTo>
                          <a:pt x="192" y="24"/>
                        </a:lnTo>
                        <a:lnTo>
                          <a:pt x="186" y="36"/>
                        </a:lnTo>
                        <a:lnTo>
                          <a:pt x="180" y="42"/>
                        </a:lnTo>
                        <a:lnTo>
                          <a:pt x="180" y="48"/>
                        </a:lnTo>
                        <a:lnTo>
                          <a:pt x="144" y="48"/>
                        </a:lnTo>
                        <a:lnTo>
                          <a:pt x="138" y="78"/>
                        </a:lnTo>
                        <a:lnTo>
                          <a:pt x="102" y="78"/>
                        </a:lnTo>
                        <a:lnTo>
                          <a:pt x="90" y="96"/>
                        </a:lnTo>
                        <a:lnTo>
                          <a:pt x="84" y="102"/>
                        </a:lnTo>
                        <a:lnTo>
                          <a:pt x="60" y="114"/>
                        </a:lnTo>
                        <a:lnTo>
                          <a:pt x="42" y="114"/>
                        </a:lnTo>
                        <a:lnTo>
                          <a:pt x="42" y="108"/>
                        </a:lnTo>
                        <a:lnTo>
                          <a:pt x="36" y="102"/>
                        </a:lnTo>
                        <a:lnTo>
                          <a:pt x="12" y="102"/>
                        </a:lnTo>
                        <a:lnTo>
                          <a:pt x="0" y="96"/>
                        </a:lnTo>
                        <a:lnTo>
                          <a:pt x="0" y="114"/>
                        </a:lnTo>
                        <a:lnTo>
                          <a:pt x="6" y="132"/>
                        </a:lnTo>
                        <a:lnTo>
                          <a:pt x="18" y="144"/>
                        </a:lnTo>
                        <a:lnTo>
                          <a:pt x="30" y="162"/>
                        </a:lnTo>
                        <a:lnTo>
                          <a:pt x="42" y="174"/>
                        </a:lnTo>
                        <a:lnTo>
                          <a:pt x="54" y="192"/>
                        </a:lnTo>
                        <a:lnTo>
                          <a:pt x="66" y="216"/>
                        </a:lnTo>
                        <a:lnTo>
                          <a:pt x="66" y="228"/>
                        </a:lnTo>
                        <a:lnTo>
                          <a:pt x="60" y="234"/>
                        </a:lnTo>
                        <a:lnTo>
                          <a:pt x="54" y="246"/>
                        </a:lnTo>
                        <a:lnTo>
                          <a:pt x="48" y="252"/>
                        </a:lnTo>
                        <a:lnTo>
                          <a:pt x="60" y="300"/>
                        </a:lnTo>
                        <a:lnTo>
                          <a:pt x="42" y="330"/>
                        </a:lnTo>
                        <a:lnTo>
                          <a:pt x="48" y="330"/>
                        </a:lnTo>
                        <a:lnTo>
                          <a:pt x="60" y="342"/>
                        </a:lnTo>
                        <a:lnTo>
                          <a:pt x="66" y="354"/>
                        </a:lnTo>
                        <a:lnTo>
                          <a:pt x="66" y="360"/>
                        </a:lnTo>
                        <a:lnTo>
                          <a:pt x="60" y="372"/>
                        </a:lnTo>
                        <a:lnTo>
                          <a:pt x="48" y="384"/>
                        </a:lnTo>
                        <a:lnTo>
                          <a:pt x="36" y="408"/>
                        </a:lnTo>
                        <a:lnTo>
                          <a:pt x="42" y="426"/>
                        </a:lnTo>
                        <a:lnTo>
                          <a:pt x="48" y="438"/>
                        </a:lnTo>
                        <a:lnTo>
                          <a:pt x="54" y="444"/>
                        </a:lnTo>
                        <a:lnTo>
                          <a:pt x="54" y="450"/>
                        </a:lnTo>
                        <a:lnTo>
                          <a:pt x="42" y="468"/>
                        </a:lnTo>
                        <a:lnTo>
                          <a:pt x="54" y="480"/>
                        </a:lnTo>
                        <a:lnTo>
                          <a:pt x="78" y="498"/>
                        </a:lnTo>
                        <a:lnTo>
                          <a:pt x="78" y="516"/>
                        </a:lnTo>
                        <a:lnTo>
                          <a:pt x="102" y="528"/>
                        </a:lnTo>
                        <a:lnTo>
                          <a:pt x="90" y="558"/>
                        </a:lnTo>
                        <a:lnTo>
                          <a:pt x="78" y="546"/>
                        </a:lnTo>
                        <a:lnTo>
                          <a:pt x="78" y="558"/>
                        </a:lnTo>
                        <a:lnTo>
                          <a:pt x="66" y="582"/>
                        </a:lnTo>
                        <a:lnTo>
                          <a:pt x="54" y="588"/>
                        </a:lnTo>
                        <a:lnTo>
                          <a:pt x="36" y="606"/>
                        </a:lnTo>
                        <a:lnTo>
                          <a:pt x="48" y="630"/>
                        </a:lnTo>
                        <a:lnTo>
                          <a:pt x="42" y="636"/>
                        </a:lnTo>
                        <a:lnTo>
                          <a:pt x="60" y="666"/>
                        </a:lnTo>
                        <a:lnTo>
                          <a:pt x="84" y="666"/>
                        </a:lnTo>
                        <a:lnTo>
                          <a:pt x="96" y="744"/>
                        </a:lnTo>
                        <a:lnTo>
                          <a:pt x="108" y="750"/>
                        </a:lnTo>
                        <a:lnTo>
                          <a:pt x="114" y="750"/>
                        </a:lnTo>
                        <a:lnTo>
                          <a:pt x="138" y="762"/>
                        </a:lnTo>
                        <a:lnTo>
                          <a:pt x="144" y="774"/>
                        </a:lnTo>
                        <a:lnTo>
                          <a:pt x="144" y="780"/>
                        </a:lnTo>
                        <a:lnTo>
                          <a:pt x="138" y="792"/>
                        </a:lnTo>
                        <a:lnTo>
                          <a:pt x="126" y="804"/>
                        </a:lnTo>
                        <a:lnTo>
                          <a:pt x="144" y="822"/>
                        </a:lnTo>
                        <a:lnTo>
                          <a:pt x="138" y="828"/>
                        </a:lnTo>
                        <a:lnTo>
                          <a:pt x="132" y="840"/>
                        </a:lnTo>
                        <a:lnTo>
                          <a:pt x="126" y="846"/>
                        </a:lnTo>
                        <a:lnTo>
                          <a:pt x="126" y="858"/>
                        </a:lnTo>
                        <a:lnTo>
                          <a:pt x="132" y="870"/>
                        </a:lnTo>
                        <a:lnTo>
                          <a:pt x="138" y="876"/>
                        </a:lnTo>
                        <a:lnTo>
                          <a:pt x="138" y="900"/>
                        </a:lnTo>
                        <a:lnTo>
                          <a:pt x="144" y="900"/>
                        </a:lnTo>
                        <a:lnTo>
                          <a:pt x="150" y="906"/>
                        </a:lnTo>
                        <a:lnTo>
                          <a:pt x="162" y="912"/>
                        </a:lnTo>
                        <a:lnTo>
                          <a:pt x="168" y="918"/>
                        </a:lnTo>
                        <a:lnTo>
                          <a:pt x="180" y="924"/>
                        </a:lnTo>
                        <a:lnTo>
                          <a:pt x="186" y="930"/>
                        </a:lnTo>
                        <a:lnTo>
                          <a:pt x="186" y="996"/>
                        </a:lnTo>
                        <a:lnTo>
                          <a:pt x="210" y="1020"/>
                        </a:lnTo>
                        <a:lnTo>
                          <a:pt x="210" y="1044"/>
                        </a:lnTo>
                        <a:lnTo>
                          <a:pt x="216" y="1056"/>
                        </a:lnTo>
                        <a:lnTo>
                          <a:pt x="270" y="1056"/>
                        </a:lnTo>
                        <a:lnTo>
                          <a:pt x="270" y="1026"/>
                        </a:lnTo>
                        <a:lnTo>
                          <a:pt x="282" y="1026"/>
                        </a:lnTo>
                        <a:lnTo>
                          <a:pt x="282" y="1008"/>
                        </a:lnTo>
                        <a:lnTo>
                          <a:pt x="306" y="1002"/>
                        </a:lnTo>
                        <a:lnTo>
                          <a:pt x="318" y="978"/>
                        </a:lnTo>
                        <a:lnTo>
                          <a:pt x="324" y="984"/>
                        </a:lnTo>
                        <a:lnTo>
                          <a:pt x="348" y="996"/>
                        </a:lnTo>
                        <a:lnTo>
                          <a:pt x="360" y="996"/>
                        </a:lnTo>
                        <a:lnTo>
                          <a:pt x="378" y="1002"/>
                        </a:lnTo>
                        <a:lnTo>
                          <a:pt x="432" y="1002"/>
                        </a:lnTo>
                        <a:lnTo>
                          <a:pt x="462" y="1050"/>
                        </a:lnTo>
                        <a:lnTo>
                          <a:pt x="474" y="996"/>
                        </a:lnTo>
                        <a:lnTo>
                          <a:pt x="546" y="990"/>
                        </a:lnTo>
                        <a:lnTo>
                          <a:pt x="582" y="1014"/>
                        </a:lnTo>
                        <a:lnTo>
                          <a:pt x="582" y="996"/>
                        </a:lnTo>
                        <a:lnTo>
                          <a:pt x="594" y="924"/>
                        </a:lnTo>
                        <a:lnTo>
                          <a:pt x="594" y="900"/>
                        </a:lnTo>
                        <a:lnTo>
                          <a:pt x="588" y="894"/>
                        </a:lnTo>
                        <a:lnTo>
                          <a:pt x="588" y="888"/>
                        </a:lnTo>
                        <a:lnTo>
                          <a:pt x="576" y="864"/>
                        </a:lnTo>
                        <a:lnTo>
                          <a:pt x="576" y="852"/>
                        </a:lnTo>
                        <a:lnTo>
                          <a:pt x="582" y="846"/>
                        </a:lnTo>
                        <a:lnTo>
                          <a:pt x="594" y="840"/>
                        </a:lnTo>
                        <a:lnTo>
                          <a:pt x="606" y="828"/>
                        </a:lnTo>
                        <a:lnTo>
                          <a:pt x="612" y="798"/>
                        </a:lnTo>
                        <a:lnTo>
                          <a:pt x="714" y="780"/>
                        </a:lnTo>
                        <a:lnTo>
                          <a:pt x="792" y="768"/>
                        </a:lnTo>
                        <a:lnTo>
                          <a:pt x="846" y="810"/>
                        </a:lnTo>
                        <a:lnTo>
                          <a:pt x="864" y="846"/>
                        </a:lnTo>
                        <a:lnTo>
                          <a:pt x="864" y="840"/>
                        </a:lnTo>
                        <a:lnTo>
                          <a:pt x="870" y="834"/>
                        </a:lnTo>
                        <a:lnTo>
                          <a:pt x="882" y="828"/>
                        </a:lnTo>
                        <a:lnTo>
                          <a:pt x="888" y="822"/>
                        </a:lnTo>
                        <a:lnTo>
                          <a:pt x="876" y="816"/>
                        </a:lnTo>
                        <a:lnTo>
                          <a:pt x="870" y="810"/>
                        </a:lnTo>
                        <a:lnTo>
                          <a:pt x="870" y="786"/>
                        </a:lnTo>
                        <a:lnTo>
                          <a:pt x="876" y="774"/>
                        </a:lnTo>
                        <a:lnTo>
                          <a:pt x="882" y="768"/>
                        </a:lnTo>
                        <a:lnTo>
                          <a:pt x="888" y="756"/>
                        </a:lnTo>
                        <a:lnTo>
                          <a:pt x="882" y="74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99" name="Argentina" descr="© INSCALE GmbH, 05.05.2010&#10;http://www.presentationload.com/">
                    <a:extLst>
                      <a:ext uri="{FF2B5EF4-FFF2-40B4-BE49-F238E27FC236}">
                        <a16:creationId xmlns:a16="http://schemas.microsoft.com/office/drawing/2014/main" id="{A622D177-B3A3-E47F-D13A-53CCBD230693}"/>
                      </a:ext>
                    </a:extLst>
                  </p:cNvPr>
                  <p:cNvSpPr>
                    <a:spLocks noEditPoints="1"/>
                  </p:cNvSpPr>
                  <p:nvPr/>
                </p:nvSpPr>
                <p:spPr bwMode="gray">
                  <a:xfrm>
                    <a:off x="1444" y="3016"/>
                    <a:ext cx="277" cy="619"/>
                  </a:xfrm>
                  <a:custGeom>
                    <a:avLst/>
                    <a:gdLst>
                      <a:gd name="T0" fmla="*/ 2147483647 w 1092"/>
                      <a:gd name="T1" fmla="*/ 2147483647 h 2442"/>
                      <a:gd name="T2" fmla="*/ 2147483647 w 1092"/>
                      <a:gd name="T3" fmla="*/ 2147483647 h 2442"/>
                      <a:gd name="T4" fmla="*/ 2147483647 w 1092"/>
                      <a:gd name="T5" fmla="*/ 2147483647 h 2442"/>
                      <a:gd name="T6" fmla="*/ 2147483647 w 1092"/>
                      <a:gd name="T7" fmla="*/ 2147483647 h 2442"/>
                      <a:gd name="T8" fmla="*/ 2147483647 w 1092"/>
                      <a:gd name="T9" fmla="*/ 2147483647 h 2442"/>
                      <a:gd name="T10" fmla="*/ 2147483647 w 1092"/>
                      <a:gd name="T11" fmla="*/ 2147483647 h 2442"/>
                      <a:gd name="T12" fmla="*/ 2147483647 w 1092"/>
                      <a:gd name="T13" fmla="*/ 2147483647 h 2442"/>
                      <a:gd name="T14" fmla="*/ 2147483647 w 1092"/>
                      <a:gd name="T15" fmla="*/ 2147483647 h 2442"/>
                      <a:gd name="T16" fmla="*/ 2147483647 w 1092"/>
                      <a:gd name="T17" fmla="*/ 2147483647 h 2442"/>
                      <a:gd name="T18" fmla="*/ 2147483647 w 1092"/>
                      <a:gd name="T19" fmla="*/ 2147483647 h 2442"/>
                      <a:gd name="T20" fmla="*/ 2147483647 w 1092"/>
                      <a:gd name="T21" fmla="*/ 0 h 2442"/>
                      <a:gd name="T22" fmla="*/ 2147483647 w 1092"/>
                      <a:gd name="T23" fmla="*/ 2147483647 h 2442"/>
                      <a:gd name="T24" fmla="*/ 2147483647 w 1092"/>
                      <a:gd name="T25" fmla="*/ 2147483647 h 2442"/>
                      <a:gd name="T26" fmla="*/ 2147483647 w 1092"/>
                      <a:gd name="T27" fmla="*/ 2147483647 h 2442"/>
                      <a:gd name="T28" fmla="*/ 2147483647 w 1092"/>
                      <a:gd name="T29" fmla="*/ 2147483647 h 2442"/>
                      <a:gd name="T30" fmla="*/ 2147483647 w 1092"/>
                      <a:gd name="T31" fmla="*/ 2147483647 h 2442"/>
                      <a:gd name="T32" fmla="*/ 2147483647 w 1092"/>
                      <a:gd name="T33" fmla="*/ 2147483647 h 2442"/>
                      <a:gd name="T34" fmla="*/ 2147483647 w 1092"/>
                      <a:gd name="T35" fmla="*/ 2147483647 h 2442"/>
                      <a:gd name="T36" fmla="*/ 2147483647 w 1092"/>
                      <a:gd name="T37" fmla="*/ 2147483647 h 2442"/>
                      <a:gd name="T38" fmla="*/ 2147483647 w 1092"/>
                      <a:gd name="T39" fmla="*/ 2147483647 h 2442"/>
                      <a:gd name="T40" fmla="*/ 2147483647 w 1092"/>
                      <a:gd name="T41" fmla="*/ 2147483647 h 2442"/>
                      <a:gd name="T42" fmla="*/ 2147483647 w 1092"/>
                      <a:gd name="T43" fmla="*/ 2147483647 h 2442"/>
                      <a:gd name="T44" fmla="*/ 2147483647 w 1092"/>
                      <a:gd name="T45" fmla="*/ 2147483647 h 2442"/>
                      <a:gd name="T46" fmla="*/ 2147483647 w 1092"/>
                      <a:gd name="T47" fmla="*/ 2147483647 h 2442"/>
                      <a:gd name="T48" fmla="*/ 2147483647 w 1092"/>
                      <a:gd name="T49" fmla="*/ 2147483647 h 2442"/>
                      <a:gd name="T50" fmla="*/ 2147483647 w 1092"/>
                      <a:gd name="T51" fmla="*/ 2147483647 h 2442"/>
                      <a:gd name="T52" fmla="*/ 2147483647 w 1092"/>
                      <a:gd name="T53" fmla="*/ 2147483647 h 2442"/>
                      <a:gd name="T54" fmla="*/ 2147483647 w 1092"/>
                      <a:gd name="T55" fmla="*/ 2147483647 h 2442"/>
                      <a:gd name="T56" fmla="*/ 2147483647 w 1092"/>
                      <a:gd name="T57" fmla="*/ 2147483647 h 2442"/>
                      <a:gd name="T58" fmla="*/ 2147483647 w 1092"/>
                      <a:gd name="T59" fmla="*/ 2147483647 h 2442"/>
                      <a:gd name="T60" fmla="*/ 2147483647 w 1092"/>
                      <a:gd name="T61" fmla="*/ 2147483647 h 2442"/>
                      <a:gd name="T62" fmla="*/ 2147483647 w 1092"/>
                      <a:gd name="T63" fmla="*/ 2147483647 h 2442"/>
                      <a:gd name="T64" fmla="*/ 2147483647 w 1092"/>
                      <a:gd name="T65" fmla="*/ 2147483647 h 2442"/>
                      <a:gd name="T66" fmla="*/ 2147483647 w 1092"/>
                      <a:gd name="T67" fmla="*/ 2147483647 h 2442"/>
                      <a:gd name="T68" fmla="*/ 2147483647 w 1092"/>
                      <a:gd name="T69" fmla="*/ 2147483647 h 2442"/>
                      <a:gd name="T70" fmla="*/ 2147483647 w 1092"/>
                      <a:gd name="T71" fmla="*/ 2147483647 h 2442"/>
                      <a:gd name="T72" fmla="*/ 2147483647 w 1092"/>
                      <a:gd name="T73" fmla="*/ 2147483647 h 2442"/>
                      <a:gd name="T74" fmla="*/ 2147483647 w 1092"/>
                      <a:gd name="T75" fmla="*/ 2147483647 h 2442"/>
                      <a:gd name="T76" fmla="*/ 2147483647 w 1092"/>
                      <a:gd name="T77" fmla="*/ 2147483647 h 2442"/>
                      <a:gd name="T78" fmla="*/ 2147483647 w 1092"/>
                      <a:gd name="T79" fmla="*/ 2147483647 h 2442"/>
                      <a:gd name="T80" fmla="*/ 2147483647 w 1092"/>
                      <a:gd name="T81" fmla="*/ 2147483647 h 2442"/>
                      <a:gd name="T82" fmla="*/ 2147483647 w 1092"/>
                      <a:gd name="T83" fmla="*/ 2147483647 h 2442"/>
                      <a:gd name="T84" fmla="*/ 2147483647 w 1092"/>
                      <a:gd name="T85" fmla="*/ 2147483647 h 2442"/>
                      <a:gd name="T86" fmla="*/ 2147483647 w 1092"/>
                      <a:gd name="T87" fmla="*/ 2147483647 h 2442"/>
                      <a:gd name="T88" fmla="*/ 2147483647 w 1092"/>
                      <a:gd name="T89" fmla="*/ 2147483647 h 2442"/>
                      <a:gd name="T90" fmla="*/ 2147483647 w 1092"/>
                      <a:gd name="T91" fmla="*/ 2147483647 h 2442"/>
                      <a:gd name="T92" fmla="*/ 2147483647 w 1092"/>
                      <a:gd name="T93" fmla="*/ 2147483647 h 2442"/>
                      <a:gd name="T94" fmla="*/ 2147483647 w 1092"/>
                      <a:gd name="T95" fmla="*/ 2147483647 h 2442"/>
                      <a:gd name="T96" fmla="*/ 2147483647 w 1092"/>
                      <a:gd name="T97" fmla="*/ 2147483647 h 2442"/>
                      <a:gd name="T98" fmla="*/ 2147483647 w 1092"/>
                      <a:gd name="T99" fmla="*/ 2147483647 h 2442"/>
                      <a:gd name="T100" fmla="*/ 2147483647 w 1092"/>
                      <a:gd name="T101" fmla="*/ 2147483647 h 2442"/>
                      <a:gd name="T102" fmla="*/ 2147483647 w 1092"/>
                      <a:gd name="T103" fmla="*/ 2147483647 h 2442"/>
                      <a:gd name="T104" fmla="*/ 2147483647 w 1092"/>
                      <a:gd name="T105" fmla="*/ 2147483647 h 2442"/>
                      <a:gd name="T106" fmla="*/ 2147483647 w 1092"/>
                      <a:gd name="T107" fmla="*/ 2147483647 h 2442"/>
                      <a:gd name="T108" fmla="*/ 2147483647 w 1092"/>
                      <a:gd name="T109" fmla="*/ 2147483647 h 2442"/>
                      <a:gd name="T110" fmla="*/ 2147483647 w 1092"/>
                      <a:gd name="T111" fmla="*/ 2147483647 h 2442"/>
                      <a:gd name="T112" fmla="*/ 2147483647 w 1092"/>
                      <a:gd name="T113" fmla="*/ 2147483647 h 2442"/>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092"/>
                      <a:gd name="T172" fmla="*/ 0 h 2442"/>
                      <a:gd name="T173" fmla="*/ 1092 w 1092"/>
                      <a:gd name="T174" fmla="*/ 2442 h 2442"/>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092" h="2442">
                        <a:moveTo>
                          <a:pt x="954" y="534"/>
                        </a:moveTo>
                        <a:lnTo>
                          <a:pt x="978" y="528"/>
                        </a:lnTo>
                        <a:lnTo>
                          <a:pt x="984" y="504"/>
                        </a:lnTo>
                        <a:lnTo>
                          <a:pt x="990" y="498"/>
                        </a:lnTo>
                        <a:lnTo>
                          <a:pt x="990" y="480"/>
                        </a:lnTo>
                        <a:lnTo>
                          <a:pt x="1026" y="480"/>
                        </a:lnTo>
                        <a:lnTo>
                          <a:pt x="1026" y="462"/>
                        </a:lnTo>
                        <a:lnTo>
                          <a:pt x="1032" y="450"/>
                        </a:lnTo>
                        <a:lnTo>
                          <a:pt x="1038" y="444"/>
                        </a:lnTo>
                        <a:lnTo>
                          <a:pt x="1092" y="426"/>
                        </a:lnTo>
                        <a:lnTo>
                          <a:pt x="1092" y="390"/>
                        </a:lnTo>
                        <a:lnTo>
                          <a:pt x="1086" y="372"/>
                        </a:lnTo>
                        <a:lnTo>
                          <a:pt x="1086" y="342"/>
                        </a:lnTo>
                        <a:lnTo>
                          <a:pt x="1080" y="336"/>
                        </a:lnTo>
                        <a:lnTo>
                          <a:pt x="1074" y="336"/>
                        </a:lnTo>
                        <a:lnTo>
                          <a:pt x="1074" y="324"/>
                        </a:lnTo>
                        <a:lnTo>
                          <a:pt x="1062" y="300"/>
                        </a:lnTo>
                        <a:lnTo>
                          <a:pt x="1056" y="294"/>
                        </a:lnTo>
                        <a:lnTo>
                          <a:pt x="1038" y="294"/>
                        </a:lnTo>
                        <a:lnTo>
                          <a:pt x="1032" y="300"/>
                        </a:lnTo>
                        <a:lnTo>
                          <a:pt x="1020" y="306"/>
                        </a:lnTo>
                        <a:lnTo>
                          <a:pt x="1020" y="384"/>
                        </a:lnTo>
                        <a:lnTo>
                          <a:pt x="1008" y="390"/>
                        </a:lnTo>
                        <a:lnTo>
                          <a:pt x="1002" y="402"/>
                        </a:lnTo>
                        <a:lnTo>
                          <a:pt x="990" y="408"/>
                        </a:lnTo>
                        <a:lnTo>
                          <a:pt x="984" y="414"/>
                        </a:lnTo>
                        <a:lnTo>
                          <a:pt x="978" y="414"/>
                        </a:lnTo>
                        <a:lnTo>
                          <a:pt x="966" y="426"/>
                        </a:lnTo>
                        <a:lnTo>
                          <a:pt x="954" y="450"/>
                        </a:lnTo>
                        <a:lnTo>
                          <a:pt x="948" y="456"/>
                        </a:lnTo>
                        <a:lnTo>
                          <a:pt x="948" y="450"/>
                        </a:lnTo>
                        <a:lnTo>
                          <a:pt x="942" y="444"/>
                        </a:lnTo>
                        <a:lnTo>
                          <a:pt x="930" y="444"/>
                        </a:lnTo>
                        <a:lnTo>
                          <a:pt x="924" y="450"/>
                        </a:lnTo>
                        <a:lnTo>
                          <a:pt x="924" y="468"/>
                        </a:lnTo>
                        <a:lnTo>
                          <a:pt x="912" y="450"/>
                        </a:lnTo>
                        <a:lnTo>
                          <a:pt x="852" y="450"/>
                        </a:lnTo>
                        <a:lnTo>
                          <a:pt x="834" y="444"/>
                        </a:lnTo>
                        <a:lnTo>
                          <a:pt x="822" y="438"/>
                        </a:lnTo>
                        <a:lnTo>
                          <a:pt x="816" y="432"/>
                        </a:lnTo>
                        <a:lnTo>
                          <a:pt x="804" y="426"/>
                        </a:lnTo>
                        <a:lnTo>
                          <a:pt x="798" y="426"/>
                        </a:lnTo>
                        <a:lnTo>
                          <a:pt x="786" y="432"/>
                        </a:lnTo>
                        <a:lnTo>
                          <a:pt x="762" y="432"/>
                        </a:lnTo>
                        <a:lnTo>
                          <a:pt x="756" y="426"/>
                        </a:lnTo>
                        <a:lnTo>
                          <a:pt x="756" y="414"/>
                        </a:lnTo>
                        <a:lnTo>
                          <a:pt x="762" y="402"/>
                        </a:lnTo>
                        <a:lnTo>
                          <a:pt x="768" y="396"/>
                        </a:lnTo>
                        <a:lnTo>
                          <a:pt x="774" y="384"/>
                        </a:lnTo>
                        <a:lnTo>
                          <a:pt x="780" y="378"/>
                        </a:lnTo>
                        <a:lnTo>
                          <a:pt x="780" y="342"/>
                        </a:lnTo>
                        <a:lnTo>
                          <a:pt x="798" y="342"/>
                        </a:lnTo>
                        <a:lnTo>
                          <a:pt x="804" y="336"/>
                        </a:lnTo>
                        <a:lnTo>
                          <a:pt x="804" y="330"/>
                        </a:lnTo>
                        <a:lnTo>
                          <a:pt x="798" y="318"/>
                        </a:lnTo>
                        <a:lnTo>
                          <a:pt x="792" y="312"/>
                        </a:lnTo>
                        <a:lnTo>
                          <a:pt x="798" y="300"/>
                        </a:lnTo>
                        <a:lnTo>
                          <a:pt x="804" y="294"/>
                        </a:lnTo>
                        <a:lnTo>
                          <a:pt x="804" y="282"/>
                        </a:lnTo>
                        <a:lnTo>
                          <a:pt x="810" y="276"/>
                        </a:lnTo>
                        <a:lnTo>
                          <a:pt x="804" y="270"/>
                        </a:lnTo>
                        <a:lnTo>
                          <a:pt x="792" y="264"/>
                        </a:lnTo>
                        <a:lnTo>
                          <a:pt x="774" y="258"/>
                        </a:lnTo>
                        <a:lnTo>
                          <a:pt x="762" y="252"/>
                        </a:lnTo>
                        <a:lnTo>
                          <a:pt x="750" y="252"/>
                        </a:lnTo>
                        <a:lnTo>
                          <a:pt x="744" y="246"/>
                        </a:lnTo>
                        <a:lnTo>
                          <a:pt x="708" y="228"/>
                        </a:lnTo>
                        <a:lnTo>
                          <a:pt x="690" y="216"/>
                        </a:lnTo>
                        <a:lnTo>
                          <a:pt x="678" y="210"/>
                        </a:lnTo>
                        <a:lnTo>
                          <a:pt x="672" y="204"/>
                        </a:lnTo>
                        <a:lnTo>
                          <a:pt x="666" y="204"/>
                        </a:lnTo>
                        <a:lnTo>
                          <a:pt x="660" y="198"/>
                        </a:lnTo>
                        <a:lnTo>
                          <a:pt x="648" y="192"/>
                        </a:lnTo>
                        <a:lnTo>
                          <a:pt x="642" y="186"/>
                        </a:lnTo>
                        <a:lnTo>
                          <a:pt x="630" y="180"/>
                        </a:lnTo>
                        <a:lnTo>
                          <a:pt x="600" y="180"/>
                        </a:lnTo>
                        <a:lnTo>
                          <a:pt x="564" y="162"/>
                        </a:lnTo>
                        <a:lnTo>
                          <a:pt x="558" y="156"/>
                        </a:lnTo>
                        <a:lnTo>
                          <a:pt x="552" y="156"/>
                        </a:lnTo>
                        <a:lnTo>
                          <a:pt x="546" y="138"/>
                        </a:lnTo>
                        <a:lnTo>
                          <a:pt x="534" y="132"/>
                        </a:lnTo>
                        <a:lnTo>
                          <a:pt x="516" y="114"/>
                        </a:lnTo>
                        <a:lnTo>
                          <a:pt x="492" y="102"/>
                        </a:lnTo>
                        <a:lnTo>
                          <a:pt x="486" y="96"/>
                        </a:lnTo>
                        <a:lnTo>
                          <a:pt x="480" y="84"/>
                        </a:lnTo>
                        <a:lnTo>
                          <a:pt x="468" y="78"/>
                        </a:lnTo>
                        <a:lnTo>
                          <a:pt x="462" y="66"/>
                        </a:lnTo>
                        <a:lnTo>
                          <a:pt x="456" y="60"/>
                        </a:lnTo>
                        <a:lnTo>
                          <a:pt x="456" y="54"/>
                        </a:lnTo>
                        <a:lnTo>
                          <a:pt x="438" y="36"/>
                        </a:lnTo>
                        <a:lnTo>
                          <a:pt x="402" y="12"/>
                        </a:lnTo>
                        <a:lnTo>
                          <a:pt x="330" y="18"/>
                        </a:lnTo>
                        <a:lnTo>
                          <a:pt x="318" y="72"/>
                        </a:lnTo>
                        <a:lnTo>
                          <a:pt x="288" y="24"/>
                        </a:lnTo>
                        <a:lnTo>
                          <a:pt x="234" y="24"/>
                        </a:lnTo>
                        <a:lnTo>
                          <a:pt x="216" y="18"/>
                        </a:lnTo>
                        <a:lnTo>
                          <a:pt x="204" y="18"/>
                        </a:lnTo>
                        <a:lnTo>
                          <a:pt x="180" y="6"/>
                        </a:lnTo>
                        <a:lnTo>
                          <a:pt x="174" y="0"/>
                        </a:lnTo>
                        <a:lnTo>
                          <a:pt x="162" y="24"/>
                        </a:lnTo>
                        <a:lnTo>
                          <a:pt x="138" y="30"/>
                        </a:lnTo>
                        <a:lnTo>
                          <a:pt x="138" y="48"/>
                        </a:lnTo>
                        <a:lnTo>
                          <a:pt x="126" y="48"/>
                        </a:lnTo>
                        <a:lnTo>
                          <a:pt x="126" y="78"/>
                        </a:lnTo>
                        <a:lnTo>
                          <a:pt x="114" y="78"/>
                        </a:lnTo>
                        <a:lnTo>
                          <a:pt x="126" y="96"/>
                        </a:lnTo>
                        <a:lnTo>
                          <a:pt x="114" y="180"/>
                        </a:lnTo>
                        <a:lnTo>
                          <a:pt x="108" y="180"/>
                        </a:lnTo>
                        <a:lnTo>
                          <a:pt x="102" y="186"/>
                        </a:lnTo>
                        <a:lnTo>
                          <a:pt x="90" y="192"/>
                        </a:lnTo>
                        <a:lnTo>
                          <a:pt x="72" y="198"/>
                        </a:lnTo>
                        <a:lnTo>
                          <a:pt x="60" y="210"/>
                        </a:lnTo>
                        <a:lnTo>
                          <a:pt x="48" y="216"/>
                        </a:lnTo>
                        <a:lnTo>
                          <a:pt x="42" y="228"/>
                        </a:lnTo>
                        <a:lnTo>
                          <a:pt x="36" y="234"/>
                        </a:lnTo>
                        <a:lnTo>
                          <a:pt x="36" y="240"/>
                        </a:lnTo>
                        <a:lnTo>
                          <a:pt x="42" y="246"/>
                        </a:lnTo>
                        <a:lnTo>
                          <a:pt x="54" y="252"/>
                        </a:lnTo>
                        <a:lnTo>
                          <a:pt x="66" y="252"/>
                        </a:lnTo>
                        <a:lnTo>
                          <a:pt x="66" y="258"/>
                        </a:lnTo>
                        <a:lnTo>
                          <a:pt x="42" y="282"/>
                        </a:lnTo>
                        <a:lnTo>
                          <a:pt x="42" y="300"/>
                        </a:lnTo>
                        <a:lnTo>
                          <a:pt x="48" y="306"/>
                        </a:lnTo>
                        <a:lnTo>
                          <a:pt x="60" y="312"/>
                        </a:lnTo>
                        <a:lnTo>
                          <a:pt x="72" y="324"/>
                        </a:lnTo>
                        <a:lnTo>
                          <a:pt x="78" y="336"/>
                        </a:lnTo>
                        <a:lnTo>
                          <a:pt x="72" y="342"/>
                        </a:lnTo>
                        <a:lnTo>
                          <a:pt x="66" y="354"/>
                        </a:lnTo>
                        <a:lnTo>
                          <a:pt x="54" y="366"/>
                        </a:lnTo>
                        <a:lnTo>
                          <a:pt x="48" y="366"/>
                        </a:lnTo>
                        <a:lnTo>
                          <a:pt x="54" y="366"/>
                        </a:lnTo>
                        <a:lnTo>
                          <a:pt x="60" y="372"/>
                        </a:lnTo>
                        <a:lnTo>
                          <a:pt x="84" y="384"/>
                        </a:lnTo>
                        <a:lnTo>
                          <a:pt x="90" y="396"/>
                        </a:lnTo>
                        <a:lnTo>
                          <a:pt x="90" y="408"/>
                        </a:lnTo>
                        <a:lnTo>
                          <a:pt x="78" y="414"/>
                        </a:lnTo>
                        <a:lnTo>
                          <a:pt x="72" y="420"/>
                        </a:lnTo>
                        <a:lnTo>
                          <a:pt x="54" y="420"/>
                        </a:lnTo>
                        <a:lnTo>
                          <a:pt x="54" y="432"/>
                        </a:lnTo>
                        <a:lnTo>
                          <a:pt x="48" y="450"/>
                        </a:lnTo>
                        <a:lnTo>
                          <a:pt x="48" y="462"/>
                        </a:lnTo>
                        <a:lnTo>
                          <a:pt x="42" y="474"/>
                        </a:lnTo>
                        <a:lnTo>
                          <a:pt x="42" y="486"/>
                        </a:lnTo>
                        <a:lnTo>
                          <a:pt x="30" y="498"/>
                        </a:lnTo>
                        <a:lnTo>
                          <a:pt x="24" y="510"/>
                        </a:lnTo>
                        <a:lnTo>
                          <a:pt x="18" y="516"/>
                        </a:lnTo>
                        <a:lnTo>
                          <a:pt x="18" y="582"/>
                        </a:lnTo>
                        <a:lnTo>
                          <a:pt x="6" y="594"/>
                        </a:lnTo>
                        <a:lnTo>
                          <a:pt x="6" y="606"/>
                        </a:lnTo>
                        <a:lnTo>
                          <a:pt x="18" y="630"/>
                        </a:lnTo>
                        <a:lnTo>
                          <a:pt x="30" y="666"/>
                        </a:lnTo>
                        <a:lnTo>
                          <a:pt x="36" y="678"/>
                        </a:lnTo>
                        <a:lnTo>
                          <a:pt x="36" y="684"/>
                        </a:lnTo>
                        <a:lnTo>
                          <a:pt x="12" y="684"/>
                        </a:lnTo>
                        <a:lnTo>
                          <a:pt x="18" y="738"/>
                        </a:lnTo>
                        <a:lnTo>
                          <a:pt x="6" y="744"/>
                        </a:lnTo>
                        <a:lnTo>
                          <a:pt x="0" y="744"/>
                        </a:lnTo>
                        <a:lnTo>
                          <a:pt x="0" y="768"/>
                        </a:lnTo>
                        <a:lnTo>
                          <a:pt x="6" y="774"/>
                        </a:lnTo>
                        <a:lnTo>
                          <a:pt x="6" y="780"/>
                        </a:lnTo>
                        <a:lnTo>
                          <a:pt x="18" y="786"/>
                        </a:lnTo>
                        <a:lnTo>
                          <a:pt x="36" y="804"/>
                        </a:lnTo>
                        <a:lnTo>
                          <a:pt x="36" y="816"/>
                        </a:lnTo>
                        <a:lnTo>
                          <a:pt x="30" y="822"/>
                        </a:lnTo>
                        <a:lnTo>
                          <a:pt x="30" y="828"/>
                        </a:lnTo>
                        <a:lnTo>
                          <a:pt x="48" y="846"/>
                        </a:lnTo>
                        <a:lnTo>
                          <a:pt x="60" y="876"/>
                        </a:lnTo>
                        <a:lnTo>
                          <a:pt x="66" y="888"/>
                        </a:lnTo>
                        <a:lnTo>
                          <a:pt x="60" y="894"/>
                        </a:lnTo>
                        <a:lnTo>
                          <a:pt x="60" y="906"/>
                        </a:lnTo>
                        <a:lnTo>
                          <a:pt x="72" y="918"/>
                        </a:lnTo>
                        <a:lnTo>
                          <a:pt x="96" y="918"/>
                        </a:lnTo>
                        <a:lnTo>
                          <a:pt x="102" y="960"/>
                        </a:lnTo>
                        <a:lnTo>
                          <a:pt x="108" y="972"/>
                        </a:lnTo>
                        <a:lnTo>
                          <a:pt x="114" y="978"/>
                        </a:lnTo>
                        <a:lnTo>
                          <a:pt x="120" y="990"/>
                        </a:lnTo>
                        <a:lnTo>
                          <a:pt x="120" y="996"/>
                        </a:lnTo>
                        <a:lnTo>
                          <a:pt x="102" y="1014"/>
                        </a:lnTo>
                        <a:lnTo>
                          <a:pt x="102" y="1038"/>
                        </a:lnTo>
                        <a:lnTo>
                          <a:pt x="96" y="1056"/>
                        </a:lnTo>
                        <a:lnTo>
                          <a:pt x="96" y="1086"/>
                        </a:lnTo>
                        <a:lnTo>
                          <a:pt x="84" y="1086"/>
                        </a:lnTo>
                        <a:lnTo>
                          <a:pt x="90" y="1092"/>
                        </a:lnTo>
                        <a:lnTo>
                          <a:pt x="96" y="1104"/>
                        </a:lnTo>
                        <a:lnTo>
                          <a:pt x="102" y="1110"/>
                        </a:lnTo>
                        <a:lnTo>
                          <a:pt x="108" y="1122"/>
                        </a:lnTo>
                        <a:lnTo>
                          <a:pt x="114" y="1128"/>
                        </a:lnTo>
                        <a:lnTo>
                          <a:pt x="114" y="1140"/>
                        </a:lnTo>
                        <a:lnTo>
                          <a:pt x="108" y="1152"/>
                        </a:lnTo>
                        <a:lnTo>
                          <a:pt x="108" y="1158"/>
                        </a:lnTo>
                        <a:lnTo>
                          <a:pt x="102" y="1176"/>
                        </a:lnTo>
                        <a:lnTo>
                          <a:pt x="78" y="1182"/>
                        </a:lnTo>
                        <a:lnTo>
                          <a:pt x="78" y="1188"/>
                        </a:lnTo>
                        <a:lnTo>
                          <a:pt x="84" y="1194"/>
                        </a:lnTo>
                        <a:lnTo>
                          <a:pt x="84" y="1206"/>
                        </a:lnTo>
                        <a:lnTo>
                          <a:pt x="90" y="1224"/>
                        </a:lnTo>
                        <a:lnTo>
                          <a:pt x="96" y="1236"/>
                        </a:lnTo>
                        <a:lnTo>
                          <a:pt x="96" y="1284"/>
                        </a:lnTo>
                        <a:lnTo>
                          <a:pt x="126" y="1308"/>
                        </a:lnTo>
                        <a:lnTo>
                          <a:pt x="126" y="1326"/>
                        </a:lnTo>
                        <a:lnTo>
                          <a:pt x="132" y="1326"/>
                        </a:lnTo>
                        <a:lnTo>
                          <a:pt x="150" y="1344"/>
                        </a:lnTo>
                        <a:lnTo>
                          <a:pt x="150" y="1350"/>
                        </a:lnTo>
                        <a:lnTo>
                          <a:pt x="144" y="1362"/>
                        </a:lnTo>
                        <a:lnTo>
                          <a:pt x="132" y="1368"/>
                        </a:lnTo>
                        <a:lnTo>
                          <a:pt x="126" y="1374"/>
                        </a:lnTo>
                        <a:lnTo>
                          <a:pt x="120" y="1374"/>
                        </a:lnTo>
                        <a:lnTo>
                          <a:pt x="132" y="1416"/>
                        </a:lnTo>
                        <a:lnTo>
                          <a:pt x="114" y="1428"/>
                        </a:lnTo>
                        <a:lnTo>
                          <a:pt x="132" y="1446"/>
                        </a:lnTo>
                        <a:lnTo>
                          <a:pt x="132" y="1452"/>
                        </a:lnTo>
                        <a:lnTo>
                          <a:pt x="126" y="1464"/>
                        </a:lnTo>
                        <a:lnTo>
                          <a:pt x="126" y="1470"/>
                        </a:lnTo>
                        <a:lnTo>
                          <a:pt x="144" y="1482"/>
                        </a:lnTo>
                        <a:lnTo>
                          <a:pt x="144" y="1494"/>
                        </a:lnTo>
                        <a:lnTo>
                          <a:pt x="138" y="1500"/>
                        </a:lnTo>
                        <a:lnTo>
                          <a:pt x="138" y="1530"/>
                        </a:lnTo>
                        <a:lnTo>
                          <a:pt x="144" y="1536"/>
                        </a:lnTo>
                        <a:lnTo>
                          <a:pt x="150" y="1548"/>
                        </a:lnTo>
                        <a:lnTo>
                          <a:pt x="150" y="1572"/>
                        </a:lnTo>
                        <a:lnTo>
                          <a:pt x="156" y="1584"/>
                        </a:lnTo>
                        <a:lnTo>
                          <a:pt x="174" y="1602"/>
                        </a:lnTo>
                        <a:lnTo>
                          <a:pt x="186" y="1608"/>
                        </a:lnTo>
                        <a:lnTo>
                          <a:pt x="198" y="1620"/>
                        </a:lnTo>
                        <a:lnTo>
                          <a:pt x="192" y="1620"/>
                        </a:lnTo>
                        <a:lnTo>
                          <a:pt x="180" y="1626"/>
                        </a:lnTo>
                        <a:lnTo>
                          <a:pt x="174" y="1632"/>
                        </a:lnTo>
                        <a:lnTo>
                          <a:pt x="174" y="1644"/>
                        </a:lnTo>
                        <a:lnTo>
                          <a:pt x="180" y="1656"/>
                        </a:lnTo>
                        <a:lnTo>
                          <a:pt x="180" y="1674"/>
                        </a:lnTo>
                        <a:lnTo>
                          <a:pt x="186" y="1686"/>
                        </a:lnTo>
                        <a:lnTo>
                          <a:pt x="186" y="1698"/>
                        </a:lnTo>
                        <a:lnTo>
                          <a:pt x="192" y="1704"/>
                        </a:lnTo>
                        <a:lnTo>
                          <a:pt x="216" y="1716"/>
                        </a:lnTo>
                        <a:lnTo>
                          <a:pt x="210" y="1746"/>
                        </a:lnTo>
                        <a:lnTo>
                          <a:pt x="216" y="1746"/>
                        </a:lnTo>
                        <a:lnTo>
                          <a:pt x="228" y="1752"/>
                        </a:lnTo>
                        <a:lnTo>
                          <a:pt x="234" y="1758"/>
                        </a:lnTo>
                        <a:lnTo>
                          <a:pt x="234" y="1764"/>
                        </a:lnTo>
                        <a:lnTo>
                          <a:pt x="240" y="1776"/>
                        </a:lnTo>
                        <a:lnTo>
                          <a:pt x="240" y="1806"/>
                        </a:lnTo>
                        <a:lnTo>
                          <a:pt x="252" y="1818"/>
                        </a:lnTo>
                        <a:lnTo>
                          <a:pt x="282" y="1818"/>
                        </a:lnTo>
                        <a:lnTo>
                          <a:pt x="294" y="1824"/>
                        </a:lnTo>
                        <a:lnTo>
                          <a:pt x="294" y="1830"/>
                        </a:lnTo>
                        <a:lnTo>
                          <a:pt x="288" y="1836"/>
                        </a:lnTo>
                        <a:lnTo>
                          <a:pt x="276" y="1836"/>
                        </a:lnTo>
                        <a:lnTo>
                          <a:pt x="264" y="1842"/>
                        </a:lnTo>
                        <a:lnTo>
                          <a:pt x="246" y="1842"/>
                        </a:lnTo>
                        <a:lnTo>
                          <a:pt x="252" y="1848"/>
                        </a:lnTo>
                        <a:lnTo>
                          <a:pt x="258" y="1848"/>
                        </a:lnTo>
                        <a:lnTo>
                          <a:pt x="270" y="1854"/>
                        </a:lnTo>
                        <a:lnTo>
                          <a:pt x="276" y="1860"/>
                        </a:lnTo>
                        <a:lnTo>
                          <a:pt x="288" y="1860"/>
                        </a:lnTo>
                        <a:lnTo>
                          <a:pt x="312" y="1884"/>
                        </a:lnTo>
                        <a:lnTo>
                          <a:pt x="306" y="1890"/>
                        </a:lnTo>
                        <a:lnTo>
                          <a:pt x="300" y="1902"/>
                        </a:lnTo>
                        <a:lnTo>
                          <a:pt x="288" y="1914"/>
                        </a:lnTo>
                        <a:lnTo>
                          <a:pt x="312" y="1932"/>
                        </a:lnTo>
                        <a:lnTo>
                          <a:pt x="306" y="1956"/>
                        </a:lnTo>
                        <a:lnTo>
                          <a:pt x="330" y="1980"/>
                        </a:lnTo>
                        <a:lnTo>
                          <a:pt x="324" y="2016"/>
                        </a:lnTo>
                        <a:lnTo>
                          <a:pt x="336" y="2040"/>
                        </a:lnTo>
                        <a:lnTo>
                          <a:pt x="324" y="2046"/>
                        </a:lnTo>
                        <a:lnTo>
                          <a:pt x="318" y="2088"/>
                        </a:lnTo>
                        <a:lnTo>
                          <a:pt x="324" y="2088"/>
                        </a:lnTo>
                        <a:lnTo>
                          <a:pt x="348" y="2112"/>
                        </a:lnTo>
                        <a:lnTo>
                          <a:pt x="348" y="2118"/>
                        </a:lnTo>
                        <a:lnTo>
                          <a:pt x="342" y="2118"/>
                        </a:lnTo>
                        <a:lnTo>
                          <a:pt x="330" y="2124"/>
                        </a:lnTo>
                        <a:lnTo>
                          <a:pt x="324" y="2130"/>
                        </a:lnTo>
                        <a:lnTo>
                          <a:pt x="348" y="2154"/>
                        </a:lnTo>
                        <a:lnTo>
                          <a:pt x="348" y="2160"/>
                        </a:lnTo>
                        <a:lnTo>
                          <a:pt x="342" y="2166"/>
                        </a:lnTo>
                        <a:lnTo>
                          <a:pt x="336" y="2166"/>
                        </a:lnTo>
                        <a:lnTo>
                          <a:pt x="330" y="2172"/>
                        </a:lnTo>
                        <a:lnTo>
                          <a:pt x="324" y="2172"/>
                        </a:lnTo>
                        <a:lnTo>
                          <a:pt x="324" y="2196"/>
                        </a:lnTo>
                        <a:lnTo>
                          <a:pt x="312" y="2202"/>
                        </a:lnTo>
                        <a:lnTo>
                          <a:pt x="312" y="2214"/>
                        </a:lnTo>
                        <a:lnTo>
                          <a:pt x="318" y="2226"/>
                        </a:lnTo>
                        <a:lnTo>
                          <a:pt x="324" y="2232"/>
                        </a:lnTo>
                        <a:lnTo>
                          <a:pt x="324" y="2268"/>
                        </a:lnTo>
                        <a:lnTo>
                          <a:pt x="354" y="2274"/>
                        </a:lnTo>
                        <a:lnTo>
                          <a:pt x="354" y="2280"/>
                        </a:lnTo>
                        <a:lnTo>
                          <a:pt x="360" y="2286"/>
                        </a:lnTo>
                        <a:lnTo>
                          <a:pt x="360" y="2298"/>
                        </a:lnTo>
                        <a:lnTo>
                          <a:pt x="366" y="2304"/>
                        </a:lnTo>
                        <a:lnTo>
                          <a:pt x="378" y="2310"/>
                        </a:lnTo>
                        <a:lnTo>
                          <a:pt x="384" y="2310"/>
                        </a:lnTo>
                        <a:lnTo>
                          <a:pt x="396" y="2298"/>
                        </a:lnTo>
                        <a:lnTo>
                          <a:pt x="414" y="2298"/>
                        </a:lnTo>
                        <a:lnTo>
                          <a:pt x="426" y="2304"/>
                        </a:lnTo>
                        <a:lnTo>
                          <a:pt x="438" y="2316"/>
                        </a:lnTo>
                        <a:lnTo>
                          <a:pt x="438" y="2340"/>
                        </a:lnTo>
                        <a:lnTo>
                          <a:pt x="456" y="2364"/>
                        </a:lnTo>
                        <a:lnTo>
                          <a:pt x="468" y="2382"/>
                        </a:lnTo>
                        <a:lnTo>
                          <a:pt x="504" y="2400"/>
                        </a:lnTo>
                        <a:lnTo>
                          <a:pt x="522" y="2418"/>
                        </a:lnTo>
                        <a:lnTo>
                          <a:pt x="534" y="2418"/>
                        </a:lnTo>
                        <a:lnTo>
                          <a:pt x="546" y="2412"/>
                        </a:lnTo>
                        <a:lnTo>
                          <a:pt x="642" y="2412"/>
                        </a:lnTo>
                        <a:lnTo>
                          <a:pt x="666" y="2430"/>
                        </a:lnTo>
                        <a:lnTo>
                          <a:pt x="660" y="2442"/>
                        </a:lnTo>
                        <a:lnTo>
                          <a:pt x="666" y="2424"/>
                        </a:lnTo>
                        <a:lnTo>
                          <a:pt x="672" y="2418"/>
                        </a:lnTo>
                        <a:lnTo>
                          <a:pt x="684" y="2418"/>
                        </a:lnTo>
                        <a:lnTo>
                          <a:pt x="690" y="2424"/>
                        </a:lnTo>
                        <a:lnTo>
                          <a:pt x="702" y="2424"/>
                        </a:lnTo>
                        <a:lnTo>
                          <a:pt x="714" y="2430"/>
                        </a:lnTo>
                        <a:lnTo>
                          <a:pt x="720" y="2436"/>
                        </a:lnTo>
                        <a:lnTo>
                          <a:pt x="678" y="2382"/>
                        </a:lnTo>
                        <a:lnTo>
                          <a:pt x="660" y="2382"/>
                        </a:lnTo>
                        <a:lnTo>
                          <a:pt x="666" y="2370"/>
                        </a:lnTo>
                        <a:lnTo>
                          <a:pt x="630" y="2340"/>
                        </a:lnTo>
                        <a:lnTo>
                          <a:pt x="630" y="2310"/>
                        </a:lnTo>
                        <a:lnTo>
                          <a:pt x="618" y="2298"/>
                        </a:lnTo>
                        <a:lnTo>
                          <a:pt x="624" y="2286"/>
                        </a:lnTo>
                        <a:lnTo>
                          <a:pt x="630" y="2286"/>
                        </a:lnTo>
                        <a:lnTo>
                          <a:pt x="642" y="2274"/>
                        </a:lnTo>
                        <a:lnTo>
                          <a:pt x="642" y="2268"/>
                        </a:lnTo>
                        <a:lnTo>
                          <a:pt x="636" y="2268"/>
                        </a:lnTo>
                        <a:lnTo>
                          <a:pt x="624" y="2262"/>
                        </a:lnTo>
                        <a:lnTo>
                          <a:pt x="606" y="2262"/>
                        </a:lnTo>
                        <a:lnTo>
                          <a:pt x="618" y="2250"/>
                        </a:lnTo>
                        <a:lnTo>
                          <a:pt x="618" y="2232"/>
                        </a:lnTo>
                        <a:lnTo>
                          <a:pt x="636" y="2256"/>
                        </a:lnTo>
                        <a:lnTo>
                          <a:pt x="648" y="2262"/>
                        </a:lnTo>
                        <a:lnTo>
                          <a:pt x="666" y="2262"/>
                        </a:lnTo>
                        <a:lnTo>
                          <a:pt x="672" y="2256"/>
                        </a:lnTo>
                        <a:lnTo>
                          <a:pt x="678" y="2244"/>
                        </a:lnTo>
                        <a:lnTo>
                          <a:pt x="678" y="2226"/>
                        </a:lnTo>
                        <a:lnTo>
                          <a:pt x="672" y="2208"/>
                        </a:lnTo>
                        <a:lnTo>
                          <a:pt x="666" y="2196"/>
                        </a:lnTo>
                        <a:lnTo>
                          <a:pt x="666" y="2178"/>
                        </a:lnTo>
                        <a:lnTo>
                          <a:pt x="678" y="2154"/>
                        </a:lnTo>
                        <a:lnTo>
                          <a:pt x="690" y="2142"/>
                        </a:lnTo>
                        <a:lnTo>
                          <a:pt x="708" y="2130"/>
                        </a:lnTo>
                        <a:lnTo>
                          <a:pt x="738" y="2100"/>
                        </a:lnTo>
                        <a:lnTo>
                          <a:pt x="726" y="2088"/>
                        </a:lnTo>
                        <a:lnTo>
                          <a:pt x="702" y="2088"/>
                        </a:lnTo>
                        <a:lnTo>
                          <a:pt x="726" y="2082"/>
                        </a:lnTo>
                        <a:lnTo>
                          <a:pt x="726" y="2064"/>
                        </a:lnTo>
                        <a:lnTo>
                          <a:pt x="714" y="2040"/>
                        </a:lnTo>
                        <a:lnTo>
                          <a:pt x="708" y="2034"/>
                        </a:lnTo>
                        <a:lnTo>
                          <a:pt x="696" y="2028"/>
                        </a:lnTo>
                        <a:lnTo>
                          <a:pt x="690" y="2028"/>
                        </a:lnTo>
                        <a:lnTo>
                          <a:pt x="684" y="2034"/>
                        </a:lnTo>
                        <a:lnTo>
                          <a:pt x="672" y="2016"/>
                        </a:lnTo>
                        <a:lnTo>
                          <a:pt x="642" y="2016"/>
                        </a:lnTo>
                        <a:lnTo>
                          <a:pt x="636" y="2010"/>
                        </a:lnTo>
                        <a:lnTo>
                          <a:pt x="624" y="2004"/>
                        </a:lnTo>
                        <a:lnTo>
                          <a:pt x="606" y="1992"/>
                        </a:lnTo>
                        <a:lnTo>
                          <a:pt x="582" y="1968"/>
                        </a:lnTo>
                        <a:lnTo>
                          <a:pt x="570" y="1950"/>
                        </a:lnTo>
                        <a:lnTo>
                          <a:pt x="564" y="1938"/>
                        </a:lnTo>
                        <a:lnTo>
                          <a:pt x="564" y="1926"/>
                        </a:lnTo>
                        <a:lnTo>
                          <a:pt x="570" y="1914"/>
                        </a:lnTo>
                        <a:lnTo>
                          <a:pt x="570" y="1908"/>
                        </a:lnTo>
                        <a:lnTo>
                          <a:pt x="576" y="1908"/>
                        </a:lnTo>
                        <a:lnTo>
                          <a:pt x="582" y="1902"/>
                        </a:lnTo>
                        <a:lnTo>
                          <a:pt x="594" y="1878"/>
                        </a:lnTo>
                        <a:lnTo>
                          <a:pt x="606" y="1878"/>
                        </a:lnTo>
                        <a:lnTo>
                          <a:pt x="612" y="1860"/>
                        </a:lnTo>
                        <a:lnTo>
                          <a:pt x="666" y="1860"/>
                        </a:lnTo>
                        <a:lnTo>
                          <a:pt x="654" y="1848"/>
                        </a:lnTo>
                        <a:lnTo>
                          <a:pt x="654" y="1824"/>
                        </a:lnTo>
                        <a:lnTo>
                          <a:pt x="666" y="1824"/>
                        </a:lnTo>
                        <a:lnTo>
                          <a:pt x="666" y="1794"/>
                        </a:lnTo>
                        <a:lnTo>
                          <a:pt x="660" y="1788"/>
                        </a:lnTo>
                        <a:lnTo>
                          <a:pt x="654" y="1776"/>
                        </a:lnTo>
                        <a:lnTo>
                          <a:pt x="642" y="1764"/>
                        </a:lnTo>
                        <a:lnTo>
                          <a:pt x="642" y="1746"/>
                        </a:lnTo>
                        <a:lnTo>
                          <a:pt x="648" y="1728"/>
                        </a:lnTo>
                        <a:lnTo>
                          <a:pt x="654" y="1716"/>
                        </a:lnTo>
                        <a:lnTo>
                          <a:pt x="666" y="1710"/>
                        </a:lnTo>
                        <a:lnTo>
                          <a:pt x="672" y="1704"/>
                        </a:lnTo>
                        <a:lnTo>
                          <a:pt x="684" y="1704"/>
                        </a:lnTo>
                        <a:lnTo>
                          <a:pt x="684" y="1692"/>
                        </a:lnTo>
                        <a:lnTo>
                          <a:pt x="660" y="1692"/>
                        </a:lnTo>
                        <a:lnTo>
                          <a:pt x="648" y="1686"/>
                        </a:lnTo>
                        <a:lnTo>
                          <a:pt x="642" y="1680"/>
                        </a:lnTo>
                        <a:lnTo>
                          <a:pt x="642" y="1674"/>
                        </a:lnTo>
                        <a:lnTo>
                          <a:pt x="654" y="1668"/>
                        </a:lnTo>
                        <a:lnTo>
                          <a:pt x="666" y="1668"/>
                        </a:lnTo>
                        <a:lnTo>
                          <a:pt x="702" y="1686"/>
                        </a:lnTo>
                        <a:lnTo>
                          <a:pt x="708" y="1692"/>
                        </a:lnTo>
                        <a:lnTo>
                          <a:pt x="714" y="1692"/>
                        </a:lnTo>
                        <a:lnTo>
                          <a:pt x="720" y="1686"/>
                        </a:lnTo>
                        <a:lnTo>
                          <a:pt x="732" y="1680"/>
                        </a:lnTo>
                        <a:lnTo>
                          <a:pt x="732" y="1656"/>
                        </a:lnTo>
                        <a:lnTo>
                          <a:pt x="726" y="1644"/>
                        </a:lnTo>
                        <a:lnTo>
                          <a:pt x="708" y="1626"/>
                        </a:lnTo>
                        <a:lnTo>
                          <a:pt x="696" y="1626"/>
                        </a:lnTo>
                        <a:lnTo>
                          <a:pt x="690" y="1632"/>
                        </a:lnTo>
                        <a:lnTo>
                          <a:pt x="690" y="1650"/>
                        </a:lnTo>
                        <a:lnTo>
                          <a:pt x="684" y="1656"/>
                        </a:lnTo>
                        <a:lnTo>
                          <a:pt x="666" y="1656"/>
                        </a:lnTo>
                        <a:lnTo>
                          <a:pt x="654" y="1650"/>
                        </a:lnTo>
                        <a:lnTo>
                          <a:pt x="648" y="1644"/>
                        </a:lnTo>
                        <a:lnTo>
                          <a:pt x="648" y="1638"/>
                        </a:lnTo>
                        <a:lnTo>
                          <a:pt x="612" y="1638"/>
                        </a:lnTo>
                        <a:lnTo>
                          <a:pt x="606" y="1632"/>
                        </a:lnTo>
                        <a:lnTo>
                          <a:pt x="606" y="1572"/>
                        </a:lnTo>
                        <a:lnTo>
                          <a:pt x="600" y="1566"/>
                        </a:lnTo>
                        <a:lnTo>
                          <a:pt x="594" y="1554"/>
                        </a:lnTo>
                        <a:lnTo>
                          <a:pt x="588" y="1536"/>
                        </a:lnTo>
                        <a:lnTo>
                          <a:pt x="588" y="1524"/>
                        </a:lnTo>
                        <a:lnTo>
                          <a:pt x="594" y="1518"/>
                        </a:lnTo>
                        <a:lnTo>
                          <a:pt x="600" y="1518"/>
                        </a:lnTo>
                        <a:lnTo>
                          <a:pt x="606" y="1524"/>
                        </a:lnTo>
                        <a:lnTo>
                          <a:pt x="618" y="1524"/>
                        </a:lnTo>
                        <a:lnTo>
                          <a:pt x="624" y="1530"/>
                        </a:lnTo>
                        <a:lnTo>
                          <a:pt x="636" y="1536"/>
                        </a:lnTo>
                        <a:lnTo>
                          <a:pt x="672" y="1548"/>
                        </a:lnTo>
                        <a:lnTo>
                          <a:pt x="690" y="1560"/>
                        </a:lnTo>
                        <a:lnTo>
                          <a:pt x="708" y="1560"/>
                        </a:lnTo>
                        <a:lnTo>
                          <a:pt x="726" y="1554"/>
                        </a:lnTo>
                        <a:lnTo>
                          <a:pt x="738" y="1542"/>
                        </a:lnTo>
                        <a:lnTo>
                          <a:pt x="750" y="1536"/>
                        </a:lnTo>
                        <a:lnTo>
                          <a:pt x="768" y="1530"/>
                        </a:lnTo>
                        <a:lnTo>
                          <a:pt x="774" y="1524"/>
                        </a:lnTo>
                        <a:lnTo>
                          <a:pt x="774" y="1512"/>
                        </a:lnTo>
                        <a:lnTo>
                          <a:pt x="762" y="1506"/>
                        </a:lnTo>
                        <a:lnTo>
                          <a:pt x="750" y="1494"/>
                        </a:lnTo>
                        <a:lnTo>
                          <a:pt x="738" y="1488"/>
                        </a:lnTo>
                        <a:lnTo>
                          <a:pt x="738" y="1464"/>
                        </a:lnTo>
                        <a:lnTo>
                          <a:pt x="744" y="1452"/>
                        </a:lnTo>
                        <a:lnTo>
                          <a:pt x="750" y="1446"/>
                        </a:lnTo>
                        <a:lnTo>
                          <a:pt x="750" y="1434"/>
                        </a:lnTo>
                        <a:lnTo>
                          <a:pt x="756" y="1422"/>
                        </a:lnTo>
                        <a:lnTo>
                          <a:pt x="744" y="1410"/>
                        </a:lnTo>
                        <a:lnTo>
                          <a:pt x="726" y="1410"/>
                        </a:lnTo>
                        <a:lnTo>
                          <a:pt x="720" y="1386"/>
                        </a:lnTo>
                        <a:lnTo>
                          <a:pt x="714" y="1380"/>
                        </a:lnTo>
                        <a:lnTo>
                          <a:pt x="714" y="1368"/>
                        </a:lnTo>
                        <a:lnTo>
                          <a:pt x="720" y="1362"/>
                        </a:lnTo>
                        <a:lnTo>
                          <a:pt x="726" y="1362"/>
                        </a:lnTo>
                        <a:lnTo>
                          <a:pt x="732" y="1374"/>
                        </a:lnTo>
                        <a:lnTo>
                          <a:pt x="738" y="1380"/>
                        </a:lnTo>
                        <a:lnTo>
                          <a:pt x="738" y="1386"/>
                        </a:lnTo>
                        <a:lnTo>
                          <a:pt x="744" y="1398"/>
                        </a:lnTo>
                        <a:lnTo>
                          <a:pt x="756" y="1398"/>
                        </a:lnTo>
                        <a:lnTo>
                          <a:pt x="750" y="1380"/>
                        </a:lnTo>
                        <a:lnTo>
                          <a:pt x="828" y="1386"/>
                        </a:lnTo>
                        <a:lnTo>
                          <a:pt x="834" y="1380"/>
                        </a:lnTo>
                        <a:lnTo>
                          <a:pt x="840" y="1380"/>
                        </a:lnTo>
                        <a:lnTo>
                          <a:pt x="846" y="1374"/>
                        </a:lnTo>
                        <a:lnTo>
                          <a:pt x="864" y="1368"/>
                        </a:lnTo>
                        <a:lnTo>
                          <a:pt x="894" y="1362"/>
                        </a:lnTo>
                        <a:lnTo>
                          <a:pt x="930" y="1350"/>
                        </a:lnTo>
                        <a:lnTo>
                          <a:pt x="972" y="1338"/>
                        </a:lnTo>
                        <a:lnTo>
                          <a:pt x="1002" y="1326"/>
                        </a:lnTo>
                        <a:lnTo>
                          <a:pt x="1014" y="1320"/>
                        </a:lnTo>
                        <a:lnTo>
                          <a:pt x="1014" y="1284"/>
                        </a:lnTo>
                        <a:lnTo>
                          <a:pt x="1032" y="1272"/>
                        </a:lnTo>
                        <a:lnTo>
                          <a:pt x="1044" y="1218"/>
                        </a:lnTo>
                        <a:lnTo>
                          <a:pt x="1038" y="1194"/>
                        </a:lnTo>
                        <a:lnTo>
                          <a:pt x="1038" y="1170"/>
                        </a:lnTo>
                        <a:lnTo>
                          <a:pt x="1032" y="1170"/>
                        </a:lnTo>
                        <a:lnTo>
                          <a:pt x="1026" y="1164"/>
                        </a:lnTo>
                        <a:lnTo>
                          <a:pt x="1002" y="1152"/>
                        </a:lnTo>
                        <a:lnTo>
                          <a:pt x="990" y="1152"/>
                        </a:lnTo>
                        <a:lnTo>
                          <a:pt x="984" y="1146"/>
                        </a:lnTo>
                        <a:lnTo>
                          <a:pt x="978" y="1146"/>
                        </a:lnTo>
                        <a:lnTo>
                          <a:pt x="972" y="1140"/>
                        </a:lnTo>
                        <a:lnTo>
                          <a:pt x="990" y="1122"/>
                        </a:lnTo>
                        <a:lnTo>
                          <a:pt x="990" y="1092"/>
                        </a:lnTo>
                        <a:lnTo>
                          <a:pt x="984" y="1080"/>
                        </a:lnTo>
                        <a:lnTo>
                          <a:pt x="978" y="1074"/>
                        </a:lnTo>
                        <a:lnTo>
                          <a:pt x="954" y="1062"/>
                        </a:lnTo>
                        <a:lnTo>
                          <a:pt x="918" y="1050"/>
                        </a:lnTo>
                        <a:lnTo>
                          <a:pt x="906" y="1044"/>
                        </a:lnTo>
                        <a:lnTo>
                          <a:pt x="888" y="1032"/>
                        </a:lnTo>
                        <a:lnTo>
                          <a:pt x="876" y="1020"/>
                        </a:lnTo>
                        <a:lnTo>
                          <a:pt x="876" y="1002"/>
                        </a:lnTo>
                        <a:lnTo>
                          <a:pt x="882" y="990"/>
                        </a:lnTo>
                        <a:lnTo>
                          <a:pt x="888" y="990"/>
                        </a:lnTo>
                        <a:lnTo>
                          <a:pt x="888" y="984"/>
                        </a:lnTo>
                        <a:lnTo>
                          <a:pt x="858" y="948"/>
                        </a:lnTo>
                        <a:lnTo>
                          <a:pt x="858" y="900"/>
                        </a:lnTo>
                        <a:lnTo>
                          <a:pt x="882" y="900"/>
                        </a:lnTo>
                        <a:lnTo>
                          <a:pt x="888" y="894"/>
                        </a:lnTo>
                        <a:lnTo>
                          <a:pt x="894" y="894"/>
                        </a:lnTo>
                        <a:lnTo>
                          <a:pt x="894" y="888"/>
                        </a:lnTo>
                        <a:lnTo>
                          <a:pt x="888" y="876"/>
                        </a:lnTo>
                        <a:lnTo>
                          <a:pt x="876" y="870"/>
                        </a:lnTo>
                        <a:lnTo>
                          <a:pt x="870" y="858"/>
                        </a:lnTo>
                        <a:lnTo>
                          <a:pt x="864" y="852"/>
                        </a:lnTo>
                        <a:lnTo>
                          <a:pt x="876" y="834"/>
                        </a:lnTo>
                        <a:lnTo>
                          <a:pt x="864" y="822"/>
                        </a:lnTo>
                        <a:lnTo>
                          <a:pt x="858" y="810"/>
                        </a:lnTo>
                        <a:lnTo>
                          <a:pt x="852" y="804"/>
                        </a:lnTo>
                        <a:lnTo>
                          <a:pt x="864" y="792"/>
                        </a:lnTo>
                        <a:lnTo>
                          <a:pt x="882" y="792"/>
                        </a:lnTo>
                        <a:lnTo>
                          <a:pt x="858" y="774"/>
                        </a:lnTo>
                        <a:lnTo>
                          <a:pt x="858" y="738"/>
                        </a:lnTo>
                        <a:lnTo>
                          <a:pt x="882" y="726"/>
                        </a:lnTo>
                        <a:lnTo>
                          <a:pt x="876" y="726"/>
                        </a:lnTo>
                        <a:lnTo>
                          <a:pt x="852" y="702"/>
                        </a:lnTo>
                        <a:lnTo>
                          <a:pt x="852" y="696"/>
                        </a:lnTo>
                        <a:lnTo>
                          <a:pt x="870" y="678"/>
                        </a:lnTo>
                        <a:lnTo>
                          <a:pt x="870" y="666"/>
                        </a:lnTo>
                        <a:lnTo>
                          <a:pt x="876" y="654"/>
                        </a:lnTo>
                        <a:lnTo>
                          <a:pt x="876" y="642"/>
                        </a:lnTo>
                        <a:lnTo>
                          <a:pt x="882" y="636"/>
                        </a:lnTo>
                        <a:lnTo>
                          <a:pt x="900" y="636"/>
                        </a:lnTo>
                        <a:lnTo>
                          <a:pt x="906" y="630"/>
                        </a:lnTo>
                        <a:lnTo>
                          <a:pt x="912" y="618"/>
                        </a:lnTo>
                        <a:lnTo>
                          <a:pt x="918" y="612"/>
                        </a:lnTo>
                        <a:lnTo>
                          <a:pt x="918" y="588"/>
                        </a:lnTo>
                        <a:lnTo>
                          <a:pt x="930" y="588"/>
                        </a:lnTo>
                        <a:lnTo>
                          <a:pt x="948" y="570"/>
                        </a:lnTo>
                        <a:lnTo>
                          <a:pt x="948" y="558"/>
                        </a:lnTo>
                        <a:lnTo>
                          <a:pt x="954" y="546"/>
                        </a:lnTo>
                        <a:lnTo>
                          <a:pt x="954" y="534"/>
                        </a:lnTo>
                        <a:close/>
                        <a:moveTo>
                          <a:pt x="930" y="1020"/>
                        </a:moveTo>
                        <a:lnTo>
                          <a:pt x="942" y="1020"/>
                        </a:lnTo>
                        <a:lnTo>
                          <a:pt x="930" y="1014"/>
                        </a:lnTo>
                        <a:lnTo>
                          <a:pt x="930" y="102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00" name="West Bank" descr="© INSCALE GmbH, 05.05.2010&#10;http://www.presentationload.com/">
                    <a:extLst>
                      <a:ext uri="{FF2B5EF4-FFF2-40B4-BE49-F238E27FC236}">
                        <a16:creationId xmlns:a16="http://schemas.microsoft.com/office/drawing/2014/main" id="{C245D22F-2152-6C45-BFAB-30ABEF07061C}"/>
                      </a:ext>
                    </a:extLst>
                  </p:cNvPr>
                  <p:cNvSpPr>
                    <a:spLocks/>
                  </p:cNvSpPr>
                  <p:nvPr/>
                </p:nvSpPr>
                <p:spPr bwMode="gray">
                  <a:xfrm>
                    <a:off x="3266" y="1905"/>
                    <a:ext cx="11" cy="24"/>
                  </a:xfrm>
                  <a:custGeom>
                    <a:avLst/>
                    <a:gdLst>
                      <a:gd name="T0" fmla="*/ 2147483647 w 42"/>
                      <a:gd name="T1" fmla="*/ 2147483647 h 96"/>
                      <a:gd name="T2" fmla="*/ 2147483647 w 42"/>
                      <a:gd name="T3" fmla="*/ 2147483647 h 96"/>
                      <a:gd name="T4" fmla="*/ 2147483647 w 42"/>
                      <a:gd name="T5" fmla="*/ 2147483647 h 96"/>
                      <a:gd name="T6" fmla="*/ 2147483647 w 42"/>
                      <a:gd name="T7" fmla="*/ 0 h 96"/>
                      <a:gd name="T8" fmla="*/ 2147483647 w 42"/>
                      <a:gd name="T9" fmla="*/ 0 h 96"/>
                      <a:gd name="T10" fmla="*/ 0 w 42"/>
                      <a:gd name="T11" fmla="*/ 2147483647 h 96"/>
                      <a:gd name="T12" fmla="*/ 0 w 42"/>
                      <a:gd name="T13" fmla="*/ 2147483647 h 96"/>
                      <a:gd name="T14" fmla="*/ 2147483647 w 42"/>
                      <a:gd name="T15" fmla="*/ 2147483647 h 96"/>
                      <a:gd name="T16" fmla="*/ 2147483647 w 42"/>
                      <a:gd name="T17" fmla="*/ 2147483647 h 96"/>
                      <a:gd name="T18" fmla="*/ 2147483647 w 42"/>
                      <a:gd name="T19" fmla="*/ 2147483647 h 96"/>
                      <a:gd name="T20" fmla="*/ 2147483647 w 42"/>
                      <a:gd name="T21" fmla="*/ 2147483647 h 96"/>
                      <a:gd name="T22" fmla="*/ 2147483647 w 42"/>
                      <a:gd name="T23" fmla="*/ 2147483647 h 9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42"/>
                      <a:gd name="T37" fmla="*/ 0 h 96"/>
                      <a:gd name="T38" fmla="*/ 42 w 42"/>
                      <a:gd name="T39" fmla="*/ 96 h 9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42" h="96">
                        <a:moveTo>
                          <a:pt x="24" y="78"/>
                        </a:moveTo>
                        <a:lnTo>
                          <a:pt x="30" y="84"/>
                        </a:lnTo>
                        <a:lnTo>
                          <a:pt x="42" y="72"/>
                        </a:lnTo>
                        <a:lnTo>
                          <a:pt x="36" y="0"/>
                        </a:lnTo>
                        <a:lnTo>
                          <a:pt x="18" y="0"/>
                        </a:lnTo>
                        <a:lnTo>
                          <a:pt x="0" y="18"/>
                        </a:lnTo>
                        <a:lnTo>
                          <a:pt x="0" y="90"/>
                        </a:lnTo>
                        <a:lnTo>
                          <a:pt x="6" y="96"/>
                        </a:lnTo>
                        <a:lnTo>
                          <a:pt x="12" y="90"/>
                        </a:lnTo>
                        <a:lnTo>
                          <a:pt x="18" y="90"/>
                        </a:lnTo>
                        <a:lnTo>
                          <a:pt x="18" y="84"/>
                        </a:lnTo>
                        <a:lnTo>
                          <a:pt x="24" y="78"/>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01" name="Uzbekistan" descr="© INSCALE GmbH, 05.05.2010&#10;http://www.presentationload.com/">
                    <a:extLst>
                      <a:ext uri="{FF2B5EF4-FFF2-40B4-BE49-F238E27FC236}">
                        <a16:creationId xmlns:a16="http://schemas.microsoft.com/office/drawing/2014/main" id="{83E20BEF-059D-28EF-459E-8166EED66F84}"/>
                      </a:ext>
                    </a:extLst>
                  </p:cNvPr>
                  <p:cNvSpPr>
                    <a:spLocks/>
                  </p:cNvSpPr>
                  <p:nvPr/>
                </p:nvSpPr>
                <p:spPr bwMode="gray">
                  <a:xfrm>
                    <a:off x="3580" y="1640"/>
                    <a:ext cx="300" cy="169"/>
                  </a:xfrm>
                  <a:custGeom>
                    <a:avLst/>
                    <a:gdLst>
                      <a:gd name="T0" fmla="*/ 2147483647 w 1182"/>
                      <a:gd name="T1" fmla="*/ 2147483647 h 666"/>
                      <a:gd name="T2" fmla="*/ 2147483647 w 1182"/>
                      <a:gd name="T3" fmla="*/ 2147483647 h 666"/>
                      <a:gd name="T4" fmla="*/ 2147483647 w 1182"/>
                      <a:gd name="T5" fmla="*/ 2147483647 h 666"/>
                      <a:gd name="T6" fmla="*/ 2147483647 w 1182"/>
                      <a:gd name="T7" fmla="*/ 2147483647 h 666"/>
                      <a:gd name="T8" fmla="*/ 2147483647 w 1182"/>
                      <a:gd name="T9" fmla="*/ 2147483647 h 666"/>
                      <a:gd name="T10" fmla="*/ 2147483647 w 1182"/>
                      <a:gd name="T11" fmla="*/ 2147483647 h 666"/>
                      <a:gd name="T12" fmla="*/ 2147483647 w 1182"/>
                      <a:gd name="T13" fmla="*/ 2147483647 h 666"/>
                      <a:gd name="T14" fmla="*/ 2147483647 w 1182"/>
                      <a:gd name="T15" fmla="*/ 2147483647 h 666"/>
                      <a:gd name="T16" fmla="*/ 2147483647 w 1182"/>
                      <a:gd name="T17" fmla="*/ 2147483647 h 666"/>
                      <a:gd name="T18" fmla="*/ 2147483647 w 1182"/>
                      <a:gd name="T19" fmla="*/ 2147483647 h 666"/>
                      <a:gd name="T20" fmla="*/ 2147483647 w 1182"/>
                      <a:gd name="T21" fmla="*/ 2147483647 h 666"/>
                      <a:gd name="T22" fmla="*/ 2147483647 w 1182"/>
                      <a:gd name="T23" fmla="*/ 2147483647 h 666"/>
                      <a:gd name="T24" fmla="*/ 2147483647 w 1182"/>
                      <a:gd name="T25" fmla="*/ 2147483647 h 666"/>
                      <a:gd name="T26" fmla="*/ 2147483647 w 1182"/>
                      <a:gd name="T27" fmla="*/ 2147483647 h 666"/>
                      <a:gd name="T28" fmla="*/ 2147483647 w 1182"/>
                      <a:gd name="T29" fmla="*/ 2147483647 h 666"/>
                      <a:gd name="T30" fmla="*/ 2147483647 w 1182"/>
                      <a:gd name="T31" fmla="*/ 2147483647 h 666"/>
                      <a:gd name="T32" fmla="*/ 2147483647 w 1182"/>
                      <a:gd name="T33" fmla="*/ 2147483647 h 666"/>
                      <a:gd name="T34" fmla="*/ 2147483647 w 1182"/>
                      <a:gd name="T35" fmla="*/ 2147483647 h 666"/>
                      <a:gd name="T36" fmla="*/ 2147483647 w 1182"/>
                      <a:gd name="T37" fmla="*/ 2147483647 h 666"/>
                      <a:gd name="T38" fmla="*/ 2147483647 w 1182"/>
                      <a:gd name="T39" fmla="*/ 2147483647 h 666"/>
                      <a:gd name="T40" fmla="*/ 2147483647 w 1182"/>
                      <a:gd name="T41" fmla="*/ 2147483647 h 666"/>
                      <a:gd name="T42" fmla="*/ 2147483647 w 1182"/>
                      <a:gd name="T43" fmla="*/ 2147483647 h 666"/>
                      <a:gd name="T44" fmla="*/ 2147483647 w 1182"/>
                      <a:gd name="T45" fmla="*/ 2147483647 h 666"/>
                      <a:gd name="T46" fmla="*/ 2147483647 w 1182"/>
                      <a:gd name="T47" fmla="*/ 2147483647 h 666"/>
                      <a:gd name="T48" fmla="*/ 2147483647 w 1182"/>
                      <a:gd name="T49" fmla="*/ 2147483647 h 666"/>
                      <a:gd name="T50" fmla="*/ 2147483647 w 1182"/>
                      <a:gd name="T51" fmla="*/ 2147483647 h 666"/>
                      <a:gd name="T52" fmla="*/ 2147483647 w 1182"/>
                      <a:gd name="T53" fmla="*/ 2147483647 h 666"/>
                      <a:gd name="T54" fmla="*/ 2147483647 w 1182"/>
                      <a:gd name="T55" fmla="*/ 2147483647 h 666"/>
                      <a:gd name="T56" fmla="*/ 2147483647 w 1182"/>
                      <a:gd name="T57" fmla="*/ 2147483647 h 666"/>
                      <a:gd name="T58" fmla="*/ 2147483647 w 1182"/>
                      <a:gd name="T59" fmla="*/ 2147483647 h 666"/>
                      <a:gd name="T60" fmla="*/ 2147483647 w 1182"/>
                      <a:gd name="T61" fmla="*/ 2147483647 h 666"/>
                      <a:gd name="T62" fmla="*/ 2147483647 w 1182"/>
                      <a:gd name="T63" fmla="*/ 2147483647 h 666"/>
                      <a:gd name="T64" fmla="*/ 2147483647 w 1182"/>
                      <a:gd name="T65" fmla="*/ 2147483647 h 666"/>
                      <a:gd name="T66" fmla="*/ 2147483647 w 1182"/>
                      <a:gd name="T67" fmla="*/ 2147483647 h 666"/>
                      <a:gd name="T68" fmla="*/ 2147483647 w 1182"/>
                      <a:gd name="T69" fmla="*/ 2147483647 h 666"/>
                      <a:gd name="T70" fmla="*/ 2147483647 w 1182"/>
                      <a:gd name="T71" fmla="*/ 2147483647 h 666"/>
                      <a:gd name="T72" fmla="*/ 2147483647 w 1182"/>
                      <a:gd name="T73" fmla="*/ 2147483647 h 666"/>
                      <a:gd name="T74" fmla="*/ 2147483647 w 1182"/>
                      <a:gd name="T75" fmla="*/ 2147483647 h 666"/>
                      <a:gd name="T76" fmla="*/ 2147483647 w 1182"/>
                      <a:gd name="T77" fmla="*/ 2147483647 h 666"/>
                      <a:gd name="T78" fmla="*/ 2147483647 w 1182"/>
                      <a:gd name="T79" fmla="*/ 2147483647 h 666"/>
                      <a:gd name="T80" fmla="*/ 2147483647 w 1182"/>
                      <a:gd name="T81" fmla="*/ 2147483647 h 666"/>
                      <a:gd name="T82" fmla="*/ 2147483647 w 1182"/>
                      <a:gd name="T83" fmla="*/ 2147483647 h 666"/>
                      <a:gd name="T84" fmla="*/ 2147483647 w 1182"/>
                      <a:gd name="T85" fmla="*/ 2147483647 h 666"/>
                      <a:gd name="T86" fmla="*/ 2147483647 w 1182"/>
                      <a:gd name="T87" fmla="*/ 2147483647 h 666"/>
                      <a:gd name="T88" fmla="*/ 2147483647 w 1182"/>
                      <a:gd name="T89" fmla="*/ 2147483647 h 666"/>
                      <a:gd name="T90" fmla="*/ 2147483647 w 1182"/>
                      <a:gd name="T91" fmla="*/ 2147483647 h 666"/>
                      <a:gd name="T92" fmla="*/ 2147483647 w 1182"/>
                      <a:gd name="T93" fmla="*/ 2147483647 h 666"/>
                      <a:gd name="T94" fmla="*/ 2147483647 w 1182"/>
                      <a:gd name="T95" fmla="*/ 2147483647 h 666"/>
                      <a:gd name="T96" fmla="*/ 2147483647 w 1182"/>
                      <a:gd name="T97" fmla="*/ 2147483647 h 666"/>
                      <a:gd name="T98" fmla="*/ 2147483647 w 1182"/>
                      <a:gd name="T99" fmla="*/ 2147483647 h 666"/>
                      <a:gd name="T100" fmla="*/ 2147483647 w 1182"/>
                      <a:gd name="T101" fmla="*/ 2147483647 h 666"/>
                      <a:gd name="T102" fmla="*/ 2147483647 w 1182"/>
                      <a:gd name="T103" fmla="*/ 2147483647 h 666"/>
                      <a:gd name="T104" fmla="*/ 2147483647 w 1182"/>
                      <a:gd name="T105" fmla="*/ 2147483647 h 666"/>
                      <a:gd name="T106" fmla="*/ 2147483647 w 1182"/>
                      <a:gd name="T107" fmla="*/ 2147483647 h 666"/>
                      <a:gd name="T108" fmla="*/ 2147483647 w 1182"/>
                      <a:gd name="T109" fmla="*/ 2147483647 h 666"/>
                      <a:gd name="T110" fmla="*/ 2147483647 w 1182"/>
                      <a:gd name="T111" fmla="*/ 2147483647 h 666"/>
                      <a:gd name="T112" fmla="*/ 2147483647 w 1182"/>
                      <a:gd name="T113" fmla="*/ 2147483647 h 666"/>
                      <a:gd name="T114" fmla="*/ 2147483647 w 1182"/>
                      <a:gd name="T115" fmla="*/ 2147483647 h 66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182"/>
                      <a:gd name="T175" fmla="*/ 0 h 666"/>
                      <a:gd name="T176" fmla="*/ 1182 w 1182"/>
                      <a:gd name="T177" fmla="*/ 666 h 66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182" h="666">
                        <a:moveTo>
                          <a:pt x="1152" y="372"/>
                        </a:moveTo>
                        <a:lnTo>
                          <a:pt x="1146" y="360"/>
                        </a:lnTo>
                        <a:lnTo>
                          <a:pt x="1122" y="360"/>
                        </a:lnTo>
                        <a:lnTo>
                          <a:pt x="1116" y="342"/>
                        </a:lnTo>
                        <a:lnTo>
                          <a:pt x="1098" y="342"/>
                        </a:lnTo>
                        <a:lnTo>
                          <a:pt x="1080" y="318"/>
                        </a:lnTo>
                        <a:lnTo>
                          <a:pt x="1080" y="330"/>
                        </a:lnTo>
                        <a:lnTo>
                          <a:pt x="1068" y="330"/>
                        </a:lnTo>
                        <a:lnTo>
                          <a:pt x="1068" y="342"/>
                        </a:lnTo>
                        <a:lnTo>
                          <a:pt x="1032" y="342"/>
                        </a:lnTo>
                        <a:lnTo>
                          <a:pt x="1020" y="330"/>
                        </a:lnTo>
                        <a:lnTo>
                          <a:pt x="990" y="318"/>
                        </a:lnTo>
                        <a:lnTo>
                          <a:pt x="1038" y="270"/>
                        </a:lnTo>
                        <a:lnTo>
                          <a:pt x="1038" y="264"/>
                        </a:lnTo>
                        <a:lnTo>
                          <a:pt x="1032" y="264"/>
                        </a:lnTo>
                        <a:lnTo>
                          <a:pt x="1032" y="258"/>
                        </a:lnTo>
                        <a:lnTo>
                          <a:pt x="1002" y="276"/>
                        </a:lnTo>
                        <a:lnTo>
                          <a:pt x="978" y="276"/>
                        </a:lnTo>
                        <a:lnTo>
                          <a:pt x="966" y="300"/>
                        </a:lnTo>
                        <a:lnTo>
                          <a:pt x="960" y="300"/>
                        </a:lnTo>
                        <a:lnTo>
                          <a:pt x="954" y="306"/>
                        </a:lnTo>
                        <a:lnTo>
                          <a:pt x="942" y="306"/>
                        </a:lnTo>
                        <a:lnTo>
                          <a:pt x="930" y="312"/>
                        </a:lnTo>
                        <a:lnTo>
                          <a:pt x="918" y="324"/>
                        </a:lnTo>
                        <a:lnTo>
                          <a:pt x="918" y="342"/>
                        </a:lnTo>
                        <a:lnTo>
                          <a:pt x="912" y="342"/>
                        </a:lnTo>
                        <a:lnTo>
                          <a:pt x="906" y="348"/>
                        </a:lnTo>
                        <a:lnTo>
                          <a:pt x="894" y="354"/>
                        </a:lnTo>
                        <a:lnTo>
                          <a:pt x="882" y="366"/>
                        </a:lnTo>
                        <a:lnTo>
                          <a:pt x="882" y="378"/>
                        </a:lnTo>
                        <a:lnTo>
                          <a:pt x="888" y="384"/>
                        </a:lnTo>
                        <a:lnTo>
                          <a:pt x="888" y="396"/>
                        </a:lnTo>
                        <a:lnTo>
                          <a:pt x="882" y="390"/>
                        </a:lnTo>
                        <a:lnTo>
                          <a:pt x="870" y="390"/>
                        </a:lnTo>
                        <a:lnTo>
                          <a:pt x="858" y="384"/>
                        </a:lnTo>
                        <a:lnTo>
                          <a:pt x="852" y="384"/>
                        </a:lnTo>
                        <a:lnTo>
                          <a:pt x="852" y="372"/>
                        </a:lnTo>
                        <a:lnTo>
                          <a:pt x="858" y="366"/>
                        </a:lnTo>
                        <a:lnTo>
                          <a:pt x="858" y="348"/>
                        </a:lnTo>
                        <a:lnTo>
                          <a:pt x="840" y="342"/>
                        </a:lnTo>
                        <a:lnTo>
                          <a:pt x="762" y="342"/>
                        </a:lnTo>
                        <a:lnTo>
                          <a:pt x="732" y="282"/>
                        </a:lnTo>
                        <a:lnTo>
                          <a:pt x="726" y="276"/>
                        </a:lnTo>
                        <a:lnTo>
                          <a:pt x="714" y="276"/>
                        </a:lnTo>
                        <a:lnTo>
                          <a:pt x="708" y="282"/>
                        </a:lnTo>
                        <a:lnTo>
                          <a:pt x="702" y="282"/>
                        </a:lnTo>
                        <a:lnTo>
                          <a:pt x="696" y="276"/>
                        </a:lnTo>
                        <a:lnTo>
                          <a:pt x="696" y="234"/>
                        </a:lnTo>
                        <a:lnTo>
                          <a:pt x="690" y="216"/>
                        </a:lnTo>
                        <a:lnTo>
                          <a:pt x="690" y="204"/>
                        </a:lnTo>
                        <a:lnTo>
                          <a:pt x="660" y="204"/>
                        </a:lnTo>
                        <a:lnTo>
                          <a:pt x="654" y="192"/>
                        </a:lnTo>
                        <a:lnTo>
                          <a:pt x="642" y="186"/>
                        </a:lnTo>
                        <a:lnTo>
                          <a:pt x="636" y="168"/>
                        </a:lnTo>
                        <a:lnTo>
                          <a:pt x="618" y="150"/>
                        </a:lnTo>
                        <a:lnTo>
                          <a:pt x="612" y="138"/>
                        </a:lnTo>
                        <a:lnTo>
                          <a:pt x="600" y="138"/>
                        </a:lnTo>
                        <a:lnTo>
                          <a:pt x="576" y="150"/>
                        </a:lnTo>
                        <a:lnTo>
                          <a:pt x="570" y="156"/>
                        </a:lnTo>
                        <a:lnTo>
                          <a:pt x="552" y="156"/>
                        </a:lnTo>
                        <a:lnTo>
                          <a:pt x="534" y="150"/>
                        </a:lnTo>
                        <a:lnTo>
                          <a:pt x="474" y="150"/>
                        </a:lnTo>
                        <a:lnTo>
                          <a:pt x="456" y="156"/>
                        </a:lnTo>
                        <a:lnTo>
                          <a:pt x="420" y="156"/>
                        </a:lnTo>
                        <a:lnTo>
                          <a:pt x="414" y="162"/>
                        </a:lnTo>
                        <a:lnTo>
                          <a:pt x="408" y="162"/>
                        </a:lnTo>
                        <a:lnTo>
                          <a:pt x="330" y="90"/>
                        </a:lnTo>
                        <a:lnTo>
                          <a:pt x="264" y="54"/>
                        </a:lnTo>
                        <a:lnTo>
                          <a:pt x="270" y="66"/>
                        </a:lnTo>
                        <a:lnTo>
                          <a:pt x="270" y="90"/>
                        </a:lnTo>
                        <a:lnTo>
                          <a:pt x="264" y="102"/>
                        </a:lnTo>
                        <a:lnTo>
                          <a:pt x="258" y="108"/>
                        </a:lnTo>
                        <a:lnTo>
                          <a:pt x="240" y="108"/>
                        </a:lnTo>
                        <a:lnTo>
                          <a:pt x="228" y="102"/>
                        </a:lnTo>
                        <a:lnTo>
                          <a:pt x="222" y="96"/>
                        </a:lnTo>
                        <a:lnTo>
                          <a:pt x="222" y="78"/>
                        </a:lnTo>
                        <a:lnTo>
                          <a:pt x="210" y="54"/>
                        </a:lnTo>
                        <a:lnTo>
                          <a:pt x="216" y="36"/>
                        </a:lnTo>
                        <a:lnTo>
                          <a:pt x="162" y="12"/>
                        </a:lnTo>
                        <a:lnTo>
                          <a:pt x="156" y="30"/>
                        </a:lnTo>
                        <a:lnTo>
                          <a:pt x="168" y="36"/>
                        </a:lnTo>
                        <a:lnTo>
                          <a:pt x="174" y="48"/>
                        </a:lnTo>
                        <a:lnTo>
                          <a:pt x="174" y="72"/>
                        </a:lnTo>
                        <a:lnTo>
                          <a:pt x="168" y="78"/>
                        </a:lnTo>
                        <a:lnTo>
                          <a:pt x="156" y="84"/>
                        </a:lnTo>
                        <a:lnTo>
                          <a:pt x="150" y="84"/>
                        </a:lnTo>
                        <a:lnTo>
                          <a:pt x="144" y="78"/>
                        </a:lnTo>
                        <a:lnTo>
                          <a:pt x="144" y="60"/>
                        </a:lnTo>
                        <a:lnTo>
                          <a:pt x="132" y="48"/>
                        </a:lnTo>
                        <a:lnTo>
                          <a:pt x="132" y="42"/>
                        </a:lnTo>
                        <a:lnTo>
                          <a:pt x="144" y="30"/>
                        </a:lnTo>
                        <a:lnTo>
                          <a:pt x="150" y="6"/>
                        </a:lnTo>
                        <a:lnTo>
                          <a:pt x="144" y="0"/>
                        </a:lnTo>
                        <a:lnTo>
                          <a:pt x="0" y="42"/>
                        </a:lnTo>
                        <a:lnTo>
                          <a:pt x="48" y="324"/>
                        </a:lnTo>
                        <a:lnTo>
                          <a:pt x="60" y="324"/>
                        </a:lnTo>
                        <a:lnTo>
                          <a:pt x="72" y="336"/>
                        </a:lnTo>
                        <a:lnTo>
                          <a:pt x="138" y="336"/>
                        </a:lnTo>
                        <a:lnTo>
                          <a:pt x="132" y="324"/>
                        </a:lnTo>
                        <a:lnTo>
                          <a:pt x="120" y="318"/>
                        </a:lnTo>
                        <a:lnTo>
                          <a:pt x="114" y="300"/>
                        </a:lnTo>
                        <a:lnTo>
                          <a:pt x="114" y="288"/>
                        </a:lnTo>
                        <a:lnTo>
                          <a:pt x="132" y="270"/>
                        </a:lnTo>
                        <a:lnTo>
                          <a:pt x="144" y="264"/>
                        </a:lnTo>
                        <a:lnTo>
                          <a:pt x="156" y="264"/>
                        </a:lnTo>
                        <a:lnTo>
                          <a:pt x="162" y="258"/>
                        </a:lnTo>
                        <a:lnTo>
                          <a:pt x="168" y="258"/>
                        </a:lnTo>
                        <a:lnTo>
                          <a:pt x="168" y="246"/>
                        </a:lnTo>
                        <a:lnTo>
                          <a:pt x="174" y="240"/>
                        </a:lnTo>
                        <a:lnTo>
                          <a:pt x="180" y="240"/>
                        </a:lnTo>
                        <a:lnTo>
                          <a:pt x="186" y="246"/>
                        </a:lnTo>
                        <a:lnTo>
                          <a:pt x="198" y="246"/>
                        </a:lnTo>
                        <a:lnTo>
                          <a:pt x="204" y="252"/>
                        </a:lnTo>
                        <a:lnTo>
                          <a:pt x="174" y="222"/>
                        </a:lnTo>
                        <a:lnTo>
                          <a:pt x="204" y="228"/>
                        </a:lnTo>
                        <a:lnTo>
                          <a:pt x="210" y="216"/>
                        </a:lnTo>
                        <a:lnTo>
                          <a:pt x="228" y="240"/>
                        </a:lnTo>
                        <a:lnTo>
                          <a:pt x="252" y="240"/>
                        </a:lnTo>
                        <a:lnTo>
                          <a:pt x="252" y="252"/>
                        </a:lnTo>
                        <a:lnTo>
                          <a:pt x="264" y="258"/>
                        </a:lnTo>
                        <a:lnTo>
                          <a:pt x="300" y="258"/>
                        </a:lnTo>
                        <a:lnTo>
                          <a:pt x="306" y="264"/>
                        </a:lnTo>
                        <a:lnTo>
                          <a:pt x="312" y="276"/>
                        </a:lnTo>
                        <a:lnTo>
                          <a:pt x="312" y="288"/>
                        </a:lnTo>
                        <a:lnTo>
                          <a:pt x="324" y="294"/>
                        </a:lnTo>
                        <a:lnTo>
                          <a:pt x="312" y="306"/>
                        </a:lnTo>
                        <a:lnTo>
                          <a:pt x="312" y="318"/>
                        </a:lnTo>
                        <a:lnTo>
                          <a:pt x="330" y="336"/>
                        </a:lnTo>
                        <a:lnTo>
                          <a:pt x="360" y="336"/>
                        </a:lnTo>
                        <a:lnTo>
                          <a:pt x="414" y="342"/>
                        </a:lnTo>
                        <a:lnTo>
                          <a:pt x="414" y="336"/>
                        </a:lnTo>
                        <a:lnTo>
                          <a:pt x="450" y="354"/>
                        </a:lnTo>
                        <a:lnTo>
                          <a:pt x="468" y="384"/>
                        </a:lnTo>
                        <a:lnTo>
                          <a:pt x="486" y="402"/>
                        </a:lnTo>
                        <a:lnTo>
                          <a:pt x="486" y="408"/>
                        </a:lnTo>
                        <a:lnTo>
                          <a:pt x="492" y="414"/>
                        </a:lnTo>
                        <a:lnTo>
                          <a:pt x="510" y="450"/>
                        </a:lnTo>
                        <a:lnTo>
                          <a:pt x="522" y="462"/>
                        </a:lnTo>
                        <a:lnTo>
                          <a:pt x="534" y="468"/>
                        </a:lnTo>
                        <a:lnTo>
                          <a:pt x="552" y="468"/>
                        </a:lnTo>
                        <a:lnTo>
                          <a:pt x="564" y="474"/>
                        </a:lnTo>
                        <a:lnTo>
                          <a:pt x="570" y="474"/>
                        </a:lnTo>
                        <a:lnTo>
                          <a:pt x="582" y="486"/>
                        </a:lnTo>
                        <a:lnTo>
                          <a:pt x="588" y="498"/>
                        </a:lnTo>
                        <a:lnTo>
                          <a:pt x="594" y="504"/>
                        </a:lnTo>
                        <a:lnTo>
                          <a:pt x="624" y="522"/>
                        </a:lnTo>
                        <a:lnTo>
                          <a:pt x="648" y="522"/>
                        </a:lnTo>
                        <a:lnTo>
                          <a:pt x="666" y="534"/>
                        </a:lnTo>
                        <a:lnTo>
                          <a:pt x="690" y="546"/>
                        </a:lnTo>
                        <a:lnTo>
                          <a:pt x="696" y="552"/>
                        </a:lnTo>
                        <a:lnTo>
                          <a:pt x="708" y="558"/>
                        </a:lnTo>
                        <a:lnTo>
                          <a:pt x="720" y="570"/>
                        </a:lnTo>
                        <a:lnTo>
                          <a:pt x="732" y="570"/>
                        </a:lnTo>
                        <a:lnTo>
                          <a:pt x="744" y="582"/>
                        </a:lnTo>
                        <a:lnTo>
                          <a:pt x="750" y="582"/>
                        </a:lnTo>
                        <a:lnTo>
                          <a:pt x="774" y="576"/>
                        </a:lnTo>
                        <a:lnTo>
                          <a:pt x="822" y="606"/>
                        </a:lnTo>
                        <a:lnTo>
                          <a:pt x="816" y="612"/>
                        </a:lnTo>
                        <a:lnTo>
                          <a:pt x="816" y="630"/>
                        </a:lnTo>
                        <a:lnTo>
                          <a:pt x="828" y="642"/>
                        </a:lnTo>
                        <a:lnTo>
                          <a:pt x="828" y="654"/>
                        </a:lnTo>
                        <a:lnTo>
                          <a:pt x="840" y="654"/>
                        </a:lnTo>
                        <a:lnTo>
                          <a:pt x="852" y="642"/>
                        </a:lnTo>
                        <a:lnTo>
                          <a:pt x="870" y="666"/>
                        </a:lnTo>
                        <a:lnTo>
                          <a:pt x="882" y="660"/>
                        </a:lnTo>
                        <a:lnTo>
                          <a:pt x="894" y="660"/>
                        </a:lnTo>
                        <a:lnTo>
                          <a:pt x="900" y="666"/>
                        </a:lnTo>
                        <a:lnTo>
                          <a:pt x="906" y="666"/>
                        </a:lnTo>
                        <a:lnTo>
                          <a:pt x="900" y="666"/>
                        </a:lnTo>
                        <a:lnTo>
                          <a:pt x="900" y="642"/>
                        </a:lnTo>
                        <a:lnTo>
                          <a:pt x="906" y="636"/>
                        </a:lnTo>
                        <a:lnTo>
                          <a:pt x="912" y="624"/>
                        </a:lnTo>
                        <a:lnTo>
                          <a:pt x="924" y="618"/>
                        </a:lnTo>
                        <a:lnTo>
                          <a:pt x="930" y="606"/>
                        </a:lnTo>
                        <a:lnTo>
                          <a:pt x="930" y="588"/>
                        </a:lnTo>
                        <a:lnTo>
                          <a:pt x="918" y="576"/>
                        </a:lnTo>
                        <a:lnTo>
                          <a:pt x="906" y="570"/>
                        </a:lnTo>
                        <a:lnTo>
                          <a:pt x="900" y="564"/>
                        </a:lnTo>
                        <a:lnTo>
                          <a:pt x="900" y="546"/>
                        </a:lnTo>
                        <a:lnTo>
                          <a:pt x="906" y="540"/>
                        </a:lnTo>
                        <a:lnTo>
                          <a:pt x="906" y="534"/>
                        </a:lnTo>
                        <a:lnTo>
                          <a:pt x="894" y="522"/>
                        </a:lnTo>
                        <a:lnTo>
                          <a:pt x="882" y="522"/>
                        </a:lnTo>
                        <a:lnTo>
                          <a:pt x="876" y="516"/>
                        </a:lnTo>
                        <a:lnTo>
                          <a:pt x="870" y="516"/>
                        </a:lnTo>
                        <a:lnTo>
                          <a:pt x="858" y="504"/>
                        </a:lnTo>
                        <a:lnTo>
                          <a:pt x="840" y="504"/>
                        </a:lnTo>
                        <a:lnTo>
                          <a:pt x="840" y="486"/>
                        </a:lnTo>
                        <a:lnTo>
                          <a:pt x="846" y="480"/>
                        </a:lnTo>
                        <a:lnTo>
                          <a:pt x="894" y="480"/>
                        </a:lnTo>
                        <a:lnTo>
                          <a:pt x="918" y="468"/>
                        </a:lnTo>
                        <a:lnTo>
                          <a:pt x="918" y="456"/>
                        </a:lnTo>
                        <a:lnTo>
                          <a:pt x="912" y="456"/>
                        </a:lnTo>
                        <a:lnTo>
                          <a:pt x="930" y="444"/>
                        </a:lnTo>
                        <a:lnTo>
                          <a:pt x="906" y="420"/>
                        </a:lnTo>
                        <a:lnTo>
                          <a:pt x="948" y="420"/>
                        </a:lnTo>
                        <a:lnTo>
                          <a:pt x="948" y="414"/>
                        </a:lnTo>
                        <a:lnTo>
                          <a:pt x="936" y="402"/>
                        </a:lnTo>
                        <a:lnTo>
                          <a:pt x="936" y="390"/>
                        </a:lnTo>
                        <a:lnTo>
                          <a:pt x="942" y="384"/>
                        </a:lnTo>
                        <a:lnTo>
                          <a:pt x="942" y="372"/>
                        </a:lnTo>
                        <a:lnTo>
                          <a:pt x="954" y="372"/>
                        </a:lnTo>
                        <a:lnTo>
                          <a:pt x="972" y="390"/>
                        </a:lnTo>
                        <a:lnTo>
                          <a:pt x="978" y="390"/>
                        </a:lnTo>
                        <a:lnTo>
                          <a:pt x="984" y="378"/>
                        </a:lnTo>
                        <a:lnTo>
                          <a:pt x="996" y="372"/>
                        </a:lnTo>
                        <a:lnTo>
                          <a:pt x="1002" y="360"/>
                        </a:lnTo>
                        <a:lnTo>
                          <a:pt x="1020" y="360"/>
                        </a:lnTo>
                        <a:lnTo>
                          <a:pt x="1032" y="366"/>
                        </a:lnTo>
                        <a:lnTo>
                          <a:pt x="1038" y="372"/>
                        </a:lnTo>
                        <a:lnTo>
                          <a:pt x="1014" y="408"/>
                        </a:lnTo>
                        <a:lnTo>
                          <a:pt x="1026" y="408"/>
                        </a:lnTo>
                        <a:lnTo>
                          <a:pt x="1032" y="414"/>
                        </a:lnTo>
                        <a:lnTo>
                          <a:pt x="1044" y="414"/>
                        </a:lnTo>
                        <a:lnTo>
                          <a:pt x="1050" y="420"/>
                        </a:lnTo>
                        <a:lnTo>
                          <a:pt x="1056" y="420"/>
                        </a:lnTo>
                        <a:lnTo>
                          <a:pt x="1068" y="414"/>
                        </a:lnTo>
                        <a:lnTo>
                          <a:pt x="1086" y="414"/>
                        </a:lnTo>
                        <a:lnTo>
                          <a:pt x="1092" y="420"/>
                        </a:lnTo>
                        <a:lnTo>
                          <a:pt x="1098" y="420"/>
                        </a:lnTo>
                        <a:lnTo>
                          <a:pt x="1104" y="426"/>
                        </a:lnTo>
                        <a:lnTo>
                          <a:pt x="1110" y="426"/>
                        </a:lnTo>
                        <a:lnTo>
                          <a:pt x="1128" y="408"/>
                        </a:lnTo>
                        <a:lnTo>
                          <a:pt x="1146" y="402"/>
                        </a:lnTo>
                        <a:lnTo>
                          <a:pt x="1146" y="396"/>
                        </a:lnTo>
                        <a:lnTo>
                          <a:pt x="1158" y="396"/>
                        </a:lnTo>
                        <a:lnTo>
                          <a:pt x="1170" y="390"/>
                        </a:lnTo>
                        <a:lnTo>
                          <a:pt x="1182" y="378"/>
                        </a:lnTo>
                        <a:lnTo>
                          <a:pt x="1182" y="366"/>
                        </a:lnTo>
                        <a:lnTo>
                          <a:pt x="1170" y="366"/>
                        </a:lnTo>
                        <a:lnTo>
                          <a:pt x="1158" y="372"/>
                        </a:lnTo>
                        <a:lnTo>
                          <a:pt x="1152" y="37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02" name="United Kingdom" descr="© INSCALE GmbH, 05.05.2010&#10;http://www.presentationload.com/">
                    <a:extLst>
                      <a:ext uri="{FF2B5EF4-FFF2-40B4-BE49-F238E27FC236}">
                        <a16:creationId xmlns:a16="http://schemas.microsoft.com/office/drawing/2014/main" id="{02B0E5D4-B2AC-C8D7-D21D-8E9C1763E6A8}"/>
                      </a:ext>
                    </a:extLst>
                  </p:cNvPr>
                  <p:cNvSpPr>
                    <a:spLocks noEditPoints="1"/>
                  </p:cNvSpPr>
                  <p:nvPr/>
                </p:nvSpPr>
                <p:spPr bwMode="gray">
                  <a:xfrm>
                    <a:off x="2561" y="1343"/>
                    <a:ext cx="147" cy="209"/>
                  </a:xfrm>
                  <a:custGeom>
                    <a:avLst/>
                    <a:gdLst>
                      <a:gd name="T0" fmla="*/ 2147483647 w 576"/>
                      <a:gd name="T1" fmla="*/ 2147483647 h 822"/>
                      <a:gd name="T2" fmla="*/ 2147483647 w 576"/>
                      <a:gd name="T3" fmla="*/ 2147483647 h 822"/>
                      <a:gd name="T4" fmla="*/ 2147483647 w 576"/>
                      <a:gd name="T5" fmla="*/ 2147483647 h 822"/>
                      <a:gd name="T6" fmla="*/ 2147483647 w 576"/>
                      <a:gd name="T7" fmla="*/ 2147483647 h 822"/>
                      <a:gd name="T8" fmla="*/ 2147483647 w 576"/>
                      <a:gd name="T9" fmla="*/ 2147483647 h 822"/>
                      <a:gd name="T10" fmla="*/ 2147483647 w 576"/>
                      <a:gd name="T11" fmla="*/ 2147483647 h 822"/>
                      <a:gd name="T12" fmla="*/ 2147483647 w 576"/>
                      <a:gd name="T13" fmla="*/ 2147483647 h 822"/>
                      <a:gd name="T14" fmla="*/ 2147483647 w 576"/>
                      <a:gd name="T15" fmla="*/ 0 h 822"/>
                      <a:gd name="T16" fmla="*/ 2147483647 w 576"/>
                      <a:gd name="T17" fmla="*/ 0 h 822"/>
                      <a:gd name="T18" fmla="*/ 2147483647 w 576"/>
                      <a:gd name="T19" fmla="*/ 2147483647 h 822"/>
                      <a:gd name="T20" fmla="*/ 2147483647 w 576"/>
                      <a:gd name="T21" fmla="*/ 2147483647 h 822"/>
                      <a:gd name="T22" fmla="*/ 2147483647 w 576"/>
                      <a:gd name="T23" fmla="*/ 2147483647 h 822"/>
                      <a:gd name="T24" fmla="*/ 2147483647 w 576"/>
                      <a:gd name="T25" fmla="*/ 2147483647 h 822"/>
                      <a:gd name="T26" fmla="*/ 2147483647 w 576"/>
                      <a:gd name="T27" fmla="*/ 2147483647 h 822"/>
                      <a:gd name="T28" fmla="*/ 2147483647 w 576"/>
                      <a:gd name="T29" fmla="*/ 2147483647 h 822"/>
                      <a:gd name="T30" fmla="*/ 2147483647 w 576"/>
                      <a:gd name="T31" fmla="*/ 2147483647 h 822"/>
                      <a:gd name="T32" fmla="*/ 2147483647 w 576"/>
                      <a:gd name="T33" fmla="*/ 2147483647 h 822"/>
                      <a:gd name="T34" fmla="*/ 2147483647 w 576"/>
                      <a:gd name="T35" fmla="*/ 2147483647 h 822"/>
                      <a:gd name="T36" fmla="*/ 2147483647 w 576"/>
                      <a:gd name="T37" fmla="*/ 2147483647 h 822"/>
                      <a:gd name="T38" fmla="*/ 2147483647 w 576"/>
                      <a:gd name="T39" fmla="*/ 2147483647 h 822"/>
                      <a:gd name="T40" fmla="*/ 2147483647 w 576"/>
                      <a:gd name="T41" fmla="*/ 2147483647 h 822"/>
                      <a:gd name="T42" fmla="*/ 2147483647 w 576"/>
                      <a:gd name="T43" fmla="*/ 2147483647 h 822"/>
                      <a:gd name="T44" fmla="*/ 2147483647 w 576"/>
                      <a:gd name="T45" fmla="*/ 2147483647 h 822"/>
                      <a:gd name="T46" fmla="*/ 2147483647 w 576"/>
                      <a:gd name="T47" fmla="*/ 2147483647 h 822"/>
                      <a:gd name="T48" fmla="*/ 2147483647 w 576"/>
                      <a:gd name="T49" fmla="*/ 2147483647 h 822"/>
                      <a:gd name="T50" fmla="*/ 2147483647 w 576"/>
                      <a:gd name="T51" fmla="*/ 2147483647 h 822"/>
                      <a:gd name="T52" fmla="*/ 2147483647 w 576"/>
                      <a:gd name="T53" fmla="*/ 2147483647 h 822"/>
                      <a:gd name="T54" fmla="*/ 2147483647 w 576"/>
                      <a:gd name="T55" fmla="*/ 2147483647 h 822"/>
                      <a:gd name="T56" fmla="*/ 2147483647 w 576"/>
                      <a:gd name="T57" fmla="*/ 2147483647 h 822"/>
                      <a:gd name="T58" fmla="*/ 2147483647 w 576"/>
                      <a:gd name="T59" fmla="*/ 2147483647 h 822"/>
                      <a:gd name="T60" fmla="*/ 2147483647 w 576"/>
                      <a:gd name="T61" fmla="*/ 2147483647 h 822"/>
                      <a:gd name="T62" fmla="*/ 2147483647 w 576"/>
                      <a:gd name="T63" fmla="*/ 2147483647 h 822"/>
                      <a:gd name="T64" fmla="*/ 2147483647 w 576"/>
                      <a:gd name="T65" fmla="*/ 2147483647 h 822"/>
                      <a:gd name="T66" fmla="*/ 2147483647 w 576"/>
                      <a:gd name="T67" fmla="*/ 2147483647 h 822"/>
                      <a:gd name="T68" fmla="*/ 2147483647 w 576"/>
                      <a:gd name="T69" fmla="*/ 2147483647 h 822"/>
                      <a:gd name="T70" fmla="*/ 2147483647 w 576"/>
                      <a:gd name="T71" fmla="*/ 2147483647 h 822"/>
                      <a:gd name="T72" fmla="*/ 2147483647 w 576"/>
                      <a:gd name="T73" fmla="*/ 2147483647 h 822"/>
                      <a:gd name="T74" fmla="*/ 2147483647 w 576"/>
                      <a:gd name="T75" fmla="*/ 2147483647 h 822"/>
                      <a:gd name="T76" fmla="*/ 2147483647 w 576"/>
                      <a:gd name="T77" fmla="*/ 2147483647 h 822"/>
                      <a:gd name="T78" fmla="*/ 2147483647 w 576"/>
                      <a:gd name="T79" fmla="*/ 2147483647 h 822"/>
                      <a:gd name="T80" fmla="*/ 2147483647 w 576"/>
                      <a:gd name="T81" fmla="*/ 2147483647 h 822"/>
                      <a:gd name="T82" fmla="*/ 2147483647 w 576"/>
                      <a:gd name="T83" fmla="*/ 2147483647 h 822"/>
                      <a:gd name="T84" fmla="*/ 2147483647 w 576"/>
                      <a:gd name="T85" fmla="*/ 2147483647 h 822"/>
                      <a:gd name="T86" fmla="*/ 2147483647 w 576"/>
                      <a:gd name="T87" fmla="*/ 2147483647 h 822"/>
                      <a:gd name="T88" fmla="*/ 2147483647 w 576"/>
                      <a:gd name="T89" fmla="*/ 2147483647 h 822"/>
                      <a:gd name="T90" fmla="*/ 2147483647 w 576"/>
                      <a:gd name="T91" fmla="*/ 2147483647 h 822"/>
                      <a:gd name="T92" fmla="*/ 2147483647 w 576"/>
                      <a:gd name="T93" fmla="*/ 2147483647 h 822"/>
                      <a:gd name="T94" fmla="*/ 2147483647 w 576"/>
                      <a:gd name="T95" fmla="*/ 2147483647 h 822"/>
                      <a:gd name="T96" fmla="*/ 2147483647 w 576"/>
                      <a:gd name="T97" fmla="*/ 2147483647 h 822"/>
                      <a:gd name="T98" fmla="*/ 2147483647 w 576"/>
                      <a:gd name="T99" fmla="*/ 2147483647 h 822"/>
                      <a:gd name="T100" fmla="*/ 2147483647 w 576"/>
                      <a:gd name="T101" fmla="*/ 2147483647 h 822"/>
                      <a:gd name="T102" fmla="*/ 2147483647 w 576"/>
                      <a:gd name="T103" fmla="*/ 2147483647 h 822"/>
                      <a:gd name="T104" fmla="*/ 2147483647 w 576"/>
                      <a:gd name="T105" fmla="*/ 2147483647 h 822"/>
                      <a:gd name="T106" fmla="*/ 2147483647 w 576"/>
                      <a:gd name="T107" fmla="*/ 2147483647 h 822"/>
                      <a:gd name="T108" fmla="*/ 2147483647 w 576"/>
                      <a:gd name="T109" fmla="*/ 2147483647 h 822"/>
                      <a:gd name="T110" fmla="*/ 2147483647 w 576"/>
                      <a:gd name="T111" fmla="*/ 2147483647 h 822"/>
                      <a:gd name="T112" fmla="*/ 2147483647 w 576"/>
                      <a:gd name="T113" fmla="*/ 2147483647 h 822"/>
                      <a:gd name="T114" fmla="*/ 2147483647 w 576"/>
                      <a:gd name="T115" fmla="*/ 2147483647 h 822"/>
                      <a:gd name="T116" fmla="*/ 2147483647 w 576"/>
                      <a:gd name="T117" fmla="*/ 2147483647 h 822"/>
                      <a:gd name="T118" fmla="*/ 2147483647 w 576"/>
                      <a:gd name="T119" fmla="*/ 2147483647 h 822"/>
                      <a:gd name="T120" fmla="*/ 2147483647 w 576"/>
                      <a:gd name="T121" fmla="*/ 2147483647 h 822"/>
                      <a:gd name="T122" fmla="*/ 2147483647 w 576"/>
                      <a:gd name="T123" fmla="*/ 2147483647 h 822"/>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576"/>
                      <a:gd name="T187" fmla="*/ 0 h 822"/>
                      <a:gd name="T188" fmla="*/ 576 w 576"/>
                      <a:gd name="T189" fmla="*/ 822 h 822"/>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576" h="822">
                        <a:moveTo>
                          <a:pt x="162" y="378"/>
                        </a:moveTo>
                        <a:lnTo>
                          <a:pt x="156" y="378"/>
                        </a:lnTo>
                        <a:lnTo>
                          <a:pt x="150" y="384"/>
                        </a:lnTo>
                        <a:lnTo>
                          <a:pt x="150" y="396"/>
                        </a:lnTo>
                        <a:lnTo>
                          <a:pt x="144" y="414"/>
                        </a:lnTo>
                        <a:lnTo>
                          <a:pt x="156" y="402"/>
                        </a:lnTo>
                        <a:lnTo>
                          <a:pt x="162" y="390"/>
                        </a:lnTo>
                        <a:lnTo>
                          <a:pt x="162" y="378"/>
                        </a:lnTo>
                        <a:close/>
                        <a:moveTo>
                          <a:pt x="132" y="312"/>
                        </a:moveTo>
                        <a:lnTo>
                          <a:pt x="126" y="312"/>
                        </a:lnTo>
                        <a:lnTo>
                          <a:pt x="126" y="336"/>
                        </a:lnTo>
                        <a:lnTo>
                          <a:pt x="132" y="336"/>
                        </a:lnTo>
                        <a:lnTo>
                          <a:pt x="138" y="330"/>
                        </a:lnTo>
                        <a:lnTo>
                          <a:pt x="150" y="330"/>
                        </a:lnTo>
                        <a:lnTo>
                          <a:pt x="144" y="318"/>
                        </a:lnTo>
                        <a:lnTo>
                          <a:pt x="138" y="312"/>
                        </a:lnTo>
                        <a:lnTo>
                          <a:pt x="132" y="312"/>
                        </a:lnTo>
                        <a:close/>
                        <a:moveTo>
                          <a:pt x="114" y="390"/>
                        </a:moveTo>
                        <a:lnTo>
                          <a:pt x="126" y="390"/>
                        </a:lnTo>
                        <a:lnTo>
                          <a:pt x="138" y="384"/>
                        </a:lnTo>
                        <a:lnTo>
                          <a:pt x="138" y="372"/>
                        </a:lnTo>
                        <a:lnTo>
                          <a:pt x="132" y="366"/>
                        </a:lnTo>
                        <a:lnTo>
                          <a:pt x="120" y="366"/>
                        </a:lnTo>
                        <a:lnTo>
                          <a:pt x="114" y="372"/>
                        </a:lnTo>
                        <a:lnTo>
                          <a:pt x="108" y="384"/>
                        </a:lnTo>
                        <a:lnTo>
                          <a:pt x="108" y="390"/>
                        </a:lnTo>
                        <a:lnTo>
                          <a:pt x="114" y="390"/>
                        </a:lnTo>
                        <a:close/>
                        <a:moveTo>
                          <a:pt x="330" y="120"/>
                        </a:moveTo>
                        <a:lnTo>
                          <a:pt x="324" y="120"/>
                        </a:lnTo>
                        <a:lnTo>
                          <a:pt x="318" y="126"/>
                        </a:lnTo>
                        <a:lnTo>
                          <a:pt x="318" y="138"/>
                        </a:lnTo>
                        <a:lnTo>
                          <a:pt x="330" y="138"/>
                        </a:lnTo>
                        <a:lnTo>
                          <a:pt x="336" y="126"/>
                        </a:lnTo>
                        <a:lnTo>
                          <a:pt x="330" y="120"/>
                        </a:lnTo>
                        <a:close/>
                        <a:moveTo>
                          <a:pt x="138" y="258"/>
                        </a:moveTo>
                        <a:lnTo>
                          <a:pt x="138" y="234"/>
                        </a:lnTo>
                        <a:lnTo>
                          <a:pt x="126" y="234"/>
                        </a:lnTo>
                        <a:lnTo>
                          <a:pt x="120" y="240"/>
                        </a:lnTo>
                        <a:lnTo>
                          <a:pt x="120" y="246"/>
                        </a:lnTo>
                        <a:lnTo>
                          <a:pt x="126" y="252"/>
                        </a:lnTo>
                        <a:lnTo>
                          <a:pt x="108" y="252"/>
                        </a:lnTo>
                        <a:lnTo>
                          <a:pt x="108" y="258"/>
                        </a:lnTo>
                        <a:lnTo>
                          <a:pt x="114" y="264"/>
                        </a:lnTo>
                        <a:lnTo>
                          <a:pt x="120" y="264"/>
                        </a:lnTo>
                        <a:lnTo>
                          <a:pt x="126" y="270"/>
                        </a:lnTo>
                        <a:lnTo>
                          <a:pt x="150" y="270"/>
                        </a:lnTo>
                        <a:lnTo>
                          <a:pt x="138" y="258"/>
                        </a:lnTo>
                        <a:close/>
                        <a:moveTo>
                          <a:pt x="474" y="0"/>
                        </a:moveTo>
                        <a:lnTo>
                          <a:pt x="468" y="0"/>
                        </a:lnTo>
                        <a:lnTo>
                          <a:pt x="456" y="12"/>
                        </a:lnTo>
                        <a:lnTo>
                          <a:pt x="474" y="12"/>
                        </a:lnTo>
                        <a:lnTo>
                          <a:pt x="474" y="6"/>
                        </a:lnTo>
                        <a:lnTo>
                          <a:pt x="480" y="0"/>
                        </a:lnTo>
                        <a:lnTo>
                          <a:pt x="474" y="0"/>
                        </a:lnTo>
                        <a:close/>
                        <a:moveTo>
                          <a:pt x="432" y="48"/>
                        </a:moveTo>
                        <a:lnTo>
                          <a:pt x="432" y="66"/>
                        </a:lnTo>
                        <a:lnTo>
                          <a:pt x="438" y="66"/>
                        </a:lnTo>
                        <a:lnTo>
                          <a:pt x="444" y="60"/>
                        </a:lnTo>
                        <a:lnTo>
                          <a:pt x="450" y="48"/>
                        </a:lnTo>
                        <a:lnTo>
                          <a:pt x="450" y="24"/>
                        </a:lnTo>
                        <a:lnTo>
                          <a:pt x="438" y="12"/>
                        </a:lnTo>
                        <a:lnTo>
                          <a:pt x="432" y="24"/>
                        </a:lnTo>
                        <a:lnTo>
                          <a:pt x="426" y="30"/>
                        </a:lnTo>
                        <a:lnTo>
                          <a:pt x="420" y="30"/>
                        </a:lnTo>
                        <a:lnTo>
                          <a:pt x="420" y="42"/>
                        </a:lnTo>
                        <a:lnTo>
                          <a:pt x="426" y="42"/>
                        </a:lnTo>
                        <a:lnTo>
                          <a:pt x="432" y="48"/>
                        </a:lnTo>
                        <a:close/>
                        <a:moveTo>
                          <a:pt x="342" y="138"/>
                        </a:moveTo>
                        <a:lnTo>
                          <a:pt x="342" y="150"/>
                        </a:lnTo>
                        <a:lnTo>
                          <a:pt x="354" y="138"/>
                        </a:lnTo>
                        <a:lnTo>
                          <a:pt x="342" y="138"/>
                        </a:lnTo>
                        <a:close/>
                        <a:moveTo>
                          <a:pt x="192" y="402"/>
                        </a:moveTo>
                        <a:lnTo>
                          <a:pt x="192" y="390"/>
                        </a:lnTo>
                        <a:lnTo>
                          <a:pt x="186" y="384"/>
                        </a:lnTo>
                        <a:lnTo>
                          <a:pt x="186" y="378"/>
                        </a:lnTo>
                        <a:lnTo>
                          <a:pt x="174" y="390"/>
                        </a:lnTo>
                        <a:lnTo>
                          <a:pt x="174" y="396"/>
                        </a:lnTo>
                        <a:lnTo>
                          <a:pt x="180" y="402"/>
                        </a:lnTo>
                        <a:lnTo>
                          <a:pt x="192" y="402"/>
                        </a:lnTo>
                        <a:close/>
                        <a:moveTo>
                          <a:pt x="504" y="588"/>
                        </a:moveTo>
                        <a:lnTo>
                          <a:pt x="498" y="594"/>
                        </a:lnTo>
                        <a:lnTo>
                          <a:pt x="498" y="600"/>
                        </a:lnTo>
                        <a:lnTo>
                          <a:pt x="480" y="600"/>
                        </a:lnTo>
                        <a:lnTo>
                          <a:pt x="480" y="588"/>
                        </a:lnTo>
                        <a:lnTo>
                          <a:pt x="486" y="576"/>
                        </a:lnTo>
                        <a:lnTo>
                          <a:pt x="498" y="564"/>
                        </a:lnTo>
                        <a:lnTo>
                          <a:pt x="492" y="558"/>
                        </a:lnTo>
                        <a:lnTo>
                          <a:pt x="456" y="540"/>
                        </a:lnTo>
                        <a:lnTo>
                          <a:pt x="450" y="540"/>
                        </a:lnTo>
                        <a:lnTo>
                          <a:pt x="444" y="534"/>
                        </a:lnTo>
                        <a:lnTo>
                          <a:pt x="450" y="534"/>
                        </a:lnTo>
                        <a:lnTo>
                          <a:pt x="456" y="528"/>
                        </a:lnTo>
                        <a:lnTo>
                          <a:pt x="480" y="528"/>
                        </a:lnTo>
                        <a:lnTo>
                          <a:pt x="468" y="516"/>
                        </a:lnTo>
                        <a:lnTo>
                          <a:pt x="468" y="510"/>
                        </a:lnTo>
                        <a:lnTo>
                          <a:pt x="456" y="498"/>
                        </a:lnTo>
                        <a:lnTo>
                          <a:pt x="450" y="486"/>
                        </a:lnTo>
                        <a:lnTo>
                          <a:pt x="432" y="468"/>
                        </a:lnTo>
                        <a:lnTo>
                          <a:pt x="420" y="468"/>
                        </a:lnTo>
                        <a:lnTo>
                          <a:pt x="414" y="456"/>
                        </a:lnTo>
                        <a:lnTo>
                          <a:pt x="402" y="450"/>
                        </a:lnTo>
                        <a:lnTo>
                          <a:pt x="390" y="438"/>
                        </a:lnTo>
                        <a:lnTo>
                          <a:pt x="390" y="414"/>
                        </a:lnTo>
                        <a:lnTo>
                          <a:pt x="396" y="402"/>
                        </a:lnTo>
                        <a:lnTo>
                          <a:pt x="396" y="390"/>
                        </a:lnTo>
                        <a:lnTo>
                          <a:pt x="384" y="390"/>
                        </a:lnTo>
                        <a:lnTo>
                          <a:pt x="378" y="384"/>
                        </a:lnTo>
                        <a:lnTo>
                          <a:pt x="372" y="372"/>
                        </a:lnTo>
                        <a:lnTo>
                          <a:pt x="360" y="360"/>
                        </a:lnTo>
                        <a:lnTo>
                          <a:pt x="342" y="354"/>
                        </a:lnTo>
                        <a:lnTo>
                          <a:pt x="324" y="354"/>
                        </a:lnTo>
                        <a:lnTo>
                          <a:pt x="306" y="360"/>
                        </a:lnTo>
                        <a:lnTo>
                          <a:pt x="294" y="366"/>
                        </a:lnTo>
                        <a:lnTo>
                          <a:pt x="288" y="366"/>
                        </a:lnTo>
                        <a:lnTo>
                          <a:pt x="270" y="348"/>
                        </a:lnTo>
                        <a:lnTo>
                          <a:pt x="282" y="348"/>
                        </a:lnTo>
                        <a:lnTo>
                          <a:pt x="294" y="354"/>
                        </a:lnTo>
                        <a:lnTo>
                          <a:pt x="306" y="354"/>
                        </a:lnTo>
                        <a:lnTo>
                          <a:pt x="330" y="342"/>
                        </a:lnTo>
                        <a:lnTo>
                          <a:pt x="336" y="336"/>
                        </a:lnTo>
                        <a:lnTo>
                          <a:pt x="330" y="336"/>
                        </a:lnTo>
                        <a:lnTo>
                          <a:pt x="324" y="330"/>
                        </a:lnTo>
                        <a:lnTo>
                          <a:pt x="306" y="330"/>
                        </a:lnTo>
                        <a:lnTo>
                          <a:pt x="330" y="324"/>
                        </a:lnTo>
                        <a:lnTo>
                          <a:pt x="336" y="318"/>
                        </a:lnTo>
                        <a:lnTo>
                          <a:pt x="348" y="312"/>
                        </a:lnTo>
                        <a:lnTo>
                          <a:pt x="360" y="300"/>
                        </a:lnTo>
                        <a:lnTo>
                          <a:pt x="360" y="288"/>
                        </a:lnTo>
                        <a:lnTo>
                          <a:pt x="366" y="276"/>
                        </a:lnTo>
                        <a:lnTo>
                          <a:pt x="372" y="270"/>
                        </a:lnTo>
                        <a:lnTo>
                          <a:pt x="378" y="258"/>
                        </a:lnTo>
                        <a:lnTo>
                          <a:pt x="384" y="252"/>
                        </a:lnTo>
                        <a:lnTo>
                          <a:pt x="396" y="246"/>
                        </a:lnTo>
                        <a:lnTo>
                          <a:pt x="402" y="246"/>
                        </a:lnTo>
                        <a:lnTo>
                          <a:pt x="402" y="240"/>
                        </a:lnTo>
                        <a:lnTo>
                          <a:pt x="396" y="234"/>
                        </a:lnTo>
                        <a:lnTo>
                          <a:pt x="318" y="234"/>
                        </a:lnTo>
                        <a:lnTo>
                          <a:pt x="318" y="228"/>
                        </a:lnTo>
                        <a:lnTo>
                          <a:pt x="288" y="228"/>
                        </a:lnTo>
                        <a:lnTo>
                          <a:pt x="276" y="234"/>
                        </a:lnTo>
                        <a:lnTo>
                          <a:pt x="264" y="234"/>
                        </a:lnTo>
                        <a:lnTo>
                          <a:pt x="258" y="240"/>
                        </a:lnTo>
                        <a:lnTo>
                          <a:pt x="252" y="240"/>
                        </a:lnTo>
                        <a:lnTo>
                          <a:pt x="264" y="228"/>
                        </a:lnTo>
                        <a:lnTo>
                          <a:pt x="252" y="216"/>
                        </a:lnTo>
                        <a:lnTo>
                          <a:pt x="270" y="210"/>
                        </a:lnTo>
                        <a:lnTo>
                          <a:pt x="300" y="192"/>
                        </a:lnTo>
                        <a:lnTo>
                          <a:pt x="312" y="186"/>
                        </a:lnTo>
                        <a:lnTo>
                          <a:pt x="324" y="162"/>
                        </a:lnTo>
                        <a:lnTo>
                          <a:pt x="318" y="156"/>
                        </a:lnTo>
                        <a:lnTo>
                          <a:pt x="288" y="156"/>
                        </a:lnTo>
                        <a:lnTo>
                          <a:pt x="276" y="162"/>
                        </a:lnTo>
                        <a:lnTo>
                          <a:pt x="258" y="168"/>
                        </a:lnTo>
                        <a:lnTo>
                          <a:pt x="240" y="168"/>
                        </a:lnTo>
                        <a:lnTo>
                          <a:pt x="228" y="162"/>
                        </a:lnTo>
                        <a:lnTo>
                          <a:pt x="216" y="162"/>
                        </a:lnTo>
                        <a:lnTo>
                          <a:pt x="210" y="168"/>
                        </a:lnTo>
                        <a:lnTo>
                          <a:pt x="210" y="174"/>
                        </a:lnTo>
                        <a:lnTo>
                          <a:pt x="216" y="180"/>
                        </a:lnTo>
                        <a:lnTo>
                          <a:pt x="204" y="180"/>
                        </a:lnTo>
                        <a:lnTo>
                          <a:pt x="192" y="192"/>
                        </a:lnTo>
                        <a:lnTo>
                          <a:pt x="192" y="210"/>
                        </a:lnTo>
                        <a:lnTo>
                          <a:pt x="198" y="216"/>
                        </a:lnTo>
                        <a:lnTo>
                          <a:pt x="156" y="222"/>
                        </a:lnTo>
                        <a:lnTo>
                          <a:pt x="156" y="234"/>
                        </a:lnTo>
                        <a:lnTo>
                          <a:pt x="168" y="240"/>
                        </a:lnTo>
                        <a:lnTo>
                          <a:pt x="180" y="264"/>
                        </a:lnTo>
                        <a:lnTo>
                          <a:pt x="162" y="282"/>
                        </a:lnTo>
                        <a:lnTo>
                          <a:pt x="162" y="294"/>
                        </a:lnTo>
                        <a:lnTo>
                          <a:pt x="144" y="300"/>
                        </a:lnTo>
                        <a:lnTo>
                          <a:pt x="156" y="312"/>
                        </a:lnTo>
                        <a:lnTo>
                          <a:pt x="168" y="312"/>
                        </a:lnTo>
                        <a:lnTo>
                          <a:pt x="180" y="306"/>
                        </a:lnTo>
                        <a:lnTo>
                          <a:pt x="186" y="300"/>
                        </a:lnTo>
                        <a:lnTo>
                          <a:pt x="186" y="318"/>
                        </a:lnTo>
                        <a:lnTo>
                          <a:pt x="180" y="318"/>
                        </a:lnTo>
                        <a:lnTo>
                          <a:pt x="168" y="330"/>
                        </a:lnTo>
                        <a:lnTo>
                          <a:pt x="156" y="336"/>
                        </a:lnTo>
                        <a:lnTo>
                          <a:pt x="156" y="360"/>
                        </a:lnTo>
                        <a:lnTo>
                          <a:pt x="162" y="372"/>
                        </a:lnTo>
                        <a:lnTo>
                          <a:pt x="168" y="366"/>
                        </a:lnTo>
                        <a:lnTo>
                          <a:pt x="198" y="366"/>
                        </a:lnTo>
                        <a:lnTo>
                          <a:pt x="210" y="360"/>
                        </a:lnTo>
                        <a:lnTo>
                          <a:pt x="216" y="354"/>
                        </a:lnTo>
                        <a:lnTo>
                          <a:pt x="198" y="372"/>
                        </a:lnTo>
                        <a:lnTo>
                          <a:pt x="210" y="402"/>
                        </a:lnTo>
                        <a:lnTo>
                          <a:pt x="204" y="408"/>
                        </a:lnTo>
                        <a:lnTo>
                          <a:pt x="198" y="420"/>
                        </a:lnTo>
                        <a:lnTo>
                          <a:pt x="186" y="426"/>
                        </a:lnTo>
                        <a:lnTo>
                          <a:pt x="180" y="438"/>
                        </a:lnTo>
                        <a:lnTo>
                          <a:pt x="180" y="450"/>
                        </a:lnTo>
                        <a:lnTo>
                          <a:pt x="186" y="456"/>
                        </a:lnTo>
                        <a:lnTo>
                          <a:pt x="204" y="456"/>
                        </a:lnTo>
                        <a:lnTo>
                          <a:pt x="216" y="450"/>
                        </a:lnTo>
                        <a:lnTo>
                          <a:pt x="240" y="450"/>
                        </a:lnTo>
                        <a:lnTo>
                          <a:pt x="252" y="444"/>
                        </a:lnTo>
                        <a:lnTo>
                          <a:pt x="258" y="438"/>
                        </a:lnTo>
                        <a:lnTo>
                          <a:pt x="270" y="432"/>
                        </a:lnTo>
                        <a:lnTo>
                          <a:pt x="300" y="438"/>
                        </a:lnTo>
                        <a:lnTo>
                          <a:pt x="288" y="444"/>
                        </a:lnTo>
                        <a:lnTo>
                          <a:pt x="264" y="468"/>
                        </a:lnTo>
                        <a:lnTo>
                          <a:pt x="264" y="474"/>
                        </a:lnTo>
                        <a:lnTo>
                          <a:pt x="282" y="492"/>
                        </a:lnTo>
                        <a:lnTo>
                          <a:pt x="294" y="492"/>
                        </a:lnTo>
                        <a:lnTo>
                          <a:pt x="300" y="498"/>
                        </a:lnTo>
                        <a:lnTo>
                          <a:pt x="306" y="498"/>
                        </a:lnTo>
                        <a:lnTo>
                          <a:pt x="312" y="516"/>
                        </a:lnTo>
                        <a:lnTo>
                          <a:pt x="294" y="534"/>
                        </a:lnTo>
                        <a:lnTo>
                          <a:pt x="294" y="564"/>
                        </a:lnTo>
                        <a:lnTo>
                          <a:pt x="222" y="564"/>
                        </a:lnTo>
                        <a:lnTo>
                          <a:pt x="216" y="558"/>
                        </a:lnTo>
                        <a:lnTo>
                          <a:pt x="198" y="558"/>
                        </a:lnTo>
                        <a:lnTo>
                          <a:pt x="192" y="564"/>
                        </a:lnTo>
                        <a:lnTo>
                          <a:pt x="210" y="582"/>
                        </a:lnTo>
                        <a:lnTo>
                          <a:pt x="186" y="600"/>
                        </a:lnTo>
                        <a:lnTo>
                          <a:pt x="228" y="594"/>
                        </a:lnTo>
                        <a:lnTo>
                          <a:pt x="228" y="618"/>
                        </a:lnTo>
                        <a:lnTo>
                          <a:pt x="216" y="642"/>
                        </a:lnTo>
                        <a:lnTo>
                          <a:pt x="210" y="648"/>
                        </a:lnTo>
                        <a:lnTo>
                          <a:pt x="198" y="654"/>
                        </a:lnTo>
                        <a:lnTo>
                          <a:pt x="180" y="660"/>
                        </a:lnTo>
                        <a:lnTo>
                          <a:pt x="168" y="666"/>
                        </a:lnTo>
                        <a:lnTo>
                          <a:pt x="162" y="666"/>
                        </a:lnTo>
                        <a:lnTo>
                          <a:pt x="162" y="690"/>
                        </a:lnTo>
                        <a:lnTo>
                          <a:pt x="168" y="696"/>
                        </a:lnTo>
                        <a:lnTo>
                          <a:pt x="174" y="696"/>
                        </a:lnTo>
                        <a:lnTo>
                          <a:pt x="180" y="690"/>
                        </a:lnTo>
                        <a:lnTo>
                          <a:pt x="192" y="684"/>
                        </a:lnTo>
                        <a:lnTo>
                          <a:pt x="198" y="678"/>
                        </a:lnTo>
                        <a:lnTo>
                          <a:pt x="204" y="684"/>
                        </a:lnTo>
                        <a:lnTo>
                          <a:pt x="204" y="690"/>
                        </a:lnTo>
                        <a:lnTo>
                          <a:pt x="210" y="696"/>
                        </a:lnTo>
                        <a:lnTo>
                          <a:pt x="234" y="696"/>
                        </a:lnTo>
                        <a:lnTo>
                          <a:pt x="240" y="702"/>
                        </a:lnTo>
                        <a:lnTo>
                          <a:pt x="252" y="708"/>
                        </a:lnTo>
                        <a:lnTo>
                          <a:pt x="258" y="708"/>
                        </a:lnTo>
                        <a:lnTo>
                          <a:pt x="276" y="702"/>
                        </a:lnTo>
                        <a:lnTo>
                          <a:pt x="288" y="696"/>
                        </a:lnTo>
                        <a:lnTo>
                          <a:pt x="294" y="690"/>
                        </a:lnTo>
                        <a:lnTo>
                          <a:pt x="318" y="690"/>
                        </a:lnTo>
                        <a:lnTo>
                          <a:pt x="312" y="696"/>
                        </a:lnTo>
                        <a:lnTo>
                          <a:pt x="300" y="702"/>
                        </a:lnTo>
                        <a:lnTo>
                          <a:pt x="294" y="714"/>
                        </a:lnTo>
                        <a:lnTo>
                          <a:pt x="282" y="720"/>
                        </a:lnTo>
                        <a:lnTo>
                          <a:pt x="276" y="726"/>
                        </a:lnTo>
                        <a:lnTo>
                          <a:pt x="210" y="726"/>
                        </a:lnTo>
                        <a:lnTo>
                          <a:pt x="210" y="738"/>
                        </a:lnTo>
                        <a:lnTo>
                          <a:pt x="198" y="738"/>
                        </a:lnTo>
                        <a:lnTo>
                          <a:pt x="186" y="744"/>
                        </a:lnTo>
                        <a:lnTo>
                          <a:pt x="180" y="750"/>
                        </a:lnTo>
                        <a:lnTo>
                          <a:pt x="180" y="768"/>
                        </a:lnTo>
                        <a:lnTo>
                          <a:pt x="174" y="774"/>
                        </a:lnTo>
                        <a:lnTo>
                          <a:pt x="144" y="774"/>
                        </a:lnTo>
                        <a:lnTo>
                          <a:pt x="144" y="780"/>
                        </a:lnTo>
                        <a:lnTo>
                          <a:pt x="138" y="786"/>
                        </a:lnTo>
                        <a:lnTo>
                          <a:pt x="138" y="792"/>
                        </a:lnTo>
                        <a:lnTo>
                          <a:pt x="126" y="804"/>
                        </a:lnTo>
                        <a:lnTo>
                          <a:pt x="114" y="810"/>
                        </a:lnTo>
                        <a:lnTo>
                          <a:pt x="108" y="810"/>
                        </a:lnTo>
                        <a:lnTo>
                          <a:pt x="108" y="816"/>
                        </a:lnTo>
                        <a:lnTo>
                          <a:pt x="114" y="816"/>
                        </a:lnTo>
                        <a:lnTo>
                          <a:pt x="120" y="822"/>
                        </a:lnTo>
                        <a:lnTo>
                          <a:pt x="150" y="822"/>
                        </a:lnTo>
                        <a:lnTo>
                          <a:pt x="156" y="810"/>
                        </a:lnTo>
                        <a:lnTo>
                          <a:pt x="174" y="792"/>
                        </a:lnTo>
                        <a:lnTo>
                          <a:pt x="210" y="792"/>
                        </a:lnTo>
                        <a:lnTo>
                          <a:pt x="216" y="798"/>
                        </a:lnTo>
                        <a:lnTo>
                          <a:pt x="228" y="804"/>
                        </a:lnTo>
                        <a:lnTo>
                          <a:pt x="240" y="804"/>
                        </a:lnTo>
                        <a:lnTo>
                          <a:pt x="246" y="792"/>
                        </a:lnTo>
                        <a:lnTo>
                          <a:pt x="252" y="786"/>
                        </a:lnTo>
                        <a:lnTo>
                          <a:pt x="258" y="774"/>
                        </a:lnTo>
                        <a:lnTo>
                          <a:pt x="270" y="762"/>
                        </a:lnTo>
                        <a:lnTo>
                          <a:pt x="288" y="762"/>
                        </a:lnTo>
                        <a:lnTo>
                          <a:pt x="300" y="774"/>
                        </a:lnTo>
                        <a:lnTo>
                          <a:pt x="330" y="774"/>
                        </a:lnTo>
                        <a:lnTo>
                          <a:pt x="354" y="762"/>
                        </a:lnTo>
                        <a:lnTo>
                          <a:pt x="360" y="762"/>
                        </a:lnTo>
                        <a:lnTo>
                          <a:pt x="366" y="768"/>
                        </a:lnTo>
                        <a:lnTo>
                          <a:pt x="378" y="768"/>
                        </a:lnTo>
                        <a:lnTo>
                          <a:pt x="390" y="774"/>
                        </a:lnTo>
                        <a:lnTo>
                          <a:pt x="396" y="774"/>
                        </a:lnTo>
                        <a:lnTo>
                          <a:pt x="396" y="768"/>
                        </a:lnTo>
                        <a:lnTo>
                          <a:pt x="390" y="762"/>
                        </a:lnTo>
                        <a:lnTo>
                          <a:pt x="390" y="750"/>
                        </a:lnTo>
                        <a:lnTo>
                          <a:pt x="396" y="750"/>
                        </a:lnTo>
                        <a:lnTo>
                          <a:pt x="408" y="756"/>
                        </a:lnTo>
                        <a:lnTo>
                          <a:pt x="414" y="762"/>
                        </a:lnTo>
                        <a:lnTo>
                          <a:pt x="426" y="756"/>
                        </a:lnTo>
                        <a:lnTo>
                          <a:pt x="498" y="756"/>
                        </a:lnTo>
                        <a:lnTo>
                          <a:pt x="522" y="750"/>
                        </a:lnTo>
                        <a:lnTo>
                          <a:pt x="534" y="744"/>
                        </a:lnTo>
                        <a:lnTo>
                          <a:pt x="540" y="732"/>
                        </a:lnTo>
                        <a:lnTo>
                          <a:pt x="546" y="726"/>
                        </a:lnTo>
                        <a:lnTo>
                          <a:pt x="552" y="714"/>
                        </a:lnTo>
                        <a:lnTo>
                          <a:pt x="498" y="708"/>
                        </a:lnTo>
                        <a:lnTo>
                          <a:pt x="522" y="702"/>
                        </a:lnTo>
                        <a:lnTo>
                          <a:pt x="516" y="684"/>
                        </a:lnTo>
                        <a:lnTo>
                          <a:pt x="528" y="672"/>
                        </a:lnTo>
                        <a:lnTo>
                          <a:pt x="540" y="666"/>
                        </a:lnTo>
                        <a:lnTo>
                          <a:pt x="546" y="666"/>
                        </a:lnTo>
                        <a:lnTo>
                          <a:pt x="558" y="660"/>
                        </a:lnTo>
                        <a:lnTo>
                          <a:pt x="564" y="654"/>
                        </a:lnTo>
                        <a:lnTo>
                          <a:pt x="576" y="618"/>
                        </a:lnTo>
                        <a:lnTo>
                          <a:pt x="570" y="606"/>
                        </a:lnTo>
                        <a:lnTo>
                          <a:pt x="564" y="600"/>
                        </a:lnTo>
                        <a:lnTo>
                          <a:pt x="552" y="594"/>
                        </a:lnTo>
                        <a:lnTo>
                          <a:pt x="540" y="594"/>
                        </a:lnTo>
                        <a:lnTo>
                          <a:pt x="528" y="588"/>
                        </a:lnTo>
                        <a:lnTo>
                          <a:pt x="504" y="588"/>
                        </a:lnTo>
                        <a:close/>
                        <a:moveTo>
                          <a:pt x="222" y="486"/>
                        </a:moveTo>
                        <a:lnTo>
                          <a:pt x="216" y="480"/>
                        </a:lnTo>
                        <a:lnTo>
                          <a:pt x="204" y="480"/>
                        </a:lnTo>
                        <a:lnTo>
                          <a:pt x="204" y="486"/>
                        </a:lnTo>
                        <a:lnTo>
                          <a:pt x="198" y="498"/>
                        </a:lnTo>
                        <a:lnTo>
                          <a:pt x="192" y="504"/>
                        </a:lnTo>
                        <a:lnTo>
                          <a:pt x="210" y="504"/>
                        </a:lnTo>
                        <a:lnTo>
                          <a:pt x="222" y="492"/>
                        </a:lnTo>
                        <a:lnTo>
                          <a:pt x="222" y="486"/>
                        </a:lnTo>
                        <a:close/>
                        <a:moveTo>
                          <a:pt x="126" y="504"/>
                        </a:moveTo>
                        <a:lnTo>
                          <a:pt x="132" y="498"/>
                        </a:lnTo>
                        <a:lnTo>
                          <a:pt x="132" y="492"/>
                        </a:lnTo>
                        <a:lnTo>
                          <a:pt x="144" y="492"/>
                        </a:lnTo>
                        <a:lnTo>
                          <a:pt x="150" y="480"/>
                        </a:lnTo>
                        <a:lnTo>
                          <a:pt x="156" y="474"/>
                        </a:lnTo>
                        <a:lnTo>
                          <a:pt x="156" y="462"/>
                        </a:lnTo>
                        <a:lnTo>
                          <a:pt x="138" y="444"/>
                        </a:lnTo>
                        <a:lnTo>
                          <a:pt x="138" y="432"/>
                        </a:lnTo>
                        <a:lnTo>
                          <a:pt x="132" y="438"/>
                        </a:lnTo>
                        <a:lnTo>
                          <a:pt x="126" y="426"/>
                        </a:lnTo>
                        <a:lnTo>
                          <a:pt x="120" y="420"/>
                        </a:lnTo>
                        <a:lnTo>
                          <a:pt x="78" y="420"/>
                        </a:lnTo>
                        <a:lnTo>
                          <a:pt x="72" y="426"/>
                        </a:lnTo>
                        <a:lnTo>
                          <a:pt x="30" y="450"/>
                        </a:lnTo>
                        <a:lnTo>
                          <a:pt x="30" y="462"/>
                        </a:lnTo>
                        <a:lnTo>
                          <a:pt x="24" y="462"/>
                        </a:lnTo>
                        <a:lnTo>
                          <a:pt x="18" y="468"/>
                        </a:lnTo>
                        <a:lnTo>
                          <a:pt x="12" y="468"/>
                        </a:lnTo>
                        <a:lnTo>
                          <a:pt x="0" y="480"/>
                        </a:lnTo>
                        <a:lnTo>
                          <a:pt x="6" y="486"/>
                        </a:lnTo>
                        <a:lnTo>
                          <a:pt x="30" y="498"/>
                        </a:lnTo>
                        <a:lnTo>
                          <a:pt x="42" y="498"/>
                        </a:lnTo>
                        <a:lnTo>
                          <a:pt x="66" y="474"/>
                        </a:lnTo>
                        <a:lnTo>
                          <a:pt x="84" y="498"/>
                        </a:lnTo>
                        <a:lnTo>
                          <a:pt x="120" y="504"/>
                        </a:lnTo>
                        <a:lnTo>
                          <a:pt x="126" y="504"/>
                        </a:lnTo>
                        <a:close/>
                        <a:moveTo>
                          <a:pt x="78" y="228"/>
                        </a:moveTo>
                        <a:lnTo>
                          <a:pt x="72" y="228"/>
                        </a:lnTo>
                        <a:lnTo>
                          <a:pt x="66" y="234"/>
                        </a:lnTo>
                        <a:lnTo>
                          <a:pt x="66" y="240"/>
                        </a:lnTo>
                        <a:lnTo>
                          <a:pt x="84" y="240"/>
                        </a:lnTo>
                        <a:lnTo>
                          <a:pt x="84" y="228"/>
                        </a:lnTo>
                        <a:lnTo>
                          <a:pt x="78" y="228"/>
                        </a:lnTo>
                        <a:close/>
                        <a:moveTo>
                          <a:pt x="108" y="210"/>
                        </a:moveTo>
                        <a:lnTo>
                          <a:pt x="126" y="210"/>
                        </a:lnTo>
                        <a:lnTo>
                          <a:pt x="132" y="204"/>
                        </a:lnTo>
                        <a:lnTo>
                          <a:pt x="132" y="198"/>
                        </a:lnTo>
                        <a:lnTo>
                          <a:pt x="138" y="186"/>
                        </a:lnTo>
                        <a:lnTo>
                          <a:pt x="150" y="174"/>
                        </a:lnTo>
                        <a:lnTo>
                          <a:pt x="150" y="168"/>
                        </a:lnTo>
                        <a:lnTo>
                          <a:pt x="138" y="174"/>
                        </a:lnTo>
                        <a:lnTo>
                          <a:pt x="132" y="174"/>
                        </a:lnTo>
                        <a:lnTo>
                          <a:pt x="114" y="192"/>
                        </a:lnTo>
                        <a:lnTo>
                          <a:pt x="108" y="186"/>
                        </a:lnTo>
                        <a:lnTo>
                          <a:pt x="96" y="186"/>
                        </a:lnTo>
                        <a:lnTo>
                          <a:pt x="90" y="192"/>
                        </a:lnTo>
                        <a:lnTo>
                          <a:pt x="90" y="210"/>
                        </a:lnTo>
                        <a:lnTo>
                          <a:pt x="96" y="216"/>
                        </a:lnTo>
                        <a:lnTo>
                          <a:pt x="96" y="228"/>
                        </a:lnTo>
                        <a:lnTo>
                          <a:pt x="108" y="210"/>
                        </a:lnTo>
                        <a:close/>
                        <a:moveTo>
                          <a:pt x="72" y="252"/>
                        </a:moveTo>
                        <a:lnTo>
                          <a:pt x="60" y="282"/>
                        </a:lnTo>
                        <a:lnTo>
                          <a:pt x="78" y="258"/>
                        </a:lnTo>
                        <a:lnTo>
                          <a:pt x="72" y="25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03" name="Ukraine" descr="© INSCALE GmbH, 05.05.2010&#10;http://www.presentationload.com/">
                    <a:extLst>
                      <a:ext uri="{FF2B5EF4-FFF2-40B4-BE49-F238E27FC236}">
                        <a16:creationId xmlns:a16="http://schemas.microsoft.com/office/drawing/2014/main" id="{CB7A114C-CC59-FFE0-88D5-C7DCF30291CF}"/>
                      </a:ext>
                    </a:extLst>
                  </p:cNvPr>
                  <p:cNvSpPr>
                    <a:spLocks/>
                  </p:cNvSpPr>
                  <p:nvPr/>
                </p:nvSpPr>
                <p:spPr bwMode="gray">
                  <a:xfrm>
                    <a:off x="3028" y="1505"/>
                    <a:ext cx="284" cy="158"/>
                  </a:xfrm>
                  <a:custGeom>
                    <a:avLst/>
                    <a:gdLst>
                      <a:gd name="T0" fmla="*/ 2147483647 w 1116"/>
                      <a:gd name="T1" fmla="*/ 2147483647 h 624"/>
                      <a:gd name="T2" fmla="*/ 2147483647 w 1116"/>
                      <a:gd name="T3" fmla="*/ 2147483647 h 624"/>
                      <a:gd name="T4" fmla="*/ 2147483647 w 1116"/>
                      <a:gd name="T5" fmla="*/ 2147483647 h 624"/>
                      <a:gd name="T6" fmla="*/ 2147483647 w 1116"/>
                      <a:gd name="T7" fmla="*/ 2147483647 h 624"/>
                      <a:gd name="T8" fmla="*/ 2147483647 w 1116"/>
                      <a:gd name="T9" fmla="*/ 2147483647 h 624"/>
                      <a:gd name="T10" fmla="*/ 2147483647 w 1116"/>
                      <a:gd name="T11" fmla="*/ 2147483647 h 624"/>
                      <a:gd name="T12" fmla="*/ 2147483647 w 1116"/>
                      <a:gd name="T13" fmla="*/ 2147483647 h 624"/>
                      <a:gd name="T14" fmla="*/ 2147483647 w 1116"/>
                      <a:gd name="T15" fmla="*/ 2147483647 h 624"/>
                      <a:gd name="T16" fmla="*/ 2147483647 w 1116"/>
                      <a:gd name="T17" fmla="*/ 2147483647 h 624"/>
                      <a:gd name="T18" fmla="*/ 2147483647 w 1116"/>
                      <a:gd name="T19" fmla="*/ 2147483647 h 624"/>
                      <a:gd name="T20" fmla="*/ 2147483647 w 1116"/>
                      <a:gd name="T21" fmla="*/ 2147483647 h 624"/>
                      <a:gd name="T22" fmla="*/ 2147483647 w 1116"/>
                      <a:gd name="T23" fmla="*/ 2147483647 h 624"/>
                      <a:gd name="T24" fmla="*/ 2147483647 w 1116"/>
                      <a:gd name="T25" fmla="*/ 2147483647 h 624"/>
                      <a:gd name="T26" fmla="*/ 2147483647 w 1116"/>
                      <a:gd name="T27" fmla="*/ 2147483647 h 624"/>
                      <a:gd name="T28" fmla="*/ 2147483647 w 1116"/>
                      <a:gd name="T29" fmla="*/ 2147483647 h 624"/>
                      <a:gd name="T30" fmla="*/ 2147483647 w 1116"/>
                      <a:gd name="T31" fmla="*/ 2147483647 h 624"/>
                      <a:gd name="T32" fmla="*/ 2147483647 w 1116"/>
                      <a:gd name="T33" fmla="*/ 2147483647 h 624"/>
                      <a:gd name="T34" fmla="*/ 2147483647 w 1116"/>
                      <a:gd name="T35" fmla="*/ 2147483647 h 624"/>
                      <a:gd name="T36" fmla="*/ 2147483647 w 1116"/>
                      <a:gd name="T37" fmla="*/ 2147483647 h 624"/>
                      <a:gd name="T38" fmla="*/ 2147483647 w 1116"/>
                      <a:gd name="T39" fmla="*/ 2147483647 h 624"/>
                      <a:gd name="T40" fmla="*/ 2147483647 w 1116"/>
                      <a:gd name="T41" fmla="*/ 2147483647 h 624"/>
                      <a:gd name="T42" fmla="*/ 2147483647 w 1116"/>
                      <a:gd name="T43" fmla="*/ 2147483647 h 624"/>
                      <a:gd name="T44" fmla="*/ 2147483647 w 1116"/>
                      <a:gd name="T45" fmla="*/ 2147483647 h 624"/>
                      <a:gd name="T46" fmla="*/ 2147483647 w 1116"/>
                      <a:gd name="T47" fmla="*/ 2147483647 h 624"/>
                      <a:gd name="T48" fmla="*/ 2147483647 w 1116"/>
                      <a:gd name="T49" fmla="*/ 2147483647 h 624"/>
                      <a:gd name="T50" fmla="*/ 2147483647 w 1116"/>
                      <a:gd name="T51" fmla="*/ 2147483647 h 624"/>
                      <a:gd name="T52" fmla="*/ 2147483647 w 1116"/>
                      <a:gd name="T53" fmla="*/ 2147483647 h 624"/>
                      <a:gd name="T54" fmla="*/ 2147483647 w 1116"/>
                      <a:gd name="T55" fmla="*/ 2147483647 h 624"/>
                      <a:gd name="T56" fmla="*/ 2147483647 w 1116"/>
                      <a:gd name="T57" fmla="*/ 2147483647 h 624"/>
                      <a:gd name="T58" fmla="*/ 2147483647 w 1116"/>
                      <a:gd name="T59" fmla="*/ 2147483647 h 624"/>
                      <a:gd name="T60" fmla="*/ 2147483647 w 1116"/>
                      <a:gd name="T61" fmla="*/ 2147483647 h 624"/>
                      <a:gd name="T62" fmla="*/ 2147483647 w 1116"/>
                      <a:gd name="T63" fmla="*/ 2147483647 h 624"/>
                      <a:gd name="T64" fmla="*/ 2147483647 w 1116"/>
                      <a:gd name="T65" fmla="*/ 2147483647 h 624"/>
                      <a:gd name="T66" fmla="*/ 2147483647 w 1116"/>
                      <a:gd name="T67" fmla="*/ 2147483647 h 624"/>
                      <a:gd name="T68" fmla="*/ 2147483647 w 1116"/>
                      <a:gd name="T69" fmla="*/ 2147483647 h 624"/>
                      <a:gd name="T70" fmla="*/ 2147483647 w 1116"/>
                      <a:gd name="T71" fmla="*/ 2147483647 h 624"/>
                      <a:gd name="T72" fmla="*/ 2147483647 w 1116"/>
                      <a:gd name="T73" fmla="*/ 2147483647 h 624"/>
                      <a:gd name="T74" fmla="*/ 2147483647 w 1116"/>
                      <a:gd name="T75" fmla="*/ 2147483647 h 624"/>
                      <a:gd name="T76" fmla="*/ 2147483647 w 1116"/>
                      <a:gd name="T77" fmla="*/ 2147483647 h 624"/>
                      <a:gd name="T78" fmla="*/ 2147483647 w 1116"/>
                      <a:gd name="T79" fmla="*/ 2147483647 h 624"/>
                      <a:gd name="T80" fmla="*/ 2147483647 w 1116"/>
                      <a:gd name="T81" fmla="*/ 2147483647 h 624"/>
                      <a:gd name="T82" fmla="*/ 2147483647 w 1116"/>
                      <a:gd name="T83" fmla="*/ 2147483647 h 624"/>
                      <a:gd name="T84" fmla="*/ 2147483647 w 1116"/>
                      <a:gd name="T85" fmla="*/ 2147483647 h 624"/>
                      <a:gd name="T86" fmla="*/ 2147483647 w 1116"/>
                      <a:gd name="T87" fmla="*/ 2147483647 h 624"/>
                      <a:gd name="T88" fmla="*/ 2147483647 w 1116"/>
                      <a:gd name="T89" fmla="*/ 0 h 624"/>
                      <a:gd name="T90" fmla="*/ 2147483647 w 1116"/>
                      <a:gd name="T91" fmla="*/ 2147483647 h 624"/>
                      <a:gd name="T92" fmla="*/ 2147483647 w 1116"/>
                      <a:gd name="T93" fmla="*/ 2147483647 h 624"/>
                      <a:gd name="T94" fmla="*/ 2147483647 w 1116"/>
                      <a:gd name="T95" fmla="*/ 2147483647 h 624"/>
                      <a:gd name="T96" fmla="*/ 2147483647 w 1116"/>
                      <a:gd name="T97" fmla="*/ 2147483647 h 624"/>
                      <a:gd name="T98" fmla="*/ 2147483647 w 1116"/>
                      <a:gd name="T99" fmla="*/ 2147483647 h 624"/>
                      <a:gd name="T100" fmla="*/ 2147483647 w 1116"/>
                      <a:gd name="T101" fmla="*/ 2147483647 h 624"/>
                      <a:gd name="T102" fmla="*/ 2147483647 w 1116"/>
                      <a:gd name="T103" fmla="*/ 2147483647 h 624"/>
                      <a:gd name="T104" fmla="*/ 2147483647 w 1116"/>
                      <a:gd name="T105" fmla="*/ 2147483647 h 624"/>
                      <a:gd name="T106" fmla="*/ 2147483647 w 1116"/>
                      <a:gd name="T107" fmla="*/ 2147483647 h 624"/>
                      <a:gd name="T108" fmla="*/ 2147483647 w 1116"/>
                      <a:gd name="T109" fmla="*/ 2147483647 h 624"/>
                      <a:gd name="T110" fmla="*/ 2147483647 w 1116"/>
                      <a:gd name="T111" fmla="*/ 2147483647 h 624"/>
                      <a:gd name="T112" fmla="*/ 2147483647 w 1116"/>
                      <a:gd name="T113" fmla="*/ 2147483647 h 624"/>
                      <a:gd name="T114" fmla="*/ 2147483647 w 1116"/>
                      <a:gd name="T115" fmla="*/ 2147483647 h 624"/>
                      <a:gd name="T116" fmla="*/ 2147483647 w 1116"/>
                      <a:gd name="T117" fmla="*/ 2147483647 h 62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116"/>
                      <a:gd name="T178" fmla="*/ 0 h 624"/>
                      <a:gd name="T179" fmla="*/ 1116 w 1116"/>
                      <a:gd name="T180" fmla="*/ 624 h 62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116" h="624">
                        <a:moveTo>
                          <a:pt x="24" y="324"/>
                        </a:moveTo>
                        <a:lnTo>
                          <a:pt x="30" y="324"/>
                        </a:lnTo>
                        <a:lnTo>
                          <a:pt x="36" y="330"/>
                        </a:lnTo>
                        <a:lnTo>
                          <a:pt x="48" y="330"/>
                        </a:lnTo>
                        <a:lnTo>
                          <a:pt x="54" y="336"/>
                        </a:lnTo>
                        <a:lnTo>
                          <a:pt x="78" y="336"/>
                        </a:lnTo>
                        <a:lnTo>
                          <a:pt x="84" y="342"/>
                        </a:lnTo>
                        <a:lnTo>
                          <a:pt x="108" y="342"/>
                        </a:lnTo>
                        <a:lnTo>
                          <a:pt x="114" y="348"/>
                        </a:lnTo>
                        <a:lnTo>
                          <a:pt x="126" y="342"/>
                        </a:lnTo>
                        <a:lnTo>
                          <a:pt x="132" y="342"/>
                        </a:lnTo>
                        <a:lnTo>
                          <a:pt x="144" y="336"/>
                        </a:lnTo>
                        <a:lnTo>
                          <a:pt x="150" y="336"/>
                        </a:lnTo>
                        <a:lnTo>
                          <a:pt x="174" y="360"/>
                        </a:lnTo>
                        <a:lnTo>
                          <a:pt x="186" y="360"/>
                        </a:lnTo>
                        <a:lnTo>
                          <a:pt x="198" y="348"/>
                        </a:lnTo>
                        <a:lnTo>
                          <a:pt x="198" y="342"/>
                        </a:lnTo>
                        <a:lnTo>
                          <a:pt x="222" y="348"/>
                        </a:lnTo>
                        <a:lnTo>
                          <a:pt x="228" y="336"/>
                        </a:lnTo>
                        <a:lnTo>
                          <a:pt x="234" y="342"/>
                        </a:lnTo>
                        <a:lnTo>
                          <a:pt x="252" y="342"/>
                        </a:lnTo>
                        <a:lnTo>
                          <a:pt x="258" y="336"/>
                        </a:lnTo>
                        <a:lnTo>
                          <a:pt x="258" y="330"/>
                        </a:lnTo>
                        <a:lnTo>
                          <a:pt x="270" y="318"/>
                        </a:lnTo>
                        <a:lnTo>
                          <a:pt x="282" y="318"/>
                        </a:lnTo>
                        <a:lnTo>
                          <a:pt x="288" y="306"/>
                        </a:lnTo>
                        <a:lnTo>
                          <a:pt x="294" y="306"/>
                        </a:lnTo>
                        <a:lnTo>
                          <a:pt x="306" y="312"/>
                        </a:lnTo>
                        <a:lnTo>
                          <a:pt x="318" y="312"/>
                        </a:lnTo>
                        <a:lnTo>
                          <a:pt x="318" y="306"/>
                        </a:lnTo>
                        <a:lnTo>
                          <a:pt x="324" y="306"/>
                        </a:lnTo>
                        <a:lnTo>
                          <a:pt x="336" y="300"/>
                        </a:lnTo>
                        <a:lnTo>
                          <a:pt x="342" y="300"/>
                        </a:lnTo>
                        <a:lnTo>
                          <a:pt x="354" y="312"/>
                        </a:lnTo>
                        <a:lnTo>
                          <a:pt x="360" y="312"/>
                        </a:lnTo>
                        <a:lnTo>
                          <a:pt x="360" y="318"/>
                        </a:lnTo>
                        <a:lnTo>
                          <a:pt x="402" y="318"/>
                        </a:lnTo>
                        <a:lnTo>
                          <a:pt x="408" y="324"/>
                        </a:lnTo>
                        <a:lnTo>
                          <a:pt x="408" y="336"/>
                        </a:lnTo>
                        <a:lnTo>
                          <a:pt x="426" y="336"/>
                        </a:lnTo>
                        <a:lnTo>
                          <a:pt x="438" y="342"/>
                        </a:lnTo>
                        <a:lnTo>
                          <a:pt x="444" y="348"/>
                        </a:lnTo>
                        <a:lnTo>
                          <a:pt x="450" y="360"/>
                        </a:lnTo>
                        <a:lnTo>
                          <a:pt x="444" y="366"/>
                        </a:lnTo>
                        <a:lnTo>
                          <a:pt x="444" y="390"/>
                        </a:lnTo>
                        <a:lnTo>
                          <a:pt x="456" y="384"/>
                        </a:lnTo>
                        <a:lnTo>
                          <a:pt x="462" y="384"/>
                        </a:lnTo>
                        <a:lnTo>
                          <a:pt x="468" y="390"/>
                        </a:lnTo>
                        <a:lnTo>
                          <a:pt x="462" y="396"/>
                        </a:lnTo>
                        <a:lnTo>
                          <a:pt x="462" y="414"/>
                        </a:lnTo>
                        <a:lnTo>
                          <a:pt x="474" y="414"/>
                        </a:lnTo>
                        <a:lnTo>
                          <a:pt x="480" y="420"/>
                        </a:lnTo>
                        <a:lnTo>
                          <a:pt x="492" y="420"/>
                        </a:lnTo>
                        <a:lnTo>
                          <a:pt x="498" y="426"/>
                        </a:lnTo>
                        <a:lnTo>
                          <a:pt x="498" y="456"/>
                        </a:lnTo>
                        <a:lnTo>
                          <a:pt x="492" y="456"/>
                        </a:lnTo>
                        <a:lnTo>
                          <a:pt x="480" y="462"/>
                        </a:lnTo>
                        <a:lnTo>
                          <a:pt x="462" y="462"/>
                        </a:lnTo>
                        <a:lnTo>
                          <a:pt x="456" y="456"/>
                        </a:lnTo>
                        <a:lnTo>
                          <a:pt x="438" y="456"/>
                        </a:lnTo>
                        <a:lnTo>
                          <a:pt x="432" y="462"/>
                        </a:lnTo>
                        <a:lnTo>
                          <a:pt x="432" y="468"/>
                        </a:lnTo>
                        <a:lnTo>
                          <a:pt x="438" y="468"/>
                        </a:lnTo>
                        <a:lnTo>
                          <a:pt x="450" y="474"/>
                        </a:lnTo>
                        <a:lnTo>
                          <a:pt x="456" y="480"/>
                        </a:lnTo>
                        <a:lnTo>
                          <a:pt x="438" y="492"/>
                        </a:lnTo>
                        <a:lnTo>
                          <a:pt x="432" y="498"/>
                        </a:lnTo>
                        <a:lnTo>
                          <a:pt x="420" y="504"/>
                        </a:lnTo>
                        <a:lnTo>
                          <a:pt x="414" y="504"/>
                        </a:lnTo>
                        <a:lnTo>
                          <a:pt x="414" y="516"/>
                        </a:lnTo>
                        <a:lnTo>
                          <a:pt x="420" y="522"/>
                        </a:lnTo>
                        <a:lnTo>
                          <a:pt x="420" y="534"/>
                        </a:lnTo>
                        <a:lnTo>
                          <a:pt x="396" y="540"/>
                        </a:lnTo>
                        <a:lnTo>
                          <a:pt x="390" y="528"/>
                        </a:lnTo>
                        <a:lnTo>
                          <a:pt x="390" y="516"/>
                        </a:lnTo>
                        <a:lnTo>
                          <a:pt x="390" y="528"/>
                        </a:lnTo>
                        <a:lnTo>
                          <a:pt x="396" y="540"/>
                        </a:lnTo>
                        <a:lnTo>
                          <a:pt x="396" y="546"/>
                        </a:lnTo>
                        <a:lnTo>
                          <a:pt x="408" y="552"/>
                        </a:lnTo>
                        <a:lnTo>
                          <a:pt x="438" y="552"/>
                        </a:lnTo>
                        <a:lnTo>
                          <a:pt x="444" y="546"/>
                        </a:lnTo>
                        <a:lnTo>
                          <a:pt x="450" y="546"/>
                        </a:lnTo>
                        <a:lnTo>
                          <a:pt x="456" y="540"/>
                        </a:lnTo>
                        <a:lnTo>
                          <a:pt x="474" y="540"/>
                        </a:lnTo>
                        <a:lnTo>
                          <a:pt x="480" y="534"/>
                        </a:lnTo>
                        <a:lnTo>
                          <a:pt x="486" y="534"/>
                        </a:lnTo>
                        <a:lnTo>
                          <a:pt x="480" y="528"/>
                        </a:lnTo>
                        <a:lnTo>
                          <a:pt x="486" y="528"/>
                        </a:lnTo>
                        <a:lnTo>
                          <a:pt x="492" y="522"/>
                        </a:lnTo>
                        <a:lnTo>
                          <a:pt x="510" y="516"/>
                        </a:lnTo>
                        <a:lnTo>
                          <a:pt x="522" y="510"/>
                        </a:lnTo>
                        <a:lnTo>
                          <a:pt x="528" y="504"/>
                        </a:lnTo>
                        <a:lnTo>
                          <a:pt x="534" y="492"/>
                        </a:lnTo>
                        <a:lnTo>
                          <a:pt x="540" y="486"/>
                        </a:lnTo>
                        <a:lnTo>
                          <a:pt x="546" y="474"/>
                        </a:lnTo>
                        <a:lnTo>
                          <a:pt x="552" y="468"/>
                        </a:lnTo>
                        <a:lnTo>
                          <a:pt x="552" y="462"/>
                        </a:lnTo>
                        <a:lnTo>
                          <a:pt x="582" y="450"/>
                        </a:lnTo>
                        <a:lnTo>
                          <a:pt x="600" y="438"/>
                        </a:lnTo>
                        <a:lnTo>
                          <a:pt x="612" y="444"/>
                        </a:lnTo>
                        <a:lnTo>
                          <a:pt x="624" y="444"/>
                        </a:lnTo>
                        <a:lnTo>
                          <a:pt x="636" y="450"/>
                        </a:lnTo>
                        <a:lnTo>
                          <a:pt x="654" y="450"/>
                        </a:lnTo>
                        <a:lnTo>
                          <a:pt x="666" y="438"/>
                        </a:lnTo>
                        <a:lnTo>
                          <a:pt x="648" y="462"/>
                        </a:lnTo>
                        <a:lnTo>
                          <a:pt x="624" y="462"/>
                        </a:lnTo>
                        <a:lnTo>
                          <a:pt x="630" y="468"/>
                        </a:lnTo>
                        <a:lnTo>
                          <a:pt x="642" y="474"/>
                        </a:lnTo>
                        <a:lnTo>
                          <a:pt x="654" y="486"/>
                        </a:lnTo>
                        <a:lnTo>
                          <a:pt x="726" y="486"/>
                        </a:lnTo>
                        <a:lnTo>
                          <a:pt x="738" y="504"/>
                        </a:lnTo>
                        <a:lnTo>
                          <a:pt x="726" y="510"/>
                        </a:lnTo>
                        <a:lnTo>
                          <a:pt x="720" y="516"/>
                        </a:lnTo>
                        <a:lnTo>
                          <a:pt x="684" y="534"/>
                        </a:lnTo>
                        <a:lnTo>
                          <a:pt x="678" y="540"/>
                        </a:lnTo>
                        <a:lnTo>
                          <a:pt x="678" y="546"/>
                        </a:lnTo>
                        <a:lnTo>
                          <a:pt x="684" y="546"/>
                        </a:lnTo>
                        <a:lnTo>
                          <a:pt x="690" y="552"/>
                        </a:lnTo>
                        <a:lnTo>
                          <a:pt x="720" y="552"/>
                        </a:lnTo>
                        <a:lnTo>
                          <a:pt x="732" y="558"/>
                        </a:lnTo>
                        <a:lnTo>
                          <a:pt x="744" y="570"/>
                        </a:lnTo>
                        <a:lnTo>
                          <a:pt x="744" y="594"/>
                        </a:lnTo>
                        <a:lnTo>
                          <a:pt x="738" y="606"/>
                        </a:lnTo>
                        <a:lnTo>
                          <a:pt x="738" y="618"/>
                        </a:lnTo>
                        <a:lnTo>
                          <a:pt x="756" y="618"/>
                        </a:lnTo>
                        <a:lnTo>
                          <a:pt x="768" y="624"/>
                        </a:lnTo>
                        <a:lnTo>
                          <a:pt x="780" y="624"/>
                        </a:lnTo>
                        <a:lnTo>
                          <a:pt x="780" y="618"/>
                        </a:lnTo>
                        <a:lnTo>
                          <a:pt x="792" y="606"/>
                        </a:lnTo>
                        <a:lnTo>
                          <a:pt x="804" y="600"/>
                        </a:lnTo>
                        <a:lnTo>
                          <a:pt x="810" y="594"/>
                        </a:lnTo>
                        <a:lnTo>
                          <a:pt x="840" y="594"/>
                        </a:lnTo>
                        <a:lnTo>
                          <a:pt x="858" y="576"/>
                        </a:lnTo>
                        <a:lnTo>
                          <a:pt x="858" y="570"/>
                        </a:lnTo>
                        <a:lnTo>
                          <a:pt x="864" y="564"/>
                        </a:lnTo>
                        <a:lnTo>
                          <a:pt x="870" y="564"/>
                        </a:lnTo>
                        <a:lnTo>
                          <a:pt x="882" y="576"/>
                        </a:lnTo>
                        <a:lnTo>
                          <a:pt x="918" y="570"/>
                        </a:lnTo>
                        <a:lnTo>
                          <a:pt x="918" y="552"/>
                        </a:lnTo>
                        <a:lnTo>
                          <a:pt x="930" y="540"/>
                        </a:lnTo>
                        <a:lnTo>
                          <a:pt x="900" y="540"/>
                        </a:lnTo>
                        <a:lnTo>
                          <a:pt x="894" y="546"/>
                        </a:lnTo>
                        <a:lnTo>
                          <a:pt x="882" y="552"/>
                        </a:lnTo>
                        <a:lnTo>
                          <a:pt x="852" y="552"/>
                        </a:lnTo>
                        <a:lnTo>
                          <a:pt x="846" y="546"/>
                        </a:lnTo>
                        <a:lnTo>
                          <a:pt x="834" y="540"/>
                        </a:lnTo>
                        <a:lnTo>
                          <a:pt x="828" y="534"/>
                        </a:lnTo>
                        <a:lnTo>
                          <a:pt x="828" y="522"/>
                        </a:lnTo>
                        <a:lnTo>
                          <a:pt x="822" y="516"/>
                        </a:lnTo>
                        <a:lnTo>
                          <a:pt x="810" y="516"/>
                        </a:lnTo>
                        <a:lnTo>
                          <a:pt x="786" y="498"/>
                        </a:lnTo>
                        <a:lnTo>
                          <a:pt x="750" y="492"/>
                        </a:lnTo>
                        <a:lnTo>
                          <a:pt x="744" y="480"/>
                        </a:lnTo>
                        <a:lnTo>
                          <a:pt x="810" y="480"/>
                        </a:lnTo>
                        <a:lnTo>
                          <a:pt x="822" y="474"/>
                        </a:lnTo>
                        <a:lnTo>
                          <a:pt x="834" y="462"/>
                        </a:lnTo>
                        <a:lnTo>
                          <a:pt x="846" y="468"/>
                        </a:lnTo>
                        <a:lnTo>
                          <a:pt x="852" y="462"/>
                        </a:lnTo>
                        <a:lnTo>
                          <a:pt x="864" y="456"/>
                        </a:lnTo>
                        <a:lnTo>
                          <a:pt x="870" y="450"/>
                        </a:lnTo>
                        <a:lnTo>
                          <a:pt x="882" y="444"/>
                        </a:lnTo>
                        <a:lnTo>
                          <a:pt x="906" y="444"/>
                        </a:lnTo>
                        <a:lnTo>
                          <a:pt x="918" y="438"/>
                        </a:lnTo>
                        <a:lnTo>
                          <a:pt x="930" y="438"/>
                        </a:lnTo>
                        <a:lnTo>
                          <a:pt x="978" y="408"/>
                        </a:lnTo>
                        <a:lnTo>
                          <a:pt x="1014" y="408"/>
                        </a:lnTo>
                        <a:lnTo>
                          <a:pt x="1014" y="372"/>
                        </a:lnTo>
                        <a:lnTo>
                          <a:pt x="1032" y="372"/>
                        </a:lnTo>
                        <a:lnTo>
                          <a:pt x="1038" y="366"/>
                        </a:lnTo>
                        <a:lnTo>
                          <a:pt x="1038" y="360"/>
                        </a:lnTo>
                        <a:lnTo>
                          <a:pt x="1050" y="348"/>
                        </a:lnTo>
                        <a:lnTo>
                          <a:pt x="1080" y="348"/>
                        </a:lnTo>
                        <a:lnTo>
                          <a:pt x="1092" y="342"/>
                        </a:lnTo>
                        <a:lnTo>
                          <a:pt x="1104" y="342"/>
                        </a:lnTo>
                        <a:lnTo>
                          <a:pt x="1116" y="330"/>
                        </a:lnTo>
                        <a:lnTo>
                          <a:pt x="1116" y="324"/>
                        </a:lnTo>
                        <a:lnTo>
                          <a:pt x="1110" y="312"/>
                        </a:lnTo>
                        <a:lnTo>
                          <a:pt x="1110" y="300"/>
                        </a:lnTo>
                        <a:lnTo>
                          <a:pt x="1098" y="294"/>
                        </a:lnTo>
                        <a:lnTo>
                          <a:pt x="1086" y="282"/>
                        </a:lnTo>
                        <a:lnTo>
                          <a:pt x="1092" y="276"/>
                        </a:lnTo>
                        <a:lnTo>
                          <a:pt x="1110" y="276"/>
                        </a:lnTo>
                        <a:lnTo>
                          <a:pt x="1116" y="270"/>
                        </a:lnTo>
                        <a:lnTo>
                          <a:pt x="1110" y="264"/>
                        </a:lnTo>
                        <a:lnTo>
                          <a:pt x="1104" y="264"/>
                        </a:lnTo>
                        <a:lnTo>
                          <a:pt x="1098" y="258"/>
                        </a:lnTo>
                        <a:lnTo>
                          <a:pt x="1092" y="258"/>
                        </a:lnTo>
                        <a:lnTo>
                          <a:pt x="1110" y="246"/>
                        </a:lnTo>
                        <a:lnTo>
                          <a:pt x="1110" y="222"/>
                        </a:lnTo>
                        <a:lnTo>
                          <a:pt x="1104" y="216"/>
                        </a:lnTo>
                        <a:lnTo>
                          <a:pt x="1080" y="216"/>
                        </a:lnTo>
                        <a:lnTo>
                          <a:pt x="1062" y="204"/>
                        </a:lnTo>
                        <a:lnTo>
                          <a:pt x="1056" y="198"/>
                        </a:lnTo>
                        <a:lnTo>
                          <a:pt x="1056" y="192"/>
                        </a:lnTo>
                        <a:lnTo>
                          <a:pt x="1014" y="192"/>
                        </a:lnTo>
                        <a:lnTo>
                          <a:pt x="1002" y="186"/>
                        </a:lnTo>
                        <a:lnTo>
                          <a:pt x="996" y="180"/>
                        </a:lnTo>
                        <a:lnTo>
                          <a:pt x="978" y="180"/>
                        </a:lnTo>
                        <a:lnTo>
                          <a:pt x="966" y="186"/>
                        </a:lnTo>
                        <a:lnTo>
                          <a:pt x="942" y="162"/>
                        </a:lnTo>
                        <a:lnTo>
                          <a:pt x="936" y="150"/>
                        </a:lnTo>
                        <a:lnTo>
                          <a:pt x="924" y="150"/>
                        </a:lnTo>
                        <a:lnTo>
                          <a:pt x="918" y="156"/>
                        </a:lnTo>
                        <a:lnTo>
                          <a:pt x="918" y="162"/>
                        </a:lnTo>
                        <a:lnTo>
                          <a:pt x="912" y="156"/>
                        </a:lnTo>
                        <a:lnTo>
                          <a:pt x="864" y="156"/>
                        </a:lnTo>
                        <a:lnTo>
                          <a:pt x="858" y="150"/>
                        </a:lnTo>
                        <a:lnTo>
                          <a:pt x="846" y="150"/>
                        </a:lnTo>
                        <a:lnTo>
                          <a:pt x="840" y="144"/>
                        </a:lnTo>
                        <a:lnTo>
                          <a:pt x="816" y="150"/>
                        </a:lnTo>
                        <a:lnTo>
                          <a:pt x="810" y="150"/>
                        </a:lnTo>
                        <a:lnTo>
                          <a:pt x="798" y="102"/>
                        </a:lnTo>
                        <a:lnTo>
                          <a:pt x="756" y="84"/>
                        </a:lnTo>
                        <a:lnTo>
                          <a:pt x="720" y="84"/>
                        </a:lnTo>
                        <a:lnTo>
                          <a:pt x="720" y="66"/>
                        </a:lnTo>
                        <a:lnTo>
                          <a:pt x="714" y="48"/>
                        </a:lnTo>
                        <a:lnTo>
                          <a:pt x="720" y="48"/>
                        </a:lnTo>
                        <a:lnTo>
                          <a:pt x="726" y="42"/>
                        </a:lnTo>
                        <a:lnTo>
                          <a:pt x="726" y="30"/>
                        </a:lnTo>
                        <a:lnTo>
                          <a:pt x="720" y="30"/>
                        </a:lnTo>
                        <a:lnTo>
                          <a:pt x="708" y="24"/>
                        </a:lnTo>
                        <a:lnTo>
                          <a:pt x="702" y="18"/>
                        </a:lnTo>
                        <a:lnTo>
                          <a:pt x="696" y="18"/>
                        </a:lnTo>
                        <a:lnTo>
                          <a:pt x="690" y="0"/>
                        </a:lnTo>
                        <a:lnTo>
                          <a:pt x="642" y="0"/>
                        </a:lnTo>
                        <a:lnTo>
                          <a:pt x="630" y="6"/>
                        </a:lnTo>
                        <a:lnTo>
                          <a:pt x="600" y="6"/>
                        </a:lnTo>
                        <a:lnTo>
                          <a:pt x="600" y="18"/>
                        </a:lnTo>
                        <a:lnTo>
                          <a:pt x="594" y="24"/>
                        </a:lnTo>
                        <a:lnTo>
                          <a:pt x="558" y="24"/>
                        </a:lnTo>
                        <a:lnTo>
                          <a:pt x="546" y="18"/>
                        </a:lnTo>
                        <a:lnTo>
                          <a:pt x="516" y="18"/>
                        </a:lnTo>
                        <a:lnTo>
                          <a:pt x="510" y="30"/>
                        </a:lnTo>
                        <a:lnTo>
                          <a:pt x="498" y="36"/>
                        </a:lnTo>
                        <a:lnTo>
                          <a:pt x="492" y="42"/>
                        </a:lnTo>
                        <a:lnTo>
                          <a:pt x="486" y="54"/>
                        </a:lnTo>
                        <a:lnTo>
                          <a:pt x="492" y="60"/>
                        </a:lnTo>
                        <a:lnTo>
                          <a:pt x="492" y="72"/>
                        </a:lnTo>
                        <a:lnTo>
                          <a:pt x="486" y="78"/>
                        </a:lnTo>
                        <a:lnTo>
                          <a:pt x="468" y="78"/>
                        </a:lnTo>
                        <a:lnTo>
                          <a:pt x="462" y="72"/>
                        </a:lnTo>
                        <a:lnTo>
                          <a:pt x="438" y="72"/>
                        </a:lnTo>
                        <a:lnTo>
                          <a:pt x="426" y="78"/>
                        </a:lnTo>
                        <a:lnTo>
                          <a:pt x="420" y="78"/>
                        </a:lnTo>
                        <a:lnTo>
                          <a:pt x="420" y="66"/>
                        </a:lnTo>
                        <a:lnTo>
                          <a:pt x="414" y="60"/>
                        </a:lnTo>
                        <a:lnTo>
                          <a:pt x="396" y="60"/>
                        </a:lnTo>
                        <a:lnTo>
                          <a:pt x="390" y="66"/>
                        </a:lnTo>
                        <a:lnTo>
                          <a:pt x="390" y="72"/>
                        </a:lnTo>
                        <a:lnTo>
                          <a:pt x="378" y="60"/>
                        </a:lnTo>
                        <a:lnTo>
                          <a:pt x="366" y="66"/>
                        </a:lnTo>
                        <a:lnTo>
                          <a:pt x="360" y="60"/>
                        </a:lnTo>
                        <a:lnTo>
                          <a:pt x="342" y="66"/>
                        </a:lnTo>
                        <a:lnTo>
                          <a:pt x="336" y="54"/>
                        </a:lnTo>
                        <a:lnTo>
                          <a:pt x="324" y="66"/>
                        </a:lnTo>
                        <a:lnTo>
                          <a:pt x="306" y="54"/>
                        </a:lnTo>
                        <a:lnTo>
                          <a:pt x="300" y="60"/>
                        </a:lnTo>
                        <a:lnTo>
                          <a:pt x="282" y="48"/>
                        </a:lnTo>
                        <a:lnTo>
                          <a:pt x="258" y="42"/>
                        </a:lnTo>
                        <a:lnTo>
                          <a:pt x="222" y="42"/>
                        </a:lnTo>
                        <a:lnTo>
                          <a:pt x="216" y="36"/>
                        </a:lnTo>
                        <a:lnTo>
                          <a:pt x="216" y="30"/>
                        </a:lnTo>
                        <a:lnTo>
                          <a:pt x="168" y="30"/>
                        </a:lnTo>
                        <a:lnTo>
                          <a:pt x="162" y="36"/>
                        </a:lnTo>
                        <a:lnTo>
                          <a:pt x="150" y="42"/>
                        </a:lnTo>
                        <a:lnTo>
                          <a:pt x="114" y="42"/>
                        </a:lnTo>
                        <a:lnTo>
                          <a:pt x="114" y="48"/>
                        </a:lnTo>
                        <a:lnTo>
                          <a:pt x="96" y="66"/>
                        </a:lnTo>
                        <a:lnTo>
                          <a:pt x="78" y="66"/>
                        </a:lnTo>
                        <a:lnTo>
                          <a:pt x="66" y="60"/>
                        </a:lnTo>
                        <a:lnTo>
                          <a:pt x="72" y="78"/>
                        </a:lnTo>
                        <a:lnTo>
                          <a:pt x="90" y="96"/>
                        </a:lnTo>
                        <a:lnTo>
                          <a:pt x="90" y="102"/>
                        </a:lnTo>
                        <a:lnTo>
                          <a:pt x="102" y="108"/>
                        </a:lnTo>
                        <a:lnTo>
                          <a:pt x="108" y="114"/>
                        </a:lnTo>
                        <a:lnTo>
                          <a:pt x="102" y="126"/>
                        </a:lnTo>
                        <a:lnTo>
                          <a:pt x="108" y="132"/>
                        </a:lnTo>
                        <a:lnTo>
                          <a:pt x="108" y="138"/>
                        </a:lnTo>
                        <a:lnTo>
                          <a:pt x="114" y="144"/>
                        </a:lnTo>
                        <a:lnTo>
                          <a:pt x="108" y="150"/>
                        </a:lnTo>
                        <a:lnTo>
                          <a:pt x="102" y="150"/>
                        </a:lnTo>
                        <a:lnTo>
                          <a:pt x="96" y="156"/>
                        </a:lnTo>
                        <a:lnTo>
                          <a:pt x="84" y="156"/>
                        </a:lnTo>
                        <a:lnTo>
                          <a:pt x="30" y="204"/>
                        </a:lnTo>
                        <a:lnTo>
                          <a:pt x="30" y="246"/>
                        </a:lnTo>
                        <a:lnTo>
                          <a:pt x="42" y="258"/>
                        </a:lnTo>
                        <a:lnTo>
                          <a:pt x="18" y="258"/>
                        </a:lnTo>
                        <a:lnTo>
                          <a:pt x="18" y="270"/>
                        </a:lnTo>
                        <a:lnTo>
                          <a:pt x="12" y="276"/>
                        </a:lnTo>
                        <a:lnTo>
                          <a:pt x="12" y="282"/>
                        </a:lnTo>
                        <a:lnTo>
                          <a:pt x="6" y="288"/>
                        </a:lnTo>
                        <a:lnTo>
                          <a:pt x="0" y="288"/>
                        </a:lnTo>
                        <a:lnTo>
                          <a:pt x="0" y="306"/>
                        </a:lnTo>
                        <a:lnTo>
                          <a:pt x="6" y="306"/>
                        </a:lnTo>
                        <a:lnTo>
                          <a:pt x="24" y="32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04" name="Turkmenistan" descr="© INSCALE GmbH, 05.05.2010&#10;http://www.presentationload.com/">
                    <a:extLst>
                      <a:ext uri="{FF2B5EF4-FFF2-40B4-BE49-F238E27FC236}">
                        <a16:creationId xmlns:a16="http://schemas.microsoft.com/office/drawing/2014/main" id="{50920F88-083B-B046-09AF-5C137A70FB0B}"/>
                      </a:ext>
                    </a:extLst>
                  </p:cNvPr>
                  <p:cNvSpPr>
                    <a:spLocks/>
                  </p:cNvSpPr>
                  <p:nvPr/>
                </p:nvSpPr>
                <p:spPr bwMode="gray">
                  <a:xfrm>
                    <a:off x="3535" y="1695"/>
                    <a:ext cx="255" cy="154"/>
                  </a:xfrm>
                  <a:custGeom>
                    <a:avLst/>
                    <a:gdLst>
                      <a:gd name="T0" fmla="*/ 2147483647 w 1008"/>
                      <a:gd name="T1" fmla="*/ 2147483647 h 606"/>
                      <a:gd name="T2" fmla="*/ 2147483647 w 1008"/>
                      <a:gd name="T3" fmla="*/ 2147483647 h 606"/>
                      <a:gd name="T4" fmla="*/ 2147483647 w 1008"/>
                      <a:gd name="T5" fmla="*/ 2147483647 h 606"/>
                      <a:gd name="T6" fmla="*/ 2147483647 w 1008"/>
                      <a:gd name="T7" fmla="*/ 2147483647 h 606"/>
                      <a:gd name="T8" fmla="*/ 2147483647 w 1008"/>
                      <a:gd name="T9" fmla="*/ 2147483647 h 606"/>
                      <a:gd name="T10" fmla="*/ 2147483647 w 1008"/>
                      <a:gd name="T11" fmla="*/ 2147483647 h 606"/>
                      <a:gd name="T12" fmla="*/ 2147483647 w 1008"/>
                      <a:gd name="T13" fmla="*/ 2147483647 h 606"/>
                      <a:gd name="T14" fmla="*/ 2147483647 w 1008"/>
                      <a:gd name="T15" fmla="*/ 2147483647 h 606"/>
                      <a:gd name="T16" fmla="*/ 2147483647 w 1008"/>
                      <a:gd name="T17" fmla="*/ 2147483647 h 606"/>
                      <a:gd name="T18" fmla="*/ 2147483647 w 1008"/>
                      <a:gd name="T19" fmla="*/ 2147483647 h 606"/>
                      <a:gd name="T20" fmla="*/ 2147483647 w 1008"/>
                      <a:gd name="T21" fmla="*/ 2147483647 h 606"/>
                      <a:gd name="T22" fmla="*/ 2147483647 w 1008"/>
                      <a:gd name="T23" fmla="*/ 2147483647 h 606"/>
                      <a:gd name="T24" fmla="*/ 2147483647 w 1008"/>
                      <a:gd name="T25" fmla="*/ 2147483647 h 606"/>
                      <a:gd name="T26" fmla="*/ 2147483647 w 1008"/>
                      <a:gd name="T27" fmla="*/ 2147483647 h 606"/>
                      <a:gd name="T28" fmla="*/ 2147483647 w 1008"/>
                      <a:gd name="T29" fmla="*/ 2147483647 h 606"/>
                      <a:gd name="T30" fmla="*/ 2147483647 w 1008"/>
                      <a:gd name="T31" fmla="*/ 2147483647 h 606"/>
                      <a:gd name="T32" fmla="*/ 2147483647 w 1008"/>
                      <a:gd name="T33" fmla="*/ 2147483647 h 606"/>
                      <a:gd name="T34" fmla="*/ 2147483647 w 1008"/>
                      <a:gd name="T35" fmla="*/ 2147483647 h 606"/>
                      <a:gd name="T36" fmla="*/ 2147483647 w 1008"/>
                      <a:gd name="T37" fmla="*/ 2147483647 h 606"/>
                      <a:gd name="T38" fmla="*/ 2147483647 w 1008"/>
                      <a:gd name="T39" fmla="*/ 2147483647 h 606"/>
                      <a:gd name="T40" fmla="*/ 2147483647 w 1008"/>
                      <a:gd name="T41" fmla="*/ 2147483647 h 606"/>
                      <a:gd name="T42" fmla="*/ 2147483647 w 1008"/>
                      <a:gd name="T43" fmla="*/ 2147483647 h 606"/>
                      <a:gd name="T44" fmla="*/ 2147483647 w 1008"/>
                      <a:gd name="T45" fmla="*/ 2147483647 h 606"/>
                      <a:gd name="T46" fmla="*/ 2147483647 w 1008"/>
                      <a:gd name="T47" fmla="*/ 2147483647 h 606"/>
                      <a:gd name="T48" fmla="*/ 2147483647 w 1008"/>
                      <a:gd name="T49" fmla="*/ 2147483647 h 606"/>
                      <a:gd name="T50" fmla="*/ 2147483647 w 1008"/>
                      <a:gd name="T51" fmla="*/ 2147483647 h 606"/>
                      <a:gd name="T52" fmla="*/ 2147483647 w 1008"/>
                      <a:gd name="T53" fmla="*/ 2147483647 h 606"/>
                      <a:gd name="T54" fmla="*/ 2147483647 w 1008"/>
                      <a:gd name="T55" fmla="*/ 2147483647 h 606"/>
                      <a:gd name="T56" fmla="*/ 2147483647 w 1008"/>
                      <a:gd name="T57" fmla="*/ 2147483647 h 606"/>
                      <a:gd name="T58" fmla="*/ 2147483647 w 1008"/>
                      <a:gd name="T59" fmla="*/ 2147483647 h 606"/>
                      <a:gd name="T60" fmla="*/ 2147483647 w 1008"/>
                      <a:gd name="T61" fmla="*/ 2147483647 h 606"/>
                      <a:gd name="T62" fmla="*/ 2147483647 w 1008"/>
                      <a:gd name="T63" fmla="*/ 2147483647 h 606"/>
                      <a:gd name="T64" fmla="*/ 2147483647 w 1008"/>
                      <a:gd name="T65" fmla="*/ 2147483647 h 606"/>
                      <a:gd name="T66" fmla="*/ 2147483647 w 1008"/>
                      <a:gd name="T67" fmla="*/ 2147483647 h 606"/>
                      <a:gd name="T68" fmla="*/ 2147483647 w 1008"/>
                      <a:gd name="T69" fmla="*/ 2147483647 h 606"/>
                      <a:gd name="T70" fmla="*/ 2147483647 w 1008"/>
                      <a:gd name="T71" fmla="*/ 2147483647 h 606"/>
                      <a:gd name="T72" fmla="*/ 2147483647 w 1008"/>
                      <a:gd name="T73" fmla="*/ 2147483647 h 606"/>
                      <a:gd name="T74" fmla="*/ 2147483647 w 1008"/>
                      <a:gd name="T75" fmla="*/ 2147483647 h 606"/>
                      <a:gd name="T76" fmla="*/ 2147483647 w 1008"/>
                      <a:gd name="T77" fmla="*/ 2147483647 h 606"/>
                      <a:gd name="T78" fmla="*/ 2147483647 w 1008"/>
                      <a:gd name="T79" fmla="*/ 2147483647 h 606"/>
                      <a:gd name="T80" fmla="*/ 2147483647 w 1008"/>
                      <a:gd name="T81" fmla="*/ 2147483647 h 606"/>
                      <a:gd name="T82" fmla="*/ 2147483647 w 1008"/>
                      <a:gd name="T83" fmla="*/ 2147483647 h 606"/>
                      <a:gd name="T84" fmla="*/ 2147483647 w 1008"/>
                      <a:gd name="T85" fmla="*/ 2147483647 h 606"/>
                      <a:gd name="T86" fmla="*/ 2147483647 w 1008"/>
                      <a:gd name="T87" fmla="*/ 2147483647 h 606"/>
                      <a:gd name="T88" fmla="*/ 2147483647 w 1008"/>
                      <a:gd name="T89" fmla="*/ 2147483647 h 606"/>
                      <a:gd name="T90" fmla="*/ 2147483647 w 1008"/>
                      <a:gd name="T91" fmla="*/ 2147483647 h 606"/>
                      <a:gd name="T92" fmla="*/ 2147483647 w 1008"/>
                      <a:gd name="T93" fmla="*/ 2147483647 h 606"/>
                      <a:gd name="T94" fmla="*/ 2147483647 w 1008"/>
                      <a:gd name="T95" fmla="*/ 2147483647 h 606"/>
                      <a:gd name="T96" fmla="*/ 2147483647 w 1008"/>
                      <a:gd name="T97" fmla="*/ 2147483647 h 606"/>
                      <a:gd name="T98" fmla="*/ 2147483647 w 1008"/>
                      <a:gd name="T99" fmla="*/ 2147483647 h 606"/>
                      <a:gd name="T100" fmla="*/ 2147483647 w 1008"/>
                      <a:gd name="T101" fmla="*/ 2147483647 h 606"/>
                      <a:gd name="T102" fmla="*/ 2147483647 w 1008"/>
                      <a:gd name="T103" fmla="*/ 2147483647 h 606"/>
                      <a:gd name="T104" fmla="*/ 0 w 1008"/>
                      <a:gd name="T105" fmla="*/ 2147483647 h 606"/>
                      <a:gd name="T106" fmla="*/ 2147483647 w 1008"/>
                      <a:gd name="T107" fmla="*/ 2147483647 h 606"/>
                      <a:gd name="T108" fmla="*/ 2147483647 w 1008"/>
                      <a:gd name="T109" fmla="*/ 2147483647 h 60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1008"/>
                      <a:gd name="T166" fmla="*/ 0 h 606"/>
                      <a:gd name="T167" fmla="*/ 1008 w 1008"/>
                      <a:gd name="T168" fmla="*/ 606 h 606"/>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1008" h="606">
                        <a:moveTo>
                          <a:pt x="48" y="150"/>
                        </a:moveTo>
                        <a:lnTo>
                          <a:pt x="48" y="156"/>
                        </a:lnTo>
                        <a:lnTo>
                          <a:pt x="42" y="162"/>
                        </a:lnTo>
                        <a:lnTo>
                          <a:pt x="36" y="174"/>
                        </a:lnTo>
                        <a:lnTo>
                          <a:pt x="36" y="186"/>
                        </a:lnTo>
                        <a:lnTo>
                          <a:pt x="42" y="198"/>
                        </a:lnTo>
                        <a:lnTo>
                          <a:pt x="48" y="204"/>
                        </a:lnTo>
                        <a:lnTo>
                          <a:pt x="54" y="216"/>
                        </a:lnTo>
                        <a:lnTo>
                          <a:pt x="60" y="222"/>
                        </a:lnTo>
                        <a:lnTo>
                          <a:pt x="60" y="228"/>
                        </a:lnTo>
                        <a:lnTo>
                          <a:pt x="90" y="222"/>
                        </a:lnTo>
                        <a:lnTo>
                          <a:pt x="90" y="246"/>
                        </a:lnTo>
                        <a:lnTo>
                          <a:pt x="114" y="258"/>
                        </a:lnTo>
                        <a:lnTo>
                          <a:pt x="90" y="258"/>
                        </a:lnTo>
                        <a:lnTo>
                          <a:pt x="78" y="264"/>
                        </a:lnTo>
                        <a:lnTo>
                          <a:pt x="72" y="264"/>
                        </a:lnTo>
                        <a:lnTo>
                          <a:pt x="72" y="270"/>
                        </a:lnTo>
                        <a:lnTo>
                          <a:pt x="78" y="276"/>
                        </a:lnTo>
                        <a:lnTo>
                          <a:pt x="90" y="276"/>
                        </a:lnTo>
                        <a:lnTo>
                          <a:pt x="96" y="282"/>
                        </a:lnTo>
                        <a:lnTo>
                          <a:pt x="114" y="282"/>
                        </a:lnTo>
                        <a:lnTo>
                          <a:pt x="120" y="288"/>
                        </a:lnTo>
                        <a:lnTo>
                          <a:pt x="126" y="300"/>
                        </a:lnTo>
                        <a:lnTo>
                          <a:pt x="132" y="306"/>
                        </a:lnTo>
                        <a:lnTo>
                          <a:pt x="138" y="354"/>
                        </a:lnTo>
                        <a:lnTo>
                          <a:pt x="150" y="360"/>
                        </a:lnTo>
                        <a:lnTo>
                          <a:pt x="150" y="372"/>
                        </a:lnTo>
                        <a:lnTo>
                          <a:pt x="144" y="378"/>
                        </a:lnTo>
                        <a:lnTo>
                          <a:pt x="144" y="402"/>
                        </a:lnTo>
                        <a:lnTo>
                          <a:pt x="150" y="414"/>
                        </a:lnTo>
                        <a:lnTo>
                          <a:pt x="150" y="426"/>
                        </a:lnTo>
                        <a:lnTo>
                          <a:pt x="156" y="432"/>
                        </a:lnTo>
                        <a:lnTo>
                          <a:pt x="156" y="438"/>
                        </a:lnTo>
                        <a:lnTo>
                          <a:pt x="186" y="438"/>
                        </a:lnTo>
                        <a:lnTo>
                          <a:pt x="198" y="426"/>
                        </a:lnTo>
                        <a:lnTo>
                          <a:pt x="210" y="420"/>
                        </a:lnTo>
                        <a:lnTo>
                          <a:pt x="210" y="408"/>
                        </a:lnTo>
                        <a:lnTo>
                          <a:pt x="216" y="402"/>
                        </a:lnTo>
                        <a:lnTo>
                          <a:pt x="228" y="396"/>
                        </a:lnTo>
                        <a:lnTo>
                          <a:pt x="246" y="378"/>
                        </a:lnTo>
                        <a:lnTo>
                          <a:pt x="258" y="372"/>
                        </a:lnTo>
                        <a:lnTo>
                          <a:pt x="294" y="372"/>
                        </a:lnTo>
                        <a:lnTo>
                          <a:pt x="306" y="378"/>
                        </a:lnTo>
                        <a:lnTo>
                          <a:pt x="312" y="372"/>
                        </a:lnTo>
                        <a:lnTo>
                          <a:pt x="312" y="366"/>
                        </a:lnTo>
                        <a:lnTo>
                          <a:pt x="372" y="366"/>
                        </a:lnTo>
                        <a:lnTo>
                          <a:pt x="384" y="378"/>
                        </a:lnTo>
                        <a:lnTo>
                          <a:pt x="384" y="390"/>
                        </a:lnTo>
                        <a:lnTo>
                          <a:pt x="414" y="390"/>
                        </a:lnTo>
                        <a:lnTo>
                          <a:pt x="420" y="396"/>
                        </a:lnTo>
                        <a:lnTo>
                          <a:pt x="432" y="402"/>
                        </a:lnTo>
                        <a:lnTo>
                          <a:pt x="438" y="408"/>
                        </a:lnTo>
                        <a:lnTo>
                          <a:pt x="450" y="414"/>
                        </a:lnTo>
                        <a:lnTo>
                          <a:pt x="450" y="408"/>
                        </a:lnTo>
                        <a:lnTo>
                          <a:pt x="468" y="408"/>
                        </a:lnTo>
                        <a:lnTo>
                          <a:pt x="480" y="414"/>
                        </a:lnTo>
                        <a:lnTo>
                          <a:pt x="498" y="414"/>
                        </a:lnTo>
                        <a:lnTo>
                          <a:pt x="510" y="420"/>
                        </a:lnTo>
                        <a:lnTo>
                          <a:pt x="516" y="420"/>
                        </a:lnTo>
                        <a:lnTo>
                          <a:pt x="522" y="426"/>
                        </a:lnTo>
                        <a:lnTo>
                          <a:pt x="522" y="432"/>
                        </a:lnTo>
                        <a:lnTo>
                          <a:pt x="528" y="444"/>
                        </a:lnTo>
                        <a:lnTo>
                          <a:pt x="534" y="450"/>
                        </a:lnTo>
                        <a:lnTo>
                          <a:pt x="540" y="450"/>
                        </a:lnTo>
                        <a:lnTo>
                          <a:pt x="546" y="456"/>
                        </a:lnTo>
                        <a:lnTo>
                          <a:pt x="558" y="456"/>
                        </a:lnTo>
                        <a:lnTo>
                          <a:pt x="570" y="468"/>
                        </a:lnTo>
                        <a:lnTo>
                          <a:pt x="582" y="474"/>
                        </a:lnTo>
                        <a:lnTo>
                          <a:pt x="588" y="486"/>
                        </a:lnTo>
                        <a:lnTo>
                          <a:pt x="594" y="492"/>
                        </a:lnTo>
                        <a:lnTo>
                          <a:pt x="660" y="486"/>
                        </a:lnTo>
                        <a:lnTo>
                          <a:pt x="660" y="522"/>
                        </a:lnTo>
                        <a:lnTo>
                          <a:pt x="672" y="522"/>
                        </a:lnTo>
                        <a:lnTo>
                          <a:pt x="666" y="546"/>
                        </a:lnTo>
                        <a:lnTo>
                          <a:pt x="678" y="576"/>
                        </a:lnTo>
                        <a:lnTo>
                          <a:pt x="684" y="582"/>
                        </a:lnTo>
                        <a:lnTo>
                          <a:pt x="696" y="582"/>
                        </a:lnTo>
                        <a:lnTo>
                          <a:pt x="702" y="588"/>
                        </a:lnTo>
                        <a:lnTo>
                          <a:pt x="714" y="588"/>
                        </a:lnTo>
                        <a:lnTo>
                          <a:pt x="720" y="582"/>
                        </a:lnTo>
                        <a:lnTo>
                          <a:pt x="726" y="582"/>
                        </a:lnTo>
                        <a:lnTo>
                          <a:pt x="750" y="606"/>
                        </a:lnTo>
                        <a:lnTo>
                          <a:pt x="774" y="606"/>
                        </a:lnTo>
                        <a:lnTo>
                          <a:pt x="786" y="600"/>
                        </a:lnTo>
                        <a:lnTo>
                          <a:pt x="792" y="594"/>
                        </a:lnTo>
                        <a:lnTo>
                          <a:pt x="804" y="570"/>
                        </a:lnTo>
                        <a:lnTo>
                          <a:pt x="804" y="558"/>
                        </a:lnTo>
                        <a:lnTo>
                          <a:pt x="816" y="558"/>
                        </a:lnTo>
                        <a:lnTo>
                          <a:pt x="852" y="540"/>
                        </a:lnTo>
                        <a:lnTo>
                          <a:pt x="858" y="528"/>
                        </a:lnTo>
                        <a:lnTo>
                          <a:pt x="870" y="522"/>
                        </a:lnTo>
                        <a:lnTo>
                          <a:pt x="882" y="522"/>
                        </a:lnTo>
                        <a:lnTo>
                          <a:pt x="882" y="462"/>
                        </a:lnTo>
                        <a:lnTo>
                          <a:pt x="888" y="450"/>
                        </a:lnTo>
                        <a:lnTo>
                          <a:pt x="900" y="444"/>
                        </a:lnTo>
                        <a:lnTo>
                          <a:pt x="936" y="444"/>
                        </a:lnTo>
                        <a:lnTo>
                          <a:pt x="936" y="420"/>
                        </a:lnTo>
                        <a:lnTo>
                          <a:pt x="948" y="420"/>
                        </a:lnTo>
                        <a:lnTo>
                          <a:pt x="960" y="426"/>
                        </a:lnTo>
                        <a:lnTo>
                          <a:pt x="966" y="432"/>
                        </a:lnTo>
                        <a:lnTo>
                          <a:pt x="978" y="438"/>
                        </a:lnTo>
                        <a:lnTo>
                          <a:pt x="1008" y="438"/>
                        </a:lnTo>
                        <a:lnTo>
                          <a:pt x="1008" y="426"/>
                        </a:lnTo>
                        <a:lnTo>
                          <a:pt x="996" y="414"/>
                        </a:lnTo>
                        <a:lnTo>
                          <a:pt x="996" y="396"/>
                        </a:lnTo>
                        <a:lnTo>
                          <a:pt x="1002" y="390"/>
                        </a:lnTo>
                        <a:lnTo>
                          <a:pt x="954" y="360"/>
                        </a:lnTo>
                        <a:lnTo>
                          <a:pt x="930" y="366"/>
                        </a:lnTo>
                        <a:lnTo>
                          <a:pt x="924" y="366"/>
                        </a:lnTo>
                        <a:lnTo>
                          <a:pt x="912" y="354"/>
                        </a:lnTo>
                        <a:lnTo>
                          <a:pt x="900" y="354"/>
                        </a:lnTo>
                        <a:lnTo>
                          <a:pt x="888" y="342"/>
                        </a:lnTo>
                        <a:lnTo>
                          <a:pt x="876" y="336"/>
                        </a:lnTo>
                        <a:lnTo>
                          <a:pt x="870" y="330"/>
                        </a:lnTo>
                        <a:lnTo>
                          <a:pt x="846" y="318"/>
                        </a:lnTo>
                        <a:lnTo>
                          <a:pt x="828" y="306"/>
                        </a:lnTo>
                        <a:lnTo>
                          <a:pt x="804" y="306"/>
                        </a:lnTo>
                        <a:lnTo>
                          <a:pt x="774" y="288"/>
                        </a:lnTo>
                        <a:lnTo>
                          <a:pt x="768" y="282"/>
                        </a:lnTo>
                        <a:lnTo>
                          <a:pt x="762" y="270"/>
                        </a:lnTo>
                        <a:lnTo>
                          <a:pt x="750" y="258"/>
                        </a:lnTo>
                        <a:lnTo>
                          <a:pt x="744" y="258"/>
                        </a:lnTo>
                        <a:lnTo>
                          <a:pt x="732" y="252"/>
                        </a:lnTo>
                        <a:lnTo>
                          <a:pt x="714" y="252"/>
                        </a:lnTo>
                        <a:lnTo>
                          <a:pt x="702" y="246"/>
                        </a:lnTo>
                        <a:lnTo>
                          <a:pt x="690" y="234"/>
                        </a:lnTo>
                        <a:lnTo>
                          <a:pt x="672" y="198"/>
                        </a:lnTo>
                        <a:lnTo>
                          <a:pt x="666" y="192"/>
                        </a:lnTo>
                        <a:lnTo>
                          <a:pt x="666" y="186"/>
                        </a:lnTo>
                        <a:lnTo>
                          <a:pt x="648" y="168"/>
                        </a:lnTo>
                        <a:lnTo>
                          <a:pt x="630" y="138"/>
                        </a:lnTo>
                        <a:lnTo>
                          <a:pt x="594" y="120"/>
                        </a:lnTo>
                        <a:lnTo>
                          <a:pt x="594" y="126"/>
                        </a:lnTo>
                        <a:lnTo>
                          <a:pt x="540" y="120"/>
                        </a:lnTo>
                        <a:lnTo>
                          <a:pt x="510" y="120"/>
                        </a:lnTo>
                        <a:lnTo>
                          <a:pt x="492" y="102"/>
                        </a:lnTo>
                        <a:lnTo>
                          <a:pt x="492" y="90"/>
                        </a:lnTo>
                        <a:lnTo>
                          <a:pt x="504" y="78"/>
                        </a:lnTo>
                        <a:lnTo>
                          <a:pt x="492" y="72"/>
                        </a:lnTo>
                        <a:lnTo>
                          <a:pt x="492" y="60"/>
                        </a:lnTo>
                        <a:lnTo>
                          <a:pt x="486" y="48"/>
                        </a:lnTo>
                        <a:lnTo>
                          <a:pt x="480" y="42"/>
                        </a:lnTo>
                        <a:lnTo>
                          <a:pt x="444" y="42"/>
                        </a:lnTo>
                        <a:lnTo>
                          <a:pt x="432" y="36"/>
                        </a:lnTo>
                        <a:lnTo>
                          <a:pt x="432" y="24"/>
                        </a:lnTo>
                        <a:lnTo>
                          <a:pt x="408" y="24"/>
                        </a:lnTo>
                        <a:lnTo>
                          <a:pt x="390" y="0"/>
                        </a:lnTo>
                        <a:lnTo>
                          <a:pt x="384" y="12"/>
                        </a:lnTo>
                        <a:lnTo>
                          <a:pt x="354" y="6"/>
                        </a:lnTo>
                        <a:lnTo>
                          <a:pt x="384" y="36"/>
                        </a:lnTo>
                        <a:lnTo>
                          <a:pt x="378" y="30"/>
                        </a:lnTo>
                        <a:lnTo>
                          <a:pt x="366" y="30"/>
                        </a:lnTo>
                        <a:lnTo>
                          <a:pt x="360" y="24"/>
                        </a:lnTo>
                        <a:lnTo>
                          <a:pt x="354" y="24"/>
                        </a:lnTo>
                        <a:lnTo>
                          <a:pt x="348" y="30"/>
                        </a:lnTo>
                        <a:lnTo>
                          <a:pt x="348" y="42"/>
                        </a:lnTo>
                        <a:lnTo>
                          <a:pt x="342" y="42"/>
                        </a:lnTo>
                        <a:lnTo>
                          <a:pt x="336" y="48"/>
                        </a:lnTo>
                        <a:lnTo>
                          <a:pt x="324" y="48"/>
                        </a:lnTo>
                        <a:lnTo>
                          <a:pt x="312" y="54"/>
                        </a:lnTo>
                        <a:lnTo>
                          <a:pt x="294" y="72"/>
                        </a:lnTo>
                        <a:lnTo>
                          <a:pt x="294" y="84"/>
                        </a:lnTo>
                        <a:lnTo>
                          <a:pt x="300" y="102"/>
                        </a:lnTo>
                        <a:lnTo>
                          <a:pt x="312" y="108"/>
                        </a:lnTo>
                        <a:lnTo>
                          <a:pt x="318" y="120"/>
                        </a:lnTo>
                        <a:lnTo>
                          <a:pt x="252" y="120"/>
                        </a:lnTo>
                        <a:lnTo>
                          <a:pt x="240" y="108"/>
                        </a:lnTo>
                        <a:lnTo>
                          <a:pt x="228" y="108"/>
                        </a:lnTo>
                        <a:lnTo>
                          <a:pt x="228" y="114"/>
                        </a:lnTo>
                        <a:lnTo>
                          <a:pt x="216" y="126"/>
                        </a:lnTo>
                        <a:lnTo>
                          <a:pt x="210" y="120"/>
                        </a:lnTo>
                        <a:lnTo>
                          <a:pt x="198" y="114"/>
                        </a:lnTo>
                        <a:lnTo>
                          <a:pt x="174" y="90"/>
                        </a:lnTo>
                        <a:lnTo>
                          <a:pt x="168" y="78"/>
                        </a:lnTo>
                        <a:lnTo>
                          <a:pt x="162" y="72"/>
                        </a:lnTo>
                        <a:lnTo>
                          <a:pt x="156" y="60"/>
                        </a:lnTo>
                        <a:lnTo>
                          <a:pt x="144" y="54"/>
                        </a:lnTo>
                        <a:lnTo>
                          <a:pt x="132" y="42"/>
                        </a:lnTo>
                        <a:lnTo>
                          <a:pt x="120" y="42"/>
                        </a:lnTo>
                        <a:lnTo>
                          <a:pt x="96" y="30"/>
                        </a:lnTo>
                        <a:lnTo>
                          <a:pt x="78" y="30"/>
                        </a:lnTo>
                        <a:lnTo>
                          <a:pt x="72" y="36"/>
                        </a:lnTo>
                        <a:lnTo>
                          <a:pt x="72" y="48"/>
                        </a:lnTo>
                        <a:lnTo>
                          <a:pt x="84" y="54"/>
                        </a:lnTo>
                        <a:lnTo>
                          <a:pt x="90" y="54"/>
                        </a:lnTo>
                        <a:lnTo>
                          <a:pt x="90" y="66"/>
                        </a:lnTo>
                        <a:lnTo>
                          <a:pt x="96" y="66"/>
                        </a:lnTo>
                        <a:lnTo>
                          <a:pt x="96" y="72"/>
                        </a:lnTo>
                        <a:lnTo>
                          <a:pt x="102" y="84"/>
                        </a:lnTo>
                        <a:lnTo>
                          <a:pt x="114" y="90"/>
                        </a:lnTo>
                        <a:lnTo>
                          <a:pt x="126" y="102"/>
                        </a:lnTo>
                        <a:lnTo>
                          <a:pt x="138" y="108"/>
                        </a:lnTo>
                        <a:lnTo>
                          <a:pt x="150" y="120"/>
                        </a:lnTo>
                        <a:lnTo>
                          <a:pt x="162" y="126"/>
                        </a:lnTo>
                        <a:lnTo>
                          <a:pt x="162" y="150"/>
                        </a:lnTo>
                        <a:lnTo>
                          <a:pt x="156" y="156"/>
                        </a:lnTo>
                        <a:lnTo>
                          <a:pt x="144" y="156"/>
                        </a:lnTo>
                        <a:lnTo>
                          <a:pt x="132" y="150"/>
                        </a:lnTo>
                        <a:lnTo>
                          <a:pt x="120" y="138"/>
                        </a:lnTo>
                        <a:lnTo>
                          <a:pt x="120" y="162"/>
                        </a:lnTo>
                        <a:lnTo>
                          <a:pt x="78" y="162"/>
                        </a:lnTo>
                        <a:lnTo>
                          <a:pt x="66" y="144"/>
                        </a:lnTo>
                        <a:lnTo>
                          <a:pt x="60" y="150"/>
                        </a:lnTo>
                        <a:lnTo>
                          <a:pt x="48" y="138"/>
                        </a:lnTo>
                        <a:lnTo>
                          <a:pt x="42" y="126"/>
                        </a:lnTo>
                        <a:lnTo>
                          <a:pt x="36" y="120"/>
                        </a:lnTo>
                        <a:lnTo>
                          <a:pt x="36" y="102"/>
                        </a:lnTo>
                        <a:lnTo>
                          <a:pt x="30" y="96"/>
                        </a:lnTo>
                        <a:lnTo>
                          <a:pt x="30" y="84"/>
                        </a:lnTo>
                        <a:lnTo>
                          <a:pt x="24" y="78"/>
                        </a:lnTo>
                        <a:lnTo>
                          <a:pt x="0" y="78"/>
                        </a:lnTo>
                        <a:lnTo>
                          <a:pt x="0" y="84"/>
                        </a:lnTo>
                        <a:lnTo>
                          <a:pt x="6" y="90"/>
                        </a:lnTo>
                        <a:lnTo>
                          <a:pt x="12" y="102"/>
                        </a:lnTo>
                        <a:lnTo>
                          <a:pt x="18" y="108"/>
                        </a:lnTo>
                        <a:lnTo>
                          <a:pt x="24" y="120"/>
                        </a:lnTo>
                        <a:lnTo>
                          <a:pt x="36" y="126"/>
                        </a:lnTo>
                        <a:lnTo>
                          <a:pt x="42" y="138"/>
                        </a:lnTo>
                        <a:lnTo>
                          <a:pt x="48" y="144"/>
                        </a:lnTo>
                        <a:lnTo>
                          <a:pt x="48" y="15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05" name="Turkey" descr="© INSCALE GmbH, 05.05.2010&#10;http://www.presentationload.com/">
                    <a:extLst>
                      <a:ext uri="{FF2B5EF4-FFF2-40B4-BE49-F238E27FC236}">
                        <a16:creationId xmlns:a16="http://schemas.microsoft.com/office/drawing/2014/main" id="{93E95AAC-5E42-342D-63C7-E47AAAD96A7D}"/>
                      </a:ext>
                    </a:extLst>
                  </p:cNvPr>
                  <p:cNvSpPr>
                    <a:spLocks noEditPoints="1"/>
                  </p:cNvSpPr>
                  <p:nvPr/>
                </p:nvSpPr>
                <p:spPr bwMode="gray">
                  <a:xfrm>
                    <a:off x="3087" y="1707"/>
                    <a:ext cx="337" cy="129"/>
                  </a:xfrm>
                  <a:custGeom>
                    <a:avLst/>
                    <a:gdLst>
                      <a:gd name="T0" fmla="*/ 2147483647 w 1332"/>
                      <a:gd name="T1" fmla="*/ 2147483647 h 510"/>
                      <a:gd name="T2" fmla="*/ 2147483647 w 1332"/>
                      <a:gd name="T3" fmla="*/ 2147483647 h 510"/>
                      <a:gd name="T4" fmla="*/ 2147483647 w 1332"/>
                      <a:gd name="T5" fmla="*/ 2147483647 h 510"/>
                      <a:gd name="T6" fmla="*/ 2147483647 w 1332"/>
                      <a:gd name="T7" fmla="*/ 2147483647 h 510"/>
                      <a:gd name="T8" fmla="*/ 2147483647 w 1332"/>
                      <a:gd name="T9" fmla="*/ 2147483647 h 510"/>
                      <a:gd name="T10" fmla="*/ 2147483647 w 1332"/>
                      <a:gd name="T11" fmla="*/ 2147483647 h 510"/>
                      <a:gd name="T12" fmla="*/ 2147483647 w 1332"/>
                      <a:gd name="T13" fmla="*/ 2147483647 h 510"/>
                      <a:gd name="T14" fmla="*/ 2147483647 w 1332"/>
                      <a:gd name="T15" fmla="*/ 2147483647 h 510"/>
                      <a:gd name="T16" fmla="*/ 2147483647 w 1332"/>
                      <a:gd name="T17" fmla="*/ 2147483647 h 510"/>
                      <a:gd name="T18" fmla="*/ 2147483647 w 1332"/>
                      <a:gd name="T19" fmla="*/ 2147483647 h 510"/>
                      <a:gd name="T20" fmla="*/ 2147483647 w 1332"/>
                      <a:gd name="T21" fmla="*/ 2147483647 h 510"/>
                      <a:gd name="T22" fmla="*/ 2147483647 w 1332"/>
                      <a:gd name="T23" fmla="*/ 2147483647 h 510"/>
                      <a:gd name="T24" fmla="*/ 2147483647 w 1332"/>
                      <a:gd name="T25" fmla="*/ 2147483647 h 510"/>
                      <a:gd name="T26" fmla="*/ 2147483647 w 1332"/>
                      <a:gd name="T27" fmla="*/ 2147483647 h 510"/>
                      <a:gd name="T28" fmla="*/ 2147483647 w 1332"/>
                      <a:gd name="T29" fmla="*/ 2147483647 h 510"/>
                      <a:gd name="T30" fmla="*/ 2147483647 w 1332"/>
                      <a:gd name="T31" fmla="*/ 2147483647 h 510"/>
                      <a:gd name="T32" fmla="*/ 2147483647 w 1332"/>
                      <a:gd name="T33" fmla="*/ 2147483647 h 510"/>
                      <a:gd name="T34" fmla="*/ 2147483647 w 1332"/>
                      <a:gd name="T35" fmla="*/ 2147483647 h 510"/>
                      <a:gd name="T36" fmla="*/ 2147483647 w 1332"/>
                      <a:gd name="T37" fmla="*/ 2147483647 h 510"/>
                      <a:gd name="T38" fmla="*/ 2147483647 w 1332"/>
                      <a:gd name="T39" fmla="*/ 2147483647 h 510"/>
                      <a:gd name="T40" fmla="*/ 2147483647 w 1332"/>
                      <a:gd name="T41" fmla="*/ 2147483647 h 510"/>
                      <a:gd name="T42" fmla="*/ 2147483647 w 1332"/>
                      <a:gd name="T43" fmla="*/ 2147483647 h 510"/>
                      <a:gd name="T44" fmla="*/ 2147483647 w 1332"/>
                      <a:gd name="T45" fmla="*/ 2147483647 h 510"/>
                      <a:gd name="T46" fmla="*/ 2147483647 w 1332"/>
                      <a:gd name="T47" fmla="*/ 2147483647 h 510"/>
                      <a:gd name="T48" fmla="*/ 2147483647 w 1332"/>
                      <a:gd name="T49" fmla="*/ 2147483647 h 510"/>
                      <a:gd name="T50" fmla="*/ 2147483647 w 1332"/>
                      <a:gd name="T51" fmla="*/ 2147483647 h 510"/>
                      <a:gd name="T52" fmla="*/ 2147483647 w 1332"/>
                      <a:gd name="T53" fmla="*/ 2147483647 h 510"/>
                      <a:gd name="T54" fmla="*/ 2147483647 w 1332"/>
                      <a:gd name="T55" fmla="*/ 2147483647 h 510"/>
                      <a:gd name="T56" fmla="*/ 2147483647 w 1332"/>
                      <a:gd name="T57" fmla="*/ 2147483647 h 510"/>
                      <a:gd name="T58" fmla="*/ 2147483647 w 1332"/>
                      <a:gd name="T59" fmla="*/ 2147483647 h 510"/>
                      <a:gd name="T60" fmla="*/ 2147483647 w 1332"/>
                      <a:gd name="T61" fmla="*/ 2147483647 h 510"/>
                      <a:gd name="T62" fmla="*/ 2147483647 w 1332"/>
                      <a:gd name="T63" fmla="*/ 2147483647 h 510"/>
                      <a:gd name="T64" fmla="*/ 2147483647 w 1332"/>
                      <a:gd name="T65" fmla="*/ 2147483647 h 510"/>
                      <a:gd name="T66" fmla="*/ 2147483647 w 1332"/>
                      <a:gd name="T67" fmla="*/ 2147483647 h 510"/>
                      <a:gd name="T68" fmla="*/ 2147483647 w 1332"/>
                      <a:gd name="T69" fmla="*/ 2147483647 h 510"/>
                      <a:gd name="T70" fmla="*/ 2147483647 w 1332"/>
                      <a:gd name="T71" fmla="*/ 2147483647 h 510"/>
                      <a:gd name="T72" fmla="*/ 2147483647 w 1332"/>
                      <a:gd name="T73" fmla="*/ 2147483647 h 510"/>
                      <a:gd name="T74" fmla="*/ 2147483647 w 1332"/>
                      <a:gd name="T75" fmla="*/ 2147483647 h 510"/>
                      <a:gd name="T76" fmla="*/ 2147483647 w 1332"/>
                      <a:gd name="T77" fmla="*/ 2147483647 h 510"/>
                      <a:gd name="T78" fmla="*/ 2147483647 w 1332"/>
                      <a:gd name="T79" fmla="*/ 2147483647 h 510"/>
                      <a:gd name="T80" fmla="*/ 2147483647 w 1332"/>
                      <a:gd name="T81" fmla="*/ 2147483647 h 510"/>
                      <a:gd name="T82" fmla="*/ 2147483647 w 1332"/>
                      <a:gd name="T83" fmla="*/ 2147483647 h 510"/>
                      <a:gd name="T84" fmla="*/ 2147483647 w 1332"/>
                      <a:gd name="T85" fmla="*/ 2147483647 h 510"/>
                      <a:gd name="T86" fmla="*/ 2147483647 w 1332"/>
                      <a:gd name="T87" fmla="*/ 2147483647 h 510"/>
                      <a:gd name="T88" fmla="*/ 2147483647 w 1332"/>
                      <a:gd name="T89" fmla="*/ 2147483647 h 510"/>
                      <a:gd name="T90" fmla="*/ 2147483647 w 1332"/>
                      <a:gd name="T91" fmla="*/ 2147483647 h 510"/>
                      <a:gd name="T92" fmla="*/ 2147483647 w 1332"/>
                      <a:gd name="T93" fmla="*/ 2147483647 h 510"/>
                      <a:gd name="T94" fmla="*/ 2147483647 w 1332"/>
                      <a:gd name="T95" fmla="*/ 2147483647 h 510"/>
                      <a:gd name="T96" fmla="*/ 2147483647 w 1332"/>
                      <a:gd name="T97" fmla="*/ 2147483647 h 510"/>
                      <a:gd name="T98" fmla="*/ 2147483647 w 1332"/>
                      <a:gd name="T99" fmla="*/ 2147483647 h 510"/>
                      <a:gd name="T100" fmla="*/ 2147483647 w 1332"/>
                      <a:gd name="T101" fmla="*/ 2147483647 h 510"/>
                      <a:gd name="T102" fmla="*/ 2147483647 w 1332"/>
                      <a:gd name="T103" fmla="*/ 2147483647 h 510"/>
                      <a:gd name="T104" fmla="*/ 2147483647 w 1332"/>
                      <a:gd name="T105" fmla="*/ 2147483647 h 510"/>
                      <a:gd name="T106" fmla="*/ 2147483647 w 1332"/>
                      <a:gd name="T107" fmla="*/ 2147483647 h 510"/>
                      <a:gd name="T108" fmla="*/ 2147483647 w 1332"/>
                      <a:gd name="T109" fmla="*/ 2147483647 h 510"/>
                      <a:gd name="T110" fmla="*/ 2147483647 w 1332"/>
                      <a:gd name="T111" fmla="*/ 2147483647 h 510"/>
                      <a:gd name="T112" fmla="*/ 2147483647 w 1332"/>
                      <a:gd name="T113" fmla="*/ 2147483647 h 510"/>
                      <a:gd name="T114" fmla="*/ 2147483647 w 1332"/>
                      <a:gd name="T115" fmla="*/ 2147483647 h 51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332"/>
                      <a:gd name="T175" fmla="*/ 0 h 510"/>
                      <a:gd name="T176" fmla="*/ 1332 w 1332"/>
                      <a:gd name="T177" fmla="*/ 510 h 51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332" h="510">
                        <a:moveTo>
                          <a:pt x="6" y="192"/>
                        </a:moveTo>
                        <a:lnTo>
                          <a:pt x="24" y="186"/>
                        </a:lnTo>
                        <a:lnTo>
                          <a:pt x="30" y="174"/>
                        </a:lnTo>
                        <a:lnTo>
                          <a:pt x="0" y="174"/>
                        </a:lnTo>
                        <a:lnTo>
                          <a:pt x="6" y="192"/>
                        </a:lnTo>
                        <a:close/>
                        <a:moveTo>
                          <a:pt x="42" y="162"/>
                        </a:moveTo>
                        <a:lnTo>
                          <a:pt x="42" y="168"/>
                        </a:lnTo>
                        <a:lnTo>
                          <a:pt x="48" y="174"/>
                        </a:lnTo>
                        <a:lnTo>
                          <a:pt x="60" y="174"/>
                        </a:lnTo>
                        <a:lnTo>
                          <a:pt x="60" y="162"/>
                        </a:lnTo>
                        <a:lnTo>
                          <a:pt x="54" y="156"/>
                        </a:lnTo>
                        <a:lnTo>
                          <a:pt x="54" y="150"/>
                        </a:lnTo>
                        <a:lnTo>
                          <a:pt x="48" y="150"/>
                        </a:lnTo>
                        <a:lnTo>
                          <a:pt x="48" y="156"/>
                        </a:lnTo>
                        <a:lnTo>
                          <a:pt x="42" y="162"/>
                        </a:lnTo>
                        <a:close/>
                        <a:moveTo>
                          <a:pt x="96" y="138"/>
                        </a:moveTo>
                        <a:lnTo>
                          <a:pt x="66" y="138"/>
                        </a:lnTo>
                        <a:lnTo>
                          <a:pt x="66" y="174"/>
                        </a:lnTo>
                        <a:lnTo>
                          <a:pt x="78" y="150"/>
                        </a:lnTo>
                        <a:lnTo>
                          <a:pt x="96" y="138"/>
                        </a:lnTo>
                        <a:close/>
                        <a:moveTo>
                          <a:pt x="1332" y="402"/>
                        </a:moveTo>
                        <a:lnTo>
                          <a:pt x="1332" y="390"/>
                        </a:lnTo>
                        <a:lnTo>
                          <a:pt x="1308" y="384"/>
                        </a:lnTo>
                        <a:lnTo>
                          <a:pt x="1308" y="354"/>
                        </a:lnTo>
                        <a:lnTo>
                          <a:pt x="1272" y="336"/>
                        </a:lnTo>
                        <a:lnTo>
                          <a:pt x="1278" y="330"/>
                        </a:lnTo>
                        <a:lnTo>
                          <a:pt x="1284" y="318"/>
                        </a:lnTo>
                        <a:lnTo>
                          <a:pt x="1284" y="312"/>
                        </a:lnTo>
                        <a:lnTo>
                          <a:pt x="1290" y="306"/>
                        </a:lnTo>
                        <a:lnTo>
                          <a:pt x="1284" y="306"/>
                        </a:lnTo>
                        <a:lnTo>
                          <a:pt x="1278" y="300"/>
                        </a:lnTo>
                        <a:lnTo>
                          <a:pt x="1278" y="288"/>
                        </a:lnTo>
                        <a:lnTo>
                          <a:pt x="1266" y="276"/>
                        </a:lnTo>
                        <a:lnTo>
                          <a:pt x="1266" y="246"/>
                        </a:lnTo>
                        <a:lnTo>
                          <a:pt x="1248" y="222"/>
                        </a:lnTo>
                        <a:lnTo>
                          <a:pt x="1272" y="222"/>
                        </a:lnTo>
                        <a:lnTo>
                          <a:pt x="1272" y="216"/>
                        </a:lnTo>
                        <a:lnTo>
                          <a:pt x="1278" y="210"/>
                        </a:lnTo>
                        <a:lnTo>
                          <a:pt x="1272" y="198"/>
                        </a:lnTo>
                        <a:lnTo>
                          <a:pt x="1272" y="186"/>
                        </a:lnTo>
                        <a:lnTo>
                          <a:pt x="1266" y="180"/>
                        </a:lnTo>
                        <a:lnTo>
                          <a:pt x="1266" y="174"/>
                        </a:lnTo>
                        <a:lnTo>
                          <a:pt x="1260" y="174"/>
                        </a:lnTo>
                        <a:lnTo>
                          <a:pt x="1248" y="180"/>
                        </a:lnTo>
                        <a:lnTo>
                          <a:pt x="1236" y="180"/>
                        </a:lnTo>
                        <a:lnTo>
                          <a:pt x="1224" y="174"/>
                        </a:lnTo>
                        <a:lnTo>
                          <a:pt x="1218" y="168"/>
                        </a:lnTo>
                        <a:lnTo>
                          <a:pt x="1212" y="156"/>
                        </a:lnTo>
                        <a:lnTo>
                          <a:pt x="1212" y="144"/>
                        </a:lnTo>
                        <a:lnTo>
                          <a:pt x="1200" y="108"/>
                        </a:lnTo>
                        <a:lnTo>
                          <a:pt x="1194" y="96"/>
                        </a:lnTo>
                        <a:lnTo>
                          <a:pt x="1194" y="84"/>
                        </a:lnTo>
                        <a:lnTo>
                          <a:pt x="1188" y="78"/>
                        </a:lnTo>
                        <a:lnTo>
                          <a:pt x="1164" y="78"/>
                        </a:lnTo>
                        <a:lnTo>
                          <a:pt x="1164" y="72"/>
                        </a:lnTo>
                        <a:lnTo>
                          <a:pt x="1158" y="60"/>
                        </a:lnTo>
                        <a:lnTo>
                          <a:pt x="1152" y="54"/>
                        </a:lnTo>
                        <a:lnTo>
                          <a:pt x="1140" y="48"/>
                        </a:lnTo>
                        <a:lnTo>
                          <a:pt x="1128" y="48"/>
                        </a:lnTo>
                        <a:lnTo>
                          <a:pt x="1116" y="54"/>
                        </a:lnTo>
                        <a:lnTo>
                          <a:pt x="1110" y="60"/>
                        </a:lnTo>
                        <a:lnTo>
                          <a:pt x="1074" y="54"/>
                        </a:lnTo>
                        <a:lnTo>
                          <a:pt x="1062" y="66"/>
                        </a:lnTo>
                        <a:lnTo>
                          <a:pt x="1026" y="90"/>
                        </a:lnTo>
                        <a:lnTo>
                          <a:pt x="1014" y="96"/>
                        </a:lnTo>
                        <a:lnTo>
                          <a:pt x="930" y="96"/>
                        </a:lnTo>
                        <a:lnTo>
                          <a:pt x="876" y="108"/>
                        </a:lnTo>
                        <a:lnTo>
                          <a:pt x="810" y="84"/>
                        </a:lnTo>
                        <a:lnTo>
                          <a:pt x="786" y="96"/>
                        </a:lnTo>
                        <a:lnTo>
                          <a:pt x="786" y="90"/>
                        </a:lnTo>
                        <a:lnTo>
                          <a:pt x="780" y="84"/>
                        </a:lnTo>
                        <a:lnTo>
                          <a:pt x="774" y="72"/>
                        </a:lnTo>
                        <a:lnTo>
                          <a:pt x="768" y="66"/>
                        </a:lnTo>
                        <a:lnTo>
                          <a:pt x="756" y="66"/>
                        </a:lnTo>
                        <a:lnTo>
                          <a:pt x="744" y="72"/>
                        </a:lnTo>
                        <a:lnTo>
                          <a:pt x="738" y="78"/>
                        </a:lnTo>
                        <a:lnTo>
                          <a:pt x="708" y="60"/>
                        </a:lnTo>
                        <a:lnTo>
                          <a:pt x="708" y="36"/>
                        </a:lnTo>
                        <a:lnTo>
                          <a:pt x="660" y="48"/>
                        </a:lnTo>
                        <a:lnTo>
                          <a:pt x="636" y="30"/>
                        </a:lnTo>
                        <a:lnTo>
                          <a:pt x="630" y="12"/>
                        </a:lnTo>
                        <a:lnTo>
                          <a:pt x="624" y="12"/>
                        </a:lnTo>
                        <a:lnTo>
                          <a:pt x="618" y="18"/>
                        </a:lnTo>
                        <a:lnTo>
                          <a:pt x="600" y="18"/>
                        </a:lnTo>
                        <a:lnTo>
                          <a:pt x="588" y="24"/>
                        </a:lnTo>
                        <a:lnTo>
                          <a:pt x="558" y="24"/>
                        </a:lnTo>
                        <a:lnTo>
                          <a:pt x="534" y="18"/>
                        </a:lnTo>
                        <a:lnTo>
                          <a:pt x="504" y="18"/>
                        </a:lnTo>
                        <a:lnTo>
                          <a:pt x="492" y="24"/>
                        </a:lnTo>
                        <a:lnTo>
                          <a:pt x="456" y="36"/>
                        </a:lnTo>
                        <a:lnTo>
                          <a:pt x="444" y="42"/>
                        </a:lnTo>
                        <a:lnTo>
                          <a:pt x="438" y="48"/>
                        </a:lnTo>
                        <a:lnTo>
                          <a:pt x="426" y="54"/>
                        </a:lnTo>
                        <a:lnTo>
                          <a:pt x="414" y="66"/>
                        </a:lnTo>
                        <a:lnTo>
                          <a:pt x="408" y="66"/>
                        </a:lnTo>
                        <a:lnTo>
                          <a:pt x="396" y="90"/>
                        </a:lnTo>
                        <a:lnTo>
                          <a:pt x="378" y="90"/>
                        </a:lnTo>
                        <a:lnTo>
                          <a:pt x="354" y="84"/>
                        </a:lnTo>
                        <a:lnTo>
                          <a:pt x="294" y="84"/>
                        </a:lnTo>
                        <a:lnTo>
                          <a:pt x="282" y="78"/>
                        </a:lnTo>
                        <a:lnTo>
                          <a:pt x="264" y="78"/>
                        </a:lnTo>
                        <a:lnTo>
                          <a:pt x="252" y="72"/>
                        </a:lnTo>
                        <a:lnTo>
                          <a:pt x="240" y="72"/>
                        </a:lnTo>
                        <a:lnTo>
                          <a:pt x="234" y="66"/>
                        </a:lnTo>
                        <a:lnTo>
                          <a:pt x="198" y="66"/>
                        </a:lnTo>
                        <a:lnTo>
                          <a:pt x="186" y="54"/>
                        </a:lnTo>
                        <a:lnTo>
                          <a:pt x="180" y="36"/>
                        </a:lnTo>
                        <a:lnTo>
                          <a:pt x="180" y="24"/>
                        </a:lnTo>
                        <a:lnTo>
                          <a:pt x="168" y="24"/>
                        </a:lnTo>
                        <a:lnTo>
                          <a:pt x="156" y="18"/>
                        </a:lnTo>
                        <a:lnTo>
                          <a:pt x="144" y="18"/>
                        </a:lnTo>
                        <a:lnTo>
                          <a:pt x="132" y="0"/>
                        </a:lnTo>
                        <a:lnTo>
                          <a:pt x="120" y="18"/>
                        </a:lnTo>
                        <a:lnTo>
                          <a:pt x="90" y="12"/>
                        </a:lnTo>
                        <a:lnTo>
                          <a:pt x="72" y="36"/>
                        </a:lnTo>
                        <a:lnTo>
                          <a:pt x="78" y="42"/>
                        </a:lnTo>
                        <a:lnTo>
                          <a:pt x="90" y="42"/>
                        </a:lnTo>
                        <a:lnTo>
                          <a:pt x="90" y="48"/>
                        </a:lnTo>
                        <a:lnTo>
                          <a:pt x="96" y="54"/>
                        </a:lnTo>
                        <a:lnTo>
                          <a:pt x="96" y="66"/>
                        </a:lnTo>
                        <a:lnTo>
                          <a:pt x="78" y="66"/>
                        </a:lnTo>
                        <a:lnTo>
                          <a:pt x="72" y="72"/>
                        </a:lnTo>
                        <a:lnTo>
                          <a:pt x="72" y="78"/>
                        </a:lnTo>
                        <a:lnTo>
                          <a:pt x="78" y="84"/>
                        </a:lnTo>
                        <a:lnTo>
                          <a:pt x="78" y="96"/>
                        </a:lnTo>
                        <a:lnTo>
                          <a:pt x="72" y="108"/>
                        </a:lnTo>
                        <a:lnTo>
                          <a:pt x="72" y="114"/>
                        </a:lnTo>
                        <a:lnTo>
                          <a:pt x="66" y="120"/>
                        </a:lnTo>
                        <a:lnTo>
                          <a:pt x="66" y="132"/>
                        </a:lnTo>
                        <a:lnTo>
                          <a:pt x="72" y="132"/>
                        </a:lnTo>
                        <a:lnTo>
                          <a:pt x="90" y="126"/>
                        </a:lnTo>
                        <a:lnTo>
                          <a:pt x="102" y="126"/>
                        </a:lnTo>
                        <a:lnTo>
                          <a:pt x="108" y="120"/>
                        </a:lnTo>
                        <a:lnTo>
                          <a:pt x="114" y="120"/>
                        </a:lnTo>
                        <a:lnTo>
                          <a:pt x="114" y="132"/>
                        </a:lnTo>
                        <a:lnTo>
                          <a:pt x="120" y="132"/>
                        </a:lnTo>
                        <a:lnTo>
                          <a:pt x="126" y="126"/>
                        </a:lnTo>
                        <a:lnTo>
                          <a:pt x="138" y="120"/>
                        </a:lnTo>
                        <a:lnTo>
                          <a:pt x="162" y="96"/>
                        </a:lnTo>
                        <a:lnTo>
                          <a:pt x="168" y="96"/>
                        </a:lnTo>
                        <a:lnTo>
                          <a:pt x="174" y="90"/>
                        </a:lnTo>
                        <a:lnTo>
                          <a:pt x="186" y="90"/>
                        </a:lnTo>
                        <a:lnTo>
                          <a:pt x="204" y="84"/>
                        </a:lnTo>
                        <a:lnTo>
                          <a:pt x="216" y="84"/>
                        </a:lnTo>
                        <a:lnTo>
                          <a:pt x="252" y="102"/>
                        </a:lnTo>
                        <a:lnTo>
                          <a:pt x="270" y="108"/>
                        </a:lnTo>
                        <a:lnTo>
                          <a:pt x="282" y="108"/>
                        </a:lnTo>
                        <a:lnTo>
                          <a:pt x="288" y="114"/>
                        </a:lnTo>
                        <a:lnTo>
                          <a:pt x="294" y="114"/>
                        </a:lnTo>
                        <a:lnTo>
                          <a:pt x="270" y="114"/>
                        </a:lnTo>
                        <a:lnTo>
                          <a:pt x="258" y="120"/>
                        </a:lnTo>
                        <a:lnTo>
                          <a:pt x="246" y="120"/>
                        </a:lnTo>
                        <a:lnTo>
                          <a:pt x="246" y="132"/>
                        </a:lnTo>
                        <a:lnTo>
                          <a:pt x="240" y="138"/>
                        </a:lnTo>
                        <a:lnTo>
                          <a:pt x="186" y="144"/>
                        </a:lnTo>
                        <a:lnTo>
                          <a:pt x="138" y="138"/>
                        </a:lnTo>
                        <a:lnTo>
                          <a:pt x="120" y="138"/>
                        </a:lnTo>
                        <a:lnTo>
                          <a:pt x="96" y="150"/>
                        </a:lnTo>
                        <a:lnTo>
                          <a:pt x="84" y="162"/>
                        </a:lnTo>
                        <a:lnTo>
                          <a:pt x="84" y="174"/>
                        </a:lnTo>
                        <a:lnTo>
                          <a:pt x="78" y="192"/>
                        </a:lnTo>
                        <a:lnTo>
                          <a:pt x="78" y="204"/>
                        </a:lnTo>
                        <a:lnTo>
                          <a:pt x="72" y="210"/>
                        </a:lnTo>
                        <a:lnTo>
                          <a:pt x="72" y="216"/>
                        </a:lnTo>
                        <a:lnTo>
                          <a:pt x="114" y="216"/>
                        </a:lnTo>
                        <a:lnTo>
                          <a:pt x="114" y="240"/>
                        </a:lnTo>
                        <a:lnTo>
                          <a:pt x="120" y="246"/>
                        </a:lnTo>
                        <a:lnTo>
                          <a:pt x="126" y="258"/>
                        </a:lnTo>
                        <a:lnTo>
                          <a:pt x="132" y="264"/>
                        </a:lnTo>
                        <a:lnTo>
                          <a:pt x="126" y="282"/>
                        </a:lnTo>
                        <a:lnTo>
                          <a:pt x="138" y="300"/>
                        </a:lnTo>
                        <a:lnTo>
                          <a:pt x="126" y="318"/>
                        </a:lnTo>
                        <a:lnTo>
                          <a:pt x="162" y="354"/>
                        </a:lnTo>
                        <a:lnTo>
                          <a:pt x="156" y="390"/>
                        </a:lnTo>
                        <a:lnTo>
                          <a:pt x="210" y="414"/>
                        </a:lnTo>
                        <a:lnTo>
                          <a:pt x="216" y="444"/>
                        </a:lnTo>
                        <a:lnTo>
                          <a:pt x="216" y="438"/>
                        </a:lnTo>
                        <a:lnTo>
                          <a:pt x="222" y="438"/>
                        </a:lnTo>
                        <a:lnTo>
                          <a:pt x="222" y="432"/>
                        </a:lnTo>
                        <a:lnTo>
                          <a:pt x="228" y="432"/>
                        </a:lnTo>
                        <a:lnTo>
                          <a:pt x="252" y="444"/>
                        </a:lnTo>
                        <a:lnTo>
                          <a:pt x="258" y="444"/>
                        </a:lnTo>
                        <a:lnTo>
                          <a:pt x="264" y="450"/>
                        </a:lnTo>
                        <a:lnTo>
                          <a:pt x="270" y="462"/>
                        </a:lnTo>
                        <a:lnTo>
                          <a:pt x="282" y="468"/>
                        </a:lnTo>
                        <a:lnTo>
                          <a:pt x="294" y="468"/>
                        </a:lnTo>
                        <a:lnTo>
                          <a:pt x="312" y="474"/>
                        </a:lnTo>
                        <a:lnTo>
                          <a:pt x="372" y="474"/>
                        </a:lnTo>
                        <a:lnTo>
                          <a:pt x="372" y="450"/>
                        </a:lnTo>
                        <a:lnTo>
                          <a:pt x="378" y="438"/>
                        </a:lnTo>
                        <a:lnTo>
                          <a:pt x="390" y="426"/>
                        </a:lnTo>
                        <a:lnTo>
                          <a:pt x="408" y="426"/>
                        </a:lnTo>
                        <a:lnTo>
                          <a:pt x="432" y="432"/>
                        </a:lnTo>
                        <a:lnTo>
                          <a:pt x="468" y="444"/>
                        </a:lnTo>
                        <a:lnTo>
                          <a:pt x="474" y="450"/>
                        </a:lnTo>
                        <a:lnTo>
                          <a:pt x="480" y="450"/>
                        </a:lnTo>
                        <a:lnTo>
                          <a:pt x="480" y="456"/>
                        </a:lnTo>
                        <a:lnTo>
                          <a:pt x="486" y="468"/>
                        </a:lnTo>
                        <a:lnTo>
                          <a:pt x="486" y="474"/>
                        </a:lnTo>
                        <a:lnTo>
                          <a:pt x="492" y="480"/>
                        </a:lnTo>
                        <a:lnTo>
                          <a:pt x="504" y="486"/>
                        </a:lnTo>
                        <a:lnTo>
                          <a:pt x="564" y="486"/>
                        </a:lnTo>
                        <a:lnTo>
                          <a:pt x="576" y="480"/>
                        </a:lnTo>
                        <a:lnTo>
                          <a:pt x="594" y="474"/>
                        </a:lnTo>
                        <a:lnTo>
                          <a:pt x="606" y="462"/>
                        </a:lnTo>
                        <a:lnTo>
                          <a:pt x="618" y="456"/>
                        </a:lnTo>
                        <a:lnTo>
                          <a:pt x="630" y="444"/>
                        </a:lnTo>
                        <a:lnTo>
                          <a:pt x="648" y="438"/>
                        </a:lnTo>
                        <a:lnTo>
                          <a:pt x="660" y="432"/>
                        </a:lnTo>
                        <a:lnTo>
                          <a:pt x="672" y="432"/>
                        </a:lnTo>
                        <a:lnTo>
                          <a:pt x="684" y="438"/>
                        </a:lnTo>
                        <a:lnTo>
                          <a:pt x="690" y="444"/>
                        </a:lnTo>
                        <a:lnTo>
                          <a:pt x="696" y="444"/>
                        </a:lnTo>
                        <a:lnTo>
                          <a:pt x="702" y="450"/>
                        </a:lnTo>
                        <a:lnTo>
                          <a:pt x="714" y="450"/>
                        </a:lnTo>
                        <a:lnTo>
                          <a:pt x="726" y="444"/>
                        </a:lnTo>
                        <a:lnTo>
                          <a:pt x="732" y="432"/>
                        </a:lnTo>
                        <a:lnTo>
                          <a:pt x="744" y="420"/>
                        </a:lnTo>
                        <a:lnTo>
                          <a:pt x="756" y="432"/>
                        </a:lnTo>
                        <a:lnTo>
                          <a:pt x="756" y="444"/>
                        </a:lnTo>
                        <a:lnTo>
                          <a:pt x="750" y="450"/>
                        </a:lnTo>
                        <a:lnTo>
                          <a:pt x="744" y="462"/>
                        </a:lnTo>
                        <a:lnTo>
                          <a:pt x="744" y="468"/>
                        </a:lnTo>
                        <a:lnTo>
                          <a:pt x="738" y="474"/>
                        </a:lnTo>
                        <a:lnTo>
                          <a:pt x="738" y="486"/>
                        </a:lnTo>
                        <a:lnTo>
                          <a:pt x="744" y="492"/>
                        </a:lnTo>
                        <a:lnTo>
                          <a:pt x="744" y="498"/>
                        </a:lnTo>
                        <a:lnTo>
                          <a:pt x="756" y="510"/>
                        </a:lnTo>
                        <a:lnTo>
                          <a:pt x="768" y="510"/>
                        </a:lnTo>
                        <a:lnTo>
                          <a:pt x="768" y="504"/>
                        </a:lnTo>
                        <a:lnTo>
                          <a:pt x="774" y="498"/>
                        </a:lnTo>
                        <a:lnTo>
                          <a:pt x="774" y="480"/>
                        </a:lnTo>
                        <a:lnTo>
                          <a:pt x="780" y="486"/>
                        </a:lnTo>
                        <a:lnTo>
                          <a:pt x="792" y="486"/>
                        </a:lnTo>
                        <a:lnTo>
                          <a:pt x="792" y="462"/>
                        </a:lnTo>
                        <a:lnTo>
                          <a:pt x="786" y="462"/>
                        </a:lnTo>
                        <a:lnTo>
                          <a:pt x="786" y="432"/>
                        </a:lnTo>
                        <a:lnTo>
                          <a:pt x="810" y="432"/>
                        </a:lnTo>
                        <a:lnTo>
                          <a:pt x="804" y="438"/>
                        </a:lnTo>
                        <a:lnTo>
                          <a:pt x="804" y="444"/>
                        </a:lnTo>
                        <a:lnTo>
                          <a:pt x="840" y="444"/>
                        </a:lnTo>
                        <a:lnTo>
                          <a:pt x="858" y="438"/>
                        </a:lnTo>
                        <a:lnTo>
                          <a:pt x="864" y="432"/>
                        </a:lnTo>
                        <a:lnTo>
                          <a:pt x="870" y="432"/>
                        </a:lnTo>
                        <a:lnTo>
                          <a:pt x="888" y="414"/>
                        </a:lnTo>
                        <a:lnTo>
                          <a:pt x="894" y="414"/>
                        </a:lnTo>
                        <a:lnTo>
                          <a:pt x="900" y="420"/>
                        </a:lnTo>
                        <a:lnTo>
                          <a:pt x="912" y="426"/>
                        </a:lnTo>
                        <a:lnTo>
                          <a:pt x="924" y="438"/>
                        </a:lnTo>
                        <a:lnTo>
                          <a:pt x="942" y="438"/>
                        </a:lnTo>
                        <a:lnTo>
                          <a:pt x="954" y="444"/>
                        </a:lnTo>
                        <a:lnTo>
                          <a:pt x="966" y="444"/>
                        </a:lnTo>
                        <a:lnTo>
                          <a:pt x="978" y="438"/>
                        </a:lnTo>
                        <a:lnTo>
                          <a:pt x="996" y="438"/>
                        </a:lnTo>
                        <a:lnTo>
                          <a:pt x="1002" y="432"/>
                        </a:lnTo>
                        <a:lnTo>
                          <a:pt x="1014" y="426"/>
                        </a:lnTo>
                        <a:lnTo>
                          <a:pt x="1026" y="414"/>
                        </a:lnTo>
                        <a:lnTo>
                          <a:pt x="1038" y="408"/>
                        </a:lnTo>
                        <a:lnTo>
                          <a:pt x="1086" y="408"/>
                        </a:lnTo>
                        <a:lnTo>
                          <a:pt x="1092" y="414"/>
                        </a:lnTo>
                        <a:lnTo>
                          <a:pt x="1110" y="414"/>
                        </a:lnTo>
                        <a:lnTo>
                          <a:pt x="1122" y="402"/>
                        </a:lnTo>
                        <a:lnTo>
                          <a:pt x="1146" y="402"/>
                        </a:lnTo>
                        <a:lnTo>
                          <a:pt x="1152" y="390"/>
                        </a:lnTo>
                        <a:lnTo>
                          <a:pt x="1152" y="384"/>
                        </a:lnTo>
                        <a:lnTo>
                          <a:pt x="1158" y="384"/>
                        </a:lnTo>
                        <a:lnTo>
                          <a:pt x="1158" y="408"/>
                        </a:lnTo>
                        <a:lnTo>
                          <a:pt x="1164" y="414"/>
                        </a:lnTo>
                        <a:lnTo>
                          <a:pt x="1170" y="414"/>
                        </a:lnTo>
                        <a:lnTo>
                          <a:pt x="1182" y="408"/>
                        </a:lnTo>
                        <a:lnTo>
                          <a:pt x="1188" y="402"/>
                        </a:lnTo>
                        <a:lnTo>
                          <a:pt x="1188" y="390"/>
                        </a:lnTo>
                        <a:lnTo>
                          <a:pt x="1230" y="390"/>
                        </a:lnTo>
                        <a:lnTo>
                          <a:pt x="1242" y="402"/>
                        </a:lnTo>
                        <a:lnTo>
                          <a:pt x="1254" y="402"/>
                        </a:lnTo>
                        <a:lnTo>
                          <a:pt x="1260" y="396"/>
                        </a:lnTo>
                        <a:lnTo>
                          <a:pt x="1260" y="390"/>
                        </a:lnTo>
                        <a:lnTo>
                          <a:pt x="1284" y="390"/>
                        </a:lnTo>
                        <a:lnTo>
                          <a:pt x="1290" y="396"/>
                        </a:lnTo>
                        <a:lnTo>
                          <a:pt x="1290" y="414"/>
                        </a:lnTo>
                        <a:lnTo>
                          <a:pt x="1332" y="402"/>
                        </a:lnTo>
                        <a:close/>
                        <a:moveTo>
                          <a:pt x="102" y="282"/>
                        </a:moveTo>
                        <a:lnTo>
                          <a:pt x="96" y="282"/>
                        </a:lnTo>
                        <a:lnTo>
                          <a:pt x="96" y="312"/>
                        </a:lnTo>
                        <a:lnTo>
                          <a:pt x="102" y="324"/>
                        </a:lnTo>
                        <a:lnTo>
                          <a:pt x="108" y="330"/>
                        </a:lnTo>
                        <a:lnTo>
                          <a:pt x="114" y="324"/>
                        </a:lnTo>
                        <a:lnTo>
                          <a:pt x="114" y="318"/>
                        </a:lnTo>
                        <a:lnTo>
                          <a:pt x="120" y="312"/>
                        </a:lnTo>
                        <a:lnTo>
                          <a:pt x="120" y="300"/>
                        </a:lnTo>
                        <a:lnTo>
                          <a:pt x="102" y="28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06" name="Tajikistan" descr="© INSCALE GmbH, 05.05.2010&#10;http://www.presentationload.com/">
                    <a:extLst>
                      <a:ext uri="{FF2B5EF4-FFF2-40B4-BE49-F238E27FC236}">
                        <a16:creationId xmlns:a16="http://schemas.microsoft.com/office/drawing/2014/main" id="{5EF1CFD3-F95C-E3BE-8B52-242CD268F2B0}"/>
                      </a:ext>
                    </a:extLst>
                  </p:cNvPr>
                  <p:cNvSpPr>
                    <a:spLocks/>
                  </p:cNvSpPr>
                  <p:nvPr/>
                </p:nvSpPr>
                <p:spPr bwMode="gray">
                  <a:xfrm>
                    <a:off x="3793" y="1732"/>
                    <a:ext cx="140" cy="88"/>
                  </a:xfrm>
                  <a:custGeom>
                    <a:avLst/>
                    <a:gdLst>
                      <a:gd name="T0" fmla="*/ 2147483647 w 552"/>
                      <a:gd name="T1" fmla="*/ 2147483647 h 348"/>
                      <a:gd name="T2" fmla="*/ 2147483647 w 552"/>
                      <a:gd name="T3" fmla="*/ 2147483647 h 348"/>
                      <a:gd name="T4" fmla="*/ 2147483647 w 552"/>
                      <a:gd name="T5" fmla="*/ 2147483647 h 348"/>
                      <a:gd name="T6" fmla="*/ 2147483647 w 552"/>
                      <a:gd name="T7" fmla="*/ 2147483647 h 348"/>
                      <a:gd name="T8" fmla="*/ 2147483647 w 552"/>
                      <a:gd name="T9" fmla="*/ 2147483647 h 348"/>
                      <a:gd name="T10" fmla="*/ 2147483647 w 552"/>
                      <a:gd name="T11" fmla="*/ 2147483647 h 348"/>
                      <a:gd name="T12" fmla="*/ 2147483647 w 552"/>
                      <a:gd name="T13" fmla="*/ 2147483647 h 348"/>
                      <a:gd name="T14" fmla="*/ 2147483647 w 552"/>
                      <a:gd name="T15" fmla="*/ 2147483647 h 348"/>
                      <a:gd name="T16" fmla="*/ 2147483647 w 552"/>
                      <a:gd name="T17" fmla="*/ 2147483647 h 348"/>
                      <a:gd name="T18" fmla="*/ 2147483647 w 552"/>
                      <a:gd name="T19" fmla="*/ 2147483647 h 348"/>
                      <a:gd name="T20" fmla="*/ 2147483647 w 552"/>
                      <a:gd name="T21" fmla="*/ 2147483647 h 348"/>
                      <a:gd name="T22" fmla="*/ 2147483647 w 552"/>
                      <a:gd name="T23" fmla="*/ 2147483647 h 348"/>
                      <a:gd name="T24" fmla="*/ 2147483647 w 552"/>
                      <a:gd name="T25" fmla="*/ 2147483647 h 348"/>
                      <a:gd name="T26" fmla="*/ 2147483647 w 552"/>
                      <a:gd name="T27" fmla="*/ 2147483647 h 348"/>
                      <a:gd name="T28" fmla="*/ 2147483647 w 552"/>
                      <a:gd name="T29" fmla="*/ 2147483647 h 348"/>
                      <a:gd name="T30" fmla="*/ 2147483647 w 552"/>
                      <a:gd name="T31" fmla="*/ 2147483647 h 348"/>
                      <a:gd name="T32" fmla="*/ 2147483647 w 552"/>
                      <a:gd name="T33" fmla="*/ 2147483647 h 348"/>
                      <a:gd name="T34" fmla="*/ 2147483647 w 552"/>
                      <a:gd name="T35" fmla="*/ 2147483647 h 348"/>
                      <a:gd name="T36" fmla="*/ 2147483647 w 552"/>
                      <a:gd name="T37" fmla="*/ 2147483647 h 348"/>
                      <a:gd name="T38" fmla="*/ 2147483647 w 552"/>
                      <a:gd name="T39" fmla="*/ 0 h 348"/>
                      <a:gd name="T40" fmla="*/ 2147483647 w 552"/>
                      <a:gd name="T41" fmla="*/ 2147483647 h 348"/>
                      <a:gd name="T42" fmla="*/ 2147483647 w 552"/>
                      <a:gd name="T43" fmla="*/ 2147483647 h 348"/>
                      <a:gd name="T44" fmla="*/ 2147483647 w 552"/>
                      <a:gd name="T45" fmla="*/ 2147483647 h 348"/>
                      <a:gd name="T46" fmla="*/ 2147483647 w 552"/>
                      <a:gd name="T47" fmla="*/ 2147483647 h 348"/>
                      <a:gd name="T48" fmla="*/ 2147483647 w 552"/>
                      <a:gd name="T49" fmla="*/ 2147483647 h 348"/>
                      <a:gd name="T50" fmla="*/ 2147483647 w 552"/>
                      <a:gd name="T51" fmla="*/ 2147483647 h 348"/>
                      <a:gd name="T52" fmla="*/ 2147483647 w 552"/>
                      <a:gd name="T53" fmla="*/ 2147483647 h 348"/>
                      <a:gd name="T54" fmla="*/ 2147483647 w 552"/>
                      <a:gd name="T55" fmla="*/ 2147483647 h 348"/>
                      <a:gd name="T56" fmla="*/ 2147483647 w 552"/>
                      <a:gd name="T57" fmla="*/ 2147483647 h 348"/>
                      <a:gd name="T58" fmla="*/ 2147483647 w 552"/>
                      <a:gd name="T59" fmla="*/ 2147483647 h 348"/>
                      <a:gd name="T60" fmla="*/ 2147483647 w 552"/>
                      <a:gd name="T61" fmla="*/ 2147483647 h 348"/>
                      <a:gd name="T62" fmla="*/ 2147483647 w 552"/>
                      <a:gd name="T63" fmla="*/ 2147483647 h 348"/>
                      <a:gd name="T64" fmla="*/ 2147483647 w 552"/>
                      <a:gd name="T65" fmla="*/ 2147483647 h 348"/>
                      <a:gd name="T66" fmla="*/ 2147483647 w 552"/>
                      <a:gd name="T67" fmla="*/ 2147483647 h 348"/>
                      <a:gd name="T68" fmla="*/ 2147483647 w 552"/>
                      <a:gd name="T69" fmla="*/ 2147483647 h 348"/>
                      <a:gd name="T70" fmla="*/ 2147483647 w 552"/>
                      <a:gd name="T71" fmla="*/ 2147483647 h 348"/>
                      <a:gd name="T72" fmla="*/ 2147483647 w 552"/>
                      <a:gd name="T73" fmla="*/ 2147483647 h 348"/>
                      <a:gd name="T74" fmla="*/ 2147483647 w 552"/>
                      <a:gd name="T75" fmla="*/ 2147483647 h 348"/>
                      <a:gd name="T76" fmla="*/ 2147483647 w 552"/>
                      <a:gd name="T77" fmla="*/ 2147483647 h 348"/>
                      <a:gd name="T78" fmla="*/ 2147483647 w 552"/>
                      <a:gd name="T79" fmla="*/ 2147483647 h 348"/>
                      <a:gd name="T80" fmla="*/ 2147483647 w 552"/>
                      <a:gd name="T81" fmla="*/ 2147483647 h 348"/>
                      <a:gd name="T82" fmla="*/ 2147483647 w 552"/>
                      <a:gd name="T83" fmla="*/ 2147483647 h 348"/>
                      <a:gd name="T84" fmla="*/ 2147483647 w 552"/>
                      <a:gd name="T85" fmla="*/ 2147483647 h 348"/>
                      <a:gd name="T86" fmla="*/ 2147483647 w 552"/>
                      <a:gd name="T87" fmla="*/ 2147483647 h 348"/>
                      <a:gd name="T88" fmla="*/ 2147483647 w 552"/>
                      <a:gd name="T89" fmla="*/ 2147483647 h 348"/>
                      <a:gd name="T90" fmla="*/ 2147483647 w 552"/>
                      <a:gd name="T91" fmla="*/ 2147483647 h 348"/>
                      <a:gd name="T92" fmla="*/ 2147483647 w 552"/>
                      <a:gd name="T93" fmla="*/ 2147483647 h 348"/>
                      <a:gd name="T94" fmla="*/ 2147483647 w 552"/>
                      <a:gd name="T95" fmla="*/ 2147483647 h 348"/>
                      <a:gd name="T96" fmla="*/ 2147483647 w 552"/>
                      <a:gd name="T97" fmla="*/ 2147483647 h 348"/>
                      <a:gd name="T98" fmla="*/ 2147483647 w 552"/>
                      <a:gd name="T99" fmla="*/ 2147483647 h 348"/>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552"/>
                      <a:gd name="T151" fmla="*/ 0 h 348"/>
                      <a:gd name="T152" fmla="*/ 552 w 552"/>
                      <a:gd name="T153" fmla="*/ 348 h 348"/>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552" h="348">
                        <a:moveTo>
                          <a:pt x="528" y="270"/>
                        </a:moveTo>
                        <a:lnTo>
                          <a:pt x="516" y="246"/>
                        </a:lnTo>
                        <a:lnTo>
                          <a:pt x="516" y="204"/>
                        </a:lnTo>
                        <a:lnTo>
                          <a:pt x="510" y="198"/>
                        </a:lnTo>
                        <a:lnTo>
                          <a:pt x="498" y="192"/>
                        </a:lnTo>
                        <a:lnTo>
                          <a:pt x="492" y="192"/>
                        </a:lnTo>
                        <a:lnTo>
                          <a:pt x="480" y="186"/>
                        </a:lnTo>
                        <a:lnTo>
                          <a:pt x="456" y="186"/>
                        </a:lnTo>
                        <a:lnTo>
                          <a:pt x="450" y="192"/>
                        </a:lnTo>
                        <a:lnTo>
                          <a:pt x="438" y="192"/>
                        </a:lnTo>
                        <a:lnTo>
                          <a:pt x="426" y="180"/>
                        </a:lnTo>
                        <a:lnTo>
                          <a:pt x="426" y="168"/>
                        </a:lnTo>
                        <a:lnTo>
                          <a:pt x="432" y="156"/>
                        </a:lnTo>
                        <a:lnTo>
                          <a:pt x="432" y="144"/>
                        </a:lnTo>
                        <a:lnTo>
                          <a:pt x="414" y="144"/>
                        </a:lnTo>
                        <a:lnTo>
                          <a:pt x="414" y="120"/>
                        </a:lnTo>
                        <a:lnTo>
                          <a:pt x="396" y="114"/>
                        </a:lnTo>
                        <a:lnTo>
                          <a:pt x="384" y="126"/>
                        </a:lnTo>
                        <a:lnTo>
                          <a:pt x="342" y="126"/>
                        </a:lnTo>
                        <a:lnTo>
                          <a:pt x="336" y="132"/>
                        </a:lnTo>
                        <a:lnTo>
                          <a:pt x="324" y="138"/>
                        </a:lnTo>
                        <a:lnTo>
                          <a:pt x="312" y="138"/>
                        </a:lnTo>
                        <a:lnTo>
                          <a:pt x="312" y="132"/>
                        </a:lnTo>
                        <a:lnTo>
                          <a:pt x="306" y="132"/>
                        </a:lnTo>
                        <a:lnTo>
                          <a:pt x="294" y="138"/>
                        </a:lnTo>
                        <a:lnTo>
                          <a:pt x="264" y="108"/>
                        </a:lnTo>
                        <a:lnTo>
                          <a:pt x="258" y="114"/>
                        </a:lnTo>
                        <a:lnTo>
                          <a:pt x="246" y="120"/>
                        </a:lnTo>
                        <a:lnTo>
                          <a:pt x="240" y="126"/>
                        </a:lnTo>
                        <a:lnTo>
                          <a:pt x="222" y="126"/>
                        </a:lnTo>
                        <a:lnTo>
                          <a:pt x="210" y="114"/>
                        </a:lnTo>
                        <a:lnTo>
                          <a:pt x="186" y="114"/>
                        </a:lnTo>
                        <a:lnTo>
                          <a:pt x="174" y="108"/>
                        </a:lnTo>
                        <a:lnTo>
                          <a:pt x="156" y="108"/>
                        </a:lnTo>
                        <a:lnTo>
                          <a:pt x="150" y="114"/>
                        </a:lnTo>
                        <a:lnTo>
                          <a:pt x="138" y="114"/>
                        </a:lnTo>
                        <a:lnTo>
                          <a:pt x="126" y="120"/>
                        </a:lnTo>
                        <a:lnTo>
                          <a:pt x="120" y="114"/>
                        </a:lnTo>
                        <a:lnTo>
                          <a:pt x="120" y="108"/>
                        </a:lnTo>
                        <a:lnTo>
                          <a:pt x="114" y="102"/>
                        </a:lnTo>
                        <a:lnTo>
                          <a:pt x="114" y="90"/>
                        </a:lnTo>
                        <a:lnTo>
                          <a:pt x="126" y="84"/>
                        </a:lnTo>
                        <a:lnTo>
                          <a:pt x="132" y="78"/>
                        </a:lnTo>
                        <a:lnTo>
                          <a:pt x="132" y="66"/>
                        </a:lnTo>
                        <a:lnTo>
                          <a:pt x="138" y="60"/>
                        </a:lnTo>
                        <a:lnTo>
                          <a:pt x="150" y="60"/>
                        </a:lnTo>
                        <a:lnTo>
                          <a:pt x="186" y="72"/>
                        </a:lnTo>
                        <a:lnTo>
                          <a:pt x="198" y="78"/>
                        </a:lnTo>
                        <a:lnTo>
                          <a:pt x="204" y="78"/>
                        </a:lnTo>
                        <a:lnTo>
                          <a:pt x="210" y="72"/>
                        </a:lnTo>
                        <a:lnTo>
                          <a:pt x="210" y="66"/>
                        </a:lnTo>
                        <a:lnTo>
                          <a:pt x="204" y="60"/>
                        </a:lnTo>
                        <a:lnTo>
                          <a:pt x="198" y="60"/>
                        </a:lnTo>
                        <a:lnTo>
                          <a:pt x="186" y="54"/>
                        </a:lnTo>
                        <a:lnTo>
                          <a:pt x="180" y="48"/>
                        </a:lnTo>
                        <a:lnTo>
                          <a:pt x="174" y="48"/>
                        </a:lnTo>
                        <a:lnTo>
                          <a:pt x="198" y="12"/>
                        </a:lnTo>
                        <a:lnTo>
                          <a:pt x="192" y="6"/>
                        </a:lnTo>
                        <a:lnTo>
                          <a:pt x="180" y="0"/>
                        </a:lnTo>
                        <a:lnTo>
                          <a:pt x="162" y="0"/>
                        </a:lnTo>
                        <a:lnTo>
                          <a:pt x="156" y="12"/>
                        </a:lnTo>
                        <a:lnTo>
                          <a:pt x="144" y="18"/>
                        </a:lnTo>
                        <a:lnTo>
                          <a:pt x="138" y="30"/>
                        </a:lnTo>
                        <a:lnTo>
                          <a:pt x="132" y="30"/>
                        </a:lnTo>
                        <a:lnTo>
                          <a:pt x="114" y="12"/>
                        </a:lnTo>
                        <a:lnTo>
                          <a:pt x="102" y="12"/>
                        </a:lnTo>
                        <a:lnTo>
                          <a:pt x="102" y="24"/>
                        </a:lnTo>
                        <a:lnTo>
                          <a:pt x="96" y="30"/>
                        </a:lnTo>
                        <a:lnTo>
                          <a:pt x="96" y="42"/>
                        </a:lnTo>
                        <a:lnTo>
                          <a:pt x="108" y="54"/>
                        </a:lnTo>
                        <a:lnTo>
                          <a:pt x="108" y="60"/>
                        </a:lnTo>
                        <a:lnTo>
                          <a:pt x="66" y="60"/>
                        </a:lnTo>
                        <a:lnTo>
                          <a:pt x="90" y="84"/>
                        </a:lnTo>
                        <a:lnTo>
                          <a:pt x="72" y="96"/>
                        </a:lnTo>
                        <a:lnTo>
                          <a:pt x="78" y="96"/>
                        </a:lnTo>
                        <a:lnTo>
                          <a:pt x="78" y="108"/>
                        </a:lnTo>
                        <a:lnTo>
                          <a:pt x="54" y="120"/>
                        </a:lnTo>
                        <a:lnTo>
                          <a:pt x="6" y="120"/>
                        </a:lnTo>
                        <a:lnTo>
                          <a:pt x="0" y="126"/>
                        </a:lnTo>
                        <a:lnTo>
                          <a:pt x="0" y="144"/>
                        </a:lnTo>
                        <a:lnTo>
                          <a:pt x="18" y="144"/>
                        </a:lnTo>
                        <a:lnTo>
                          <a:pt x="30" y="156"/>
                        </a:lnTo>
                        <a:lnTo>
                          <a:pt x="36" y="156"/>
                        </a:lnTo>
                        <a:lnTo>
                          <a:pt x="42" y="162"/>
                        </a:lnTo>
                        <a:lnTo>
                          <a:pt x="54" y="162"/>
                        </a:lnTo>
                        <a:lnTo>
                          <a:pt x="66" y="174"/>
                        </a:lnTo>
                        <a:lnTo>
                          <a:pt x="66" y="180"/>
                        </a:lnTo>
                        <a:lnTo>
                          <a:pt x="60" y="186"/>
                        </a:lnTo>
                        <a:lnTo>
                          <a:pt x="60" y="204"/>
                        </a:lnTo>
                        <a:lnTo>
                          <a:pt x="66" y="210"/>
                        </a:lnTo>
                        <a:lnTo>
                          <a:pt x="78" y="216"/>
                        </a:lnTo>
                        <a:lnTo>
                          <a:pt x="90" y="228"/>
                        </a:lnTo>
                        <a:lnTo>
                          <a:pt x="90" y="246"/>
                        </a:lnTo>
                        <a:lnTo>
                          <a:pt x="84" y="258"/>
                        </a:lnTo>
                        <a:lnTo>
                          <a:pt x="72" y="264"/>
                        </a:lnTo>
                        <a:lnTo>
                          <a:pt x="66" y="276"/>
                        </a:lnTo>
                        <a:lnTo>
                          <a:pt x="60" y="282"/>
                        </a:lnTo>
                        <a:lnTo>
                          <a:pt x="60" y="306"/>
                        </a:lnTo>
                        <a:lnTo>
                          <a:pt x="66" y="312"/>
                        </a:lnTo>
                        <a:lnTo>
                          <a:pt x="78" y="318"/>
                        </a:lnTo>
                        <a:lnTo>
                          <a:pt x="84" y="324"/>
                        </a:lnTo>
                        <a:lnTo>
                          <a:pt x="90" y="324"/>
                        </a:lnTo>
                        <a:lnTo>
                          <a:pt x="108" y="306"/>
                        </a:lnTo>
                        <a:lnTo>
                          <a:pt x="120" y="300"/>
                        </a:lnTo>
                        <a:lnTo>
                          <a:pt x="126" y="294"/>
                        </a:lnTo>
                        <a:lnTo>
                          <a:pt x="138" y="294"/>
                        </a:lnTo>
                        <a:lnTo>
                          <a:pt x="144" y="300"/>
                        </a:lnTo>
                        <a:lnTo>
                          <a:pt x="150" y="312"/>
                        </a:lnTo>
                        <a:lnTo>
                          <a:pt x="156" y="318"/>
                        </a:lnTo>
                        <a:lnTo>
                          <a:pt x="162" y="318"/>
                        </a:lnTo>
                        <a:lnTo>
                          <a:pt x="162" y="288"/>
                        </a:lnTo>
                        <a:lnTo>
                          <a:pt x="174" y="276"/>
                        </a:lnTo>
                        <a:lnTo>
                          <a:pt x="186" y="270"/>
                        </a:lnTo>
                        <a:lnTo>
                          <a:pt x="204" y="270"/>
                        </a:lnTo>
                        <a:lnTo>
                          <a:pt x="216" y="282"/>
                        </a:lnTo>
                        <a:lnTo>
                          <a:pt x="222" y="258"/>
                        </a:lnTo>
                        <a:lnTo>
                          <a:pt x="216" y="258"/>
                        </a:lnTo>
                        <a:lnTo>
                          <a:pt x="210" y="252"/>
                        </a:lnTo>
                        <a:lnTo>
                          <a:pt x="210" y="246"/>
                        </a:lnTo>
                        <a:lnTo>
                          <a:pt x="222" y="234"/>
                        </a:lnTo>
                        <a:lnTo>
                          <a:pt x="228" y="234"/>
                        </a:lnTo>
                        <a:lnTo>
                          <a:pt x="234" y="228"/>
                        </a:lnTo>
                        <a:lnTo>
                          <a:pt x="234" y="204"/>
                        </a:lnTo>
                        <a:lnTo>
                          <a:pt x="240" y="198"/>
                        </a:lnTo>
                        <a:lnTo>
                          <a:pt x="258" y="198"/>
                        </a:lnTo>
                        <a:lnTo>
                          <a:pt x="276" y="216"/>
                        </a:lnTo>
                        <a:lnTo>
                          <a:pt x="276" y="246"/>
                        </a:lnTo>
                        <a:lnTo>
                          <a:pt x="294" y="246"/>
                        </a:lnTo>
                        <a:lnTo>
                          <a:pt x="306" y="312"/>
                        </a:lnTo>
                        <a:lnTo>
                          <a:pt x="306" y="318"/>
                        </a:lnTo>
                        <a:lnTo>
                          <a:pt x="336" y="348"/>
                        </a:lnTo>
                        <a:lnTo>
                          <a:pt x="342" y="348"/>
                        </a:lnTo>
                        <a:lnTo>
                          <a:pt x="348" y="342"/>
                        </a:lnTo>
                        <a:lnTo>
                          <a:pt x="360" y="336"/>
                        </a:lnTo>
                        <a:lnTo>
                          <a:pt x="366" y="324"/>
                        </a:lnTo>
                        <a:lnTo>
                          <a:pt x="372" y="318"/>
                        </a:lnTo>
                        <a:lnTo>
                          <a:pt x="390" y="318"/>
                        </a:lnTo>
                        <a:lnTo>
                          <a:pt x="396" y="312"/>
                        </a:lnTo>
                        <a:lnTo>
                          <a:pt x="402" y="300"/>
                        </a:lnTo>
                        <a:lnTo>
                          <a:pt x="408" y="294"/>
                        </a:lnTo>
                        <a:lnTo>
                          <a:pt x="432" y="282"/>
                        </a:lnTo>
                        <a:lnTo>
                          <a:pt x="456" y="282"/>
                        </a:lnTo>
                        <a:lnTo>
                          <a:pt x="456" y="300"/>
                        </a:lnTo>
                        <a:lnTo>
                          <a:pt x="492" y="288"/>
                        </a:lnTo>
                        <a:lnTo>
                          <a:pt x="516" y="288"/>
                        </a:lnTo>
                        <a:lnTo>
                          <a:pt x="522" y="294"/>
                        </a:lnTo>
                        <a:lnTo>
                          <a:pt x="546" y="294"/>
                        </a:lnTo>
                        <a:lnTo>
                          <a:pt x="552" y="288"/>
                        </a:lnTo>
                        <a:lnTo>
                          <a:pt x="540" y="276"/>
                        </a:lnTo>
                        <a:lnTo>
                          <a:pt x="534" y="276"/>
                        </a:lnTo>
                        <a:lnTo>
                          <a:pt x="528" y="27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07" name="Syria" descr="© INSCALE GmbH, 05.05.2010&#10;http://www.presentationload.com/">
                    <a:extLst>
                      <a:ext uri="{FF2B5EF4-FFF2-40B4-BE49-F238E27FC236}">
                        <a16:creationId xmlns:a16="http://schemas.microsoft.com/office/drawing/2014/main" id="{4E0FDE2C-B1FA-C229-1F31-EBCDB9ACA91A}"/>
                      </a:ext>
                    </a:extLst>
                  </p:cNvPr>
                  <p:cNvSpPr>
                    <a:spLocks/>
                  </p:cNvSpPr>
                  <p:nvPr/>
                </p:nvSpPr>
                <p:spPr bwMode="gray">
                  <a:xfrm>
                    <a:off x="3269" y="1804"/>
                    <a:ext cx="114" cy="105"/>
                  </a:xfrm>
                  <a:custGeom>
                    <a:avLst/>
                    <a:gdLst>
                      <a:gd name="T0" fmla="*/ 2147483647 w 450"/>
                      <a:gd name="T1" fmla="*/ 2147483647 h 414"/>
                      <a:gd name="T2" fmla="*/ 2147483647 w 450"/>
                      <a:gd name="T3" fmla="*/ 2147483647 h 414"/>
                      <a:gd name="T4" fmla="*/ 2147483647 w 450"/>
                      <a:gd name="T5" fmla="*/ 2147483647 h 414"/>
                      <a:gd name="T6" fmla="*/ 2147483647 w 450"/>
                      <a:gd name="T7" fmla="*/ 0 h 414"/>
                      <a:gd name="T8" fmla="*/ 2147483647 w 450"/>
                      <a:gd name="T9" fmla="*/ 2147483647 h 414"/>
                      <a:gd name="T10" fmla="*/ 2147483647 w 450"/>
                      <a:gd name="T11" fmla="*/ 2147483647 h 414"/>
                      <a:gd name="T12" fmla="*/ 2147483647 w 450"/>
                      <a:gd name="T13" fmla="*/ 2147483647 h 414"/>
                      <a:gd name="T14" fmla="*/ 2147483647 w 450"/>
                      <a:gd name="T15" fmla="*/ 2147483647 h 414"/>
                      <a:gd name="T16" fmla="*/ 2147483647 w 450"/>
                      <a:gd name="T17" fmla="*/ 2147483647 h 414"/>
                      <a:gd name="T18" fmla="*/ 2147483647 w 450"/>
                      <a:gd name="T19" fmla="*/ 2147483647 h 414"/>
                      <a:gd name="T20" fmla="*/ 2147483647 w 450"/>
                      <a:gd name="T21" fmla="*/ 2147483647 h 414"/>
                      <a:gd name="T22" fmla="*/ 2147483647 w 450"/>
                      <a:gd name="T23" fmla="*/ 2147483647 h 414"/>
                      <a:gd name="T24" fmla="*/ 2147483647 w 450"/>
                      <a:gd name="T25" fmla="*/ 2147483647 h 414"/>
                      <a:gd name="T26" fmla="*/ 2147483647 w 450"/>
                      <a:gd name="T27" fmla="*/ 2147483647 h 414"/>
                      <a:gd name="T28" fmla="*/ 2147483647 w 450"/>
                      <a:gd name="T29" fmla="*/ 2147483647 h 414"/>
                      <a:gd name="T30" fmla="*/ 2147483647 w 450"/>
                      <a:gd name="T31" fmla="*/ 2147483647 h 414"/>
                      <a:gd name="T32" fmla="*/ 2147483647 w 450"/>
                      <a:gd name="T33" fmla="*/ 2147483647 h 414"/>
                      <a:gd name="T34" fmla="*/ 2147483647 w 450"/>
                      <a:gd name="T35" fmla="*/ 2147483647 h 414"/>
                      <a:gd name="T36" fmla="*/ 2147483647 w 450"/>
                      <a:gd name="T37" fmla="*/ 2147483647 h 414"/>
                      <a:gd name="T38" fmla="*/ 2147483647 w 450"/>
                      <a:gd name="T39" fmla="*/ 2147483647 h 414"/>
                      <a:gd name="T40" fmla="*/ 2147483647 w 450"/>
                      <a:gd name="T41" fmla="*/ 2147483647 h 414"/>
                      <a:gd name="T42" fmla="*/ 2147483647 w 450"/>
                      <a:gd name="T43" fmla="*/ 2147483647 h 414"/>
                      <a:gd name="T44" fmla="*/ 2147483647 w 450"/>
                      <a:gd name="T45" fmla="*/ 2147483647 h 414"/>
                      <a:gd name="T46" fmla="*/ 2147483647 w 450"/>
                      <a:gd name="T47" fmla="*/ 2147483647 h 414"/>
                      <a:gd name="T48" fmla="*/ 2147483647 w 450"/>
                      <a:gd name="T49" fmla="*/ 2147483647 h 414"/>
                      <a:gd name="T50" fmla="*/ 2147483647 w 450"/>
                      <a:gd name="T51" fmla="*/ 2147483647 h 414"/>
                      <a:gd name="T52" fmla="*/ 2147483647 w 450"/>
                      <a:gd name="T53" fmla="*/ 2147483647 h 414"/>
                      <a:gd name="T54" fmla="*/ 2147483647 w 450"/>
                      <a:gd name="T55" fmla="*/ 2147483647 h 414"/>
                      <a:gd name="T56" fmla="*/ 2147483647 w 450"/>
                      <a:gd name="T57" fmla="*/ 2147483647 h 414"/>
                      <a:gd name="T58" fmla="*/ 2147483647 w 450"/>
                      <a:gd name="T59" fmla="*/ 2147483647 h 414"/>
                      <a:gd name="T60" fmla="*/ 2147483647 w 450"/>
                      <a:gd name="T61" fmla="*/ 2147483647 h 414"/>
                      <a:gd name="T62" fmla="*/ 2147483647 w 450"/>
                      <a:gd name="T63" fmla="*/ 2147483647 h 414"/>
                      <a:gd name="T64" fmla="*/ 2147483647 w 450"/>
                      <a:gd name="T65" fmla="*/ 2147483647 h 414"/>
                      <a:gd name="T66" fmla="*/ 2147483647 w 450"/>
                      <a:gd name="T67" fmla="*/ 2147483647 h 414"/>
                      <a:gd name="T68" fmla="*/ 2147483647 w 450"/>
                      <a:gd name="T69" fmla="*/ 2147483647 h 414"/>
                      <a:gd name="T70" fmla="*/ 2147483647 w 450"/>
                      <a:gd name="T71" fmla="*/ 2147483647 h 414"/>
                      <a:gd name="T72" fmla="*/ 2147483647 w 450"/>
                      <a:gd name="T73" fmla="*/ 2147483647 h 414"/>
                      <a:gd name="T74" fmla="*/ 2147483647 w 450"/>
                      <a:gd name="T75" fmla="*/ 2147483647 h 414"/>
                      <a:gd name="T76" fmla="*/ 2147483647 w 450"/>
                      <a:gd name="T77" fmla="*/ 2147483647 h 414"/>
                      <a:gd name="T78" fmla="*/ 2147483647 w 450"/>
                      <a:gd name="T79" fmla="*/ 2147483647 h 414"/>
                      <a:gd name="T80" fmla="*/ 2147483647 w 450"/>
                      <a:gd name="T81" fmla="*/ 2147483647 h 414"/>
                      <a:gd name="T82" fmla="*/ 2147483647 w 450"/>
                      <a:gd name="T83" fmla="*/ 2147483647 h 414"/>
                      <a:gd name="T84" fmla="*/ 2147483647 w 450"/>
                      <a:gd name="T85" fmla="*/ 2147483647 h 414"/>
                      <a:gd name="T86" fmla="*/ 2147483647 w 450"/>
                      <a:gd name="T87" fmla="*/ 2147483647 h 414"/>
                      <a:gd name="T88" fmla="*/ 2147483647 w 450"/>
                      <a:gd name="T89" fmla="*/ 2147483647 h 414"/>
                      <a:gd name="T90" fmla="*/ 2147483647 w 450"/>
                      <a:gd name="T91" fmla="*/ 2147483647 h 414"/>
                      <a:gd name="T92" fmla="*/ 2147483647 w 450"/>
                      <a:gd name="T93" fmla="*/ 2147483647 h 414"/>
                      <a:gd name="T94" fmla="*/ 2147483647 w 450"/>
                      <a:gd name="T95" fmla="*/ 2147483647 h 414"/>
                      <a:gd name="T96" fmla="*/ 2147483647 w 450"/>
                      <a:gd name="T97" fmla="*/ 2147483647 h 414"/>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450"/>
                      <a:gd name="T148" fmla="*/ 0 h 414"/>
                      <a:gd name="T149" fmla="*/ 450 w 450"/>
                      <a:gd name="T150" fmla="*/ 414 h 414"/>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450" h="414">
                        <a:moveTo>
                          <a:pt x="426" y="60"/>
                        </a:moveTo>
                        <a:lnTo>
                          <a:pt x="432" y="54"/>
                        </a:lnTo>
                        <a:lnTo>
                          <a:pt x="438" y="42"/>
                        </a:lnTo>
                        <a:lnTo>
                          <a:pt x="450" y="30"/>
                        </a:lnTo>
                        <a:lnTo>
                          <a:pt x="444" y="30"/>
                        </a:lnTo>
                        <a:lnTo>
                          <a:pt x="438" y="24"/>
                        </a:lnTo>
                        <a:lnTo>
                          <a:pt x="438" y="0"/>
                        </a:lnTo>
                        <a:lnTo>
                          <a:pt x="432" y="0"/>
                        </a:lnTo>
                        <a:lnTo>
                          <a:pt x="432" y="6"/>
                        </a:lnTo>
                        <a:lnTo>
                          <a:pt x="426" y="18"/>
                        </a:lnTo>
                        <a:lnTo>
                          <a:pt x="402" y="18"/>
                        </a:lnTo>
                        <a:lnTo>
                          <a:pt x="390" y="30"/>
                        </a:lnTo>
                        <a:lnTo>
                          <a:pt x="372" y="30"/>
                        </a:lnTo>
                        <a:lnTo>
                          <a:pt x="366" y="24"/>
                        </a:lnTo>
                        <a:lnTo>
                          <a:pt x="318" y="24"/>
                        </a:lnTo>
                        <a:lnTo>
                          <a:pt x="306" y="30"/>
                        </a:lnTo>
                        <a:lnTo>
                          <a:pt x="294" y="42"/>
                        </a:lnTo>
                        <a:lnTo>
                          <a:pt x="282" y="48"/>
                        </a:lnTo>
                        <a:lnTo>
                          <a:pt x="276" y="54"/>
                        </a:lnTo>
                        <a:lnTo>
                          <a:pt x="258" y="54"/>
                        </a:lnTo>
                        <a:lnTo>
                          <a:pt x="246" y="60"/>
                        </a:lnTo>
                        <a:lnTo>
                          <a:pt x="234" y="60"/>
                        </a:lnTo>
                        <a:lnTo>
                          <a:pt x="222" y="54"/>
                        </a:lnTo>
                        <a:lnTo>
                          <a:pt x="204" y="54"/>
                        </a:lnTo>
                        <a:lnTo>
                          <a:pt x="192" y="42"/>
                        </a:lnTo>
                        <a:lnTo>
                          <a:pt x="180" y="36"/>
                        </a:lnTo>
                        <a:lnTo>
                          <a:pt x="174" y="30"/>
                        </a:lnTo>
                        <a:lnTo>
                          <a:pt x="168" y="30"/>
                        </a:lnTo>
                        <a:lnTo>
                          <a:pt x="150" y="48"/>
                        </a:lnTo>
                        <a:lnTo>
                          <a:pt x="144" y="48"/>
                        </a:lnTo>
                        <a:lnTo>
                          <a:pt x="138" y="54"/>
                        </a:lnTo>
                        <a:lnTo>
                          <a:pt x="120" y="60"/>
                        </a:lnTo>
                        <a:lnTo>
                          <a:pt x="84" y="60"/>
                        </a:lnTo>
                        <a:lnTo>
                          <a:pt x="84" y="54"/>
                        </a:lnTo>
                        <a:lnTo>
                          <a:pt x="90" y="48"/>
                        </a:lnTo>
                        <a:lnTo>
                          <a:pt x="66" y="48"/>
                        </a:lnTo>
                        <a:lnTo>
                          <a:pt x="66" y="78"/>
                        </a:lnTo>
                        <a:lnTo>
                          <a:pt x="72" y="78"/>
                        </a:lnTo>
                        <a:lnTo>
                          <a:pt x="72" y="102"/>
                        </a:lnTo>
                        <a:lnTo>
                          <a:pt x="60" y="102"/>
                        </a:lnTo>
                        <a:lnTo>
                          <a:pt x="54" y="96"/>
                        </a:lnTo>
                        <a:lnTo>
                          <a:pt x="54" y="114"/>
                        </a:lnTo>
                        <a:lnTo>
                          <a:pt x="48" y="120"/>
                        </a:lnTo>
                        <a:lnTo>
                          <a:pt x="48" y="126"/>
                        </a:lnTo>
                        <a:lnTo>
                          <a:pt x="36" y="126"/>
                        </a:lnTo>
                        <a:lnTo>
                          <a:pt x="24" y="114"/>
                        </a:lnTo>
                        <a:lnTo>
                          <a:pt x="18" y="120"/>
                        </a:lnTo>
                        <a:lnTo>
                          <a:pt x="12" y="132"/>
                        </a:lnTo>
                        <a:lnTo>
                          <a:pt x="12" y="150"/>
                        </a:lnTo>
                        <a:lnTo>
                          <a:pt x="6" y="150"/>
                        </a:lnTo>
                        <a:lnTo>
                          <a:pt x="0" y="198"/>
                        </a:lnTo>
                        <a:lnTo>
                          <a:pt x="6" y="204"/>
                        </a:lnTo>
                        <a:lnTo>
                          <a:pt x="18" y="210"/>
                        </a:lnTo>
                        <a:lnTo>
                          <a:pt x="24" y="216"/>
                        </a:lnTo>
                        <a:lnTo>
                          <a:pt x="24" y="222"/>
                        </a:lnTo>
                        <a:lnTo>
                          <a:pt x="72" y="222"/>
                        </a:lnTo>
                        <a:lnTo>
                          <a:pt x="66" y="234"/>
                        </a:lnTo>
                        <a:lnTo>
                          <a:pt x="72" y="240"/>
                        </a:lnTo>
                        <a:lnTo>
                          <a:pt x="78" y="252"/>
                        </a:lnTo>
                        <a:lnTo>
                          <a:pt x="78" y="270"/>
                        </a:lnTo>
                        <a:lnTo>
                          <a:pt x="72" y="282"/>
                        </a:lnTo>
                        <a:lnTo>
                          <a:pt x="66" y="282"/>
                        </a:lnTo>
                        <a:lnTo>
                          <a:pt x="54" y="288"/>
                        </a:lnTo>
                        <a:lnTo>
                          <a:pt x="48" y="288"/>
                        </a:lnTo>
                        <a:lnTo>
                          <a:pt x="42" y="294"/>
                        </a:lnTo>
                        <a:lnTo>
                          <a:pt x="42" y="318"/>
                        </a:lnTo>
                        <a:lnTo>
                          <a:pt x="24" y="336"/>
                        </a:lnTo>
                        <a:lnTo>
                          <a:pt x="30" y="378"/>
                        </a:lnTo>
                        <a:lnTo>
                          <a:pt x="36" y="378"/>
                        </a:lnTo>
                        <a:lnTo>
                          <a:pt x="72" y="396"/>
                        </a:lnTo>
                        <a:lnTo>
                          <a:pt x="84" y="408"/>
                        </a:lnTo>
                        <a:lnTo>
                          <a:pt x="96" y="414"/>
                        </a:lnTo>
                        <a:lnTo>
                          <a:pt x="114" y="414"/>
                        </a:lnTo>
                        <a:lnTo>
                          <a:pt x="174" y="384"/>
                        </a:lnTo>
                        <a:lnTo>
                          <a:pt x="204" y="354"/>
                        </a:lnTo>
                        <a:lnTo>
                          <a:pt x="228" y="336"/>
                        </a:lnTo>
                        <a:lnTo>
                          <a:pt x="240" y="324"/>
                        </a:lnTo>
                        <a:lnTo>
                          <a:pt x="300" y="276"/>
                        </a:lnTo>
                        <a:lnTo>
                          <a:pt x="312" y="270"/>
                        </a:lnTo>
                        <a:lnTo>
                          <a:pt x="372" y="246"/>
                        </a:lnTo>
                        <a:lnTo>
                          <a:pt x="396" y="234"/>
                        </a:lnTo>
                        <a:lnTo>
                          <a:pt x="402" y="228"/>
                        </a:lnTo>
                        <a:lnTo>
                          <a:pt x="402" y="222"/>
                        </a:lnTo>
                        <a:lnTo>
                          <a:pt x="384" y="204"/>
                        </a:lnTo>
                        <a:lnTo>
                          <a:pt x="384" y="198"/>
                        </a:lnTo>
                        <a:lnTo>
                          <a:pt x="390" y="180"/>
                        </a:lnTo>
                        <a:lnTo>
                          <a:pt x="396" y="168"/>
                        </a:lnTo>
                        <a:lnTo>
                          <a:pt x="396" y="138"/>
                        </a:lnTo>
                        <a:lnTo>
                          <a:pt x="390" y="126"/>
                        </a:lnTo>
                        <a:lnTo>
                          <a:pt x="390" y="114"/>
                        </a:lnTo>
                        <a:lnTo>
                          <a:pt x="384" y="108"/>
                        </a:lnTo>
                        <a:lnTo>
                          <a:pt x="378" y="96"/>
                        </a:lnTo>
                        <a:lnTo>
                          <a:pt x="378" y="84"/>
                        </a:lnTo>
                        <a:lnTo>
                          <a:pt x="384" y="72"/>
                        </a:lnTo>
                        <a:lnTo>
                          <a:pt x="390" y="66"/>
                        </a:lnTo>
                        <a:lnTo>
                          <a:pt x="402" y="66"/>
                        </a:lnTo>
                        <a:lnTo>
                          <a:pt x="414" y="60"/>
                        </a:lnTo>
                        <a:lnTo>
                          <a:pt x="426" y="6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08" name="Switzerland" descr="© INSCALE GmbH, 05.05.2010&#10;http://www.presentationload.com/">
                    <a:extLst>
                      <a:ext uri="{FF2B5EF4-FFF2-40B4-BE49-F238E27FC236}">
                        <a16:creationId xmlns:a16="http://schemas.microsoft.com/office/drawing/2014/main" id="{EAEEEDFC-AAA8-E743-00BF-C96A1DE0579B}"/>
                      </a:ext>
                    </a:extLst>
                  </p:cNvPr>
                  <p:cNvSpPr>
                    <a:spLocks/>
                  </p:cNvSpPr>
                  <p:nvPr/>
                </p:nvSpPr>
                <p:spPr bwMode="gray">
                  <a:xfrm>
                    <a:off x="2771" y="1593"/>
                    <a:ext cx="74" cy="41"/>
                  </a:xfrm>
                  <a:custGeom>
                    <a:avLst/>
                    <a:gdLst>
                      <a:gd name="T0" fmla="*/ 2147483647 w 288"/>
                      <a:gd name="T1" fmla="*/ 2147483647 h 162"/>
                      <a:gd name="T2" fmla="*/ 2147483647 w 288"/>
                      <a:gd name="T3" fmla="*/ 2147483647 h 162"/>
                      <a:gd name="T4" fmla="*/ 2147483647 w 288"/>
                      <a:gd name="T5" fmla="*/ 2147483647 h 162"/>
                      <a:gd name="T6" fmla="*/ 2147483647 w 288"/>
                      <a:gd name="T7" fmla="*/ 2147483647 h 162"/>
                      <a:gd name="T8" fmla="*/ 2147483647 w 288"/>
                      <a:gd name="T9" fmla="*/ 2147483647 h 162"/>
                      <a:gd name="T10" fmla="*/ 2147483647 w 288"/>
                      <a:gd name="T11" fmla="*/ 2147483647 h 162"/>
                      <a:gd name="T12" fmla="*/ 2147483647 w 288"/>
                      <a:gd name="T13" fmla="*/ 2147483647 h 162"/>
                      <a:gd name="T14" fmla="*/ 0 w 288"/>
                      <a:gd name="T15" fmla="*/ 2147483647 h 162"/>
                      <a:gd name="T16" fmla="*/ 2147483647 w 288"/>
                      <a:gd name="T17" fmla="*/ 2147483647 h 162"/>
                      <a:gd name="T18" fmla="*/ 2147483647 w 288"/>
                      <a:gd name="T19" fmla="*/ 2147483647 h 162"/>
                      <a:gd name="T20" fmla="*/ 2147483647 w 288"/>
                      <a:gd name="T21" fmla="*/ 2147483647 h 162"/>
                      <a:gd name="T22" fmla="*/ 2147483647 w 288"/>
                      <a:gd name="T23" fmla="*/ 2147483647 h 162"/>
                      <a:gd name="T24" fmla="*/ 2147483647 w 288"/>
                      <a:gd name="T25" fmla="*/ 2147483647 h 162"/>
                      <a:gd name="T26" fmla="*/ 2147483647 w 288"/>
                      <a:gd name="T27" fmla="*/ 2147483647 h 162"/>
                      <a:gd name="T28" fmla="*/ 2147483647 w 288"/>
                      <a:gd name="T29" fmla="*/ 2147483647 h 162"/>
                      <a:gd name="T30" fmla="*/ 2147483647 w 288"/>
                      <a:gd name="T31" fmla="*/ 2147483647 h 162"/>
                      <a:gd name="T32" fmla="*/ 2147483647 w 288"/>
                      <a:gd name="T33" fmla="*/ 2147483647 h 162"/>
                      <a:gd name="T34" fmla="*/ 2147483647 w 288"/>
                      <a:gd name="T35" fmla="*/ 2147483647 h 162"/>
                      <a:gd name="T36" fmla="*/ 2147483647 w 288"/>
                      <a:gd name="T37" fmla="*/ 2147483647 h 162"/>
                      <a:gd name="T38" fmla="*/ 2147483647 w 288"/>
                      <a:gd name="T39" fmla="*/ 2147483647 h 162"/>
                      <a:gd name="T40" fmla="*/ 2147483647 w 288"/>
                      <a:gd name="T41" fmla="*/ 2147483647 h 162"/>
                      <a:gd name="T42" fmla="*/ 2147483647 w 288"/>
                      <a:gd name="T43" fmla="*/ 2147483647 h 162"/>
                      <a:gd name="T44" fmla="*/ 2147483647 w 288"/>
                      <a:gd name="T45" fmla="*/ 2147483647 h 162"/>
                      <a:gd name="T46" fmla="*/ 2147483647 w 288"/>
                      <a:gd name="T47" fmla="*/ 2147483647 h 162"/>
                      <a:gd name="T48" fmla="*/ 2147483647 w 288"/>
                      <a:gd name="T49" fmla="*/ 2147483647 h 162"/>
                      <a:gd name="T50" fmla="*/ 2147483647 w 288"/>
                      <a:gd name="T51" fmla="*/ 2147483647 h 162"/>
                      <a:gd name="T52" fmla="*/ 2147483647 w 288"/>
                      <a:gd name="T53" fmla="*/ 2147483647 h 162"/>
                      <a:gd name="T54" fmla="*/ 2147483647 w 288"/>
                      <a:gd name="T55" fmla="*/ 2147483647 h 162"/>
                      <a:gd name="T56" fmla="*/ 2147483647 w 288"/>
                      <a:gd name="T57" fmla="*/ 2147483647 h 162"/>
                      <a:gd name="T58" fmla="*/ 2147483647 w 288"/>
                      <a:gd name="T59" fmla="*/ 2147483647 h 162"/>
                      <a:gd name="T60" fmla="*/ 2147483647 w 288"/>
                      <a:gd name="T61" fmla="*/ 2147483647 h 162"/>
                      <a:gd name="T62" fmla="*/ 2147483647 w 288"/>
                      <a:gd name="T63" fmla="*/ 2147483647 h 162"/>
                      <a:gd name="T64" fmla="*/ 2147483647 w 288"/>
                      <a:gd name="T65" fmla="*/ 2147483647 h 162"/>
                      <a:gd name="T66" fmla="*/ 2147483647 w 288"/>
                      <a:gd name="T67" fmla="*/ 0 h 162"/>
                      <a:gd name="T68" fmla="*/ 2147483647 w 288"/>
                      <a:gd name="T69" fmla="*/ 2147483647 h 162"/>
                      <a:gd name="T70" fmla="*/ 2147483647 w 288"/>
                      <a:gd name="T71" fmla="*/ 2147483647 h 162"/>
                      <a:gd name="T72" fmla="*/ 2147483647 w 288"/>
                      <a:gd name="T73" fmla="*/ 2147483647 h 162"/>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288"/>
                      <a:gd name="T112" fmla="*/ 0 h 162"/>
                      <a:gd name="T113" fmla="*/ 288 w 288"/>
                      <a:gd name="T114" fmla="*/ 162 h 162"/>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288" h="162">
                        <a:moveTo>
                          <a:pt x="132" y="24"/>
                        </a:moveTo>
                        <a:lnTo>
                          <a:pt x="96" y="24"/>
                        </a:lnTo>
                        <a:lnTo>
                          <a:pt x="90" y="42"/>
                        </a:lnTo>
                        <a:lnTo>
                          <a:pt x="72" y="30"/>
                        </a:lnTo>
                        <a:lnTo>
                          <a:pt x="66" y="42"/>
                        </a:lnTo>
                        <a:lnTo>
                          <a:pt x="60" y="48"/>
                        </a:lnTo>
                        <a:lnTo>
                          <a:pt x="54" y="60"/>
                        </a:lnTo>
                        <a:lnTo>
                          <a:pt x="48" y="66"/>
                        </a:lnTo>
                        <a:lnTo>
                          <a:pt x="30" y="66"/>
                        </a:lnTo>
                        <a:lnTo>
                          <a:pt x="30" y="78"/>
                        </a:lnTo>
                        <a:lnTo>
                          <a:pt x="18" y="90"/>
                        </a:lnTo>
                        <a:lnTo>
                          <a:pt x="12" y="102"/>
                        </a:lnTo>
                        <a:lnTo>
                          <a:pt x="0" y="108"/>
                        </a:lnTo>
                        <a:lnTo>
                          <a:pt x="6" y="120"/>
                        </a:lnTo>
                        <a:lnTo>
                          <a:pt x="0" y="126"/>
                        </a:lnTo>
                        <a:lnTo>
                          <a:pt x="0" y="132"/>
                        </a:lnTo>
                        <a:lnTo>
                          <a:pt x="6" y="132"/>
                        </a:lnTo>
                        <a:lnTo>
                          <a:pt x="30" y="108"/>
                        </a:lnTo>
                        <a:lnTo>
                          <a:pt x="48" y="108"/>
                        </a:lnTo>
                        <a:lnTo>
                          <a:pt x="54" y="114"/>
                        </a:lnTo>
                        <a:lnTo>
                          <a:pt x="48" y="138"/>
                        </a:lnTo>
                        <a:lnTo>
                          <a:pt x="60" y="150"/>
                        </a:lnTo>
                        <a:lnTo>
                          <a:pt x="60" y="156"/>
                        </a:lnTo>
                        <a:lnTo>
                          <a:pt x="72" y="156"/>
                        </a:lnTo>
                        <a:lnTo>
                          <a:pt x="84" y="144"/>
                        </a:lnTo>
                        <a:lnTo>
                          <a:pt x="96" y="144"/>
                        </a:lnTo>
                        <a:lnTo>
                          <a:pt x="108" y="156"/>
                        </a:lnTo>
                        <a:lnTo>
                          <a:pt x="114" y="156"/>
                        </a:lnTo>
                        <a:lnTo>
                          <a:pt x="132" y="138"/>
                        </a:lnTo>
                        <a:lnTo>
                          <a:pt x="132" y="120"/>
                        </a:lnTo>
                        <a:lnTo>
                          <a:pt x="138" y="114"/>
                        </a:lnTo>
                        <a:lnTo>
                          <a:pt x="150" y="114"/>
                        </a:lnTo>
                        <a:lnTo>
                          <a:pt x="156" y="120"/>
                        </a:lnTo>
                        <a:lnTo>
                          <a:pt x="156" y="126"/>
                        </a:lnTo>
                        <a:lnTo>
                          <a:pt x="162" y="132"/>
                        </a:lnTo>
                        <a:lnTo>
                          <a:pt x="162" y="138"/>
                        </a:lnTo>
                        <a:lnTo>
                          <a:pt x="168" y="138"/>
                        </a:lnTo>
                        <a:lnTo>
                          <a:pt x="192" y="162"/>
                        </a:lnTo>
                        <a:lnTo>
                          <a:pt x="192" y="144"/>
                        </a:lnTo>
                        <a:lnTo>
                          <a:pt x="204" y="132"/>
                        </a:lnTo>
                        <a:lnTo>
                          <a:pt x="210" y="108"/>
                        </a:lnTo>
                        <a:lnTo>
                          <a:pt x="222" y="126"/>
                        </a:lnTo>
                        <a:lnTo>
                          <a:pt x="240" y="120"/>
                        </a:lnTo>
                        <a:lnTo>
                          <a:pt x="258" y="132"/>
                        </a:lnTo>
                        <a:lnTo>
                          <a:pt x="264" y="120"/>
                        </a:lnTo>
                        <a:lnTo>
                          <a:pt x="252" y="108"/>
                        </a:lnTo>
                        <a:lnTo>
                          <a:pt x="252" y="102"/>
                        </a:lnTo>
                        <a:lnTo>
                          <a:pt x="276" y="102"/>
                        </a:lnTo>
                        <a:lnTo>
                          <a:pt x="282" y="84"/>
                        </a:lnTo>
                        <a:lnTo>
                          <a:pt x="288" y="84"/>
                        </a:lnTo>
                        <a:lnTo>
                          <a:pt x="288" y="78"/>
                        </a:lnTo>
                        <a:lnTo>
                          <a:pt x="276" y="66"/>
                        </a:lnTo>
                        <a:lnTo>
                          <a:pt x="270" y="66"/>
                        </a:lnTo>
                        <a:lnTo>
                          <a:pt x="252" y="84"/>
                        </a:lnTo>
                        <a:lnTo>
                          <a:pt x="246" y="84"/>
                        </a:lnTo>
                        <a:lnTo>
                          <a:pt x="246" y="66"/>
                        </a:lnTo>
                        <a:lnTo>
                          <a:pt x="210" y="66"/>
                        </a:lnTo>
                        <a:lnTo>
                          <a:pt x="210" y="60"/>
                        </a:lnTo>
                        <a:lnTo>
                          <a:pt x="216" y="48"/>
                        </a:lnTo>
                        <a:lnTo>
                          <a:pt x="222" y="42"/>
                        </a:lnTo>
                        <a:lnTo>
                          <a:pt x="228" y="42"/>
                        </a:lnTo>
                        <a:lnTo>
                          <a:pt x="228" y="30"/>
                        </a:lnTo>
                        <a:lnTo>
                          <a:pt x="216" y="30"/>
                        </a:lnTo>
                        <a:lnTo>
                          <a:pt x="210" y="18"/>
                        </a:lnTo>
                        <a:lnTo>
                          <a:pt x="192" y="12"/>
                        </a:lnTo>
                        <a:lnTo>
                          <a:pt x="180" y="12"/>
                        </a:lnTo>
                        <a:lnTo>
                          <a:pt x="174" y="6"/>
                        </a:lnTo>
                        <a:lnTo>
                          <a:pt x="162" y="0"/>
                        </a:lnTo>
                        <a:lnTo>
                          <a:pt x="156" y="0"/>
                        </a:lnTo>
                        <a:lnTo>
                          <a:pt x="150" y="6"/>
                        </a:lnTo>
                        <a:lnTo>
                          <a:pt x="150" y="18"/>
                        </a:lnTo>
                        <a:lnTo>
                          <a:pt x="156" y="24"/>
                        </a:lnTo>
                        <a:lnTo>
                          <a:pt x="150" y="18"/>
                        </a:lnTo>
                        <a:lnTo>
                          <a:pt x="132" y="2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09" name="Sweden" descr="© INSCALE GmbH, 05.05.2010&#10;http://www.presentationload.com/">
                    <a:extLst>
                      <a:ext uri="{FF2B5EF4-FFF2-40B4-BE49-F238E27FC236}">
                        <a16:creationId xmlns:a16="http://schemas.microsoft.com/office/drawing/2014/main" id="{F30FDECD-34A1-727F-6012-B3E32A201397}"/>
                      </a:ext>
                    </a:extLst>
                  </p:cNvPr>
                  <p:cNvSpPr>
                    <a:spLocks noEditPoints="1"/>
                  </p:cNvSpPr>
                  <p:nvPr/>
                </p:nvSpPr>
                <p:spPr bwMode="gray">
                  <a:xfrm>
                    <a:off x="2855" y="1194"/>
                    <a:ext cx="175" cy="251"/>
                  </a:xfrm>
                  <a:custGeom>
                    <a:avLst/>
                    <a:gdLst>
                      <a:gd name="T0" fmla="*/ 2147483647 w 690"/>
                      <a:gd name="T1" fmla="*/ 2147483647 h 990"/>
                      <a:gd name="T2" fmla="*/ 2147483647 w 690"/>
                      <a:gd name="T3" fmla="*/ 2147483647 h 990"/>
                      <a:gd name="T4" fmla="*/ 2147483647 w 690"/>
                      <a:gd name="T5" fmla="*/ 2147483647 h 990"/>
                      <a:gd name="T6" fmla="*/ 2147483647 w 690"/>
                      <a:gd name="T7" fmla="*/ 2147483647 h 990"/>
                      <a:gd name="T8" fmla="*/ 2147483647 w 690"/>
                      <a:gd name="T9" fmla="*/ 2147483647 h 990"/>
                      <a:gd name="T10" fmla="*/ 2147483647 w 690"/>
                      <a:gd name="T11" fmla="*/ 2147483647 h 990"/>
                      <a:gd name="T12" fmla="*/ 2147483647 w 690"/>
                      <a:gd name="T13" fmla="*/ 2147483647 h 990"/>
                      <a:gd name="T14" fmla="*/ 2147483647 w 690"/>
                      <a:gd name="T15" fmla="*/ 2147483647 h 990"/>
                      <a:gd name="T16" fmla="*/ 2147483647 w 690"/>
                      <a:gd name="T17" fmla="*/ 2147483647 h 990"/>
                      <a:gd name="T18" fmla="*/ 2147483647 w 690"/>
                      <a:gd name="T19" fmla="*/ 2147483647 h 990"/>
                      <a:gd name="T20" fmla="*/ 2147483647 w 690"/>
                      <a:gd name="T21" fmla="*/ 2147483647 h 990"/>
                      <a:gd name="T22" fmla="*/ 2147483647 w 690"/>
                      <a:gd name="T23" fmla="*/ 2147483647 h 990"/>
                      <a:gd name="T24" fmla="*/ 2147483647 w 690"/>
                      <a:gd name="T25" fmla="*/ 2147483647 h 990"/>
                      <a:gd name="T26" fmla="*/ 2147483647 w 690"/>
                      <a:gd name="T27" fmla="*/ 2147483647 h 990"/>
                      <a:gd name="T28" fmla="*/ 2147483647 w 690"/>
                      <a:gd name="T29" fmla="*/ 2147483647 h 990"/>
                      <a:gd name="T30" fmla="*/ 2147483647 w 690"/>
                      <a:gd name="T31" fmla="*/ 2147483647 h 990"/>
                      <a:gd name="T32" fmla="*/ 2147483647 w 690"/>
                      <a:gd name="T33" fmla="*/ 2147483647 h 990"/>
                      <a:gd name="T34" fmla="*/ 2147483647 w 690"/>
                      <a:gd name="T35" fmla="*/ 2147483647 h 990"/>
                      <a:gd name="T36" fmla="*/ 2147483647 w 690"/>
                      <a:gd name="T37" fmla="*/ 2147483647 h 990"/>
                      <a:gd name="T38" fmla="*/ 2147483647 w 690"/>
                      <a:gd name="T39" fmla="*/ 2147483647 h 990"/>
                      <a:gd name="T40" fmla="*/ 2147483647 w 690"/>
                      <a:gd name="T41" fmla="*/ 2147483647 h 990"/>
                      <a:gd name="T42" fmla="*/ 2147483647 w 690"/>
                      <a:gd name="T43" fmla="*/ 2147483647 h 990"/>
                      <a:gd name="T44" fmla="*/ 2147483647 w 690"/>
                      <a:gd name="T45" fmla="*/ 2147483647 h 990"/>
                      <a:gd name="T46" fmla="*/ 0 w 690"/>
                      <a:gd name="T47" fmla="*/ 2147483647 h 990"/>
                      <a:gd name="T48" fmla="*/ 2147483647 w 690"/>
                      <a:gd name="T49" fmla="*/ 2147483647 h 990"/>
                      <a:gd name="T50" fmla="*/ 2147483647 w 690"/>
                      <a:gd name="T51" fmla="*/ 2147483647 h 990"/>
                      <a:gd name="T52" fmla="*/ 2147483647 w 690"/>
                      <a:gd name="T53" fmla="*/ 2147483647 h 990"/>
                      <a:gd name="T54" fmla="*/ 2147483647 w 690"/>
                      <a:gd name="T55" fmla="*/ 2147483647 h 990"/>
                      <a:gd name="T56" fmla="*/ 2147483647 w 690"/>
                      <a:gd name="T57" fmla="*/ 2147483647 h 990"/>
                      <a:gd name="T58" fmla="*/ 2147483647 w 690"/>
                      <a:gd name="T59" fmla="*/ 2147483647 h 990"/>
                      <a:gd name="T60" fmla="*/ 2147483647 w 690"/>
                      <a:gd name="T61" fmla="*/ 2147483647 h 990"/>
                      <a:gd name="T62" fmla="*/ 2147483647 w 690"/>
                      <a:gd name="T63" fmla="*/ 2147483647 h 990"/>
                      <a:gd name="T64" fmla="*/ 2147483647 w 690"/>
                      <a:gd name="T65" fmla="*/ 2147483647 h 990"/>
                      <a:gd name="T66" fmla="*/ 2147483647 w 690"/>
                      <a:gd name="T67" fmla="*/ 2147483647 h 990"/>
                      <a:gd name="T68" fmla="*/ 2147483647 w 690"/>
                      <a:gd name="T69" fmla="*/ 2147483647 h 990"/>
                      <a:gd name="T70" fmla="*/ 2147483647 w 690"/>
                      <a:gd name="T71" fmla="*/ 2147483647 h 990"/>
                      <a:gd name="T72" fmla="*/ 2147483647 w 690"/>
                      <a:gd name="T73" fmla="*/ 2147483647 h 990"/>
                      <a:gd name="T74" fmla="*/ 2147483647 w 690"/>
                      <a:gd name="T75" fmla="*/ 2147483647 h 990"/>
                      <a:gd name="T76" fmla="*/ 2147483647 w 690"/>
                      <a:gd name="T77" fmla="*/ 2147483647 h 990"/>
                      <a:gd name="T78" fmla="*/ 2147483647 w 690"/>
                      <a:gd name="T79" fmla="*/ 2147483647 h 990"/>
                      <a:gd name="T80" fmla="*/ 2147483647 w 690"/>
                      <a:gd name="T81" fmla="*/ 2147483647 h 990"/>
                      <a:gd name="T82" fmla="*/ 2147483647 w 690"/>
                      <a:gd name="T83" fmla="*/ 2147483647 h 990"/>
                      <a:gd name="T84" fmla="*/ 2147483647 w 690"/>
                      <a:gd name="T85" fmla="*/ 2147483647 h 990"/>
                      <a:gd name="T86" fmla="*/ 2147483647 w 690"/>
                      <a:gd name="T87" fmla="*/ 2147483647 h 990"/>
                      <a:gd name="T88" fmla="*/ 2147483647 w 690"/>
                      <a:gd name="T89" fmla="*/ 2147483647 h 990"/>
                      <a:gd name="T90" fmla="*/ 2147483647 w 690"/>
                      <a:gd name="T91" fmla="*/ 2147483647 h 990"/>
                      <a:gd name="T92" fmla="*/ 2147483647 w 690"/>
                      <a:gd name="T93" fmla="*/ 2147483647 h 990"/>
                      <a:gd name="T94" fmla="*/ 2147483647 w 690"/>
                      <a:gd name="T95" fmla="*/ 2147483647 h 990"/>
                      <a:gd name="T96" fmla="*/ 2147483647 w 690"/>
                      <a:gd name="T97" fmla="*/ 2147483647 h 990"/>
                      <a:gd name="T98" fmla="*/ 2147483647 w 690"/>
                      <a:gd name="T99" fmla="*/ 2147483647 h 990"/>
                      <a:gd name="T100" fmla="*/ 2147483647 w 690"/>
                      <a:gd name="T101" fmla="*/ 2147483647 h 990"/>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690"/>
                      <a:gd name="T154" fmla="*/ 0 h 990"/>
                      <a:gd name="T155" fmla="*/ 690 w 690"/>
                      <a:gd name="T156" fmla="*/ 990 h 990"/>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690" h="990">
                        <a:moveTo>
                          <a:pt x="678" y="204"/>
                        </a:moveTo>
                        <a:lnTo>
                          <a:pt x="672" y="198"/>
                        </a:lnTo>
                        <a:lnTo>
                          <a:pt x="660" y="192"/>
                        </a:lnTo>
                        <a:lnTo>
                          <a:pt x="648" y="180"/>
                        </a:lnTo>
                        <a:lnTo>
                          <a:pt x="648" y="174"/>
                        </a:lnTo>
                        <a:lnTo>
                          <a:pt x="654" y="162"/>
                        </a:lnTo>
                        <a:lnTo>
                          <a:pt x="660" y="156"/>
                        </a:lnTo>
                        <a:lnTo>
                          <a:pt x="666" y="144"/>
                        </a:lnTo>
                        <a:lnTo>
                          <a:pt x="642" y="132"/>
                        </a:lnTo>
                        <a:lnTo>
                          <a:pt x="648" y="108"/>
                        </a:lnTo>
                        <a:lnTo>
                          <a:pt x="636" y="102"/>
                        </a:lnTo>
                        <a:lnTo>
                          <a:pt x="636" y="96"/>
                        </a:lnTo>
                        <a:lnTo>
                          <a:pt x="642" y="90"/>
                        </a:lnTo>
                        <a:lnTo>
                          <a:pt x="642" y="66"/>
                        </a:lnTo>
                        <a:lnTo>
                          <a:pt x="636" y="66"/>
                        </a:lnTo>
                        <a:lnTo>
                          <a:pt x="630" y="60"/>
                        </a:lnTo>
                        <a:lnTo>
                          <a:pt x="618" y="60"/>
                        </a:lnTo>
                        <a:lnTo>
                          <a:pt x="588" y="42"/>
                        </a:lnTo>
                        <a:lnTo>
                          <a:pt x="552" y="42"/>
                        </a:lnTo>
                        <a:lnTo>
                          <a:pt x="540" y="30"/>
                        </a:lnTo>
                        <a:lnTo>
                          <a:pt x="534" y="30"/>
                        </a:lnTo>
                        <a:lnTo>
                          <a:pt x="528" y="24"/>
                        </a:lnTo>
                        <a:lnTo>
                          <a:pt x="516" y="24"/>
                        </a:lnTo>
                        <a:lnTo>
                          <a:pt x="504" y="18"/>
                        </a:lnTo>
                        <a:lnTo>
                          <a:pt x="498" y="12"/>
                        </a:lnTo>
                        <a:lnTo>
                          <a:pt x="486" y="6"/>
                        </a:lnTo>
                        <a:lnTo>
                          <a:pt x="456" y="0"/>
                        </a:lnTo>
                        <a:lnTo>
                          <a:pt x="456" y="24"/>
                        </a:lnTo>
                        <a:lnTo>
                          <a:pt x="444" y="24"/>
                        </a:lnTo>
                        <a:lnTo>
                          <a:pt x="444" y="30"/>
                        </a:lnTo>
                        <a:lnTo>
                          <a:pt x="456" y="42"/>
                        </a:lnTo>
                        <a:lnTo>
                          <a:pt x="462" y="42"/>
                        </a:lnTo>
                        <a:lnTo>
                          <a:pt x="456" y="48"/>
                        </a:lnTo>
                        <a:lnTo>
                          <a:pt x="444" y="48"/>
                        </a:lnTo>
                        <a:lnTo>
                          <a:pt x="438" y="42"/>
                        </a:lnTo>
                        <a:lnTo>
                          <a:pt x="414" y="42"/>
                        </a:lnTo>
                        <a:lnTo>
                          <a:pt x="390" y="36"/>
                        </a:lnTo>
                        <a:lnTo>
                          <a:pt x="366" y="42"/>
                        </a:lnTo>
                        <a:lnTo>
                          <a:pt x="366" y="30"/>
                        </a:lnTo>
                        <a:lnTo>
                          <a:pt x="360" y="24"/>
                        </a:lnTo>
                        <a:lnTo>
                          <a:pt x="348" y="36"/>
                        </a:lnTo>
                        <a:lnTo>
                          <a:pt x="348" y="66"/>
                        </a:lnTo>
                        <a:lnTo>
                          <a:pt x="342" y="72"/>
                        </a:lnTo>
                        <a:lnTo>
                          <a:pt x="324" y="72"/>
                        </a:lnTo>
                        <a:lnTo>
                          <a:pt x="282" y="78"/>
                        </a:lnTo>
                        <a:lnTo>
                          <a:pt x="264" y="96"/>
                        </a:lnTo>
                        <a:lnTo>
                          <a:pt x="252" y="102"/>
                        </a:lnTo>
                        <a:lnTo>
                          <a:pt x="246" y="102"/>
                        </a:lnTo>
                        <a:lnTo>
                          <a:pt x="246" y="114"/>
                        </a:lnTo>
                        <a:lnTo>
                          <a:pt x="258" y="120"/>
                        </a:lnTo>
                        <a:lnTo>
                          <a:pt x="264" y="126"/>
                        </a:lnTo>
                        <a:lnTo>
                          <a:pt x="258" y="144"/>
                        </a:lnTo>
                        <a:lnTo>
                          <a:pt x="252" y="144"/>
                        </a:lnTo>
                        <a:lnTo>
                          <a:pt x="240" y="150"/>
                        </a:lnTo>
                        <a:lnTo>
                          <a:pt x="234" y="156"/>
                        </a:lnTo>
                        <a:lnTo>
                          <a:pt x="234" y="162"/>
                        </a:lnTo>
                        <a:lnTo>
                          <a:pt x="228" y="168"/>
                        </a:lnTo>
                        <a:lnTo>
                          <a:pt x="210" y="168"/>
                        </a:lnTo>
                        <a:lnTo>
                          <a:pt x="216" y="174"/>
                        </a:lnTo>
                        <a:lnTo>
                          <a:pt x="216" y="180"/>
                        </a:lnTo>
                        <a:lnTo>
                          <a:pt x="222" y="186"/>
                        </a:lnTo>
                        <a:lnTo>
                          <a:pt x="222" y="192"/>
                        </a:lnTo>
                        <a:lnTo>
                          <a:pt x="216" y="192"/>
                        </a:lnTo>
                        <a:lnTo>
                          <a:pt x="210" y="198"/>
                        </a:lnTo>
                        <a:lnTo>
                          <a:pt x="204" y="198"/>
                        </a:lnTo>
                        <a:lnTo>
                          <a:pt x="192" y="204"/>
                        </a:lnTo>
                        <a:lnTo>
                          <a:pt x="174" y="192"/>
                        </a:lnTo>
                        <a:lnTo>
                          <a:pt x="174" y="228"/>
                        </a:lnTo>
                        <a:lnTo>
                          <a:pt x="168" y="270"/>
                        </a:lnTo>
                        <a:lnTo>
                          <a:pt x="138" y="300"/>
                        </a:lnTo>
                        <a:lnTo>
                          <a:pt x="132" y="300"/>
                        </a:lnTo>
                        <a:lnTo>
                          <a:pt x="120" y="306"/>
                        </a:lnTo>
                        <a:lnTo>
                          <a:pt x="132" y="312"/>
                        </a:lnTo>
                        <a:lnTo>
                          <a:pt x="150" y="330"/>
                        </a:lnTo>
                        <a:lnTo>
                          <a:pt x="150" y="336"/>
                        </a:lnTo>
                        <a:lnTo>
                          <a:pt x="144" y="342"/>
                        </a:lnTo>
                        <a:lnTo>
                          <a:pt x="102" y="342"/>
                        </a:lnTo>
                        <a:lnTo>
                          <a:pt x="90" y="348"/>
                        </a:lnTo>
                        <a:lnTo>
                          <a:pt x="84" y="354"/>
                        </a:lnTo>
                        <a:lnTo>
                          <a:pt x="72" y="360"/>
                        </a:lnTo>
                        <a:lnTo>
                          <a:pt x="30" y="402"/>
                        </a:lnTo>
                        <a:lnTo>
                          <a:pt x="36" y="408"/>
                        </a:lnTo>
                        <a:lnTo>
                          <a:pt x="42" y="408"/>
                        </a:lnTo>
                        <a:lnTo>
                          <a:pt x="48" y="414"/>
                        </a:lnTo>
                        <a:lnTo>
                          <a:pt x="48" y="420"/>
                        </a:lnTo>
                        <a:lnTo>
                          <a:pt x="42" y="426"/>
                        </a:lnTo>
                        <a:lnTo>
                          <a:pt x="36" y="426"/>
                        </a:lnTo>
                        <a:lnTo>
                          <a:pt x="30" y="432"/>
                        </a:lnTo>
                        <a:lnTo>
                          <a:pt x="30" y="444"/>
                        </a:lnTo>
                        <a:lnTo>
                          <a:pt x="54" y="468"/>
                        </a:lnTo>
                        <a:lnTo>
                          <a:pt x="54" y="480"/>
                        </a:lnTo>
                        <a:lnTo>
                          <a:pt x="48" y="492"/>
                        </a:lnTo>
                        <a:lnTo>
                          <a:pt x="48" y="510"/>
                        </a:lnTo>
                        <a:lnTo>
                          <a:pt x="60" y="522"/>
                        </a:lnTo>
                        <a:lnTo>
                          <a:pt x="66" y="522"/>
                        </a:lnTo>
                        <a:lnTo>
                          <a:pt x="84" y="540"/>
                        </a:lnTo>
                        <a:lnTo>
                          <a:pt x="84" y="552"/>
                        </a:lnTo>
                        <a:lnTo>
                          <a:pt x="72" y="564"/>
                        </a:lnTo>
                        <a:lnTo>
                          <a:pt x="48" y="570"/>
                        </a:lnTo>
                        <a:lnTo>
                          <a:pt x="54" y="576"/>
                        </a:lnTo>
                        <a:lnTo>
                          <a:pt x="60" y="588"/>
                        </a:lnTo>
                        <a:lnTo>
                          <a:pt x="60" y="594"/>
                        </a:lnTo>
                        <a:lnTo>
                          <a:pt x="66" y="600"/>
                        </a:lnTo>
                        <a:lnTo>
                          <a:pt x="66" y="606"/>
                        </a:lnTo>
                        <a:lnTo>
                          <a:pt x="72" y="618"/>
                        </a:lnTo>
                        <a:lnTo>
                          <a:pt x="66" y="618"/>
                        </a:lnTo>
                        <a:lnTo>
                          <a:pt x="66" y="642"/>
                        </a:lnTo>
                        <a:lnTo>
                          <a:pt x="60" y="648"/>
                        </a:lnTo>
                        <a:lnTo>
                          <a:pt x="24" y="648"/>
                        </a:lnTo>
                        <a:lnTo>
                          <a:pt x="30" y="660"/>
                        </a:lnTo>
                        <a:lnTo>
                          <a:pt x="30" y="666"/>
                        </a:lnTo>
                        <a:lnTo>
                          <a:pt x="24" y="666"/>
                        </a:lnTo>
                        <a:lnTo>
                          <a:pt x="18" y="672"/>
                        </a:lnTo>
                        <a:lnTo>
                          <a:pt x="18" y="678"/>
                        </a:lnTo>
                        <a:lnTo>
                          <a:pt x="30" y="690"/>
                        </a:lnTo>
                        <a:lnTo>
                          <a:pt x="30" y="708"/>
                        </a:lnTo>
                        <a:lnTo>
                          <a:pt x="24" y="714"/>
                        </a:lnTo>
                        <a:lnTo>
                          <a:pt x="18" y="726"/>
                        </a:lnTo>
                        <a:lnTo>
                          <a:pt x="0" y="708"/>
                        </a:lnTo>
                        <a:lnTo>
                          <a:pt x="0" y="768"/>
                        </a:lnTo>
                        <a:lnTo>
                          <a:pt x="6" y="762"/>
                        </a:lnTo>
                        <a:lnTo>
                          <a:pt x="24" y="762"/>
                        </a:lnTo>
                        <a:lnTo>
                          <a:pt x="36" y="774"/>
                        </a:lnTo>
                        <a:lnTo>
                          <a:pt x="36" y="780"/>
                        </a:lnTo>
                        <a:lnTo>
                          <a:pt x="30" y="780"/>
                        </a:lnTo>
                        <a:lnTo>
                          <a:pt x="30" y="774"/>
                        </a:lnTo>
                        <a:lnTo>
                          <a:pt x="24" y="774"/>
                        </a:lnTo>
                        <a:lnTo>
                          <a:pt x="24" y="834"/>
                        </a:lnTo>
                        <a:lnTo>
                          <a:pt x="30" y="840"/>
                        </a:lnTo>
                        <a:lnTo>
                          <a:pt x="36" y="840"/>
                        </a:lnTo>
                        <a:lnTo>
                          <a:pt x="48" y="846"/>
                        </a:lnTo>
                        <a:lnTo>
                          <a:pt x="54" y="858"/>
                        </a:lnTo>
                        <a:lnTo>
                          <a:pt x="60" y="864"/>
                        </a:lnTo>
                        <a:lnTo>
                          <a:pt x="66" y="876"/>
                        </a:lnTo>
                        <a:lnTo>
                          <a:pt x="90" y="900"/>
                        </a:lnTo>
                        <a:lnTo>
                          <a:pt x="96" y="900"/>
                        </a:lnTo>
                        <a:lnTo>
                          <a:pt x="96" y="912"/>
                        </a:lnTo>
                        <a:lnTo>
                          <a:pt x="78" y="912"/>
                        </a:lnTo>
                        <a:lnTo>
                          <a:pt x="78" y="942"/>
                        </a:lnTo>
                        <a:lnTo>
                          <a:pt x="90" y="954"/>
                        </a:lnTo>
                        <a:lnTo>
                          <a:pt x="102" y="960"/>
                        </a:lnTo>
                        <a:lnTo>
                          <a:pt x="96" y="966"/>
                        </a:lnTo>
                        <a:lnTo>
                          <a:pt x="96" y="984"/>
                        </a:lnTo>
                        <a:lnTo>
                          <a:pt x="102" y="984"/>
                        </a:lnTo>
                        <a:lnTo>
                          <a:pt x="108" y="990"/>
                        </a:lnTo>
                        <a:lnTo>
                          <a:pt x="174" y="990"/>
                        </a:lnTo>
                        <a:lnTo>
                          <a:pt x="180" y="984"/>
                        </a:lnTo>
                        <a:lnTo>
                          <a:pt x="180" y="948"/>
                        </a:lnTo>
                        <a:lnTo>
                          <a:pt x="198" y="942"/>
                        </a:lnTo>
                        <a:lnTo>
                          <a:pt x="198" y="924"/>
                        </a:lnTo>
                        <a:lnTo>
                          <a:pt x="264" y="930"/>
                        </a:lnTo>
                        <a:lnTo>
                          <a:pt x="276" y="936"/>
                        </a:lnTo>
                        <a:lnTo>
                          <a:pt x="300" y="876"/>
                        </a:lnTo>
                        <a:lnTo>
                          <a:pt x="300" y="864"/>
                        </a:lnTo>
                        <a:lnTo>
                          <a:pt x="306" y="852"/>
                        </a:lnTo>
                        <a:lnTo>
                          <a:pt x="306" y="816"/>
                        </a:lnTo>
                        <a:lnTo>
                          <a:pt x="300" y="810"/>
                        </a:lnTo>
                        <a:lnTo>
                          <a:pt x="294" y="798"/>
                        </a:lnTo>
                        <a:lnTo>
                          <a:pt x="312" y="798"/>
                        </a:lnTo>
                        <a:lnTo>
                          <a:pt x="324" y="786"/>
                        </a:lnTo>
                        <a:lnTo>
                          <a:pt x="324" y="780"/>
                        </a:lnTo>
                        <a:lnTo>
                          <a:pt x="306" y="762"/>
                        </a:lnTo>
                        <a:lnTo>
                          <a:pt x="294" y="762"/>
                        </a:lnTo>
                        <a:lnTo>
                          <a:pt x="312" y="756"/>
                        </a:lnTo>
                        <a:lnTo>
                          <a:pt x="300" y="750"/>
                        </a:lnTo>
                        <a:lnTo>
                          <a:pt x="324" y="750"/>
                        </a:lnTo>
                        <a:lnTo>
                          <a:pt x="336" y="744"/>
                        </a:lnTo>
                        <a:lnTo>
                          <a:pt x="348" y="744"/>
                        </a:lnTo>
                        <a:lnTo>
                          <a:pt x="354" y="738"/>
                        </a:lnTo>
                        <a:lnTo>
                          <a:pt x="360" y="726"/>
                        </a:lnTo>
                        <a:lnTo>
                          <a:pt x="360" y="714"/>
                        </a:lnTo>
                        <a:lnTo>
                          <a:pt x="366" y="708"/>
                        </a:lnTo>
                        <a:lnTo>
                          <a:pt x="384" y="726"/>
                        </a:lnTo>
                        <a:lnTo>
                          <a:pt x="390" y="726"/>
                        </a:lnTo>
                        <a:lnTo>
                          <a:pt x="396" y="720"/>
                        </a:lnTo>
                        <a:lnTo>
                          <a:pt x="408" y="696"/>
                        </a:lnTo>
                        <a:lnTo>
                          <a:pt x="402" y="690"/>
                        </a:lnTo>
                        <a:lnTo>
                          <a:pt x="402" y="684"/>
                        </a:lnTo>
                        <a:lnTo>
                          <a:pt x="414" y="684"/>
                        </a:lnTo>
                        <a:lnTo>
                          <a:pt x="420" y="678"/>
                        </a:lnTo>
                        <a:lnTo>
                          <a:pt x="432" y="672"/>
                        </a:lnTo>
                        <a:lnTo>
                          <a:pt x="432" y="660"/>
                        </a:lnTo>
                        <a:lnTo>
                          <a:pt x="420" y="636"/>
                        </a:lnTo>
                        <a:lnTo>
                          <a:pt x="408" y="630"/>
                        </a:lnTo>
                        <a:lnTo>
                          <a:pt x="408" y="618"/>
                        </a:lnTo>
                        <a:lnTo>
                          <a:pt x="372" y="600"/>
                        </a:lnTo>
                        <a:lnTo>
                          <a:pt x="360" y="606"/>
                        </a:lnTo>
                        <a:lnTo>
                          <a:pt x="354" y="606"/>
                        </a:lnTo>
                        <a:lnTo>
                          <a:pt x="342" y="600"/>
                        </a:lnTo>
                        <a:lnTo>
                          <a:pt x="330" y="576"/>
                        </a:lnTo>
                        <a:lnTo>
                          <a:pt x="330" y="558"/>
                        </a:lnTo>
                        <a:lnTo>
                          <a:pt x="324" y="546"/>
                        </a:lnTo>
                        <a:lnTo>
                          <a:pt x="324" y="528"/>
                        </a:lnTo>
                        <a:lnTo>
                          <a:pt x="336" y="516"/>
                        </a:lnTo>
                        <a:lnTo>
                          <a:pt x="342" y="504"/>
                        </a:lnTo>
                        <a:lnTo>
                          <a:pt x="342" y="486"/>
                        </a:lnTo>
                        <a:lnTo>
                          <a:pt x="336" y="474"/>
                        </a:lnTo>
                        <a:lnTo>
                          <a:pt x="330" y="468"/>
                        </a:lnTo>
                        <a:lnTo>
                          <a:pt x="330" y="462"/>
                        </a:lnTo>
                        <a:lnTo>
                          <a:pt x="348" y="462"/>
                        </a:lnTo>
                        <a:lnTo>
                          <a:pt x="354" y="456"/>
                        </a:lnTo>
                        <a:lnTo>
                          <a:pt x="354" y="438"/>
                        </a:lnTo>
                        <a:lnTo>
                          <a:pt x="348" y="426"/>
                        </a:lnTo>
                        <a:lnTo>
                          <a:pt x="354" y="432"/>
                        </a:lnTo>
                        <a:lnTo>
                          <a:pt x="378" y="432"/>
                        </a:lnTo>
                        <a:lnTo>
                          <a:pt x="384" y="426"/>
                        </a:lnTo>
                        <a:lnTo>
                          <a:pt x="396" y="420"/>
                        </a:lnTo>
                        <a:lnTo>
                          <a:pt x="408" y="408"/>
                        </a:lnTo>
                        <a:lnTo>
                          <a:pt x="438" y="414"/>
                        </a:lnTo>
                        <a:lnTo>
                          <a:pt x="450" y="390"/>
                        </a:lnTo>
                        <a:lnTo>
                          <a:pt x="480" y="390"/>
                        </a:lnTo>
                        <a:lnTo>
                          <a:pt x="498" y="384"/>
                        </a:lnTo>
                        <a:lnTo>
                          <a:pt x="510" y="378"/>
                        </a:lnTo>
                        <a:lnTo>
                          <a:pt x="522" y="354"/>
                        </a:lnTo>
                        <a:lnTo>
                          <a:pt x="540" y="336"/>
                        </a:lnTo>
                        <a:lnTo>
                          <a:pt x="546" y="324"/>
                        </a:lnTo>
                        <a:lnTo>
                          <a:pt x="528" y="300"/>
                        </a:lnTo>
                        <a:lnTo>
                          <a:pt x="558" y="264"/>
                        </a:lnTo>
                        <a:lnTo>
                          <a:pt x="540" y="246"/>
                        </a:lnTo>
                        <a:lnTo>
                          <a:pt x="576" y="234"/>
                        </a:lnTo>
                        <a:lnTo>
                          <a:pt x="594" y="216"/>
                        </a:lnTo>
                        <a:lnTo>
                          <a:pt x="672" y="222"/>
                        </a:lnTo>
                        <a:lnTo>
                          <a:pt x="684" y="240"/>
                        </a:lnTo>
                        <a:lnTo>
                          <a:pt x="690" y="240"/>
                        </a:lnTo>
                        <a:lnTo>
                          <a:pt x="678" y="204"/>
                        </a:lnTo>
                        <a:close/>
                        <a:moveTo>
                          <a:pt x="390" y="828"/>
                        </a:moveTo>
                        <a:lnTo>
                          <a:pt x="390" y="840"/>
                        </a:lnTo>
                        <a:lnTo>
                          <a:pt x="396" y="852"/>
                        </a:lnTo>
                        <a:lnTo>
                          <a:pt x="396" y="864"/>
                        </a:lnTo>
                        <a:lnTo>
                          <a:pt x="402" y="870"/>
                        </a:lnTo>
                        <a:lnTo>
                          <a:pt x="402" y="876"/>
                        </a:lnTo>
                        <a:lnTo>
                          <a:pt x="414" y="852"/>
                        </a:lnTo>
                        <a:lnTo>
                          <a:pt x="426" y="852"/>
                        </a:lnTo>
                        <a:lnTo>
                          <a:pt x="432" y="846"/>
                        </a:lnTo>
                        <a:lnTo>
                          <a:pt x="438" y="834"/>
                        </a:lnTo>
                        <a:lnTo>
                          <a:pt x="438" y="822"/>
                        </a:lnTo>
                        <a:lnTo>
                          <a:pt x="432" y="816"/>
                        </a:lnTo>
                        <a:lnTo>
                          <a:pt x="450" y="798"/>
                        </a:lnTo>
                        <a:lnTo>
                          <a:pt x="444" y="798"/>
                        </a:lnTo>
                        <a:lnTo>
                          <a:pt x="438" y="804"/>
                        </a:lnTo>
                        <a:lnTo>
                          <a:pt x="420" y="804"/>
                        </a:lnTo>
                        <a:lnTo>
                          <a:pt x="408" y="810"/>
                        </a:lnTo>
                        <a:lnTo>
                          <a:pt x="390" y="828"/>
                        </a:lnTo>
                        <a:close/>
                        <a:moveTo>
                          <a:pt x="300" y="900"/>
                        </a:moveTo>
                        <a:lnTo>
                          <a:pt x="300" y="912"/>
                        </a:lnTo>
                        <a:lnTo>
                          <a:pt x="294" y="924"/>
                        </a:lnTo>
                        <a:lnTo>
                          <a:pt x="300" y="918"/>
                        </a:lnTo>
                        <a:lnTo>
                          <a:pt x="312" y="912"/>
                        </a:lnTo>
                        <a:lnTo>
                          <a:pt x="318" y="900"/>
                        </a:lnTo>
                        <a:lnTo>
                          <a:pt x="318" y="894"/>
                        </a:lnTo>
                        <a:lnTo>
                          <a:pt x="324" y="888"/>
                        </a:lnTo>
                        <a:lnTo>
                          <a:pt x="324" y="882"/>
                        </a:lnTo>
                        <a:lnTo>
                          <a:pt x="342" y="858"/>
                        </a:lnTo>
                        <a:lnTo>
                          <a:pt x="336" y="840"/>
                        </a:lnTo>
                        <a:lnTo>
                          <a:pt x="330" y="852"/>
                        </a:lnTo>
                        <a:lnTo>
                          <a:pt x="312" y="870"/>
                        </a:lnTo>
                        <a:lnTo>
                          <a:pt x="300" y="894"/>
                        </a:lnTo>
                        <a:lnTo>
                          <a:pt x="300" y="90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10" name="Spain" descr="© INSCALE GmbH, 05.05.2010&#10;http://www.presentationload.com/">
                    <a:extLst>
                      <a:ext uri="{FF2B5EF4-FFF2-40B4-BE49-F238E27FC236}">
                        <a16:creationId xmlns:a16="http://schemas.microsoft.com/office/drawing/2014/main" id="{01FABB91-67D8-F7FE-6E8C-3727A8CF3F28}"/>
                      </a:ext>
                    </a:extLst>
                  </p:cNvPr>
                  <p:cNvSpPr>
                    <a:spLocks noEditPoints="1"/>
                  </p:cNvSpPr>
                  <p:nvPr/>
                </p:nvSpPr>
                <p:spPr bwMode="gray">
                  <a:xfrm>
                    <a:off x="2519" y="1675"/>
                    <a:ext cx="222" cy="157"/>
                  </a:xfrm>
                  <a:custGeom>
                    <a:avLst/>
                    <a:gdLst>
                      <a:gd name="T0" fmla="*/ 2147483647 w 876"/>
                      <a:gd name="T1" fmla="*/ 2147483647 h 618"/>
                      <a:gd name="T2" fmla="*/ 2147483647 w 876"/>
                      <a:gd name="T3" fmla="*/ 2147483647 h 618"/>
                      <a:gd name="T4" fmla="*/ 2147483647 w 876"/>
                      <a:gd name="T5" fmla="*/ 2147483647 h 618"/>
                      <a:gd name="T6" fmla="*/ 2147483647 w 876"/>
                      <a:gd name="T7" fmla="*/ 2147483647 h 618"/>
                      <a:gd name="T8" fmla="*/ 2147483647 w 876"/>
                      <a:gd name="T9" fmla="*/ 2147483647 h 618"/>
                      <a:gd name="T10" fmla="*/ 2147483647 w 876"/>
                      <a:gd name="T11" fmla="*/ 2147483647 h 618"/>
                      <a:gd name="T12" fmla="*/ 2147483647 w 876"/>
                      <a:gd name="T13" fmla="*/ 2147483647 h 618"/>
                      <a:gd name="T14" fmla="*/ 2147483647 w 876"/>
                      <a:gd name="T15" fmla="*/ 2147483647 h 618"/>
                      <a:gd name="T16" fmla="*/ 2147483647 w 876"/>
                      <a:gd name="T17" fmla="*/ 2147483647 h 618"/>
                      <a:gd name="T18" fmla="*/ 2147483647 w 876"/>
                      <a:gd name="T19" fmla="*/ 2147483647 h 618"/>
                      <a:gd name="T20" fmla="*/ 2147483647 w 876"/>
                      <a:gd name="T21" fmla="*/ 2147483647 h 618"/>
                      <a:gd name="T22" fmla="*/ 2147483647 w 876"/>
                      <a:gd name="T23" fmla="*/ 2147483647 h 618"/>
                      <a:gd name="T24" fmla="*/ 2147483647 w 876"/>
                      <a:gd name="T25" fmla="*/ 2147483647 h 618"/>
                      <a:gd name="T26" fmla="*/ 2147483647 w 876"/>
                      <a:gd name="T27" fmla="*/ 2147483647 h 618"/>
                      <a:gd name="T28" fmla="*/ 2147483647 w 876"/>
                      <a:gd name="T29" fmla="*/ 2147483647 h 618"/>
                      <a:gd name="T30" fmla="*/ 2147483647 w 876"/>
                      <a:gd name="T31" fmla="*/ 2147483647 h 618"/>
                      <a:gd name="T32" fmla="*/ 2147483647 w 876"/>
                      <a:gd name="T33" fmla="*/ 2147483647 h 618"/>
                      <a:gd name="T34" fmla="*/ 2147483647 w 876"/>
                      <a:gd name="T35" fmla="*/ 2147483647 h 618"/>
                      <a:gd name="T36" fmla="*/ 2147483647 w 876"/>
                      <a:gd name="T37" fmla="*/ 2147483647 h 618"/>
                      <a:gd name="T38" fmla="*/ 2147483647 w 876"/>
                      <a:gd name="T39" fmla="*/ 2147483647 h 618"/>
                      <a:gd name="T40" fmla="*/ 2147483647 w 876"/>
                      <a:gd name="T41" fmla="*/ 0 h 618"/>
                      <a:gd name="T42" fmla="*/ 2147483647 w 876"/>
                      <a:gd name="T43" fmla="*/ 2147483647 h 618"/>
                      <a:gd name="T44" fmla="*/ 0 w 876"/>
                      <a:gd name="T45" fmla="*/ 2147483647 h 618"/>
                      <a:gd name="T46" fmla="*/ 2147483647 w 876"/>
                      <a:gd name="T47" fmla="*/ 2147483647 h 618"/>
                      <a:gd name="T48" fmla="*/ 2147483647 w 876"/>
                      <a:gd name="T49" fmla="*/ 2147483647 h 618"/>
                      <a:gd name="T50" fmla="*/ 2147483647 w 876"/>
                      <a:gd name="T51" fmla="*/ 2147483647 h 618"/>
                      <a:gd name="T52" fmla="*/ 2147483647 w 876"/>
                      <a:gd name="T53" fmla="*/ 2147483647 h 618"/>
                      <a:gd name="T54" fmla="*/ 2147483647 w 876"/>
                      <a:gd name="T55" fmla="*/ 2147483647 h 618"/>
                      <a:gd name="T56" fmla="*/ 2147483647 w 876"/>
                      <a:gd name="T57" fmla="*/ 2147483647 h 618"/>
                      <a:gd name="T58" fmla="*/ 2147483647 w 876"/>
                      <a:gd name="T59" fmla="*/ 2147483647 h 618"/>
                      <a:gd name="T60" fmla="*/ 2147483647 w 876"/>
                      <a:gd name="T61" fmla="*/ 2147483647 h 618"/>
                      <a:gd name="T62" fmla="*/ 2147483647 w 876"/>
                      <a:gd name="T63" fmla="*/ 2147483647 h 618"/>
                      <a:gd name="T64" fmla="*/ 2147483647 w 876"/>
                      <a:gd name="T65" fmla="*/ 2147483647 h 618"/>
                      <a:gd name="T66" fmla="*/ 2147483647 w 876"/>
                      <a:gd name="T67" fmla="*/ 2147483647 h 618"/>
                      <a:gd name="T68" fmla="*/ 2147483647 w 876"/>
                      <a:gd name="T69" fmla="*/ 2147483647 h 618"/>
                      <a:gd name="T70" fmla="*/ 2147483647 w 876"/>
                      <a:gd name="T71" fmla="*/ 2147483647 h 618"/>
                      <a:gd name="T72" fmla="*/ 2147483647 w 876"/>
                      <a:gd name="T73" fmla="*/ 2147483647 h 618"/>
                      <a:gd name="T74" fmla="*/ 2147483647 w 876"/>
                      <a:gd name="T75" fmla="*/ 2147483647 h 618"/>
                      <a:gd name="T76" fmla="*/ 2147483647 w 876"/>
                      <a:gd name="T77" fmla="*/ 2147483647 h 618"/>
                      <a:gd name="T78" fmla="*/ 2147483647 w 876"/>
                      <a:gd name="T79" fmla="*/ 2147483647 h 618"/>
                      <a:gd name="T80" fmla="*/ 2147483647 w 876"/>
                      <a:gd name="T81" fmla="*/ 2147483647 h 618"/>
                      <a:gd name="T82" fmla="*/ 2147483647 w 876"/>
                      <a:gd name="T83" fmla="*/ 2147483647 h 618"/>
                      <a:gd name="T84" fmla="*/ 2147483647 w 876"/>
                      <a:gd name="T85" fmla="*/ 2147483647 h 618"/>
                      <a:gd name="T86" fmla="*/ 2147483647 w 876"/>
                      <a:gd name="T87" fmla="*/ 2147483647 h 618"/>
                      <a:gd name="T88" fmla="*/ 2147483647 w 876"/>
                      <a:gd name="T89" fmla="*/ 2147483647 h 618"/>
                      <a:gd name="T90" fmla="*/ 2147483647 w 876"/>
                      <a:gd name="T91" fmla="*/ 2147483647 h 618"/>
                      <a:gd name="T92" fmla="*/ 2147483647 w 876"/>
                      <a:gd name="T93" fmla="*/ 2147483647 h 618"/>
                      <a:gd name="T94" fmla="*/ 2147483647 w 876"/>
                      <a:gd name="T95" fmla="*/ 2147483647 h 618"/>
                      <a:gd name="T96" fmla="*/ 2147483647 w 876"/>
                      <a:gd name="T97" fmla="*/ 2147483647 h 618"/>
                      <a:gd name="T98" fmla="*/ 2147483647 w 876"/>
                      <a:gd name="T99" fmla="*/ 2147483647 h 618"/>
                      <a:gd name="T100" fmla="*/ 2147483647 w 876"/>
                      <a:gd name="T101" fmla="*/ 2147483647 h 618"/>
                      <a:gd name="T102" fmla="*/ 2147483647 w 876"/>
                      <a:gd name="T103" fmla="*/ 2147483647 h 618"/>
                      <a:gd name="T104" fmla="*/ 2147483647 w 876"/>
                      <a:gd name="T105" fmla="*/ 2147483647 h 618"/>
                      <a:gd name="T106" fmla="*/ 2147483647 w 876"/>
                      <a:gd name="T107" fmla="*/ 2147483647 h 618"/>
                      <a:gd name="T108" fmla="*/ 2147483647 w 876"/>
                      <a:gd name="T109" fmla="*/ 2147483647 h 61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876"/>
                      <a:gd name="T166" fmla="*/ 0 h 618"/>
                      <a:gd name="T167" fmla="*/ 876 w 876"/>
                      <a:gd name="T168" fmla="*/ 618 h 61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876" h="618">
                        <a:moveTo>
                          <a:pt x="804" y="318"/>
                        </a:moveTo>
                        <a:lnTo>
                          <a:pt x="798" y="312"/>
                        </a:lnTo>
                        <a:lnTo>
                          <a:pt x="798" y="306"/>
                        </a:lnTo>
                        <a:lnTo>
                          <a:pt x="786" y="306"/>
                        </a:lnTo>
                        <a:lnTo>
                          <a:pt x="762" y="318"/>
                        </a:lnTo>
                        <a:lnTo>
                          <a:pt x="750" y="330"/>
                        </a:lnTo>
                        <a:lnTo>
                          <a:pt x="750" y="336"/>
                        </a:lnTo>
                        <a:lnTo>
                          <a:pt x="756" y="342"/>
                        </a:lnTo>
                        <a:lnTo>
                          <a:pt x="768" y="342"/>
                        </a:lnTo>
                        <a:lnTo>
                          <a:pt x="774" y="348"/>
                        </a:lnTo>
                        <a:lnTo>
                          <a:pt x="774" y="354"/>
                        </a:lnTo>
                        <a:lnTo>
                          <a:pt x="804" y="354"/>
                        </a:lnTo>
                        <a:lnTo>
                          <a:pt x="816" y="342"/>
                        </a:lnTo>
                        <a:lnTo>
                          <a:pt x="816" y="324"/>
                        </a:lnTo>
                        <a:lnTo>
                          <a:pt x="810" y="318"/>
                        </a:lnTo>
                        <a:lnTo>
                          <a:pt x="804" y="318"/>
                        </a:lnTo>
                        <a:close/>
                        <a:moveTo>
                          <a:pt x="672" y="390"/>
                        </a:moveTo>
                        <a:lnTo>
                          <a:pt x="678" y="396"/>
                        </a:lnTo>
                        <a:lnTo>
                          <a:pt x="684" y="396"/>
                        </a:lnTo>
                        <a:lnTo>
                          <a:pt x="690" y="390"/>
                        </a:lnTo>
                        <a:lnTo>
                          <a:pt x="690" y="372"/>
                        </a:lnTo>
                        <a:lnTo>
                          <a:pt x="684" y="372"/>
                        </a:lnTo>
                        <a:lnTo>
                          <a:pt x="672" y="384"/>
                        </a:lnTo>
                        <a:lnTo>
                          <a:pt x="672" y="390"/>
                        </a:lnTo>
                        <a:close/>
                        <a:moveTo>
                          <a:pt x="840" y="300"/>
                        </a:moveTo>
                        <a:lnTo>
                          <a:pt x="840" y="306"/>
                        </a:lnTo>
                        <a:lnTo>
                          <a:pt x="852" y="318"/>
                        </a:lnTo>
                        <a:lnTo>
                          <a:pt x="870" y="318"/>
                        </a:lnTo>
                        <a:lnTo>
                          <a:pt x="876" y="312"/>
                        </a:lnTo>
                        <a:lnTo>
                          <a:pt x="864" y="300"/>
                        </a:lnTo>
                        <a:lnTo>
                          <a:pt x="852" y="300"/>
                        </a:lnTo>
                        <a:lnTo>
                          <a:pt x="846" y="294"/>
                        </a:lnTo>
                        <a:lnTo>
                          <a:pt x="840" y="300"/>
                        </a:lnTo>
                        <a:close/>
                        <a:moveTo>
                          <a:pt x="804" y="150"/>
                        </a:moveTo>
                        <a:lnTo>
                          <a:pt x="798" y="138"/>
                        </a:lnTo>
                        <a:lnTo>
                          <a:pt x="798" y="132"/>
                        </a:lnTo>
                        <a:lnTo>
                          <a:pt x="810" y="120"/>
                        </a:lnTo>
                        <a:lnTo>
                          <a:pt x="798" y="114"/>
                        </a:lnTo>
                        <a:lnTo>
                          <a:pt x="792" y="108"/>
                        </a:lnTo>
                        <a:lnTo>
                          <a:pt x="792" y="102"/>
                        </a:lnTo>
                        <a:lnTo>
                          <a:pt x="780" y="102"/>
                        </a:lnTo>
                        <a:lnTo>
                          <a:pt x="780" y="108"/>
                        </a:lnTo>
                        <a:lnTo>
                          <a:pt x="774" y="114"/>
                        </a:lnTo>
                        <a:lnTo>
                          <a:pt x="756" y="114"/>
                        </a:lnTo>
                        <a:lnTo>
                          <a:pt x="750" y="108"/>
                        </a:lnTo>
                        <a:lnTo>
                          <a:pt x="726" y="108"/>
                        </a:lnTo>
                        <a:lnTo>
                          <a:pt x="726" y="102"/>
                        </a:lnTo>
                        <a:lnTo>
                          <a:pt x="708" y="102"/>
                        </a:lnTo>
                        <a:lnTo>
                          <a:pt x="696" y="108"/>
                        </a:lnTo>
                        <a:lnTo>
                          <a:pt x="690" y="84"/>
                        </a:lnTo>
                        <a:lnTo>
                          <a:pt x="672" y="84"/>
                        </a:lnTo>
                        <a:lnTo>
                          <a:pt x="672" y="78"/>
                        </a:lnTo>
                        <a:lnTo>
                          <a:pt x="666" y="72"/>
                        </a:lnTo>
                        <a:lnTo>
                          <a:pt x="648" y="72"/>
                        </a:lnTo>
                        <a:lnTo>
                          <a:pt x="642" y="78"/>
                        </a:lnTo>
                        <a:lnTo>
                          <a:pt x="642" y="90"/>
                        </a:lnTo>
                        <a:lnTo>
                          <a:pt x="624" y="96"/>
                        </a:lnTo>
                        <a:lnTo>
                          <a:pt x="624" y="84"/>
                        </a:lnTo>
                        <a:lnTo>
                          <a:pt x="594" y="84"/>
                        </a:lnTo>
                        <a:lnTo>
                          <a:pt x="582" y="72"/>
                        </a:lnTo>
                        <a:lnTo>
                          <a:pt x="570" y="72"/>
                        </a:lnTo>
                        <a:lnTo>
                          <a:pt x="564" y="78"/>
                        </a:lnTo>
                        <a:lnTo>
                          <a:pt x="546" y="60"/>
                        </a:lnTo>
                        <a:lnTo>
                          <a:pt x="510" y="60"/>
                        </a:lnTo>
                        <a:lnTo>
                          <a:pt x="516" y="54"/>
                        </a:lnTo>
                        <a:lnTo>
                          <a:pt x="516" y="48"/>
                        </a:lnTo>
                        <a:lnTo>
                          <a:pt x="504" y="36"/>
                        </a:lnTo>
                        <a:lnTo>
                          <a:pt x="498" y="36"/>
                        </a:lnTo>
                        <a:lnTo>
                          <a:pt x="492" y="42"/>
                        </a:lnTo>
                        <a:lnTo>
                          <a:pt x="486" y="36"/>
                        </a:lnTo>
                        <a:lnTo>
                          <a:pt x="450" y="36"/>
                        </a:lnTo>
                        <a:lnTo>
                          <a:pt x="390" y="24"/>
                        </a:lnTo>
                        <a:lnTo>
                          <a:pt x="378" y="24"/>
                        </a:lnTo>
                        <a:lnTo>
                          <a:pt x="348" y="36"/>
                        </a:lnTo>
                        <a:lnTo>
                          <a:pt x="294" y="30"/>
                        </a:lnTo>
                        <a:lnTo>
                          <a:pt x="258" y="12"/>
                        </a:lnTo>
                        <a:lnTo>
                          <a:pt x="234" y="12"/>
                        </a:lnTo>
                        <a:lnTo>
                          <a:pt x="216" y="18"/>
                        </a:lnTo>
                        <a:lnTo>
                          <a:pt x="162" y="18"/>
                        </a:lnTo>
                        <a:lnTo>
                          <a:pt x="150" y="12"/>
                        </a:lnTo>
                        <a:lnTo>
                          <a:pt x="138" y="12"/>
                        </a:lnTo>
                        <a:lnTo>
                          <a:pt x="126" y="6"/>
                        </a:lnTo>
                        <a:lnTo>
                          <a:pt x="120" y="0"/>
                        </a:lnTo>
                        <a:lnTo>
                          <a:pt x="108" y="0"/>
                        </a:lnTo>
                        <a:lnTo>
                          <a:pt x="96" y="6"/>
                        </a:lnTo>
                        <a:lnTo>
                          <a:pt x="72" y="30"/>
                        </a:lnTo>
                        <a:lnTo>
                          <a:pt x="60" y="30"/>
                        </a:lnTo>
                        <a:lnTo>
                          <a:pt x="48" y="36"/>
                        </a:lnTo>
                        <a:lnTo>
                          <a:pt x="30" y="36"/>
                        </a:lnTo>
                        <a:lnTo>
                          <a:pt x="6" y="48"/>
                        </a:lnTo>
                        <a:lnTo>
                          <a:pt x="0" y="60"/>
                        </a:lnTo>
                        <a:lnTo>
                          <a:pt x="0" y="72"/>
                        </a:lnTo>
                        <a:lnTo>
                          <a:pt x="6" y="78"/>
                        </a:lnTo>
                        <a:lnTo>
                          <a:pt x="12" y="90"/>
                        </a:lnTo>
                        <a:lnTo>
                          <a:pt x="24" y="96"/>
                        </a:lnTo>
                        <a:lnTo>
                          <a:pt x="30" y="102"/>
                        </a:lnTo>
                        <a:lnTo>
                          <a:pt x="18" y="138"/>
                        </a:lnTo>
                        <a:lnTo>
                          <a:pt x="24" y="144"/>
                        </a:lnTo>
                        <a:lnTo>
                          <a:pt x="24" y="150"/>
                        </a:lnTo>
                        <a:lnTo>
                          <a:pt x="30" y="144"/>
                        </a:lnTo>
                        <a:lnTo>
                          <a:pt x="54" y="132"/>
                        </a:lnTo>
                        <a:lnTo>
                          <a:pt x="78" y="132"/>
                        </a:lnTo>
                        <a:lnTo>
                          <a:pt x="78" y="138"/>
                        </a:lnTo>
                        <a:lnTo>
                          <a:pt x="66" y="150"/>
                        </a:lnTo>
                        <a:lnTo>
                          <a:pt x="60" y="150"/>
                        </a:lnTo>
                        <a:lnTo>
                          <a:pt x="60" y="156"/>
                        </a:lnTo>
                        <a:lnTo>
                          <a:pt x="72" y="156"/>
                        </a:lnTo>
                        <a:lnTo>
                          <a:pt x="78" y="150"/>
                        </a:lnTo>
                        <a:lnTo>
                          <a:pt x="96" y="150"/>
                        </a:lnTo>
                        <a:lnTo>
                          <a:pt x="102" y="156"/>
                        </a:lnTo>
                        <a:lnTo>
                          <a:pt x="114" y="156"/>
                        </a:lnTo>
                        <a:lnTo>
                          <a:pt x="120" y="150"/>
                        </a:lnTo>
                        <a:lnTo>
                          <a:pt x="120" y="144"/>
                        </a:lnTo>
                        <a:lnTo>
                          <a:pt x="174" y="144"/>
                        </a:lnTo>
                        <a:lnTo>
                          <a:pt x="174" y="162"/>
                        </a:lnTo>
                        <a:lnTo>
                          <a:pt x="180" y="162"/>
                        </a:lnTo>
                        <a:lnTo>
                          <a:pt x="192" y="168"/>
                        </a:lnTo>
                        <a:lnTo>
                          <a:pt x="192" y="174"/>
                        </a:lnTo>
                        <a:lnTo>
                          <a:pt x="168" y="198"/>
                        </a:lnTo>
                        <a:lnTo>
                          <a:pt x="144" y="210"/>
                        </a:lnTo>
                        <a:lnTo>
                          <a:pt x="138" y="216"/>
                        </a:lnTo>
                        <a:lnTo>
                          <a:pt x="138" y="222"/>
                        </a:lnTo>
                        <a:lnTo>
                          <a:pt x="144" y="222"/>
                        </a:lnTo>
                        <a:lnTo>
                          <a:pt x="150" y="228"/>
                        </a:lnTo>
                        <a:lnTo>
                          <a:pt x="150" y="240"/>
                        </a:lnTo>
                        <a:lnTo>
                          <a:pt x="144" y="258"/>
                        </a:lnTo>
                        <a:lnTo>
                          <a:pt x="144" y="276"/>
                        </a:lnTo>
                        <a:lnTo>
                          <a:pt x="138" y="276"/>
                        </a:lnTo>
                        <a:lnTo>
                          <a:pt x="132" y="282"/>
                        </a:lnTo>
                        <a:lnTo>
                          <a:pt x="132" y="294"/>
                        </a:lnTo>
                        <a:lnTo>
                          <a:pt x="138" y="300"/>
                        </a:lnTo>
                        <a:lnTo>
                          <a:pt x="138" y="312"/>
                        </a:lnTo>
                        <a:lnTo>
                          <a:pt x="126" y="324"/>
                        </a:lnTo>
                        <a:lnTo>
                          <a:pt x="90" y="324"/>
                        </a:lnTo>
                        <a:lnTo>
                          <a:pt x="114" y="348"/>
                        </a:lnTo>
                        <a:lnTo>
                          <a:pt x="114" y="360"/>
                        </a:lnTo>
                        <a:lnTo>
                          <a:pt x="120" y="366"/>
                        </a:lnTo>
                        <a:lnTo>
                          <a:pt x="132" y="372"/>
                        </a:lnTo>
                        <a:lnTo>
                          <a:pt x="132" y="378"/>
                        </a:lnTo>
                        <a:lnTo>
                          <a:pt x="120" y="390"/>
                        </a:lnTo>
                        <a:lnTo>
                          <a:pt x="108" y="396"/>
                        </a:lnTo>
                        <a:lnTo>
                          <a:pt x="96" y="408"/>
                        </a:lnTo>
                        <a:lnTo>
                          <a:pt x="96" y="414"/>
                        </a:lnTo>
                        <a:lnTo>
                          <a:pt x="102" y="420"/>
                        </a:lnTo>
                        <a:lnTo>
                          <a:pt x="102" y="426"/>
                        </a:lnTo>
                        <a:lnTo>
                          <a:pt x="108" y="438"/>
                        </a:lnTo>
                        <a:lnTo>
                          <a:pt x="114" y="444"/>
                        </a:lnTo>
                        <a:lnTo>
                          <a:pt x="126" y="444"/>
                        </a:lnTo>
                        <a:lnTo>
                          <a:pt x="126" y="450"/>
                        </a:lnTo>
                        <a:lnTo>
                          <a:pt x="114" y="462"/>
                        </a:lnTo>
                        <a:lnTo>
                          <a:pt x="102" y="462"/>
                        </a:lnTo>
                        <a:lnTo>
                          <a:pt x="96" y="474"/>
                        </a:lnTo>
                        <a:lnTo>
                          <a:pt x="90" y="480"/>
                        </a:lnTo>
                        <a:lnTo>
                          <a:pt x="90" y="528"/>
                        </a:lnTo>
                        <a:lnTo>
                          <a:pt x="120" y="528"/>
                        </a:lnTo>
                        <a:lnTo>
                          <a:pt x="144" y="546"/>
                        </a:lnTo>
                        <a:lnTo>
                          <a:pt x="162" y="546"/>
                        </a:lnTo>
                        <a:lnTo>
                          <a:pt x="156" y="576"/>
                        </a:lnTo>
                        <a:lnTo>
                          <a:pt x="162" y="576"/>
                        </a:lnTo>
                        <a:lnTo>
                          <a:pt x="162" y="594"/>
                        </a:lnTo>
                        <a:lnTo>
                          <a:pt x="168" y="606"/>
                        </a:lnTo>
                        <a:lnTo>
                          <a:pt x="174" y="612"/>
                        </a:lnTo>
                        <a:lnTo>
                          <a:pt x="192" y="612"/>
                        </a:lnTo>
                        <a:lnTo>
                          <a:pt x="198" y="618"/>
                        </a:lnTo>
                        <a:lnTo>
                          <a:pt x="204" y="618"/>
                        </a:lnTo>
                        <a:lnTo>
                          <a:pt x="210" y="612"/>
                        </a:lnTo>
                        <a:lnTo>
                          <a:pt x="222" y="606"/>
                        </a:lnTo>
                        <a:lnTo>
                          <a:pt x="240" y="588"/>
                        </a:lnTo>
                        <a:lnTo>
                          <a:pt x="252" y="582"/>
                        </a:lnTo>
                        <a:lnTo>
                          <a:pt x="264" y="582"/>
                        </a:lnTo>
                        <a:lnTo>
                          <a:pt x="294" y="564"/>
                        </a:lnTo>
                        <a:lnTo>
                          <a:pt x="360" y="564"/>
                        </a:lnTo>
                        <a:lnTo>
                          <a:pt x="366" y="558"/>
                        </a:lnTo>
                        <a:lnTo>
                          <a:pt x="378" y="558"/>
                        </a:lnTo>
                        <a:lnTo>
                          <a:pt x="390" y="570"/>
                        </a:lnTo>
                        <a:lnTo>
                          <a:pt x="396" y="570"/>
                        </a:lnTo>
                        <a:lnTo>
                          <a:pt x="408" y="564"/>
                        </a:lnTo>
                        <a:lnTo>
                          <a:pt x="420" y="564"/>
                        </a:lnTo>
                        <a:lnTo>
                          <a:pt x="426" y="558"/>
                        </a:lnTo>
                        <a:lnTo>
                          <a:pt x="432" y="558"/>
                        </a:lnTo>
                        <a:lnTo>
                          <a:pt x="432" y="570"/>
                        </a:lnTo>
                        <a:lnTo>
                          <a:pt x="438" y="570"/>
                        </a:lnTo>
                        <a:lnTo>
                          <a:pt x="450" y="558"/>
                        </a:lnTo>
                        <a:lnTo>
                          <a:pt x="462" y="534"/>
                        </a:lnTo>
                        <a:lnTo>
                          <a:pt x="462" y="522"/>
                        </a:lnTo>
                        <a:lnTo>
                          <a:pt x="498" y="492"/>
                        </a:lnTo>
                        <a:lnTo>
                          <a:pt x="528" y="492"/>
                        </a:lnTo>
                        <a:lnTo>
                          <a:pt x="534" y="474"/>
                        </a:lnTo>
                        <a:lnTo>
                          <a:pt x="534" y="468"/>
                        </a:lnTo>
                        <a:lnTo>
                          <a:pt x="540" y="462"/>
                        </a:lnTo>
                        <a:lnTo>
                          <a:pt x="540" y="450"/>
                        </a:lnTo>
                        <a:lnTo>
                          <a:pt x="546" y="444"/>
                        </a:lnTo>
                        <a:lnTo>
                          <a:pt x="552" y="432"/>
                        </a:lnTo>
                        <a:lnTo>
                          <a:pt x="552" y="426"/>
                        </a:lnTo>
                        <a:lnTo>
                          <a:pt x="570" y="426"/>
                        </a:lnTo>
                        <a:lnTo>
                          <a:pt x="594" y="414"/>
                        </a:lnTo>
                        <a:lnTo>
                          <a:pt x="600" y="408"/>
                        </a:lnTo>
                        <a:lnTo>
                          <a:pt x="594" y="396"/>
                        </a:lnTo>
                        <a:lnTo>
                          <a:pt x="588" y="390"/>
                        </a:lnTo>
                        <a:lnTo>
                          <a:pt x="582" y="378"/>
                        </a:lnTo>
                        <a:lnTo>
                          <a:pt x="576" y="372"/>
                        </a:lnTo>
                        <a:lnTo>
                          <a:pt x="570" y="372"/>
                        </a:lnTo>
                        <a:lnTo>
                          <a:pt x="570" y="336"/>
                        </a:lnTo>
                        <a:lnTo>
                          <a:pt x="582" y="312"/>
                        </a:lnTo>
                        <a:lnTo>
                          <a:pt x="594" y="306"/>
                        </a:lnTo>
                        <a:lnTo>
                          <a:pt x="600" y="294"/>
                        </a:lnTo>
                        <a:lnTo>
                          <a:pt x="612" y="282"/>
                        </a:lnTo>
                        <a:lnTo>
                          <a:pt x="618" y="270"/>
                        </a:lnTo>
                        <a:lnTo>
                          <a:pt x="630" y="258"/>
                        </a:lnTo>
                        <a:lnTo>
                          <a:pt x="642" y="258"/>
                        </a:lnTo>
                        <a:lnTo>
                          <a:pt x="654" y="246"/>
                        </a:lnTo>
                        <a:lnTo>
                          <a:pt x="654" y="240"/>
                        </a:lnTo>
                        <a:lnTo>
                          <a:pt x="648" y="240"/>
                        </a:lnTo>
                        <a:lnTo>
                          <a:pt x="648" y="228"/>
                        </a:lnTo>
                        <a:lnTo>
                          <a:pt x="654" y="222"/>
                        </a:lnTo>
                        <a:lnTo>
                          <a:pt x="726" y="198"/>
                        </a:lnTo>
                        <a:lnTo>
                          <a:pt x="750" y="186"/>
                        </a:lnTo>
                        <a:lnTo>
                          <a:pt x="756" y="174"/>
                        </a:lnTo>
                        <a:lnTo>
                          <a:pt x="768" y="168"/>
                        </a:lnTo>
                        <a:lnTo>
                          <a:pt x="774" y="168"/>
                        </a:lnTo>
                        <a:lnTo>
                          <a:pt x="786" y="156"/>
                        </a:lnTo>
                        <a:lnTo>
                          <a:pt x="798" y="156"/>
                        </a:lnTo>
                        <a:lnTo>
                          <a:pt x="804" y="15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11" name="Slovenia" descr="© INSCALE GmbH, 05.05.2010&#10;http://www.presentationload.com/">
                    <a:extLst>
                      <a:ext uri="{FF2B5EF4-FFF2-40B4-BE49-F238E27FC236}">
                        <a16:creationId xmlns:a16="http://schemas.microsoft.com/office/drawing/2014/main" id="{6F2C9DB7-43C3-CB9F-84D2-D6E9A2E1CB60}"/>
                      </a:ext>
                    </a:extLst>
                  </p:cNvPr>
                  <p:cNvSpPr>
                    <a:spLocks/>
                  </p:cNvSpPr>
                  <p:nvPr/>
                </p:nvSpPr>
                <p:spPr bwMode="gray">
                  <a:xfrm>
                    <a:off x="2888" y="1611"/>
                    <a:ext cx="54" cy="30"/>
                  </a:xfrm>
                  <a:custGeom>
                    <a:avLst/>
                    <a:gdLst>
                      <a:gd name="T0" fmla="*/ 2147483647 w 210"/>
                      <a:gd name="T1" fmla="*/ 2147483647 h 120"/>
                      <a:gd name="T2" fmla="*/ 2147483647 w 210"/>
                      <a:gd name="T3" fmla="*/ 2147483647 h 120"/>
                      <a:gd name="T4" fmla="*/ 2147483647 w 210"/>
                      <a:gd name="T5" fmla="*/ 2147483647 h 120"/>
                      <a:gd name="T6" fmla="*/ 2147483647 w 210"/>
                      <a:gd name="T7" fmla="*/ 2147483647 h 120"/>
                      <a:gd name="T8" fmla="*/ 2147483647 w 210"/>
                      <a:gd name="T9" fmla="*/ 2147483647 h 120"/>
                      <a:gd name="T10" fmla="*/ 2147483647 w 210"/>
                      <a:gd name="T11" fmla="*/ 2147483647 h 120"/>
                      <a:gd name="T12" fmla="*/ 2147483647 w 210"/>
                      <a:gd name="T13" fmla="*/ 2147483647 h 120"/>
                      <a:gd name="T14" fmla="*/ 2147483647 w 210"/>
                      <a:gd name="T15" fmla="*/ 2147483647 h 120"/>
                      <a:gd name="T16" fmla="*/ 2147483647 w 210"/>
                      <a:gd name="T17" fmla="*/ 2147483647 h 120"/>
                      <a:gd name="T18" fmla="*/ 2147483647 w 210"/>
                      <a:gd name="T19" fmla="*/ 2147483647 h 120"/>
                      <a:gd name="T20" fmla="*/ 2147483647 w 210"/>
                      <a:gd name="T21" fmla="*/ 2147483647 h 120"/>
                      <a:gd name="T22" fmla="*/ 2147483647 w 210"/>
                      <a:gd name="T23" fmla="*/ 2147483647 h 120"/>
                      <a:gd name="T24" fmla="*/ 2147483647 w 210"/>
                      <a:gd name="T25" fmla="*/ 2147483647 h 120"/>
                      <a:gd name="T26" fmla="*/ 2147483647 w 210"/>
                      <a:gd name="T27" fmla="*/ 2147483647 h 120"/>
                      <a:gd name="T28" fmla="*/ 2147483647 w 210"/>
                      <a:gd name="T29" fmla="*/ 2147483647 h 120"/>
                      <a:gd name="T30" fmla="*/ 2147483647 w 210"/>
                      <a:gd name="T31" fmla="*/ 2147483647 h 120"/>
                      <a:gd name="T32" fmla="*/ 2147483647 w 210"/>
                      <a:gd name="T33" fmla="*/ 2147483647 h 120"/>
                      <a:gd name="T34" fmla="*/ 2147483647 w 210"/>
                      <a:gd name="T35" fmla="*/ 2147483647 h 120"/>
                      <a:gd name="T36" fmla="*/ 2147483647 w 210"/>
                      <a:gd name="T37" fmla="*/ 2147483647 h 120"/>
                      <a:gd name="T38" fmla="*/ 2147483647 w 210"/>
                      <a:gd name="T39" fmla="*/ 2147483647 h 120"/>
                      <a:gd name="T40" fmla="*/ 2147483647 w 210"/>
                      <a:gd name="T41" fmla="*/ 2147483647 h 120"/>
                      <a:gd name="T42" fmla="*/ 2147483647 w 210"/>
                      <a:gd name="T43" fmla="*/ 0 h 120"/>
                      <a:gd name="T44" fmla="*/ 2147483647 w 210"/>
                      <a:gd name="T45" fmla="*/ 2147483647 h 120"/>
                      <a:gd name="T46" fmla="*/ 2147483647 w 210"/>
                      <a:gd name="T47" fmla="*/ 2147483647 h 120"/>
                      <a:gd name="T48" fmla="*/ 2147483647 w 210"/>
                      <a:gd name="T49" fmla="*/ 2147483647 h 120"/>
                      <a:gd name="T50" fmla="*/ 2147483647 w 210"/>
                      <a:gd name="T51" fmla="*/ 2147483647 h 120"/>
                      <a:gd name="T52" fmla="*/ 2147483647 w 210"/>
                      <a:gd name="T53" fmla="*/ 2147483647 h 120"/>
                      <a:gd name="T54" fmla="*/ 2147483647 w 210"/>
                      <a:gd name="T55" fmla="*/ 2147483647 h 120"/>
                      <a:gd name="T56" fmla="*/ 2147483647 w 210"/>
                      <a:gd name="T57" fmla="*/ 2147483647 h 120"/>
                      <a:gd name="T58" fmla="*/ 2147483647 w 210"/>
                      <a:gd name="T59" fmla="*/ 2147483647 h 120"/>
                      <a:gd name="T60" fmla="*/ 2147483647 w 210"/>
                      <a:gd name="T61" fmla="*/ 2147483647 h 120"/>
                      <a:gd name="T62" fmla="*/ 2147483647 w 210"/>
                      <a:gd name="T63" fmla="*/ 2147483647 h 120"/>
                      <a:gd name="T64" fmla="*/ 2147483647 w 210"/>
                      <a:gd name="T65" fmla="*/ 2147483647 h 120"/>
                      <a:gd name="T66" fmla="*/ 2147483647 w 210"/>
                      <a:gd name="T67" fmla="*/ 2147483647 h 120"/>
                      <a:gd name="T68" fmla="*/ 0 w 210"/>
                      <a:gd name="T69" fmla="*/ 2147483647 h 120"/>
                      <a:gd name="T70" fmla="*/ 2147483647 w 210"/>
                      <a:gd name="T71" fmla="*/ 2147483647 h 120"/>
                      <a:gd name="T72" fmla="*/ 2147483647 w 210"/>
                      <a:gd name="T73" fmla="*/ 2147483647 h 120"/>
                      <a:gd name="T74" fmla="*/ 2147483647 w 210"/>
                      <a:gd name="T75" fmla="*/ 2147483647 h 120"/>
                      <a:gd name="T76" fmla="*/ 2147483647 w 210"/>
                      <a:gd name="T77" fmla="*/ 2147483647 h 120"/>
                      <a:gd name="T78" fmla="*/ 2147483647 w 210"/>
                      <a:gd name="T79" fmla="*/ 2147483647 h 120"/>
                      <a:gd name="T80" fmla="*/ 2147483647 w 210"/>
                      <a:gd name="T81" fmla="*/ 2147483647 h 120"/>
                      <a:gd name="T82" fmla="*/ 2147483647 w 210"/>
                      <a:gd name="T83" fmla="*/ 2147483647 h 120"/>
                      <a:gd name="T84" fmla="*/ 2147483647 w 210"/>
                      <a:gd name="T85" fmla="*/ 2147483647 h 120"/>
                      <a:gd name="T86" fmla="*/ 2147483647 w 210"/>
                      <a:gd name="T87" fmla="*/ 2147483647 h 12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10"/>
                      <a:gd name="T133" fmla="*/ 0 h 120"/>
                      <a:gd name="T134" fmla="*/ 210 w 210"/>
                      <a:gd name="T135" fmla="*/ 120 h 12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10" h="120">
                        <a:moveTo>
                          <a:pt x="24" y="120"/>
                        </a:moveTo>
                        <a:lnTo>
                          <a:pt x="42" y="120"/>
                        </a:lnTo>
                        <a:lnTo>
                          <a:pt x="42" y="108"/>
                        </a:lnTo>
                        <a:lnTo>
                          <a:pt x="54" y="114"/>
                        </a:lnTo>
                        <a:lnTo>
                          <a:pt x="72" y="114"/>
                        </a:lnTo>
                        <a:lnTo>
                          <a:pt x="78" y="102"/>
                        </a:lnTo>
                        <a:lnTo>
                          <a:pt x="78" y="108"/>
                        </a:lnTo>
                        <a:lnTo>
                          <a:pt x="84" y="114"/>
                        </a:lnTo>
                        <a:lnTo>
                          <a:pt x="126" y="114"/>
                        </a:lnTo>
                        <a:lnTo>
                          <a:pt x="126" y="96"/>
                        </a:lnTo>
                        <a:lnTo>
                          <a:pt x="138" y="90"/>
                        </a:lnTo>
                        <a:lnTo>
                          <a:pt x="150" y="78"/>
                        </a:lnTo>
                        <a:lnTo>
                          <a:pt x="150" y="72"/>
                        </a:lnTo>
                        <a:lnTo>
                          <a:pt x="144" y="66"/>
                        </a:lnTo>
                        <a:lnTo>
                          <a:pt x="144" y="54"/>
                        </a:lnTo>
                        <a:lnTo>
                          <a:pt x="174" y="54"/>
                        </a:lnTo>
                        <a:lnTo>
                          <a:pt x="186" y="48"/>
                        </a:lnTo>
                        <a:lnTo>
                          <a:pt x="186" y="36"/>
                        </a:lnTo>
                        <a:lnTo>
                          <a:pt x="210" y="36"/>
                        </a:lnTo>
                        <a:lnTo>
                          <a:pt x="192" y="24"/>
                        </a:lnTo>
                        <a:lnTo>
                          <a:pt x="186" y="6"/>
                        </a:lnTo>
                        <a:lnTo>
                          <a:pt x="180" y="0"/>
                        </a:lnTo>
                        <a:lnTo>
                          <a:pt x="174" y="12"/>
                        </a:lnTo>
                        <a:lnTo>
                          <a:pt x="168" y="30"/>
                        </a:lnTo>
                        <a:lnTo>
                          <a:pt x="144" y="24"/>
                        </a:lnTo>
                        <a:lnTo>
                          <a:pt x="132" y="30"/>
                        </a:lnTo>
                        <a:lnTo>
                          <a:pt x="84" y="30"/>
                        </a:lnTo>
                        <a:lnTo>
                          <a:pt x="84" y="42"/>
                        </a:lnTo>
                        <a:lnTo>
                          <a:pt x="54" y="42"/>
                        </a:lnTo>
                        <a:lnTo>
                          <a:pt x="48" y="36"/>
                        </a:lnTo>
                        <a:lnTo>
                          <a:pt x="30" y="36"/>
                        </a:lnTo>
                        <a:lnTo>
                          <a:pt x="24" y="42"/>
                        </a:lnTo>
                        <a:lnTo>
                          <a:pt x="6" y="42"/>
                        </a:lnTo>
                        <a:lnTo>
                          <a:pt x="6" y="48"/>
                        </a:lnTo>
                        <a:lnTo>
                          <a:pt x="0" y="54"/>
                        </a:lnTo>
                        <a:lnTo>
                          <a:pt x="12" y="60"/>
                        </a:lnTo>
                        <a:lnTo>
                          <a:pt x="6" y="96"/>
                        </a:lnTo>
                        <a:lnTo>
                          <a:pt x="18" y="96"/>
                        </a:lnTo>
                        <a:lnTo>
                          <a:pt x="30" y="102"/>
                        </a:lnTo>
                        <a:lnTo>
                          <a:pt x="36" y="102"/>
                        </a:lnTo>
                        <a:lnTo>
                          <a:pt x="36" y="108"/>
                        </a:lnTo>
                        <a:lnTo>
                          <a:pt x="30" y="108"/>
                        </a:lnTo>
                        <a:lnTo>
                          <a:pt x="30" y="114"/>
                        </a:lnTo>
                        <a:lnTo>
                          <a:pt x="24" y="12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12" name="Slovakia" descr="© INSCALE GmbH, 05.05.2010&#10;http://www.presentationload.com/">
                    <a:extLst>
                      <a:ext uri="{FF2B5EF4-FFF2-40B4-BE49-F238E27FC236}">
                        <a16:creationId xmlns:a16="http://schemas.microsoft.com/office/drawing/2014/main" id="{25ED2383-AD13-69D2-1F54-AB309A9E3680}"/>
                      </a:ext>
                    </a:extLst>
                  </p:cNvPr>
                  <p:cNvSpPr>
                    <a:spLocks/>
                  </p:cNvSpPr>
                  <p:nvPr/>
                </p:nvSpPr>
                <p:spPr bwMode="gray">
                  <a:xfrm>
                    <a:off x="2943" y="1559"/>
                    <a:ext cx="90" cy="37"/>
                  </a:xfrm>
                  <a:custGeom>
                    <a:avLst/>
                    <a:gdLst>
                      <a:gd name="T0" fmla="*/ 2147483647 w 354"/>
                      <a:gd name="T1" fmla="*/ 2147483647 h 144"/>
                      <a:gd name="T2" fmla="*/ 2147483647 w 354"/>
                      <a:gd name="T3" fmla="*/ 2147483647 h 144"/>
                      <a:gd name="T4" fmla="*/ 2147483647 w 354"/>
                      <a:gd name="T5" fmla="*/ 2147483647 h 144"/>
                      <a:gd name="T6" fmla="*/ 2147483647 w 354"/>
                      <a:gd name="T7" fmla="*/ 2147483647 h 144"/>
                      <a:gd name="T8" fmla="*/ 2147483647 w 354"/>
                      <a:gd name="T9" fmla="*/ 2147483647 h 144"/>
                      <a:gd name="T10" fmla="*/ 2147483647 w 354"/>
                      <a:gd name="T11" fmla="*/ 2147483647 h 144"/>
                      <a:gd name="T12" fmla="*/ 2147483647 w 354"/>
                      <a:gd name="T13" fmla="*/ 2147483647 h 144"/>
                      <a:gd name="T14" fmla="*/ 2147483647 w 354"/>
                      <a:gd name="T15" fmla="*/ 0 h 144"/>
                      <a:gd name="T16" fmla="*/ 2147483647 w 354"/>
                      <a:gd name="T17" fmla="*/ 2147483647 h 144"/>
                      <a:gd name="T18" fmla="*/ 2147483647 w 354"/>
                      <a:gd name="T19" fmla="*/ 0 h 144"/>
                      <a:gd name="T20" fmla="*/ 2147483647 w 354"/>
                      <a:gd name="T21" fmla="*/ 2147483647 h 144"/>
                      <a:gd name="T22" fmla="*/ 2147483647 w 354"/>
                      <a:gd name="T23" fmla="*/ 2147483647 h 144"/>
                      <a:gd name="T24" fmla="*/ 2147483647 w 354"/>
                      <a:gd name="T25" fmla="*/ 2147483647 h 144"/>
                      <a:gd name="T26" fmla="*/ 2147483647 w 354"/>
                      <a:gd name="T27" fmla="*/ 2147483647 h 144"/>
                      <a:gd name="T28" fmla="*/ 2147483647 w 354"/>
                      <a:gd name="T29" fmla="*/ 2147483647 h 144"/>
                      <a:gd name="T30" fmla="*/ 0 w 354"/>
                      <a:gd name="T31" fmla="*/ 2147483647 h 144"/>
                      <a:gd name="T32" fmla="*/ 2147483647 w 354"/>
                      <a:gd name="T33" fmla="*/ 2147483647 h 144"/>
                      <a:gd name="T34" fmla="*/ 2147483647 w 354"/>
                      <a:gd name="T35" fmla="*/ 2147483647 h 144"/>
                      <a:gd name="T36" fmla="*/ 2147483647 w 354"/>
                      <a:gd name="T37" fmla="*/ 2147483647 h 144"/>
                      <a:gd name="T38" fmla="*/ 2147483647 w 354"/>
                      <a:gd name="T39" fmla="*/ 2147483647 h 144"/>
                      <a:gd name="T40" fmla="*/ 2147483647 w 354"/>
                      <a:gd name="T41" fmla="*/ 2147483647 h 144"/>
                      <a:gd name="T42" fmla="*/ 2147483647 w 354"/>
                      <a:gd name="T43" fmla="*/ 2147483647 h 144"/>
                      <a:gd name="T44" fmla="*/ 2147483647 w 354"/>
                      <a:gd name="T45" fmla="*/ 2147483647 h 144"/>
                      <a:gd name="T46" fmla="*/ 2147483647 w 354"/>
                      <a:gd name="T47" fmla="*/ 2147483647 h 144"/>
                      <a:gd name="T48" fmla="*/ 2147483647 w 354"/>
                      <a:gd name="T49" fmla="*/ 2147483647 h 144"/>
                      <a:gd name="T50" fmla="*/ 2147483647 w 354"/>
                      <a:gd name="T51" fmla="*/ 2147483647 h 144"/>
                      <a:gd name="T52" fmla="*/ 2147483647 w 354"/>
                      <a:gd name="T53" fmla="*/ 2147483647 h 144"/>
                      <a:gd name="T54" fmla="*/ 2147483647 w 354"/>
                      <a:gd name="T55" fmla="*/ 2147483647 h 144"/>
                      <a:gd name="T56" fmla="*/ 2147483647 w 354"/>
                      <a:gd name="T57" fmla="*/ 2147483647 h 144"/>
                      <a:gd name="T58" fmla="*/ 2147483647 w 354"/>
                      <a:gd name="T59" fmla="*/ 2147483647 h 144"/>
                      <a:gd name="T60" fmla="*/ 2147483647 w 354"/>
                      <a:gd name="T61" fmla="*/ 2147483647 h 144"/>
                      <a:gd name="T62" fmla="*/ 2147483647 w 354"/>
                      <a:gd name="T63" fmla="*/ 2147483647 h 144"/>
                      <a:gd name="T64" fmla="*/ 2147483647 w 354"/>
                      <a:gd name="T65" fmla="*/ 2147483647 h 144"/>
                      <a:gd name="T66" fmla="*/ 2147483647 w 354"/>
                      <a:gd name="T67" fmla="*/ 2147483647 h 144"/>
                      <a:gd name="T68" fmla="*/ 2147483647 w 354"/>
                      <a:gd name="T69" fmla="*/ 2147483647 h 144"/>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54"/>
                      <a:gd name="T106" fmla="*/ 0 h 144"/>
                      <a:gd name="T107" fmla="*/ 354 w 354"/>
                      <a:gd name="T108" fmla="*/ 144 h 144"/>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54" h="144">
                        <a:moveTo>
                          <a:pt x="348" y="30"/>
                        </a:moveTo>
                        <a:lnTo>
                          <a:pt x="324" y="30"/>
                        </a:lnTo>
                        <a:lnTo>
                          <a:pt x="300" y="6"/>
                        </a:lnTo>
                        <a:lnTo>
                          <a:pt x="276" y="6"/>
                        </a:lnTo>
                        <a:lnTo>
                          <a:pt x="270" y="12"/>
                        </a:lnTo>
                        <a:lnTo>
                          <a:pt x="258" y="18"/>
                        </a:lnTo>
                        <a:lnTo>
                          <a:pt x="246" y="18"/>
                        </a:lnTo>
                        <a:lnTo>
                          <a:pt x="240" y="12"/>
                        </a:lnTo>
                        <a:lnTo>
                          <a:pt x="210" y="12"/>
                        </a:lnTo>
                        <a:lnTo>
                          <a:pt x="210" y="18"/>
                        </a:lnTo>
                        <a:lnTo>
                          <a:pt x="204" y="24"/>
                        </a:lnTo>
                        <a:lnTo>
                          <a:pt x="192" y="24"/>
                        </a:lnTo>
                        <a:lnTo>
                          <a:pt x="186" y="18"/>
                        </a:lnTo>
                        <a:lnTo>
                          <a:pt x="186" y="12"/>
                        </a:lnTo>
                        <a:lnTo>
                          <a:pt x="180" y="12"/>
                        </a:lnTo>
                        <a:lnTo>
                          <a:pt x="168" y="0"/>
                        </a:lnTo>
                        <a:lnTo>
                          <a:pt x="156" y="0"/>
                        </a:lnTo>
                        <a:lnTo>
                          <a:pt x="144" y="12"/>
                        </a:lnTo>
                        <a:lnTo>
                          <a:pt x="138" y="12"/>
                        </a:lnTo>
                        <a:lnTo>
                          <a:pt x="126" y="0"/>
                        </a:lnTo>
                        <a:lnTo>
                          <a:pt x="108" y="12"/>
                        </a:lnTo>
                        <a:lnTo>
                          <a:pt x="84" y="18"/>
                        </a:lnTo>
                        <a:lnTo>
                          <a:pt x="84" y="42"/>
                        </a:lnTo>
                        <a:lnTo>
                          <a:pt x="72" y="48"/>
                        </a:lnTo>
                        <a:lnTo>
                          <a:pt x="66" y="54"/>
                        </a:lnTo>
                        <a:lnTo>
                          <a:pt x="54" y="60"/>
                        </a:lnTo>
                        <a:lnTo>
                          <a:pt x="36" y="60"/>
                        </a:lnTo>
                        <a:lnTo>
                          <a:pt x="36" y="54"/>
                        </a:lnTo>
                        <a:lnTo>
                          <a:pt x="30" y="60"/>
                        </a:lnTo>
                        <a:lnTo>
                          <a:pt x="12" y="60"/>
                        </a:lnTo>
                        <a:lnTo>
                          <a:pt x="6" y="66"/>
                        </a:lnTo>
                        <a:lnTo>
                          <a:pt x="0" y="90"/>
                        </a:lnTo>
                        <a:lnTo>
                          <a:pt x="0" y="102"/>
                        </a:lnTo>
                        <a:lnTo>
                          <a:pt x="6" y="102"/>
                        </a:lnTo>
                        <a:lnTo>
                          <a:pt x="6" y="114"/>
                        </a:lnTo>
                        <a:lnTo>
                          <a:pt x="12" y="114"/>
                        </a:lnTo>
                        <a:lnTo>
                          <a:pt x="12" y="126"/>
                        </a:lnTo>
                        <a:lnTo>
                          <a:pt x="6" y="132"/>
                        </a:lnTo>
                        <a:lnTo>
                          <a:pt x="18" y="138"/>
                        </a:lnTo>
                        <a:lnTo>
                          <a:pt x="30" y="120"/>
                        </a:lnTo>
                        <a:lnTo>
                          <a:pt x="36" y="126"/>
                        </a:lnTo>
                        <a:lnTo>
                          <a:pt x="42" y="138"/>
                        </a:lnTo>
                        <a:lnTo>
                          <a:pt x="48" y="144"/>
                        </a:lnTo>
                        <a:lnTo>
                          <a:pt x="90" y="144"/>
                        </a:lnTo>
                        <a:lnTo>
                          <a:pt x="108" y="138"/>
                        </a:lnTo>
                        <a:lnTo>
                          <a:pt x="120" y="138"/>
                        </a:lnTo>
                        <a:lnTo>
                          <a:pt x="132" y="114"/>
                        </a:lnTo>
                        <a:lnTo>
                          <a:pt x="168" y="120"/>
                        </a:lnTo>
                        <a:lnTo>
                          <a:pt x="174" y="108"/>
                        </a:lnTo>
                        <a:lnTo>
                          <a:pt x="198" y="108"/>
                        </a:lnTo>
                        <a:lnTo>
                          <a:pt x="210" y="102"/>
                        </a:lnTo>
                        <a:lnTo>
                          <a:pt x="216" y="102"/>
                        </a:lnTo>
                        <a:lnTo>
                          <a:pt x="228" y="90"/>
                        </a:lnTo>
                        <a:lnTo>
                          <a:pt x="234" y="78"/>
                        </a:lnTo>
                        <a:lnTo>
                          <a:pt x="258" y="78"/>
                        </a:lnTo>
                        <a:lnTo>
                          <a:pt x="258" y="90"/>
                        </a:lnTo>
                        <a:lnTo>
                          <a:pt x="276" y="96"/>
                        </a:lnTo>
                        <a:lnTo>
                          <a:pt x="276" y="78"/>
                        </a:lnTo>
                        <a:lnTo>
                          <a:pt x="288" y="78"/>
                        </a:lnTo>
                        <a:lnTo>
                          <a:pt x="288" y="90"/>
                        </a:lnTo>
                        <a:lnTo>
                          <a:pt x="300" y="90"/>
                        </a:lnTo>
                        <a:lnTo>
                          <a:pt x="312" y="84"/>
                        </a:lnTo>
                        <a:lnTo>
                          <a:pt x="336" y="84"/>
                        </a:lnTo>
                        <a:lnTo>
                          <a:pt x="336" y="90"/>
                        </a:lnTo>
                        <a:lnTo>
                          <a:pt x="336" y="72"/>
                        </a:lnTo>
                        <a:lnTo>
                          <a:pt x="342" y="72"/>
                        </a:lnTo>
                        <a:lnTo>
                          <a:pt x="348" y="66"/>
                        </a:lnTo>
                        <a:lnTo>
                          <a:pt x="348" y="60"/>
                        </a:lnTo>
                        <a:lnTo>
                          <a:pt x="354" y="54"/>
                        </a:lnTo>
                        <a:lnTo>
                          <a:pt x="354" y="30"/>
                        </a:lnTo>
                        <a:lnTo>
                          <a:pt x="348" y="3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13" name="Russia (Urup,Simushir)" descr="© INSCALE GmbH, 05.05.2010&#10;http://www.presentationload.com/">
                    <a:extLst>
                      <a:ext uri="{FF2B5EF4-FFF2-40B4-BE49-F238E27FC236}">
                        <a16:creationId xmlns:a16="http://schemas.microsoft.com/office/drawing/2014/main" id="{9C7F1F82-CBF0-EE5B-7F01-C9606C0E4A24}"/>
                      </a:ext>
                    </a:extLst>
                  </p:cNvPr>
                  <p:cNvSpPr>
                    <a:spLocks noEditPoints="1"/>
                  </p:cNvSpPr>
                  <p:nvPr/>
                </p:nvSpPr>
                <p:spPr bwMode="gray">
                  <a:xfrm>
                    <a:off x="5042" y="1372"/>
                    <a:ext cx="76" cy="303"/>
                  </a:xfrm>
                  <a:custGeom>
                    <a:avLst/>
                    <a:gdLst>
                      <a:gd name="T0" fmla="*/ 0 w 300"/>
                      <a:gd name="T1" fmla="*/ 2147483647 h 1194"/>
                      <a:gd name="T2" fmla="*/ 2147483647 w 300"/>
                      <a:gd name="T3" fmla="*/ 2147483647 h 1194"/>
                      <a:gd name="T4" fmla="*/ 2147483647 w 300"/>
                      <a:gd name="T5" fmla="*/ 2147483647 h 1194"/>
                      <a:gd name="T6" fmla="*/ 2147483647 w 300"/>
                      <a:gd name="T7" fmla="*/ 2147483647 h 1194"/>
                      <a:gd name="T8" fmla="*/ 0 w 300"/>
                      <a:gd name="T9" fmla="*/ 2147483647 h 1194"/>
                      <a:gd name="T10" fmla="*/ 2147483647 w 300"/>
                      <a:gd name="T11" fmla="*/ 2147483647 h 1194"/>
                      <a:gd name="T12" fmla="*/ 2147483647 w 300"/>
                      <a:gd name="T13" fmla="*/ 2147483647 h 1194"/>
                      <a:gd name="T14" fmla="*/ 2147483647 w 300"/>
                      <a:gd name="T15" fmla="*/ 2147483647 h 1194"/>
                      <a:gd name="T16" fmla="*/ 2147483647 w 300"/>
                      <a:gd name="T17" fmla="*/ 2147483647 h 1194"/>
                      <a:gd name="T18" fmla="*/ 2147483647 w 300"/>
                      <a:gd name="T19" fmla="*/ 2147483647 h 1194"/>
                      <a:gd name="T20" fmla="*/ 2147483647 w 300"/>
                      <a:gd name="T21" fmla="*/ 2147483647 h 1194"/>
                      <a:gd name="T22" fmla="*/ 2147483647 w 300"/>
                      <a:gd name="T23" fmla="*/ 2147483647 h 1194"/>
                      <a:gd name="T24" fmla="*/ 2147483647 w 300"/>
                      <a:gd name="T25" fmla="*/ 2147483647 h 1194"/>
                      <a:gd name="T26" fmla="*/ 2147483647 w 300"/>
                      <a:gd name="T27" fmla="*/ 2147483647 h 1194"/>
                      <a:gd name="T28" fmla="*/ 2147483647 w 300"/>
                      <a:gd name="T29" fmla="*/ 2147483647 h 1194"/>
                      <a:gd name="T30" fmla="*/ 2147483647 w 300"/>
                      <a:gd name="T31" fmla="*/ 2147483647 h 1194"/>
                      <a:gd name="T32" fmla="*/ 2147483647 w 300"/>
                      <a:gd name="T33" fmla="*/ 2147483647 h 1194"/>
                      <a:gd name="T34" fmla="*/ 2147483647 w 300"/>
                      <a:gd name="T35" fmla="*/ 2147483647 h 1194"/>
                      <a:gd name="T36" fmla="*/ 2147483647 w 300"/>
                      <a:gd name="T37" fmla="*/ 2147483647 h 1194"/>
                      <a:gd name="T38" fmla="*/ 2147483647 w 300"/>
                      <a:gd name="T39" fmla="*/ 2147483647 h 1194"/>
                      <a:gd name="T40" fmla="*/ 2147483647 w 300"/>
                      <a:gd name="T41" fmla="*/ 2147483647 h 1194"/>
                      <a:gd name="T42" fmla="*/ 2147483647 w 300"/>
                      <a:gd name="T43" fmla="*/ 2147483647 h 1194"/>
                      <a:gd name="T44" fmla="*/ 2147483647 w 300"/>
                      <a:gd name="T45" fmla="*/ 2147483647 h 1194"/>
                      <a:gd name="T46" fmla="*/ 2147483647 w 300"/>
                      <a:gd name="T47" fmla="*/ 2147483647 h 1194"/>
                      <a:gd name="T48" fmla="*/ 2147483647 w 300"/>
                      <a:gd name="T49" fmla="*/ 2147483647 h 1194"/>
                      <a:gd name="T50" fmla="*/ 2147483647 w 300"/>
                      <a:gd name="T51" fmla="*/ 2147483647 h 1194"/>
                      <a:gd name="T52" fmla="*/ 2147483647 w 300"/>
                      <a:gd name="T53" fmla="*/ 2147483647 h 1194"/>
                      <a:gd name="T54" fmla="*/ 2147483647 w 300"/>
                      <a:gd name="T55" fmla="*/ 2147483647 h 1194"/>
                      <a:gd name="T56" fmla="*/ 2147483647 w 300"/>
                      <a:gd name="T57" fmla="*/ 2147483647 h 1194"/>
                      <a:gd name="T58" fmla="*/ 2147483647 w 300"/>
                      <a:gd name="T59" fmla="*/ 2147483647 h 1194"/>
                      <a:gd name="T60" fmla="*/ 2147483647 w 300"/>
                      <a:gd name="T61" fmla="*/ 2147483647 h 1194"/>
                      <a:gd name="T62" fmla="*/ 2147483647 w 300"/>
                      <a:gd name="T63" fmla="*/ 2147483647 h 1194"/>
                      <a:gd name="T64" fmla="*/ 2147483647 w 300"/>
                      <a:gd name="T65" fmla="*/ 2147483647 h 1194"/>
                      <a:gd name="T66" fmla="*/ 2147483647 w 300"/>
                      <a:gd name="T67" fmla="*/ 2147483647 h 1194"/>
                      <a:gd name="T68" fmla="*/ 2147483647 w 300"/>
                      <a:gd name="T69" fmla="*/ 2147483647 h 1194"/>
                      <a:gd name="T70" fmla="*/ 2147483647 w 300"/>
                      <a:gd name="T71" fmla="*/ 2147483647 h 1194"/>
                      <a:gd name="T72" fmla="*/ 2147483647 w 300"/>
                      <a:gd name="T73" fmla="*/ 2147483647 h 1194"/>
                      <a:gd name="T74" fmla="*/ 2147483647 w 300"/>
                      <a:gd name="T75" fmla="*/ 2147483647 h 1194"/>
                      <a:gd name="T76" fmla="*/ 2147483647 w 300"/>
                      <a:gd name="T77" fmla="*/ 2147483647 h 1194"/>
                      <a:gd name="T78" fmla="*/ 2147483647 w 300"/>
                      <a:gd name="T79" fmla="*/ 2147483647 h 1194"/>
                      <a:gd name="T80" fmla="*/ 2147483647 w 300"/>
                      <a:gd name="T81" fmla="*/ 2147483647 h 1194"/>
                      <a:gd name="T82" fmla="*/ 2147483647 w 300"/>
                      <a:gd name="T83" fmla="*/ 2147483647 h 1194"/>
                      <a:gd name="T84" fmla="*/ 2147483647 w 300"/>
                      <a:gd name="T85" fmla="*/ 2147483647 h 1194"/>
                      <a:gd name="T86" fmla="*/ 2147483647 w 300"/>
                      <a:gd name="T87" fmla="*/ 2147483647 h 1194"/>
                      <a:gd name="T88" fmla="*/ 2147483647 w 300"/>
                      <a:gd name="T89" fmla="*/ 2147483647 h 1194"/>
                      <a:gd name="T90" fmla="*/ 2147483647 w 300"/>
                      <a:gd name="T91" fmla="*/ 2147483647 h 1194"/>
                      <a:gd name="T92" fmla="*/ 2147483647 w 300"/>
                      <a:gd name="T93" fmla="*/ 2147483647 h 1194"/>
                      <a:gd name="T94" fmla="*/ 2147483647 w 300"/>
                      <a:gd name="T95" fmla="*/ 2147483647 h 1194"/>
                      <a:gd name="T96" fmla="*/ 2147483647 w 300"/>
                      <a:gd name="T97" fmla="*/ 2147483647 h 1194"/>
                      <a:gd name="T98" fmla="*/ 2147483647 w 300"/>
                      <a:gd name="T99" fmla="*/ 0 h 1194"/>
                      <a:gd name="T100" fmla="*/ 2147483647 w 300"/>
                      <a:gd name="T101" fmla="*/ 2147483647 h 1194"/>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300"/>
                      <a:gd name="T154" fmla="*/ 0 h 1194"/>
                      <a:gd name="T155" fmla="*/ 300 w 300"/>
                      <a:gd name="T156" fmla="*/ 1194 h 1194"/>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300" h="1194">
                        <a:moveTo>
                          <a:pt x="0" y="1194"/>
                        </a:moveTo>
                        <a:lnTo>
                          <a:pt x="12" y="1188"/>
                        </a:lnTo>
                        <a:lnTo>
                          <a:pt x="36" y="1146"/>
                        </a:lnTo>
                        <a:lnTo>
                          <a:pt x="18" y="1134"/>
                        </a:lnTo>
                        <a:lnTo>
                          <a:pt x="0" y="1194"/>
                        </a:lnTo>
                        <a:close/>
                        <a:moveTo>
                          <a:pt x="114" y="1068"/>
                        </a:moveTo>
                        <a:lnTo>
                          <a:pt x="72" y="1062"/>
                        </a:lnTo>
                        <a:lnTo>
                          <a:pt x="54" y="1134"/>
                        </a:lnTo>
                        <a:lnTo>
                          <a:pt x="66" y="1134"/>
                        </a:lnTo>
                        <a:lnTo>
                          <a:pt x="84" y="1104"/>
                        </a:lnTo>
                        <a:lnTo>
                          <a:pt x="132" y="1074"/>
                        </a:lnTo>
                        <a:lnTo>
                          <a:pt x="120" y="1050"/>
                        </a:lnTo>
                        <a:lnTo>
                          <a:pt x="114" y="1068"/>
                        </a:lnTo>
                        <a:close/>
                        <a:moveTo>
                          <a:pt x="192" y="1008"/>
                        </a:moveTo>
                        <a:lnTo>
                          <a:pt x="186" y="1008"/>
                        </a:lnTo>
                        <a:lnTo>
                          <a:pt x="180" y="1020"/>
                        </a:lnTo>
                        <a:lnTo>
                          <a:pt x="174" y="1026"/>
                        </a:lnTo>
                        <a:lnTo>
                          <a:pt x="168" y="1038"/>
                        </a:lnTo>
                        <a:lnTo>
                          <a:pt x="168" y="1044"/>
                        </a:lnTo>
                        <a:lnTo>
                          <a:pt x="174" y="1050"/>
                        </a:lnTo>
                        <a:lnTo>
                          <a:pt x="180" y="1050"/>
                        </a:lnTo>
                        <a:lnTo>
                          <a:pt x="198" y="1032"/>
                        </a:lnTo>
                        <a:lnTo>
                          <a:pt x="198" y="1014"/>
                        </a:lnTo>
                        <a:lnTo>
                          <a:pt x="192" y="1008"/>
                        </a:lnTo>
                        <a:close/>
                        <a:moveTo>
                          <a:pt x="282" y="636"/>
                        </a:moveTo>
                        <a:lnTo>
                          <a:pt x="264" y="654"/>
                        </a:lnTo>
                        <a:lnTo>
                          <a:pt x="276" y="678"/>
                        </a:lnTo>
                        <a:lnTo>
                          <a:pt x="258" y="678"/>
                        </a:lnTo>
                        <a:lnTo>
                          <a:pt x="258" y="702"/>
                        </a:lnTo>
                        <a:lnTo>
                          <a:pt x="282" y="702"/>
                        </a:lnTo>
                        <a:lnTo>
                          <a:pt x="294" y="684"/>
                        </a:lnTo>
                        <a:lnTo>
                          <a:pt x="282" y="654"/>
                        </a:lnTo>
                        <a:lnTo>
                          <a:pt x="300" y="654"/>
                        </a:lnTo>
                        <a:lnTo>
                          <a:pt x="282" y="636"/>
                        </a:lnTo>
                        <a:close/>
                        <a:moveTo>
                          <a:pt x="276" y="768"/>
                        </a:moveTo>
                        <a:lnTo>
                          <a:pt x="294" y="750"/>
                        </a:lnTo>
                        <a:lnTo>
                          <a:pt x="270" y="732"/>
                        </a:lnTo>
                        <a:lnTo>
                          <a:pt x="276" y="768"/>
                        </a:lnTo>
                        <a:close/>
                        <a:moveTo>
                          <a:pt x="258" y="954"/>
                        </a:moveTo>
                        <a:lnTo>
                          <a:pt x="258" y="924"/>
                        </a:lnTo>
                        <a:lnTo>
                          <a:pt x="240" y="948"/>
                        </a:lnTo>
                        <a:lnTo>
                          <a:pt x="258" y="954"/>
                        </a:lnTo>
                        <a:close/>
                        <a:moveTo>
                          <a:pt x="252" y="858"/>
                        </a:moveTo>
                        <a:lnTo>
                          <a:pt x="270" y="858"/>
                        </a:lnTo>
                        <a:lnTo>
                          <a:pt x="252" y="840"/>
                        </a:lnTo>
                        <a:lnTo>
                          <a:pt x="252" y="858"/>
                        </a:lnTo>
                        <a:close/>
                        <a:moveTo>
                          <a:pt x="126" y="24"/>
                        </a:moveTo>
                        <a:lnTo>
                          <a:pt x="144" y="60"/>
                        </a:lnTo>
                        <a:lnTo>
                          <a:pt x="174" y="24"/>
                        </a:lnTo>
                        <a:lnTo>
                          <a:pt x="162" y="0"/>
                        </a:lnTo>
                        <a:lnTo>
                          <a:pt x="126" y="2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14" name="Russia" descr="© INSCALE GmbH, 05.05.2010&#10;http://www.presentationload.com/">
                    <a:extLst>
                      <a:ext uri="{FF2B5EF4-FFF2-40B4-BE49-F238E27FC236}">
                        <a16:creationId xmlns:a16="http://schemas.microsoft.com/office/drawing/2014/main" id="{FCC5A5B7-7DEF-7CA8-D2D9-5855E6454731}"/>
                      </a:ext>
                    </a:extLst>
                  </p:cNvPr>
                  <p:cNvSpPr>
                    <a:spLocks noEditPoints="1"/>
                  </p:cNvSpPr>
                  <p:nvPr/>
                </p:nvSpPr>
                <p:spPr bwMode="gray">
                  <a:xfrm>
                    <a:off x="2984" y="996"/>
                    <a:ext cx="2294" cy="731"/>
                  </a:xfrm>
                  <a:custGeom>
                    <a:avLst/>
                    <a:gdLst>
                      <a:gd name="T0" fmla="*/ 2147483647 w 9048"/>
                      <a:gd name="T1" fmla="*/ 2147483647 h 2880"/>
                      <a:gd name="T2" fmla="*/ 2147483647 w 9048"/>
                      <a:gd name="T3" fmla="*/ 2147483647 h 2880"/>
                      <a:gd name="T4" fmla="*/ 2147483647 w 9048"/>
                      <a:gd name="T5" fmla="*/ 2147483647 h 2880"/>
                      <a:gd name="T6" fmla="*/ 2147483647 w 9048"/>
                      <a:gd name="T7" fmla="*/ 2147483647 h 2880"/>
                      <a:gd name="T8" fmla="*/ 2147483647 w 9048"/>
                      <a:gd name="T9" fmla="*/ 2147483647 h 2880"/>
                      <a:gd name="T10" fmla="*/ 2147483647 w 9048"/>
                      <a:gd name="T11" fmla="*/ 2147483647 h 2880"/>
                      <a:gd name="T12" fmla="*/ 2147483647 w 9048"/>
                      <a:gd name="T13" fmla="*/ 2147483647 h 2880"/>
                      <a:gd name="T14" fmla="*/ 2147483647 w 9048"/>
                      <a:gd name="T15" fmla="*/ 2147483647 h 2880"/>
                      <a:gd name="T16" fmla="*/ 2147483647 w 9048"/>
                      <a:gd name="T17" fmla="*/ 2147483647 h 2880"/>
                      <a:gd name="T18" fmla="*/ 2147483647 w 9048"/>
                      <a:gd name="T19" fmla="*/ 2147483647 h 2880"/>
                      <a:gd name="T20" fmla="*/ 2147483647 w 9048"/>
                      <a:gd name="T21" fmla="*/ 2147483647 h 2880"/>
                      <a:gd name="T22" fmla="*/ 2147483647 w 9048"/>
                      <a:gd name="T23" fmla="*/ 2147483647 h 2880"/>
                      <a:gd name="T24" fmla="*/ 2147483647 w 9048"/>
                      <a:gd name="T25" fmla="*/ 2147483647 h 2880"/>
                      <a:gd name="T26" fmla="*/ 2147483647 w 9048"/>
                      <a:gd name="T27" fmla="*/ 2147483647 h 2880"/>
                      <a:gd name="T28" fmla="*/ 2147483647 w 9048"/>
                      <a:gd name="T29" fmla="*/ 2147483647 h 2880"/>
                      <a:gd name="T30" fmla="*/ 2147483647 w 9048"/>
                      <a:gd name="T31" fmla="*/ 2147483647 h 2880"/>
                      <a:gd name="T32" fmla="*/ 2147483647 w 9048"/>
                      <a:gd name="T33" fmla="*/ 2147483647 h 2880"/>
                      <a:gd name="T34" fmla="*/ 2147483647 w 9048"/>
                      <a:gd name="T35" fmla="*/ 2147483647 h 2880"/>
                      <a:gd name="T36" fmla="*/ 2147483647 w 9048"/>
                      <a:gd name="T37" fmla="*/ 2147483647 h 2880"/>
                      <a:gd name="T38" fmla="*/ 2147483647 w 9048"/>
                      <a:gd name="T39" fmla="*/ 2147483647 h 2880"/>
                      <a:gd name="T40" fmla="*/ 2147483647 w 9048"/>
                      <a:gd name="T41" fmla="*/ 2147483647 h 2880"/>
                      <a:gd name="T42" fmla="*/ 2147483647 w 9048"/>
                      <a:gd name="T43" fmla="*/ 2147483647 h 2880"/>
                      <a:gd name="T44" fmla="*/ 2147483647 w 9048"/>
                      <a:gd name="T45" fmla="*/ 2147483647 h 2880"/>
                      <a:gd name="T46" fmla="*/ 2147483647 w 9048"/>
                      <a:gd name="T47" fmla="*/ 2147483647 h 2880"/>
                      <a:gd name="T48" fmla="*/ 2147483647 w 9048"/>
                      <a:gd name="T49" fmla="*/ 2147483647 h 2880"/>
                      <a:gd name="T50" fmla="*/ 2147483647 w 9048"/>
                      <a:gd name="T51" fmla="*/ 2147483647 h 2880"/>
                      <a:gd name="T52" fmla="*/ 2147483647 w 9048"/>
                      <a:gd name="T53" fmla="*/ 2147483647 h 2880"/>
                      <a:gd name="T54" fmla="*/ 2147483647 w 9048"/>
                      <a:gd name="T55" fmla="*/ 2147483647 h 2880"/>
                      <a:gd name="T56" fmla="*/ 2147483647 w 9048"/>
                      <a:gd name="T57" fmla="*/ 2147483647 h 2880"/>
                      <a:gd name="T58" fmla="*/ 2147483647 w 9048"/>
                      <a:gd name="T59" fmla="*/ 2147483647 h 2880"/>
                      <a:gd name="T60" fmla="*/ 2147483647 w 9048"/>
                      <a:gd name="T61" fmla="*/ 2147483647 h 2880"/>
                      <a:gd name="T62" fmla="*/ 2147483647 w 9048"/>
                      <a:gd name="T63" fmla="*/ 2147483647 h 2880"/>
                      <a:gd name="T64" fmla="*/ 2147483647 w 9048"/>
                      <a:gd name="T65" fmla="*/ 2147483647 h 2880"/>
                      <a:gd name="T66" fmla="*/ 2147483647 w 9048"/>
                      <a:gd name="T67" fmla="*/ 2147483647 h 2880"/>
                      <a:gd name="T68" fmla="*/ 2147483647 w 9048"/>
                      <a:gd name="T69" fmla="*/ 2147483647 h 2880"/>
                      <a:gd name="T70" fmla="*/ 2147483647 w 9048"/>
                      <a:gd name="T71" fmla="*/ 2147483647 h 2880"/>
                      <a:gd name="T72" fmla="*/ 2147483647 w 9048"/>
                      <a:gd name="T73" fmla="*/ 2147483647 h 2880"/>
                      <a:gd name="T74" fmla="*/ 2147483647 w 9048"/>
                      <a:gd name="T75" fmla="*/ 2147483647 h 2880"/>
                      <a:gd name="T76" fmla="*/ 2147483647 w 9048"/>
                      <a:gd name="T77" fmla="*/ 2147483647 h 2880"/>
                      <a:gd name="T78" fmla="*/ 2147483647 w 9048"/>
                      <a:gd name="T79" fmla="*/ 2147483647 h 2880"/>
                      <a:gd name="T80" fmla="*/ 2147483647 w 9048"/>
                      <a:gd name="T81" fmla="*/ 2147483647 h 2880"/>
                      <a:gd name="T82" fmla="*/ 2147483647 w 9048"/>
                      <a:gd name="T83" fmla="*/ 2147483647 h 2880"/>
                      <a:gd name="T84" fmla="*/ 2147483647 w 9048"/>
                      <a:gd name="T85" fmla="*/ 2147483647 h 2880"/>
                      <a:gd name="T86" fmla="*/ 2147483647 w 9048"/>
                      <a:gd name="T87" fmla="*/ 2147483647 h 2880"/>
                      <a:gd name="T88" fmla="*/ 2147483647 w 9048"/>
                      <a:gd name="T89" fmla="*/ 2147483647 h 2880"/>
                      <a:gd name="T90" fmla="*/ 2147483647 w 9048"/>
                      <a:gd name="T91" fmla="*/ 2147483647 h 2880"/>
                      <a:gd name="T92" fmla="*/ 2147483647 w 9048"/>
                      <a:gd name="T93" fmla="*/ 2147483647 h 2880"/>
                      <a:gd name="T94" fmla="*/ 2147483647 w 9048"/>
                      <a:gd name="T95" fmla="*/ 2147483647 h 2880"/>
                      <a:gd name="T96" fmla="*/ 2147483647 w 9048"/>
                      <a:gd name="T97" fmla="*/ 2147483647 h 2880"/>
                      <a:gd name="T98" fmla="*/ 2147483647 w 9048"/>
                      <a:gd name="T99" fmla="*/ 2147483647 h 2880"/>
                      <a:gd name="T100" fmla="*/ 2147483647 w 9048"/>
                      <a:gd name="T101" fmla="*/ 2147483647 h 2880"/>
                      <a:gd name="T102" fmla="*/ 2147483647 w 9048"/>
                      <a:gd name="T103" fmla="*/ 2147483647 h 2880"/>
                      <a:gd name="T104" fmla="*/ 2147483647 w 9048"/>
                      <a:gd name="T105" fmla="*/ 2147483647 h 2880"/>
                      <a:gd name="T106" fmla="*/ 2147483647 w 9048"/>
                      <a:gd name="T107" fmla="*/ 2147483647 h 2880"/>
                      <a:gd name="T108" fmla="*/ 2147483647 w 9048"/>
                      <a:gd name="T109" fmla="*/ 2147483647 h 2880"/>
                      <a:gd name="T110" fmla="*/ 2147483647 w 9048"/>
                      <a:gd name="T111" fmla="*/ 2147483647 h 2880"/>
                      <a:gd name="T112" fmla="*/ 2147483647 w 9048"/>
                      <a:gd name="T113" fmla="*/ 2147483647 h 2880"/>
                      <a:gd name="T114" fmla="*/ 2147483647 w 9048"/>
                      <a:gd name="T115" fmla="*/ 2147483647 h 2880"/>
                      <a:gd name="T116" fmla="*/ 2147483647 w 9048"/>
                      <a:gd name="T117" fmla="*/ 2147483647 h 2880"/>
                      <a:gd name="T118" fmla="*/ 2147483647 w 9048"/>
                      <a:gd name="T119" fmla="*/ 2147483647 h 2880"/>
                      <a:gd name="T120" fmla="*/ 2147483647 w 9048"/>
                      <a:gd name="T121" fmla="*/ 2147483647 h 2880"/>
                      <a:gd name="T122" fmla="*/ 2147483647 w 9048"/>
                      <a:gd name="T123" fmla="*/ 2147483647 h 2880"/>
                      <a:gd name="T124" fmla="*/ 2147483647 w 9048"/>
                      <a:gd name="T125" fmla="*/ 2147483647 h 288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9048"/>
                      <a:gd name="T190" fmla="*/ 0 h 2880"/>
                      <a:gd name="T191" fmla="*/ 9048 w 9048"/>
                      <a:gd name="T192" fmla="*/ 2880 h 2880"/>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9048" h="2880">
                        <a:moveTo>
                          <a:pt x="2790" y="546"/>
                        </a:moveTo>
                        <a:lnTo>
                          <a:pt x="2760" y="540"/>
                        </a:lnTo>
                        <a:lnTo>
                          <a:pt x="2736" y="558"/>
                        </a:lnTo>
                        <a:lnTo>
                          <a:pt x="2778" y="570"/>
                        </a:lnTo>
                        <a:lnTo>
                          <a:pt x="2790" y="546"/>
                        </a:lnTo>
                        <a:close/>
                        <a:moveTo>
                          <a:pt x="2832" y="522"/>
                        </a:moveTo>
                        <a:lnTo>
                          <a:pt x="2820" y="516"/>
                        </a:lnTo>
                        <a:lnTo>
                          <a:pt x="2814" y="510"/>
                        </a:lnTo>
                        <a:lnTo>
                          <a:pt x="2808" y="510"/>
                        </a:lnTo>
                        <a:lnTo>
                          <a:pt x="2808" y="528"/>
                        </a:lnTo>
                        <a:lnTo>
                          <a:pt x="2820" y="534"/>
                        </a:lnTo>
                        <a:lnTo>
                          <a:pt x="2832" y="534"/>
                        </a:lnTo>
                        <a:lnTo>
                          <a:pt x="2844" y="540"/>
                        </a:lnTo>
                        <a:lnTo>
                          <a:pt x="2850" y="540"/>
                        </a:lnTo>
                        <a:lnTo>
                          <a:pt x="2850" y="534"/>
                        </a:lnTo>
                        <a:lnTo>
                          <a:pt x="2844" y="528"/>
                        </a:lnTo>
                        <a:lnTo>
                          <a:pt x="2832" y="522"/>
                        </a:lnTo>
                        <a:close/>
                        <a:moveTo>
                          <a:pt x="1704" y="18"/>
                        </a:moveTo>
                        <a:lnTo>
                          <a:pt x="1710" y="18"/>
                        </a:lnTo>
                        <a:lnTo>
                          <a:pt x="1716" y="12"/>
                        </a:lnTo>
                        <a:lnTo>
                          <a:pt x="1728" y="6"/>
                        </a:lnTo>
                        <a:lnTo>
                          <a:pt x="1734" y="0"/>
                        </a:lnTo>
                        <a:lnTo>
                          <a:pt x="1644" y="0"/>
                        </a:lnTo>
                        <a:lnTo>
                          <a:pt x="1638" y="12"/>
                        </a:lnTo>
                        <a:lnTo>
                          <a:pt x="1680" y="12"/>
                        </a:lnTo>
                        <a:lnTo>
                          <a:pt x="1686" y="18"/>
                        </a:lnTo>
                        <a:lnTo>
                          <a:pt x="1704" y="18"/>
                        </a:lnTo>
                        <a:close/>
                        <a:moveTo>
                          <a:pt x="1740" y="60"/>
                        </a:moveTo>
                        <a:lnTo>
                          <a:pt x="1746" y="60"/>
                        </a:lnTo>
                        <a:lnTo>
                          <a:pt x="1758" y="48"/>
                        </a:lnTo>
                        <a:lnTo>
                          <a:pt x="1764" y="48"/>
                        </a:lnTo>
                        <a:lnTo>
                          <a:pt x="1770" y="54"/>
                        </a:lnTo>
                        <a:lnTo>
                          <a:pt x="1782" y="54"/>
                        </a:lnTo>
                        <a:lnTo>
                          <a:pt x="1788" y="60"/>
                        </a:lnTo>
                        <a:lnTo>
                          <a:pt x="1800" y="60"/>
                        </a:lnTo>
                        <a:lnTo>
                          <a:pt x="1812" y="48"/>
                        </a:lnTo>
                        <a:lnTo>
                          <a:pt x="1812" y="36"/>
                        </a:lnTo>
                        <a:lnTo>
                          <a:pt x="1806" y="30"/>
                        </a:lnTo>
                        <a:lnTo>
                          <a:pt x="1794" y="24"/>
                        </a:lnTo>
                        <a:lnTo>
                          <a:pt x="1758" y="24"/>
                        </a:lnTo>
                        <a:lnTo>
                          <a:pt x="1710" y="48"/>
                        </a:lnTo>
                        <a:lnTo>
                          <a:pt x="1716" y="54"/>
                        </a:lnTo>
                        <a:lnTo>
                          <a:pt x="1728" y="60"/>
                        </a:lnTo>
                        <a:lnTo>
                          <a:pt x="1740" y="60"/>
                        </a:lnTo>
                        <a:close/>
                        <a:moveTo>
                          <a:pt x="2382" y="510"/>
                        </a:moveTo>
                        <a:lnTo>
                          <a:pt x="2400" y="504"/>
                        </a:lnTo>
                        <a:lnTo>
                          <a:pt x="2412" y="498"/>
                        </a:lnTo>
                        <a:lnTo>
                          <a:pt x="2412" y="486"/>
                        </a:lnTo>
                        <a:lnTo>
                          <a:pt x="2406" y="486"/>
                        </a:lnTo>
                        <a:lnTo>
                          <a:pt x="2400" y="480"/>
                        </a:lnTo>
                        <a:lnTo>
                          <a:pt x="2346" y="480"/>
                        </a:lnTo>
                        <a:lnTo>
                          <a:pt x="2346" y="492"/>
                        </a:lnTo>
                        <a:lnTo>
                          <a:pt x="2358" y="504"/>
                        </a:lnTo>
                        <a:lnTo>
                          <a:pt x="2370" y="510"/>
                        </a:lnTo>
                        <a:lnTo>
                          <a:pt x="2382" y="510"/>
                        </a:lnTo>
                        <a:close/>
                        <a:moveTo>
                          <a:pt x="1590" y="30"/>
                        </a:moveTo>
                        <a:lnTo>
                          <a:pt x="1548" y="24"/>
                        </a:lnTo>
                        <a:lnTo>
                          <a:pt x="1554" y="36"/>
                        </a:lnTo>
                        <a:lnTo>
                          <a:pt x="1590" y="30"/>
                        </a:lnTo>
                        <a:close/>
                        <a:moveTo>
                          <a:pt x="1890" y="696"/>
                        </a:moveTo>
                        <a:lnTo>
                          <a:pt x="1896" y="708"/>
                        </a:lnTo>
                        <a:lnTo>
                          <a:pt x="1920" y="720"/>
                        </a:lnTo>
                        <a:lnTo>
                          <a:pt x="1950" y="738"/>
                        </a:lnTo>
                        <a:lnTo>
                          <a:pt x="1974" y="744"/>
                        </a:lnTo>
                        <a:lnTo>
                          <a:pt x="1992" y="738"/>
                        </a:lnTo>
                        <a:lnTo>
                          <a:pt x="1980" y="720"/>
                        </a:lnTo>
                        <a:lnTo>
                          <a:pt x="1950" y="702"/>
                        </a:lnTo>
                        <a:lnTo>
                          <a:pt x="1914" y="696"/>
                        </a:lnTo>
                        <a:lnTo>
                          <a:pt x="1890" y="696"/>
                        </a:lnTo>
                        <a:close/>
                        <a:moveTo>
                          <a:pt x="3108" y="126"/>
                        </a:moveTo>
                        <a:lnTo>
                          <a:pt x="3120" y="108"/>
                        </a:lnTo>
                        <a:lnTo>
                          <a:pt x="3030" y="108"/>
                        </a:lnTo>
                        <a:lnTo>
                          <a:pt x="3108" y="126"/>
                        </a:lnTo>
                        <a:close/>
                        <a:moveTo>
                          <a:pt x="1560" y="102"/>
                        </a:moveTo>
                        <a:lnTo>
                          <a:pt x="1632" y="102"/>
                        </a:lnTo>
                        <a:lnTo>
                          <a:pt x="1608" y="84"/>
                        </a:lnTo>
                        <a:lnTo>
                          <a:pt x="1560" y="102"/>
                        </a:lnTo>
                        <a:close/>
                        <a:moveTo>
                          <a:pt x="1572" y="60"/>
                        </a:moveTo>
                        <a:lnTo>
                          <a:pt x="1584" y="66"/>
                        </a:lnTo>
                        <a:lnTo>
                          <a:pt x="1596" y="78"/>
                        </a:lnTo>
                        <a:lnTo>
                          <a:pt x="1620" y="66"/>
                        </a:lnTo>
                        <a:lnTo>
                          <a:pt x="1620" y="72"/>
                        </a:lnTo>
                        <a:lnTo>
                          <a:pt x="1644" y="72"/>
                        </a:lnTo>
                        <a:lnTo>
                          <a:pt x="1668" y="60"/>
                        </a:lnTo>
                        <a:lnTo>
                          <a:pt x="1674" y="54"/>
                        </a:lnTo>
                        <a:lnTo>
                          <a:pt x="1680" y="54"/>
                        </a:lnTo>
                        <a:lnTo>
                          <a:pt x="1626" y="48"/>
                        </a:lnTo>
                        <a:lnTo>
                          <a:pt x="1614" y="54"/>
                        </a:lnTo>
                        <a:lnTo>
                          <a:pt x="1608" y="54"/>
                        </a:lnTo>
                        <a:lnTo>
                          <a:pt x="1602" y="48"/>
                        </a:lnTo>
                        <a:lnTo>
                          <a:pt x="1584" y="48"/>
                        </a:lnTo>
                        <a:lnTo>
                          <a:pt x="1572" y="60"/>
                        </a:lnTo>
                        <a:close/>
                        <a:moveTo>
                          <a:pt x="1662" y="36"/>
                        </a:moveTo>
                        <a:lnTo>
                          <a:pt x="1602" y="36"/>
                        </a:lnTo>
                        <a:lnTo>
                          <a:pt x="1650" y="48"/>
                        </a:lnTo>
                        <a:lnTo>
                          <a:pt x="1662" y="36"/>
                        </a:lnTo>
                        <a:close/>
                        <a:moveTo>
                          <a:pt x="1542" y="522"/>
                        </a:moveTo>
                        <a:lnTo>
                          <a:pt x="1500" y="528"/>
                        </a:lnTo>
                        <a:lnTo>
                          <a:pt x="1512" y="552"/>
                        </a:lnTo>
                        <a:lnTo>
                          <a:pt x="1542" y="534"/>
                        </a:lnTo>
                        <a:lnTo>
                          <a:pt x="1524" y="558"/>
                        </a:lnTo>
                        <a:lnTo>
                          <a:pt x="1518" y="558"/>
                        </a:lnTo>
                        <a:lnTo>
                          <a:pt x="1512" y="564"/>
                        </a:lnTo>
                        <a:lnTo>
                          <a:pt x="1506" y="564"/>
                        </a:lnTo>
                        <a:lnTo>
                          <a:pt x="1494" y="570"/>
                        </a:lnTo>
                        <a:lnTo>
                          <a:pt x="1488" y="576"/>
                        </a:lnTo>
                        <a:lnTo>
                          <a:pt x="1488" y="582"/>
                        </a:lnTo>
                        <a:lnTo>
                          <a:pt x="1500" y="594"/>
                        </a:lnTo>
                        <a:lnTo>
                          <a:pt x="1524" y="606"/>
                        </a:lnTo>
                        <a:lnTo>
                          <a:pt x="1566" y="606"/>
                        </a:lnTo>
                        <a:lnTo>
                          <a:pt x="1590" y="612"/>
                        </a:lnTo>
                        <a:lnTo>
                          <a:pt x="1608" y="618"/>
                        </a:lnTo>
                        <a:lnTo>
                          <a:pt x="1614" y="624"/>
                        </a:lnTo>
                        <a:lnTo>
                          <a:pt x="1620" y="636"/>
                        </a:lnTo>
                        <a:lnTo>
                          <a:pt x="1620" y="648"/>
                        </a:lnTo>
                        <a:lnTo>
                          <a:pt x="1626" y="654"/>
                        </a:lnTo>
                        <a:lnTo>
                          <a:pt x="1626" y="660"/>
                        </a:lnTo>
                        <a:lnTo>
                          <a:pt x="1644" y="660"/>
                        </a:lnTo>
                        <a:lnTo>
                          <a:pt x="1662" y="666"/>
                        </a:lnTo>
                        <a:lnTo>
                          <a:pt x="1674" y="666"/>
                        </a:lnTo>
                        <a:lnTo>
                          <a:pt x="1692" y="672"/>
                        </a:lnTo>
                        <a:lnTo>
                          <a:pt x="1704" y="672"/>
                        </a:lnTo>
                        <a:lnTo>
                          <a:pt x="1818" y="666"/>
                        </a:lnTo>
                        <a:lnTo>
                          <a:pt x="1806" y="666"/>
                        </a:lnTo>
                        <a:lnTo>
                          <a:pt x="1734" y="642"/>
                        </a:lnTo>
                        <a:lnTo>
                          <a:pt x="1704" y="618"/>
                        </a:lnTo>
                        <a:lnTo>
                          <a:pt x="1692" y="600"/>
                        </a:lnTo>
                        <a:lnTo>
                          <a:pt x="1686" y="588"/>
                        </a:lnTo>
                        <a:lnTo>
                          <a:pt x="1674" y="582"/>
                        </a:lnTo>
                        <a:lnTo>
                          <a:pt x="1674" y="570"/>
                        </a:lnTo>
                        <a:lnTo>
                          <a:pt x="1668" y="564"/>
                        </a:lnTo>
                        <a:lnTo>
                          <a:pt x="1692" y="516"/>
                        </a:lnTo>
                        <a:lnTo>
                          <a:pt x="1686" y="510"/>
                        </a:lnTo>
                        <a:lnTo>
                          <a:pt x="1686" y="504"/>
                        </a:lnTo>
                        <a:lnTo>
                          <a:pt x="1674" y="504"/>
                        </a:lnTo>
                        <a:lnTo>
                          <a:pt x="1710" y="498"/>
                        </a:lnTo>
                        <a:lnTo>
                          <a:pt x="1698" y="480"/>
                        </a:lnTo>
                        <a:lnTo>
                          <a:pt x="1734" y="480"/>
                        </a:lnTo>
                        <a:lnTo>
                          <a:pt x="1710" y="468"/>
                        </a:lnTo>
                        <a:lnTo>
                          <a:pt x="1734" y="474"/>
                        </a:lnTo>
                        <a:lnTo>
                          <a:pt x="1740" y="462"/>
                        </a:lnTo>
                        <a:lnTo>
                          <a:pt x="1722" y="450"/>
                        </a:lnTo>
                        <a:lnTo>
                          <a:pt x="1764" y="450"/>
                        </a:lnTo>
                        <a:lnTo>
                          <a:pt x="1770" y="444"/>
                        </a:lnTo>
                        <a:lnTo>
                          <a:pt x="1752" y="426"/>
                        </a:lnTo>
                        <a:lnTo>
                          <a:pt x="1782" y="432"/>
                        </a:lnTo>
                        <a:lnTo>
                          <a:pt x="1782" y="402"/>
                        </a:lnTo>
                        <a:lnTo>
                          <a:pt x="1788" y="408"/>
                        </a:lnTo>
                        <a:lnTo>
                          <a:pt x="1800" y="414"/>
                        </a:lnTo>
                        <a:lnTo>
                          <a:pt x="1812" y="414"/>
                        </a:lnTo>
                        <a:lnTo>
                          <a:pt x="1830" y="408"/>
                        </a:lnTo>
                        <a:lnTo>
                          <a:pt x="1842" y="402"/>
                        </a:lnTo>
                        <a:lnTo>
                          <a:pt x="1860" y="390"/>
                        </a:lnTo>
                        <a:lnTo>
                          <a:pt x="1878" y="372"/>
                        </a:lnTo>
                        <a:lnTo>
                          <a:pt x="1896" y="372"/>
                        </a:lnTo>
                        <a:lnTo>
                          <a:pt x="1938" y="366"/>
                        </a:lnTo>
                        <a:lnTo>
                          <a:pt x="1992" y="354"/>
                        </a:lnTo>
                        <a:lnTo>
                          <a:pt x="2046" y="348"/>
                        </a:lnTo>
                        <a:lnTo>
                          <a:pt x="2094" y="336"/>
                        </a:lnTo>
                        <a:lnTo>
                          <a:pt x="2124" y="330"/>
                        </a:lnTo>
                        <a:lnTo>
                          <a:pt x="2136" y="324"/>
                        </a:lnTo>
                        <a:lnTo>
                          <a:pt x="2154" y="318"/>
                        </a:lnTo>
                        <a:lnTo>
                          <a:pt x="2160" y="312"/>
                        </a:lnTo>
                        <a:lnTo>
                          <a:pt x="2166" y="300"/>
                        </a:lnTo>
                        <a:lnTo>
                          <a:pt x="2166" y="294"/>
                        </a:lnTo>
                        <a:lnTo>
                          <a:pt x="2154" y="282"/>
                        </a:lnTo>
                        <a:lnTo>
                          <a:pt x="2136" y="276"/>
                        </a:lnTo>
                        <a:lnTo>
                          <a:pt x="2088" y="270"/>
                        </a:lnTo>
                        <a:lnTo>
                          <a:pt x="2046" y="276"/>
                        </a:lnTo>
                        <a:lnTo>
                          <a:pt x="2016" y="288"/>
                        </a:lnTo>
                        <a:lnTo>
                          <a:pt x="1980" y="300"/>
                        </a:lnTo>
                        <a:lnTo>
                          <a:pt x="1938" y="318"/>
                        </a:lnTo>
                        <a:lnTo>
                          <a:pt x="1860" y="318"/>
                        </a:lnTo>
                        <a:lnTo>
                          <a:pt x="1842" y="312"/>
                        </a:lnTo>
                        <a:lnTo>
                          <a:pt x="1824" y="312"/>
                        </a:lnTo>
                        <a:lnTo>
                          <a:pt x="1806" y="336"/>
                        </a:lnTo>
                        <a:lnTo>
                          <a:pt x="1782" y="318"/>
                        </a:lnTo>
                        <a:lnTo>
                          <a:pt x="1728" y="342"/>
                        </a:lnTo>
                        <a:lnTo>
                          <a:pt x="1698" y="342"/>
                        </a:lnTo>
                        <a:lnTo>
                          <a:pt x="1668" y="366"/>
                        </a:lnTo>
                        <a:lnTo>
                          <a:pt x="1692" y="372"/>
                        </a:lnTo>
                        <a:lnTo>
                          <a:pt x="1644" y="372"/>
                        </a:lnTo>
                        <a:lnTo>
                          <a:pt x="1614" y="378"/>
                        </a:lnTo>
                        <a:lnTo>
                          <a:pt x="1614" y="396"/>
                        </a:lnTo>
                        <a:lnTo>
                          <a:pt x="1638" y="378"/>
                        </a:lnTo>
                        <a:lnTo>
                          <a:pt x="1644" y="396"/>
                        </a:lnTo>
                        <a:lnTo>
                          <a:pt x="1668" y="396"/>
                        </a:lnTo>
                        <a:lnTo>
                          <a:pt x="1662" y="408"/>
                        </a:lnTo>
                        <a:lnTo>
                          <a:pt x="1620" y="408"/>
                        </a:lnTo>
                        <a:lnTo>
                          <a:pt x="1614" y="420"/>
                        </a:lnTo>
                        <a:lnTo>
                          <a:pt x="1644" y="426"/>
                        </a:lnTo>
                        <a:lnTo>
                          <a:pt x="1596" y="432"/>
                        </a:lnTo>
                        <a:lnTo>
                          <a:pt x="1632" y="438"/>
                        </a:lnTo>
                        <a:lnTo>
                          <a:pt x="1584" y="444"/>
                        </a:lnTo>
                        <a:lnTo>
                          <a:pt x="1584" y="462"/>
                        </a:lnTo>
                        <a:lnTo>
                          <a:pt x="1554" y="474"/>
                        </a:lnTo>
                        <a:lnTo>
                          <a:pt x="1560" y="486"/>
                        </a:lnTo>
                        <a:lnTo>
                          <a:pt x="1602" y="468"/>
                        </a:lnTo>
                        <a:lnTo>
                          <a:pt x="1590" y="498"/>
                        </a:lnTo>
                        <a:lnTo>
                          <a:pt x="1554" y="498"/>
                        </a:lnTo>
                        <a:lnTo>
                          <a:pt x="1542" y="504"/>
                        </a:lnTo>
                        <a:lnTo>
                          <a:pt x="1542" y="522"/>
                        </a:lnTo>
                        <a:close/>
                        <a:moveTo>
                          <a:pt x="5778" y="498"/>
                        </a:moveTo>
                        <a:lnTo>
                          <a:pt x="5850" y="486"/>
                        </a:lnTo>
                        <a:lnTo>
                          <a:pt x="5958" y="504"/>
                        </a:lnTo>
                        <a:lnTo>
                          <a:pt x="5952" y="492"/>
                        </a:lnTo>
                        <a:lnTo>
                          <a:pt x="5940" y="486"/>
                        </a:lnTo>
                        <a:lnTo>
                          <a:pt x="5928" y="474"/>
                        </a:lnTo>
                        <a:lnTo>
                          <a:pt x="5904" y="462"/>
                        </a:lnTo>
                        <a:lnTo>
                          <a:pt x="5844" y="462"/>
                        </a:lnTo>
                        <a:lnTo>
                          <a:pt x="5808" y="468"/>
                        </a:lnTo>
                        <a:lnTo>
                          <a:pt x="5796" y="468"/>
                        </a:lnTo>
                        <a:lnTo>
                          <a:pt x="5778" y="498"/>
                        </a:lnTo>
                        <a:close/>
                        <a:moveTo>
                          <a:pt x="5784" y="378"/>
                        </a:moveTo>
                        <a:lnTo>
                          <a:pt x="5838" y="384"/>
                        </a:lnTo>
                        <a:lnTo>
                          <a:pt x="5844" y="378"/>
                        </a:lnTo>
                        <a:lnTo>
                          <a:pt x="5850" y="366"/>
                        </a:lnTo>
                        <a:lnTo>
                          <a:pt x="5838" y="354"/>
                        </a:lnTo>
                        <a:lnTo>
                          <a:pt x="5802" y="354"/>
                        </a:lnTo>
                        <a:lnTo>
                          <a:pt x="5742" y="342"/>
                        </a:lnTo>
                        <a:lnTo>
                          <a:pt x="5724" y="342"/>
                        </a:lnTo>
                        <a:lnTo>
                          <a:pt x="5718" y="348"/>
                        </a:lnTo>
                        <a:lnTo>
                          <a:pt x="5730" y="354"/>
                        </a:lnTo>
                        <a:lnTo>
                          <a:pt x="5742" y="366"/>
                        </a:lnTo>
                        <a:lnTo>
                          <a:pt x="5754" y="372"/>
                        </a:lnTo>
                        <a:lnTo>
                          <a:pt x="5772" y="372"/>
                        </a:lnTo>
                        <a:lnTo>
                          <a:pt x="5778" y="378"/>
                        </a:lnTo>
                        <a:lnTo>
                          <a:pt x="5784" y="378"/>
                        </a:lnTo>
                        <a:close/>
                        <a:moveTo>
                          <a:pt x="5724" y="432"/>
                        </a:moveTo>
                        <a:lnTo>
                          <a:pt x="5712" y="444"/>
                        </a:lnTo>
                        <a:lnTo>
                          <a:pt x="5712" y="456"/>
                        </a:lnTo>
                        <a:lnTo>
                          <a:pt x="5724" y="462"/>
                        </a:lnTo>
                        <a:lnTo>
                          <a:pt x="5772" y="462"/>
                        </a:lnTo>
                        <a:lnTo>
                          <a:pt x="5778" y="456"/>
                        </a:lnTo>
                        <a:lnTo>
                          <a:pt x="5778" y="450"/>
                        </a:lnTo>
                        <a:lnTo>
                          <a:pt x="5766" y="438"/>
                        </a:lnTo>
                        <a:lnTo>
                          <a:pt x="5742" y="426"/>
                        </a:lnTo>
                        <a:lnTo>
                          <a:pt x="5730" y="426"/>
                        </a:lnTo>
                        <a:lnTo>
                          <a:pt x="5724" y="432"/>
                        </a:lnTo>
                        <a:close/>
                        <a:moveTo>
                          <a:pt x="3072" y="96"/>
                        </a:moveTo>
                        <a:lnTo>
                          <a:pt x="3192" y="96"/>
                        </a:lnTo>
                        <a:lnTo>
                          <a:pt x="3204" y="90"/>
                        </a:lnTo>
                        <a:lnTo>
                          <a:pt x="3228" y="90"/>
                        </a:lnTo>
                        <a:lnTo>
                          <a:pt x="3240" y="84"/>
                        </a:lnTo>
                        <a:lnTo>
                          <a:pt x="3240" y="72"/>
                        </a:lnTo>
                        <a:lnTo>
                          <a:pt x="3222" y="60"/>
                        </a:lnTo>
                        <a:lnTo>
                          <a:pt x="3192" y="42"/>
                        </a:lnTo>
                        <a:lnTo>
                          <a:pt x="3156" y="30"/>
                        </a:lnTo>
                        <a:lnTo>
                          <a:pt x="3132" y="24"/>
                        </a:lnTo>
                        <a:lnTo>
                          <a:pt x="3120" y="18"/>
                        </a:lnTo>
                        <a:lnTo>
                          <a:pt x="3108" y="18"/>
                        </a:lnTo>
                        <a:lnTo>
                          <a:pt x="3096" y="12"/>
                        </a:lnTo>
                        <a:lnTo>
                          <a:pt x="3060" y="12"/>
                        </a:lnTo>
                        <a:lnTo>
                          <a:pt x="3048" y="18"/>
                        </a:lnTo>
                        <a:lnTo>
                          <a:pt x="3036" y="18"/>
                        </a:lnTo>
                        <a:lnTo>
                          <a:pt x="3030" y="30"/>
                        </a:lnTo>
                        <a:lnTo>
                          <a:pt x="3030" y="42"/>
                        </a:lnTo>
                        <a:lnTo>
                          <a:pt x="3036" y="54"/>
                        </a:lnTo>
                        <a:lnTo>
                          <a:pt x="3048" y="66"/>
                        </a:lnTo>
                        <a:lnTo>
                          <a:pt x="3054" y="78"/>
                        </a:lnTo>
                        <a:lnTo>
                          <a:pt x="3072" y="96"/>
                        </a:lnTo>
                        <a:close/>
                        <a:moveTo>
                          <a:pt x="6138" y="408"/>
                        </a:moveTo>
                        <a:lnTo>
                          <a:pt x="6144" y="402"/>
                        </a:lnTo>
                        <a:lnTo>
                          <a:pt x="6132" y="396"/>
                        </a:lnTo>
                        <a:lnTo>
                          <a:pt x="6102" y="390"/>
                        </a:lnTo>
                        <a:lnTo>
                          <a:pt x="6036" y="390"/>
                        </a:lnTo>
                        <a:lnTo>
                          <a:pt x="6012" y="366"/>
                        </a:lnTo>
                        <a:lnTo>
                          <a:pt x="6000" y="360"/>
                        </a:lnTo>
                        <a:lnTo>
                          <a:pt x="5970" y="360"/>
                        </a:lnTo>
                        <a:lnTo>
                          <a:pt x="5958" y="366"/>
                        </a:lnTo>
                        <a:lnTo>
                          <a:pt x="5910" y="366"/>
                        </a:lnTo>
                        <a:lnTo>
                          <a:pt x="5946" y="390"/>
                        </a:lnTo>
                        <a:lnTo>
                          <a:pt x="5964" y="396"/>
                        </a:lnTo>
                        <a:lnTo>
                          <a:pt x="6000" y="402"/>
                        </a:lnTo>
                        <a:lnTo>
                          <a:pt x="6054" y="414"/>
                        </a:lnTo>
                        <a:lnTo>
                          <a:pt x="6102" y="414"/>
                        </a:lnTo>
                        <a:lnTo>
                          <a:pt x="6138" y="408"/>
                        </a:lnTo>
                        <a:close/>
                        <a:moveTo>
                          <a:pt x="7602" y="744"/>
                        </a:moveTo>
                        <a:lnTo>
                          <a:pt x="7596" y="732"/>
                        </a:lnTo>
                        <a:lnTo>
                          <a:pt x="7572" y="726"/>
                        </a:lnTo>
                        <a:lnTo>
                          <a:pt x="7512" y="714"/>
                        </a:lnTo>
                        <a:lnTo>
                          <a:pt x="7500" y="714"/>
                        </a:lnTo>
                        <a:lnTo>
                          <a:pt x="7512" y="726"/>
                        </a:lnTo>
                        <a:lnTo>
                          <a:pt x="7548" y="738"/>
                        </a:lnTo>
                        <a:lnTo>
                          <a:pt x="7584" y="744"/>
                        </a:lnTo>
                        <a:lnTo>
                          <a:pt x="7602" y="744"/>
                        </a:lnTo>
                        <a:close/>
                        <a:moveTo>
                          <a:pt x="3162" y="120"/>
                        </a:moveTo>
                        <a:lnTo>
                          <a:pt x="3216" y="138"/>
                        </a:lnTo>
                        <a:lnTo>
                          <a:pt x="3246" y="144"/>
                        </a:lnTo>
                        <a:lnTo>
                          <a:pt x="3264" y="144"/>
                        </a:lnTo>
                        <a:lnTo>
                          <a:pt x="3312" y="138"/>
                        </a:lnTo>
                        <a:lnTo>
                          <a:pt x="3372" y="156"/>
                        </a:lnTo>
                        <a:lnTo>
                          <a:pt x="3432" y="156"/>
                        </a:lnTo>
                        <a:lnTo>
                          <a:pt x="3426" y="138"/>
                        </a:lnTo>
                        <a:lnTo>
                          <a:pt x="3402" y="102"/>
                        </a:lnTo>
                        <a:lnTo>
                          <a:pt x="3384" y="96"/>
                        </a:lnTo>
                        <a:lnTo>
                          <a:pt x="3372" y="90"/>
                        </a:lnTo>
                        <a:lnTo>
                          <a:pt x="3354" y="96"/>
                        </a:lnTo>
                        <a:lnTo>
                          <a:pt x="3318" y="114"/>
                        </a:lnTo>
                        <a:lnTo>
                          <a:pt x="3294" y="90"/>
                        </a:lnTo>
                        <a:lnTo>
                          <a:pt x="3282" y="90"/>
                        </a:lnTo>
                        <a:lnTo>
                          <a:pt x="3210" y="102"/>
                        </a:lnTo>
                        <a:lnTo>
                          <a:pt x="3174" y="114"/>
                        </a:lnTo>
                        <a:lnTo>
                          <a:pt x="3162" y="120"/>
                        </a:lnTo>
                        <a:close/>
                        <a:moveTo>
                          <a:pt x="3582" y="198"/>
                        </a:moveTo>
                        <a:lnTo>
                          <a:pt x="3744" y="192"/>
                        </a:lnTo>
                        <a:lnTo>
                          <a:pt x="3702" y="168"/>
                        </a:lnTo>
                        <a:lnTo>
                          <a:pt x="3696" y="168"/>
                        </a:lnTo>
                        <a:lnTo>
                          <a:pt x="3690" y="162"/>
                        </a:lnTo>
                        <a:lnTo>
                          <a:pt x="3666" y="150"/>
                        </a:lnTo>
                        <a:lnTo>
                          <a:pt x="3648" y="144"/>
                        </a:lnTo>
                        <a:lnTo>
                          <a:pt x="3636" y="138"/>
                        </a:lnTo>
                        <a:lnTo>
                          <a:pt x="3618" y="138"/>
                        </a:lnTo>
                        <a:lnTo>
                          <a:pt x="3606" y="144"/>
                        </a:lnTo>
                        <a:lnTo>
                          <a:pt x="3600" y="150"/>
                        </a:lnTo>
                        <a:lnTo>
                          <a:pt x="3588" y="156"/>
                        </a:lnTo>
                        <a:lnTo>
                          <a:pt x="3588" y="150"/>
                        </a:lnTo>
                        <a:lnTo>
                          <a:pt x="3582" y="144"/>
                        </a:lnTo>
                        <a:lnTo>
                          <a:pt x="3576" y="132"/>
                        </a:lnTo>
                        <a:lnTo>
                          <a:pt x="3570" y="126"/>
                        </a:lnTo>
                        <a:lnTo>
                          <a:pt x="3546" y="114"/>
                        </a:lnTo>
                        <a:lnTo>
                          <a:pt x="3522" y="126"/>
                        </a:lnTo>
                        <a:lnTo>
                          <a:pt x="3504" y="162"/>
                        </a:lnTo>
                        <a:lnTo>
                          <a:pt x="3498" y="192"/>
                        </a:lnTo>
                        <a:lnTo>
                          <a:pt x="3492" y="210"/>
                        </a:lnTo>
                        <a:lnTo>
                          <a:pt x="3516" y="222"/>
                        </a:lnTo>
                        <a:lnTo>
                          <a:pt x="3534" y="216"/>
                        </a:lnTo>
                        <a:lnTo>
                          <a:pt x="3546" y="216"/>
                        </a:lnTo>
                        <a:lnTo>
                          <a:pt x="3582" y="198"/>
                        </a:lnTo>
                        <a:close/>
                        <a:moveTo>
                          <a:pt x="5622" y="420"/>
                        </a:moveTo>
                        <a:lnTo>
                          <a:pt x="5640" y="390"/>
                        </a:lnTo>
                        <a:lnTo>
                          <a:pt x="5754" y="390"/>
                        </a:lnTo>
                        <a:lnTo>
                          <a:pt x="5688" y="360"/>
                        </a:lnTo>
                        <a:lnTo>
                          <a:pt x="5700" y="336"/>
                        </a:lnTo>
                        <a:lnTo>
                          <a:pt x="5610" y="318"/>
                        </a:lnTo>
                        <a:lnTo>
                          <a:pt x="5628" y="348"/>
                        </a:lnTo>
                        <a:lnTo>
                          <a:pt x="5616" y="342"/>
                        </a:lnTo>
                        <a:lnTo>
                          <a:pt x="5592" y="336"/>
                        </a:lnTo>
                        <a:lnTo>
                          <a:pt x="5556" y="330"/>
                        </a:lnTo>
                        <a:lnTo>
                          <a:pt x="5514" y="318"/>
                        </a:lnTo>
                        <a:lnTo>
                          <a:pt x="5454" y="318"/>
                        </a:lnTo>
                        <a:lnTo>
                          <a:pt x="5448" y="330"/>
                        </a:lnTo>
                        <a:lnTo>
                          <a:pt x="5460" y="354"/>
                        </a:lnTo>
                        <a:lnTo>
                          <a:pt x="5496" y="372"/>
                        </a:lnTo>
                        <a:lnTo>
                          <a:pt x="5538" y="390"/>
                        </a:lnTo>
                        <a:lnTo>
                          <a:pt x="5574" y="408"/>
                        </a:lnTo>
                        <a:lnTo>
                          <a:pt x="5610" y="414"/>
                        </a:lnTo>
                        <a:lnTo>
                          <a:pt x="5622" y="420"/>
                        </a:lnTo>
                        <a:close/>
                        <a:moveTo>
                          <a:pt x="4320" y="432"/>
                        </a:moveTo>
                        <a:lnTo>
                          <a:pt x="4368" y="444"/>
                        </a:lnTo>
                        <a:lnTo>
                          <a:pt x="4380" y="444"/>
                        </a:lnTo>
                        <a:lnTo>
                          <a:pt x="4392" y="438"/>
                        </a:lnTo>
                        <a:lnTo>
                          <a:pt x="4398" y="438"/>
                        </a:lnTo>
                        <a:lnTo>
                          <a:pt x="4404" y="432"/>
                        </a:lnTo>
                        <a:lnTo>
                          <a:pt x="4404" y="426"/>
                        </a:lnTo>
                        <a:lnTo>
                          <a:pt x="4398" y="426"/>
                        </a:lnTo>
                        <a:lnTo>
                          <a:pt x="4362" y="414"/>
                        </a:lnTo>
                        <a:lnTo>
                          <a:pt x="4344" y="420"/>
                        </a:lnTo>
                        <a:lnTo>
                          <a:pt x="4332" y="420"/>
                        </a:lnTo>
                        <a:lnTo>
                          <a:pt x="4320" y="432"/>
                        </a:lnTo>
                        <a:close/>
                        <a:moveTo>
                          <a:pt x="5424" y="354"/>
                        </a:moveTo>
                        <a:lnTo>
                          <a:pt x="5370" y="336"/>
                        </a:lnTo>
                        <a:lnTo>
                          <a:pt x="5394" y="366"/>
                        </a:lnTo>
                        <a:lnTo>
                          <a:pt x="5424" y="354"/>
                        </a:lnTo>
                        <a:close/>
                        <a:moveTo>
                          <a:pt x="7986" y="666"/>
                        </a:moveTo>
                        <a:lnTo>
                          <a:pt x="8034" y="654"/>
                        </a:lnTo>
                        <a:lnTo>
                          <a:pt x="8088" y="654"/>
                        </a:lnTo>
                        <a:lnTo>
                          <a:pt x="8100" y="648"/>
                        </a:lnTo>
                        <a:lnTo>
                          <a:pt x="8106" y="642"/>
                        </a:lnTo>
                        <a:lnTo>
                          <a:pt x="8106" y="636"/>
                        </a:lnTo>
                        <a:lnTo>
                          <a:pt x="8100" y="630"/>
                        </a:lnTo>
                        <a:lnTo>
                          <a:pt x="8088" y="630"/>
                        </a:lnTo>
                        <a:lnTo>
                          <a:pt x="8052" y="618"/>
                        </a:lnTo>
                        <a:lnTo>
                          <a:pt x="8028" y="612"/>
                        </a:lnTo>
                        <a:lnTo>
                          <a:pt x="8010" y="606"/>
                        </a:lnTo>
                        <a:lnTo>
                          <a:pt x="7968" y="606"/>
                        </a:lnTo>
                        <a:lnTo>
                          <a:pt x="7944" y="618"/>
                        </a:lnTo>
                        <a:lnTo>
                          <a:pt x="7938" y="630"/>
                        </a:lnTo>
                        <a:lnTo>
                          <a:pt x="7938" y="654"/>
                        </a:lnTo>
                        <a:lnTo>
                          <a:pt x="7944" y="666"/>
                        </a:lnTo>
                        <a:lnTo>
                          <a:pt x="7950" y="666"/>
                        </a:lnTo>
                        <a:lnTo>
                          <a:pt x="7962" y="672"/>
                        </a:lnTo>
                        <a:lnTo>
                          <a:pt x="7968" y="672"/>
                        </a:lnTo>
                        <a:lnTo>
                          <a:pt x="7980" y="666"/>
                        </a:lnTo>
                        <a:lnTo>
                          <a:pt x="7986" y="666"/>
                        </a:lnTo>
                        <a:close/>
                        <a:moveTo>
                          <a:pt x="162" y="1788"/>
                        </a:moveTo>
                        <a:lnTo>
                          <a:pt x="150" y="1788"/>
                        </a:lnTo>
                        <a:lnTo>
                          <a:pt x="138" y="1794"/>
                        </a:lnTo>
                        <a:lnTo>
                          <a:pt x="114" y="1794"/>
                        </a:lnTo>
                        <a:lnTo>
                          <a:pt x="108" y="1788"/>
                        </a:lnTo>
                        <a:lnTo>
                          <a:pt x="96" y="1788"/>
                        </a:lnTo>
                        <a:lnTo>
                          <a:pt x="96" y="1782"/>
                        </a:lnTo>
                        <a:lnTo>
                          <a:pt x="84" y="1782"/>
                        </a:lnTo>
                        <a:lnTo>
                          <a:pt x="84" y="1788"/>
                        </a:lnTo>
                        <a:lnTo>
                          <a:pt x="72" y="1800"/>
                        </a:lnTo>
                        <a:lnTo>
                          <a:pt x="12" y="1800"/>
                        </a:lnTo>
                        <a:lnTo>
                          <a:pt x="0" y="1812"/>
                        </a:lnTo>
                        <a:lnTo>
                          <a:pt x="0" y="1818"/>
                        </a:lnTo>
                        <a:lnTo>
                          <a:pt x="12" y="1830"/>
                        </a:lnTo>
                        <a:lnTo>
                          <a:pt x="6" y="1842"/>
                        </a:lnTo>
                        <a:lnTo>
                          <a:pt x="12" y="1848"/>
                        </a:lnTo>
                        <a:lnTo>
                          <a:pt x="18" y="1848"/>
                        </a:lnTo>
                        <a:lnTo>
                          <a:pt x="24" y="1842"/>
                        </a:lnTo>
                        <a:lnTo>
                          <a:pt x="48" y="1842"/>
                        </a:lnTo>
                        <a:lnTo>
                          <a:pt x="54" y="1848"/>
                        </a:lnTo>
                        <a:lnTo>
                          <a:pt x="66" y="1848"/>
                        </a:lnTo>
                        <a:lnTo>
                          <a:pt x="72" y="1854"/>
                        </a:lnTo>
                        <a:lnTo>
                          <a:pt x="162" y="1854"/>
                        </a:lnTo>
                        <a:lnTo>
                          <a:pt x="162" y="1848"/>
                        </a:lnTo>
                        <a:lnTo>
                          <a:pt x="168" y="1848"/>
                        </a:lnTo>
                        <a:lnTo>
                          <a:pt x="162" y="1830"/>
                        </a:lnTo>
                        <a:lnTo>
                          <a:pt x="174" y="1818"/>
                        </a:lnTo>
                        <a:lnTo>
                          <a:pt x="174" y="1800"/>
                        </a:lnTo>
                        <a:lnTo>
                          <a:pt x="168" y="1788"/>
                        </a:lnTo>
                        <a:lnTo>
                          <a:pt x="162" y="1788"/>
                        </a:lnTo>
                        <a:close/>
                        <a:moveTo>
                          <a:pt x="1038" y="90"/>
                        </a:moveTo>
                        <a:lnTo>
                          <a:pt x="1062" y="72"/>
                        </a:lnTo>
                        <a:lnTo>
                          <a:pt x="1032" y="72"/>
                        </a:lnTo>
                        <a:lnTo>
                          <a:pt x="1032" y="84"/>
                        </a:lnTo>
                        <a:lnTo>
                          <a:pt x="1038" y="90"/>
                        </a:lnTo>
                        <a:close/>
                        <a:moveTo>
                          <a:pt x="990" y="72"/>
                        </a:moveTo>
                        <a:lnTo>
                          <a:pt x="1074" y="54"/>
                        </a:lnTo>
                        <a:lnTo>
                          <a:pt x="1044" y="42"/>
                        </a:lnTo>
                        <a:lnTo>
                          <a:pt x="996" y="54"/>
                        </a:lnTo>
                        <a:lnTo>
                          <a:pt x="948" y="54"/>
                        </a:lnTo>
                        <a:lnTo>
                          <a:pt x="966" y="66"/>
                        </a:lnTo>
                        <a:lnTo>
                          <a:pt x="990" y="72"/>
                        </a:lnTo>
                        <a:close/>
                        <a:moveTo>
                          <a:pt x="1122" y="90"/>
                        </a:moveTo>
                        <a:lnTo>
                          <a:pt x="1128" y="78"/>
                        </a:lnTo>
                        <a:lnTo>
                          <a:pt x="1152" y="78"/>
                        </a:lnTo>
                        <a:lnTo>
                          <a:pt x="1164" y="66"/>
                        </a:lnTo>
                        <a:lnTo>
                          <a:pt x="1218" y="66"/>
                        </a:lnTo>
                        <a:lnTo>
                          <a:pt x="1218" y="60"/>
                        </a:lnTo>
                        <a:lnTo>
                          <a:pt x="1206" y="54"/>
                        </a:lnTo>
                        <a:lnTo>
                          <a:pt x="1182" y="54"/>
                        </a:lnTo>
                        <a:lnTo>
                          <a:pt x="1182" y="48"/>
                        </a:lnTo>
                        <a:lnTo>
                          <a:pt x="1176" y="48"/>
                        </a:lnTo>
                        <a:lnTo>
                          <a:pt x="1164" y="42"/>
                        </a:lnTo>
                        <a:lnTo>
                          <a:pt x="1140" y="42"/>
                        </a:lnTo>
                        <a:lnTo>
                          <a:pt x="1134" y="48"/>
                        </a:lnTo>
                        <a:lnTo>
                          <a:pt x="1128" y="60"/>
                        </a:lnTo>
                        <a:lnTo>
                          <a:pt x="1128" y="66"/>
                        </a:lnTo>
                        <a:lnTo>
                          <a:pt x="1122" y="66"/>
                        </a:lnTo>
                        <a:lnTo>
                          <a:pt x="1116" y="72"/>
                        </a:lnTo>
                        <a:lnTo>
                          <a:pt x="1104" y="72"/>
                        </a:lnTo>
                        <a:lnTo>
                          <a:pt x="1086" y="78"/>
                        </a:lnTo>
                        <a:lnTo>
                          <a:pt x="1080" y="78"/>
                        </a:lnTo>
                        <a:lnTo>
                          <a:pt x="1074" y="84"/>
                        </a:lnTo>
                        <a:lnTo>
                          <a:pt x="1080" y="84"/>
                        </a:lnTo>
                        <a:lnTo>
                          <a:pt x="1092" y="90"/>
                        </a:lnTo>
                        <a:lnTo>
                          <a:pt x="1122" y="90"/>
                        </a:lnTo>
                        <a:close/>
                        <a:moveTo>
                          <a:pt x="1176" y="78"/>
                        </a:moveTo>
                        <a:lnTo>
                          <a:pt x="1158" y="90"/>
                        </a:lnTo>
                        <a:lnTo>
                          <a:pt x="1176" y="102"/>
                        </a:lnTo>
                        <a:lnTo>
                          <a:pt x="1194" y="108"/>
                        </a:lnTo>
                        <a:lnTo>
                          <a:pt x="1248" y="102"/>
                        </a:lnTo>
                        <a:lnTo>
                          <a:pt x="1242" y="90"/>
                        </a:lnTo>
                        <a:lnTo>
                          <a:pt x="1212" y="90"/>
                        </a:lnTo>
                        <a:lnTo>
                          <a:pt x="1176" y="78"/>
                        </a:lnTo>
                        <a:close/>
                        <a:moveTo>
                          <a:pt x="7812" y="2436"/>
                        </a:moveTo>
                        <a:lnTo>
                          <a:pt x="7782" y="2400"/>
                        </a:lnTo>
                        <a:lnTo>
                          <a:pt x="7776" y="2400"/>
                        </a:lnTo>
                        <a:lnTo>
                          <a:pt x="7770" y="2394"/>
                        </a:lnTo>
                        <a:lnTo>
                          <a:pt x="7752" y="2388"/>
                        </a:lnTo>
                        <a:lnTo>
                          <a:pt x="7728" y="2364"/>
                        </a:lnTo>
                        <a:lnTo>
                          <a:pt x="7722" y="2352"/>
                        </a:lnTo>
                        <a:lnTo>
                          <a:pt x="7704" y="2298"/>
                        </a:lnTo>
                        <a:lnTo>
                          <a:pt x="7698" y="2286"/>
                        </a:lnTo>
                        <a:lnTo>
                          <a:pt x="7698" y="2274"/>
                        </a:lnTo>
                        <a:lnTo>
                          <a:pt x="7674" y="2250"/>
                        </a:lnTo>
                        <a:lnTo>
                          <a:pt x="7680" y="2244"/>
                        </a:lnTo>
                        <a:lnTo>
                          <a:pt x="7698" y="2244"/>
                        </a:lnTo>
                        <a:lnTo>
                          <a:pt x="7770" y="2268"/>
                        </a:lnTo>
                        <a:lnTo>
                          <a:pt x="7800" y="2280"/>
                        </a:lnTo>
                        <a:lnTo>
                          <a:pt x="7812" y="2286"/>
                        </a:lnTo>
                        <a:lnTo>
                          <a:pt x="7740" y="2232"/>
                        </a:lnTo>
                        <a:lnTo>
                          <a:pt x="7734" y="2226"/>
                        </a:lnTo>
                        <a:lnTo>
                          <a:pt x="7722" y="2202"/>
                        </a:lnTo>
                        <a:lnTo>
                          <a:pt x="7710" y="2196"/>
                        </a:lnTo>
                        <a:lnTo>
                          <a:pt x="7704" y="2184"/>
                        </a:lnTo>
                        <a:lnTo>
                          <a:pt x="7698" y="2178"/>
                        </a:lnTo>
                        <a:lnTo>
                          <a:pt x="7674" y="2166"/>
                        </a:lnTo>
                        <a:lnTo>
                          <a:pt x="7668" y="2160"/>
                        </a:lnTo>
                        <a:lnTo>
                          <a:pt x="7656" y="2154"/>
                        </a:lnTo>
                        <a:lnTo>
                          <a:pt x="7578" y="2070"/>
                        </a:lnTo>
                        <a:lnTo>
                          <a:pt x="7554" y="2070"/>
                        </a:lnTo>
                        <a:lnTo>
                          <a:pt x="7542" y="2040"/>
                        </a:lnTo>
                        <a:lnTo>
                          <a:pt x="7524" y="2040"/>
                        </a:lnTo>
                        <a:lnTo>
                          <a:pt x="7512" y="2028"/>
                        </a:lnTo>
                        <a:lnTo>
                          <a:pt x="7500" y="2004"/>
                        </a:lnTo>
                        <a:lnTo>
                          <a:pt x="7500" y="1980"/>
                        </a:lnTo>
                        <a:lnTo>
                          <a:pt x="7470" y="1944"/>
                        </a:lnTo>
                        <a:lnTo>
                          <a:pt x="7446" y="1950"/>
                        </a:lnTo>
                        <a:lnTo>
                          <a:pt x="7434" y="1920"/>
                        </a:lnTo>
                        <a:lnTo>
                          <a:pt x="7392" y="1890"/>
                        </a:lnTo>
                        <a:lnTo>
                          <a:pt x="7380" y="1866"/>
                        </a:lnTo>
                        <a:lnTo>
                          <a:pt x="7368" y="1860"/>
                        </a:lnTo>
                        <a:lnTo>
                          <a:pt x="7362" y="1854"/>
                        </a:lnTo>
                        <a:lnTo>
                          <a:pt x="7344" y="1854"/>
                        </a:lnTo>
                        <a:lnTo>
                          <a:pt x="7344" y="1860"/>
                        </a:lnTo>
                        <a:lnTo>
                          <a:pt x="7392" y="1908"/>
                        </a:lnTo>
                        <a:lnTo>
                          <a:pt x="7392" y="1914"/>
                        </a:lnTo>
                        <a:lnTo>
                          <a:pt x="7386" y="1914"/>
                        </a:lnTo>
                        <a:lnTo>
                          <a:pt x="7380" y="1908"/>
                        </a:lnTo>
                        <a:lnTo>
                          <a:pt x="7368" y="1908"/>
                        </a:lnTo>
                        <a:lnTo>
                          <a:pt x="7362" y="1914"/>
                        </a:lnTo>
                        <a:lnTo>
                          <a:pt x="7362" y="1926"/>
                        </a:lnTo>
                        <a:lnTo>
                          <a:pt x="7374" y="1950"/>
                        </a:lnTo>
                        <a:lnTo>
                          <a:pt x="7386" y="1962"/>
                        </a:lnTo>
                        <a:lnTo>
                          <a:pt x="7392" y="1974"/>
                        </a:lnTo>
                        <a:lnTo>
                          <a:pt x="7404" y="1980"/>
                        </a:lnTo>
                        <a:lnTo>
                          <a:pt x="7404" y="1992"/>
                        </a:lnTo>
                        <a:lnTo>
                          <a:pt x="7416" y="2016"/>
                        </a:lnTo>
                        <a:lnTo>
                          <a:pt x="7422" y="2022"/>
                        </a:lnTo>
                        <a:lnTo>
                          <a:pt x="7440" y="2034"/>
                        </a:lnTo>
                        <a:lnTo>
                          <a:pt x="7470" y="2052"/>
                        </a:lnTo>
                        <a:lnTo>
                          <a:pt x="7500" y="2076"/>
                        </a:lnTo>
                        <a:lnTo>
                          <a:pt x="7518" y="2100"/>
                        </a:lnTo>
                        <a:lnTo>
                          <a:pt x="7524" y="2112"/>
                        </a:lnTo>
                        <a:lnTo>
                          <a:pt x="7536" y="2130"/>
                        </a:lnTo>
                        <a:lnTo>
                          <a:pt x="7536" y="2142"/>
                        </a:lnTo>
                        <a:lnTo>
                          <a:pt x="7548" y="2154"/>
                        </a:lnTo>
                        <a:lnTo>
                          <a:pt x="7554" y="2166"/>
                        </a:lnTo>
                        <a:lnTo>
                          <a:pt x="7572" y="2184"/>
                        </a:lnTo>
                        <a:lnTo>
                          <a:pt x="7590" y="2208"/>
                        </a:lnTo>
                        <a:lnTo>
                          <a:pt x="7608" y="2238"/>
                        </a:lnTo>
                        <a:lnTo>
                          <a:pt x="7620" y="2262"/>
                        </a:lnTo>
                        <a:lnTo>
                          <a:pt x="7626" y="2268"/>
                        </a:lnTo>
                        <a:lnTo>
                          <a:pt x="7626" y="2280"/>
                        </a:lnTo>
                        <a:lnTo>
                          <a:pt x="7632" y="2292"/>
                        </a:lnTo>
                        <a:lnTo>
                          <a:pt x="7644" y="2304"/>
                        </a:lnTo>
                        <a:lnTo>
                          <a:pt x="7656" y="2304"/>
                        </a:lnTo>
                        <a:lnTo>
                          <a:pt x="7668" y="2310"/>
                        </a:lnTo>
                        <a:lnTo>
                          <a:pt x="7674" y="2322"/>
                        </a:lnTo>
                        <a:lnTo>
                          <a:pt x="7686" y="2334"/>
                        </a:lnTo>
                        <a:lnTo>
                          <a:pt x="7698" y="2358"/>
                        </a:lnTo>
                        <a:lnTo>
                          <a:pt x="7698" y="2376"/>
                        </a:lnTo>
                        <a:lnTo>
                          <a:pt x="7740" y="2412"/>
                        </a:lnTo>
                        <a:lnTo>
                          <a:pt x="7752" y="2466"/>
                        </a:lnTo>
                        <a:lnTo>
                          <a:pt x="7794" y="2508"/>
                        </a:lnTo>
                        <a:lnTo>
                          <a:pt x="7794" y="2502"/>
                        </a:lnTo>
                        <a:lnTo>
                          <a:pt x="7788" y="2496"/>
                        </a:lnTo>
                        <a:lnTo>
                          <a:pt x="7788" y="2484"/>
                        </a:lnTo>
                        <a:lnTo>
                          <a:pt x="7782" y="2472"/>
                        </a:lnTo>
                        <a:lnTo>
                          <a:pt x="7782" y="2460"/>
                        </a:lnTo>
                        <a:lnTo>
                          <a:pt x="7776" y="2448"/>
                        </a:lnTo>
                        <a:lnTo>
                          <a:pt x="7782" y="2442"/>
                        </a:lnTo>
                        <a:lnTo>
                          <a:pt x="7788" y="2442"/>
                        </a:lnTo>
                        <a:lnTo>
                          <a:pt x="7800" y="2454"/>
                        </a:lnTo>
                        <a:lnTo>
                          <a:pt x="7830" y="2454"/>
                        </a:lnTo>
                        <a:lnTo>
                          <a:pt x="7866" y="2496"/>
                        </a:lnTo>
                        <a:lnTo>
                          <a:pt x="7866" y="2472"/>
                        </a:lnTo>
                        <a:lnTo>
                          <a:pt x="7836" y="2430"/>
                        </a:lnTo>
                        <a:lnTo>
                          <a:pt x="7812" y="2436"/>
                        </a:lnTo>
                        <a:close/>
                        <a:moveTo>
                          <a:pt x="1344" y="84"/>
                        </a:moveTo>
                        <a:lnTo>
                          <a:pt x="1350" y="72"/>
                        </a:lnTo>
                        <a:lnTo>
                          <a:pt x="1308" y="66"/>
                        </a:lnTo>
                        <a:lnTo>
                          <a:pt x="1284" y="78"/>
                        </a:lnTo>
                        <a:lnTo>
                          <a:pt x="1290" y="90"/>
                        </a:lnTo>
                        <a:lnTo>
                          <a:pt x="1344" y="84"/>
                        </a:lnTo>
                        <a:close/>
                        <a:moveTo>
                          <a:pt x="9048" y="996"/>
                        </a:moveTo>
                        <a:lnTo>
                          <a:pt x="9036" y="984"/>
                        </a:lnTo>
                        <a:lnTo>
                          <a:pt x="9024" y="978"/>
                        </a:lnTo>
                        <a:lnTo>
                          <a:pt x="9006" y="972"/>
                        </a:lnTo>
                        <a:lnTo>
                          <a:pt x="8994" y="966"/>
                        </a:lnTo>
                        <a:lnTo>
                          <a:pt x="8982" y="966"/>
                        </a:lnTo>
                        <a:lnTo>
                          <a:pt x="8940" y="948"/>
                        </a:lnTo>
                        <a:lnTo>
                          <a:pt x="8898" y="948"/>
                        </a:lnTo>
                        <a:lnTo>
                          <a:pt x="8868" y="930"/>
                        </a:lnTo>
                        <a:lnTo>
                          <a:pt x="8778" y="924"/>
                        </a:lnTo>
                        <a:lnTo>
                          <a:pt x="8736" y="906"/>
                        </a:lnTo>
                        <a:lnTo>
                          <a:pt x="8700" y="906"/>
                        </a:lnTo>
                        <a:lnTo>
                          <a:pt x="8754" y="942"/>
                        </a:lnTo>
                        <a:lnTo>
                          <a:pt x="8808" y="966"/>
                        </a:lnTo>
                        <a:lnTo>
                          <a:pt x="8796" y="966"/>
                        </a:lnTo>
                        <a:lnTo>
                          <a:pt x="8784" y="972"/>
                        </a:lnTo>
                        <a:lnTo>
                          <a:pt x="8754" y="972"/>
                        </a:lnTo>
                        <a:lnTo>
                          <a:pt x="8730" y="960"/>
                        </a:lnTo>
                        <a:lnTo>
                          <a:pt x="8676" y="906"/>
                        </a:lnTo>
                        <a:lnTo>
                          <a:pt x="8580" y="870"/>
                        </a:lnTo>
                        <a:lnTo>
                          <a:pt x="8496" y="846"/>
                        </a:lnTo>
                        <a:lnTo>
                          <a:pt x="8442" y="834"/>
                        </a:lnTo>
                        <a:lnTo>
                          <a:pt x="8370" y="822"/>
                        </a:lnTo>
                        <a:lnTo>
                          <a:pt x="8280" y="804"/>
                        </a:lnTo>
                        <a:lnTo>
                          <a:pt x="8190" y="780"/>
                        </a:lnTo>
                        <a:lnTo>
                          <a:pt x="8112" y="762"/>
                        </a:lnTo>
                        <a:lnTo>
                          <a:pt x="8052" y="750"/>
                        </a:lnTo>
                        <a:lnTo>
                          <a:pt x="7998" y="738"/>
                        </a:lnTo>
                        <a:lnTo>
                          <a:pt x="7956" y="732"/>
                        </a:lnTo>
                        <a:lnTo>
                          <a:pt x="7758" y="732"/>
                        </a:lnTo>
                        <a:lnTo>
                          <a:pt x="7746" y="714"/>
                        </a:lnTo>
                        <a:lnTo>
                          <a:pt x="7698" y="720"/>
                        </a:lnTo>
                        <a:lnTo>
                          <a:pt x="7680" y="708"/>
                        </a:lnTo>
                        <a:lnTo>
                          <a:pt x="7626" y="708"/>
                        </a:lnTo>
                        <a:lnTo>
                          <a:pt x="7650" y="726"/>
                        </a:lnTo>
                        <a:lnTo>
                          <a:pt x="7644" y="744"/>
                        </a:lnTo>
                        <a:lnTo>
                          <a:pt x="7656" y="744"/>
                        </a:lnTo>
                        <a:lnTo>
                          <a:pt x="7680" y="756"/>
                        </a:lnTo>
                        <a:lnTo>
                          <a:pt x="7716" y="762"/>
                        </a:lnTo>
                        <a:lnTo>
                          <a:pt x="7740" y="774"/>
                        </a:lnTo>
                        <a:lnTo>
                          <a:pt x="7758" y="786"/>
                        </a:lnTo>
                        <a:lnTo>
                          <a:pt x="7752" y="798"/>
                        </a:lnTo>
                        <a:lnTo>
                          <a:pt x="7728" y="804"/>
                        </a:lnTo>
                        <a:lnTo>
                          <a:pt x="7698" y="804"/>
                        </a:lnTo>
                        <a:lnTo>
                          <a:pt x="7686" y="798"/>
                        </a:lnTo>
                        <a:lnTo>
                          <a:pt x="7680" y="792"/>
                        </a:lnTo>
                        <a:lnTo>
                          <a:pt x="7656" y="774"/>
                        </a:lnTo>
                        <a:lnTo>
                          <a:pt x="7584" y="774"/>
                        </a:lnTo>
                        <a:lnTo>
                          <a:pt x="7530" y="738"/>
                        </a:lnTo>
                        <a:lnTo>
                          <a:pt x="7524" y="738"/>
                        </a:lnTo>
                        <a:lnTo>
                          <a:pt x="7518" y="744"/>
                        </a:lnTo>
                        <a:lnTo>
                          <a:pt x="7506" y="744"/>
                        </a:lnTo>
                        <a:lnTo>
                          <a:pt x="7500" y="750"/>
                        </a:lnTo>
                        <a:lnTo>
                          <a:pt x="7446" y="750"/>
                        </a:lnTo>
                        <a:lnTo>
                          <a:pt x="7440" y="738"/>
                        </a:lnTo>
                        <a:lnTo>
                          <a:pt x="7344" y="744"/>
                        </a:lnTo>
                        <a:lnTo>
                          <a:pt x="7320" y="726"/>
                        </a:lnTo>
                        <a:lnTo>
                          <a:pt x="7314" y="732"/>
                        </a:lnTo>
                        <a:lnTo>
                          <a:pt x="7212" y="732"/>
                        </a:lnTo>
                        <a:lnTo>
                          <a:pt x="7206" y="738"/>
                        </a:lnTo>
                        <a:lnTo>
                          <a:pt x="7212" y="744"/>
                        </a:lnTo>
                        <a:lnTo>
                          <a:pt x="7218" y="756"/>
                        </a:lnTo>
                        <a:lnTo>
                          <a:pt x="7254" y="792"/>
                        </a:lnTo>
                        <a:lnTo>
                          <a:pt x="7248" y="792"/>
                        </a:lnTo>
                        <a:lnTo>
                          <a:pt x="7242" y="786"/>
                        </a:lnTo>
                        <a:lnTo>
                          <a:pt x="7230" y="780"/>
                        </a:lnTo>
                        <a:lnTo>
                          <a:pt x="7218" y="768"/>
                        </a:lnTo>
                        <a:lnTo>
                          <a:pt x="7206" y="762"/>
                        </a:lnTo>
                        <a:lnTo>
                          <a:pt x="7194" y="750"/>
                        </a:lnTo>
                        <a:lnTo>
                          <a:pt x="7176" y="744"/>
                        </a:lnTo>
                        <a:lnTo>
                          <a:pt x="7104" y="732"/>
                        </a:lnTo>
                        <a:lnTo>
                          <a:pt x="7086" y="732"/>
                        </a:lnTo>
                        <a:lnTo>
                          <a:pt x="7086" y="726"/>
                        </a:lnTo>
                        <a:lnTo>
                          <a:pt x="7056" y="696"/>
                        </a:lnTo>
                        <a:lnTo>
                          <a:pt x="7032" y="684"/>
                        </a:lnTo>
                        <a:lnTo>
                          <a:pt x="6990" y="666"/>
                        </a:lnTo>
                        <a:lnTo>
                          <a:pt x="6948" y="660"/>
                        </a:lnTo>
                        <a:lnTo>
                          <a:pt x="6912" y="654"/>
                        </a:lnTo>
                        <a:lnTo>
                          <a:pt x="6882" y="654"/>
                        </a:lnTo>
                        <a:lnTo>
                          <a:pt x="6864" y="648"/>
                        </a:lnTo>
                        <a:lnTo>
                          <a:pt x="6834" y="648"/>
                        </a:lnTo>
                        <a:lnTo>
                          <a:pt x="6786" y="636"/>
                        </a:lnTo>
                        <a:lnTo>
                          <a:pt x="6774" y="642"/>
                        </a:lnTo>
                        <a:lnTo>
                          <a:pt x="6714" y="642"/>
                        </a:lnTo>
                        <a:lnTo>
                          <a:pt x="6696" y="660"/>
                        </a:lnTo>
                        <a:lnTo>
                          <a:pt x="6684" y="666"/>
                        </a:lnTo>
                        <a:lnTo>
                          <a:pt x="6648" y="666"/>
                        </a:lnTo>
                        <a:lnTo>
                          <a:pt x="6630" y="660"/>
                        </a:lnTo>
                        <a:lnTo>
                          <a:pt x="6594" y="660"/>
                        </a:lnTo>
                        <a:lnTo>
                          <a:pt x="6582" y="654"/>
                        </a:lnTo>
                        <a:lnTo>
                          <a:pt x="6576" y="648"/>
                        </a:lnTo>
                        <a:lnTo>
                          <a:pt x="6552" y="636"/>
                        </a:lnTo>
                        <a:lnTo>
                          <a:pt x="6534" y="630"/>
                        </a:lnTo>
                        <a:lnTo>
                          <a:pt x="6522" y="624"/>
                        </a:lnTo>
                        <a:lnTo>
                          <a:pt x="6498" y="624"/>
                        </a:lnTo>
                        <a:lnTo>
                          <a:pt x="6486" y="630"/>
                        </a:lnTo>
                        <a:lnTo>
                          <a:pt x="6474" y="612"/>
                        </a:lnTo>
                        <a:lnTo>
                          <a:pt x="6438" y="612"/>
                        </a:lnTo>
                        <a:lnTo>
                          <a:pt x="6372" y="606"/>
                        </a:lnTo>
                        <a:lnTo>
                          <a:pt x="6408" y="594"/>
                        </a:lnTo>
                        <a:lnTo>
                          <a:pt x="6372" y="570"/>
                        </a:lnTo>
                        <a:lnTo>
                          <a:pt x="6360" y="570"/>
                        </a:lnTo>
                        <a:lnTo>
                          <a:pt x="6324" y="564"/>
                        </a:lnTo>
                        <a:lnTo>
                          <a:pt x="6282" y="558"/>
                        </a:lnTo>
                        <a:lnTo>
                          <a:pt x="6246" y="558"/>
                        </a:lnTo>
                        <a:lnTo>
                          <a:pt x="6228" y="564"/>
                        </a:lnTo>
                        <a:lnTo>
                          <a:pt x="6228" y="594"/>
                        </a:lnTo>
                        <a:lnTo>
                          <a:pt x="6222" y="600"/>
                        </a:lnTo>
                        <a:lnTo>
                          <a:pt x="6192" y="600"/>
                        </a:lnTo>
                        <a:lnTo>
                          <a:pt x="6180" y="594"/>
                        </a:lnTo>
                        <a:lnTo>
                          <a:pt x="6168" y="594"/>
                        </a:lnTo>
                        <a:lnTo>
                          <a:pt x="6186" y="582"/>
                        </a:lnTo>
                        <a:lnTo>
                          <a:pt x="6168" y="570"/>
                        </a:lnTo>
                        <a:lnTo>
                          <a:pt x="6096" y="570"/>
                        </a:lnTo>
                        <a:lnTo>
                          <a:pt x="6114" y="558"/>
                        </a:lnTo>
                        <a:lnTo>
                          <a:pt x="6156" y="558"/>
                        </a:lnTo>
                        <a:lnTo>
                          <a:pt x="6216" y="588"/>
                        </a:lnTo>
                        <a:lnTo>
                          <a:pt x="6216" y="564"/>
                        </a:lnTo>
                        <a:lnTo>
                          <a:pt x="6162" y="540"/>
                        </a:lnTo>
                        <a:lnTo>
                          <a:pt x="6048" y="546"/>
                        </a:lnTo>
                        <a:lnTo>
                          <a:pt x="6048" y="534"/>
                        </a:lnTo>
                        <a:lnTo>
                          <a:pt x="5928" y="540"/>
                        </a:lnTo>
                        <a:lnTo>
                          <a:pt x="5880" y="522"/>
                        </a:lnTo>
                        <a:lnTo>
                          <a:pt x="5862" y="522"/>
                        </a:lnTo>
                        <a:lnTo>
                          <a:pt x="5898" y="546"/>
                        </a:lnTo>
                        <a:lnTo>
                          <a:pt x="5850" y="546"/>
                        </a:lnTo>
                        <a:lnTo>
                          <a:pt x="5838" y="552"/>
                        </a:lnTo>
                        <a:lnTo>
                          <a:pt x="5832" y="552"/>
                        </a:lnTo>
                        <a:lnTo>
                          <a:pt x="5832" y="558"/>
                        </a:lnTo>
                        <a:lnTo>
                          <a:pt x="5844" y="564"/>
                        </a:lnTo>
                        <a:lnTo>
                          <a:pt x="5850" y="570"/>
                        </a:lnTo>
                        <a:lnTo>
                          <a:pt x="5862" y="576"/>
                        </a:lnTo>
                        <a:lnTo>
                          <a:pt x="5892" y="576"/>
                        </a:lnTo>
                        <a:lnTo>
                          <a:pt x="5892" y="582"/>
                        </a:lnTo>
                        <a:lnTo>
                          <a:pt x="5952" y="618"/>
                        </a:lnTo>
                        <a:lnTo>
                          <a:pt x="5904" y="618"/>
                        </a:lnTo>
                        <a:lnTo>
                          <a:pt x="5898" y="612"/>
                        </a:lnTo>
                        <a:lnTo>
                          <a:pt x="5886" y="606"/>
                        </a:lnTo>
                        <a:lnTo>
                          <a:pt x="5874" y="606"/>
                        </a:lnTo>
                        <a:lnTo>
                          <a:pt x="5862" y="600"/>
                        </a:lnTo>
                        <a:lnTo>
                          <a:pt x="5844" y="618"/>
                        </a:lnTo>
                        <a:lnTo>
                          <a:pt x="5868" y="636"/>
                        </a:lnTo>
                        <a:lnTo>
                          <a:pt x="5814" y="630"/>
                        </a:lnTo>
                        <a:lnTo>
                          <a:pt x="5808" y="630"/>
                        </a:lnTo>
                        <a:lnTo>
                          <a:pt x="5802" y="624"/>
                        </a:lnTo>
                        <a:lnTo>
                          <a:pt x="5784" y="618"/>
                        </a:lnTo>
                        <a:lnTo>
                          <a:pt x="5766" y="618"/>
                        </a:lnTo>
                        <a:lnTo>
                          <a:pt x="5754" y="612"/>
                        </a:lnTo>
                        <a:lnTo>
                          <a:pt x="5736" y="606"/>
                        </a:lnTo>
                        <a:lnTo>
                          <a:pt x="5724" y="606"/>
                        </a:lnTo>
                        <a:lnTo>
                          <a:pt x="5712" y="612"/>
                        </a:lnTo>
                        <a:lnTo>
                          <a:pt x="5700" y="612"/>
                        </a:lnTo>
                        <a:lnTo>
                          <a:pt x="5688" y="618"/>
                        </a:lnTo>
                        <a:lnTo>
                          <a:pt x="5682" y="624"/>
                        </a:lnTo>
                        <a:lnTo>
                          <a:pt x="5676" y="624"/>
                        </a:lnTo>
                        <a:lnTo>
                          <a:pt x="5610" y="618"/>
                        </a:lnTo>
                        <a:lnTo>
                          <a:pt x="5604" y="618"/>
                        </a:lnTo>
                        <a:lnTo>
                          <a:pt x="5598" y="612"/>
                        </a:lnTo>
                        <a:lnTo>
                          <a:pt x="5562" y="594"/>
                        </a:lnTo>
                        <a:lnTo>
                          <a:pt x="5556" y="594"/>
                        </a:lnTo>
                        <a:lnTo>
                          <a:pt x="5550" y="588"/>
                        </a:lnTo>
                        <a:lnTo>
                          <a:pt x="5538" y="588"/>
                        </a:lnTo>
                        <a:lnTo>
                          <a:pt x="5538" y="606"/>
                        </a:lnTo>
                        <a:lnTo>
                          <a:pt x="5544" y="612"/>
                        </a:lnTo>
                        <a:lnTo>
                          <a:pt x="5550" y="624"/>
                        </a:lnTo>
                        <a:lnTo>
                          <a:pt x="5556" y="630"/>
                        </a:lnTo>
                        <a:lnTo>
                          <a:pt x="5562" y="642"/>
                        </a:lnTo>
                        <a:lnTo>
                          <a:pt x="5562" y="660"/>
                        </a:lnTo>
                        <a:lnTo>
                          <a:pt x="5556" y="666"/>
                        </a:lnTo>
                        <a:lnTo>
                          <a:pt x="5532" y="660"/>
                        </a:lnTo>
                        <a:lnTo>
                          <a:pt x="5424" y="624"/>
                        </a:lnTo>
                        <a:lnTo>
                          <a:pt x="5412" y="618"/>
                        </a:lnTo>
                        <a:lnTo>
                          <a:pt x="5406" y="618"/>
                        </a:lnTo>
                        <a:lnTo>
                          <a:pt x="5400" y="612"/>
                        </a:lnTo>
                        <a:lnTo>
                          <a:pt x="5394" y="600"/>
                        </a:lnTo>
                        <a:lnTo>
                          <a:pt x="5382" y="594"/>
                        </a:lnTo>
                        <a:lnTo>
                          <a:pt x="5376" y="588"/>
                        </a:lnTo>
                        <a:lnTo>
                          <a:pt x="5376" y="606"/>
                        </a:lnTo>
                        <a:lnTo>
                          <a:pt x="5322" y="588"/>
                        </a:lnTo>
                        <a:lnTo>
                          <a:pt x="5292" y="570"/>
                        </a:lnTo>
                        <a:lnTo>
                          <a:pt x="5298" y="570"/>
                        </a:lnTo>
                        <a:lnTo>
                          <a:pt x="5304" y="576"/>
                        </a:lnTo>
                        <a:lnTo>
                          <a:pt x="5328" y="576"/>
                        </a:lnTo>
                        <a:lnTo>
                          <a:pt x="5340" y="582"/>
                        </a:lnTo>
                        <a:lnTo>
                          <a:pt x="5352" y="582"/>
                        </a:lnTo>
                        <a:lnTo>
                          <a:pt x="5358" y="576"/>
                        </a:lnTo>
                        <a:lnTo>
                          <a:pt x="5358" y="570"/>
                        </a:lnTo>
                        <a:lnTo>
                          <a:pt x="5346" y="564"/>
                        </a:lnTo>
                        <a:lnTo>
                          <a:pt x="5334" y="552"/>
                        </a:lnTo>
                        <a:lnTo>
                          <a:pt x="5292" y="552"/>
                        </a:lnTo>
                        <a:lnTo>
                          <a:pt x="5304" y="540"/>
                        </a:lnTo>
                        <a:lnTo>
                          <a:pt x="5298" y="534"/>
                        </a:lnTo>
                        <a:lnTo>
                          <a:pt x="5286" y="528"/>
                        </a:lnTo>
                        <a:lnTo>
                          <a:pt x="5256" y="528"/>
                        </a:lnTo>
                        <a:lnTo>
                          <a:pt x="5268" y="510"/>
                        </a:lnTo>
                        <a:lnTo>
                          <a:pt x="5262" y="510"/>
                        </a:lnTo>
                        <a:lnTo>
                          <a:pt x="5256" y="504"/>
                        </a:lnTo>
                        <a:lnTo>
                          <a:pt x="5232" y="504"/>
                        </a:lnTo>
                        <a:lnTo>
                          <a:pt x="5220" y="498"/>
                        </a:lnTo>
                        <a:lnTo>
                          <a:pt x="5208" y="498"/>
                        </a:lnTo>
                        <a:lnTo>
                          <a:pt x="5202" y="492"/>
                        </a:lnTo>
                        <a:lnTo>
                          <a:pt x="5190" y="492"/>
                        </a:lnTo>
                        <a:lnTo>
                          <a:pt x="5184" y="486"/>
                        </a:lnTo>
                        <a:lnTo>
                          <a:pt x="5142" y="486"/>
                        </a:lnTo>
                        <a:lnTo>
                          <a:pt x="5130" y="492"/>
                        </a:lnTo>
                        <a:lnTo>
                          <a:pt x="5094" y="492"/>
                        </a:lnTo>
                        <a:lnTo>
                          <a:pt x="5076" y="486"/>
                        </a:lnTo>
                        <a:lnTo>
                          <a:pt x="5070" y="480"/>
                        </a:lnTo>
                        <a:lnTo>
                          <a:pt x="5064" y="480"/>
                        </a:lnTo>
                        <a:lnTo>
                          <a:pt x="5040" y="486"/>
                        </a:lnTo>
                        <a:lnTo>
                          <a:pt x="5040" y="474"/>
                        </a:lnTo>
                        <a:lnTo>
                          <a:pt x="4992" y="468"/>
                        </a:lnTo>
                        <a:lnTo>
                          <a:pt x="4980" y="456"/>
                        </a:lnTo>
                        <a:lnTo>
                          <a:pt x="4974" y="474"/>
                        </a:lnTo>
                        <a:lnTo>
                          <a:pt x="4956" y="480"/>
                        </a:lnTo>
                        <a:lnTo>
                          <a:pt x="4986" y="498"/>
                        </a:lnTo>
                        <a:lnTo>
                          <a:pt x="5010" y="528"/>
                        </a:lnTo>
                        <a:lnTo>
                          <a:pt x="4962" y="522"/>
                        </a:lnTo>
                        <a:lnTo>
                          <a:pt x="4956" y="516"/>
                        </a:lnTo>
                        <a:lnTo>
                          <a:pt x="4890" y="522"/>
                        </a:lnTo>
                        <a:lnTo>
                          <a:pt x="4872" y="528"/>
                        </a:lnTo>
                        <a:lnTo>
                          <a:pt x="4872" y="516"/>
                        </a:lnTo>
                        <a:lnTo>
                          <a:pt x="4824" y="522"/>
                        </a:lnTo>
                        <a:lnTo>
                          <a:pt x="4818" y="510"/>
                        </a:lnTo>
                        <a:lnTo>
                          <a:pt x="4764" y="510"/>
                        </a:lnTo>
                        <a:lnTo>
                          <a:pt x="4728" y="504"/>
                        </a:lnTo>
                        <a:lnTo>
                          <a:pt x="4746" y="480"/>
                        </a:lnTo>
                        <a:lnTo>
                          <a:pt x="4620" y="480"/>
                        </a:lnTo>
                        <a:lnTo>
                          <a:pt x="4608" y="468"/>
                        </a:lnTo>
                        <a:lnTo>
                          <a:pt x="4602" y="474"/>
                        </a:lnTo>
                        <a:lnTo>
                          <a:pt x="4590" y="468"/>
                        </a:lnTo>
                        <a:lnTo>
                          <a:pt x="4542" y="474"/>
                        </a:lnTo>
                        <a:lnTo>
                          <a:pt x="4548" y="486"/>
                        </a:lnTo>
                        <a:lnTo>
                          <a:pt x="4488" y="480"/>
                        </a:lnTo>
                        <a:lnTo>
                          <a:pt x="4476" y="486"/>
                        </a:lnTo>
                        <a:lnTo>
                          <a:pt x="4506" y="498"/>
                        </a:lnTo>
                        <a:lnTo>
                          <a:pt x="4464" y="492"/>
                        </a:lnTo>
                        <a:lnTo>
                          <a:pt x="4464" y="474"/>
                        </a:lnTo>
                        <a:lnTo>
                          <a:pt x="4434" y="456"/>
                        </a:lnTo>
                        <a:lnTo>
                          <a:pt x="4416" y="456"/>
                        </a:lnTo>
                        <a:lnTo>
                          <a:pt x="4428" y="474"/>
                        </a:lnTo>
                        <a:lnTo>
                          <a:pt x="4374" y="474"/>
                        </a:lnTo>
                        <a:lnTo>
                          <a:pt x="4368" y="468"/>
                        </a:lnTo>
                        <a:lnTo>
                          <a:pt x="4356" y="468"/>
                        </a:lnTo>
                        <a:lnTo>
                          <a:pt x="4350" y="456"/>
                        </a:lnTo>
                        <a:lnTo>
                          <a:pt x="4320" y="456"/>
                        </a:lnTo>
                        <a:lnTo>
                          <a:pt x="4296" y="444"/>
                        </a:lnTo>
                        <a:lnTo>
                          <a:pt x="4266" y="468"/>
                        </a:lnTo>
                        <a:lnTo>
                          <a:pt x="4320" y="474"/>
                        </a:lnTo>
                        <a:lnTo>
                          <a:pt x="4332" y="474"/>
                        </a:lnTo>
                        <a:lnTo>
                          <a:pt x="4326" y="480"/>
                        </a:lnTo>
                        <a:lnTo>
                          <a:pt x="4314" y="486"/>
                        </a:lnTo>
                        <a:lnTo>
                          <a:pt x="4308" y="492"/>
                        </a:lnTo>
                        <a:lnTo>
                          <a:pt x="4272" y="492"/>
                        </a:lnTo>
                        <a:lnTo>
                          <a:pt x="4266" y="498"/>
                        </a:lnTo>
                        <a:lnTo>
                          <a:pt x="4254" y="504"/>
                        </a:lnTo>
                        <a:lnTo>
                          <a:pt x="4182" y="504"/>
                        </a:lnTo>
                        <a:lnTo>
                          <a:pt x="4146" y="510"/>
                        </a:lnTo>
                        <a:lnTo>
                          <a:pt x="4134" y="534"/>
                        </a:lnTo>
                        <a:lnTo>
                          <a:pt x="4110" y="528"/>
                        </a:lnTo>
                        <a:lnTo>
                          <a:pt x="4110" y="516"/>
                        </a:lnTo>
                        <a:lnTo>
                          <a:pt x="4116" y="504"/>
                        </a:lnTo>
                        <a:lnTo>
                          <a:pt x="4122" y="498"/>
                        </a:lnTo>
                        <a:lnTo>
                          <a:pt x="4134" y="492"/>
                        </a:lnTo>
                        <a:lnTo>
                          <a:pt x="4152" y="492"/>
                        </a:lnTo>
                        <a:lnTo>
                          <a:pt x="4164" y="480"/>
                        </a:lnTo>
                        <a:lnTo>
                          <a:pt x="4206" y="474"/>
                        </a:lnTo>
                        <a:lnTo>
                          <a:pt x="4248" y="438"/>
                        </a:lnTo>
                        <a:lnTo>
                          <a:pt x="4248" y="426"/>
                        </a:lnTo>
                        <a:lnTo>
                          <a:pt x="4254" y="420"/>
                        </a:lnTo>
                        <a:lnTo>
                          <a:pt x="4266" y="414"/>
                        </a:lnTo>
                        <a:lnTo>
                          <a:pt x="4278" y="414"/>
                        </a:lnTo>
                        <a:lnTo>
                          <a:pt x="4290" y="408"/>
                        </a:lnTo>
                        <a:lnTo>
                          <a:pt x="4302" y="408"/>
                        </a:lnTo>
                        <a:lnTo>
                          <a:pt x="4320" y="402"/>
                        </a:lnTo>
                        <a:lnTo>
                          <a:pt x="4332" y="402"/>
                        </a:lnTo>
                        <a:lnTo>
                          <a:pt x="4344" y="396"/>
                        </a:lnTo>
                        <a:lnTo>
                          <a:pt x="4350" y="390"/>
                        </a:lnTo>
                        <a:lnTo>
                          <a:pt x="4356" y="378"/>
                        </a:lnTo>
                        <a:lnTo>
                          <a:pt x="4350" y="366"/>
                        </a:lnTo>
                        <a:lnTo>
                          <a:pt x="4344" y="360"/>
                        </a:lnTo>
                        <a:lnTo>
                          <a:pt x="4332" y="354"/>
                        </a:lnTo>
                        <a:lnTo>
                          <a:pt x="4326" y="348"/>
                        </a:lnTo>
                        <a:lnTo>
                          <a:pt x="4290" y="348"/>
                        </a:lnTo>
                        <a:lnTo>
                          <a:pt x="4320" y="336"/>
                        </a:lnTo>
                        <a:lnTo>
                          <a:pt x="4314" y="330"/>
                        </a:lnTo>
                        <a:lnTo>
                          <a:pt x="4302" y="324"/>
                        </a:lnTo>
                        <a:lnTo>
                          <a:pt x="4290" y="312"/>
                        </a:lnTo>
                        <a:lnTo>
                          <a:pt x="4284" y="312"/>
                        </a:lnTo>
                        <a:lnTo>
                          <a:pt x="4278" y="318"/>
                        </a:lnTo>
                        <a:lnTo>
                          <a:pt x="4254" y="318"/>
                        </a:lnTo>
                        <a:lnTo>
                          <a:pt x="4248" y="312"/>
                        </a:lnTo>
                        <a:lnTo>
                          <a:pt x="4242" y="300"/>
                        </a:lnTo>
                        <a:lnTo>
                          <a:pt x="4236" y="294"/>
                        </a:lnTo>
                        <a:lnTo>
                          <a:pt x="4194" y="294"/>
                        </a:lnTo>
                        <a:lnTo>
                          <a:pt x="4188" y="300"/>
                        </a:lnTo>
                        <a:lnTo>
                          <a:pt x="4182" y="300"/>
                        </a:lnTo>
                        <a:lnTo>
                          <a:pt x="4128" y="288"/>
                        </a:lnTo>
                        <a:lnTo>
                          <a:pt x="3990" y="282"/>
                        </a:lnTo>
                        <a:lnTo>
                          <a:pt x="3990" y="300"/>
                        </a:lnTo>
                        <a:lnTo>
                          <a:pt x="3924" y="300"/>
                        </a:lnTo>
                        <a:lnTo>
                          <a:pt x="3942" y="282"/>
                        </a:lnTo>
                        <a:lnTo>
                          <a:pt x="3942" y="276"/>
                        </a:lnTo>
                        <a:lnTo>
                          <a:pt x="3936" y="270"/>
                        </a:lnTo>
                        <a:lnTo>
                          <a:pt x="3912" y="264"/>
                        </a:lnTo>
                        <a:lnTo>
                          <a:pt x="3882" y="264"/>
                        </a:lnTo>
                        <a:lnTo>
                          <a:pt x="3852" y="270"/>
                        </a:lnTo>
                        <a:lnTo>
                          <a:pt x="3840" y="270"/>
                        </a:lnTo>
                        <a:lnTo>
                          <a:pt x="3780" y="264"/>
                        </a:lnTo>
                        <a:lnTo>
                          <a:pt x="3792" y="264"/>
                        </a:lnTo>
                        <a:lnTo>
                          <a:pt x="3810" y="258"/>
                        </a:lnTo>
                        <a:lnTo>
                          <a:pt x="3822" y="258"/>
                        </a:lnTo>
                        <a:lnTo>
                          <a:pt x="3834" y="252"/>
                        </a:lnTo>
                        <a:lnTo>
                          <a:pt x="3840" y="252"/>
                        </a:lnTo>
                        <a:lnTo>
                          <a:pt x="3840" y="246"/>
                        </a:lnTo>
                        <a:lnTo>
                          <a:pt x="3834" y="240"/>
                        </a:lnTo>
                        <a:lnTo>
                          <a:pt x="3822" y="240"/>
                        </a:lnTo>
                        <a:lnTo>
                          <a:pt x="3804" y="234"/>
                        </a:lnTo>
                        <a:lnTo>
                          <a:pt x="3762" y="234"/>
                        </a:lnTo>
                        <a:lnTo>
                          <a:pt x="3720" y="228"/>
                        </a:lnTo>
                        <a:lnTo>
                          <a:pt x="3714" y="240"/>
                        </a:lnTo>
                        <a:lnTo>
                          <a:pt x="3684" y="240"/>
                        </a:lnTo>
                        <a:lnTo>
                          <a:pt x="3672" y="246"/>
                        </a:lnTo>
                        <a:lnTo>
                          <a:pt x="3660" y="246"/>
                        </a:lnTo>
                        <a:lnTo>
                          <a:pt x="3648" y="252"/>
                        </a:lnTo>
                        <a:lnTo>
                          <a:pt x="3648" y="258"/>
                        </a:lnTo>
                        <a:lnTo>
                          <a:pt x="3654" y="270"/>
                        </a:lnTo>
                        <a:lnTo>
                          <a:pt x="3678" y="282"/>
                        </a:lnTo>
                        <a:lnTo>
                          <a:pt x="3696" y="294"/>
                        </a:lnTo>
                        <a:lnTo>
                          <a:pt x="3708" y="294"/>
                        </a:lnTo>
                        <a:lnTo>
                          <a:pt x="3714" y="300"/>
                        </a:lnTo>
                        <a:lnTo>
                          <a:pt x="3720" y="300"/>
                        </a:lnTo>
                        <a:lnTo>
                          <a:pt x="3576" y="294"/>
                        </a:lnTo>
                        <a:lnTo>
                          <a:pt x="3630" y="312"/>
                        </a:lnTo>
                        <a:lnTo>
                          <a:pt x="3576" y="324"/>
                        </a:lnTo>
                        <a:lnTo>
                          <a:pt x="3564" y="330"/>
                        </a:lnTo>
                        <a:lnTo>
                          <a:pt x="3534" y="336"/>
                        </a:lnTo>
                        <a:lnTo>
                          <a:pt x="3498" y="342"/>
                        </a:lnTo>
                        <a:lnTo>
                          <a:pt x="3474" y="342"/>
                        </a:lnTo>
                        <a:lnTo>
                          <a:pt x="3468" y="336"/>
                        </a:lnTo>
                        <a:lnTo>
                          <a:pt x="3474" y="324"/>
                        </a:lnTo>
                        <a:lnTo>
                          <a:pt x="3486" y="312"/>
                        </a:lnTo>
                        <a:lnTo>
                          <a:pt x="3420" y="312"/>
                        </a:lnTo>
                        <a:lnTo>
                          <a:pt x="3408" y="318"/>
                        </a:lnTo>
                        <a:lnTo>
                          <a:pt x="3390" y="318"/>
                        </a:lnTo>
                        <a:lnTo>
                          <a:pt x="3378" y="324"/>
                        </a:lnTo>
                        <a:lnTo>
                          <a:pt x="3366" y="336"/>
                        </a:lnTo>
                        <a:lnTo>
                          <a:pt x="3348" y="336"/>
                        </a:lnTo>
                        <a:lnTo>
                          <a:pt x="3318" y="342"/>
                        </a:lnTo>
                        <a:lnTo>
                          <a:pt x="3276" y="342"/>
                        </a:lnTo>
                        <a:lnTo>
                          <a:pt x="3246" y="348"/>
                        </a:lnTo>
                        <a:lnTo>
                          <a:pt x="3234" y="354"/>
                        </a:lnTo>
                        <a:lnTo>
                          <a:pt x="3216" y="354"/>
                        </a:lnTo>
                        <a:lnTo>
                          <a:pt x="3204" y="360"/>
                        </a:lnTo>
                        <a:lnTo>
                          <a:pt x="3186" y="360"/>
                        </a:lnTo>
                        <a:lnTo>
                          <a:pt x="3180" y="366"/>
                        </a:lnTo>
                        <a:lnTo>
                          <a:pt x="3174" y="366"/>
                        </a:lnTo>
                        <a:lnTo>
                          <a:pt x="3132" y="396"/>
                        </a:lnTo>
                        <a:lnTo>
                          <a:pt x="3114" y="396"/>
                        </a:lnTo>
                        <a:lnTo>
                          <a:pt x="3108" y="402"/>
                        </a:lnTo>
                        <a:lnTo>
                          <a:pt x="3102" y="402"/>
                        </a:lnTo>
                        <a:lnTo>
                          <a:pt x="3096" y="408"/>
                        </a:lnTo>
                        <a:lnTo>
                          <a:pt x="3102" y="414"/>
                        </a:lnTo>
                        <a:lnTo>
                          <a:pt x="3120" y="426"/>
                        </a:lnTo>
                        <a:lnTo>
                          <a:pt x="3132" y="438"/>
                        </a:lnTo>
                        <a:lnTo>
                          <a:pt x="3150" y="444"/>
                        </a:lnTo>
                        <a:lnTo>
                          <a:pt x="3156" y="450"/>
                        </a:lnTo>
                        <a:lnTo>
                          <a:pt x="3162" y="450"/>
                        </a:lnTo>
                        <a:lnTo>
                          <a:pt x="3120" y="462"/>
                        </a:lnTo>
                        <a:lnTo>
                          <a:pt x="3096" y="474"/>
                        </a:lnTo>
                        <a:lnTo>
                          <a:pt x="2994" y="474"/>
                        </a:lnTo>
                        <a:lnTo>
                          <a:pt x="2988" y="480"/>
                        </a:lnTo>
                        <a:lnTo>
                          <a:pt x="2952" y="468"/>
                        </a:lnTo>
                        <a:lnTo>
                          <a:pt x="2934" y="474"/>
                        </a:lnTo>
                        <a:lnTo>
                          <a:pt x="2880" y="474"/>
                        </a:lnTo>
                        <a:lnTo>
                          <a:pt x="2874" y="480"/>
                        </a:lnTo>
                        <a:lnTo>
                          <a:pt x="2874" y="498"/>
                        </a:lnTo>
                        <a:lnTo>
                          <a:pt x="2880" y="510"/>
                        </a:lnTo>
                        <a:lnTo>
                          <a:pt x="2892" y="522"/>
                        </a:lnTo>
                        <a:lnTo>
                          <a:pt x="2898" y="522"/>
                        </a:lnTo>
                        <a:lnTo>
                          <a:pt x="2904" y="528"/>
                        </a:lnTo>
                        <a:lnTo>
                          <a:pt x="2910" y="540"/>
                        </a:lnTo>
                        <a:lnTo>
                          <a:pt x="2916" y="546"/>
                        </a:lnTo>
                        <a:lnTo>
                          <a:pt x="2922" y="546"/>
                        </a:lnTo>
                        <a:lnTo>
                          <a:pt x="2928" y="552"/>
                        </a:lnTo>
                        <a:lnTo>
                          <a:pt x="2940" y="552"/>
                        </a:lnTo>
                        <a:lnTo>
                          <a:pt x="2952" y="558"/>
                        </a:lnTo>
                        <a:lnTo>
                          <a:pt x="2964" y="558"/>
                        </a:lnTo>
                        <a:lnTo>
                          <a:pt x="2976" y="564"/>
                        </a:lnTo>
                        <a:lnTo>
                          <a:pt x="2994" y="564"/>
                        </a:lnTo>
                        <a:lnTo>
                          <a:pt x="3012" y="570"/>
                        </a:lnTo>
                        <a:lnTo>
                          <a:pt x="3024" y="570"/>
                        </a:lnTo>
                        <a:lnTo>
                          <a:pt x="3036" y="576"/>
                        </a:lnTo>
                        <a:lnTo>
                          <a:pt x="3042" y="576"/>
                        </a:lnTo>
                        <a:lnTo>
                          <a:pt x="3054" y="588"/>
                        </a:lnTo>
                        <a:lnTo>
                          <a:pt x="3054" y="594"/>
                        </a:lnTo>
                        <a:lnTo>
                          <a:pt x="3060" y="600"/>
                        </a:lnTo>
                        <a:lnTo>
                          <a:pt x="3030" y="600"/>
                        </a:lnTo>
                        <a:lnTo>
                          <a:pt x="3012" y="606"/>
                        </a:lnTo>
                        <a:lnTo>
                          <a:pt x="3000" y="606"/>
                        </a:lnTo>
                        <a:lnTo>
                          <a:pt x="2964" y="588"/>
                        </a:lnTo>
                        <a:lnTo>
                          <a:pt x="2928" y="576"/>
                        </a:lnTo>
                        <a:lnTo>
                          <a:pt x="2904" y="570"/>
                        </a:lnTo>
                        <a:lnTo>
                          <a:pt x="2886" y="564"/>
                        </a:lnTo>
                        <a:lnTo>
                          <a:pt x="2862" y="564"/>
                        </a:lnTo>
                        <a:lnTo>
                          <a:pt x="2844" y="558"/>
                        </a:lnTo>
                        <a:lnTo>
                          <a:pt x="2802" y="558"/>
                        </a:lnTo>
                        <a:lnTo>
                          <a:pt x="2796" y="564"/>
                        </a:lnTo>
                        <a:lnTo>
                          <a:pt x="2796" y="576"/>
                        </a:lnTo>
                        <a:lnTo>
                          <a:pt x="2802" y="582"/>
                        </a:lnTo>
                        <a:lnTo>
                          <a:pt x="2808" y="582"/>
                        </a:lnTo>
                        <a:lnTo>
                          <a:pt x="2820" y="594"/>
                        </a:lnTo>
                        <a:lnTo>
                          <a:pt x="2784" y="594"/>
                        </a:lnTo>
                        <a:lnTo>
                          <a:pt x="2772" y="582"/>
                        </a:lnTo>
                        <a:lnTo>
                          <a:pt x="2754" y="582"/>
                        </a:lnTo>
                        <a:lnTo>
                          <a:pt x="2748" y="576"/>
                        </a:lnTo>
                        <a:lnTo>
                          <a:pt x="2724" y="576"/>
                        </a:lnTo>
                        <a:lnTo>
                          <a:pt x="2724" y="582"/>
                        </a:lnTo>
                        <a:lnTo>
                          <a:pt x="2730" y="600"/>
                        </a:lnTo>
                        <a:lnTo>
                          <a:pt x="2736" y="612"/>
                        </a:lnTo>
                        <a:lnTo>
                          <a:pt x="2748" y="618"/>
                        </a:lnTo>
                        <a:lnTo>
                          <a:pt x="2766" y="624"/>
                        </a:lnTo>
                        <a:lnTo>
                          <a:pt x="2802" y="624"/>
                        </a:lnTo>
                        <a:lnTo>
                          <a:pt x="2820" y="630"/>
                        </a:lnTo>
                        <a:lnTo>
                          <a:pt x="2844" y="630"/>
                        </a:lnTo>
                        <a:lnTo>
                          <a:pt x="2856" y="636"/>
                        </a:lnTo>
                        <a:lnTo>
                          <a:pt x="2862" y="648"/>
                        </a:lnTo>
                        <a:lnTo>
                          <a:pt x="2874" y="654"/>
                        </a:lnTo>
                        <a:lnTo>
                          <a:pt x="2844" y="654"/>
                        </a:lnTo>
                        <a:lnTo>
                          <a:pt x="2838" y="648"/>
                        </a:lnTo>
                        <a:lnTo>
                          <a:pt x="2826" y="642"/>
                        </a:lnTo>
                        <a:lnTo>
                          <a:pt x="2772" y="642"/>
                        </a:lnTo>
                        <a:lnTo>
                          <a:pt x="2760" y="636"/>
                        </a:lnTo>
                        <a:lnTo>
                          <a:pt x="2730" y="636"/>
                        </a:lnTo>
                        <a:lnTo>
                          <a:pt x="2724" y="624"/>
                        </a:lnTo>
                        <a:lnTo>
                          <a:pt x="2700" y="624"/>
                        </a:lnTo>
                        <a:lnTo>
                          <a:pt x="2694" y="606"/>
                        </a:lnTo>
                        <a:lnTo>
                          <a:pt x="2664" y="594"/>
                        </a:lnTo>
                        <a:lnTo>
                          <a:pt x="2670" y="588"/>
                        </a:lnTo>
                        <a:lnTo>
                          <a:pt x="2682" y="582"/>
                        </a:lnTo>
                        <a:lnTo>
                          <a:pt x="2688" y="576"/>
                        </a:lnTo>
                        <a:lnTo>
                          <a:pt x="2688" y="564"/>
                        </a:lnTo>
                        <a:lnTo>
                          <a:pt x="2658" y="534"/>
                        </a:lnTo>
                        <a:lnTo>
                          <a:pt x="2646" y="528"/>
                        </a:lnTo>
                        <a:lnTo>
                          <a:pt x="2616" y="528"/>
                        </a:lnTo>
                        <a:lnTo>
                          <a:pt x="2628" y="534"/>
                        </a:lnTo>
                        <a:lnTo>
                          <a:pt x="2652" y="558"/>
                        </a:lnTo>
                        <a:lnTo>
                          <a:pt x="2640" y="570"/>
                        </a:lnTo>
                        <a:lnTo>
                          <a:pt x="2616" y="582"/>
                        </a:lnTo>
                        <a:lnTo>
                          <a:pt x="2604" y="582"/>
                        </a:lnTo>
                        <a:lnTo>
                          <a:pt x="2586" y="624"/>
                        </a:lnTo>
                        <a:lnTo>
                          <a:pt x="2658" y="660"/>
                        </a:lnTo>
                        <a:lnTo>
                          <a:pt x="2676" y="660"/>
                        </a:lnTo>
                        <a:lnTo>
                          <a:pt x="2676" y="696"/>
                        </a:lnTo>
                        <a:lnTo>
                          <a:pt x="2670" y="708"/>
                        </a:lnTo>
                        <a:lnTo>
                          <a:pt x="2670" y="720"/>
                        </a:lnTo>
                        <a:lnTo>
                          <a:pt x="2676" y="738"/>
                        </a:lnTo>
                        <a:lnTo>
                          <a:pt x="2712" y="744"/>
                        </a:lnTo>
                        <a:lnTo>
                          <a:pt x="2712" y="768"/>
                        </a:lnTo>
                        <a:lnTo>
                          <a:pt x="2772" y="780"/>
                        </a:lnTo>
                        <a:lnTo>
                          <a:pt x="2778" y="780"/>
                        </a:lnTo>
                        <a:lnTo>
                          <a:pt x="2784" y="774"/>
                        </a:lnTo>
                        <a:lnTo>
                          <a:pt x="2796" y="774"/>
                        </a:lnTo>
                        <a:lnTo>
                          <a:pt x="2814" y="768"/>
                        </a:lnTo>
                        <a:lnTo>
                          <a:pt x="2850" y="768"/>
                        </a:lnTo>
                        <a:lnTo>
                          <a:pt x="2868" y="774"/>
                        </a:lnTo>
                        <a:lnTo>
                          <a:pt x="2874" y="780"/>
                        </a:lnTo>
                        <a:lnTo>
                          <a:pt x="2886" y="786"/>
                        </a:lnTo>
                        <a:lnTo>
                          <a:pt x="2904" y="786"/>
                        </a:lnTo>
                        <a:lnTo>
                          <a:pt x="2916" y="792"/>
                        </a:lnTo>
                        <a:lnTo>
                          <a:pt x="2952" y="804"/>
                        </a:lnTo>
                        <a:lnTo>
                          <a:pt x="2976" y="828"/>
                        </a:lnTo>
                        <a:lnTo>
                          <a:pt x="2976" y="834"/>
                        </a:lnTo>
                        <a:lnTo>
                          <a:pt x="2964" y="834"/>
                        </a:lnTo>
                        <a:lnTo>
                          <a:pt x="2958" y="840"/>
                        </a:lnTo>
                        <a:lnTo>
                          <a:pt x="2946" y="840"/>
                        </a:lnTo>
                        <a:lnTo>
                          <a:pt x="2940" y="846"/>
                        </a:lnTo>
                        <a:lnTo>
                          <a:pt x="2946" y="852"/>
                        </a:lnTo>
                        <a:lnTo>
                          <a:pt x="2958" y="858"/>
                        </a:lnTo>
                        <a:lnTo>
                          <a:pt x="2976" y="876"/>
                        </a:lnTo>
                        <a:lnTo>
                          <a:pt x="3024" y="876"/>
                        </a:lnTo>
                        <a:lnTo>
                          <a:pt x="3012" y="882"/>
                        </a:lnTo>
                        <a:lnTo>
                          <a:pt x="3006" y="882"/>
                        </a:lnTo>
                        <a:lnTo>
                          <a:pt x="2994" y="888"/>
                        </a:lnTo>
                        <a:lnTo>
                          <a:pt x="2970" y="888"/>
                        </a:lnTo>
                        <a:lnTo>
                          <a:pt x="2958" y="882"/>
                        </a:lnTo>
                        <a:lnTo>
                          <a:pt x="2952" y="876"/>
                        </a:lnTo>
                        <a:lnTo>
                          <a:pt x="2940" y="870"/>
                        </a:lnTo>
                        <a:lnTo>
                          <a:pt x="2940" y="858"/>
                        </a:lnTo>
                        <a:lnTo>
                          <a:pt x="2928" y="834"/>
                        </a:lnTo>
                        <a:lnTo>
                          <a:pt x="2916" y="822"/>
                        </a:lnTo>
                        <a:lnTo>
                          <a:pt x="2892" y="810"/>
                        </a:lnTo>
                        <a:lnTo>
                          <a:pt x="2886" y="804"/>
                        </a:lnTo>
                        <a:lnTo>
                          <a:pt x="2880" y="804"/>
                        </a:lnTo>
                        <a:lnTo>
                          <a:pt x="2874" y="798"/>
                        </a:lnTo>
                        <a:lnTo>
                          <a:pt x="2874" y="786"/>
                        </a:lnTo>
                        <a:lnTo>
                          <a:pt x="2868" y="780"/>
                        </a:lnTo>
                        <a:lnTo>
                          <a:pt x="2844" y="780"/>
                        </a:lnTo>
                        <a:lnTo>
                          <a:pt x="2832" y="786"/>
                        </a:lnTo>
                        <a:lnTo>
                          <a:pt x="2814" y="786"/>
                        </a:lnTo>
                        <a:lnTo>
                          <a:pt x="2802" y="792"/>
                        </a:lnTo>
                        <a:lnTo>
                          <a:pt x="2778" y="792"/>
                        </a:lnTo>
                        <a:lnTo>
                          <a:pt x="2760" y="810"/>
                        </a:lnTo>
                        <a:lnTo>
                          <a:pt x="2766" y="816"/>
                        </a:lnTo>
                        <a:lnTo>
                          <a:pt x="2772" y="828"/>
                        </a:lnTo>
                        <a:lnTo>
                          <a:pt x="2784" y="834"/>
                        </a:lnTo>
                        <a:lnTo>
                          <a:pt x="2802" y="852"/>
                        </a:lnTo>
                        <a:lnTo>
                          <a:pt x="2814" y="858"/>
                        </a:lnTo>
                        <a:lnTo>
                          <a:pt x="2814" y="864"/>
                        </a:lnTo>
                        <a:lnTo>
                          <a:pt x="2790" y="888"/>
                        </a:lnTo>
                        <a:lnTo>
                          <a:pt x="2784" y="888"/>
                        </a:lnTo>
                        <a:lnTo>
                          <a:pt x="2778" y="930"/>
                        </a:lnTo>
                        <a:lnTo>
                          <a:pt x="2736" y="948"/>
                        </a:lnTo>
                        <a:lnTo>
                          <a:pt x="2736" y="954"/>
                        </a:lnTo>
                        <a:lnTo>
                          <a:pt x="2730" y="966"/>
                        </a:lnTo>
                        <a:lnTo>
                          <a:pt x="2724" y="972"/>
                        </a:lnTo>
                        <a:lnTo>
                          <a:pt x="2694" y="972"/>
                        </a:lnTo>
                        <a:lnTo>
                          <a:pt x="2682" y="966"/>
                        </a:lnTo>
                        <a:lnTo>
                          <a:pt x="2652" y="966"/>
                        </a:lnTo>
                        <a:lnTo>
                          <a:pt x="2592" y="960"/>
                        </a:lnTo>
                        <a:lnTo>
                          <a:pt x="2586" y="960"/>
                        </a:lnTo>
                        <a:lnTo>
                          <a:pt x="2580" y="954"/>
                        </a:lnTo>
                        <a:lnTo>
                          <a:pt x="2568" y="948"/>
                        </a:lnTo>
                        <a:lnTo>
                          <a:pt x="2556" y="948"/>
                        </a:lnTo>
                        <a:lnTo>
                          <a:pt x="2544" y="936"/>
                        </a:lnTo>
                        <a:lnTo>
                          <a:pt x="2598" y="936"/>
                        </a:lnTo>
                        <a:lnTo>
                          <a:pt x="2616" y="942"/>
                        </a:lnTo>
                        <a:lnTo>
                          <a:pt x="2640" y="924"/>
                        </a:lnTo>
                        <a:lnTo>
                          <a:pt x="2652" y="924"/>
                        </a:lnTo>
                        <a:lnTo>
                          <a:pt x="2664" y="930"/>
                        </a:lnTo>
                        <a:lnTo>
                          <a:pt x="2682" y="930"/>
                        </a:lnTo>
                        <a:lnTo>
                          <a:pt x="2694" y="924"/>
                        </a:lnTo>
                        <a:lnTo>
                          <a:pt x="2694" y="906"/>
                        </a:lnTo>
                        <a:lnTo>
                          <a:pt x="2700" y="894"/>
                        </a:lnTo>
                        <a:lnTo>
                          <a:pt x="2700" y="882"/>
                        </a:lnTo>
                        <a:lnTo>
                          <a:pt x="2724" y="876"/>
                        </a:lnTo>
                        <a:lnTo>
                          <a:pt x="2724" y="852"/>
                        </a:lnTo>
                        <a:lnTo>
                          <a:pt x="2712" y="852"/>
                        </a:lnTo>
                        <a:lnTo>
                          <a:pt x="2718" y="846"/>
                        </a:lnTo>
                        <a:lnTo>
                          <a:pt x="2724" y="834"/>
                        </a:lnTo>
                        <a:lnTo>
                          <a:pt x="2724" y="822"/>
                        </a:lnTo>
                        <a:lnTo>
                          <a:pt x="2718" y="816"/>
                        </a:lnTo>
                        <a:lnTo>
                          <a:pt x="2712" y="816"/>
                        </a:lnTo>
                        <a:lnTo>
                          <a:pt x="2700" y="810"/>
                        </a:lnTo>
                        <a:lnTo>
                          <a:pt x="2682" y="810"/>
                        </a:lnTo>
                        <a:lnTo>
                          <a:pt x="2664" y="804"/>
                        </a:lnTo>
                        <a:lnTo>
                          <a:pt x="2652" y="804"/>
                        </a:lnTo>
                        <a:lnTo>
                          <a:pt x="2634" y="786"/>
                        </a:lnTo>
                        <a:lnTo>
                          <a:pt x="2634" y="744"/>
                        </a:lnTo>
                        <a:lnTo>
                          <a:pt x="2628" y="732"/>
                        </a:lnTo>
                        <a:lnTo>
                          <a:pt x="2616" y="720"/>
                        </a:lnTo>
                        <a:lnTo>
                          <a:pt x="2604" y="714"/>
                        </a:lnTo>
                        <a:lnTo>
                          <a:pt x="2598" y="702"/>
                        </a:lnTo>
                        <a:lnTo>
                          <a:pt x="2592" y="696"/>
                        </a:lnTo>
                        <a:lnTo>
                          <a:pt x="2586" y="660"/>
                        </a:lnTo>
                        <a:lnTo>
                          <a:pt x="2520" y="624"/>
                        </a:lnTo>
                        <a:lnTo>
                          <a:pt x="2532" y="612"/>
                        </a:lnTo>
                        <a:lnTo>
                          <a:pt x="2544" y="588"/>
                        </a:lnTo>
                        <a:lnTo>
                          <a:pt x="2544" y="576"/>
                        </a:lnTo>
                        <a:lnTo>
                          <a:pt x="2538" y="564"/>
                        </a:lnTo>
                        <a:lnTo>
                          <a:pt x="2514" y="540"/>
                        </a:lnTo>
                        <a:lnTo>
                          <a:pt x="2496" y="540"/>
                        </a:lnTo>
                        <a:lnTo>
                          <a:pt x="2484" y="534"/>
                        </a:lnTo>
                        <a:lnTo>
                          <a:pt x="2472" y="534"/>
                        </a:lnTo>
                        <a:lnTo>
                          <a:pt x="2340" y="522"/>
                        </a:lnTo>
                        <a:lnTo>
                          <a:pt x="2328" y="552"/>
                        </a:lnTo>
                        <a:lnTo>
                          <a:pt x="2346" y="570"/>
                        </a:lnTo>
                        <a:lnTo>
                          <a:pt x="2334" y="600"/>
                        </a:lnTo>
                        <a:lnTo>
                          <a:pt x="2280" y="624"/>
                        </a:lnTo>
                        <a:lnTo>
                          <a:pt x="2268" y="654"/>
                        </a:lnTo>
                        <a:lnTo>
                          <a:pt x="2304" y="660"/>
                        </a:lnTo>
                        <a:lnTo>
                          <a:pt x="2334" y="708"/>
                        </a:lnTo>
                        <a:lnTo>
                          <a:pt x="2322" y="726"/>
                        </a:lnTo>
                        <a:lnTo>
                          <a:pt x="2352" y="750"/>
                        </a:lnTo>
                        <a:lnTo>
                          <a:pt x="2388" y="744"/>
                        </a:lnTo>
                        <a:lnTo>
                          <a:pt x="2394" y="750"/>
                        </a:lnTo>
                        <a:lnTo>
                          <a:pt x="2400" y="762"/>
                        </a:lnTo>
                        <a:lnTo>
                          <a:pt x="2412" y="768"/>
                        </a:lnTo>
                        <a:lnTo>
                          <a:pt x="2418" y="774"/>
                        </a:lnTo>
                        <a:lnTo>
                          <a:pt x="2430" y="780"/>
                        </a:lnTo>
                        <a:lnTo>
                          <a:pt x="2472" y="780"/>
                        </a:lnTo>
                        <a:lnTo>
                          <a:pt x="2466" y="840"/>
                        </a:lnTo>
                        <a:lnTo>
                          <a:pt x="2448" y="816"/>
                        </a:lnTo>
                        <a:lnTo>
                          <a:pt x="2430" y="828"/>
                        </a:lnTo>
                        <a:lnTo>
                          <a:pt x="2418" y="822"/>
                        </a:lnTo>
                        <a:lnTo>
                          <a:pt x="2388" y="804"/>
                        </a:lnTo>
                        <a:lnTo>
                          <a:pt x="2352" y="792"/>
                        </a:lnTo>
                        <a:lnTo>
                          <a:pt x="2328" y="780"/>
                        </a:lnTo>
                        <a:lnTo>
                          <a:pt x="2268" y="780"/>
                        </a:lnTo>
                        <a:lnTo>
                          <a:pt x="2250" y="762"/>
                        </a:lnTo>
                        <a:lnTo>
                          <a:pt x="2244" y="780"/>
                        </a:lnTo>
                        <a:lnTo>
                          <a:pt x="2220" y="756"/>
                        </a:lnTo>
                        <a:lnTo>
                          <a:pt x="2214" y="756"/>
                        </a:lnTo>
                        <a:lnTo>
                          <a:pt x="2208" y="750"/>
                        </a:lnTo>
                        <a:lnTo>
                          <a:pt x="2196" y="744"/>
                        </a:lnTo>
                        <a:lnTo>
                          <a:pt x="2178" y="744"/>
                        </a:lnTo>
                        <a:lnTo>
                          <a:pt x="2154" y="732"/>
                        </a:lnTo>
                        <a:lnTo>
                          <a:pt x="2130" y="732"/>
                        </a:lnTo>
                        <a:lnTo>
                          <a:pt x="2118" y="738"/>
                        </a:lnTo>
                        <a:lnTo>
                          <a:pt x="2088" y="738"/>
                        </a:lnTo>
                        <a:lnTo>
                          <a:pt x="2076" y="732"/>
                        </a:lnTo>
                        <a:lnTo>
                          <a:pt x="2022" y="732"/>
                        </a:lnTo>
                        <a:lnTo>
                          <a:pt x="2016" y="738"/>
                        </a:lnTo>
                        <a:lnTo>
                          <a:pt x="2010" y="738"/>
                        </a:lnTo>
                        <a:lnTo>
                          <a:pt x="2004" y="744"/>
                        </a:lnTo>
                        <a:lnTo>
                          <a:pt x="2004" y="750"/>
                        </a:lnTo>
                        <a:lnTo>
                          <a:pt x="2016" y="762"/>
                        </a:lnTo>
                        <a:lnTo>
                          <a:pt x="2028" y="768"/>
                        </a:lnTo>
                        <a:lnTo>
                          <a:pt x="2040" y="780"/>
                        </a:lnTo>
                        <a:lnTo>
                          <a:pt x="2046" y="780"/>
                        </a:lnTo>
                        <a:lnTo>
                          <a:pt x="2022" y="810"/>
                        </a:lnTo>
                        <a:lnTo>
                          <a:pt x="2010" y="798"/>
                        </a:lnTo>
                        <a:lnTo>
                          <a:pt x="2010" y="828"/>
                        </a:lnTo>
                        <a:lnTo>
                          <a:pt x="1998" y="828"/>
                        </a:lnTo>
                        <a:lnTo>
                          <a:pt x="1986" y="822"/>
                        </a:lnTo>
                        <a:lnTo>
                          <a:pt x="1980" y="822"/>
                        </a:lnTo>
                        <a:lnTo>
                          <a:pt x="1974" y="816"/>
                        </a:lnTo>
                        <a:lnTo>
                          <a:pt x="1974" y="786"/>
                        </a:lnTo>
                        <a:lnTo>
                          <a:pt x="1968" y="780"/>
                        </a:lnTo>
                        <a:lnTo>
                          <a:pt x="1950" y="780"/>
                        </a:lnTo>
                        <a:lnTo>
                          <a:pt x="1938" y="786"/>
                        </a:lnTo>
                        <a:lnTo>
                          <a:pt x="1920" y="792"/>
                        </a:lnTo>
                        <a:lnTo>
                          <a:pt x="1908" y="804"/>
                        </a:lnTo>
                        <a:lnTo>
                          <a:pt x="1884" y="816"/>
                        </a:lnTo>
                        <a:lnTo>
                          <a:pt x="1866" y="816"/>
                        </a:lnTo>
                        <a:lnTo>
                          <a:pt x="1842" y="804"/>
                        </a:lnTo>
                        <a:lnTo>
                          <a:pt x="1824" y="804"/>
                        </a:lnTo>
                        <a:lnTo>
                          <a:pt x="1800" y="810"/>
                        </a:lnTo>
                        <a:lnTo>
                          <a:pt x="1782" y="816"/>
                        </a:lnTo>
                        <a:lnTo>
                          <a:pt x="1764" y="828"/>
                        </a:lnTo>
                        <a:lnTo>
                          <a:pt x="1752" y="834"/>
                        </a:lnTo>
                        <a:lnTo>
                          <a:pt x="1746" y="840"/>
                        </a:lnTo>
                        <a:lnTo>
                          <a:pt x="1680" y="840"/>
                        </a:lnTo>
                        <a:lnTo>
                          <a:pt x="1692" y="816"/>
                        </a:lnTo>
                        <a:lnTo>
                          <a:pt x="1692" y="780"/>
                        </a:lnTo>
                        <a:lnTo>
                          <a:pt x="1680" y="780"/>
                        </a:lnTo>
                        <a:lnTo>
                          <a:pt x="1668" y="786"/>
                        </a:lnTo>
                        <a:lnTo>
                          <a:pt x="1650" y="792"/>
                        </a:lnTo>
                        <a:lnTo>
                          <a:pt x="1638" y="792"/>
                        </a:lnTo>
                        <a:lnTo>
                          <a:pt x="1626" y="804"/>
                        </a:lnTo>
                        <a:lnTo>
                          <a:pt x="1626" y="816"/>
                        </a:lnTo>
                        <a:lnTo>
                          <a:pt x="1632" y="822"/>
                        </a:lnTo>
                        <a:lnTo>
                          <a:pt x="1632" y="828"/>
                        </a:lnTo>
                        <a:lnTo>
                          <a:pt x="1608" y="834"/>
                        </a:lnTo>
                        <a:lnTo>
                          <a:pt x="1608" y="810"/>
                        </a:lnTo>
                        <a:lnTo>
                          <a:pt x="1584" y="816"/>
                        </a:lnTo>
                        <a:lnTo>
                          <a:pt x="1530" y="822"/>
                        </a:lnTo>
                        <a:lnTo>
                          <a:pt x="1488" y="852"/>
                        </a:lnTo>
                        <a:lnTo>
                          <a:pt x="1440" y="858"/>
                        </a:lnTo>
                        <a:lnTo>
                          <a:pt x="1452" y="876"/>
                        </a:lnTo>
                        <a:lnTo>
                          <a:pt x="1440" y="876"/>
                        </a:lnTo>
                        <a:lnTo>
                          <a:pt x="1428" y="870"/>
                        </a:lnTo>
                        <a:lnTo>
                          <a:pt x="1422" y="870"/>
                        </a:lnTo>
                        <a:lnTo>
                          <a:pt x="1410" y="876"/>
                        </a:lnTo>
                        <a:lnTo>
                          <a:pt x="1404" y="882"/>
                        </a:lnTo>
                        <a:lnTo>
                          <a:pt x="1404" y="924"/>
                        </a:lnTo>
                        <a:lnTo>
                          <a:pt x="1332" y="930"/>
                        </a:lnTo>
                        <a:lnTo>
                          <a:pt x="1326" y="924"/>
                        </a:lnTo>
                        <a:lnTo>
                          <a:pt x="1314" y="918"/>
                        </a:lnTo>
                        <a:lnTo>
                          <a:pt x="1308" y="912"/>
                        </a:lnTo>
                        <a:lnTo>
                          <a:pt x="1266" y="912"/>
                        </a:lnTo>
                        <a:lnTo>
                          <a:pt x="1260" y="906"/>
                        </a:lnTo>
                        <a:lnTo>
                          <a:pt x="1260" y="876"/>
                        </a:lnTo>
                        <a:lnTo>
                          <a:pt x="1266" y="870"/>
                        </a:lnTo>
                        <a:lnTo>
                          <a:pt x="1266" y="864"/>
                        </a:lnTo>
                        <a:lnTo>
                          <a:pt x="1272" y="858"/>
                        </a:lnTo>
                        <a:lnTo>
                          <a:pt x="1284" y="864"/>
                        </a:lnTo>
                        <a:lnTo>
                          <a:pt x="1344" y="864"/>
                        </a:lnTo>
                        <a:lnTo>
                          <a:pt x="1332" y="858"/>
                        </a:lnTo>
                        <a:lnTo>
                          <a:pt x="1326" y="846"/>
                        </a:lnTo>
                        <a:lnTo>
                          <a:pt x="1314" y="840"/>
                        </a:lnTo>
                        <a:lnTo>
                          <a:pt x="1302" y="828"/>
                        </a:lnTo>
                        <a:lnTo>
                          <a:pt x="1290" y="822"/>
                        </a:lnTo>
                        <a:lnTo>
                          <a:pt x="1278" y="810"/>
                        </a:lnTo>
                        <a:lnTo>
                          <a:pt x="1152" y="810"/>
                        </a:lnTo>
                        <a:lnTo>
                          <a:pt x="1164" y="822"/>
                        </a:lnTo>
                        <a:lnTo>
                          <a:pt x="1188" y="822"/>
                        </a:lnTo>
                        <a:lnTo>
                          <a:pt x="1200" y="828"/>
                        </a:lnTo>
                        <a:lnTo>
                          <a:pt x="1200" y="846"/>
                        </a:lnTo>
                        <a:lnTo>
                          <a:pt x="1194" y="864"/>
                        </a:lnTo>
                        <a:lnTo>
                          <a:pt x="1194" y="876"/>
                        </a:lnTo>
                        <a:lnTo>
                          <a:pt x="1188" y="894"/>
                        </a:lnTo>
                        <a:lnTo>
                          <a:pt x="1188" y="918"/>
                        </a:lnTo>
                        <a:lnTo>
                          <a:pt x="1194" y="918"/>
                        </a:lnTo>
                        <a:lnTo>
                          <a:pt x="1206" y="924"/>
                        </a:lnTo>
                        <a:lnTo>
                          <a:pt x="1230" y="924"/>
                        </a:lnTo>
                        <a:lnTo>
                          <a:pt x="1236" y="930"/>
                        </a:lnTo>
                        <a:lnTo>
                          <a:pt x="1242" y="930"/>
                        </a:lnTo>
                        <a:lnTo>
                          <a:pt x="1236" y="966"/>
                        </a:lnTo>
                        <a:lnTo>
                          <a:pt x="1248" y="996"/>
                        </a:lnTo>
                        <a:lnTo>
                          <a:pt x="1212" y="972"/>
                        </a:lnTo>
                        <a:lnTo>
                          <a:pt x="1194" y="996"/>
                        </a:lnTo>
                        <a:lnTo>
                          <a:pt x="1188" y="966"/>
                        </a:lnTo>
                        <a:lnTo>
                          <a:pt x="1116" y="948"/>
                        </a:lnTo>
                        <a:lnTo>
                          <a:pt x="1086" y="984"/>
                        </a:lnTo>
                        <a:lnTo>
                          <a:pt x="1062" y="984"/>
                        </a:lnTo>
                        <a:lnTo>
                          <a:pt x="1056" y="996"/>
                        </a:lnTo>
                        <a:lnTo>
                          <a:pt x="1044" y="1002"/>
                        </a:lnTo>
                        <a:lnTo>
                          <a:pt x="1038" y="1008"/>
                        </a:lnTo>
                        <a:lnTo>
                          <a:pt x="1026" y="1014"/>
                        </a:lnTo>
                        <a:lnTo>
                          <a:pt x="1014" y="1014"/>
                        </a:lnTo>
                        <a:lnTo>
                          <a:pt x="1002" y="1020"/>
                        </a:lnTo>
                        <a:lnTo>
                          <a:pt x="1002" y="1032"/>
                        </a:lnTo>
                        <a:lnTo>
                          <a:pt x="1008" y="1038"/>
                        </a:lnTo>
                        <a:lnTo>
                          <a:pt x="1020" y="1044"/>
                        </a:lnTo>
                        <a:lnTo>
                          <a:pt x="1032" y="1056"/>
                        </a:lnTo>
                        <a:lnTo>
                          <a:pt x="1044" y="1062"/>
                        </a:lnTo>
                        <a:lnTo>
                          <a:pt x="1050" y="1068"/>
                        </a:lnTo>
                        <a:lnTo>
                          <a:pt x="1062" y="1074"/>
                        </a:lnTo>
                        <a:lnTo>
                          <a:pt x="1080" y="1104"/>
                        </a:lnTo>
                        <a:lnTo>
                          <a:pt x="1050" y="1086"/>
                        </a:lnTo>
                        <a:lnTo>
                          <a:pt x="1038" y="1092"/>
                        </a:lnTo>
                        <a:lnTo>
                          <a:pt x="1032" y="1098"/>
                        </a:lnTo>
                        <a:lnTo>
                          <a:pt x="1020" y="1098"/>
                        </a:lnTo>
                        <a:lnTo>
                          <a:pt x="1008" y="1092"/>
                        </a:lnTo>
                        <a:lnTo>
                          <a:pt x="996" y="1092"/>
                        </a:lnTo>
                        <a:lnTo>
                          <a:pt x="978" y="1086"/>
                        </a:lnTo>
                        <a:lnTo>
                          <a:pt x="966" y="1080"/>
                        </a:lnTo>
                        <a:lnTo>
                          <a:pt x="948" y="1080"/>
                        </a:lnTo>
                        <a:lnTo>
                          <a:pt x="936" y="1074"/>
                        </a:lnTo>
                        <a:lnTo>
                          <a:pt x="924" y="1074"/>
                        </a:lnTo>
                        <a:lnTo>
                          <a:pt x="918" y="1068"/>
                        </a:lnTo>
                        <a:lnTo>
                          <a:pt x="918" y="1056"/>
                        </a:lnTo>
                        <a:lnTo>
                          <a:pt x="906" y="1050"/>
                        </a:lnTo>
                        <a:lnTo>
                          <a:pt x="888" y="1050"/>
                        </a:lnTo>
                        <a:lnTo>
                          <a:pt x="864" y="1062"/>
                        </a:lnTo>
                        <a:lnTo>
                          <a:pt x="858" y="1068"/>
                        </a:lnTo>
                        <a:lnTo>
                          <a:pt x="840" y="1068"/>
                        </a:lnTo>
                        <a:lnTo>
                          <a:pt x="882" y="1104"/>
                        </a:lnTo>
                        <a:lnTo>
                          <a:pt x="900" y="1104"/>
                        </a:lnTo>
                        <a:lnTo>
                          <a:pt x="912" y="1110"/>
                        </a:lnTo>
                        <a:lnTo>
                          <a:pt x="924" y="1110"/>
                        </a:lnTo>
                        <a:lnTo>
                          <a:pt x="936" y="1116"/>
                        </a:lnTo>
                        <a:lnTo>
                          <a:pt x="942" y="1116"/>
                        </a:lnTo>
                        <a:lnTo>
                          <a:pt x="942" y="1122"/>
                        </a:lnTo>
                        <a:lnTo>
                          <a:pt x="936" y="1134"/>
                        </a:lnTo>
                        <a:lnTo>
                          <a:pt x="924" y="1140"/>
                        </a:lnTo>
                        <a:lnTo>
                          <a:pt x="918" y="1146"/>
                        </a:lnTo>
                        <a:lnTo>
                          <a:pt x="852" y="1128"/>
                        </a:lnTo>
                        <a:lnTo>
                          <a:pt x="840" y="1122"/>
                        </a:lnTo>
                        <a:lnTo>
                          <a:pt x="834" y="1116"/>
                        </a:lnTo>
                        <a:lnTo>
                          <a:pt x="822" y="1110"/>
                        </a:lnTo>
                        <a:lnTo>
                          <a:pt x="762" y="1110"/>
                        </a:lnTo>
                        <a:lnTo>
                          <a:pt x="756" y="1104"/>
                        </a:lnTo>
                        <a:lnTo>
                          <a:pt x="756" y="1056"/>
                        </a:lnTo>
                        <a:lnTo>
                          <a:pt x="738" y="1044"/>
                        </a:lnTo>
                        <a:lnTo>
                          <a:pt x="750" y="1032"/>
                        </a:lnTo>
                        <a:lnTo>
                          <a:pt x="756" y="1020"/>
                        </a:lnTo>
                        <a:lnTo>
                          <a:pt x="756" y="1002"/>
                        </a:lnTo>
                        <a:lnTo>
                          <a:pt x="738" y="990"/>
                        </a:lnTo>
                        <a:lnTo>
                          <a:pt x="702" y="978"/>
                        </a:lnTo>
                        <a:lnTo>
                          <a:pt x="672" y="972"/>
                        </a:lnTo>
                        <a:lnTo>
                          <a:pt x="660" y="966"/>
                        </a:lnTo>
                        <a:lnTo>
                          <a:pt x="630" y="948"/>
                        </a:lnTo>
                        <a:lnTo>
                          <a:pt x="606" y="930"/>
                        </a:lnTo>
                        <a:lnTo>
                          <a:pt x="594" y="912"/>
                        </a:lnTo>
                        <a:lnTo>
                          <a:pt x="630" y="912"/>
                        </a:lnTo>
                        <a:lnTo>
                          <a:pt x="630" y="924"/>
                        </a:lnTo>
                        <a:lnTo>
                          <a:pt x="642" y="924"/>
                        </a:lnTo>
                        <a:lnTo>
                          <a:pt x="654" y="930"/>
                        </a:lnTo>
                        <a:lnTo>
                          <a:pt x="672" y="930"/>
                        </a:lnTo>
                        <a:lnTo>
                          <a:pt x="690" y="936"/>
                        </a:lnTo>
                        <a:lnTo>
                          <a:pt x="720" y="936"/>
                        </a:lnTo>
                        <a:lnTo>
                          <a:pt x="732" y="942"/>
                        </a:lnTo>
                        <a:lnTo>
                          <a:pt x="738" y="954"/>
                        </a:lnTo>
                        <a:lnTo>
                          <a:pt x="762" y="966"/>
                        </a:lnTo>
                        <a:lnTo>
                          <a:pt x="816" y="966"/>
                        </a:lnTo>
                        <a:lnTo>
                          <a:pt x="846" y="972"/>
                        </a:lnTo>
                        <a:lnTo>
                          <a:pt x="858" y="972"/>
                        </a:lnTo>
                        <a:lnTo>
                          <a:pt x="870" y="978"/>
                        </a:lnTo>
                        <a:lnTo>
                          <a:pt x="894" y="984"/>
                        </a:lnTo>
                        <a:lnTo>
                          <a:pt x="930" y="990"/>
                        </a:lnTo>
                        <a:lnTo>
                          <a:pt x="978" y="984"/>
                        </a:lnTo>
                        <a:lnTo>
                          <a:pt x="1026" y="972"/>
                        </a:lnTo>
                        <a:lnTo>
                          <a:pt x="1062" y="954"/>
                        </a:lnTo>
                        <a:lnTo>
                          <a:pt x="1080" y="936"/>
                        </a:lnTo>
                        <a:lnTo>
                          <a:pt x="1074" y="912"/>
                        </a:lnTo>
                        <a:lnTo>
                          <a:pt x="1032" y="870"/>
                        </a:lnTo>
                        <a:lnTo>
                          <a:pt x="1014" y="858"/>
                        </a:lnTo>
                        <a:lnTo>
                          <a:pt x="996" y="852"/>
                        </a:lnTo>
                        <a:lnTo>
                          <a:pt x="948" y="840"/>
                        </a:lnTo>
                        <a:lnTo>
                          <a:pt x="900" y="822"/>
                        </a:lnTo>
                        <a:lnTo>
                          <a:pt x="828" y="798"/>
                        </a:lnTo>
                        <a:lnTo>
                          <a:pt x="792" y="780"/>
                        </a:lnTo>
                        <a:lnTo>
                          <a:pt x="756" y="774"/>
                        </a:lnTo>
                        <a:lnTo>
                          <a:pt x="624" y="774"/>
                        </a:lnTo>
                        <a:lnTo>
                          <a:pt x="612" y="756"/>
                        </a:lnTo>
                        <a:lnTo>
                          <a:pt x="588" y="762"/>
                        </a:lnTo>
                        <a:lnTo>
                          <a:pt x="552" y="744"/>
                        </a:lnTo>
                        <a:lnTo>
                          <a:pt x="588" y="738"/>
                        </a:lnTo>
                        <a:lnTo>
                          <a:pt x="606" y="726"/>
                        </a:lnTo>
                        <a:lnTo>
                          <a:pt x="600" y="726"/>
                        </a:lnTo>
                        <a:lnTo>
                          <a:pt x="594" y="720"/>
                        </a:lnTo>
                        <a:lnTo>
                          <a:pt x="582" y="720"/>
                        </a:lnTo>
                        <a:lnTo>
                          <a:pt x="564" y="714"/>
                        </a:lnTo>
                        <a:lnTo>
                          <a:pt x="546" y="714"/>
                        </a:lnTo>
                        <a:lnTo>
                          <a:pt x="534" y="708"/>
                        </a:lnTo>
                        <a:lnTo>
                          <a:pt x="522" y="720"/>
                        </a:lnTo>
                        <a:lnTo>
                          <a:pt x="522" y="726"/>
                        </a:lnTo>
                        <a:lnTo>
                          <a:pt x="516" y="732"/>
                        </a:lnTo>
                        <a:lnTo>
                          <a:pt x="498" y="732"/>
                        </a:lnTo>
                        <a:lnTo>
                          <a:pt x="486" y="744"/>
                        </a:lnTo>
                        <a:lnTo>
                          <a:pt x="450" y="744"/>
                        </a:lnTo>
                        <a:lnTo>
                          <a:pt x="444" y="756"/>
                        </a:lnTo>
                        <a:lnTo>
                          <a:pt x="420" y="762"/>
                        </a:lnTo>
                        <a:lnTo>
                          <a:pt x="420" y="768"/>
                        </a:lnTo>
                        <a:lnTo>
                          <a:pt x="414" y="780"/>
                        </a:lnTo>
                        <a:lnTo>
                          <a:pt x="390" y="780"/>
                        </a:lnTo>
                        <a:lnTo>
                          <a:pt x="384" y="792"/>
                        </a:lnTo>
                        <a:lnTo>
                          <a:pt x="396" y="804"/>
                        </a:lnTo>
                        <a:lnTo>
                          <a:pt x="396" y="810"/>
                        </a:lnTo>
                        <a:lnTo>
                          <a:pt x="378" y="810"/>
                        </a:lnTo>
                        <a:lnTo>
                          <a:pt x="378" y="822"/>
                        </a:lnTo>
                        <a:lnTo>
                          <a:pt x="384" y="834"/>
                        </a:lnTo>
                        <a:lnTo>
                          <a:pt x="384" y="840"/>
                        </a:lnTo>
                        <a:lnTo>
                          <a:pt x="390" y="846"/>
                        </a:lnTo>
                        <a:lnTo>
                          <a:pt x="396" y="846"/>
                        </a:lnTo>
                        <a:lnTo>
                          <a:pt x="402" y="840"/>
                        </a:lnTo>
                        <a:lnTo>
                          <a:pt x="420" y="840"/>
                        </a:lnTo>
                        <a:lnTo>
                          <a:pt x="468" y="888"/>
                        </a:lnTo>
                        <a:lnTo>
                          <a:pt x="468" y="900"/>
                        </a:lnTo>
                        <a:lnTo>
                          <a:pt x="462" y="900"/>
                        </a:lnTo>
                        <a:lnTo>
                          <a:pt x="450" y="906"/>
                        </a:lnTo>
                        <a:lnTo>
                          <a:pt x="444" y="906"/>
                        </a:lnTo>
                        <a:lnTo>
                          <a:pt x="444" y="918"/>
                        </a:lnTo>
                        <a:lnTo>
                          <a:pt x="438" y="918"/>
                        </a:lnTo>
                        <a:lnTo>
                          <a:pt x="426" y="924"/>
                        </a:lnTo>
                        <a:lnTo>
                          <a:pt x="420" y="930"/>
                        </a:lnTo>
                        <a:lnTo>
                          <a:pt x="438" y="948"/>
                        </a:lnTo>
                        <a:lnTo>
                          <a:pt x="450" y="954"/>
                        </a:lnTo>
                        <a:lnTo>
                          <a:pt x="456" y="966"/>
                        </a:lnTo>
                        <a:lnTo>
                          <a:pt x="468" y="972"/>
                        </a:lnTo>
                        <a:lnTo>
                          <a:pt x="492" y="996"/>
                        </a:lnTo>
                        <a:lnTo>
                          <a:pt x="504" y="1002"/>
                        </a:lnTo>
                        <a:lnTo>
                          <a:pt x="510" y="1008"/>
                        </a:lnTo>
                        <a:lnTo>
                          <a:pt x="510" y="1014"/>
                        </a:lnTo>
                        <a:lnTo>
                          <a:pt x="504" y="1020"/>
                        </a:lnTo>
                        <a:lnTo>
                          <a:pt x="492" y="1020"/>
                        </a:lnTo>
                        <a:lnTo>
                          <a:pt x="480" y="1014"/>
                        </a:lnTo>
                        <a:lnTo>
                          <a:pt x="474" y="1014"/>
                        </a:lnTo>
                        <a:lnTo>
                          <a:pt x="468" y="1044"/>
                        </a:lnTo>
                        <a:lnTo>
                          <a:pt x="480" y="1056"/>
                        </a:lnTo>
                        <a:lnTo>
                          <a:pt x="480" y="1068"/>
                        </a:lnTo>
                        <a:lnTo>
                          <a:pt x="492" y="1068"/>
                        </a:lnTo>
                        <a:lnTo>
                          <a:pt x="498" y="1074"/>
                        </a:lnTo>
                        <a:lnTo>
                          <a:pt x="504" y="1074"/>
                        </a:lnTo>
                        <a:lnTo>
                          <a:pt x="510" y="1080"/>
                        </a:lnTo>
                        <a:lnTo>
                          <a:pt x="510" y="1086"/>
                        </a:lnTo>
                        <a:lnTo>
                          <a:pt x="504" y="1092"/>
                        </a:lnTo>
                        <a:lnTo>
                          <a:pt x="498" y="1104"/>
                        </a:lnTo>
                        <a:lnTo>
                          <a:pt x="522" y="1110"/>
                        </a:lnTo>
                        <a:lnTo>
                          <a:pt x="534" y="1116"/>
                        </a:lnTo>
                        <a:lnTo>
                          <a:pt x="540" y="1122"/>
                        </a:lnTo>
                        <a:lnTo>
                          <a:pt x="540" y="1128"/>
                        </a:lnTo>
                        <a:lnTo>
                          <a:pt x="516" y="1152"/>
                        </a:lnTo>
                        <a:lnTo>
                          <a:pt x="510" y="1152"/>
                        </a:lnTo>
                        <a:lnTo>
                          <a:pt x="582" y="1188"/>
                        </a:lnTo>
                        <a:lnTo>
                          <a:pt x="588" y="1200"/>
                        </a:lnTo>
                        <a:lnTo>
                          <a:pt x="594" y="1206"/>
                        </a:lnTo>
                        <a:lnTo>
                          <a:pt x="600" y="1218"/>
                        </a:lnTo>
                        <a:lnTo>
                          <a:pt x="600" y="1230"/>
                        </a:lnTo>
                        <a:lnTo>
                          <a:pt x="594" y="1236"/>
                        </a:lnTo>
                        <a:lnTo>
                          <a:pt x="588" y="1248"/>
                        </a:lnTo>
                        <a:lnTo>
                          <a:pt x="552" y="1284"/>
                        </a:lnTo>
                        <a:lnTo>
                          <a:pt x="546" y="1284"/>
                        </a:lnTo>
                        <a:lnTo>
                          <a:pt x="486" y="1344"/>
                        </a:lnTo>
                        <a:lnTo>
                          <a:pt x="426" y="1374"/>
                        </a:lnTo>
                        <a:lnTo>
                          <a:pt x="432" y="1386"/>
                        </a:lnTo>
                        <a:lnTo>
                          <a:pt x="462" y="1368"/>
                        </a:lnTo>
                        <a:lnTo>
                          <a:pt x="468" y="1386"/>
                        </a:lnTo>
                        <a:lnTo>
                          <a:pt x="480" y="1398"/>
                        </a:lnTo>
                        <a:lnTo>
                          <a:pt x="492" y="1404"/>
                        </a:lnTo>
                        <a:lnTo>
                          <a:pt x="498" y="1410"/>
                        </a:lnTo>
                        <a:lnTo>
                          <a:pt x="546" y="1410"/>
                        </a:lnTo>
                        <a:lnTo>
                          <a:pt x="558" y="1428"/>
                        </a:lnTo>
                        <a:lnTo>
                          <a:pt x="546" y="1428"/>
                        </a:lnTo>
                        <a:lnTo>
                          <a:pt x="534" y="1422"/>
                        </a:lnTo>
                        <a:lnTo>
                          <a:pt x="504" y="1422"/>
                        </a:lnTo>
                        <a:lnTo>
                          <a:pt x="492" y="1434"/>
                        </a:lnTo>
                        <a:lnTo>
                          <a:pt x="492" y="1440"/>
                        </a:lnTo>
                        <a:lnTo>
                          <a:pt x="456" y="1440"/>
                        </a:lnTo>
                        <a:lnTo>
                          <a:pt x="450" y="1470"/>
                        </a:lnTo>
                        <a:lnTo>
                          <a:pt x="438" y="1470"/>
                        </a:lnTo>
                        <a:lnTo>
                          <a:pt x="432" y="1482"/>
                        </a:lnTo>
                        <a:lnTo>
                          <a:pt x="438" y="1494"/>
                        </a:lnTo>
                        <a:lnTo>
                          <a:pt x="432" y="1500"/>
                        </a:lnTo>
                        <a:lnTo>
                          <a:pt x="426" y="1500"/>
                        </a:lnTo>
                        <a:lnTo>
                          <a:pt x="414" y="1512"/>
                        </a:lnTo>
                        <a:lnTo>
                          <a:pt x="414" y="1530"/>
                        </a:lnTo>
                        <a:lnTo>
                          <a:pt x="432" y="1536"/>
                        </a:lnTo>
                        <a:lnTo>
                          <a:pt x="420" y="1560"/>
                        </a:lnTo>
                        <a:lnTo>
                          <a:pt x="432" y="1566"/>
                        </a:lnTo>
                        <a:lnTo>
                          <a:pt x="444" y="1584"/>
                        </a:lnTo>
                        <a:lnTo>
                          <a:pt x="426" y="1596"/>
                        </a:lnTo>
                        <a:lnTo>
                          <a:pt x="426" y="1608"/>
                        </a:lnTo>
                        <a:lnTo>
                          <a:pt x="432" y="1608"/>
                        </a:lnTo>
                        <a:lnTo>
                          <a:pt x="444" y="1620"/>
                        </a:lnTo>
                        <a:lnTo>
                          <a:pt x="456" y="1626"/>
                        </a:lnTo>
                        <a:lnTo>
                          <a:pt x="462" y="1632"/>
                        </a:lnTo>
                        <a:lnTo>
                          <a:pt x="462" y="1638"/>
                        </a:lnTo>
                        <a:lnTo>
                          <a:pt x="444" y="1638"/>
                        </a:lnTo>
                        <a:lnTo>
                          <a:pt x="438" y="1656"/>
                        </a:lnTo>
                        <a:lnTo>
                          <a:pt x="462" y="1662"/>
                        </a:lnTo>
                        <a:lnTo>
                          <a:pt x="468" y="1668"/>
                        </a:lnTo>
                        <a:lnTo>
                          <a:pt x="474" y="1680"/>
                        </a:lnTo>
                        <a:lnTo>
                          <a:pt x="486" y="1692"/>
                        </a:lnTo>
                        <a:lnTo>
                          <a:pt x="486" y="1716"/>
                        </a:lnTo>
                        <a:lnTo>
                          <a:pt x="510" y="1716"/>
                        </a:lnTo>
                        <a:lnTo>
                          <a:pt x="516" y="1722"/>
                        </a:lnTo>
                        <a:lnTo>
                          <a:pt x="516" y="1728"/>
                        </a:lnTo>
                        <a:lnTo>
                          <a:pt x="528" y="1722"/>
                        </a:lnTo>
                        <a:lnTo>
                          <a:pt x="564" y="1728"/>
                        </a:lnTo>
                        <a:lnTo>
                          <a:pt x="570" y="1746"/>
                        </a:lnTo>
                        <a:lnTo>
                          <a:pt x="600" y="1728"/>
                        </a:lnTo>
                        <a:lnTo>
                          <a:pt x="606" y="1728"/>
                        </a:lnTo>
                        <a:lnTo>
                          <a:pt x="612" y="1734"/>
                        </a:lnTo>
                        <a:lnTo>
                          <a:pt x="648" y="1752"/>
                        </a:lnTo>
                        <a:lnTo>
                          <a:pt x="654" y="1758"/>
                        </a:lnTo>
                        <a:lnTo>
                          <a:pt x="654" y="1770"/>
                        </a:lnTo>
                        <a:lnTo>
                          <a:pt x="648" y="1776"/>
                        </a:lnTo>
                        <a:lnTo>
                          <a:pt x="660" y="1794"/>
                        </a:lnTo>
                        <a:lnTo>
                          <a:pt x="654" y="1812"/>
                        </a:lnTo>
                        <a:lnTo>
                          <a:pt x="660" y="1818"/>
                        </a:lnTo>
                        <a:lnTo>
                          <a:pt x="672" y="1824"/>
                        </a:lnTo>
                        <a:lnTo>
                          <a:pt x="690" y="1842"/>
                        </a:lnTo>
                        <a:lnTo>
                          <a:pt x="690" y="1854"/>
                        </a:lnTo>
                        <a:lnTo>
                          <a:pt x="720" y="1866"/>
                        </a:lnTo>
                        <a:lnTo>
                          <a:pt x="720" y="1890"/>
                        </a:lnTo>
                        <a:lnTo>
                          <a:pt x="756" y="1890"/>
                        </a:lnTo>
                        <a:lnTo>
                          <a:pt x="762" y="1896"/>
                        </a:lnTo>
                        <a:lnTo>
                          <a:pt x="768" y="1896"/>
                        </a:lnTo>
                        <a:lnTo>
                          <a:pt x="768" y="1902"/>
                        </a:lnTo>
                        <a:lnTo>
                          <a:pt x="762" y="1908"/>
                        </a:lnTo>
                        <a:lnTo>
                          <a:pt x="786" y="1920"/>
                        </a:lnTo>
                        <a:lnTo>
                          <a:pt x="774" y="1926"/>
                        </a:lnTo>
                        <a:lnTo>
                          <a:pt x="768" y="1938"/>
                        </a:lnTo>
                        <a:lnTo>
                          <a:pt x="744" y="1950"/>
                        </a:lnTo>
                        <a:lnTo>
                          <a:pt x="738" y="1950"/>
                        </a:lnTo>
                        <a:lnTo>
                          <a:pt x="732" y="1944"/>
                        </a:lnTo>
                        <a:lnTo>
                          <a:pt x="726" y="1944"/>
                        </a:lnTo>
                        <a:lnTo>
                          <a:pt x="726" y="1938"/>
                        </a:lnTo>
                        <a:lnTo>
                          <a:pt x="702" y="1938"/>
                        </a:lnTo>
                        <a:lnTo>
                          <a:pt x="696" y="1944"/>
                        </a:lnTo>
                        <a:lnTo>
                          <a:pt x="696" y="1950"/>
                        </a:lnTo>
                        <a:lnTo>
                          <a:pt x="720" y="1974"/>
                        </a:lnTo>
                        <a:lnTo>
                          <a:pt x="720" y="1992"/>
                        </a:lnTo>
                        <a:lnTo>
                          <a:pt x="726" y="1998"/>
                        </a:lnTo>
                        <a:lnTo>
                          <a:pt x="732" y="2010"/>
                        </a:lnTo>
                        <a:lnTo>
                          <a:pt x="732" y="2028"/>
                        </a:lnTo>
                        <a:lnTo>
                          <a:pt x="720" y="2028"/>
                        </a:lnTo>
                        <a:lnTo>
                          <a:pt x="714" y="2022"/>
                        </a:lnTo>
                        <a:lnTo>
                          <a:pt x="708" y="2022"/>
                        </a:lnTo>
                        <a:lnTo>
                          <a:pt x="720" y="2028"/>
                        </a:lnTo>
                        <a:lnTo>
                          <a:pt x="768" y="2028"/>
                        </a:lnTo>
                        <a:lnTo>
                          <a:pt x="774" y="2022"/>
                        </a:lnTo>
                        <a:lnTo>
                          <a:pt x="774" y="2010"/>
                        </a:lnTo>
                        <a:lnTo>
                          <a:pt x="804" y="2010"/>
                        </a:lnTo>
                        <a:lnTo>
                          <a:pt x="816" y="2004"/>
                        </a:lnTo>
                        <a:lnTo>
                          <a:pt x="864" y="2004"/>
                        </a:lnTo>
                        <a:lnTo>
                          <a:pt x="870" y="2022"/>
                        </a:lnTo>
                        <a:lnTo>
                          <a:pt x="876" y="2022"/>
                        </a:lnTo>
                        <a:lnTo>
                          <a:pt x="882" y="2028"/>
                        </a:lnTo>
                        <a:lnTo>
                          <a:pt x="894" y="2034"/>
                        </a:lnTo>
                        <a:lnTo>
                          <a:pt x="900" y="2034"/>
                        </a:lnTo>
                        <a:lnTo>
                          <a:pt x="900" y="2046"/>
                        </a:lnTo>
                        <a:lnTo>
                          <a:pt x="894" y="2052"/>
                        </a:lnTo>
                        <a:lnTo>
                          <a:pt x="888" y="2052"/>
                        </a:lnTo>
                        <a:lnTo>
                          <a:pt x="894" y="2070"/>
                        </a:lnTo>
                        <a:lnTo>
                          <a:pt x="894" y="2088"/>
                        </a:lnTo>
                        <a:lnTo>
                          <a:pt x="930" y="2088"/>
                        </a:lnTo>
                        <a:lnTo>
                          <a:pt x="972" y="2106"/>
                        </a:lnTo>
                        <a:lnTo>
                          <a:pt x="984" y="2154"/>
                        </a:lnTo>
                        <a:lnTo>
                          <a:pt x="990" y="2154"/>
                        </a:lnTo>
                        <a:lnTo>
                          <a:pt x="1014" y="2148"/>
                        </a:lnTo>
                        <a:lnTo>
                          <a:pt x="1020" y="2154"/>
                        </a:lnTo>
                        <a:lnTo>
                          <a:pt x="1032" y="2154"/>
                        </a:lnTo>
                        <a:lnTo>
                          <a:pt x="1038" y="2160"/>
                        </a:lnTo>
                        <a:lnTo>
                          <a:pt x="1086" y="2160"/>
                        </a:lnTo>
                        <a:lnTo>
                          <a:pt x="1092" y="2166"/>
                        </a:lnTo>
                        <a:lnTo>
                          <a:pt x="1092" y="2160"/>
                        </a:lnTo>
                        <a:lnTo>
                          <a:pt x="1098" y="2154"/>
                        </a:lnTo>
                        <a:lnTo>
                          <a:pt x="1110" y="2154"/>
                        </a:lnTo>
                        <a:lnTo>
                          <a:pt x="1116" y="2166"/>
                        </a:lnTo>
                        <a:lnTo>
                          <a:pt x="1140" y="2190"/>
                        </a:lnTo>
                        <a:lnTo>
                          <a:pt x="1152" y="2184"/>
                        </a:lnTo>
                        <a:lnTo>
                          <a:pt x="1170" y="2184"/>
                        </a:lnTo>
                        <a:lnTo>
                          <a:pt x="1176" y="2190"/>
                        </a:lnTo>
                        <a:lnTo>
                          <a:pt x="1188" y="2196"/>
                        </a:lnTo>
                        <a:lnTo>
                          <a:pt x="1230" y="2196"/>
                        </a:lnTo>
                        <a:lnTo>
                          <a:pt x="1230" y="2202"/>
                        </a:lnTo>
                        <a:lnTo>
                          <a:pt x="1236" y="2208"/>
                        </a:lnTo>
                        <a:lnTo>
                          <a:pt x="1254" y="2220"/>
                        </a:lnTo>
                        <a:lnTo>
                          <a:pt x="1278" y="2220"/>
                        </a:lnTo>
                        <a:lnTo>
                          <a:pt x="1284" y="2226"/>
                        </a:lnTo>
                        <a:lnTo>
                          <a:pt x="1284" y="2250"/>
                        </a:lnTo>
                        <a:lnTo>
                          <a:pt x="1266" y="2262"/>
                        </a:lnTo>
                        <a:lnTo>
                          <a:pt x="1272" y="2262"/>
                        </a:lnTo>
                        <a:lnTo>
                          <a:pt x="1278" y="2268"/>
                        </a:lnTo>
                        <a:lnTo>
                          <a:pt x="1284" y="2268"/>
                        </a:lnTo>
                        <a:lnTo>
                          <a:pt x="1290" y="2274"/>
                        </a:lnTo>
                        <a:lnTo>
                          <a:pt x="1284" y="2280"/>
                        </a:lnTo>
                        <a:lnTo>
                          <a:pt x="1266" y="2280"/>
                        </a:lnTo>
                        <a:lnTo>
                          <a:pt x="1260" y="2286"/>
                        </a:lnTo>
                        <a:lnTo>
                          <a:pt x="1272" y="2298"/>
                        </a:lnTo>
                        <a:lnTo>
                          <a:pt x="1284" y="2304"/>
                        </a:lnTo>
                        <a:lnTo>
                          <a:pt x="1284" y="2316"/>
                        </a:lnTo>
                        <a:lnTo>
                          <a:pt x="1290" y="2328"/>
                        </a:lnTo>
                        <a:lnTo>
                          <a:pt x="1290" y="2334"/>
                        </a:lnTo>
                        <a:lnTo>
                          <a:pt x="1278" y="2346"/>
                        </a:lnTo>
                        <a:lnTo>
                          <a:pt x="1266" y="2346"/>
                        </a:lnTo>
                        <a:lnTo>
                          <a:pt x="1254" y="2352"/>
                        </a:lnTo>
                        <a:lnTo>
                          <a:pt x="1224" y="2352"/>
                        </a:lnTo>
                        <a:lnTo>
                          <a:pt x="1212" y="2364"/>
                        </a:lnTo>
                        <a:lnTo>
                          <a:pt x="1212" y="2370"/>
                        </a:lnTo>
                        <a:lnTo>
                          <a:pt x="1206" y="2376"/>
                        </a:lnTo>
                        <a:lnTo>
                          <a:pt x="1188" y="2376"/>
                        </a:lnTo>
                        <a:lnTo>
                          <a:pt x="1188" y="2412"/>
                        </a:lnTo>
                        <a:lnTo>
                          <a:pt x="1194" y="2412"/>
                        </a:lnTo>
                        <a:lnTo>
                          <a:pt x="1200" y="2406"/>
                        </a:lnTo>
                        <a:lnTo>
                          <a:pt x="1212" y="2406"/>
                        </a:lnTo>
                        <a:lnTo>
                          <a:pt x="1224" y="2400"/>
                        </a:lnTo>
                        <a:lnTo>
                          <a:pt x="1254" y="2400"/>
                        </a:lnTo>
                        <a:lnTo>
                          <a:pt x="1254" y="2412"/>
                        </a:lnTo>
                        <a:lnTo>
                          <a:pt x="1248" y="2418"/>
                        </a:lnTo>
                        <a:lnTo>
                          <a:pt x="1242" y="2430"/>
                        </a:lnTo>
                        <a:lnTo>
                          <a:pt x="1230" y="2436"/>
                        </a:lnTo>
                        <a:lnTo>
                          <a:pt x="1224" y="2442"/>
                        </a:lnTo>
                        <a:lnTo>
                          <a:pt x="1170" y="2454"/>
                        </a:lnTo>
                        <a:lnTo>
                          <a:pt x="1218" y="2490"/>
                        </a:lnTo>
                        <a:lnTo>
                          <a:pt x="1212" y="2490"/>
                        </a:lnTo>
                        <a:lnTo>
                          <a:pt x="1206" y="2496"/>
                        </a:lnTo>
                        <a:lnTo>
                          <a:pt x="1194" y="2496"/>
                        </a:lnTo>
                        <a:lnTo>
                          <a:pt x="1188" y="2502"/>
                        </a:lnTo>
                        <a:lnTo>
                          <a:pt x="1176" y="2526"/>
                        </a:lnTo>
                        <a:lnTo>
                          <a:pt x="1176" y="2544"/>
                        </a:lnTo>
                        <a:lnTo>
                          <a:pt x="1164" y="2550"/>
                        </a:lnTo>
                        <a:lnTo>
                          <a:pt x="1158" y="2556"/>
                        </a:lnTo>
                        <a:lnTo>
                          <a:pt x="1146" y="2556"/>
                        </a:lnTo>
                        <a:lnTo>
                          <a:pt x="1140" y="2550"/>
                        </a:lnTo>
                        <a:lnTo>
                          <a:pt x="1128" y="2544"/>
                        </a:lnTo>
                        <a:lnTo>
                          <a:pt x="1122" y="2538"/>
                        </a:lnTo>
                        <a:lnTo>
                          <a:pt x="1116" y="2556"/>
                        </a:lnTo>
                        <a:lnTo>
                          <a:pt x="1122" y="2562"/>
                        </a:lnTo>
                        <a:lnTo>
                          <a:pt x="1128" y="2574"/>
                        </a:lnTo>
                        <a:lnTo>
                          <a:pt x="1134" y="2580"/>
                        </a:lnTo>
                        <a:lnTo>
                          <a:pt x="1146" y="2580"/>
                        </a:lnTo>
                        <a:lnTo>
                          <a:pt x="1146" y="2586"/>
                        </a:lnTo>
                        <a:lnTo>
                          <a:pt x="1152" y="2598"/>
                        </a:lnTo>
                        <a:lnTo>
                          <a:pt x="1158" y="2604"/>
                        </a:lnTo>
                        <a:lnTo>
                          <a:pt x="1194" y="2604"/>
                        </a:lnTo>
                        <a:lnTo>
                          <a:pt x="1200" y="2610"/>
                        </a:lnTo>
                        <a:lnTo>
                          <a:pt x="1212" y="2616"/>
                        </a:lnTo>
                        <a:lnTo>
                          <a:pt x="1218" y="2628"/>
                        </a:lnTo>
                        <a:lnTo>
                          <a:pt x="1224" y="2634"/>
                        </a:lnTo>
                        <a:lnTo>
                          <a:pt x="1254" y="2634"/>
                        </a:lnTo>
                        <a:lnTo>
                          <a:pt x="1272" y="2652"/>
                        </a:lnTo>
                        <a:lnTo>
                          <a:pt x="1278" y="2664"/>
                        </a:lnTo>
                        <a:lnTo>
                          <a:pt x="1290" y="2670"/>
                        </a:lnTo>
                        <a:lnTo>
                          <a:pt x="1314" y="2694"/>
                        </a:lnTo>
                        <a:lnTo>
                          <a:pt x="1320" y="2694"/>
                        </a:lnTo>
                        <a:lnTo>
                          <a:pt x="1332" y="2700"/>
                        </a:lnTo>
                        <a:lnTo>
                          <a:pt x="1338" y="2700"/>
                        </a:lnTo>
                        <a:lnTo>
                          <a:pt x="1350" y="2706"/>
                        </a:lnTo>
                        <a:lnTo>
                          <a:pt x="1344" y="2706"/>
                        </a:lnTo>
                        <a:lnTo>
                          <a:pt x="1368" y="2688"/>
                        </a:lnTo>
                        <a:lnTo>
                          <a:pt x="1380" y="2688"/>
                        </a:lnTo>
                        <a:lnTo>
                          <a:pt x="1398" y="2694"/>
                        </a:lnTo>
                        <a:lnTo>
                          <a:pt x="1410" y="2700"/>
                        </a:lnTo>
                        <a:lnTo>
                          <a:pt x="1428" y="2706"/>
                        </a:lnTo>
                        <a:lnTo>
                          <a:pt x="1488" y="2718"/>
                        </a:lnTo>
                        <a:lnTo>
                          <a:pt x="1524" y="2718"/>
                        </a:lnTo>
                        <a:lnTo>
                          <a:pt x="1530" y="2724"/>
                        </a:lnTo>
                        <a:lnTo>
                          <a:pt x="1536" y="2724"/>
                        </a:lnTo>
                        <a:lnTo>
                          <a:pt x="1584" y="2754"/>
                        </a:lnTo>
                        <a:lnTo>
                          <a:pt x="1584" y="2760"/>
                        </a:lnTo>
                        <a:lnTo>
                          <a:pt x="1590" y="2760"/>
                        </a:lnTo>
                        <a:lnTo>
                          <a:pt x="1602" y="2766"/>
                        </a:lnTo>
                        <a:lnTo>
                          <a:pt x="1626" y="2766"/>
                        </a:lnTo>
                        <a:lnTo>
                          <a:pt x="1632" y="2760"/>
                        </a:lnTo>
                        <a:lnTo>
                          <a:pt x="1644" y="2760"/>
                        </a:lnTo>
                        <a:lnTo>
                          <a:pt x="1644" y="2754"/>
                        </a:lnTo>
                        <a:lnTo>
                          <a:pt x="1674" y="2754"/>
                        </a:lnTo>
                        <a:lnTo>
                          <a:pt x="1686" y="2760"/>
                        </a:lnTo>
                        <a:lnTo>
                          <a:pt x="1698" y="2772"/>
                        </a:lnTo>
                        <a:lnTo>
                          <a:pt x="1728" y="2778"/>
                        </a:lnTo>
                        <a:lnTo>
                          <a:pt x="1728" y="2790"/>
                        </a:lnTo>
                        <a:lnTo>
                          <a:pt x="1722" y="2796"/>
                        </a:lnTo>
                        <a:lnTo>
                          <a:pt x="1722" y="2802"/>
                        </a:lnTo>
                        <a:lnTo>
                          <a:pt x="1740" y="2802"/>
                        </a:lnTo>
                        <a:lnTo>
                          <a:pt x="1752" y="2814"/>
                        </a:lnTo>
                        <a:lnTo>
                          <a:pt x="1764" y="2820"/>
                        </a:lnTo>
                        <a:lnTo>
                          <a:pt x="1776" y="2832"/>
                        </a:lnTo>
                        <a:lnTo>
                          <a:pt x="1788" y="2826"/>
                        </a:lnTo>
                        <a:lnTo>
                          <a:pt x="1794" y="2826"/>
                        </a:lnTo>
                        <a:lnTo>
                          <a:pt x="1818" y="2838"/>
                        </a:lnTo>
                        <a:lnTo>
                          <a:pt x="1836" y="2856"/>
                        </a:lnTo>
                        <a:lnTo>
                          <a:pt x="1842" y="2868"/>
                        </a:lnTo>
                        <a:lnTo>
                          <a:pt x="1854" y="2874"/>
                        </a:lnTo>
                        <a:lnTo>
                          <a:pt x="1860" y="2880"/>
                        </a:lnTo>
                        <a:lnTo>
                          <a:pt x="1884" y="2880"/>
                        </a:lnTo>
                        <a:lnTo>
                          <a:pt x="1890" y="2874"/>
                        </a:lnTo>
                        <a:lnTo>
                          <a:pt x="1890" y="2862"/>
                        </a:lnTo>
                        <a:lnTo>
                          <a:pt x="1908" y="2862"/>
                        </a:lnTo>
                        <a:lnTo>
                          <a:pt x="1914" y="2856"/>
                        </a:lnTo>
                        <a:lnTo>
                          <a:pt x="1914" y="2826"/>
                        </a:lnTo>
                        <a:lnTo>
                          <a:pt x="1908" y="2820"/>
                        </a:lnTo>
                        <a:lnTo>
                          <a:pt x="1908" y="2814"/>
                        </a:lnTo>
                        <a:lnTo>
                          <a:pt x="1896" y="2802"/>
                        </a:lnTo>
                        <a:lnTo>
                          <a:pt x="1890" y="2790"/>
                        </a:lnTo>
                        <a:lnTo>
                          <a:pt x="1884" y="2784"/>
                        </a:lnTo>
                        <a:lnTo>
                          <a:pt x="1872" y="2778"/>
                        </a:lnTo>
                        <a:lnTo>
                          <a:pt x="1866" y="2772"/>
                        </a:lnTo>
                        <a:lnTo>
                          <a:pt x="1854" y="2772"/>
                        </a:lnTo>
                        <a:lnTo>
                          <a:pt x="1854" y="2748"/>
                        </a:lnTo>
                        <a:lnTo>
                          <a:pt x="1848" y="2742"/>
                        </a:lnTo>
                        <a:lnTo>
                          <a:pt x="1836" y="2736"/>
                        </a:lnTo>
                        <a:lnTo>
                          <a:pt x="1830" y="2724"/>
                        </a:lnTo>
                        <a:lnTo>
                          <a:pt x="1824" y="2718"/>
                        </a:lnTo>
                        <a:lnTo>
                          <a:pt x="1824" y="2706"/>
                        </a:lnTo>
                        <a:lnTo>
                          <a:pt x="1830" y="2694"/>
                        </a:lnTo>
                        <a:lnTo>
                          <a:pt x="1830" y="2682"/>
                        </a:lnTo>
                        <a:lnTo>
                          <a:pt x="1818" y="2658"/>
                        </a:lnTo>
                        <a:lnTo>
                          <a:pt x="1812" y="2652"/>
                        </a:lnTo>
                        <a:lnTo>
                          <a:pt x="1806" y="2640"/>
                        </a:lnTo>
                        <a:lnTo>
                          <a:pt x="1794" y="2634"/>
                        </a:lnTo>
                        <a:lnTo>
                          <a:pt x="1788" y="2628"/>
                        </a:lnTo>
                        <a:lnTo>
                          <a:pt x="1776" y="2628"/>
                        </a:lnTo>
                        <a:lnTo>
                          <a:pt x="1758" y="2622"/>
                        </a:lnTo>
                        <a:lnTo>
                          <a:pt x="1758" y="2604"/>
                        </a:lnTo>
                        <a:lnTo>
                          <a:pt x="1794" y="2568"/>
                        </a:lnTo>
                        <a:lnTo>
                          <a:pt x="1800" y="2556"/>
                        </a:lnTo>
                        <a:lnTo>
                          <a:pt x="1806" y="2550"/>
                        </a:lnTo>
                        <a:lnTo>
                          <a:pt x="1806" y="2544"/>
                        </a:lnTo>
                        <a:lnTo>
                          <a:pt x="1800" y="2532"/>
                        </a:lnTo>
                        <a:lnTo>
                          <a:pt x="1788" y="2520"/>
                        </a:lnTo>
                        <a:lnTo>
                          <a:pt x="1800" y="2520"/>
                        </a:lnTo>
                        <a:lnTo>
                          <a:pt x="1812" y="2526"/>
                        </a:lnTo>
                        <a:lnTo>
                          <a:pt x="1830" y="2526"/>
                        </a:lnTo>
                        <a:lnTo>
                          <a:pt x="1842" y="2514"/>
                        </a:lnTo>
                        <a:lnTo>
                          <a:pt x="1872" y="2514"/>
                        </a:lnTo>
                        <a:lnTo>
                          <a:pt x="1878" y="2508"/>
                        </a:lnTo>
                        <a:lnTo>
                          <a:pt x="1860" y="2490"/>
                        </a:lnTo>
                        <a:lnTo>
                          <a:pt x="1890" y="2490"/>
                        </a:lnTo>
                        <a:lnTo>
                          <a:pt x="1890" y="2472"/>
                        </a:lnTo>
                        <a:lnTo>
                          <a:pt x="1878" y="2472"/>
                        </a:lnTo>
                        <a:lnTo>
                          <a:pt x="1854" y="2460"/>
                        </a:lnTo>
                        <a:lnTo>
                          <a:pt x="1842" y="2448"/>
                        </a:lnTo>
                        <a:lnTo>
                          <a:pt x="1842" y="2442"/>
                        </a:lnTo>
                        <a:lnTo>
                          <a:pt x="1878" y="2442"/>
                        </a:lnTo>
                        <a:lnTo>
                          <a:pt x="1878" y="2430"/>
                        </a:lnTo>
                        <a:lnTo>
                          <a:pt x="1866" y="2418"/>
                        </a:lnTo>
                        <a:lnTo>
                          <a:pt x="1860" y="2406"/>
                        </a:lnTo>
                        <a:lnTo>
                          <a:pt x="1812" y="2358"/>
                        </a:lnTo>
                        <a:lnTo>
                          <a:pt x="1800" y="2358"/>
                        </a:lnTo>
                        <a:lnTo>
                          <a:pt x="1788" y="2364"/>
                        </a:lnTo>
                        <a:lnTo>
                          <a:pt x="1746" y="2364"/>
                        </a:lnTo>
                        <a:lnTo>
                          <a:pt x="1740" y="2358"/>
                        </a:lnTo>
                        <a:lnTo>
                          <a:pt x="1740" y="2328"/>
                        </a:lnTo>
                        <a:lnTo>
                          <a:pt x="1734" y="2322"/>
                        </a:lnTo>
                        <a:lnTo>
                          <a:pt x="1710" y="2322"/>
                        </a:lnTo>
                        <a:lnTo>
                          <a:pt x="1704" y="2316"/>
                        </a:lnTo>
                        <a:lnTo>
                          <a:pt x="1698" y="2316"/>
                        </a:lnTo>
                        <a:lnTo>
                          <a:pt x="1698" y="2286"/>
                        </a:lnTo>
                        <a:lnTo>
                          <a:pt x="1710" y="2262"/>
                        </a:lnTo>
                        <a:lnTo>
                          <a:pt x="1710" y="2238"/>
                        </a:lnTo>
                        <a:lnTo>
                          <a:pt x="1704" y="2232"/>
                        </a:lnTo>
                        <a:lnTo>
                          <a:pt x="1698" y="2196"/>
                        </a:lnTo>
                        <a:lnTo>
                          <a:pt x="1722" y="2196"/>
                        </a:lnTo>
                        <a:lnTo>
                          <a:pt x="1722" y="2172"/>
                        </a:lnTo>
                        <a:lnTo>
                          <a:pt x="1716" y="2166"/>
                        </a:lnTo>
                        <a:lnTo>
                          <a:pt x="1716" y="2154"/>
                        </a:lnTo>
                        <a:lnTo>
                          <a:pt x="1722" y="2148"/>
                        </a:lnTo>
                        <a:lnTo>
                          <a:pt x="1734" y="2148"/>
                        </a:lnTo>
                        <a:lnTo>
                          <a:pt x="1746" y="2154"/>
                        </a:lnTo>
                        <a:lnTo>
                          <a:pt x="1758" y="2166"/>
                        </a:lnTo>
                        <a:lnTo>
                          <a:pt x="1770" y="2172"/>
                        </a:lnTo>
                        <a:lnTo>
                          <a:pt x="1776" y="2184"/>
                        </a:lnTo>
                        <a:lnTo>
                          <a:pt x="1788" y="2190"/>
                        </a:lnTo>
                        <a:lnTo>
                          <a:pt x="1800" y="2190"/>
                        </a:lnTo>
                        <a:lnTo>
                          <a:pt x="1806" y="2184"/>
                        </a:lnTo>
                        <a:lnTo>
                          <a:pt x="1812" y="2172"/>
                        </a:lnTo>
                        <a:lnTo>
                          <a:pt x="1818" y="2166"/>
                        </a:lnTo>
                        <a:lnTo>
                          <a:pt x="1812" y="2154"/>
                        </a:lnTo>
                        <a:lnTo>
                          <a:pt x="1800" y="2142"/>
                        </a:lnTo>
                        <a:lnTo>
                          <a:pt x="1830" y="2130"/>
                        </a:lnTo>
                        <a:lnTo>
                          <a:pt x="1830" y="2106"/>
                        </a:lnTo>
                        <a:lnTo>
                          <a:pt x="1836" y="2106"/>
                        </a:lnTo>
                        <a:lnTo>
                          <a:pt x="1848" y="2100"/>
                        </a:lnTo>
                        <a:lnTo>
                          <a:pt x="1860" y="2100"/>
                        </a:lnTo>
                        <a:lnTo>
                          <a:pt x="1872" y="2094"/>
                        </a:lnTo>
                        <a:lnTo>
                          <a:pt x="1884" y="2082"/>
                        </a:lnTo>
                        <a:lnTo>
                          <a:pt x="1884" y="2064"/>
                        </a:lnTo>
                        <a:lnTo>
                          <a:pt x="1878" y="2058"/>
                        </a:lnTo>
                        <a:lnTo>
                          <a:pt x="1878" y="2052"/>
                        </a:lnTo>
                        <a:lnTo>
                          <a:pt x="1908" y="2052"/>
                        </a:lnTo>
                        <a:lnTo>
                          <a:pt x="1920" y="2058"/>
                        </a:lnTo>
                        <a:lnTo>
                          <a:pt x="1926" y="2058"/>
                        </a:lnTo>
                        <a:lnTo>
                          <a:pt x="1926" y="2064"/>
                        </a:lnTo>
                        <a:lnTo>
                          <a:pt x="1932" y="2070"/>
                        </a:lnTo>
                        <a:lnTo>
                          <a:pt x="1962" y="2070"/>
                        </a:lnTo>
                        <a:lnTo>
                          <a:pt x="1974" y="2058"/>
                        </a:lnTo>
                        <a:lnTo>
                          <a:pt x="1986" y="2052"/>
                        </a:lnTo>
                        <a:lnTo>
                          <a:pt x="2004" y="2052"/>
                        </a:lnTo>
                        <a:lnTo>
                          <a:pt x="2010" y="2058"/>
                        </a:lnTo>
                        <a:lnTo>
                          <a:pt x="2016" y="2070"/>
                        </a:lnTo>
                        <a:lnTo>
                          <a:pt x="2076" y="2070"/>
                        </a:lnTo>
                        <a:lnTo>
                          <a:pt x="2082" y="2076"/>
                        </a:lnTo>
                        <a:lnTo>
                          <a:pt x="2082" y="2082"/>
                        </a:lnTo>
                        <a:lnTo>
                          <a:pt x="2088" y="2094"/>
                        </a:lnTo>
                        <a:lnTo>
                          <a:pt x="2124" y="2094"/>
                        </a:lnTo>
                        <a:lnTo>
                          <a:pt x="2136" y="2124"/>
                        </a:lnTo>
                        <a:lnTo>
                          <a:pt x="2136" y="2130"/>
                        </a:lnTo>
                        <a:lnTo>
                          <a:pt x="2148" y="2142"/>
                        </a:lnTo>
                        <a:lnTo>
                          <a:pt x="2160" y="2142"/>
                        </a:lnTo>
                        <a:lnTo>
                          <a:pt x="2160" y="2124"/>
                        </a:lnTo>
                        <a:lnTo>
                          <a:pt x="2148" y="2112"/>
                        </a:lnTo>
                        <a:lnTo>
                          <a:pt x="2148" y="2106"/>
                        </a:lnTo>
                        <a:lnTo>
                          <a:pt x="2160" y="2106"/>
                        </a:lnTo>
                        <a:lnTo>
                          <a:pt x="2232" y="2142"/>
                        </a:lnTo>
                        <a:lnTo>
                          <a:pt x="2238" y="2136"/>
                        </a:lnTo>
                        <a:lnTo>
                          <a:pt x="2244" y="2124"/>
                        </a:lnTo>
                        <a:lnTo>
                          <a:pt x="2256" y="2118"/>
                        </a:lnTo>
                        <a:lnTo>
                          <a:pt x="2268" y="2106"/>
                        </a:lnTo>
                        <a:lnTo>
                          <a:pt x="2280" y="2100"/>
                        </a:lnTo>
                        <a:lnTo>
                          <a:pt x="2286" y="2100"/>
                        </a:lnTo>
                        <a:lnTo>
                          <a:pt x="2322" y="2118"/>
                        </a:lnTo>
                        <a:lnTo>
                          <a:pt x="2334" y="2118"/>
                        </a:lnTo>
                        <a:lnTo>
                          <a:pt x="2352" y="2112"/>
                        </a:lnTo>
                        <a:lnTo>
                          <a:pt x="2364" y="2106"/>
                        </a:lnTo>
                        <a:lnTo>
                          <a:pt x="2370" y="2100"/>
                        </a:lnTo>
                        <a:lnTo>
                          <a:pt x="2382" y="2100"/>
                        </a:lnTo>
                        <a:lnTo>
                          <a:pt x="2388" y="2106"/>
                        </a:lnTo>
                        <a:lnTo>
                          <a:pt x="2400" y="2112"/>
                        </a:lnTo>
                        <a:lnTo>
                          <a:pt x="2406" y="2124"/>
                        </a:lnTo>
                        <a:lnTo>
                          <a:pt x="2430" y="2136"/>
                        </a:lnTo>
                        <a:lnTo>
                          <a:pt x="2454" y="2136"/>
                        </a:lnTo>
                        <a:lnTo>
                          <a:pt x="2466" y="2142"/>
                        </a:lnTo>
                        <a:lnTo>
                          <a:pt x="2478" y="2142"/>
                        </a:lnTo>
                        <a:lnTo>
                          <a:pt x="2490" y="2118"/>
                        </a:lnTo>
                        <a:lnTo>
                          <a:pt x="2496" y="2124"/>
                        </a:lnTo>
                        <a:lnTo>
                          <a:pt x="2508" y="2124"/>
                        </a:lnTo>
                        <a:lnTo>
                          <a:pt x="2514" y="2130"/>
                        </a:lnTo>
                        <a:lnTo>
                          <a:pt x="2526" y="2136"/>
                        </a:lnTo>
                        <a:lnTo>
                          <a:pt x="2562" y="2136"/>
                        </a:lnTo>
                        <a:lnTo>
                          <a:pt x="2568" y="2130"/>
                        </a:lnTo>
                        <a:lnTo>
                          <a:pt x="2574" y="2118"/>
                        </a:lnTo>
                        <a:lnTo>
                          <a:pt x="2574" y="2106"/>
                        </a:lnTo>
                        <a:lnTo>
                          <a:pt x="2568" y="2088"/>
                        </a:lnTo>
                        <a:lnTo>
                          <a:pt x="2544" y="2064"/>
                        </a:lnTo>
                        <a:lnTo>
                          <a:pt x="2532" y="2058"/>
                        </a:lnTo>
                        <a:lnTo>
                          <a:pt x="2514" y="2052"/>
                        </a:lnTo>
                        <a:lnTo>
                          <a:pt x="2490" y="2052"/>
                        </a:lnTo>
                        <a:lnTo>
                          <a:pt x="2460" y="2022"/>
                        </a:lnTo>
                        <a:lnTo>
                          <a:pt x="2472" y="2022"/>
                        </a:lnTo>
                        <a:lnTo>
                          <a:pt x="2484" y="2016"/>
                        </a:lnTo>
                        <a:lnTo>
                          <a:pt x="2496" y="2016"/>
                        </a:lnTo>
                        <a:lnTo>
                          <a:pt x="2508" y="2004"/>
                        </a:lnTo>
                        <a:lnTo>
                          <a:pt x="2508" y="1992"/>
                        </a:lnTo>
                        <a:lnTo>
                          <a:pt x="2502" y="1986"/>
                        </a:lnTo>
                        <a:lnTo>
                          <a:pt x="2496" y="1974"/>
                        </a:lnTo>
                        <a:lnTo>
                          <a:pt x="2490" y="1968"/>
                        </a:lnTo>
                        <a:lnTo>
                          <a:pt x="2502" y="1956"/>
                        </a:lnTo>
                        <a:lnTo>
                          <a:pt x="2556" y="1956"/>
                        </a:lnTo>
                        <a:lnTo>
                          <a:pt x="2544" y="1944"/>
                        </a:lnTo>
                        <a:lnTo>
                          <a:pt x="2532" y="1944"/>
                        </a:lnTo>
                        <a:lnTo>
                          <a:pt x="2508" y="1932"/>
                        </a:lnTo>
                        <a:lnTo>
                          <a:pt x="2496" y="1932"/>
                        </a:lnTo>
                        <a:lnTo>
                          <a:pt x="2508" y="1914"/>
                        </a:lnTo>
                        <a:lnTo>
                          <a:pt x="2484" y="1914"/>
                        </a:lnTo>
                        <a:lnTo>
                          <a:pt x="2484" y="1908"/>
                        </a:lnTo>
                        <a:lnTo>
                          <a:pt x="2478" y="1902"/>
                        </a:lnTo>
                        <a:lnTo>
                          <a:pt x="2478" y="1896"/>
                        </a:lnTo>
                        <a:lnTo>
                          <a:pt x="2490" y="1884"/>
                        </a:lnTo>
                        <a:lnTo>
                          <a:pt x="2526" y="1872"/>
                        </a:lnTo>
                        <a:lnTo>
                          <a:pt x="2586" y="1866"/>
                        </a:lnTo>
                        <a:lnTo>
                          <a:pt x="2640" y="1866"/>
                        </a:lnTo>
                        <a:lnTo>
                          <a:pt x="2646" y="1848"/>
                        </a:lnTo>
                        <a:lnTo>
                          <a:pt x="2712" y="1848"/>
                        </a:lnTo>
                        <a:lnTo>
                          <a:pt x="2712" y="1830"/>
                        </a:lnTo>
                        <a:lnTo>
                          <a:pt x="2718" y="1824"/>
                        </a:lnTo>
                        <a:lnTo>
                          <a:pt x="2808" y="1824"/>
                        </a:lnTo>
                        <a:lnTo>
                          <a:pt x="2862" y="1806"/>
                        </a:lnTo>
                        <a:lnTo>
                          <a:pt x="2874" y="1806"/>
                        </a:lnTo>
                        <a:lnTo>
                          <a:pt x="2874" y="1794"/>
                        </a:lnTo>
                        <a:lnTo>
                          <a:pt x="2886" y="1782"/>
                        </a:lnTo>
                        <a:lnTo>
                          <a:pt x="2898" y="1776"/>
                        </a:lnTo>
                        <a:lnTo>
                          <a:pt x="2916" y="1770"/>
                        </a:lnTo>
                        <a:lnTo>
                          <a:pt x="2940" y="1770"/>
                        </a:lnTo>
                        <a:lnTo>
                          <a:pt x="2958" y="1776"/>
                        </a:lnTo>
                        <a:lnTo>
                          <a:pt x="2976" y="1776"/>
                        </a:lnTo>
                        <a:lnTo>
                          <a:pt x="2988" y="1788"/>
                        </a:lnTo>
                        <a:lnTo>
                          <a:pt x="3000" y="1788"/>
                        </a:lnTo>
                        <a:lnTo>
                          <a:pt x="3012" y="1776"/>
                        </a:lnTo>
                        <a:lnTo>
                          <a:pt x="3018" y="1776"/>
                        </a:lnTo>
                        <a:lnTo>
                          <a:pt x="3036" y="1794"/>
                        </a:lnTo>
                        <a:lnTo>
                          <a:pt x="3042" y="1806"/>
                        </a:lnTo>
                        <a:lnTo>
                          <a:pt x="3048" y="1812"/>
                        </a:lnTo>
                        <a:lnTo>
                          <a:pt x="3060" y="1812"/>
                        </a:lnTo>
                        <a:lnTo>
                          <a:pt x="3066" y="1818"/>
                        </a:lnTo>
                        <a:lnTo>
                          <a:pt x="3066" y="1860"/>
                        </a:lnTo>
                        <a:lnTo>
                          <a:pt x="3072" y="1866"/>
                        </a:lnTo>
                        <a:lnTo>
                          <a:pt x="3090" y="1866"/>
                        </a:lnTo>
                        <a:lnTo>
                          <a:pt x="3102" y="1860"/>
                        </a:lnTo>
                        <a:lnTo>
                          <a:pt x="3120" y="1860"/>
                        </a:lnTo>
                        <a:lnTo>
                          <a:pt x="3132" y="1842"/>
                        </a:lnTo>
                        <a:lnTo>
                          <a:pt x="3156" y="1878"/>
                        </a:lnTo>
                        <a:lnTo>
                          <a:pt x="3180" y="1866"/>
                        </a:lnTo>
                        <a:lnTo>
                          <a:pt x="3204" y="1878"/>
                        </a:lnTo>
                        <a:lnTo>
                          <a:pt x="3210" y="1872"/>
                        </a:lnTo>
                        <a:lnTo>
                          <a:pt x="3216" y="1872"/>
                        </a:lnTo>
                        <a:lnTo>
                          <a:pt x="3228" y="1878"/>
                        </a:lnTo>
                        <a:lnTo>
                          <a:pt x="3228" y="1902"/>
                        </a:lnTo>
                        <a:lnTo>
                          <a:pt x="3222" y="1908"/>
                        </a:lnTo>
                        <a:lnTo>
                          <a:pt x="3222" y="1914"/>
                        </a:lnTo>
                        <a:lnTo>
                          <a:pt x="3228" y="1914"/>
                        </a:lnTo>
                        <a:lnTo>
                          <a:pt x="3234" y="1908"/>
                        </a:lnTo>
                        <a:lnTo>
                          <a:pt x="3240" y="1908"/>
                        </a:lnTo>
                        <a:lnTo>
                          <a:pt x="3246" y="1902"/>
                        </a:lnTo>
                        <a:lnTo>
                          <a:pt x="3252" y="1902"/>
                        </a:lnTo>
                        <a:lnTo>
                          <a:pt x="3258" y="1908"/>
                        </a:lnTo>
                        <a:lnTo>
                          <a:pt x="3270" y="1914"/>
                        </a:lnTo>
                        <a:lnTo>
                          <a:pt x="3276" y="1920"/>
                        </a:lnTo>
                        <a:lnTo>
                          <a:pt x="3288" y="1926"/>
                        </a:lnTo>
                        <a:lnTo>
                          <a:pt x="3300" y="1914"/>
                        </a:lnTo>
                        <a:lnTo>
                          <a:pt x="3300" y="1896"/>
                        </a:lnTo>
                        <a:lnTo>
                          <a:pt x="3306" y="1890"/>
                        </a:lnTo>
                        <a:lnTo>
                          <a:pt x="3318" y="1884"/>
                        </a:lnTo>
                        <a:lnTo>
                          <a:pt x="3330" y="1884"/>
                        </a:lnTo>
                        <a:lnTo>
                          <a:pt x="3342" y="1866"/>
                        </a:lnTo>
                        <a:lnTo>
                          <a:pt x="3378" y="1854"/>
                        </a:lnTo>
                        <a:lnTo>
                          <a:pt x="3396" y="1836"/>
                        </a:lnTo>
                        <a:lnTo>
                          <a:pt x="3402" y="1836"/>
                        </a:lnTo>
                        <a:lnTo>
                          <a:pt x="3408" y="1842"/>
                        </a:lnTo>
                        <a:lnTo>
                          <a:pt x="3408" y="1860"/>
                        </a:lnTo>
                        <a:lnTo>
                          <a:pt x="3396" y="1872"/>
                        </a:lnTo>
                        <a:lnTo>
                          <a:pt x="3390" y="1872"/>
                        </a:lnTo>
                        <a:lnTo>
                          <a:pt x="3426" y="1890"/>
                        </a:lnTo>
                        <a:lnTo>
                          <a:pt x="3456" y="1902"/>
                        </a:lnTo>
                        <a:lnTo>
                          <a:pt x="3486" y="1920"/>
                        </a:lnTo>
                        <a:lnTo>
                          <a:pt x="3498" y="1926"/>
                        </a:lnTo>
                        <a:lnTo>
                          <a:pt x="3516" y="1938"/>
                        </a:lnTo>
                        <a:lnTo>
                          <a:pt x="3546" y="1968"/>
                        </a:lnTo>
                        <a:lnTo>
                          <a:pt x="3618" y="2028"/>
                        </a:lnTo>
                        <a:lnTo>
                          <a:pt x="3636" y="2052"/>
                        </a:lnTo>
                        <a:lnTo>
                          <a:pt x="3672" y="2088"/>
                        </a:lnTo>
                        <a:lnTo>
                          <a:pt x="3684" y="2106"/>
                        </a:lnTo>
                        <a:lnTo>
                          <a:pt x="3696" y="2118"/>
                        </a:lnTo>
                        <a:lnTo>
                          <a:pt x="3708" y="2124"/>
                        </a:lnTo>
                        <a:lnTo>
                          <a:pt x="3720" y="2124"/>
                        </a:lnTo>
                        <a:lnTo>
                          <a:pt x="3732" y="2118"/>
                        </a:lnTo>
                        <a:lnTo>
                          <a:pt x="3744" y="2106"/>
                        </a:lnTo>
                        <a:lnTo>
                          <a:pt x="3744" y="2094"/>
                        </a:lnTo>
                        <a:lnTo>
                          <a:pt x="3750" y="2088"/>
                        </a:lnTo>
                        <a:lnTo>
                          <a:pt x="3750" y="2082"/>
                        </a:lnTo>
                        <a:lnTo>
                          <a:pt x="3762" y="2082"/>
                        </a:lnTo>
                        <a:lnTo>
                          <a:pt x="3768" y="2088"/>
                        </a:lnTo>
                        <a:lnTo>
                          <a:pt x="3768" y="2100"/>
                        </a:lnTo>
                        <a:lnTo>
                          <a:pt x="3774" y="2106"/>
                        </a:lnTo>
                        <a:lnTo>
                          <a:pt x="3774" y="2112"/>
                        </a:lnTo>
                        <a:lnTo>
                          <a:pt x="3804" y="2112"/>
                        </a:lnTo>
                        <a:lnTo>
                          <a:pt x="3816" y="2118"/>
                        </a:lnTo>
                        <a:lnTo>
                          <a:pt x="3822" y="2130"/>
                        </a:lnTo>
                        <a:lnTo>
                          <a:pt x="3834" y="2136"/>
                        </a:lnTo>
                        <a:lnTo>
                          <a:pt x="3858" y="2136"/>
                        </a:lnTo>
                        <a:lnTo>
                          <a:pt x="3864" y="2124"/>
                        </a:lnTo>
                        <a:lnTo>
                          <a:pt x="3876" y="2118"/>
                        </a:lnTo>
                        <a:lnTo>
                          <a:pt x="3894" y="2112"/>
                        </a:lnTo>
                        <a:lnTo>
                          <a:pt x="3906" y="2106"/>
                        </a:lnTo>
                        <a:lnTo>
                          <a:pt x="3924" y="2106"/>
                        </a:lnTo>
                        <a:lnTo>
                          <a:pt x="3948" y="2118"/>
                        </a:lnTo>
                        <a:lnTo>
                          <a:pt x="3972" y="2142"/>
                        </a:lnTo>
                        <a:lnTo>
                          <a:pt x="3984" y="2148"/>
                        </a:lnTo>
                        <a:lnTo>
                          <a:pt x="3990" y="2160"/>
                        </a:lnTo>
                        <a:lnTo>
                          <a:pt x="4002" y="2160"/>
                        </a:lnTo>
                        <a:lnTo>
                          <a:pt x="4014" y="2166"/>
                        </a:lnTo>
                        <a:lnTo>
                          <a:pt x="4026" y="2166"/>
                        </a:lnTo>
                        <a:lnTo>
                          <a:pt x="4038" y="2172"/>
                        </a:lnTo>
                        <a:lnTo>
                          <a:pt x="4044" y="2172"/>
                        </a:lnTo>
                        <a:lnTo>
                          <a:pt x="4044" y="2178"/>
                        </a:lnTo>
                        <a:lnTo>
                          <a:pt x="4050" y="2190"/>
                        </a:lnTo>
                        <a:lnTo>
                          <a:pt x="4056" y="2196"/>
                        </a:lnTo>
                        <a:lnTo>
                          <a:pt x="4062" y="2208"/>
                        </a:lnTo>
                        <a:lnTo>
                          <a:pt x="4068" y="2214"/>
                        </a:lnTo>
                        <a:lnTo>
                          <a:pt x="4068" y="2220"/>
                        </a:lnTo>
                        <a:lnTo>
                          <a:pt x="4140" y="2226"/>
                        </a:lnTo>
                        <a:lnTo>
                          <a:pt x="4152" y="2190"/>
                        </a:lnTo>
                        <a:lnTo>
                          <a:pt x="4176" y="2214"/>
                        </a:lnTo>
                        <a:lnTo>
                          <a:pt x="4212" y="2256"/>
                        </a:lnTo>
                        <a:lnTo>
                          <a:pt x="4254" y="2256"/>
                        </a:lnTo>
                        <a:lnTo>
                          <a:pt x="4266" y="2244"/>
                        </a:lnTo>
                        <a:lnTo>
                          <a:pt x="4266" y="2226"/>
                        </a:lnTo>
                        <a:lnTo>
                          <a:pt x="4326" y="2226"/>
                        </a:lnTo>
                        <a:lnTo>
                          <a:pt x="4320" y="2214"/>
                        </a:lnTo>
                        <a:lnTo>
                          <a:pt x="4344" y="2214"/>
                        </a:lnTo>
                        <a:lnTo>
                          <a:pt x="4338" y="2208"/>
                        </a:lnTo>
                        <a:lnTo>
                          <a:pt x="4338" y="2202"/>
                        </a:lnTo>
                        <a:lnTo>
                          <a:pt x="4374" y="2166"/>
                        </a:lnTo>
                        <a:lnTo>
                          <a:pt x="4392" y="2166"/>
                        </a:lnTo>
                        <a:lnTo>
                          <a:pt x="4404" y="2148"/>
                        </a:lnTo>
                        <a:lnTo>
                          <a:pt x="4428" y="2148"/>
                        </a:lnTo>
                        <a:lnTo>
                          <a:pt x="4428" y="2142"/>
                        </a:lnTo>
                        <a:lnTo>
                          <a:pt x="4434" y="2136"/>
                        </a:lnTo>
                        <a:lnTo>
                          <a:pt x="4434" y="2130"/>
                        </a:lnTo>
                        <a:lnTo>
                          <a:pt x="4440" y="2124"/>
                        </a:lnTo>
                        <a:lnTo>
                          <a:pt x="4458" y="2124"/>
                        </a:lnTo>
                        <a:lnTo>
                          <a:pt x="4464" y="2130"/>
                        </a:lnTo>
                        <a:lnTo>
                          <a:pt x="4482" y="2124"/>
                        </a:lnTo>
                        <a:lnTo>
                          <a:pt x="4482" y="2130"/>
                        </a:lnTo>
                        <a:lnTo>
                          <a:pt x="4518" y="2130"/>
                        </a:lnTo>
                        <a:lnTo>
                          <a:pt x="4524" y="2148"/>
                        </a:lnTo>
                        <a:lnTo>
                          <a:pt x="4548" y="2148"/>
                        </a:lnTo>
                        <a:lnTo>
                          <a:pt x="4566" y="2142"/>
                        </a:lnTo>
                        <a:lnTo>
                          <a:pt x="4608" y="2142"/>
                        </a:lnTo>
                        <a:lnTo>
                          <a:pt x="4608" y="2148"/>
                        </a:lnTo>
                        <a:lnTo>
                          <a:pt x="4614" y="2154"/>
                        </a:lnTo>
                        <a:lnTo>
                          <a:pt x="4614" y="2166"/>
                        </a:lnTo>
                        <a:lnTo>
                          <a:pt x="4620" y="2172"/>
                        </a:lnTo>
                        <a:lnTo>
                          <a:pt x="4638" y="2178"/>
                        </a:lnTo>
                        <a:lnTo>
                          <a:pt x="4668" y="2178"/>
                        </a:lnTo>
                        <a:lnTo>
                          <a:pt x="4674" y="2190"/>
                        </a:lnTo>
                        <a:lnTo>
                          <a:pt x="4698" y="2184"/>
                        </a:lnTo>
                        <a:lnTo>
                          <a:pt x="4704" y="2196"/>
                        </a:lnTo>
                        <a:lnTo>
                          <a:pt x="4704" y="2190"/>
                        </a:lnTo>
                        <a:lnTo>
                          <a:pt x="4710" y="2184"/>
                        </a:lnTo>
                        <a:lnTo>
                          <a:pt x="4752" y="2184"/>
                        </a:lnTo>
                        <a:lnTo>
                          <a:pt x="4752" y="2196"/>
                        </a:lnTo>
                        <a:lnTo>
                          <a:pt x="4800" y="2190"/>
                        </a:lnTo>
                        <a:lnTo>
                          <a:pt x="4800" y="2202"/>
                        </a:lnTo>
                        <a:lnTo>
                          <a:pt x="4806" y="2208"/>
                        </a:lnTo>
                        <a:lnTo>
                          <a:pt x="4830" y="2196"/>
                        </a:lnTo>
                        <a:lnTo>
                          <a:pt x="4836" y="2190"/>
                        </a:lnTo>
                        <a:lnTo>
                          <a:pt x="4836" y="2184"/>
                        </a:lnTo>
                        <a:lnTo>
                          <a:pt x="4854" y="2184"/>
                        </a:lnTo>
                        <a:lnTo>
                          <a:pt x="4854" y="2160"/>
                        </a:lnTo>
                        <a:lnTo>
                          <a:pt x="4848" y="2148"/>
                        </a:lnTo>
                        <a:lnTo>
                          <a:pt x="4842" y="2142"/>
                        </a:lnTo>
                        <a:lnTo>
                          <a:pt x="4836" y="2142"/>
                        </a:lnTo>
                        <a:lnTo>
                          <a:pt x="4812" y="2106"/>
                        </a:lnTo>
                        <a:lnTo>
                          <a:pt x="4806" y="2088"/>
                        </a:lnTo>
                        <a:lnTo>
                          <a:pt x="4794" y="2076"/>
                        </a:lnTo>
                        <a:lnTo>
                          <a:pt x="4794" y="2064"/>
                        </a:lnTo>
                        <a:lnTo>
                          <a:pt x="4812" y="2064"/>
                        </a:lnTo>
                        <a:lnTo>
                          <a:pt x="4806" y="2052"/>
                        </a:lnTo>
                        <a:lnTo>
                          <a:pt x="4812" y="2052"/>
                        </a:lnTo>
                        <a:lnTo>
                          <a:pt x="4824" y="2046"/>
                        </a:lnTo>
                        <a:lnTo>
                          <a:pt x="4830" y="2034"/>
                        </a:lnTo>
                        <a:lnTo>
                          <a:pt x="4830" y="2016"/>
                        </a:lnTo>
                        <a:lnTo>
                          <a:pt x="4890" y="2046"/>
                        </a:lnTo>
                        <a:lnTo>
                          <a:pt x="4902" y="2046"/>
                        </a:lnTo>
                        <a:lnTo>
                          <a:pt x="4926" y="2052"/>
                        </a:lnTo>
                        <a:lnTo>
                          <a:pt x="4962" y="2052"/>
                        </a:lnTo>
                        <a:lnTo>
                          <a:pt x="4974" y="2058"/>
                        </a:lnTo>
                        <a:lnTo>
                          <a:pt x="4980" y="2064"/>
                        </a:lnTo>
                        <a:lnTo>
                          <a:pt x="5004" y="2076"/>
                        </a:lnTo>
                        <a:lnTo>
                          <a:pt x="5010" y="2076"/>
                        </a:lnTo>
                        <a:lnTo>
                          <a:pt x="5022" y="2070"/>
                        </a:lnTo>
                        <a:lnTo>
                          <a:pt x="5040" y="2070"/>
                        </a:lnTo>
                        <a:lnTo>
                          <a:pt x="5052" y="2076"/>
                        </a:lnTo>
                        <a:lnTo>
                          <a:pt x="5058" y="2082"/>
                        </a:lnTo>
                        <a:lnTo>
                          <a:pt x="5064" y="2094"/>
                        </a:lnTo>
                        <a:lnTo>
                          <a:pt x="5076" y="2106"/>
                        </a:lnTo>
                        <a:lnTo>
                          <a:pt x="5088" y="2130"/>
                        </a:lnTo>
                        <a:lnTo>
                          <a:pt x="5094" y="2136"/>
                        </a:lnTo>
                        <a:lnTo>
                          <a:pt x="5094" y="2142"/>
                        </a:lnTo>
                        <a:lnTo>
                          <a:pt x="5118" y="2136"/>
                        </a:lnTo>
                        <a:lnTo>
                          <a:pt x="5118" y="2142"/>
                        </a:lnTo>
                        <a:lnTo>
                          <a:pt x="5136" y="2160"/>
                        </a:lnTo>
                        <a:lnTo>
                          <a:pt x="5166" y="2160"/>
                        </a:lnTo>
                        <a:lnTo>
                          <a:pt x="5172" y="2166"/>
                        </a:lnTo>
                        <a:lnTo>
                          <a:pt x="5184" y="2166"/>
                        </a:lnTo>
                        <a:lnTo>
                          <a:pt x="5196" y="2172"/>
                        </a:lnTo>
                        <a:lnTo>
                          <a:pt x="5208" y="2172"/>
                        </a:lnTo>
                        <a:lnTo>
                          <a:pt x="5220" y="2166"/>
                        </a:lnTo>
                        <a:lnTo>
                          <a:pt x="5274" y="2148"/>
                        </a:lnTo>
                        <a:lnTo>
                          <a:pt x="5322" y="2148"/>
                        </a:lnTo>
                        <a:lnTo>
                          <a:pt x="5334" y="2154"/>
                        </a:lnTo>
                        <a:lnTo>
                          <a:pt x="5340" y="2154"/>
                        </a:lnTo>
                        <a:lnTo>
                          <a:pt x="5346" y="2160"/>
                        </a:lnTo>
                        <a:lnTo>
                          <a:pt x="5382" y="2160"/>
                        </a:lnTo>
                        <a:lnTo>
                          <a:pt x="5406" y="2184"/>
                        </a:lnTo>
                        <a:lnTo>
                          <a:pt x="5466" y="2184"/>
                        </a:lnTo>
                        <a:lnTo>
                          <a:pt x="5472" y="2190"/>
                        </a:lnTo>
                        <a:lnTo>
                          <a:pt x="5472" y="2196"/>
                        </a:lnTo>
                        <a:lnTo>
                          <a:pt x="5484" y="2208"/>
                        </a:lnTo>
                        <a:lnTo>
                          <a:pt x="5484" y="2214"/>
                        </a:lnTo>
                        <a:lnTo>
                          <a:pt x="5502" y="2214"/>
                        </a:lnTo>
                        <a:lnTo>
                          <a:pt x="5514" y="2220"/>
                        </a:lnTo>
                        <a:lnTo>
                          <a:pt x="5514" y="2232"/>
                        </a:lnTo>
                        <a:lnTo>
                          <a:pt x="5520" y="2238"/>
                        </a:lnTo>
                        <a:lnTo>
                          <a:pt x="5586" y="2238"/>
                        </a:lnTo>
                        <a:lnTo>
                          <a:pt x="5592" y="2244"/>
                        </a:lnTo>
                        <a:lnTo>
                          <a:pt x="5598" y="2244"/>
                        </a:lnTo>
                        <a:lnTo>
                          <a:pt x="5610" y="2250"/>
                        </a:lnTo>
                        <a:lnTo>
                          <a:pt x="5634" y="2250"/>
                        </a:lnTo>
                        <a:lnTo>
                          <a:pt x="5646" y="2244"/>
                        </a:lnTo>
                        <a:lnTo>
                          <a:pt x="5664" y="2244"/>
                        </a:lnTo>
                        <a:lnTo>
                          <a:pt x="5670" y="2250"/>
                        </a:lnTo>
                        <a:lnTo>
                          <a:pt x="5670" y="2256"/>
                        </a:lnTo>
                        <a:lnTo>
                          <a:pt x="5676" y="2256"/>
                        </a:lnTo>
                        <a:lnTo>
                          <a:pt x="5694" y="2238"/>
                        </a:lnTo>
                        <a:lnTo>
                          <a:pt x="5694" y="2232"/>
                        </a:lnTo>
                        <a:lnTo>
                          <a:pt x="5742" y="2232"/>
                        </a:lnTo>
                        <a:lnTo>
                          <a:pt x="5754" y="2220"/>
                        </a:lnTo>
                        <a:lnTo>
                          <a:pt x="5790" y="2220"/>
                        </a:lnTo>
                        <a:lnTo>
                          <a:pt x="5802" y="2208"/>
                        </a:lnTo>
                        <a:lnTo>
                          <a:pt x="5802" y="2196"/>
                        </a:lnTo>
                        <a:lnTo>
                          <a:pt x="5832" y="2166"/>
                        </a:lnTo>
                        <a:lnTo>
                          <a:pt x="5850" y="2166"/>
                        </a:lnTo>
                        <a:lnTo>
                          <a:pt x="5862" y="2172"/>
                        </a:lnTo>
                        <a:lnTo>
                          <a:pt x="5898" y="2172"/>
                        </a:lnTo>
                        <a:lnTo>
                          <a:pt x="5916" y="2190"/>
                        </a:lnTo>
                        <a:lnTo>
                          <a:pt x="5928" y="2196"/>
                        </a:lnTo>
                        <a:lnTo>
                          <a:pt x="5952" y="2196"/>
                        </a:lnTo>
                        <a:lnTo>
                          <a:pt x="5964" y="2190"/>
                        </a:lnTo>
                        <a:lnTo>
                          <a:pt x="5970" y="2184"/>
                        </a:lnTo>
                        <a:lnTo>
                          <a:pt x="5994" y="2190"/>
                        </a:lnTo>
                        <a:lnTo>
                          <a:pt x="6012" y="2190"/>
                        </a:lnTo>
                        <a:lnTo>
                          <a:pt x="6048" y="2214"/>
                        </a:lnTo>
                        <a:lnTo>
                          <a:pt x="6084" y="2214"/>
                        </a:lnTo>
                        <a:lnTo>
                          <a:pt x="6090" y="2220"/>
                        </a:lnTo>
                        <a:lnTo>
                          <a:pt x="6102" y="2220"/>
                        </a:lnTo>
                        <a:lnTo>
                          <a:pt x="6120" y="2202"/>
                        </a:lnTo>
                        <a:lnTo>
                          <a:pt x="6120" y="2190"/>
                        </a:lnTo>
                        <a:lnTo>
                          <a:pt x="6144" y="2190"/>
                        </a:lnTo>
                        <a:lnTo>
                          <a:pt x="6156" y="2184"/>
                        </a:lnTo>
                        <a:lnTo>
                          <a:pt x="6162" y="2178"/>
                        </a:lnTo>
                        <a:lnTo>
                          <a:pt x="6162" y="2166"/>
                        </a:lnTo>
                        <a:lnTo>
                          <a:pt x="6150" y="2166"/>
                        </a:lnTo>
                        <a:lnTo>
                          <a:pt x="6144" y="2160"/>
                        </a:lnTo>
                        <a:lnTo>
                          <a:pt x="6138" y="2118"/>
                        </a:lnTo>
                        <a:lnTo>
                          <a:pt x="6138" y="2046"/>
                        </a:lnTo>
                        <a:lnTo>
                          <a:pt x="6156" y="2028"/>
                        </a:lnTo>
                        <a:lnTo>
                          <a:pt x="6156" y="2016"/>
                        </a:lnTo>
                        <a:lnTo>
                          <a:pt x="6150" y="2010"/>
                        </a:lnTo>
                        <a:lnTo>
                          <a:pt x="6138" y="2004"/>
                        </a:lnTo>
                        <a:lnTo>
                          <a:pt x="6126" y="1992"/>
                        </a:lnTo>
                        <a:lnTo>
                          <a:pt x="6114" y="1992"/>
                        </a:lnTo>
                        <a:lnTo>
                          <a:pt x="6108" y="1986"/>
                        </a:lnTo>
                        <a:lnTo>
                          <a:pt x="6096" y="1986"/>
                        </a:lnTo>
                        <a:lnTo>
                          <a:pt x="6078" y="1980"/>
                        </a:lnTo>
                        <a:lnTo>
                          <a:pt x="6072" y="1980"/>
                        </a:lnTo>
                        <a:lnTo>
                          <a:pt x="6072" y="1968"/>
                        </a:lnTo>
                        <a:lnTo>
                          <a:pt x="6078" y="1968"/>
                        </a:lnTo>
                        <a:lnTo>
                          <a:pt x="6120" y="1926"/>
                        </a:lnTo>
                        <a:lnTo>
                          <a:pt x="6156" y="1920"/>
                        </a:lnTo>
                        <a:lnTo>
                          <a:pt x="6162" y="1908"/>
                        </a:lnTo>
                        <a:lnTo>
                          <a:pt x="6204" y="1914"/>
                        </a:lnTo>
                        <a:lnTo>
                          <a:pt x="6258" y="1902"/>
                        </a:lnTo>
                        <a:lnTo>
                          <a:pt x="6294" y="1920"/>
                        </a:lnTo>
                        <a:lnTo>
                          <a:pt x="6330" y="1944"/>
                        </a:lnTo>
                        <a:lnTo>
                          <a:pt x="6402" y="1944"/>
                        </a:lnTo>
                        <a:lnTo>
                          <a:pt x="6408" y="1950"/>
                        </a:lnTo>
                        <a:lnTo>
                          <a:pt x="6420" y="1956"/>
                        </a:lnTo>
                        <a:lnTo>
                          <a:pt x="6426" y="1962"/>
                        </a:lnTo>
                        <a:lnTo>
                          <a:pt x="6438" y="1968"/>
                        </a:lnTo>
                        <a:lnTo>
                          <a:pt x="6438" y="1980"/>
                        </a:lnTo>
                        <a:lnTo>
                          <a:pt x="6444" y="1980"/>
                        </a:lnTo>
                        <a:lnTo>
                          <a:pt x="6456" y="1992"/>
                        </a:lnTo>
                        <a:lnTo>
                          <a:pt x="6468" y="1998"/>
                        </a:lnTo>
                        <a:lnTo>
                          <a:pt x="6480" y="2010"/>
                        </a:lnTo>
                        <a:lnTo>
                          <a:pt x="6492" y="2010"/>
                        </a:lnTo>
                        <a:lnTo>
                          <a:pt x="6498" y="2016"/>
                        </a:lnTo>
                        <a:lnTo>
                          <a:pt x="6504" y="2016"/>
                        </a:lnTo>
                        <a:lnTo>
                          <a:pt x="6510" y="2046"/>
                        </a:lnTo>
                        <a:lnTo>
                          <a:pt x="6558" y="2070"/>
                        </a:lnTo>
                        <a:lnTo>
                          <a:pt x="6570" y="2100"/>
                        </a:lnTo>
                        <a:lnTo>
                          <a:pt x="6582" y="2100"/>
                        </a:lnTo>
                        <a:lnTo>
                          <a:pt x="6630" y="2124"/>
                        </a:lnTo>
                        <a:lnTo>
                          <a:pt x="6636" y="2136"/>
                        </a:lnTo>
                        <a:lnTo>
                          <a:pt x="6654" y="2154"/>
                        </a:lnTo>
                        <a:lnTo>
                          <a:pt x="6660" y="2166"/>
                        </a:lnTo>
                        <a:lnTo>
                          <a:pt x="6672" y="2166"/>
                        </a:lnTo>
                        <a:lnTo>
                          <a:pt x="6678" y="2190"/>
                        </a:lnTo>
                        <a:lnTo>
                          <a:pt x="6684" y="2190"/>
                        </a:lnTo>
                        <a:lnTo>
                          <a:pt x="6690" y="2196"/>
                        </a:lnTo>
                        <a:lnTo>
                          <a:pt x="6714" y="2208"/>
                        </a:lnTo>
                        <a:lnTo>
                          <a:pt x="6720" y="2214"/>
                        </a:lnTo>
                        <a:lnTo>
                          <a:pt x="6732" y="2220"/>
                        </a:lnTo>
                        <a:lnTo>
                          <a:pt x="6780" y="2220"/>
                        </a:lnTo>
                        <a:lnTo>
                          <a:pt x="6792" y="2226"/>
                        </a:lnTo>
                        <a:lnTo>
                          <a:pt x="6798" y="2232"/>
                        </a:lnTo>
                        <a:lnTo>
                          <a:pt x="6810" y="2238"/>
                        </a:lnTo>
                        <a:lnTo>
                          <a:pt x="6822" y="2226"/>
                        </a:lnTo>
                        <a:lnTo>
                          <a:pt x="6834" y="2226"/>
                        </a:lnTo>
                        <a:lnTo>
                          <a:pt x="6852" y="2244"/>
                        </a:lnTo>
                        <a:lnTo>
                          <a:pt x="6864" y="2250"/>
                        </a:lnTo>
                        <a:lnTo>
                          <a:pt x="6882" y="2268"/>
                        </a:lnTo>
                        <a:lnTo>
                          <a:pt x="6924" y="2268"/>
                        </a:lnTo>
                        <a:lnTo>
                          <a:pt x="6942" y="2298"/>
                        </a:lnTo>
                        <a:lnTo>
                          <a:pt x="6960" y="2298"/>
                        </a:lnTo>
                        <a:lnTo>
                          <a:pt x="6966" y="2304"/>
                        </a:lnTo>
                        <a:lnTo>
                          <a:pt x="6966" y="2310"/>
                        </a:lnTo>
                        <a:lnTo>
                          <a:pt x="6972" y="2322"/>
                        </a:lnTo>
                        <a:lnTo>
                          <a:pt x="6972" y="2334"/>
                        </a:lnTo>
                        <a:lnTo>
                          <a:pt x="7014" y="2364"/>
                        </a:lnTo>
                        <a:lnTo>
                          <a:pt x="7038" y="2358"/>
                        </a:lnTo>
                        <a:lnTo>
                          <a:pt x="7050" y="2370"/>
                        </a:lnTo>
                        <a:lnTo>
                          <a:pt x="7068" y="2370"/>
                        </a:lnTo>
                        <a:lnTo>
                          <a:pt x="7068" y="2358"/>
                        </a:lnTo>
                        <a:lnTo>
                          <a:pt x="7098" y="2364"/>
                        </a:lnTo>
                        <a:lnTo>
                          <a:pt x="7098" y="2346"/>
                        </a:lnTo>
                        <a:lnTo>
                          <a:pt x="7104" y="2340"/>
                        </a:lnTo>
                        <a:lnTo>
                          <a:pt x="7110" y="2340"/>
                        </a:lnTo>
                        <a:lnTo>
                          <a:pt x="7122" y="2334"/>
                        </a:lnTo>
                        <a:lnTo>
                          <a:pt x="7152" y="2334"/>
                        </a:lnTo>
                        <a:lnTo>
                          <a:pt x="7158" y="2310"/>
                        </a:lnTo>
                        <a:lnTo>
                          <a:pt x="7200" y="2310"/>
                        </a:lnTo>
                        <a:lnTo>
                          <a:pt x="7212" y="2316"/>
                        </a:lnTo>
                        <a:lnTo>
                          <a:pt x="7218" y="2328"/>
                        </a:lnTo>
                        <a:lnTo>
                          <a:pt x="7218" y="2346"/>
                        </a:lnTo>
                        <a:lnTo>
                          <a:pt x="7242" y="2358"/>
                        </a:lnTo>
                        <a:lnTo>
                          <a:pt x="7242" y="2388"/>
                        </a:lnTo>
                        <a:lnTo>
                          <a:pt x="7224" y="2394"/>
                        </a:lnTo>
                        <a:lnTo>
                          <a:pt x="7236" y="2412"/>
                        </a:lnTo>
                        <a:lnTo>
                          <a:pt x="7236" y="2430"/>
                        </a:lnTo>
                        <a:lnTo>
                          <a:pt x="7248" y="2442"/>
                        </a:lnTo>
                        <a:lnTo>
                          <a:pt x="7248" y="2466"/>
                        </a:lnTo>
                        <a:lnTo>
                          <a:pt x="7266" y="2472"/>
                        </a:lnTo>
                        <a:lnTo>
                          <a:pt x="7260" y="2502"/>
                        </a:lnTo>
                        <a:lnTo>
                          <a:pt x="7266" y="2526"/>
                        </a:lnTo>
                        <a:lnTo>
                          <a:pt x="7260" y="2532"/>
                        </a:lnTo>
                        <a:lnTo>
                          <a:pt x="7254" y="2532"/>
                        </a:lnTo>
                        <a:lnTo>
                          <a:pt x="7254" y="2550"/>
                        </a:lnTo>
                        <a:lnTo>
                          <a:pt x="7260" y="2562"/>
                        </a:lnTo>
                        <a:lnTo>
                          <a:pt x="7260" y="2574"/>
                        </a:lnTo>
                        <a:lnTo>
                          <a:pt x="7254" y="2580"/>
                        </a:lnTo>
                        <a:lnTo>
                          <a:pt x="7248" y="2580"/>
                        </a:lnTo>
                        <a:lnTo>
                          <a:pt x="7236" y="2574"/>
                        </a:lnTo>
                        <a:lnTo>
                          <a:pt x="7224" y="2574"/>
                        </a:lnTo>
                        <a:lnTo>
                          <a:pt x="7206" y="2568"/>
                        </a:lnTo>
                        <a:lnTo>
                          <a:pt x="7194" y="2562"/>
                        </a:lnTo>
                        <a:lnTo>
                          <a:pt x="7170" y="2562"/>
                        </a:lnTo>
                        <a:lnTo>
                          <a:pt x="7164" y="2568"/>
                        </a:lnTo>
                        <a:lnTo>
                          <a:pt x="7170" y="2574"/>
                        </a:lnTo>
                        <a:lnTo>
                          <a:pt x="7170" y="2586"/>
                        </a:lnTo>
                        <a:lnTo>
                          <a:pt x="7146" y="2586"/>
                        </a:lnTo>
                        <a:lnTo>
                          <a:pt x="7146" y="2598"/>
                        </a:lnTo>
                        <a:lnTo>
                          <a:pt x="7152" y="2610"/>
                        </a:lnTo>
                        <a:lnTo>
                          <a:pt x="7158" y="2610"/>
                        </a:lnTo>
                        <a:lnTo>
                          <a:pt x="7170" y="2622"/>
                        </a:lnTo>
                        <a:lnTo>
                          <a:pt x="7182" y="2628"/>
                        </a:lnTo>
                        <a:lnTo>
                          <a:pt x="7194" y="2646"/>
                        </a:lnTo>
                        <a:lnTo>
                          <a:pt x="7206" y="2658"/>
                        </a:lnTo>
                        <a:lnTo>
                          <a:pt x="7212" y="2676"/>
                        </a:lnTo>
                        <a:lnTo>
                          <a:pt x="7212" y="2688"/>
                        </a:lnTo>
                        <a:lnTo>
                          <a:pt x="7224" y="2700"/>
                        </a:lnTo>
                        <a:lnTo>
                          <a:pt x="7230" y="2712"/>
                        </a:lnTo>
                        <a:lnTo>
                          <a:pt x="7236" y="2748"/>
                        </a:lnTo>
                        <a:lnTo>
                          <a:pt x="7206" y="2742"/>
                        </a:lnTo>
                        <a:lnTo>
                          <a:pt x="7200" y="2766"/>
                        </a:lnTo>
                        <a:lnTo>
                          <a:pt x="7224" y="2778"/>
                        </a:lnTo>
                        <a:lnTo>
                          <a:pt x="7260" y="2778"/>
                        </a:lnTo>
                        <a:lnTo>
                          <a:pt x="7260" y="2718"/>
                        </a:lnTo>
                        <a:lnTo>
                          <a:pt x="7266" y="2712"/>
                        </a:lnTo>
                        <a:lnTo>
                          <a:pt x="7272" y="2712"/>
                        </a:lnTo>
                        <a:lnTo>
                          <a:pt x="7284" y="2718"/>
                        </a:lnTo>
                        <a:lnTo>
                          <a:pt x="7290" y="2724"/>
                        </a:lnTo>
                        <a:lnTo>
                          <a:pt x="7302" y="2712"/>
                        </a:lnTo>
                        <a:lnTo>
                          <a:pt x="7308" y="2724"/>
                        </a:lnTo>
                        <a:lnTo>
                          <a:pt x="7314" y="2730"/>
                        </a:lnTo>
                        <a:lnTo>
                          <a:pt x="7320" y="2742"/>
                        </a:lnTo>
                        <a:lnTo>
                          <a:pt x="7332" y="2754"/>
                        </a:lnTo>
                        <a:lnTo>
                          <a:pt x="7344" y="2754"/>
                        </a:lnTo>
                        <a:lnTo>
                          <a:pt x="7356" y="2748"/>
                        </a:lnTo>
                        <a:lnTo>
                          <a:pt x="7368" y="2748"/>
                        </a:lnTo>
                        <a:lnTo>
                          <a:pt x="7374" y="2742"/>
                        </a:lnTo>
                        <a:lnTo>
                          <a:pt x="7380" y="2742"/>
                        </a:lnTo>
                        <a:lnTo>
                          <a:pt x="7380" y="2760"/>
                        </a:lnTo>
                        <a:lnTo>
                          <a:pt x="7386" y="2760"/>
                        </a:lnTo>
                        <a:lnTo>
                          <a:pt x="7392" y="2754"/>
                        </a:lnTo>
                        <a:lnTo>
                          <a:pt x="7404" y="2748"/>
                        </a:lnTo>
                        <a:lnTo>
                          <a:pt x="7422" y="2742"/>
                        </a:lnTo>
                        <a:lnTo>
                          <a:pt x="7440" y="2730"/>
                        </a:lnTo>
                        <a:lnTo>
                          <a:pt x="7452" y="2724"/>
                        </a:lnTo>
                        <a:lnTo>
                          <a:pt x="7464" y="2700"/>
                        </a:lnTo>
                        <a:lnTo>
                          <a:pt x="7464" y="2682"/>
                        </a:lnTo>
                        <a:lnTo>
                          <a:pt x="7470" y="2664"/>
                        </a:lnTo>
                        <a:lnTo>
                          <a:pt x="7470" y="2628"/>
                        </a:lnTo>
                        <a:lnTo>
                          <a:pt x="7494" y="2622"/>
                        </a:lnTo>
                        <a:lnTo>
                          <a:pt x="7494" y="2562"/>
                        </a:lnTo>
                        <a:lnTo>
                          <a:pt x="7500" y="2550"/>
                        </a:lnTo>
                        <a:lnTo>
                          <a:pt x="7506" y="2544"/>
                        </a:lnTo>
                        <a:lnTo>
                          <a:pt x="7518" y="2520"/>
                        </a:lnTo>
                        <a:lnTo>
                          <a:pt x="7518" y="2490"/>
                        </a:lnTo>
                        <a:lnTo>
                          <a:pt x="7524" y="2472"/>
                        </a:lnTo>
                        <a:lnTo>
                          <a:pt x="7524" y="2454"/>
                        </a:lnTo>
                        <a:lnTo>
                          <a:pt x="7518" y="2442"/>
                        </a:lnTo>
                        <a:lnTo>
                          <a:pt x="7518" y="2424"/>
                        </a:lnTo>
                        <a:lnTo>
                          <a:pt x="7512" y="2418"/>
                        </a:lnTo>
                        <a:lnTo>
                          <a:pt x="7512" y="2412"/>
                        </a:lnTo>
                        <a:lnTo>
                          <a:pt x="7518" y="2400"/>
                        </a:lnTo>
                        <a:lnTo>
                          <a:pt x="7524" y="2394"/>
                        </a:lnTo>
                        <a:lnTo>
                          <a:pt x="7524" y="2382"/>
                        </a:lnTo>
                        <a:lnTo>
                          <a:pt x="7530" y="2376"/>
                        </a:lnTo>
                        <a:lnTo>
                          <a:pt x="7530" y="2364"/>
                        </a:lnTo>
                        <a:lnTo>
                          <a:pt x="7524" y="2358"/>
                        </a:lnTo>
                        <a:lnTo>
                          <a:pt x="7518" y="2346"/>
                        </a:lnTo>
                        <a:lnTo>
                          <a:pt x="7524" y="2334"/>
                        </a:lnTo>
                        <a:lnTo>
                          <a:pt x="7530" y="2328"/>
                        </a:lnTo>
                        <a:lnTo>
                          <a:pt x="7536" y="2316"/>
                        </a:lnTo>
                        <a:lnTo>
                          <a:pt x="7536" y="2298"/>
                        </a:lnTo>
                        <a:lnTo>
                          <a:pt x="7530" y="2292"/>
                        </a:lnTo>
                        <a:lnTo>
                          <a:pt x="7530" y="2280"/>
                        </a:lnTo>
                        <a:lnTo>
                          <a:pt x="7518" y="2256"/>
                        </a:lnTo>
                        <a:lnTo>
                          <a:pt x="7512" y="2250"/>
                        </a:lnTo>
                        <a:lnTo>
                          <a:pt x="7512" y="2238"/>
                        </a:lnTo>
                        <a:lnTo>
                          <a:pt x="7506" y="2232"/>
                        </a:lnTo>
                        <a:lnTo>
                          <a:pt x="7506" y="2220"/>
                        </a:lnTo>
                        <a:lnTo>
                          <a:pt x="7500" y="2214"/>
                        </a:lnTo>
                        <a:lnTo>
                          <a:pt x="7500" y="2202"/>
                        </a:lnTo>
                        <a:lnTo>
                          <a:pt x="7494" y="2196"/>
                        </a:lnTo>
                        <a:lnTo>
                          <a:pt x="7482" y="2190"/>
                        </a:lnTo>
                        <a:lnTo>
                          <a:pt x="7476" y="2184"/>
                        </a:lnTo>
                        <a:lnTo>
                          <a:pt x="7482" y="2178"/>
                        </a:lnTo>
                        <a:lnTo>
                          <a:pt x="7476" y="2178"/>
                        </a:lnTo>
                        <a:lnTo>
                          <a:pt x="7470" y="2172"/>
                        </a:lnTo>
                        <a:lnTo>
                          <a:pt x="7458" y="2166"/>
                        </a:lnTo>
                        <a:lnTo>
                          <a:pt x="7446" y="2154"/>
                        </a:lnTo>
                        <a:lnTo>
                          <a:pt x="7440" y="2142"/>
                        </a:lnTo>
                        <a:lnTo>
                          <a:pt x="7434" y="2124"/>
                        </a:lnTo>
                        <a:lnTo>
                          <a:pt x="7434" y="2112"/>
                        </a:lnTo>
                        <a:lnTo>
                          <a:pt x="7428" y="2106"/>
                        </a:lnTo>
                        <a:lnTo>
                          <a:pt x="7428" y="2100"/>
                        </a:lnTo>
                        <a:lnTo>
                          <a:pt x="7416" y="2094"/>
                        </a:lnTo>
                        <a:lnTo>
                          <a:pt x="7416" y="2082"/>
                        </a:lnTo>
                        <a:lnTo>
                          <a:pt x="7422" y="2070"/>
                        </a:lnTo>
                        <a:lnTo>
                          <a:pt x="7422" y="2040"/>
                        </a:lnTo>
                        <a:lnTo>
                          <a:pt x="7410" y="2028"/>
                        </a:lnTo>
                        <a:lnTo>
                          <a:pt x="7404" y="2016"/>
                        </a:lnTo>
                        <a:lnTo>
                          <a:pt x="7398" y="2010"/>
                        </a:lnTo>
                        <a:lnTo>
                          <a:pt x="7380" y="2004"/>
                        </a:lnTo>
                        <a:lnTo>
                          <a:pt x="7380" y="1998"/>
                        </a:lnTo>
                        <a:lnTo>
                          <a:pt x="7374" y="1992"/>
                        </a:lnTo>
                        <a:lnTo>
                          <a:pt x="7368" y="1980"/>
                        </a:lnTo>
                        <a:lnTo>
                          <a:pt x="7356" y="1968"/>
                        </a:lnTo>
                        <a:lnTo>
                          <a:pt x="7344" y="1968"/>
                        </a:lnTo>
                        <a:lnTo>
                          <a:pt x="7332" y="1956"/>
                        </a:lnTo>
                        <a:lnTo>
                          <a:pt x="7326" y="1956"/>
                        </a:lnTo>
                        <a:lnTo>
                          <a:pt x="7308" y="1950"/>
                        </a:lnTo>
                        <a:lnTo>
                          <a:pt x="7302" y="1938"/>
                        </a:lnTo>
                        <a:lnTo>
                          <a:pt x="7308" y="1938"/>
                        </a:lnTo>
                        <a:lnTo>
                          <a:pt x="7314" y="1944"/>
                        </a:lnTo>
                        <a:lnTo>
                          <a:pt x="7326" y="1944"/>
                        </a:lnTo>
                        <a:lnTo>
                          <a:pt x="7332" y="1950"/>
                        </a:lnTo>
                        <a:lnTo>
                          <a:pt x="7344" y="1950"/>
                        </a:lnTo>
                        <a:lnTo>
                          <a:pt x="7350" y="1944"/>
                        </a:lnTo>
                        <a:lnTo>
                          <a:pt x="7350" y="1938"/>
                        </a:lnTo>
                        <a:lnTo>
                          <a:pt x="7344" y="1938"/>
                        </a:lnTo>
                        <a:lnTo>
                          <a:pt x="7332" y="1932"/>
                        </a:lnTo>
                        <a:lnTo>
                          <a:pt x="7326" y="1926"/>
                        </a:lnTo>
                        <a:lnTo>
                          <a:pt x="7320" y="1926"/>
                        </a:lnTo>
                        <a:lnTo>
                          <a:pt x="7242" y="1890"/>
                        </a:lnTo>
                        <a:lnTo>
                          <a:pt x="7236" y="1890"/>
                        </a:lnTo>
                        <a:lnTo>
                          <a:pt x="7230" y="1884"/>
                        </a:lnTo>
                        <a:lnTo>
                          <a:pt x="7218" y="1878"/>
                        </a:lnTo>
                        <a:lnTo>
                          <a:pt x="7206" y="1866"/>
                        </a:lnTo>
                        <a:lnTo>
                          <a:pt x="7194" y="1860"/>
                        </a:lnTo>
                        <a:lnTo>
                          <a:pt x="7188" y="1854"/>
                        </a:lnTo>
                        <a:lnTo>
                          <a:pt x="7170" y="1854"/>
                        </a:lnTo>
                        <a:lnTo>
                          <a:pt x="7164" y="1860"/>
                        </a:lnTo>
                        <a:lnTo>
                          <a:pt x="7152" y="1866"/>
                        </a:lnTo>
                        <a:lnTo>
                          <a:pt x="7116" y="1854"/>
                        </a:lnTo>
                        <a:lnTo>
                          <a:pt x="7152" y="1896"/>
                        </a:lnTo>
                        <a:lnTo>
                          <a:pt x="7146" y="1920"/>
                        </a:lnTo>
                        <a:lnTo>
                          <a:pt x="7134" y="1920"/>
                        </a:lnTo>
                        <a:lnTo>
                          <a:pt x="7134" y="1890"/>
                        </a:lnTo>
                        <a:lnTo>
                          <a:pt x="7116" y="1878"/>
                        </a:lnTo>
                        <a:lnTo>
                          <a:pt x="7116" y="1908"/>
                        </a:lnTo>
                        <a:lnTo>
                          <a:pt x="7068" y="1908"/>
                        </a:lnTo>
                        <a:lnTo>
                          <a:pt x="7074" y="1902"/>
                        </a:lnTo>
                        <a:lnTo>
                          <a:pt x="7074" y="1884"/>
                        </a:lnTo>
                        <a:lnTo>
                          <a:pt x="7068" y="1878"/>
                        </a:lnTo>
                        <a:lnTo>
                          <a:pt x="7044" y="1878"/>
                        </a:lnTo>
                        <a:lnTo>
                          <a:pt x="7038" y="1890"/>
                        </a:lnTo>
                        <a:lnTo>
                          <a:pt x="7014" y="1890"/>
                        </a:lnTo>
                        <a:lnTo>
                          <a:pt x="7002" y="1854"/>
                        </a:lnTo>
                        <a:lnTo>
                          <a:pt x="6996" y="1854"/>
                        </a:lnTo>
                        <a:lnTo>
                          <a:pt x="6984" y="1830"/>
                        </a:lnTo>
                        <a:lnTo>
                          <a:pt x="6912" y="1836"/>
                        </a:lnTo>
                        <a:lnTo>
                          <a:pt x="6906" y="1824"/>
                        </a:lnTo>
                        <a:lnTo>
                          <a:pt x="6882" y="1824"/>
                        </a:lnTo>
                        <a:lnTo>
                          <a:pt x="6870" y="1818"/>
                        </a:lnTo>
                        <a:lnTo>
                          <a:pt x="6864" y="1812"/>
                        </a:lnTo>
                        <a:lnTo>
                          <a:pt x="6864" y="1794"/>
                        </a:lnTo>
                        <a:lnTo>
                          <a:pt x="6876" y="1788"/>
                        </a:lnTo>
                        <a:lnTo>
                          <a:pt x="6888" y="1776"/>
                        </a:lnTo>
                        <a:lnTo>
                          <a:pt x="6900" y="1776"/>
                        </a:lnTo>
                        <a:lnTo>
                          <a:pt x="6900" y="1752"/>
                        </a:lnTo>
                        <a:lnTo>
                          <a:pt x="6906" y="1752"/>
                        </a:lnTo>
                        <a:lnTo>
                          <a:pt x="6918" y="1746"/>
                        </a:lnTo>
                        <a:lnTo>
                          <a:pt x="6930" y="1734"/>
                        </a:lnTo>
                        <a:lnTo>
                          <a:pt x="6930" y="1728"/>
                        </a:lnTo>
                        <a:lnTo>
                          <a:pt x="6936" y="1716"/>
                        </a:lnTo>
                        <a:lnTo>
                          <a:pt x="6936" y="1710"/>
                        </a:lnTo>
                        <a:lnTo>
                          <a:pt x="6942" y="1698"/>
                        </a:lnTo>
                        <a:lnTo>
                          <a:pt x="6930" y="1686"/>
                        </a:lnTo>
                        <a:lnTo>
                          <a:pt x="6942" y="1662"/>
                        </a:lnTo>
                        <a:lnTo>
                          <a:pt x="6930" y="1650"/>
                        </a:lnTo>
                        <a:lnTo>
                          <a:pt x="6948" y="1632"/>
                        </a:lnTo>
                        <a:lnTo>
                          <a:pt x="6972" y="1626"/>
                        </a:lnTo>
                        <a:lnTo>
                          <a:pt x="6960" y="1596"/>
                        </a:lnTo>
                        <a:lnTo>
                          <a:pt x="6984" y="1590"/>
                        </a:lnTo>
                        <a:lnTo>
                          <a:pt x="6960" y="1554"/>
                        </a:lnTo>
                        <a:lnTo>
                          <a:pt x="6990" y="1542"/>
                        </a:lnTo>
                        <a:lnTo>
                          <a:pt x="6990" y="1500"/>
                        </a:lnTo>
                        <a:lnTo>
                          <a:pt x="6996" y="1488"/>
                        </a:lnTo>
                        <a:lnTo>
                          <a:pt x="7002" y="1482"/>
                        </a:lnTo>
                        <a:lnTo>
                          <a:pt x="7020" y="1470"/>
                        </a:lnTo>
                        <a:lnTo>
                          <a:pt x="7032" y="1464"/>
                        </a:lnTo>
                        <a:lnTo>
                          <a:pt x="7050" y="1464"/>
                        </a:lnTo>
                        <a:lnTo>
                          <a:pt x="7068" y="1470"/>
                        </a:lnTo>
                        <a:lnTo>
                          <a:pt x="7188" y="1470"/>
                        </a:lnTo>
                        <a:lnTo>
                          <a:pt x="7206" y="1488"/>
                        </a:lnTo>
                        <a:lnTo>
                          <a:pt x="7224" y="1482"/>
                        </a:lnTo>
                        <a:lnTo>
                          <a:pt x="7218" y="1464"/>
                        </a:lnTo>
                        <a:lnTo>
                          <a:pt x="7290" y="1482"/>
                        </a:lnTo>
                        <a:lnTo>
                          <a:pt x="7320" y="1464"/>
                        </a:lnTo>
                        <a:lnTo>
                          <a:pt x="7350" y="1488"/>
                        </a:lnTo>
                        <a:lnTo>
                          <a:pt x="7356" y="1452"/>
                        </a:lnTo>
                        <a:lnTo>
                          <a:pt x="7434" y="1452"/>
                        </a:lnTo>
                        <a:lnTo>
                          <a:pt x="7446" y="1458"/>
                        </a:lnTo>
                        <a:lnTo>
                          <a:pt x="7452" y="1470"/>
                        </a:lnTo>
                        <a:lnTo>
                          <a:pt x="7458" y="1470"/>
                        </a:lnTo>
                        <a:lnTo>
                          <a:pt x="7464" y="1464"/>
                        </a:lnTo>
                        <a:lnTo>
                          <a:pt x="7476" y="1464"/>
                        </a:lnTo>
                        <a:lnTo>
                          <a:pt x="7482" y="1458"/>
                        </a:lnTo>
                        <a:lnTo>
                          <a:pt x="7494" y="1452"/>
                        </a:lnTo>
                        <a:lnTo>
                          <a:pt x="7518" y="1470"/>
                        </a:lnTo>
                        <a:lnTo>
                          <a:pt x="7560" y="1476"/>
                        </a:lnTo>
                        <a:lnTo>
                          <a:pt x="7506" y="1488"/>
                        </a:lnTo>
                        <a:lnTo>
                          <a:pt x="7506" y="1494"/>
                        </a:lnTo>
                        <a:lnTo>
                          <a:pt x="7512" y="1500"/>
                        </a:lnTo>
                        <a:lnTo>
                          <a:pt x="7524" y="1506"/>
                        </a:lnTo>
                        <a:lnTo>
                          <a:pt x="7530" y="1512"/>
                        </a:lnTo>
                        <a:lnTo>
                          <a:pt x="7542" y="1512"/>
                        </a:lnTo>
                        <a:lnTo>
                          <a:pt x="7548" y="1506"/>
                        </a:lnTo>
                        <a:lnTo>
                          <a:pt x="7560" y="1506"/>
                        </a:lnTo>
                        <a:lnTo>
                          <a:pt x="7572" y="1500"/>
                        </a:lnTo>
                        <a:lnTo>
                          <a:pt x="7578" y="1494"/>
                        </a:lnTo>
                        <a:lnTo>
                          <a:pt x="7584" y="1494"/>
                        </a:lnTo>
                        <a:lnTo>
                          <a:pt x="7614" y="1506"/>
                        </a:lnTo>
                        <a:lnTo>
                          <a:pt x="7638" y="1488"/>
                        </a:lnTo>
                        <a:lnTo>
                          <a:pt x="7644" y="1488"/>
                        </a:lnTo>
                        <a:lnTo>
                          <a:pt x="7650" y="1494"/>
                        </a:lnTo>
                        <a:lnTo>
                          <a:pt x="7686" y="1494"/>
                        </a:lnTo>
                        <a:lnTo>
                          <a:pt x="7692" y="1488"/>
                        </a:lnTo>
                        <a:lnTo>
                          <a:pt x="7692" y="1476"/>
                        </a:lnTo>
                        <a:lnTo>
                          <a:pt x="7728" y="1482"/>
                        </a:lnTo>
                        <a:lnTo>
                          <a:pt x="7680" y="1452"/>
                        </a:lnTo>
                        <a:lnTo>
                          <a:pt x="7650" y="1464"/>
                        </a:lnTo>
                        <a:lnTo>
                          <a:pt x="7644" y="1446"/>
                        </a:lnTo>
                        <a:lnTo>
                          <a:pt x="7638" y="1434"/>
                        </a:lnTo>
                        <a:lnTo>
                          <a:pt x="7632" y="1428"/>
                        </a:lnTo>
                        <a:lnTo>
                          <a:pt x="7626" y="1416"/>
                        </a:lnTo>
                        <a:lnTo>
                          <a:pt x="7626" y="1398"/>
                        </a:lnTo>
                        <a:lnTo>
                          <a:pt x="7650" y="1374"/>
                        </a:lnTo>
                        <a:lnTo>
                          <a:pt x="7644" y="1344"/>
                        </a:lnTo>
                        <a:lnTo>
                          <a:pt x="7662" y="1332"/>
                        </a:lnTo>
                        <a:lnTo>
                          <a:pt x="7650" y="1326"/>
                        </a:lnTo>
                        <a:lnTo>
                          <a:pt x="7638" y="1314"/>
                        </a:lnTo>
                        <a:lnTo>
                          <a:pt x="7638" y="1302"/>
                        </a:lnTo>
                        <a:lnTo>
                          <a:pt x="7644" y="1296"/>
                        </a:lnTo>
                        <a:lnTo>
                          <a:pt x="7662" y="1290"/>
                        </a:lnTo>
                        <a:lnTo>
                          <a:pt x="7698" y="1290"/>
                        </a:lnTo>
                        <a:lnTo>
                          <a:pt x="7710" y="1296"/>
                        </a:lnTo>
                        <a:lnTo>
                          <a:pt x="7728" y="1296"/>
                        </a:lnTo>
                        <a:lnTo>
                          <a:pt x="7746" y="1278"/>
                        </a:lnTo>
                        <a:lnTo>
                          <a:pt x="7782" y="1308"/>
                        </a:lnTo>
                        <a:lnTo>
                          <a:pt x="7806" y="1290"/>
                        </a:lnTo>
                        <a:lnTo>
                          <a:pt x="7812" y="1302"/>
                        </a:lnTo>
                        <a:lnTo>
                          <a:pt x="7818" y="1308"/>
                        </a:lnTo>
                        <a:lnTo>
                          <a:pt x="7830" y="1332"/>
                        </a:lnTo>
                        <a:lnTo>
                          <a:pt x="7830" y="1338"/>
                        </a:lnTo>
                        <a:lnTo>
                          <a:pt x="7836" y="1344"/>
                        </a:lnTo>
                        <a:lnTo>
                          <a:pt x="7878" y="1344"/>
                        </a:lnTo>
                        <a:lnTo>
                          <a:pt x="7878" y="1362"/>
                        </a:lnTo>
                        <a:lnTo>
                          <a:pt x="7884" y="1374"/>
                        </a:lnTo>
                        <a:lnTo>
                          <a:pt x="7890" y="1380"/>
                        </a:lnTo>
                        <a:lnTo>
                          <a:pt x="7896" y="1380"/>
                        </a:lnTo>
                        <a:lnTo>
                          <a:pt x="7914" y="1362"/>
                        </a:lnTo>
                        <a:lnTo>
                          <a:pt x="7932" y="1326"/>
                        </a:lnTo>
                        <a:lnTo>
                          <a:pt x="7938" y="1320"/>
                        </a:lnTo>
                        <a:lnTo>
                          <a:pt x="7938" y="1314"/>
                        </a:lnTo>
                        <a:lnTo>
                          <a:pt x="7962" y="1302"/>
                        </a:lnTo>
                        <a:lnTo>
                          <a:pt x="7992" y="1314"/>
                        </a:lnTo>
                        <a:lnTo>
                          <a:pt x="7986" y="1302"/>
                        </a:lnTo>
                        <a:lnTo>
                          <a:pt x="7962" y="1284"/>
                        </a:lnTo>
                        <a:lnTo>
                          <a:pt x="7956" y="1278"/>
                        </a:lnTo>
                        <a:lnTo>
                          <a:pt x="7932" y="1266"/>
                        </a:lnTo>
                        <a:lnTo>
                          <a:pt x="7926" y="1254"/>
                        </a:lnTo>
                        <a:lnTo>
                          <a:pt x="7914" y="1248"/>
                        </a:lnTo>
                        <a:lnTo>
                          <a:pt x="7908" y="1242"/>
                        </a:lnTo>
                        <a:lnTo>
                          <a:pt x="7908" y="1230"/>
                        </a:lnTo>
                        <a:lnTo>
                          <a:pt x="7962" y="1230"/>
                        </a:lnTo>
                        <a:lnTo>
                          <a:pt x="7992" y="1236"/>
                        </a:lnTo>
                        <a:lnTo>
                          <a:pt x="8052" y="1236"/>
                        </a:lnTo>
                        <a:lnTo>
                          <a:pt x="8052" y="1254"/>
                        </a:lnTo>
                        <a:lnTo>
                          <a:pt x="8040" y="1254"/>
                        </a:lnTo>
                        <a:lnTo>
                          <a:pt x="8028" y="1248"/>
                        </a:lnTo>
                        <a:lnTo>
                          <a:pt x="7992" y="1248"/>
                        </a:lnTo>
                        <a:lnTo>
                          <a:pt x="7992" y="1266"/>
                        </a:lnTo>
                        <a:lnTo>
                          <a:pt x="8016" y="1290"/>
                        </a:lnTo>
                        <a:lnTo>
                          <a:pt x="8028" y="1296"/>
                        </a:lnTo>
                        <a:lnTo>
                          <a:pt x="8034" y="1320"/>
                        </a:lnTo>
                        <a:lnTo>
                          <a:pt x="8064" y="1326"/>
                        </a:lnTo>
                        <a:lnTo>
                          <a:pt x="8058" y="1344"/>
                        </a:lnTo>
                        <a:lnTo>
                          <a:pt x="8076" y="1362"/>
                        </a:lnTo>
                        <a:lnTo>
                          <a:pt x="8046" y="1368"/>
                        </a:lnTo>
                        <a:lnTo>
                          <a:pt x="8040" y="1380"/>
                        </a:lnTo>
                        <a:lnTo>
                          <a:pt x="8022" y="1386"/>
                        </a:lnTo>
                        <a:lnTo>
                          <a:pt x="8028" y="1398"/>
                        </a:lnTo>
                        <a:lnTo>
                          <a:pt x="8028" y="1404"/>
                        </a:lnTo>
                        <a:lnTo>
                          <a:pt x="8034" y="1416"/>
                        </a:lnTo>
                        <a:lnTo>
                          <a:pt x="8034" y="1440"/>
                        </a:lnTo>
                        <a:lnTo>
                          <a:pt x="8028" y="1452"/>
                        </a:lnTo>
                        <a:lnTo>
                          <a:pt x="8016" y="1464"/>
                        </a:lnTo>
                        <a:lnTo>
                          <a:pt x="8004" y="1488"/>
                        </a:lnTo>
                        <a:lnTo>
                          <a:pt x="8004" y="1506"/>
                        </a:lnTo>
                        <a:lnTo>
                          <a:pt x="8010" y="1506"/>
                        </a:lnTo>
                        <a:lnTo>
                          <a:pt x="8016" y="1512"/>
                        </a:lnTo>
                        <a:lnTo>
                          <a:pt x="8022" y="1524"/>
                        </a:lnTo>
                        <a:lnTo>
                          <a:pt x="8016" y="1530"/>
                        </a:lnTo>
                        <a:lnTo>
                          <a:pt x="8010" y="1542"/>
                        </a:lnTo>
                        <a:lnTo>
                          <a:pt x="7986" y="1566"/>
                        </a:lnTo>
                        <a:lnTo>
                          <a:pt x="7974" y="1572"/>
                        </a:lnTo>
                        <a:lnTo>
                          <a:pt x="7968" y="1578"/>
                        </a:lnTo>
                        <a:lnTo>
                          <a:pt x="7962" y="1578"/>
                        </a:lnTo>
                        <a:lnTo>
                          <a:pt x="7962" y="1596"/>
                        </a:lnTo>
                        <a:lnTo>
                          <a:pt x="7944" y="1596"/>
                        </a:lnTo>
                        <a:lnTo>
                          <a:pt x="7950" y="1596"/>
                        </a:lnTo>
                        <a:lnTo>
                          <a:pt x="7956" y="1602"/>
                        </a:lnTo>
                        <a:lnTo>
                          <a:pt x="7968" y="1608"/>
                        </a:lnTo>
                        <a:lnTo>
                          <a:pt x="7980" y="1632"/>
                        </a:lnTo>
                        <a:lnTo>
                          <a:pt x="7974" y="1650"/>
                        </a:lnTo>
                        <a:lnTo>
                          <a:pt x="7974" y="1662"/>
                        </a:lnTo>
                        <a:lnTo>
                          <a:pt x="7968" y="1674"/>
                        </a:lnTo>
                        <a:lnTo>
                          <a:pt x="7968" y="1686"/>
                        </a:lnTo>
                        <a:lnTo>
                          <a:pt x="7974" y="1704"/>
                        </a:lnTo>
                        <a:lnTo>
                          <a:pt x="7992" y="1722"/>
                        </a:lnTo>
                        <a:lnTo>
                          <a:pt x="8016" y="1752"/>
                        </a:lnTo>
                        <a:lnTo>
                          <a:pt x="8046" y="1776"/>
                        </a:lnTo>
                        <a:lnTo>
                          <a:pt x="8070" y="1800"/>
                        </a:lnTo>
                        <a:lnTo>
                          <a:pt x="8082" y="1806"/>
                        </a:lnTo>
                        <a:lnTo>
                          <a:pt x="8142" y="1872"/>
                        </a:lnTo>
                        <a:lnTo>
                          <a:pt x="8154" y="1866"/>
                        </a:lnTo>
                        <a:lnTo>
                          <a:pt x="8238" y="1962"/>
                        </a:lnTo>
                        <a:lnTo>
                          <a:pt x="8286" y="1980"/>
                        </a:lnTo>
                        <a:lnTo>
                          <a:pt x="8310" y="2004"/>
                        </a:lnTo>
                        <a:lnTo>
                          <a:pt x="8316" y="2016"/>
                        </a:lnTo>
                        <a:lnTo>
                          <a:pt x="8328" y="2022"/>
                        </a:lnTo>
                        <a:lnTo>
                          <a:pt x="8334" y="2034"/>
                        </a:lnTo>
                        <a:lnTo>
                          <a:pt x="8388" y="2088"/>
                        </a:lnTo>
                        <a:lnTo>
                          <a:pt x="8406" y="2088"/>
                        </a:lnTo>
                        <a:lnTo>
                          <a:pt x="8406" y="2106"/>
                        </a:lnTo>
                        <a:lnTo>
                          <a:pt x="8418" y="2106"/>
                        </a:lnTo>
                        <a:lnTo>
                          <a:pt x="8430" y="2100"/>
                        </a:lnTo>
                        <a:lnTo>
                          <a:pt x="8436" y="2094"/>
                        </a:lnTo>
                        <a:lnTo>
                          <a:pt x="8442" y="2082"/>
                        </a:lnTo>
                        <a:lnTo>
                          <a:pt x="8442" y="2076"/>
                        </a:lnTo>
                        <a:lnTo>
                          <a:pt x="8430" y="2064"/>
                        </a:lnTo>
                        <a:lnTo>
                          <a:pt x="8436" y="2058"/>
                        </a:lnTo>
                        <a:lnTo>
                          <a:pt x="8442" y="2046"/>
                        </a:lnTo>
                        <a:lnTo>
                          <a:pt x="8448" y="2040"/>
                        </a:lnTo>
                        <a:lnTo>
                          <a:pt x="8448" y="2022"/>
                        </a:lnTo>
                        <a:lnTo>
                          <a:pt x="8430" y="2004"/>
                        </a:lnTo>
                        <a:lnTo>
                          <a:pt x="8418" y="1998"/>
                        </a:lnTo>
                        <a:lnTo>
                          <a:pt x="8406" y="1974"/>
                        </a:lnTo>
                        <a:lnTo>
                          <a:pt x="8406" y="1962"/>
                        </a:lnTo>
                        <a:lnTo>
                          <a:pt x="8412" y="1950"/>
                        </a:lnTo>
                        <a:lnTo>
                          <a:pt x="8430" y="1932"/>
                        </a:lnTo>
                        <a:lnTo>
                          <a:pt x="8442" y="1932"/>
                        </a:lnTo>
                        <a:lnTo>
                          <a:pt x="8454" y="1938"/>
                        </a:lnTo>
                        <a:lnTo>
                          <a:pt x="8460" y="1938"/>
                        </a:lnTo>
                        <a:lnTo>
                          <a:pt x="8466" y="1944"/>
                        </a:lnTo>
                        <a:lnTo>
                          <a:pt x="8472" y="1944"/>
                        </a:lnTo>
                        <a:lnTo>
                          <a:pt x="8466" y="1938"/>
                        </a:lnTo>
                        <a:lnTo>
                          <a:pt x="8460" y="1926"/>
                        </a:lnTo>
                        <a:lnTo>
                          <a:pt x="8448" y="1920"/>
                        </a:lnTo>
                        <a:lnTo>
                          <a:pt x="8442" y="1908"/>
                        </a:lnTo>
                        <a:lnTo>
                          <a:pt x="8424" y="1890"/>
                        </a:lnTo>
                        <a:lnTo>
                          <a:pt x="8412" y="1890"/>
                        </a:lnTo>
                        <a:lnTo>
                          <a:pt x="8406" y="1884"/>
                        </a:lnTo>
                        <a:lnTo>
                          <a:pt x="8400" y="1872"/>
                        </a:lnTo>
                        <a:lnTo>
                          <a:pt x="8400" y="1860"/>
                        </a:lnTo>
                        <a:lnTo>
                          <a:pt x="8406" y="1848"/>
                        </a:lnTo>
                        <a:lnTo>
                          <a:pt x="8412" y="1842"/>
                        </a:lnTo>
                        <a:lnTo>
                          <a:pt x="8424" y="1836"/>
                        </a:lnTo>
                        <a:lnTo>
                          <a:pt x="8430" y="1830"/>
                        </a:lnTo>
                        <a:lnTo>
                          <a:pt x="8442" y="1836"/>
                        </a:lnTo>
                        <a:lnTo>
                          <a:pt x="8466" y="1836"/>
                        </a:lnTo>
                        <a:lnTo>
                          <a:pt x="8472" y="1830"/>
                        </a:lnTo>
                        <a:lnTo>
                          <a:pt x="8472" y="1812"/>
                        </a:lnTo>
                        <a:lnTo>
                          <a:pt x="8454" y="1794"/>
                        </a:lnTo>
                        <a:lnTo>
                          <a:pt x="8436" y="1788"/>
                        </a:lnTo>
                        <a:lnTo>
                          <a:pt x="8424" y="1782"/>
                        </a:lnTo>
                        <a:lnTo>
                          <a:pt x="8406" y="1770"/>
                        </a:lnTo>
                        <a:lnTo>
                          <a:pt x="8394" y="1758"/>
                        </a:lnTo>
                        <a:lnTo>
                          <a:pt x="8388" y="1740"/>
                        </a:lnTo>
                        <a:lnTo>
                          <a:pt x="8376" y="1716"/>
                        </a:lnTo>
                        <a:lnTo>
                          <a:pt x="8376" y="1704"/>
                        </a:lnTo>
                        <a:lnTo>
                          <a:pt x="8370" y="1698"/>
                        </a:lnTo>
                        <a:lnTo>
                          <a:pt x="8370" y="1692"/>
                        </a:lnTo>
                        <a:lnTo>
                          <a:pt x="8382" y="1686"/>
                        </a:lnTo>
                        <a:lnTo>
                          <a:pt x="8406" y="1710"/>
                        </a:lnTo>
                        <a:lnTo>
                          <a:pt x="8418" y="1716"/>
                        </a:lnTo>
                        <a:lnTo>
                          <a:pt x="8430" y="1716"/>
                        </a:lnTo>
                        <a:lnTo>
                          <a:pt x="8430" y="1710"/>
                        </a:lnTo>
                        <a:lnTo>
                          <a:pt x="8424" y="1704"/>
                        </a:lnTo>
                        <a:lnTo>
                          <a:pt x="8418" y="1692"/>
                        </a:lnTo>
                        <a:lnTo>
                          <a:pt x="8412" y="1686"/>
                        </a:lnTo>
                        <a:lnTo>
                          <a:pt x="8406" y="1674"/>
                        </a:lnTo>
                        <a:lnTo>
                          <a:pt x="8400" y="1668"/>
                        </a:lnTo>
                        <a:lnTo>
                          <a:pt x="8364" y="1668"/>
                        </a:lnTo>
                        <a:lnTo>
                          <a:pt x="8316" y="1626"/>
                        </a:lnTo>
                        <a:lnTo>
                          <a:pt x="8316" y="1596"/>
                        </a:lnTo>
                        <a:lnTo>
                          <a:pt x="8310" y="1590"/>
                        </a:lnTo>
                        <a:lnTo>
                          <a:pt x="8298" y="1584"/>
                        </a:lnTo>
                        <a:lnTo>
                          <a:pt x="8280" y="1578"/>
                        </a:lnTo>
                        <a:lnTo>
                          <a:pt x="8268" y="1572"/>
                        </a:lnTo>
                        <a:lnTo>
                          <a:pt x="8256" y="1572"/>
                        </a:lnTo>
                        <a:lnTo>
                          <a:pt x="8256" y="1590"/>
                        </a:lnTo>
                        <a:lnTo>
                          <a:pt x="8250" y="1590"/>
                        </a:lnTo>
                        <a:lnTo>
                          <a:pt x="8244" y="1584"/>
                        </a:lnTo>
                        <a:lnTo>
                          <a:pt x="8232" y="1584"/>
                        </a:lnTo>
                        <a:lnTo>
                          <a:pt x="8214" y="1572"/>
                        </a:lnTo>
                        <a:lnTo>
                          <a:pt x="8202" y="1566"/>
                        </a:lnTo>
                        <a:lnTo>
                          <a:pt x="8196" y="1560"/>
                        </a:lnTo>
                        <a:lnTo>
                          <a:pt x="8190" y="1548"/>
                        </a:lnTo>
                        <a:lnTo>
                          <a:pt x="8190" y="1536"/>
                        </a:lnTo>
                        <a:lnTo>
                          <a:pt x="8196" y="1524"/>
                        </a:lnTo>
                        <a:lnTo>
                          <a:pt x="8196" y="1500"/>
                        </a:lnTo>
                        <a:lnTo>
                          <a:pt x="8184" y="1476"/>
                        </a:lnTo>
                        <a:lnTo>
                          <a:pt x="8166" y="1458"/>
                        </a:lnTo>
                        <a:lnTo>
                          <a:pt x="8154" y="1452"/>
                        </a:lnTo>
                        <a:lnTo>
                          <a:pt x="8154" y="1434"/>
                        </a:lnTo>
                        <a:lnTo>
                          <a:pt x="8160" y="1428"/>
                        </a:lnTo>
                        <a:lnTo>
                          <a:pt x="8172" y="1428"/>
                        </a:lnTo>
                        <a:lnTo>
                          <a:pt x="8184" y="1434"/>
                        </a:lnTo>
                        <a:lnTo>
                          <a:pt x="8196" y="1416"/>
                        </a:lnTo>
                        <a:lnTo>
                          <a:pt x="8232" y="1446"/>
                        </a:lnTo>
                        <a:lnTo>
                          <a:pt x="8238" y="1440"/>
                        </a:lnTo>
                        <a:lnTo>
                          <a:pt x="8226" y="1428"/>
                        </a:lnTo>
                        <a:lnTo>
                          <a:pt x="8226" y="1422"/>
                        </a:lnTo>
                        <a:lnTo>
                          <a:pt x="8232" y="1416"/>
                        </a:lnTo>
                        <a:lnTo>
                          <a:pt x="8232" y="1404"/>
                        </a:lnTo>
                        <a:lnTo>
                          <a:pt x="8238" y="1392"/>
                        </a:lnTo>
                        <a:lnTo>
                          <a:pt x="8250" y="1386"/>
                        </a:lnTo>
                        <a:lnTo>
                          <a:pt x="8256" y="1386"/>
                        </a:lnTo>
                        <a:lnTo>
                          <a:pt x="8274" y="1404"/>
                        </a:lnTo>
                        <a:lnTo>
                          <a:pt x="8280" y="1416"/>
                        </a:lnTo>
                        <a:lnTo>
                          <a:pt x="8292" y="1428"/>
                        </a:lnTo>
                        <a:lnTo>
                          <a:pt x="8304" y="1434"/>
                        </a:lnTo>
                        <a:lnTo>
                          <a:pt x="8310" y="1446"/>
                        </a:lnTo>
                        <a:lnTo>
                          <a:pt x="8322" y="1398"/>
                        </a:lnTo>
                        <a:lnTo>
                          <a:pt x="8334" y="1398"/>
                        </a:lnTo>
                        <a:lnTo>
                          <a:pt x="8364" y="1392"/>
                        </a:lnTo>
                        <a:lnTo>
                          <a:pt x="8400" y="1386"/>
                        </a:lnTo>
                        <a:lnTo>
                          <a:pt x="8430" y="1386"/>
                        </a:lnTo>
                        <a:lnTo>
                          <a:pt x="8478" y="1410"/>
                        </a:lnTo>
                        <a:lnTo>
                          <a:pt x="8484" y="1416"/>
                        </a:lnTo>
                        <a:lnTo>
                          <a:pt x="8490" y="1416"/>
                        </a:lnTo>
                        <a:lnTo>
                          <a:pt x="8532" y="1434"/>
                        </a:lnTo>
                        <a:lnTo>
                          <a:pt x="8502" y="1374"/>
                        </a:lnTo>
                        <a:lnTo>
                          <a:pt x="8526" y="1374"/>
                        </a:lnTo>
                        <a:lnTo>
                          <a:pt x="8538" y="1368"/>
                        </a:lnTo>
                        <a:lnTo>
                          <a:pt x="8550" y="1356"/>
                        </a:lnTo>
                        <a:lnTo>
                          <a:pt x="8550" y="1332"/>
                        </a:lnTo>
                        <a:lnTo>
                          <a:pt x="8544" y="1326"/>
                        </a:lnTo>
                        <a:lnTo>
                          <a:pt x="8538" y="1314"/>
                        </a:lnTo>
                        <a:lnTo>
                          <a:pt x="8562" y="1314"/>
                        </a:lnTo>
                        <a:lnTo>
                          <a:pt x="8562" y="1290"/>
                        </a:lnTo>
                        <a:lnTo>
                          <a:pt x="8574" y="1290"/>
                        </a:lnTo>
                        <a:lnTo>
                          <a:pt x="8586" y="1296"/>
                        </a:lnTo>
                        <a:lnTo>
                          <a:pt x="8616" y="1296"/>
                        </a:lnTo>
                        <a:lnTo>
                          <a:pt x="8628" y="1290"/>
                        </a:lnTo>
                        <a:lnTo>
                          <a:pt x="8634" y="1284"/>
                        </a:lnTo>
                        <a:lnTo>
                          <a:pt x="8640" y="1272"/>
                        </a:lnTo>
                        <a:lnTo>
                          <a:pt x="8652" y="1260"/>
                        </a:lnTo>
                        <a:lnTo>
                          <a:pt x="8658" y="1248"/>
                        </a:lnTo>
                        <a:lnTo>
                          <a:pt x="8664" y="1242"/>
                        </a:lnTo>
                        <a:lnTo>
                          <a:pt x="8670" y="1242"/>
                        </a:lnTo>
                        <a:lnTo>
                          <a:pt x="8652" y="1218"/>
                        </a:lnTo>
                        <a:lnTo>
                          <a:pt x="8682" y="1218"/>
                        </a:lnTo>
                        <a:lnTo>
                          <a:pt x="8688" y="1236"/>
                        </a:lnTo>
                        <a:lnTo>
                          <a:pt x="8748" y="1242"/>
                        </a:lnTo>
                        <a:lnTo>
                          <a:pt x="8760" y="1242"/>
                        </a:lnTo>
                        <a:lnTo>
                          <a:pt x="8772" y="1248"/>
                        </a:lnTo>
                        <a:lnTo>
                          <a:pt x="8808" y="1248"/>
                        </a:lnTo>
                        <a:lnTo>
                          <a:pt x="8808" y="1230"/>
                        </a:lnTo>
                        <a:lnTo>
                          <a:pt x="8802" y="1218"/>
                        </a:lnTo>
                        <a:lnTo>
                          <a:pt x="8766" y="1218"/>
                        </a:lnTo>
                        <a:lnTo>
                          <a:pt x="8760" y="1194"/>
                        </a:lnTo>
                        <a:lnTo>
                          <a:pt x="8754" y="1194"/>
                        </a:lnTo>
                        <a:lnTo>
                          <a:pt x="8748" y="1188"/>
                        </a:lnTo>
                        <a:lnTo>
                          <a:pt x="8736" y="1188"/>
                        </a:lnTo>
                        <a:lnTo>
                          <a:pt x="8712" y="1176"/>
                        </a:lnTo>
                        <a:lnTo>
                          <a:pt x="8700" y="1176"/>
                        </a:lnTo>
                        <a:lnTo>
                          <a:pt x="8688" y="1170"/>
                        </a:lnTo>
                        <a:lnTo>
                          <a:pt x="8658" y="1170"/>
                        </a:lnTo>
                        <a:lnTo>
                          <a:pt x="8664" y="1152"/>
                        </a:lnTo>
                        <a:lnTo>
                          <a:pt x="8592" y="1104"/>
                        </a:lnTo>
                        <a:lnTo>
                          <a:pt x="8574" y="1122"/>
                        </a:lnTo>
                        <a:lnTo>
                          <a:pt x="8568" y="1122"/>
                        </a:lnTo>
                        <a:lnTo>
                          <a:pt x="8562" y="1116"/>
                        </a:lnTo>
                        <a:lnTo>
                          <a:pt x="8550" y="1116"/>
                        </a:lnTo>
                        <a:lnTo>
                          <a:pt x="8538" y="1110"/>
                        </a:lnTo>
                        <a:lnTo>
                          <a:pt x="8532" y="1110"/>
                        </a:lnTo>
                        <a:lnTo>
                          <a:pt x="8520" y="1104"/>
                        </a:lnTo>
                        <a:lnTo>
                          <a:pt x="8508" y="1092"/>
                        </a:lnTo>
                        <a:lnTo>
                          <a:pt x="8502" y="1092"/>
                        </a:lnTo>
                        <a:lnTo>
                          <a:pt x="8466" y="1098"/>
                        </a:lnTo>
                        <a:lnTo>
                          <a:pt x="8442" y="1092"/>
                        </a:lnTo>
                        <a:lnTo>
                          <a:pt x="8430" y="1086"/>
                        </a:lnTo>
                        <a:lnTo>
                          <a:pt x="8412" y="1068"/>
                        </a:lnTo>
                        <a:lnTo>
                          <a:pt x="8406" y="1068"/>
                        </a:lnTo>
                        <a:lnTo>
                          <a:pt x="8412" y="1062"/>
                        </a:lnTo>
                        <a:lnTo>
                          <a:pt x="8436" y="1062"/>
                        </a:lnTo>
                        <a:lnTo>
                          <a:pt x="8460" y="1074"/>
                        </a:lnTo>
                        <a:lnTo>
                          <a:pt x="8478" y="1074"/>
                        </a:lnTo>
                        <a:lnTo>
                          <a:pt x="8496" y="1080"/>
                        </a:lnTo>
                        <a:lnTo>
                          <a:pt x="8514" y="1080"/>
                        </a:lnTo>
                        <a:lnTo>
                          <a:pt x="8526" y="1086"/>
                        </a:lnTo>
                        <a:lnTo>
                          <a:pt x="8544" y="1086"/>
                        </a:lnTo>
                        <a:lnTo>
                          <a:pt x="8550" y="1080"/>
                        </a:lnTo>
                        <a:lnTo>
                          <a:pt x="8562" y="1080"/>
                        </a:lnTo>
                        <a:lnTo>
                          <a:pt x="8580" y="1074"/>
                        </a:lnTo>
                        <a:lnTo>
                          <a:pt x="8604" y="1062"/>
                        </a:lnTo>
                        <a:lnTo>
                          <a:pt x="8616" y="1050"/>
                        </a:lnTo>
                        <a:lnTo>
                          <a:pt x="8604" y="1038"/>
                        </a:lnTo>
                        <a:lnTo>
                          <a:pt x="8592" y="1032"/>
                        </a:lnTo>
                        <a:lnTo>
                          <a:pt x="8586" y="1026"/>
                        </a:lnTo>
                        <a:lnTo>
                          <a:pt x="8574" y="1020"/>
                        </a:lnTo>
                        <a:lnTo>
                          <a:pt x="8568" y="1014"/>
                        </a:lnTo>
                        <a:lnTo>
                          <a:pt x="8562" y="1014"/>
                        </a:lnTo>
                        <a:lnTo>
                          <a:pt x="8556" y="1008"/>
                        </a:lnTo>
                        <a:lnTo>
                          <a:pt x="8520" y="990"/>
                        </a:lnTo>
                        <a:lnTo>
                          <a:pt x="8508" y="978"/>
                        </a:lnTo>
                        <a:lnTo>
                          <a:pt x="8514" y="972"/>
                        </a:lnTo>
                        <a:lnTo>
                          <a:pt x="8538" y="972"/>
                        </a:lnTo>
                        <a:lnTo>
                          <a:pt x="8556" y="978"/>
                        </a:lnTo>
                        <a:lnTo>
                          <a:pt x="8562" y="984"/>
                        </a:lnTo>
                        <a:lnTo>
                          <a:pt x="8574" y="990"/>
                        </a:lnTo>
                        <a:lnTo>
                          <a:pt x="8580" y="990"/>
                        </a:lnTo>
                        <a:lnTo>
                          <a:pt x="8586" y="996"/>
                        </a:lnTo>
                        <a:lnTo>
                          <a:pt x="8610" y="1008"/>
                        </a:lnTo>
                        <a:lnTo>
                          <a:pt x="8628" y="1020"/>
                        </a:lnTo>
                        <a:lnTo>
                          <a:pt x="8652" y="1032"/>
                        </a:lnTo>
                        <a:lnTo>
                          <a:pt x="8664" y="1032"/>
                        </a:lnTo>
                        <a:lnTo>
                          <a:pt x="8676" y="1026"/>
                        </a:lnTo>
                        <a:lnTo>
                          <a:pt x="8682" y="1026"/>
                        </a:lnTo>
                        <a:lnTo>
                          <a:pt x="8688" y="1020"/>
                        </a:lnTo>
                        <a:lnTo>
                          <a:pt x="8730" y="1020"/>
                        </a:lnTo>
                        <a:lnTo>
                          <a:pt x="8754" y="1026"/>
                        </a:lnTo>
                        <a:lnTo>
                          <a:pt x="8808" y="1044"/>
                        </a:lnTo>
                        <a:lnTo>
                          <a:pt x="8850" y="1062"/>
                        </a:lnTo>
                        <a:lnTo>
                          <a:pt x="8880" y="1068"/>
                        </a:lnTo>
                        <a:lnTo>
                          <a:pt x="8886" y="1074"/>
                        </a:lnTo>
                        <a:lnTo>
                          <a:pt x="8898" y="1074"/>
                        </a:lnTo>
                        <a:lnTo>
                          <a:pt x="8934" y="1086"/>
                        </a:lnTo>
                        <a:lnTo>
                          <a:pt x="8946" y="1086"/>
                        </a:lnTo>
                        <a:lnTo>
                          <a:pt x="8952" y="1092"/>
                        </a:lnTo>
                        <a:lnTo>
                          <a:pt x="8958" y="1092"/>
                        </a:lnTo>
                        <a:lnTo>
                          <a:pt x="8970" y="1098"/>
                        </a:lnTo>
                        <a:lnTo>
                          <a:pt x="8976" y="1104"/>
                        </a:lnTo>
                        <a:lnTo>
                          <a:pt x="8988" y="1110"/>
                        </a:lnTo>
                        <a:lnTo>
                          <a:pt x="9000" y="1110"/>
                        </a:lnTo>
                        <a:lnTo>
                          <a:pt x="9018" y="1116"/>
                        </a:lnTo>
                        <a:lnTo>
                          <a:pt x="9024" y="1122"/>
                        </a:lnTo>
                        <a:lnTo>
                          <a:pt x="9042" y="1122"/>
                        </a:lnTo>
                        <a:lnTo>
                          <a:pt x="9042" y="1116"/>
                        </a:lnTo>
                        <a:lnTo>
                          <a:pt x="9036" y="1098"/>
                        </a:lnTo>
                        <a:lnTo>
                          <a:pt x="9012" y="1074"/>
                        </a:lnTo>
                        <a:lnTo>
                          <a:pt x="9006" y="1074"/>
                        </a:lnTo>
                        <a:lnTo>
                          <a:pt x="9024" y="1056"/>
                        </a:lnTo>
                        <a:lnTo>
                          <a:pt x="8976" y="1038"/>
                        </a:lnTo>
                        <a:lnTo>
                          <a:pt x="8988" y="1032"/>
                        </a:lnTo>
                        <a:lnTo>
                          <a:pt x="8940" y="1008"/>
                        </a:lnTo>
                        <a:lnTo>
                          <a:pt x="8994" y="1020"/>
                        </a:lnTo>
                        <a:lnTo>
                          <a:pt x="8988" y="996"/>
                        </a:lnTo>
                        <a:lnTo>
                          <a:pt x="9000" y="996"/>
                        </a:lnTo>
                        <a:lnTo>
                          <a:pt x="9012" y="1002"/>
                        </a:lnTo>
                        <a:lnTo>
                          <a:pt x="9048" y="1002"/>
                        </a:lnTo>
                        <a:lnTo>
                          <a:pt x="9048" y="996"/>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15" name="Romania" descr="© INSCALE GmbH, 05.05.2010&#10;http://www.presentationload.com/">
                    <a:extLst>
                      <a:ext uri="{FF2B5EF4-FFF2-40B4-BE49-F238E27FC236}">
                        <a16:creationId xmlns:a16="http://schemas.microsoft.com/office/drawing/2014/main" id="{951510E4-7CE5-1ECF-3D5D-D13DE58BB185}"/>
                      </a:ext>
                    </a:extLst>
                  </p:cNvPr>
                  <p:cNvSpPr>
                    <a:spLocks/>
                  </p:cNvSpPr>
                  <p:nvPr/>
                </p:nvSpPr>
                <p:spPr bwMode="gray">
                  <a:xfrm>
                    <a:off x="2999" y="1585"/>
                    <a:ext cx="156" cy="93"/>
                  </a:xfrm>
                  <a:custGeom>
                    <a:avLst/>
                    <a:gdLst>
                      <a:gd name="T0" fmla="*/ 2147483647 w 612"/>
                      <a:gd name="T1" fmla="*/ 2147483647 h 366"/>
                      <a:gd name="T2" fmla="*/ 2147483647 w 612"/>
                      <a:gd name="T3" fmla="*/ 2147483647 h 366"/>
                      <a:gd name="T4" fmla="*/ 2147483647 w 612"/>
                      <a:gd name="T5" fmla="*/ 2147483647 h 366"/>
                      <a:gd name="T6" fmla="*/ 2147483647 w 612"/>
                      <a:gd name="T7" fmla="*/ 2147483647 h 366"/>
                      <a:gd name="T8" fmla="*/ 2147483647 w 612"/>
                      <a:gd name="T9" fmla="*/ 2147483647 h 366"/>
                      <a:gd name="T10" fmla="*/ 2147483647 w 612"/>
                      <a:gd name="T11" fmla="*/ 2147483647 h 366"/>
                      <a:gd name="T12" fmla="*/ 2147483647 w 612"/>
                      <a:gd name="T13" fmla="*/ 2147483647 h 366"/>
                      <a:gd name="T14" fmla="*/ 2147483647 w 612"/>
                      <a:gd name="T15" fmla="*/ 2147483647 h 366"/>
                      <a:gd name="T16" fmla="*/ 2147483647 w 612"/>
                      <a:gd name="T17" fmla="*/ 2147483647 h 366"/>
                      <a:gd name="T18" fmla="*/ 2147483647 w 612"/>
                      <a:gd name="T19" fmla="*/ 2147483647 h 366"/>
                      <a:gd name="T20" fmla="*/ 2147483647 w 612"/>
                      <a:gd name="T21" fmla="*/ 2147483647 h 366"/>
                      <a:gd name="T22" fmla="*/ 2147483647 w 612"/>
                      <a:gd name="T23" fmla="*/ 2147483647 h 366"/>
                      <a:gd name="T24" fmla="*/ 2147483647 w 612"/>
                      <a:gd name="T25" fmla="*/ 2147483647 h 366"/>
                      <a:gd name="T26" fmla="*/ 2147483647 w 612"/>
                      <a:gd name="T27" fmla="*/ 0 h 366"/>
                      <a:gd name="T28" fmla="*/ 2147483647 w 612"/>
                      <a:gd name="T29" fmla="*/ 2147483647 h 366"/>
                      <a:gd name="T30" fmla="*/ 2147483647 w 612"/>
                      <a:gd name="T31" fmla="*/ 2147483647 h 366"/>
                      <a:gd name="T32" fmla="*/ 2147483647 w 612"/>
                      <a:gd name="T33" fmla="*/ 2147483647 h 366"/>
                      <a:gd name="T34" fmla="*/ 2147483647 w 612"/>
                      <a:gd name="T35" fmla="*/ 2147483647 h 366"/>
                      <a:gd name="T36" fmla="*/ 2147483647 w 612"/>
                      <a:gd name="T37" fmla="*/ 2147483647 h 366"/>
                      <a:gd name="T38" fmla="*/ 2147483647 w 612"/>
                      <a:gd name="T39" fmla="*/ 2147483647 h 366"/>
                      <a:gd name="T40" fmla="*/ 2147483647 w 612"/>
                      <a:gd name="T41" fmla="*/ 2147483647 h 366"/>
                      <a:gd name="T42" fmla="*/ 2147483647 w 612"/>
                      <a:gd name="T43" fmla="*/ 2147483647 h 366"/>
                      <a:gd name="T44" fmla="*/ 2147483647 w 612"/>
                      <a:gd name="T45" fmla="*/ 2147483647 h 366"/>
                      <a:gd name="T46" fmla="*/ 2147483647 w 612"/>
                      <a:gd name="T47" fmla="*/ 2147483647 h 366"/>
                      <a:gd name="T48" fmla="*/ 0 w 612"/>
                      <a:gd name="T49" fmla="*/ 2147483647 h 366"/>
                      <a:gd name="T50" fmla="*/ 2147483647 w 612"/>
                      <a:gd name="T51" fmla="*/ 2147483647 h 366"/>
                      <a:gd name="T52" fmla="*/ 2147483647 w 612"/>
                      <a:gd name="T53" fmla="*/ 2147483647 h 366"/>
                      <a:gd name="T54" fmla="*/ 2147483647 w 612"/>
                      <a:gd name="T55" fmla="*/ 2147483647 h 366"/>
                      <a:gd name="T56" fmla="*/ 2147483647 w 612"/>
                      <a:gd name="T57" fmla="*/ 2147483647 h 366"/>
                      <a:gd name="T58" fmla="*/ 2147483647 w 612"/>
                      <a:gd name="T59" fmla="*/ 2147483647 h 366"/>
                      <a:gd name="T60" fmla="*/ 2147483647 w 612"/>
                      <a:gd name="T61" fmla="*/ 2147483647 h 366"/>
                      <a:gd name="T62" fmla="*/ 2147483647 w 612"/>
                      <a:gd name="T63" fmla="*/ 2147483647 h 366"/>
                      <a:gd name="T64" fmla="*/ 2147483647 w 612"/>
                      <a:gd name="T65" fmla="*/ 2147483647 h 366"/>
                      <a:gd name="T66" fmla="*/ 2147483647 w 612"/>
                      <a:gd name="T67" fmla="*/ 2147483647 h 366"/>
                      <a:gd name="T68" fmla="*/ 2147483647 w 612"/>
                      <a:gd name="T69" fmla="*/ 2147483647 h 366"/>
                      <a:gd name="T70" fmla="*/ 2147483647 w 612"/>
                      <a:gd name="T71" fmla="*/ 2147483647 h 366"/>
                      <a:gd name="T72" fmla="*/ 2147483647 w 612"/>
                      <a:gd name="T73" fmla="*/ 2147483647 h 366"/>
                      <a:gd name="T74" fmla="*/ 2147483647 w 612"/>
                      <a:gd name="T75" fmla="*/ 2147483647 h 366"/>
                      <a:gd name="T76" fmla="*/ 2147483647 w 612"/>
                      <a:gd name="T77" fmla="*/ 2147483647 h 366"/>
                      <a:gd name="T78" fmla="*/ 2147483647 w 612"/>
                      <a:gd name="T79" fmla="*/ 2147483647 h 366"/>
                      <a:gd name="T80" fmla="*/ 2147483647 w 612"/>
                      <a:gd name="T81" fmla="*/ 2147483647 h 366"/>
                      <a:gd name="T82" fmla="*/ 2147483647 w 612"/>
                      <a:gd name="T83" fmla="*/ 2147483647 h 366"/>
                      <a:gd name="T84" fmla="*/ 2147483647 w 612"/>
                      <a:gd name="T85" fmla="*/ 2147483647 h 36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612"/>
                      <a:gd name="T130" fmla="*/ 0 h 366"/>
                      <a:gd name="T131" fmla="*/ 612 w 612"/>
                      <a:gd name="T132" fmla="*/ 366 h 366"/>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612" h="366">
                        <a:moveTo>
                          <a:pt x="516" y="354"/>
                        </a:moveTo>
                        <a:lnTo>
                          <a:pt x="522" y="360"/>
                        </a:lnTo>
                        <a:lnTo>
                          <a:pt x="540" y="360"/>
                        </a:lnTo>
                        <a:lnTo>
                          <a:pt x="540" y="318"/>
                        </a:lnTo>
                        <a:lnTo>
                          <a:pt x="546" y="312"/>
                        </a:lnTo>
                        <a:lnTo>
                          <a:pt x="558" y="294"/>
                        </a:lnTo>
                        <a:lnTo>
                          <a:pt x="564" y="282"/>
                        </a:lnTo>
                        <a:lnTo>
                          <a:pt x="570" y="276"/>
                        </a:lnTo>
                        <a:lnTo>
                          <a:pt x="606" y="276"/>
                        </a:lnTo>
                        <a:lnTo>
                          <a:pt x="612" y="270"/>
                        </a:lnTo>
                        <a:lnTo>
                          <a:pt x="612" y="258"/>
                        </a:lnTo>
                        <a:lnTo>
                          <a:pt x="600" y="222"/>
                        </a:lnTo>
                        <a:lnTo>
                          <a:pt x="600" y="216"/>
                        </a:lnTo>
                        <a:lnTo>
                          <a:pt x="594" y="216"/>
                        </a:lnTo>
                        <a:lnTo>
                          <a:pt x="588" y="222"/>
                        </a:lnTo>
                        <a:lnTo>
                          <a:pt x="570" y="222"/>
                        </a:lnTo>
                        <a:lnTo>
                          <a:pt x="564" y="228"/>
                        </a:lnTo>
                        <a:lnTo>
                          <a:pt x="558" y="228"/>
                        </a:lnTo>
                        <a:lnTo>
                          <a:pt x="552" y="234"/>
                        </a:lnTo>
                        <a:lnTo>
                          <a:pt x="522" y="234"/>
                        </a:lnTo>
                        <a:lnTo>
                          <a:pt x="510" y="222"/>
                        </a:lnTo>
                        <a:lnTo>
                          <a:pt x="510" y="198"/>
                        </a:lnTo>
                        <a:lnTo>
                          <a:pt x="504" y="192"/>
                        </a:lnTo>
                        <a:lnTo>
                          <a:pt x="498" y="180"/>
                        </a:lnTo>
                        <a:lnTo>
                          <a:pt x="498" y="168"/>
                        </a:lnTo>
                        <a:lnTo>
                          <a:pt x="504" y="162"/>
                        </a:lnTo>
                        <a:lnTo>
                          <a:pt x="504" y="150"/>
                        </a:lnTo>
                        <a:lnTo>
                          <a:pt x="510" y="144"/>
                        </a:lnTo>
                        <a:lnTo>
                          <a:pt x="504" y="144"/>
                        </a:lnTo>
                        <a:lnTo>
                          <a:pt x="504" y="102"/>
                        </a:lnTo>
                        <a:lnTo>
                          <a:pt x="498" y="96"/>
                        </a:lnTo>
                        <a:lnTo>
                          <a:pt x="480" y="96"/>
                        </a:lnTo>
                        <a:lnTo>
                          <a:pt x="474" y="78"/>
                        </a:lnTo>
                        <a:lnTo>
                          <a:pt x="462" y="78"/>
                        </a:lnTo>
                        <a:lnTo>
                          <a:pt x="456" y="54"/>
                        </a:lnTo>
                        <a:lnTo>
                          <a:pt x="432" y="42"/>
                        </a:lnTo>
                        <a:lnTo>
                          <a:pt x="432" y="30"/>
                        </a:lnTo>
                        <a:lnTo>
                          <a:pt x="426" y="24"/>
                        </a:lnTo>
                        <a:lnTo>
                          <a:pt x="420" y="12"/>
                        </a:lnTo>
                        <a:lnTo>
                          <a:pt x="414" y="6"/>
                        </a:lnTo>
                        <a:lnTo>
                          <a:pt x="396" y="0"/>
                        </a:lnTo>
                        <a:lnTo>
                          <a:pt x="384" y="0"/>
                        </a:lnTo>
                        <a:lnTo>
                          <a:pt x="378" y="6"/>
                        </a:lnTo>
                        <a:lnTo>
                          <a:pt x="378" y="12"/>
                        </a:lnTo>
                        <a:lnTo>
                          <a:pt x="366" y="24"/>
                        </a:lnTo>
                        <a:lnTo>
                          <a:pt x="348" y="24"/>
                        </a:lnTo>
                        <a:lnTo>
                          <a:pt x="342" y="18"/>
                        </a:lnTo>
                        <a:lnTo>
                          <a:pt x="336" y="30"/>
                        </a:lnTo>
                        <a:lnTo>
                          <a:pt x="312" y="24"/>
                        </a:lnTo>
                        <a:lnTo>
                          <a:pt x="312" y="30"/>
                        </a:lnTo>
                        <a:lnTo>
                          <a:pt x="300" y="42"/>
                        </a:lnTo>
                        <a:lnTo>
                          <a:pt x="288" y="42"/>
                        </a:lnTo>
                        <a:lnTo>
                          <a:pt x="264" y="18"/>
                        </a:lnTo>
                        <a:lnTo>
                          <a:pt x="258" y="18"/>
                        </a:lnTo>
                        <a:lnTo>
                          <a:pt x="246" y="24"/>
                        </a:lnTo>
                        <a:lnTo>
                          <a:pt x="240" y="24"/>
                        </a:lnTo>
                        <a:lnTo>
                          <a:pt x="228" y="30"/>
                        </a:lnTo>
                        <a:lnTo>
                          <a:pt x="222" y="24"/>
                        </a:lnTo>
                        <a:lnTo>
                          <a:pt x="198" y="24"/>
                        </a:lnTo>
                        <a:lnTo>
                          <a:pt x="192" y="18"/>
                        </a:lnTo>
                        <a:lnTo>
                          <a:pt x="168" y="18"/>
                        </a:lnTo>
                        <a:lnTo>
                          <a:pt x="150" y="36"/>
                        </a:lnTo>
                        <a:lnTo>
                          <a:pt x="120" y="36"/>
                        </a:lnTo>
                        <a:lnTo>
                          <a:pt x="108" y="48"/>
                        </a:lnTo>
                        <a:lnTo>
                          <a:pt x="108" y="90"/>
                        </a:lnTo>
                        <a:lnTo>
                          <a:pt x="90" y="108"/>
                        </a:lnTo>
                        <a:lnTo>
                          <a:pt x="78" y="114"/>
                        </a:lnTo>
                        <a:lnTo>
                          <a:pt x="72" y="120"/>
                        </a:lnTo>
                        <a:lnTo>
                          <a:pt x="72" y="138"/>
                        </a:lnTo>
                        <a:lnTo>
                          <a:pt x="66" y="144"/>
                        </a:lnTo>
                        <a:lnTo>
                          <a:pt x="54" y="150"/>
                        </a:lnTo>
                        <a:lnTo>
                          <a:pt x="48" y="156"/>
                        </a:lnTo>
                        <a:lnTo>
                          <a:pt x="30" y="150"/>
                        </a:lnTo>
                        <a:lnTo>
                          <a:pt x="30" y="168"/>
                        </a:lnTo>
                        <a:lnTo>
                          <a:pt x="0" y="174"/>
                        </a:lnTo>
                        <a:lnTo>
                          <a:pt x="6" y="174"/>
                        </a:lnTo>
                        <a:lnTo>
                          <a:pt x="30" y="192"/>
                        </a:lnTo>
                        <a:lnTo>
                          <a:pt x="36" y="192"/>
                        </a:lnTo>
                        <a:lnTo>
                          <a:pt x="48" y="228"/>
                        </a:lnTo>
                        <a:lnTo>
                          <a:pt x="54" y="234"/>
                        </a:lnTo>
                        <a:lnTo>
                          <a:pt x="60" y="234"/>
                        </a:lnTo>
                        <a:lnTo>
                          <a:pt x="66" y="228"/>
                        </a:lnTo>
                        <a:lnTo>
                          <a:pt x="72" y="228"/>
                        </a:lnTo>
                        <a:lnTo>
                          <a:pt x="84" y="234"/>
                        </a:lnTo>
                        <a:lnTo>
                          <a:pt x="84" y="252"/>
                        </a:lnTo>
                        <a:lnTo>
                          <a:pt x="78" y="258"/>
                        </a:lnTo>
                        <a:lnTo>
                          <a:pt x="90" y="276"/>
                        </a:lnTo>
                        <a:lnTo>
                          <a:pt x="114" y="282"/>
                        </a:lnTo>
                        <a:lnTo>
                          <a:pt x="120" y="288"/>
                        </a:lnTo>
                        <a:lnTo>
                          <a:pt x="144" y="282"/>
                        </a:lnTo>
                        <a:lnTo>
                          <a:pt x="168" y="288"/>
                        </a:lnTo>
                        <a:lnTo>
                          <a:pt x="162" y="294"/>
                        </a:lnTo>
                        <a:lnTo>
                          <a:pt x="156" y="306"/>
                        </a:lnTo>
                        <a:lnTo>
                          <a:pt x="162" y="312"/>
                        </a:lnTo>
                        <a:lnTo>
                          <a:pt x="162" y="324"/>
                        </a:lnTo>
                        <a:lnTo>
                          <a:pt x="186" y="324"/>
                        </a:lnTo>
                        <a:lnTo>
                          <a:pt x="192" y="330"/>
                        </a:lnTo>
                        <a:lnTo>
                          <a:pt x="186" y="336"/>
                        </a:lnTo>
                        <a:lnTo>
                          <a:pt x="186" y="342"/>
                        </a:lnTo>
                        <a:lnTo>
                          <a:pt x="180" y="348"/>
                        </a:lnTo>
                        <a:lnTo>
                          <a:pt x="186" y="354"/>
                        </a:lnTo>
                        <a:lnTo>
                          <a:pt x="204" y="354"/>
                        </a:lnTo>
                        <a:lnTo>
                          <a:pt x="216" y="342"/>
                        </a:lnTo>
                        <a:lnTo>
                          <a:pt x="240" y="354"/>
                        </a:lnTo>
                        <a:lnTo>
                          <a:pt x="252" y="354"/>
                        </a:lnTo>
                        <a:lnTo>
                          <a:pt x="258" y="360"/>
                        </a:lnTo>
                        <a:lnTo>
                          <a:pt x="282" y="360"/>
                        </a:lnTo>
                        <a:lnTo>
                          <a:pt x="288" y="354"/>
                        </a:lnTo>
                        <a:lnTo>
                          <a:pt x="288" y="348"/>
                        </a:lnTo>
                        <a:lnTo>
                          <a:pt x="306" y="354"/>
                        </a:lnTo>
                        <a:lnTo>
                          <a:pt x="330" y="354"/>
                        </a:lnTo>
                        <a:lnTo>
                          <a:pt x="336" y="360"/>
                        </a:lnTo>
                        <a:lnTo>
                          <a:pt x="348" y="366"/>
                        </a:lnTo>
                        <a:lnTo>
                          <a:pt x="366" y="366"/>
                        </a:lnTo>
                        <a:lnTo>
                          <a:pt x="372" y="360"/>
                        </a:lnTo>
                        <a:lnTo>
                          <a:pt x="372" y="348"/>
                        </a:lnTo>
                        <a:lnTo>
                          <a:pt x="378" y="342"/>
                        </a:lnTo>
                        <a:lnTo>
                          <a:pt x="384" y="342"/>
                        </a:lnTo>
                        <a:lnTo>
                          <a:pt x="396" y="336"/>
                        </a:lnTo>
                        <a:lnTo>
                          <a:pt x="402" y="336"/>
                        </a:lnTo>
                        <a:lnTo>
                          <a:pt x="402" y="330"/>
                        </a:lnTo>
                        <a:lnTo>
                          <a:pt x="432" y="336"/>
                        </a:lnTo>
                        <a:lnTo>
                          <a:pt x="432" y="324"/>
                        </a:lnTo>
                        <a:lnTo>
                          <a:pt x="438" y="324"/>
                        </a:lnTo>
                        <a:lnTo>
                          <a:pt x="450" y="330"/>
                        </a:lnTo>
                        <a:lnTo>
                          <a:pt x="462" y="330"/>
                        </a:lnTo>
                        <a:lnTo>
                          <a:pt x="474" y="336"/>
                        </a:lnTo>
                        <a:lnTo>
                          <a:pt x="498" y="336"/>
                        </a:lnTo>
                        <a:lnTo>
                          <a:pt x="516" y="35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16" name="Portugal" descr="© INSCALE GmbH, 05.05.2010&#10;http://www.presentationload.com/">
                    <a:extLst>
                      <a:ext uri="{FF2B5EF4-FFF2-40B4-BE49-F238E27FC236}">
                        <a16:creationId xmlns:a16="http://schemas.microsoft.com/office/drawing/2014/main" id="{4F879E76-86EA-050F-6DF1-47834A5E4BB7}"/>
                      </a:ext>
                    </a:extLst>
                  </p:cNvPr>
                  <p:cNvSpPr>
                    <a:spLocks/>
                  </p:cNvSpPr>
                  <p:nvPr/>
                </p:nvSpPr>
                <p:spPr bwMode="gray">
                  <a:xfrm>
                    <a:off x="2510" y="1709"/>
                    <a:ext cx="57" cy="104"/>
                  </a:xfrm>
                  <a:custGeom>
                    <a:avLst/>
                    <a:gdLst>
                      <a:gd name="T0" fmla="*/ 2147483647 w 228"/>
                      <a:gd name="T1" fmla="*/ 2147483647 h 414"/>
                      <a:gd name="T2" fmla="*/ 2147483647 w 228"/>
                      <a:gd name="T3" fmla="*/ 2147483647 h 414"/>
                      <a:gd name="T4" fmla="*/ 2147483647 w 228"/>
                      <a:gd name="T5" fmla="*/ 2147483647 h 414"/>
                      <a:gd name="T6" fmla="*/ 2147483647 w 228"/>
                      <a:gd name="T7" fmla="*/ 2147483647 h 414"/>
                      <a:gd name="T8" fmla="*/ 2147483647 w 228"/>
                      <a:gd name="T9" fmla="*/ 2147483647 h 414"/>
                      <a:gd name="T10" fmla="*/ 2147483647 w 228"/>
                      <a:gd name="T11" fmla="*/ 2147483647 h 414"/>
                      <a:gd name="T12" fmla="*/ 2147483647 w 228"/>
                      <a:gd name="T13" fmla="*/ 0 h 414"/>
                      <a:gd name="T14" fmla="*/ 2147483647 w 228"/>
                      <a:gd name="T15" fmla="*/ 2147483647 h 414"/>
                      <a:gd name="T16" fmla="*/ 2147483647 w 228"/>
                      <a:gd name="T17" fmla="*/ 2147483647 h 414"/>
                      <a:gd name="T18" fmla="*/ 2147483647 w 228"/>
                      <a:gd name="T19" fmla="*/ 2147483647 h 414"/>
                      <a:gd name="T20" fmla="*/ 2147483647 w 228"/>
                      <a:gd name="T21" fmla="*/ 2147483647 h 414"/>
                      <a:gd name="T22" fmla="*/ 2147483647 w 228"/>
                      <a:gd name="T23" fmla="*/ 2147483647 h 414"/>
                      <a:gd name="T24" fmla="*/ 2147483647 w 228"/>
                      <a:gd name="T25" fmla="*/ 2147483647 h 414"/>
                      <a:gd name="T26" fmla="*/ 0 w 228"/>
                      <a:gd name="T27" fmla="*/ 2147483647 h 414"/>
                      <a:gd name="T28" fmla="*/ 2147483647 w 228"/>
                      <a:gd name="T29" fmla="*/ 2147483647 h 414"/>
                      <a:gd name="T30" fmla="*/ 2147483647 w 228"/>
                      <a:gd name="T31" fmla="*/ 2147483647 h 414"/>
                      <a:gd name="T32" fmla="*/ 2147483647 w 228"/>
                      <a:gd name="T33" fmla="*/ 2147483647 h 414"/>
                      <a:gd name="T34" fmla="*/ 2147483647 w 228"/>
                      <a:gd name="T35" fmla="*/ 2147483647 h 414"/>
                      <a:gd name="T36" fmla="*/ 2147483647 w 228"/>
                      <a:gd name="T37" fmla="*/ 2147483647 h 414"/>
                      <a:gd name="T38" fmla="*/ 2147483647 w 228"/>
                      <a:gd name="T39" fmla="*/ 2147483647 h 414"/>
                      <a:gd name="T40" fmla="*/ 2147483647 w 228"/>
                      <a:gd name="T41" fmla="*/ 2147483647 h 414"/>
                      <a:gd name="T42" fmla="*/ 2147483647 w 228"/>
                      <a:gd name="T43" fmla="*/ 2147483647 h 414"/>
                      <a:gd name="T44" fmla="*/ 2147483647 w 228"/>
                      <a:gd name="T45" fmla="*/ 2147483647 h 414"/>
                      <a:gd name="T46" fmla="*/ 2147483647 w 228"/>
                      <a:gd name="T47" fmla="*/ 2147483647 h 414"/>
                      <a:gd name="T48" fmla="*/ 2147483647 w 228"/>
                      <a:gd name="T49" fmla="*/ 2147483647 h 414"/>
                      <a:gd name="T50" fmla="*/ 2147483647 w 228"/>
                      <a:gd name="T51" fmla="*/ 2147483647 h 414"/>
                      <a:gd name="T52" fmla="*/ 2147483647 w 228"/>
                      <a:gd name="T53" fmla="*/ 2147483647 h 414"/>
                      <a:gd name="T54" fmla="*/ 2147483647 w 228"/>
                      <a:gd name="T55" fmla="*/ 2147483647 h 414"/>
                      <a:gd name="T56" fmla="*/ 2147483647 w 228"/>
                      <a:gd name="T57" fmla="*/ 2147483647 h 414"/>
                      <a:gd name="T58" fmla="*/ 2147483647 w 228"/>
                      <a:gd name="T59" fmla="*/ 2147483647 h 414"/>
                      <a:gd name="T60" fmla="*/ 2147483647 w 228"/>
                      <a:gd name="T61" fmla="*/ 2147483647 h 414"/>
                      <a:gd name="T62" fmla="*/ 2147483647 w 228"/>
                      <a:gd name="T63" fmla="*/ 2147483647 h 414"/>
                      <a:gd name="T64" fmla="*/ 2147483647 w 228"/>
                      <a:gd name="T65" fmla="*/ 2147483647 h 414"/>
                      <a:gd name="T66" fmla="*/ 2147483647 w 228"/>
                      <a:gd name="T67" fmla="*/ 2147483647 h 414"/>
                      <a:gd name="T68" fmla="*/ 2147483647 w 228"/>
                      <a:gd name="T69" fmla="*/ 2147483647 h 414"/>
                      <a:gd name="T70" fmla="*/ 2147483647 w 228"/>
                      <a:gd name="T71" fmla="*/ 2147483647 h 414"/>
                      <a:gd name="T72" fmla="*/ 2147483647 w 228"/>
                      <a:gd name="T73" fmla="*/ 2147483647 h 414"/>
                      <a:gd name="T74" fmla="*/ 2147483647 w 228"/>
                      <a:gd name="T75" fmla="*/ 2147483647 h 414"/>
                      <a:gd name="T76" fmla="*/ 2147483647 w 228"/>
                      <a:gd name="T77" fmla="*/ 2147483647 h 414"/>
                      <a:gd name="T78" fmla="*/ 2147483647 w 228"/>
                      <a:gd name="T79" fmla="*/ 2147483647 h 414"/>
                      <a:gd name="T80" fmla="*/ 2147483647 w 228"/>
                      <a:gd name="T81" fmla="*/ 2147483647 h 414"/>
                      <a:gd name="T82" fmla="*/ 2147483647 w 228"/>
                      <a:gd name="T83" fmla="*/ 2147483647 h 414"/>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228"/>
                      <a:gd name="T127" fmla="*/ 0 h 414"/>
                      <a:gd name="T128" fmla="*/ 228 w 228"/>
                      <a:gd name="T129" fmla="*/ 414 h 414"/>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228" h="414">
                        <a:moveTo>
                          <a:pt x="210" y="30"/>
                        </a:moveTo>
                        <a:lnTo>
                          <a:pt x="210" y="12"/>
                        </a:lnTo>
                        <a:lnTo>
                          <a:pt x="156" y="12"/>
                        </a:lnTo>
                        <a:lnTo>
                          <a:pt x="156" y="18"/>
                        </a:lnTo>
                        <a:lnTo>
                          <a:pt x="150" y="24"/>
                        </a:lnTo>
                        <a:lnTo>
                          <a:pt x="138" y="24"/>
                        </a:lnTo>
                        <a:lnTo>
                          <a:pt x="132" y="18"/>
                        </a:lnTo>
                        <a:lnTo>
                          <a:pt x="114" y="18"/>
                        </a:lnTo>
                        <a:lnTo>
                          <a:pt x="108" y="24"/>
                        </a:lnTo>
                        <a:lnTo>
                          <a:pt x="96" y="24"/>
                        </a:lnTo>
                        <a:lnTo>
                          <a:pt x="96" y="18"/>
                        </a:lnTo>
                        <a:lnTo>
                          <a:pt x="102" y="18"/>
                        </a:lnTo>
                        <a:lnTo>
                          <a:pt x="114" y="6"/>
                        </a:lnTo>
                        <a:lnTo>
                          <a:pt x="114" y="0"/>
                        </a:lnTo>
                        <a:lnTo>
                          <a:pt x="90" y="0"/>
                        </a:lnTo>
                        <a:lnTo>
                          <a:pt x="66" y="12"/>
                        </a:lnTo>
                        <a:lnTo>
                          <a:pt x="60" y="18"/>
                        </a:lnTo>
                        <a:lnTo>
                          <a:pt x="60" y="36"/>
                        </a:lnTo>
                        <a:lnTo>
                          <a:pt x="66" y="60"/>
                        </a:lnTo>
                        <a:lnTo>
                          <a:pt x="66" y="78"/>
                        </a:lnTo>
                        <a:lnTo>
                          <a:pt x="60" y="108"/>
                        </a:lnTo>
                        <a:lnTo>
                          <a:pt x="48" y="138"/>
                        </a:lnTo>
                        <a:lnTo>
                          <a:pt x="30" y="174"/>
                        </a:lnTo>
                        <a:lnTo>
                          <a:pt x="12" y="222"/>
                        </a:lnTo>
                        <a:lnTo>
                          <a:pt x="6" y="234"/>
                        </a:lnTo>
                        <a:lnTo>
                          <a:pt x="6" y="240"/>
                        </a:lnTo>
                        <a:lnTo>
                          <a:pt x="0" y="252"/>
                        </a:lnTo>
                        <a:lnTo>
                          <a:pt x="0" y="264"/>
                        </a:lnTo>
                        <a:lnTo>
                          <a:pt x="18" y="282"/>
                        </a:lnTo>
                        <a:lnTo>
                          <a:pt x="30" y="288"/>
                        </a:lnTo>
                        <a:lnTo>
                          <a:pt x="42" y="342"/>
                        </a:lnTo>
                        <a:lnTo>
                          <a:pt x="42" y="348"/>
                        </a:lnTo>
                        <a:lnTo>
                          <a:pt x="36" y="354"/>
                        </a:lnTo>
                        <a:lnTo>
                          <a:pt x="36" y="366"/>
                        </a:lnTo>
                        <a:lnTo>
                          <a:pt x="30" y="384"/>
                        </a:lnTo>
                        <a:lnTo>
                          <a:pt x="24" y="396"/>
                        </a:lnTo>
                        <a:lnTo>
                          <a:pt x="24" y="408"/>
                        </a:lnTo>
                        <a:lnTo>
                          <a:pt x="48" y="408"/>
                        </a:lnTo>
                        <a:lnTo>
                          <a:pt x="60" y="402"/>
                        </a:lnTo>
                        <a:lnTo>
                          <a:pt x="72" y="402"/>
                        </a:lnTo>
                        <a:lnTo>
                          <a:pt x="84" y="414"/>
                        </a:lnTo>
                        <a:lnTo>
                          <a:pt x="96" y="414"/>
                        </a:lnTo>
                        <a:lnTo>
                          <a:pt x="108" y="408"/>
                        </a:lnTo>
                        <a:lnTo>
                          <a:pt x="114" y="402"/>
                        </a:lnTo>
                        <a:lnTo>
                          <a:pt x="120" y="402"/>
                        </a:lnTo>
                        <a:lnTo>
                          <a:pt x="126" y="396"/>
                        </a:lnTo>
                        <a:lnTo>
                          <a:pt x="126" y="348"/>
                        </a:lnTo>
                        <a:lnTo>
                          <a:pt x="132" y="342"/>
                        </a:lnTo>
                        <a:lnTo>
                          <a:pt x="138" y="330"/>
                        </a:lnTo>
                        <a:lnTo>
                          <a:pt x="150" y="330"/>
                        </a:lnTo>
                        <a:lnTo>
                          <a:pt x="162" y="318"/>
                        </a:lnTo>
                        <a:lnTo>
                          <a:pt x="162" y="312"/>
                        </a:lnTo>
                        <a:lnTo>
                          <a:pt x="150" y="312"/>
                        </a:lnTo>
                        <a:lnTo>
                          <a:pt x="144" y="306"/>
                        </a:lnTo>
                        <a:lnTo>
                          <a:pt x="138" y="294"/>
                        </a:lnTo>
                        <a:lnTo>
                          <a:pt x="138" y="288"/>
                        </a:lnTo>
                        <a:lnTo>
                          <a:pt x="132" y="282"/>
                        </a:lnTo>
                        <a:lnTo>
                          <a:pt x="132" y="276"/>
                        </a:lnTo>
                        <a:lnTo>
                          <a:pt x="144" y="264"/>
                        </a:lnTo>
                        <a:lnTo>
                          <a:pt x="156" y="258"/>
                        </a:lnTo>
                        <a:lnTo>
                          <a:pt x="168" y="246"/>
                        </a:lnTo>
                        <a:lnTo>
                          <a:pt x="168" y="240"/>
                        </a:lnTo>
                        <a:lnTo>
                          <a:pt x="156" y="234"/>
                        </a:lnTo>
                        <a:lnTo>
                          <a:pt x="150" y="228"/>
                        </a:lnTo>
                        <a:lnTo>
                          <a:pt x="150" y="216"/>
                        </a:lnTo>
                        <a:lnTo>
                          <a:pt x="126" y="192"/>
                        </a:lnTo>
                        <a:lnTo>
                          <a:pt x="162" y="192"/>
                        </a:lnTo>
                        <a:lnTo>
                          <a:pt x="174" y="180"/>
                        </a:lnTo>
                        <a:lnTo>
                          <a:pt x="174" y="168"/>
                        </a:lnTo>
                        <a:lnTo>
                          <a:pt x="168" y="162"/>
                        </a:lnTo>
                        <a:lnTo>
                          <a:pt x="168" y="150"/>
                        </a:lnTo>
                        <a:lnTo>
                          <a:pt x="174" y="144"/>
                        </a:lnTo>
                        <a:lnTo>
                          <a:pt x="180" y="144"/>
                        </a:lnTo>
                        <a:lnTo>
                          <a:pt x="180" y="126"/>
                        </a:lnTo>
                        <a:lnTo>
                          <a:pt x="186" y="108"/>
                        </a:lnTo>
                        <a:lnTo>
                          <a:pt x="186" y="96"/>
                        </a:lnTo>
                        <a:lnTo>
                          <a:pt x="180" y="90"/>
                        </a:lnTo>
                        <a:lnTo>
                          <a:pt x="174" y="90"/>
                        </a:lnTo>
                        <a:lnTo>
                          <a:pt x="174" y="84"/>
                        </a:lnTo>
                        <a:lnTo>
                          <a:pt x="180" y="78"/>
                        </a:lnTo>
                        <a:lnTo>
                          <a:pt x="204" y="66"/>
                        </a:lnTo>
                        <a:lnTo>
                          <a:pt x="228" y="42"/>
                        </a:lnTo>
                        <a:lnTo>
                          <a:pt x="228" y="36"/>
                        </a:lnTo>
                        <a:lnTo>
                          <a:pt x="216" y="30"/>
                        </a:lnTo>
                        <a:lnTo>
                          <a:pt x="210" y="3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17" name="Poland" descr="© INSCALE GmbH, 05.05.2010&#10;http://www.presentationload.com/">
                    <a:extLst>
                      <a:ext uri="{FF2B5EF4-FFF2-40B4-BE49-F238E27FC236}">
                        <a16:creationId xmlns:a16="http://schemas.microsoft.com/office/drawing/2014/main" id="{91483C7B-AC1C-93EF-E640-D22FD50F02F9}"/>
                      </a:ext>
                    </a:extLst>
                  </p:cNvPr>
                  <p:cNvSpPr>
                    <a:spLocks/>
                  </p:cNvSpPr>
                  <p:nvPr/>
                </p:nvSpPr>
                <p:spPr bwMode="gray">
                  <a:xfrm>
                    <a:off x="2899" y="1456"/>
                    <a:ext cx="159" cy="114"/>
                  </a:xfrm>
                  <a:custGeom>
                    <a:avLst/>
                    <a:gdLst>
                      <a:gd name="T0" fmla="*/ 2147483647 w 624"/>
                      <a:gd name="T1" fmla="*/ 2147483647 h 450"/>
                      <a:gd name="T2" fmla="*/ 2147483647 w 624"/>
                      <a:gd name="T3" fmla="*/ 2147483647 h 450"/>
                      <a:gd name="T4" fmla="*/ 2147483647 w 624"/>
                      <a:gd name="T5" fmla="*/ 2147483647 h 450"/>
                      <a:gd name="T6" fmla="*/ 2147483647 w 624"/>
                      <a:gd name="T7" fmla="*/ 2147483647 h 450"/>
                      <a:gd name="T8" fmla="*/ 2147483647 w 624"/>
                      <a:gd name="T9" fmla="*/ 2147483647 h 450"/>
                      <a:gd name="T10" fmla="*/ 2147483647 w 624"/>
                      <a:gd name="T11" fmla="*/ 2147483647 h 450"/>
                      <a:gd name="T12" fmla="*/ 2147483647 w 624"/>
                      <a:gd name="T13" fmla="*/ 2147483647 h 450"/>
                      <a:gd name="T14" fmla="*/ 2147483647 w 624"/>
                      <a:gd name="T15" fmla="*/ 2147483647 h 450"/>
                      <a:gd name="T16" fmla="*/ 2147483647 w 624"/>
                      <a:gd name="T17" fmla="*/ 2147483647 h 450"/>
                      <a:gd name="T18" fmla="*/ 2147483647 w 624"/>
                      <a:gd name="T19" fmla="*/ 2147483647 h 450"/>
                      <a:gd name="T20" fmla="*/ 2147483647 w 624"/>
                      <a:gd name="T21" fmla="*/ 2147483647 h 450"/>
                      <a:gd name="T22" fmla="*/ 2147483647 w 624"/>
                      <a:gd name="T23" fmla="*/ 2147483647 h 450"/>
                      <a:gd name="T24" fmla="*/ 2147483647 w 624"/>
                      <a:gd name="T25" fmla="*/ 2147483647 h 450"/>
                      <a:gd name="T26" fmla="*/ 2147483647 w 624"/>
                      <a:gd name="T27" fmla="*/ 2147483647 h 450"/>
                      <a:gd name="T28" fmla="*/ 2147483647 w 624"/>
                      <a:gd name="T29" fmla="*/ 2147483647 h 450"/>
                      <a:gd name="T30" fmla="*/ 2147483647 w 624"/>
                      <a:gd name="T31" fmla="*/ 2147483647 h 450"/>
                      <a:gd name="T32" fmla="*/ 2147483647 w 624"/>
                      <a:gd name="T33" fmla="*/ 2147483647 h 450"/>
                      <a:gd name="T34" fmla="*/ 2147483647 w 624"/>
                      <a:gd name="T35" fmla="*/ 2147483647 h 450"/>
                      <a:gd name="T36" fmla="*/ 2147483647 w 624"/>
                      <a:gd name="T37" fmla="*/ 2147483647 h 450"/>
                      <a:gd name="T38" fmla="*/ 2147483647 w 624"/>
                      <a:gd name="T39" fmla="*/ 2147483647 h 450"/>
                      <a:gd name="T40" fmla="*/ 2147483647 w 624"/>
                      <a:gd name="T41" fmla="*/ 2147483647 h 450"/>
                      <a:gd name="T42" fmla="*/ 2147483647 w 624"/>
                      <a:gd name="T43" fmla="*/ 2147483647 h 450"/>
                      <a:gd name="T44" fmla="*/ 2147483647 w 624"/>
                      <a:gd name="T45" fmla="*/ 2147483647 h 450"/>
                      <a:gd name="T46" fmla="*/ 2147483647 w 624"/>
                      <a:gd name="T47" fmla="*/ 2147483647 h 450"/>
                      <a:gd name="T48" fmla="*/ 2147483647 w 624"/>
                      <a:gd name="T49" fmla="*/ 2147483647 h 450"/>
                      <a:gd name="T50" fmla="*/ 2147483647 w 624"/>
                      <a:gd name="T51" fmla="*/ 2147483647 h 450"/>
                      <a:gd name="T52" fmla="*/ 2147483647 w 624"/>
                      <a:gd name="T53" fmla="*/ 2147483647 h 450"/>
                      <a:gd name="T54" fmla="*/ 2147483647 w 624"/>
                      <a:gd name="T55" fmla="*/ 2147483647 h 450"/>
                      <a:gd name="T56" fmla="*/ 2147483647 w 624"/>
                      <a:gd name="T57" fmla="*/ 2147483647 h 450"/>
                      <a:gd name="T58" fmla="*/ 0 w 624"/>
                      <a:gd name="T59" fmla="*/ 2147483647 h 450"/>
                      <a:gd name="T60" fmla="*/ 2147483647 w 624"/>
                      <a:gd name="T61" fmla="*/ 2147483647 h 450"/>
                      <a:gd name="T62" fmla="*/ 2147483647 w 624"/>
                      <a:gd name="T63" fmla="*/ 2147483647 h 450"/>
                      <a:gd name="T64" fmla="*/ 2147483647 w 624"/>
                      <a:gd name="T65" fmla="*/ 2147483647 h 450"/>
                      <a:gd name="T66" fmla="*/ 2147483647 w 624"/>
                      <a:gd name="T67" fmla="*/ 2147483647 h 450"/>
                      <a:gd name="T68" fmla="*/ 2147483647 w 624"/>
                      <a:gd name="T69" fmla="*/ 2147483647 h 450"/>
                      <a:gd name="T70" fmla="*/ 2147483647 w 624"/>
                      <a:gd name="T71" fmla="*/ 2147483647 h 450"/>
                      <a:gd name="T72" fmla="*/ 2147483647 w 624"/>
                      <a:gd name="T73" fmla="*/ 2147483647 h 450"/>
                      <a:gd name="T74" fmla="*/ 2147483647 w 624"/>
                      <a:gd name="T75" fmla="*/ 2147483647 h 450"/>
                      <a:gd name="T76" fmla="*/ 2147483647 w 624"/>
                      <a:gd name="T77" fmla="*/ 2147483647 h 450"/>
                      <a:gd name="T78" fmla="*/ 2147483647 w 624"/>
                      <a:gd name="T79" fmla="*/ 2147483647 h 450"/>
                      <a:gd name="T80" fmla="*/ 2147483647 w 624"/>
                      <a:gd name="T81" fmla="*/ 2147483647 h 450"/>
                      <a:gd name="T82" fmla="*/ 2147483647 w 624"/>
                      <a:gd name="T83" fmla="*/ 2147483647 h 450"/>
                      <a:gd name="T84" fmla="*/ 2147483647 w 624"/>
                      <a:gd name="T85" fmla="*/ 2147483647 h 450"/>
                      <a:gd name="T86" fmla="*/ 2147483647 w 624"/>
                      <a:gd name="T87" fmla="*/ 2147483647 h 450"/>
                      <a:gd name="T88" fmla="*/ 2147483647 w 624"/>
                      <a:gd name="T89" fmla="*/ 2147483647 h 450"/>
                      <a:gd name="T90" fmla="*/ 2147483647 w 624"/>
                      <a:gd name="T91" fmla="*/ 2147483647 h 450"/>
                      <a:gd name="T92" fmla="*/ 2147483647 w 624"/>
                      <a:gd name="T93" fmla="*/ 2147483647 h 450"/>
                      <a:gd name="T94" fmla="*/ 2147483647 w 624"/>
                      <a:gd name="T95" fmla="*/ 2147483647 h 450"/>
                      <a:gd name="T96" fmla="*/ 2147483647 w 624"/>
                      <a:gd name="T97" fmla="*/ 2147483647 h 450"/>
                      <a:gd name="T98" fmla="*/ 2147483647 w 624"/>
                      <a:gd name="T99" fmla="*/ 2147483647 h 450"/>
                      <a:gd name="T100" fmla="*/ 2147483647 w 624"/>
                      <a:gd name="T101" fmla="*/ 2147483647 h 450"/>
                      <a:gd name="T102" fmla="*/ 2147483647 w 624"/>
                      <a:gd name="T103" fmla="*/ 2147483647 h 450"/>
                      <a:gd name="T104" fmla="*/ 2147483647 w 624"/>
                      <a:gd name="T105" fmla="*/ 2147483647 h 450"/>
                      <a:gd name="T106" fmla="*/ 2147483647 w 624"/>
                      <a:gd name="T107" fmla="*/ 2147483647 h 45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624"/>
                      <a:gd name="T163" fmla="*/ 0 h 450"/>
                      <a:gd name="T164" fmla="*/ 624 w 624"/>
                      <a:gd name="T165" fmla="*/ 450 h 45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624" h="450">
                        <a:moveTo>
                          <a:pt x="426" y="426"/>
                        </a:moveTo>
                        <a:lnTo>
                          <a:pt x="432" y="426"/>
                        </a:lnTo>
                        <a:lnTo>
                          <a:pt x="444" y="420"/>
                        </a:lnTo>
                        <a:lnTo>
                          <a:pt x="450" y="414"/>
                        </a:lnTo>
                        <a:lnTo>
                          <a:pt x="474" y="414"/>
                        </a:lnTo>
                        <a:lnTo>
                          <a:pt x="498" y="438"/>
                        </a:lnTo>
                        <a:lnTo>
                          <a:pt x="528" y="438"/>
                        </a:lnTo>
                        <a:lnTo>
                          <a:pt x="528" y="450"/>
                        </a:lnTo>
                        <a:lnTo>
                          <a:pt x="552" y="450"/>
                        </a:lnTo>
                        <a:lnTo>
                          <a:pt x="540" y="438"/>
                        </a:lnTo>
                        <a:lnTo>
                          <a:pt x="540" y="396"/>
                        </a:lnTo>
                        <a:lnTo>
                          <a:pt x="594" y="348"/>
                        </a:lnTo>
                        <a:lnTo>
                          <a:pt x="606" y="348"/>
                        </a:lnTo>
                        <a:lnTo>
                          <a:pt x="612" y="342"/>
                        </a:lnTo>
                        <a:lnTo>
                          <a:pt x="618" y="342"/>
                        </a:lnTo>
                        <a:lnTo>
                          <a:pt x="624" y="336"/>
                        </a:lnTo>
                        <a:lnTo>
                          <a:pt x="618" y="330"/>
                        </a:lnTo>
                        <a:lnTo>
                          <a:pt x="618" y="324"/>
                        </a:lnTo>
                        <a:lnTo>
                          <a:pt x="612" y="318"/>
                        </a:lnTo>
                        <a:lnTo>
                          <a:pt x="618" y="306"/>
                        </a:lnTo>
                        <a:lnTo>
                          <a:pt x="612" y="300"/>
                        </a:lnTo>
                        <a:lnTo>
                          <a:pt x="600" y="294"/>
                        </a:lnTo>
                        <a:lnTo>
                          <a:pt x="600" y="288"/>
                        </a:lnTo>
                        <a:lnTo>
                          <a:pt x="582" y="270"/>
                        </a:lnTo>
                        <a:lnTo>
                          <a:pt x="576" y="252"/>
                        </a:lnTo>
                        <a:lnTo>
                          <a:pt x="582" y="252"/>
                        </a:lnTo>
                        <a:lnTo>
                          <a:pt x="576" y="240"/>
                        </a:lnTo>
                        <a:lnTo>
                          <a:pt x="576" y="210"/>
                        </a:lnTo>
                        <a:lnTo>
                          <a:pt x="564" y="198"/>
                        </a:lnTo>
                        <a:lnTo>
                          <a:pt x="558" y="198"/>
                        </a:lnTo>
                        <a:lnTo>
                          <a:pt x="552" y="192"/>
                        </a:lnTo>
                        <a:lnTo>
                          <a:pt x="552" y="186"/>
                        </a:lnTo>
                        <a:lnTo>
                          <a:pt x="564" y="186"/>
                        </a:lnTo>
                        <a:lnTo>
                          <a:pt x="564" y="168"/>
                        </a:lnTo>
                        <a:lnTo>
                          <a:pt x="588" y="162"/>
                        </a:lnTo>
                        <a:lnTo>
                          <a:pt x="588" y="150"/>
                        </a:lnTo>
                        <a:lnTo>
                          <a:pt x="594" y="144"/>
                        </a:lnTo>
                        <a:lnTo>
                          <a:pt x="594" y="138"/>
                        </a:lnTo>
                        <a:lnTo>
                          <a:pt x="588" y="132"/>
                        </a:lnTo>
                        <a:lnTo>
                          <a:pt x="576" y="108"/>
                        </a:lnTo>
                        <a:lnTo>
                          <a:pt x="570" y="102"/>
                        </a:lnTo>
                        <a:lnTo>
                          <a:pt x="570" y="90"/>
                        </a:lnTo>
                        <a:lnTo>
                          <a:pt x="564" y="84"/>
                        </a:lnTo>
                        <a:lnTo>
                          <a:pt x="558" y="72"/>
                        </a:lnTo>
                        <a:lnTo>
                          <a:pt x="558" y="48"/>
                        </a:lnTo>
                        <a:lnTo>
                          <a:pt x="546" y="42"/>
                        </a:lnTo>
                        <a:lnTo>
                          <a:pt x="540" y="42"/>
                        </a:lnTo>
                        <a:lnTo>
                          <a:pt x="522" y="36"/>
                        </a:lnTo>
                        <a:lnTo>
                          <a:pt x="498" y="36"/>
                        </a:lnTo>
                        <a:lnTo>
                          <a:pt x="498" y="42"/>
                        </a:lnTo>
                        <a:lnTo>
                          <a:pt x="408" y="42"/>
                        </a:lnTo>
                        <a:lnTo>
                          <a:pt x="402" y="36"/>
                        </a:lnTo>
                        <a:lnTo>
                          <a:pt x="390" y="36"/>
                        </a:lnTo>
                        <a:lnTo>
                          <a:pt x="384" y="30"/>
                        </a:lnTo>
                        <a:lnTo>
                          <a:pt x="360" y="30"/>
                        </a:lnTo>
                        <a:lnTo>
                          <a:pt x="354" y="36"/>
                        </a:lnTo>
                        <a:lnTo>
                          <a:pt x="348" y="36"/>
                        </a:lnTo>
                        <a:lnTo>
                          <a:pt x="342" y="30"/>
                        </a:lnTo>
                        <a:lnTo>
                          <a:pt x="312" y="30"/>
                        </a:lnTo>
                        <a:lnTo>
                          <a:pt x="300" y="36"/>
                        </a:lnTo>
                        <a:lnTo>
                          <a:pt x="282" y="36"/>
                        </a:lnTo>
                        <a:lnTo>
                          <a:pt x="276" y="30"/>
                        </a:lnTo>
                        <a:lnTo>
                          <a:pt x="270" y="18"/>
                        </a:lnTo>
                        <a:lnTo>
                          <a:pt x="264" y="12"/>
                        </a:lnTo>
                        <a:lnTo>
                          <a:pt x="264" y="6"/>
                        </a:lnTo>
                        <a:lnTo>
                          <a:pt x="258" y="6"/>
                        </a:lnTo>
                        <a:lnTo>
                          <a:pt x="252" y="0"/>
                        </a:lnTo>
                        <a:lnTo>
                          <a:pt x="210" y="0"/>
                        </a:lnTo>
                        <a:lnTo>
                          <a:pt x="192" y="6"/>
                        </a:lnTo>
                        <a:lnTo>
                          <a:pt x="180" y="12"/>
                        </a:lnTo>
                        <a:lnTo>
                          <a:pt x="162" y="12"/>
                        </a:lnTo>
                        <a:lnTo>
                          <a:pt x="150" y="18"/>
                        </a:lnTo>
                        <a:lnTo>
                          <a:pt x="144" y="24"/>
                        </a:lnTo>
                        <a:lnTo>
                          <a:pt x="138" y="24"/>
                        </a:lnTo>
                        <a:lnTo>
                          <a:pt x="120" y="42"/>
                        </a:lnTo>
                        <a:lnTo>
                          <a:pt x="60" y="48"/>
                        </a:lnTo>
                        <a:lnTo>
                          <a:pt x="54" y="48"/>
                        </a:lnTo>
                        <a:lnTo>
                          <a:pt x="48" y="54"/>
                        </a:lnTo>
                        <a:lnTo>
                          <a:pt x="24" y="66"/>
                        </a:lnTo>
                        <a:lnTo>
                          <a:pt x="18" y="66"/>
                        </a:lnTo>
                        <a:lnTo>
                          <a:pt x="12" y="72"/>
                        </a:lnTo>
                        <a:lnTo>
                          <a:pt x="18" y="78"/>
                        </a:lnTo>
                        <a:lnTo>
                          <a:pt x="18" y="96"/>
                        </a:lnTo>
                        <a:lnTo>
                          <a:pt x="6" y="90"/>
                        </a:lnTo>
                        <a:lnTo>
                          <a:pt x="6" y="108"/>
                        </a:lnTo>
                        <a:lnTo>
                          <a:pt x="12" y="108"/>
                        </a:lnTo>
                        <a:lnTo>
                          <a:pt x="18" y="114"/>
                        </a:lnTo>
                        <a:lnTo>
                          <a:pt x="18" y="132"/>
                        </a:lnTo>
                        <a:lnTo>
                          <a:pt x="6" y="144"/>
                        </a:lnTo>
                        <a:lnTo>
                          <a:pt x="0" y="144"/>
                        </a:lnTo>
                        <a:lnTo>
                          <a:pt x="0" y="156"/>
                        </a:lnTo>
                        <a:lnTo>
                          <a:pt x="6" y="162"/>
                        </a:lnTo>
                        <a:lnTo>
                          <a:pt x="12" y="162"/>
                        </a:lnTo>
                        <a:lnTo>
                          <a:pt x="18" y="168"/>
                        </a:lnTo>
                        <a:lnTo>
                          <a:pt x="30" y="168"/>
                        </a:lnTo>
                        <a:lnTo>
                          <a:pt x="30" y="186"/>
                        </a:lnTo>
                        <a:lnTo>
                          <a:pt x="24" y="186"/>
                        </a:lnTo>
                        <a:lnTo>
                          <a:pt x="24" y="198"/>
                        </a:lnTo>
                        <a:lnTo>
                          <a:pt x="36" y="198"/>
                        </a:lnTo>
                        <a:lnTo>
                          <a:pt x="36" y="204"/>
                        </a:lnTo>
                        <a:lnTo>
                          <a:pt x="30" y="210"/>
                        </a:lnTo>
                        <a:lnTo>
                          <a:pt x="36" y="210"/>
                        </a:lnTo>
                        <a:lnTo>
                          <a:pt x="42" y="216"/>
                        </a:lnTo>
                        <a:lnTo>
                          <a:pt x="36" y="222"/>
                        </a:lnTo>
                        <a:lnTo>
                          <a:pt x="24" y="228"/>
                        </a:lnTo>
                        <a:lnTo>
                          <a:pt x="24" y="234"/>
                        </a:lnTo>
                        <a:lnTo>
                          <a:pt x="30" y="240"/>
                        </a:lnTo>
                        <a:lnTo>
                          <a:pt x="36" y="240"/>
                        </a:lnTo>
                        <a:lnTo>
                          <a:pt x="42" y="246"/>
                        </a:lnTo>
                        <a:lnTo>
                          <a:pt x="42" y="264"/>
                        </a:lnTo>
                        <a:lnTo>
                          <a:pt x="48" y="258"/>
                        </a:lnTo>
                        <a:lnTo>
                          <a:pt x="54" y="258"/>
                        </a:lnTo>
                        <a:lnTo>
                          <a:pt x="54" y="270"/>
                        </a:lnTo>
                        <a:lnTo>
                          <a:pt x="48" y="276"/>
                        </a:lnTo>
                        <a:lnTo>
                          <a:pt x="60" y="276"/>
                        </a:lnTo>
                        <a:lnTo>
                          <a:pt x="60" y="282"/>
                        </a:lnTo>
                        <a:lnTo>
                          <a:pt x="54" y="282"/>
                        </a:lnTo>
                        <a:lnTo>
                          <a:pt x="54" y="294"/>
                        </a:lnTo>
                        <a:lnTo>
                          <a:pt x="72" y="294"/>
                        </a:lnTo>
                        <a:lnTo>
                          <a:pt x="78" y="312"/>
                        </a:lnTo>
                        <a:lnTo>
                          <a:pt x="96" y="312"/>
                        </a:lnTo>
                        <a:lnTo>
                          <a:pt x="108" y="318"/>
                        </a:lnTo>
                        <a:lnTo>
                          <a:pt x="114" y="318"/>
                        </a:lnTo>
                        <a:lnTo>
                          <a:pt x="114" y="324"/>
                        </a:lnTo>
                        <a:lnTo>
                          <a:pt x="138" y="324"/>
                        </a:lnTo>
                        <a:lnTo>
                          <a:pt x="144" y="330"/>
                        </a:lnTo>
                        <a:lnTo>
                          <a:pt x="132" y="336"/>
                        </a:lnTo>
                        <a:lnTo>
                          <a:pt x="144" y="342"/>
                        </a:lnTo>
                        <a:lnTo>
                          <a:pt x="144" y="354"/>
                        </a:lnTo>
                        <a:lnTo>
                          <a:pt x="150" y="354"/>
                        </a:lnTo>
                        <a:lnTo>
                          <a:pt x="156" y="360"/>
                        </a:lnTo>
                        <a:lnTo>
                          <a:pt x="174" y="360"/>
                        </a:lnTo>
                        <a:lnTo>
                          <a:pt x="174" y="354"/>
                        </a:lnTo>
                        <a:lnTo>
                          <a:pt x="180" y="354"/>
                        </a:lnTo>
                        <a:lnTo>
                          <a:pt x="192" y="348"/>
                        </a:lnTo>
                        <a:lnTo>
                          <a:pt x="210" y="348"/>
                        </a:lnTo>
                        <a:lnTo>
                          <a:pt x="204" y="354"/>
                        </a:lnTo>
                        <a:lnTo>
                          <a:pt x="222" y="354"/>
                        </a:lnTo>
                        <a:lnTo>
                          <a:pt x="228" y="360"/>
                        </a:lnTo>
                        <a:lnTo>
                          <a:pt x="234" y="372"/>
                        </a:lnTo>
                        <a:lnTo>
                          <a:pt x="240" y="378"/>
                        </a:lnTo>
                        <a:lnTo>
                          <a:pt x="246" y="366"/>
                        </a:lnTo>
                        <a:lnTo>
                          <a:pt x="252" y="372"/>
                        </a:lnTo>
                        <a:lnTo>
                          <a:pt x="252" y="378"/>
                        </a:lnTo>
                        <a:lnTo>
                          <a:pt x="270" y="378"/>
                        </a:lnTo>
                        <a:lnTo>
                          <a:pt x="282" y="384"/>
                        </a:lnTo>
                        <a:lnTo>
                          <a:pt x="282" y="390"/>
                        </a:lnTo>
                        <a:lnTo>
                          <a:pt x="288" y="402"/>
                        </a:lnTo>
                        <a:lnTo>
                          <a:pt x="306" y="420"/>
                        </a:lnTo>
                        <a:lnTo>
                          <a:pt x="318" y="420"/>
                        </a:lnTo>
                        <a:lnTo>
                          <a:pt x="330" y="408"/>
                        </a:lnTo>
                        <a:lnTo>
                          <a:pt x="342" y="408"/>
                        </a:lnTo>
                        <a:lnTo>
                          <a:pt x="354" y="420"/>
                        </a:lnTo>
                        <a:lnTo>
                          <a:pt x="360" y="420"/>
                        </a:lnTo>
                        <a:lnTo>
                          <a:pt x="360" y="426"/>
                        </a:lnTo>
                        <a:lnTo>
                          <a:pt x="366" y="432"/>
                        </a:lnTo>
                        <a:lnTo>
                          <a:pt x="378" y="432"/>
                        </a:lnTo>
                        <a:lnTo>
                          <a:pt x="384" y="426"/>
                        </a:lnTo>
                        <a:lnTo>
                          <a:pt x="384" y="420"/>
                        </a:lnTo>
                        <a:lnTo>
                          <a:pt x="414" y="420"/>
                        </a:lnTo>
                        <a:lnTo>
                          <a:pt x="420" y="426"/>
                        </a:lnTo>
                        <a:lnTo>
                          <a:pt x="426" y="426"/>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18" name="Norway" descr="© INSCALE GmbH, 05.05.2010&#10;http://www.presentationload.com/">
                    <a:extLst>
                      <a:ext uri="{FF2B5EF4-FFF2-40B4-BE49-F238E27FC236}">
                        <a16:creationId xmlns:a16="http://schemas.microsoft.com/office/drawing/2014/main" id="{E841C50B-E135-7C62-E3E8-6A0134A6C7AC}"/>
                      </a:ext>
                    </a:extLst>
                  </p:cNvPr>
                  <p:cNvSpPr>
                    <a:spLocks noEditPoints="1"/>
                  </p:cNvSpPr>
                  <p:nvPr/>
                </p:nvSpPr>
                <p:spPr bwMode="gray">
                  <a:xfrm>
                    <a:off x="2765" y="1015"/>
                    <a:ext cx="345" cy="380"/>
                  </a:xfrm>
                  <a:custGeom>
                    <a:avLst/>
                    <a:gdLst>
                      <a:gd name="T0" fmla="*/ 2147483647 w 1362"/>
                      <a:gd name="T1" fmla="*/ 2147483647 h 1500"/>
                      <a:gd name="T2" fmla="*/ 2147483647 w 1362"/>
                      <a:gd name="T3" fmla="*/ 2147483647 h 1500"/>
                      <a:gd name="T4" fmla="*/ 2147483647 w 1362"/>
                      <a:gd name="T5" fmla="*/ 2147483647 h 1500"/>
                      <a:gd name="T6" fmla="*/ 2147483647 w 1362"/>
                      <a:gd name="T7" fmla="*/ 2147483647 h 1500"/>
                      <a:gd name="T8" fmla="*/ 2147483647 w 1362"/>
                      <a:gd name="T9" fmla="*/ 0 h 1500"/>
                      <a:gd name="T10" fmla="*/ 2147483647 w 1362"/>
                      <a:gd name="T11" fmla="*/ 2147483647 h 1500"/>
                      <a:gd name="T12" fmla="*/ 2147483647 w 1362"/>
                      <a:gd name="T13" fmla="*/ 2147483647 h 1500"/>
                      <a:gd name="T14" fmla="*/ 2147483647 w 1362"/>
                      <a:gd name="T15" fmla="*/ 2147483647 h 1500"/>
                      <a:gd name="T16" fmla="*/ 2147483647 w 1362"/>
                      <a:gd name="T17" fmla="*/ 2147483647 h 1500"/>
                      <a:gd name="T18" fmla="*/ 2147483647 w 1362"/>
                      <a:gd name="T19" fmla="*/ 2147483647 h 1500"/>
                      <a:gd name="T20" fmla="*/ 2147483647 w 1362"/>
                      <a:gd name="T21" fmla="*/ 2147483647 h 1500"/>
                      <a:gd name="T22" fmla="*/ 2147483647 w 1362"/>
                      <a:gd name="T23" fmla="*/ 2147483647 h 1500"/>
                      <a:gd name="T24" fmla="*/ 2147483647 w 1362"/>
                      <a:gd name="T25" fmla="*/ 2147483647 h 1500"/>
                      <a:gd name="T26" fmla="*/ 2147483647 w 1362"/>
                      <a:gd name="T27" fmla="*/ 2147483647 h 1500"/>
                      <a:gd name="T28" fmla="*/ 2147483647 w 1362"/>
                      <a:gd name="T29" fmla="*/ 2147483647 h 1500"/>
                      <a:gd name="T30" fmla="*/ 2147483647 w 1362"/>
                      <a:gd name="T31" fmla="*/ 2147483647 h 1500"/>
                      <a:gd name="T32" fmla="*/ 2147483647 w 1362"/>
                      <a:gd name="T33" fmla="*/ 2147483647 h 1500"/>
                      <a:gd name="T34" fmla="*/ 2147483647 w 1362"/>
                      <a:gd name="T35" fmla="*/ 2147483647 h 1500"/>
                      <a:gd name="T36" fmla="*/ 2147483647 w 1362"/>
                      <a:gd name="T37" fmla="*/ 2147483647 h 1500"/>
                      <a:gd name="T38" fmla="*/ 2147483647 w 1362"/>
                      <a:gd name="T39" fmla="*/ 2147483647 h 1500"/>
                      <a:gd name="T40" fmla="*/ 2147483647 w 1362"/>
                      <a:gd name="T41" fmla="*/ 2147483647 h 1500"/>
                      <a:gd name="T42" fmla="*/ 2147483647 w 1362"/>
                      <a:gd name="T43" fmla="*/ 2147483647 h 1500"/>
                      <a:gd name="T44" fmla="*/ 2147483647 w 1362"/>
                      <a:gd name="T45" fmla="*/ 2147483647 h 1500"/>
                      <a:gd name="T46" fmla="*/ 2147483647 w 1362"/>
                      <a:gd name="T47" fmla="*/ 2147483647 h 1500"/>
                      <a:gd name="T48" fmla="*/ 2147483647 w 1362"/>
                      <a:gd name="T49" fmla="*/ 2147483647 h 1500"/>
                      <a:gd name="T50" fmla="*/ 2147483647 w 1362"/>
                      <a:gd name="T51" fmla="*/ 2147483647 h 1500"/>
                      <a:gd name="T52" fmla="*/ 2147483647 w 1362"/>
                      <a:gd name="T53" fmla="*/ 2147483647 h 1500"/>
                      <a:gd name="T54" fmla="*/ 2147483647 w 1362"/>
                      <a:gd name="T55" fmla="*/ 2147483647 h 1500"/>
                      <a:gd name="T56" fmla="*/ 2147483647 w 1362"/>
                      <a:gd name="T57" fmla="*/ 2147483647 h 1500"/>
                      <a:gd name="T58" fmla="*/ 2147483647 w 1362"/>
                      <a:gd name="T59" fmla="*/ 2147483647 h 1500"/>
                      <a:gd name="T60" fmla="*/ 2147483647 w 1362"/>
                      <a:gd name="T61" fmla="*/ 2147483647 h 1500"/>
                      <a:gd name="T62" fmla="*/ 2147483647 w 1362"/>
                      <a:gd name="T63" fmla="*/ 2147483647 h 1500"/>
                      <a:gd name="T64" fmla="*/ 2147483647 w 1362"/>
                      <a:gd name="T65" fmla="*/ 2147483647 h 1500"/>
                      <a:gd name="T66" fmla="*/ 2147483647 w 1362"/>
                      <a:gd name="T67" fmla="*/ 2147483647 h 1500"/>
                      <a:gd name="T68" fmla="*/ 2147483647 w 1362"/>
                      <a:gd name="T69" fmla="*/ 2147483647 h 1500"/>
                      <a:gd name="T70" fmla="*/ 2147483647 w 1362"/>
                      <a:gd name="T71" fmla="*/ 2147483647 h 1500"/>
                      <a:gd name="T72" fmla="*/ 2147483647 w 1362"/>
                      <a:gd name="T73" fmla="*/ 2147483647 h 1500"/>
                      <a:gd name="T74" fmla="*/ 2147483647 w 1362"/>
                      <a:gd name="T75" fmla="*/ 2147483647 h 1500"/>
                      <a:gd name="T76" fmla="*/ 2147483647 w 1362"/>
                      <a:gd name="T77" fmla="*/ 2147483647 h 1500"/>
                      <a:gd name="T78" fmla="*/ 2147483647 w 1362"/>
                      <a:gd name="T79" fmla="*/ 2147483647 h 1500"/>
                      <a:gd name="T80" fmla="*/ 2147483647 w 1362"/>
                      <a:gd name="T81" fmla="*/ 2147483647 h 1500"/>
                      <a:gd name="T82" fmla="*/ 2147483647 w 1362"/>
                      <a:gd name="T83" fmla="*/ 2147483647 h 1500"/>
                      <a:gd name="T84" fmla="*/ 2147483647 w 1362"/>
                      <a:gd name="T85" fmla="*/ 2147483647 h 1500"/>
                      <a:gd name="T86" fmla="*/ 2147483647 w 1362"/>
                      <a:gd name="T87" fmla="*/ 2147483647 h 1500"/>
                      <a:gd name="T88" fmla="*/ 2147483647 w 1362"/>
                      <a:gd name="T89" fmla="*/ 2147483647 h 1500"/>
                      <a:gd name="T90" fmla="*/ 2147483647 w 1362"/>
                      <a:gd name="T91" fmla="*/ 2147483647 h 1500"/>
                      <a:gd name="T92" fmla="*/ 2147483647 w 1362"/>
                      <a:gd name="T93" fmla="*/ 2147483647 h 1500"/>
                      <a:gd name="T94" fmla="*/ 2147483647 w 1362"/>
                      <a:gd name="T95" fmla="*/ 2147483647 h 1500"/>
                      <a:gd name="T96" fmla="*/ 2147483647 w 1362"/>
                      <a:gd name="T97" fmla="*/ 2147483647 h 1500"/>
                      <a:gd name="T98" fmla="*/ 2147483647 w 1362"/>
                      <a:gd name="T99" fmla="*/ 2147483647 h 1500"/>
                      <a:gd name="T100" fmla="*/ 2147483647 w 1362"/>
                      <a:gd name="T101" fmla="*/ 2147483647 h 1500"/>
                      <a:gd name="T102" fmla="*/ 2147483647 w 1362"/>
                      <a:gd name="T103" fmla="*/ 2147483647 h 1500"/>
                      <a:gd name="T104" fmla="*/ 2147483647 w 1362"/>
                      <a:gd name="T105" fmla="*/ 2147483647 h 1500"/>
                      <a:gd name="T106" fmla="*/ 2147483647 w 1362"/>
                      <a:gd name="T107" fmla="*/ 2147483647 h 1500"/>
                      <a:gd name="T108" fmla="*/ 2147483647 w 1362"/>
                      <a:gd name="T109" fmla="*/ 2147483647 h 1500"/>
                      <a:gd name="T110" fmla="*/ 2147483647 w 1362"/>
                      <a:gd name="T111" fmla="*/ 2147483647 h 1500"/>
                      <a:gd name="T112" fmla="*/ 2147483647 w 1362"/>
                      <a:gd name="T113" fmla="*/ 2147483647 h 1500"/>
                      <a:gd name="T114" fmla="*/ 2147483647 w 1362"/>
                      <a:gd name="T115" fmla="*/ 2147483647 h 150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1362"/>
                      <a:gd name="T175" fmla="*/ 0 h 1500"/>
                      <a:gd name="T176" fmla="*/ 1362 w 1362"/>
                      <a:gd name="T177" fmla="*/ 1500 h 150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1362" h="1500">
                        <a:moveTo>
                          <a:pt x="324" y="120"/>
                        </a:moveTo>
                        <a:lnTo>
                          <a:pt x="336" y="126"/>
                        </a:lnTo>
                        <a:lnTo>
                          <a:pt x="354" y="132"/>
                        </a:lnTo>
                        <a:lnTo>
                          <a:pt x="378" y="132"/>
                        </a:lnTo>
                        <a:lnTo>
                          <a:pt x="294" y="90"/>
                        </a:lnTo>
                        <a:lnTo>
                          <a:pt x="294" y="102"/>
                        </a:lnTo>
                        <a:lnTo>
                          <a:pt x="306" y="108"/>
                        </a:lnTo>
                        <a:lnTo>
                          <a:pt x="312" y="114"/>
                        </a:lnTo>
                        <a:lnTo>
                          <a:pt x="324" y="120"/>
                        </a:lnTo>
                        <a:close/>
                        <a:moveTo>
                          <a:pt x="684" y="48"/>
                        </a:moveTo>
                        <a:lnTo>
                          <a:pt x="732" y="48"/>
                        </a:lnTo>
                        <a:lnTo>
                          <a:pt x="738" y="54"/>
                        </a:lnTo>
                        <a:lnTo>
                          <a:pt x="750" y="54"/>
                        </a:lnTo>
                        <a:lnTo>
                          <a:pt x="774" y="66"/>
                        </a:lnTo>
                        <a:lnTo>
                          <a:pt x="786" y="66"/>
                        </a:lnTo>
                        <a:lnTo>
                          <a:pt x="798" y="60"/>
                        </a:lnTo>
                        <a:lnTo>
                          <a:pt x="804" y="60"/>
                        </a:lnTo>
                        <a:lnTo>
                          <a:pt x="816" y="54"/>
                        </a:lnTo>
                        <a:lnTo>
                          <a:pt x="828" y="54"/>
                        </a:lnTo>
                        <a:lnTo>
                          <a:pt x="840" y="60"/>
                        </a:lnTo>
                        <a:lnTo>
                          <a:pt x="876" y="72"/>
                        </a:lnTo>
                        <a:lnTo>
                          <a:pt x="888" y="78"/>
                        </a:lnTo>
                        <a:lnTo>
                          <a:pt x="894" y="84"/>
                        </a:lnTo>
                        <a:lnTo>
                          <a:pt x="900" y="84"/>
                        </a:lnTo>
                        <a:lnTo>
                          <a:pt x="924" y="60"/>
                        </a:lnTo>
                        <a:lnTo>
                          <a:pt x="984" y="66"/>
                        </a:lnTo>
                        <a:lnTo>
                          <a:pt x="984" y="42"/>
                        </a:lnTo>
                        <a:lnTo>
                          <a:pt x="1014" y="42"/>
                        </a:lnTo>
                        <a:lnTo>
                          <a:pt x="1026" y="36"/>
                        </a:lnTo>
                        <a:lnTo>
                          <a:pt x="1032" y="24"/>
                        </a:lnTo>
                        <a:lnTo>
                          <a:pt x="1038" y="18"/>
                        </a:lnTo>
                        <a:lnTo>
                          <a:pt x="1032" y="12"/>
                        </a:lnTo>
                        <a:lnTo>
                          <a:pt x="1002" y="12"/>
                        </a:lnTo>
                        <a:lnTo>
                          <a:pt x="990" y="18"/>
                        </a:lnTo>
                        <a:lnTo>
                          <a:pt x="984" y="18"/>
                        </a:lnTo>
                        <a:lnTo>
                          <a:pt x="972" y="6"/>
                        </a:lnTo>
                        <a:lnTo>
                          <a:pt x="960" y="0"/>
                        </a:lnTo>
                        <a:lnTo>
                          <a:pt x="918" y="0"/>
                        </a:lnTo>
                        <a:lnTo>
                          <a:pt x="900" y="6"/>
                        </a:lnTo>
                        <a:lnTo>
                          <a:pt x="882" y="18"/>
                        </a:lnTo>
                        <a:lnTo>
                          <a:pt x="870" y="18"/>
                        </a:lnTo>
                        <a:lnTo>
                          <a:pt x="864" y="12"/>
                        </a:lnTo>
                        <a:lnTo>
                          <a:pt x="864" y="6"/>
                        </a:lnTo>
                        <a:lnTo>
                          <a:pt x="858" y="6"/>
                        </a:lnTo>
                        <a:lnTo>
                          <a:pt x="852" y="0"/>
                        </a:lnTo>
                        <a:lnTo>
                          <a:pt x="822" y="0"/>
                        </a:lnTo>
                        <a:lnTo>
                          <a:pt x="804" y="18"/>
                        </a:lnTo>
                        <a:lnTo>
                          <a:pt x="738" y="0"/>
                        </a:lnTo>
                        <a:lnTo>
                          <a:pt x="726" y="0"/>
                        </a:lnTo>
                        <a:lnTo>
                          <a:pt x="708" y="6"/>
                        </a:lnTo>
                        <a:lnTo>
                          <a:pt x="690" y="6"/>
                        </a:lnTo>
                        <a:lnTo>
                          <a:pt x="672" y="12"/>
                        </a:lnTo>
                        <a:lnTo>
                          <a:pt x="660" y="12"/>
                        </a:lnTo>
                        <a:lnTo>
                          <a:pt x="660" y="6"/>
                        </a:lnTo>
                        <a:lnTo>
                          <a:pt x="666" y="0"/>
                        </a:lnTo>
                        <a:lnTo>
                          <a:pt x="630" y="12"/>
                        </a:lnTo>
                        <a:lnTo>
                          <a:pt x="648" y="36"/>
                        </a:lnTo>
                        <a:lnTo>
                          <a:pt x="684" y="48"/>
                        </a:lnTo>
                        <a:close/>
                        <a:moveTo>
                          <a:pt x="324" y="66"/>
                        </a:moveTo>
                        <a:lnTo>
                          <a:pt x="342" y="66"/>
                        </a:lnTo>
                        <a:lnTo>
                          <a:pt x="348" y="72"/>
                        </a:lnTo>
                        <a:lnTo>
                          <a:pt x="360" y="72"/>
                        </a:lnTo>
                        <a:lnTo>
                          <a:pt x="360" y="78"/>
                        </a:lnTo>
                        <a:lnTo>
                          <a:pt x="342" y="96"/>
                        </a:lnTo>
                        <a:lnTo>
                          <a:pt x="336" y="96"/>
                        </a:lnTo>
                        <a:lnTo>
                          <a:pt x="378" y="114"/>
                        </a:lnTo>
                        <a:lnTo>
                          <a:pt x="390" y="120"/>
                        </a:lnTo>
                        <a:lnTo>
                          <a:pt x="396" y="126"/>
                        </a:lnTo>
                        <a:lnTo>
                          <a:pt x="414" y="126"/>
                        </a:lnTo>
                        <a:lnTo>
                          <a:pt x="426" y="132"/>
                        </a:lnTo>
                        <a:lnTo>
                          <a:pt x="438" y="132"/>
                        </a:lnTo>
                        <a:lnTo>
                          <a:pt x="462" y="108"/>
                        </a:lnTo>
                        <a:lnTo>
                          <a:pt x="504" y="96"/>
                        </a:lnTo>
                        <a:lnTo>
                          <a:pt x="534" y="120"/>
                        </a:lnTo>
                        <a:lnTo>
                          <a:pt x="528" y="120"/>
                        </a:lnTo>
                        <a:lnTo>
                          <a:pt x="516" y="126"/>
                        </a:lnTo>
                        <a:lnTo>
                          <a:pt x="504" y="126"/>
                        </a:lnTo>
                        <a:lnTo>
                          <a:pt x="480" y="132"/>
                        </a:lnTo>
                        <a:lnTo>
                          <a:pt x="468" y="138"/>
                        </a:lnTo>
                        <a:lnTo>
                          <a:pt x="456" y="150"/>
                        </a:lnTo>
                        <a:lnTo>
                          <a:pt x="486" y="150"/>
                        </a:lnTo>
                        <a:lnTo>
                          <a:pt x="498" y="156"/>
                        </a:lnTo>
                        <a:lnTo>
                          <a:pt x="522" y="156"/>
                        </a:lnTo>
                        <a:lnTo>
                          <a:pt x="516" y="162"/>
                        </a:lnTo>
                        <a:lnTo>
                          <a:pt x="504" y="162"/>
                        </a:lnTo>
                        <a:lnTo>
                          <a:pt x="486" y="168"/>
                        </a:lnTo>
                        <a:lnTo>
                          <a:pt x="474" y="174"/>
                        </a:lnTo>
                        <a:lnTo>
                          <a:pt x="468" y="180"/>
                        </a:lnTo>
                        <a:lnTo>
                          <a:pt x="462" y="180"/>
                        </a:lnTo>
                        <a:lnTo>
                          <a:pt x="516" y="198"/>
                        </a:lnTo>
                        <a:lnTo>
                          <a:pt x="522" y="198"/>
                        </a:lnTo>
                        <a:lnTo>
                          <a:pt x="528" y="204"/>
                        </a:lnTo>
                        <a:lnTo>
                          <a:pt x="540" y="210"/>
                        </a:lnTo>
                        <a:lnTo>
                          <a:pt x="558" y="210"/>
                        </a:lnTo>
                        <a:lnTo>
                          <a:pt x="576" y="216"/>
                        </a:lnTo>
                        <a:lnTo>
                          <a:pt x="594" y="210"/>
                        </a:lnTo>
                        <a:lnTo>
                          <a:pt x="606" y="204"/>
                        </a:lnTo>
                        <a:lnTo>
                          <a:pt x="612" y="204"/>
                        </a:lnTo>
                        <a:lnTo>
                          <a:pt x="618" y="198"/>
                        </a:lnTo>
                        <a:lnTo>
                          <a:pt x="612" y="192"/>
                        </a:lnTo>
                        <a:lnTo>
                          <a:pt x="612" y="186"/>
                        </a:lnTo>
                        <a:lnTo>
                          <a:pt x="606" y="180"/>
                        </a:lnTo>
                        <a:lnTo>
                          <a:pt x="606" y="174"/>
                        </a:lnTo>
                        <a:lnTo>
                          <a:pt x="612" y="168"/>
                        </a:lnTo>
                        <a:lnTo>
                          <a:pt x="618" y="168"/>
                        </a:lnTo>
                        <a:lnTo>
                          <a:pt x="630" y="162"/>
                        </a:lnTo>
                        <a:lnTo>
                          <a:pt x="648" y="162"/>
                        </a:lnTo>
                        <a:lnTo>
                          <a:pt x="648" y="144"/>
                        </a:lnTo>
                        <a:lnTo>
                          <a:pt x="678" y="132"/>
                        </a:lnTo>
                        <a:lnTo>
                          <a:pt x="690" y="102"/>
                        </a:lnTo>
                        <a:lnTo>
                          <a:pt x="714" y="114"/>
                        </a:lnTo>
                        <a:lnTo>
                          <a:pt x="738" y="102"/>
                        </a:lnTo>
                        <a:lnTo>
                          <a:pt x="750" y="114"/>
                        </a:lnTo>
                        <a:lnTo>
                          <a:pt x="762" y="120"/>
                        </a:lnTo>
                        <a:lnTo>
                          <a:pt x="780" y="126"/>
                        </a:lnTo>
                        <a:lnTo>
                          <a:pt x="792" y="138"/>
                        </a:lnTo>
                        <a:lnTo>
                          <a:pt x="792" y="144"/>
                        </a:lnTo>
                        <a:lnTo>
                          <a:pt x="786" y="150"/>
                        </a:lnTo>
                        <a:lnTo>
                          <a:pt x="786" y="162"/>
                        </a:lnTo>
                        <a:lnTo>
                          <a:pt x="774" y="174"/>
                        </a:lnTo>
                        <a:lnTo>
                          <a:pt x="828" y="174"/>
                        </a:lnTo>
                        <a:lnTo>
                          <a:pt x="834" y="180"/>
                        </a:lnTo>
                        <a:lnTo>
                          <a:pt x="846" y="186"/>
                        </a:lnTo>
                        <a:lnTo>
                          <a:pt x="852" y="192"/>
                        </a:lnTo>
                        <a:lnTo>
                          <a:pt x="858" y="192"/>
                        </a:lnTo>
                        <a:lnTo>
                          <a:pt x="864" y="186"/>
                        </a:lnTo>
                        <a:lnTo>
                          <a:pt x="876" y="186"/>
                        </a:lnTo>
                        <a:lnTo>
                          <a:pt x="894" y="174"/>
                        </a:lnTo>
                        <a:lnTo>
                          <a:pt x="906" y="168"/>
                        </a:lnTo>
                        <a:lnTo>
                          <a:pt x="924" y="162"/>
                        </a:lnTo>
                        <a:lnTo>
                          <a:pt x="936" y="156"/>
                        </a:lnTo>
                        <a:lnTo>
                          <a:pt x="942" y="150"/>
                        </a:lnTo>
                        <a:lnTo>
                          <a:pt x="942" y="144"/>
                        </a:lnTo>
                        <a:lnTo>
                          <a:pt x="936" y="144"/>
                        </a:lnTo>
                        <a:lnTo>
                          <a:pt x="924" y="138"/>
                        </a:lnTo>
                        <a:lnTo>
                          <a:pt x="888" y="138"/>
                        </a:lnTo>
                        <a:lnTo>
                          <a:pt x="882" y="120"/>
                        </a:lnTo>
                        <a:lnTo>
                          <a:pt x="828" y="114"/>
                        </a:lnTo>
                        <a:lnTo>
                          <a:pt x="828" y="96"/>
                        </a:lnTo>
                        <a:lnTo>
                          <a:pt x="798" y="102"/>
                        </a:lnTo>
                        <a:lnTo>
                          <a:pt x="798" y="84"/>
                        </a:lnTo>
                        <a:lnTo>
                          <a:pt x="726" y="84"/>
                        </a:lnTo>
                        <a:lnTo>
                          <a:pt x="720" y="72"/>
                        </a:lnTo>
                        <a:lnTo>
                          <a:pt x="684" y="72"/>
                        </a:lnTo>
                        <a:lnTo>
                          <a:pt x="678" y="60"/>
                        </a:lnTo>
                        <a:lnTo>
                          <a:pt x="654" y="48"/>
                        </a:lnTo>
                        <a:lnTo>
                          <a:pt x="624" y="48"/>
                        </a:lnTo>
                        <a:lnTo>
                          <a:pt x="624" y="30"/>
                        </a:lnTo>
                        <a:lnTo>
                          <a:pt x="618" y="30"/>
                        </a:lnTo>
                        <a:lnTo>
                          <a:pt x="612" y="24"/>
                        </a:lnTo>
                        <a:lnTo>
                          <a:pt x="540" y="24"/>
                        </a:lnTo>
                        <a:lnTo>
                          <a:pt x="534" y="30"/>
                        </a:lnTo>
                        <a:lnTo>
                          <a:pt x="534" y="36"/>
                        </a:lnTo>
                        <a:lnTo>
                          <a:pt x="540" y="42"/>
                        </a:lnTo>
                        <a:lnTo>
                          <a:pt x="546" y="54"/>
                        </a:lnTo>
                        <a:lnTo>
                          <a:pt x="564" y="72"/>
                        </a:lnTo>
                        <a:lnTo>
                          <a:pt x="552" y="66"/>
                        </a:lnTo>
                        <a:lnTo>
                          <a:pt x="546" y="60"/>
                        </a:lnTo>
                        <a:lnTo>
                          <a:pt x="528" y="48"/>
                        </a:lnTo>
                        <a:lnTo>
                          <a:pt x="492" y="30"/>
                        </a:lnTo>
                        <a:lnTo>
                          <a:pt x="480" y="30"/>
                        </a:lnTo>
                        <a:lnTo>
                          <a:pt x="474" y="36"/>
                        </a:lnTo>
                        <a:lnTo>
                          <a:pt x="468" y="48"/>
                        </a:lnTo>
                        <a:lnTo>
                          <a:pt x="462" y="54"/>
                        </a:lnTo>
                        <a:lnTo>
                          <a:pt x="450" y="54"/>
                        </a:lnTo>
                        <a:lnTo>
                          <a:pt x="438" y="48"/>
                        </a:lnTo>
                        <a:lnTo>
                          <a:pt x="420" y="48"/>
                        </a:lnTo>
                        <a:lnTo>
                          <a:pt x="420" y="42"/>
                        </a:lnTo>
                        <a:lnTo>
                          <a:pt x="426" y="42"/>
                        </a:lnTo>
                        <a:lnTo>
                          <a:pt x="438" y="30"/>
                        </a:lnTo>
                        <a:lnTo>
                          <a:pt x="384" y="30"/>
                        </a:lnTo>
                        <a:lnTo>
                          <a:pt x="372" y="42"/>
                        </a:lnTo>
                        <a:lnTo>
                          <a:pt x="366" y="30"/>
                        </a:lnTo>
                        <a:lnTo>
                          <a:pt x="354" y="30"/>
                        </a:lnTo>
                        <a:lnTo>
                          <a:pt x="318" y="48"/>
                        </a:lnTo>
                        <a:lnTo>
                          <a:pt x="318" y="60"/>
                        </a:lnTo>
                        <a:lnTo>
                          <a:pt x="324" y="66"/>
                        </a:lnTo>
                        <a:close/>
                        <a:moveTo>
                          <a:pt x="642" y="708"/>
                        </a:moveTo>
                        <a:lnTo>
                          <a:pt x="666" y="696"/>
                        </a:lnTo>
                        <a:lnTo>
                          <a:pt x="666" y="690"/>
                        </a:lnTo>
                        <a:lnTo>
                          <a:pt x="678" y="690"/>
                        </a:lnTo>
                        <a:lnTo>
                          <a:pt x="678" y="678"/>
                        </a:lnTo>
                        <a:lnTo>
                          <a:pt x="672" y="672"/>
                        </a:lnTo>
                        <a:lnTo>
                          <a:pt x="630" y="690"/>
                        </a:lnTo>
                        <a:lnTo>
                          <a:pt x="642" y="708"/>
                        </a:lnTo>
                        <a:close/>
                        <a:moveTo>
                          <a:pt x="774" y="648"/>
                        </a:moveTo>
                        <a:lnTo>
                          <a:pt x="780" y="642"/>
                        </a:lnTo>
                        <a:lnTo>
                          <a:pt x="786" y="642"/>
                        </a:lnTo>
                        <a:lnTo>
                          <a:pt x="792" y="636"/>
                        </a:lnTo>
                        <a:lnTo>
                          <a:pt x="792" y="630"/>
                        </a:lnTo>
                        <a:lnTo>
                          <a:pt x="786" y="624"/>
                        </a:lnTo>
                        <a:lnTo>
                          <a:pt x="774" y="624"/>
                        </a:lnTo>
                        <a:lnTo>
                          <a:pt x="768" y="630"/>
                        </a:lnTo>
                        <a:lnTo>
                          <a:pt x="768" y="642"/>
                        </a:lnTo>
                        <a:lnTo>
                          <a:pt x="774" y="648"/>
                        </a:lnTo>
                        <a:close/>
                        <a:moveTo>
                          <a:pt x="594" y="696"/>
                        </a:moveTo>
                        <a:lnTo>
                          <a:pt x="576" y="696"/>
                        </a:lnTo>
                        <a:lnTo>
                          <a:pt x="552" y="708"/>
                        </a:lnTo>
                        <a:lnTo>
                          <a:pt x="546" y="714"/>
                        </a:lnTo>
                        <a:lnTo>
                          <a:pt x="570" y="720"/>
                        </a:lnTo>
                        <a:lnTo>
                          <a:pt x="576" y="714"/>
                        </a:lnTo>
                        <a:lnTo>
                          <a:pt x="588" y="714"/>
                        </a:lnTo>
                        <a:lnTo>
                          <a:pt x="600" y="702"/>
                        </a:lnTo>
                        <a:lnTo>
                          <a:pt x="594" y="696"/>
                        </a:lnTo>
                        <a:close/>
                        <a:moveTo>
                          <a:pt x="918" y="612"/>
                        </a:moveTo>
                        <a:lnTo>
                          <a:pt x="936" y="618"/>
                        </a:lnTo>
                        <a:lnTo>
                          <a:pt x="942" y="606"/>
                        </a:lnTo>
                        <a:lnTo>
                          <a:pt x="948" y="600"/>
                        </a:lnTo>
                        <a:lnTo>
                          <a:pt x="948" y="594"/>
                        </a:lnTo>
                        <a:lnTo>
                          <a:pt x="918" y="594"/>
                        </a:lnTo>
                        <a:lnTo>
                          <a:pt x="918" y="612"/>
                        </a:lnTo>
                        <a:close/>
                        <a:moveTo>
                          <a:pt x="486" y="756"/>
                        </a:moveTo>
                        <a:lnTo>
                          <a:pt x="474" y="756"/>
                        </a:lnTo>
                        <a:lnTo>
                          <a:pt x="438" y="774"/>
                        </a:lnTo>
                        <a:lnTo>
                          <a:pt x="432" y="780"/>
                        </a:lnTo>
                        <a:lnTo>
                          <a:pt x="432" y="786"/>
                        </a:lnTo>
                        <a:lnTo>
                          <a:pt x="444" y="786"/>
                        </a:lnTo>
                        <a:lnTo>
                          <a:pt x="456" y="780"/>
                        </a:lnTo>
                        <a:lnTo>
                          <a:pt x="462" y="774"/>
                        </a:lnTo>
                        <a:lnTo>
                          <a:pt x="474" y="768"/>
                        </a:lnTo>
                        <a:lnTo>
                          <a:pt x="510" y="768"/>
                        </a:lnTo>
                        <a:lnTo>
                          <a:pt x="510" y="762"/>
                        </a:lnTo>
                        <a:lnTo>
                          <a:pt x="504" y="762"/>
                        </a:lnTo>
                        <a:lnTo>
                          <a:pt x="504" y="756"/>
                        </a:lnTo>
                        <a:lnTo>
                          <a:pt x="486" y="756"/>
                        </a:lnTo>
                        <a:close/>
                        <a:moveTo>
                          <a:pt x="1356" y="660"/>
                        </a:moveTo>
                        <a:lnTo>
                          <a:pt x="1326" y="666"/>
                        </a:lnTo>
                        <a:lnTo>
                          <a:pt x="1290" y="654"/>
                        </a:lnTo>
                        <a:lnTo>
                          <a:pt x="1260" y="642"/>
                        </a:lnTo>
                        <a:lnTo>
                          <a:pt x="1302" y="642"/>
                        </a:lnTo>
                        <a:lnTo>
                          <a:pt x="1326" y="630"/>
                        </a:lnTo>
                        <a:lnTo>
                          <a:pt x="1344" y="630"/>
                        </a:lnTo>
                        <a:lnTo>
                          <a:pt x="1350" y="624"/>
                        </a:lnTo>
                        <a:lnTo>
                          <a:pt x="1356" y="624"/>
                        </a:lnTo>
                        <a:lnTo>
                          <a:pt x="1344" y="618"/>
                        </a:lnTo>
                        <a:lnTo>
                          <a:pt x="1338" y="612"/>
                        </a:lnTo>
                        <a:lnTo>
                          <a:pt x="1320" y="606"/>
                        </a:lnTo>
                        <a:lnTo>
                          <a:pt x="1308" y="600"/>
                        </a:lnTo>
                        <a:lnTo>
                          <a:pt x="1284" y="600"/>
                        </a:lnTo>
                        <a:lnTo>
                          <a:pt x="1260" y="588"/>
                        </a:lnTo>
                        <a:lnTo>
                          <a:pt x="1254" y="588"/>
                        </a:lnTo>
                        <a:lnTo>
                          <a:pt x="1242" y="582"/>
                        </a:lnTo>
                        <a:lnTo>
                          <a:pt x="1242" y="588"/>
                        </a:lnTo>
                        <a:lnTo>
                          <a:pt x="1236" y="594"/>
                        </a:lnTo>
                        <a:lnTo>
                          <a:pt x="1236" y="600"/>
                        </a:lnTo>
                        <a:lnTo>
                          <a:pt x="1218" y="618"/>
                        </a:lnTo>
                        <a:lnTo>
                          <a:pt x="1206" y="618"/>
                        </a:lnTo>
                        <a:lnTo>
                          <a:pt x="1200" y="612"/>
                        </a:lnTo>
                        <a:lnTo>
                          <a:pt x="1224" y="588"/>
                        </a:lnTo>
                        <a:lnTo>
                          <a:pt x="1158" y="564"/>
                        </a:lnTo>
                        <a:lnTo>
                          <a:pt x="1158" y="576"/>
                        </a:lnTo>
                        <a:lnTo>
                          <a:pt x="1152" y="594"/>
                        </a:lnTo>
                        <a:lnTo>
                          <a:pt x="1134" y="630"/>
                        </a:lnTo>
                        <a:lnTo>
                          <a:pt x="1128" y="630"/>
                        </a:lnTo>
                        <a:lnTo>
                          <a:pt x="1122" y="624"/>
                        </a:lnTo>
                        <a:lnTo>
                          <a:pt x="1116" y="612"/>
                        </a:lnTo>
                        <a:lnTo>
                          <a:pt x="1116" y="594"/>
                        </a:lnTo>
                        <a:lnTo>
                          <a:pt x="1122" y="582"/>
                        </a:lnTo>
                        <a:lnTo>
                          <a:pt x="1116" y="594"/>
                        </a:lnTo>
                        <a:lnTo>
                          <a:pt x="1104" y="600"/>
                        </a:lnTo>
                        <a:lnTo>
                          <a:pt x="1080" y="624"/>
                        </a:lnTo>
                        <a:lnTo>
                          <a:pt x="1056" y="636"/>
                        </a:lnTo>
                        <a:lnTo>
                          <a:pt x="1050" y="636"/>
                        </a:lnTo>
                        <a:lnTo>
                          <a:pt x="1050" y="630"/>
                        </a:lnTo>
                        <a:lnTo>
                          <a:pt x="1056" y="618"/>
                        </a:lnTo>
                        <a:lnTo>
                          <a:pt x="1086" y="588"/>
                        </a:lnTo>
                        <a:lnTo>
                          <a:pt x="1092" y="576"/>
                        </a:lnTo>
                        <a:lnTo>
                          <a:pt x="1104" y="570"/>
                        </a:lnTo>
                        <a:lnTo>
                          <a:pt x="1068" y="570"/>
                        </a:lnTo>
                        <a:lnTo>
                          <a:pt x="1050" y="582"/>
                        </a:lnTo>
                        <a:lnTo>
                          <a:pt x="1026" y="582"/>
                        </a:lnTo>
                        <a:lnTo>
                          <a:pt x="984" y="606"/>
                        </a:lnTo>
                        <a:lnTo>
                          <a:pt x="960" y="606"/>
                        </a:lnTo>
                        <a:lnTo>
                          <a:pt x="954" y="636"/>
                        </a:lnTo>
                        <a:lnTo>
                          <a:pt x="918" y="624"/>
                        </a:lnTo>
                        <a:lnTo>
                          <a:pt x="882" y="630"/>
                        </a:lnTo>
                        <a:lnTo>
                          <a:pt x="894" y="660"/>
                        </a:lnTo>
                        <a:lnTo>
                          <a:pt x="846" y="648"/>
                        </a:lnTo>
                        <a:lnTo>
                          <a:pt x="828" y="654"/>
                        </a:lnTo>
                        <a:lnTo>
                          <a:pt x="834" y="678"/>
                        </a:lnTo>
                        <a:lnTo>
                          <a:pt x="792" y="690"/>
                        </a:lnTo>
                        <a:lnTo>
                          <a:pt x="792" y="654"/>
                        </a:lnTo>
                        <a:lnTo>
                          <a:pt x="762" y="654"/>
                        </a:lnTo>
                        <a:lnTo>
                          <a:pt x="774" y="678"/>
                        </a:lnTo>
                        <a:lnTo>
                          <a:pt x="750" y="660"/>
                        </a:lnTo>
                        <a:lnTo>
                          <a:pt x="750" y="690"/>
                        </a:lnTo>
                        <a:lnTo>
                          <a:pt x="726" y="690"/>
                        </a:lnTo>
                        <a:lnTo>
                          <a:pt x="726" y="660"/>
                        </a:lnTo>
                        <a:lnTo>
                          <a:pt x="738" y="654"/>
                        </a:lnTo>
                        <a:lnTo>
                          <a:pt x="744" y="648"/>
                        </a:lnTo>
                        <a:lnTo>
                          <a:pt x="708" y="642"/>
                        </a:lnTo>
                        <a:lnTo>
                          <a:pt x="708" y="684"/>
                        </a:lnTo>
                        <a:lnTo>
                          <a:pt x="678" y="696"/>
                        </a:lnTo>
                        <a:lnTo>
                          <a:pt x="696" y="708"/>
                        </a:lnTo>
                        <a:lnTo>
                          <a:pt x="660" y="714"/>
                        </a:lnTo>
                        <a:lnTo>
                          <a:pt x="672" y="726"/>
                        </a:lnTo>
                        <a:lnTo>
                          <a:pt x="630" y="726"/>
                        </a:lnTo>
                        <a:lnTo>
                          <a:pt x="630" y="738"/>
                        </a:lnTo>
                        <a:lnTo>
                          <a:pt x="660" y="750"/>
                        </a:lnTo>
                        <a:lnTo>
                          <a:pt x="654" y="762"/>
                        </a:lnTo>
                        <a:lnTo>
                          <a:pt x="618" y="744"/>
                        </a:lnTo>
                        <a:lnTo>
                          <a:pt x="600" y="750"/>
                        </a:lnTo>
                        <a:lnTo>
                          <a:pt x="624" y="762"/>
                        </a:lnTo>
                        <a:lnTo>
                          <a:pt x="606" y="780"/>
                        </a:lnTo>
                        <a:lnTo>
                          <a:pt x="594" y="762"/>
                        </a:lnTo>
                        <a:lnTo>
                          <a:pt x="576" y="768"/>
                        </a:lnTo>
                        <a:lnTo>
                          <a:pt x="576" y="780"/>
                        </a:lnTo>
                        <a:lnTo>
                          <a:pt x="546" y="780"/>
                        </a:lnTo>
                        <a:lnTo>
                          <a:pt x="540" y="792"/>
                        </a:lnTo>
                        <a:lnTo>
                          <a:pt x="564" y="804"/>
                        </a:lnTo>
                        <a:lnTo>
                          <a:pt x="564" y="822"/>
                        </a:lnTo>
                        <a:lnTo>
                          <a:pt x="528" y="810"/>
                        </a:lnTo>
                        <a:lnTo>
                          <a:pt x="522" y="822"/>
                        </a:lnTo>
                        <a:lnTo>
                          <a:pt x="552" y="834"/>
                        </a:lnTo>
                        <a:lnTo>
                          <a:pt x="504" y="834"/>
                        </a:lnTo>
                        <a:lnTo>
                          <a:pt x="504" y="852"/>
                        </a:lnTo>
                        <a:lnTo>
                          <a:pt x="492" y="846"/>
                        </a:lnTo>
                        <a:lnTo>
                          <a:pt x="486" y="846"/>
                        </a:lnTo>
                        <a:lnTo>
                          <a:pt x="474" y="852"/>
                        </a:lnTo>
                        <a:lnTo>
                          <a:pt x="468" y="858"/>
                        </a:lnTo>
                        <a:lnTo>
                          <a:pt x="456" y="858"/>
                        </a:lnTo>
                        <a:lnTo>
                          <a:pt x="456" y="870"/>
                        </a:lnTo>
                        <a:lnTo>
                          <a:pt x="462" y="876"/>
                        </a:lnTo>
                        <a:lnTo>
                          <a:pt x="456" y="876"/>
                        </a:lnTo>
                        <a:lnTo>
                          <a:pt x="450" y="882"/>
                        </a:lnTo>
                        <a:lnTo>
                          <a:pt x="444" y="882"/>
                        </a:lnTo>
                        <a:lnTo>
                          <a:pt x="444" y="900"/>
                        </a:lnTo>
                        <a:lnTo>
                          <a:pt x="480" y="900"/>
                        </a:lnTo>
                        <a:lnTo>
                          <a:pt x="468" y="912"/>
                        </a:lnTo>
                        <a:lnTo>
                          <a:pt x="432" y="906"/>
                        </a:lnTo>
                        <a:lnTo>
                          <a:pt x="420" y="912"/>
                        </a:lnTo>
                        <a:lnTo>
                          <a:pt x="414" y="918"/>
                        </a:lnTo>
                        <a:lnTo>
                          <a:pt x="414" y="930"/>
                        </a:lnTo>
                        <a:lnTo>
                          <a:pt x="420" y="936"/>
                        </a:lnTo>
                        <a:lnTo>
                          <a:pt x="420" y="948"/>
                        </a:lnTo>
                        <a:lnTo>
                          <a:pt x="408" y="954"/>
                        </a:lnTo>
                        <a:lnTo>
                          <a:pt x="390" y="954"/>
                        </a:lnTo>
                        <a:lnTo>
                          <a:pt x="390" y="972"/>
                        </a:lnTo>
                        <a:lnTo>
                          <a:pt x="408" y="990"/>
                        </a:lnTo>
                        <a:lnTo>
                          <a:pt x="408" y="996"/>
                        </a:lnTo>
                        <a:lnTo>
                          <a:pt x="402" y="1002"/>
                        </a:lnTo>
                        <a:lnTo>
                          <a:pt x="366" y="1002"/>
                        </a:lnTo>
                        <a:lnTo>
                          <a:pt x="360" y="1008"/>
                        </a:lnTo>
                        <a:lnTo>
                          <a:pt x="360" y="1026"/>
                        </a:lnTo>
                        <a:lnTo>
                          <a:pt x="354" y="1032"/>
                        </a:lnTo>
                        <a:lnTo>
                          <a:pt x="342" y="1032"/>
                        </a:lnTo>
                        <a:lnTo>
                          <a:pt x="336" y="1026"/>
                        </a:lnTo>
                        <a:lnTo>
                          <a:pt x="318" y="1026"/>
                        </a:lnTo>
                        <a:lnTo>
                          <a:pt x="294" y="1050"/>
                        </a:lnTo>
                        <a:lnTo>
                          <a:pt x="282" y="1050"/>
                        </a:lnTo>
                        <a:lnTo>
                          <a:pt x="270" y="1062"/>
                        </a:lnTo>
                        <a:lnTo>
                          <a:pt x="270" y="1068"/>
                        </a:lnTo>
                        <a:lnTo>
                          <a:pt x="276" y="1074"/>
                        </a:lnTo>
                        <a:lnTo>
                          <a:pt x="276" y="1080"/>
                        </a:lnTo>
                        <a:lnTo>
                          <a:pt x="264" y="1092"/>
                        </a:lnTo>
                        <a:lnTo>
                          <a:pt x="252" y="1092"/>
                        </a:lnTo>
                        <a:lnTo>
                          <a:pt x="246" y="1086"/>
                        </a:lnTo>
                        <a:lnTo>
                          <a:pt x="234" y="1080"/>
                        </a:lnTo>
                        <a:lnTo>
                          <a:pt x="234" y="1074"/>
                        </a:lnTo>
                        <a:lnTo>
                          <a:pt x="228" y="1074"/>
                        </a:lnTo>
                        <a:lnTo>
                          <a:pt x="204" y="1086"/>
                        </a:lnTo>
                        <a:lnTo>
                          <a:pt x="198" y="1092"/>
                        </a:lnTo>
                        <a:lnTo>
                          <a:pt x="180" y="1092"/>
                        </a:lnTo>
                        <a:lnTo>
                          <a:pt x="180" y="1110"/>
                        </a:lnTo>
                        <a:lnTo>
                          <a:pt x="186" y="1116"/>
                        </a:lnTo>
                        <a:lnTo>
                          <a:pt x="192" y="1116"/>
                        </a:lnTo>
                        <a:lnTo>
                          <a:pt x="192" y="1128"/>
                        </a:lnTo>
                        <a:lnTo>
                          <a:pt x="186" y="1128"/>
                        </a:lnTo>
                        <a:lnTo>
                          <a:pt x="174" y="1116"/>
                        </a:lnTo>
                        <a:lnTo>
                          <a:pt x="162" y="1116"/>
                        </a:lnTo>
                        <a:lnTo>
                          <a:pt x="156" y="1122"/>
                        </a:lnTo>
                        <a:lnTo>
                          <a:pt x="156" y="1134"/>
                        </a:lnTo>
                        <a:lnTo>
                          <a:pt x="168" y="1134"/>
                        </a:lnTo>
                        <a:lnTo>
                          <a:pt x="174" y="1140"/>
                        </a:lnTo>
                        <a:lnTo>
                          <a:pt x="180" y="1140"/>
                        </a:lnTo>
                        <a:lnTo>
                          <a:pt x="180" y="1152"/>
                        </a:lnTo>
                        <a:lnTo>
                          <a:pt x="138" y="1152"/>
                        </a:lnTo>
                        <a:lnTo>
                          <a:pt x="138" y="1146"/>
                        </a:lnTo>
                        <a:lnTo>
                          <a:pt x="132" y="1146"/>
                        </a:lnTo>
                        <a:lnTo>
                          <a:pt x="126" y="1158"/>
                        </a:lnTo>
                        <a:lnTo>
                          <a:pt x="126" y="1170"/>
                        </a:lnTo>
                        <a:lnTo>
                          <a:pt x="120" y="1164"/>
                        </a:lnTo>
                        <a:lnTo>
                          <a:pt x="102" y="1164"/>
                        </a:lnTo>
                        <a:lnTo>
                          <a:pt x="96" y="1158"/>
                        </a:lnTo>
                        <a:lnTo>
                          <a:pt x="90" y="1158"/>
                        </a:lnTo>
                        <a:lnTo>
                          <a:pt x="90" y="1164"/>
                        </a:lnTo>
                        <a:lnTo>
                          <a:pt x="96" y="1170"/>
                        </a:lnTo>
                        <a:lnTo>
                          <a:pt x="120" y="1182"/>
                        </a:lnTo>
                        <a:lnTo>
                          <a:pt x="132" y="1182"/>
                        </a:lnTo>
                        <a:lnTo>
                          <a:pt x="108" y="1200"/>
                        </a:lnTo>
                        <a:lnTo>
                          <a:pt x="108" y="1188"/>
                        </a:lnTo>
                        <a:lnTo>
                          <a:pt x="90" y="1188"/>
                        </a:lnTo>
                        <a:lnTo>
                          <a:pt x="84" y="1194"/>
                        </a:lnTo>
                        <a:lnTo>
                          <a:pt x="60" y="1182"/>
                        </a:lnTo>
                        <a:lnTo>
                          <a:pt x="54" y="1194"/>
                        </a:lnTo>
                        <a:lnTo>
                          <a:pt x="66" y="1200"/>
                        </a:lnTo>
                        <a:lnTo>
                          <a:pt x="30" y="1194"/>
                        </a:lnTo>
                        <a:lnTo>
                          <a:pt x="30" y="1212"/>
                        </a:lnTo>
                        <a:lnTo>
                          <a:pt x="78" y="1212"/>
                        </a:lnTo>
                        <a:lnTo>
                          <a:pt x="54" y="1218"/>
                        </a:lnTo>
                        <a:lnTo>
                          <a:pt x="18" y="1212"/>
                        </a:lnTo>
                        <a:lnTo>
                          <a:pt x="6" y="1224"/>
                        </a:lnTo>
                        <a:lnTo>
                          <a:pt x="6" y="1230"/>
                        </a:lnTo>
                        <a:lnTo>
                          <a:pt x="18" y="1242"/>
                        </a:lnTo>
                        <a:lnTo>
                          <a:pt x="36" y="1242"/>
                        </a:lnTo>
                        <a:lnTo>
                          <a:pt x="18" y="1248"/>
                        </a:lnTo>
                        <a:lnTo>
                          <a:pt x="12" y="1254"/>
                        </a:lnTo>
                        <a:lnTo>
                          <a:pt x="12" y="1260"/>
                        </a:lnTo>
                        <a:lnTo>
                          <a:pt x="66" y="1260"/>
                        </a:lnTo>
                        <a:lnTo>
                          <a:pt x="78" y="1272"/>
                        </a:lnTo>
                        <a:lnTo>
                          <a:pt x="96" y="1260"/>
                        </a:lnTo>
                        <a:lnTo>
                          <a:pt x="108" y="1272"/>
                        </a:lnTo>
                        <a:lnTo>
                          <a:pt x="138" y="1260"/>
                        </a:lnTo>
                        <a:lnTo>
                          <a:pt x="132" y="1266"/>
                        </a:lnTo>
                        <a:lnTo>
                          <a:pt x="126" y="1278"/>
                        </a:lnTo>
                        <a:lnTo>
                          <a:pt x="60" y="1278"/>
                        </a:lnTo>
                        <a:lnTo>
                          <a:pt x="54" y="1272"/>
                        </a:lnTo>
                        <a:lnTo>
                          <a:pt x="24" y="1272"/>
                        </a:lnTo>
                        <a:lnTo>
                          <a:pt x="12" y="1278"/>
                        </a:lnTo>
                        <a:lnTo>
                          <a:pt x="0" y="1278"/>
                        </a:lnTo>
                        <a:lnTo>
                          <a:pt x="6" y="1284"/>
                        </a:lnTo>
                        <a:lnTo>
                          <a:pt x="6" y="1296"/>
                        </a:lnTo>
                        <a:lnTo>
                          <a:pt x="12" y="1296"/>
                        </a:lnTo>
                        <a:lnTo>
                          <a:pt x="18" y="1302"/>
                        </a:lnTo>
                        <a:lnTo>
                          <a:pt x="30" y="1302"/>
                        </a:lnTo>
                        <a:lnTo>
                          <a:pt x="24" y="1308"/>
                        </a:lnTo>
                        <a:lnTo>
                          <a:pt x="18" y="1320"/>
                        </a:lnTo>
                        <a:lnTo>
                          <a:pt x="36" y="1338"/>
                        </a:lnTo>
                        <a:lnTo>
                          <a:pt x="48" y="1338"/>
                        </a:lnTo>
                        <a:lnTo>
                          <a:pt x="72" y="1320"/>
                        </a:lnTo>
                        <a:lnTo>
                          <a:pt x="102" y="1314"/>
                        </a:lnTo>
                        <a:lnTo>
                          <a:pt x="90" y="1338"/>
                        </a:lnTo>
                        <a:lnTo>
                          <a:pt x="78" y="1332"/>
                        </a:lnTo>
                        <a:lnTo>
                          <a:pt x="66" y="1350"/>
                        </a:lnTo>
                        <a:lnTo>
                          <a:pt x="30" y="1350"/>
                        </a:lnTo>
                        <a:lnTo>
                          <a:pt x="48" y="1368"/>
                        </a:lnTo>
                        <a:lnTo>
                          <a:pt x="24" y="1380"/>
                        </a:lnTo>
                        <a:lnTo>
                          <a:pt x="6" y="1380"/>
                        </a:lnTo>
                        <a:lnTo>
                          <a:pt x="6" y="1398"/>
                        </a:lnTo>
                        <a:lnTo>
                          <a:pt x="66" y="1398"/>
                        </a:lnTo>
                        <a:lnTo>
                          <a:pt x="54" y="1422"/>
                        </a:lnTo>
                        <a:lnTo>
                          <a:pt x="66" y="1422"/>
                        </a:lnTo>
                        <a:lnTo>
                          <a:pt x="54" y="1440"/>
                        </a:lnTo>
                        <a:lnTo>
                          <a:pt x="42" y="1434"/>
                        </a:lnTo>
                        <a:lnTo>
                          <a:pt x="36" y="1434"/>
                        </a:lnTo>
                        <a:lnTo>
                          <a:pt x="30" y="1428"/>
                        </a:lnTo>
                        <a:lnTo>
                          <a:pt x="18" y="1428"/>
                        </a:lnTo>
                        <a:lnTo>
                          <a:pt x="18" y="1440"/>
                        </a:lnTo>
                        <a:lnTo>
                          <a:pt x="24" y="1452"/>
                        </a:lnTo>
                        <a:lnTo>
                          <a:pt x="36" y="1464"/>
                        </a:lnTo>
                        <a:lnTo>
                          <a:pt x="84" y="1482"/>
                        </a:lnTo>
                        <a:lnTo>
                          <a:pt x="78" y="1488"/>
                        </a:lnTo>
                        <a:lnTo>
                          <a:pt x="84" y="1494"/>
                        </a:lnTo>
                        <a:lnTo>
                          <a:pt x="126" y="1494"/>
                        </a:lnTo>
                        <a:lnTo>
                          <a:pt x="132" y="1500"/>
                        </a:lnTo>
                        <a:lnTo>
                          <a:pt x="144" y="1500"/>
                        </a:lnTo>
                        <a:lnTo>
                          <a:pt x="192" y="1476"/>
                        </a:lnTo>
                        <a:lnTo>
                          <a:pt x="204" y="1464"/>
                        </a:lnTo>
                        <a:lnTo>
                          <a:pt x="216" y="1458"/>
                        </a:lnTo>
                        <a:lnTo>
                          <a:pt x="222" y="1452"/>
                        </a:lnTo>
                        <a:lnTo>
                          <a:pt x="258" y="1422"/>
                        </a:lnTo>
                        <a:lnTo>
                          <a:pt x="282" y="1422"/>
                        </a:lnTo>
                        <a:lnTo>
                          <a:pt x="294" y="1416"/>
                        </a:lnTo>
                        <a:lnTo>
                          <a:pt x="300" y="1410"/>
                        </a:lnTo>
                        <a:lnTo>
                          <a:pt x="300" y="1386"/>
                        </a:lnTo>
                        <a:lnTo>
                          <a:pt x="294" y="1380"/>
                        </a:lnTo>
                        <a:lnTo>
                          <a:pt x="294" y="1374"/>
                        </a:lnTo>
                        <a:lnTo>
                          <a:pt x="312" y="1368"/>
                        </a:lnTo>
                        <a:lnTo>
                          <a:pt x="306" y="1374"/>
                        </a:lnTo>
                        <a:lnTo>
                          <a:pt x="306" y="1380"/>
                        </a:lnTo>
                        <a:lnTo>
                          <a:pt x="300" y="1386"/>
                        </a:lnTo>
                        <a:lnTo>
                          <a:pt x="300" y="1392"/>
                        </a:lnTo>
                        <a:lnTo>
                          <a:pt x="312" y="1404"/>
                        </a:lnTo>
                        <a:lnTo>
                          <a:pt x="330" y="1410"/>
                        </a:lnTo>
                        <a:lnTo>
                          <a:pt x="342" y="1410"/>
                        </a:lnTo>
                        <a:lnTo>
                          <a:pt x="348" y="1416"/>
                        </a:lnTo>
                        <a:lnTo>
                          <a:pt x="354" y="1416"/>
                        </a:lnTo>
                        <a:lnTo>
                          <a:pt x="372" y="1434"/>
                        </a:lnTo>
                        <a:lnTo>
                          <a:pt x="378" y="1422"/>
                        </a:lnTo>
                        <a:lnTo>
                          <a:pt x="384" y="1416"/>
                        </a:lnTo>
                        <a:lnTo>
                          <a:pt x="384" y="1398"/>
                        </a:lnTo>
                        <a:lnTo>
                          <a:pt x="372" y="1386"/>
                        </a:lnTo>
                        <a:lnTo>
                          <a:pt x="372" y="1380"/>
                        </a:lnTo>
                        <a:lnTo>
                          <a:pt x="378" y="1374"/>
                        </a:lnTo>
                        <a:lnTo>
                          <a:pt x="384" y="1374"/>
                        </a:lnTo>
                        <a:lnTo>
                          <a:pt x="384" y="1368"/>
                        </a:lnTo>
                        <a:lnTo>
                          <a:pt x="378" y="1356"/>
                        </a:lnTo>
                        <a:lnTo>
                          <a:pt x="414" y="1356"/>
                        </a:lnTo>
                        <a:lnTo>
                          <a:pt x="420" y="1350"/>
                        </a:lnTo>
                        <a:lnTo>
                          <a:pt x="420" y="1326"/>
                        </a:lnTo>
                        <a:lnTo>
                          <a:pt x="426" y="1326"/>
                        </a:lnTo>
                        <a:lnTo>
                          <a:pt x="420" y="1314"/>
                        </a:lnTo>
                        <a:lnTo>
                          <a:pt x="420" y="1308"/>
                        </a:lnTo>
                        <a:lnTo>
                          <a:pt x="414" y="1302"/>
                        </a:lnTo>
                        <a:lnTo>
                          <a:pt x="414" y="1296"/>
                        </a:lnTo>
                        <a:lnTo>
                          <a:pt x="408" y="1284"/>
                        </a:lnTo>
                        <a:lnTo>
                          <a:pt x="402" y="1278"/>
                        </a:lnTo>
                        <a:lnTo>
                          <a:pt x="426" y="1272"/>
                        </a:lnTo>
                        <a:lnTo>
                          <a:pt x="438" y="1260"/>
                        </a:lnTo>
                        <a:lnTo>
                          <a:pt x="438" y="1248"/>
                        </a:lnTo>
                        <a:lnTo>
                          <a:pt x="420" y="1230"/>
                        </a:lnTo>
                        <a:lnTo>
                          <a:pt x="414" y="1230"/>
                        </a:lnTo>
                        <a:lnTo>
                          <a:pt x="402" y="1218"/>
                        </a:lnTo>
                        <a:lnTo>
                          <a:pt x="402" y="1200"/>
                        </a:lnTo>
                        <a:lnTo>
                          <a:pt x="408" y="1188"/>
                        </a:lnTo>
                        <a:lnTo>
                          <a:pt x="408" y="1176"/>
                        </a:lnTo>
                        <a:lnTo>
                          <a:pt x="384" y="1152"/>
                        </a:lnTo>
                        <a:lnTo>
                          <a:pt x="384" y="1140"/>
                        </a:lnTo>
                        <a:lnTo>
                          <a:pt x="390" y="1134"/>
                        </a:lnTo>
                        <a:lnTo>
                          <a:pt x="396" y="1134"/>
                        </a:lnTo>
                        <a:lnTo>
                          <a:pt x="402" y="1128"/>
                        </a:lnTo>
                        <a:lnTo>
                          <a:pt x="402" y="1122"/>
                        </a:lnTo>
                        <a:lnTo>
                          <a:pt x="396" y="1116"/>
                        </a:lnTo>
                        <a:lnTo>
                          <a:pt x="390" y="1116"/>
                        </a:lnTo>
                        <a:lnTo>
                          <a:pt x="384" y="1110"/>
                        </a:lnTo>
                        <a:lnTo>
                          <a:pt x="426" y="1068"/>
                        </a:lnTo>
                        <a:lnTo>
                          <a:pt x="438" y="1062"/>
                        </a:lnTo>
                        <a:lnTo>
                          <a:pt x="444" y="1056"/>
                        </a:lnTo>
                        <a:lnTo>
                          <a:pt x="456" y="1050"/>
                        </a:lnTo>
                        <a:lnTo>
                          <a:pt x="498" y="1050"/>
                        </a:lnTo>
                        <a:lnTo>
                          <a:pt x="504" y="1044"/>
                        </a:lnTo>
                        <a:lnTo>
                          <a:pt x="504" y="1038"/>
                        </a:lnTo>
                        <a:lnTo>
                          <a:pt x="486" y="1020"/>
                        </a:lnTo>
                        <a:lnTo>
                          <a:pt x="474" y="1014"/>
                        </a:lnTo>
                        <a:lnTo>
                          <a:pt x="486" y="1008"/>
                        </a:lnTo>
                        <a:lnTo>
                          <a:pt x="492" y="1008"/>
                        </a:lnTo>
                        <a:lnTo>
                          <a:pt x="522" y="978"/>
                        </a:lnTo>
                        <a:lnTo>
                          <a:pt x="528" y="936"/>
                        </a:lnTo>
                        <a:lnTo>
                          <a:pt x="528" y="900"/>
                        </a:lnTo>
                        <a:lnTo>
                          <a:pt x="546" y="912"/>
                        </a:lnTo>
                        <a:lnTo>
                          <a:pt x="558" y="906"/>
                        </a:lnTo>
                        <a:lnTo>
                          <a:pt x="564" y="906"/>
                        </a:lnTo>
                        <a:lnTo>
                          <a:pt x="570" y="900"/>
                        </a:lnTo>
                        <a:lnTo>
                          <a:pt x="576" y="900"/>
                        </a:lnTo>
                        <a:lnTo>
                          <a:pt x="576" y="894"/>
                        </a:lnTo>
                        <a:lnTo>
                          <a:pt x="570" y="888"/>
                        </a:lnTo>
                        <a:lnTo>
                          <a:pt x="570" y="882"/>
                        </a:lnTo>
                        <a:lnTo>
                          <a:pt x="564" y="876"/>
                        </a:lnTo>
                        <a:lnTo>
                          <a:pt x="582" y="876"/>
                        </a:lnTo>
                        <a:lnTo>
                          <a:pt x="588" y="870"/>
                        </a:lnTo>
                        <a:lnTo>
                          <a:pt x="588" y="864"/>
                        </a:lnTo>
                        <a:lnTo>
                          <a:pt x="594" y="858"/>
                        </a:lnTo>
                        <a:lnTo>
                          <a:pt x="606" y="852"/>
                        </a:lnTo>
                        <a:lnTo>
                          <a:pt x="612" y="852"/>
                        </a:lnTo>
                        <a:lnTo>
                          <a:pt x="618" y="834"/>
                        </a:lnTo>
                        <a:lnTo>
                          <a:pt x="612" y="828"/>
                        </a:lnTo>
                        <a:lnTo>
                          <a:pt x="600" y="822"/>
                        </a:lnTo>
                        <a:lnTo>
                          <a:pt x="600" y="810"/>
                        </a:lnTo>
                        <a:lnTo>
                          <a:pt x="606" y="810"/>
                        </a:lnTo>
                        <a:lnTo>
                          <a:pt x="618" y="804"/>
                        </a:lnTo>
                        <a:lnTo>
                          <a:pt x="636" y="786"/>
                        </a:lnTo>
                        <a:lnTo>
                          <a:pt x="678" y="780"/>
                        </a:lnTo>
                        <a:lnTo>
                          <a:pt x="696" y="780"/>
                        </a:lnTo>
                        <a:lnTo>
                          <a:pt x="702" y="774"/>
                        </a:lnTo>
                        <a:lnTo>
                          <a:pt x="702" y="744"/>
                        </a:lnTo>
                        <a:lnTo>
                          <a:pt x="714" y="732"/>
                        </a:lnTo>
                        <a:lnTo>
                          <a:pt x="720" y="738"/>
                        </a:lnTo>
                        <a:lnTo>
                          <a:pt x="720" y="750"/>
                        </a:lnTo>
                        <a:lnTo>
                          <a:pt x="744" y="744"/>
                        </a:lnTo>
                        <a:lnTo>
                          <a:pt x="768" y="750"/>
                        </a:lnTo>
                        <a:lnTo>
                          <a:pt x="792" y="750"/>
                        </a:lnTo>
                        <a:lnTo>
                          <a:pt x="798" y="756"/>
                        </a:lnTo>
                        <a:lnTo>
                          <a:pt x="810" y="756"/>
                        </a:lnTo>
                        <a:lnTo>
                          <a:pt x="816" y="750"/>
                        </a:lnTo>
                        <a:lnTo>
                          <a:pt x="810" y="750"/>
                        </a:lnTo>
                        <a:lnTo>
                          <a:pt x="798" y="738"/>
                        </a:lnTo>
                        <a:lnTo>
                          <a:pt x="798" y="732"/>
                        </a:lnTo>
                        <a:lnTo>
                          <a:pt x="810" y="732"/>
                        </a:lnTo>
                        <a:lnTo>
                          <a:pt x="810" y="708"/>
                        </a:lnTo>
                        <a:lnTo>
                          <a:pt x="840" y="714"/>
                        </a:lnTo>
                        <a:lnTo>
                          <a:pt x="834" y="708"/>
                        </a:lnTo>
                        <a:lnTo>
                          <a:pt x="840" y="702"/>
                        </a:lnTo>
                        <a:lnTo>
                          <a:pt x="858" y="708"/>
                        </a:lnTo>
                        <a:lnTo>
                          <a:pt x="858" y="696"/>
                        </a:lnTo>
                        <a:lnTo>
                          <a:pt x="864" y="690"/>
                        </a:lnTo>
                        <a:lnTo>
                          <a:pt x="882" y="690"/>
                        </a:lnTo>
                        <a:lnTo>
                          <a:pt x="888" y="696"/>
                        </a:lnTo>
                        <a:lnTo>
                          <a:pt x="894" y="708"/>
                        </a:lnTo>
                        <a:lnTo>
                          <a:pt x="906" y="714"/>
                        </a:lnTo>
                        <a:lnTo>
                          <a:pt x="918" y="726"/>
                        </a:lnTo>
                        <a:lnTo>
                          <a:pt x="930" y="726"/>
                        </a:lnTo>
                        <a:lnTo>
                          <a:pt x="942" y="732"/>
                        </a:lnTo>
                        <a:lnTo>
                          <a:pt x="960" y="732"/>
                        </a:lnTo>
                        <a:lnTo>
                          <a:pt x="966" y="738"/>
                        </a:lnTo>
                        <a:lnTo>
                          <a:pt x="978" y="738"/>
                        </a:lnTo>
                        <a:lnTo>
                          <a:pt x="990" y="732"/>
                        </a:lnTo>
                        <a:lnTo>
                          <a:pt x="996" y="726"/>
                        </a:lnTo>
                        <a:lnTo>
                          <a:pt x="1026" y="726"/>
                        </a:lnTo>
                        <a:lnTo>
                          <a:pt x="1038" y="732"/>
                        </a:lnTo>
                        <a:lnTo>
                          <a:pt x="1044" y="738"/>
                        </a:lnTo>
                        <a:lnTo>
                          <a:pt x="1062" y="738"/>
                        </a:lnTo>
                        <a:lnTo>
                          <a:pt x="1062" y="726"/>
                        </a:lnTo>
                        <a:lnTo>
                          <a:pt x="1068" y="720"/>
                        </a:lnTo>
                        <a:lnTo>
                          <a:pt x="1068" y="714"/>
                        </a:lnTo>
                        <a:lnTo>
                          <a:pt x="1092" y="714"/>
                        </a:lnTo>
                        <a:lnTo>
                          <a:pt x="1092" y="678"/>
                        </a:lnTo>
                        <a:lnTo>
                          <a:pt x="1098" y="672"/>
                        </a:lnTo>
                        <a:lnTo>
                          <a:pt x="1098" y="660"/>
                        </a:lnTo>
                        <a:lnTo>
                          <a:pt x="1110" y="654"/>
                        </a:lnTo>
                        <a:lnTo>
                          <a:pt x="1116" y="654"/>
                        </a:lnTo>
                        <a:lnTo>
                          <a:pt x="1128" y="648"/>
                        </a:lnTo>
                        <a:lnTo>
                          <a:pt x="1158" y="648"/>
                        </a:lnTo>
                        <a:lnTo>
                          <a:pt x="1170" y="642"/>
                        </a:lnTo>
                        <a:lnTo>
                          <a:pt x="1206" y="642"/>
                        </a:lnTo>
                        <a:lnTo>
                          <a:pt x="1206" y="654"/>
                        </a:lnTo>
                        <a:lnTo>
                          <a:pt x="1242" y="660"/>
                        </a:lnTo>
                        <a:lnTo>
                          <a:pt x="1248" y="660"/>
                        </a:lnTo>
                        <a:lnTo>
                          <a:pt x="1260" y="672"/>
                        </a:lnTo>
                        <a:lnTo>
                          <a:pt x="1266" y="684"/>
                        </a:lnTo>
                        <a:lnTo>
                          <a:pt x="1266" y="702"/>
                        </a:lnTo>
                        <a:lnTo>
                          <a:pt x="1260" y="702"/>
                        </a:lnTo>
                        <a:lnTo>
                          <a:pt x="1260" y="696"/>
                        </a:lnTo>
                        <a:lnTo>
                          <a:pt x="1254" y="696"/>
                        </a:lnTo>
                        <a:lnTo>
                          <a:pt x="1254" y="708"/>
                        </a:lnTo>
                        <a:lnTo>
                          <a:pt x="1278" y="708"/>
                        </a:lnTo>
                        <a:lnTo>
                          <a:pt x="1284" y="696"/>
                        </a:lnTo>
                        <a:lnTo>
                          <a:pt x="1284" y="690"/>
                        </a:lnTo>
                        <a:lnTo>
                          <a:pt x="1308" y="684"/>
                        </a:lnTo>
                        <a:lnTo>
                          <a:pt x="1314" y="672"/>
                        </a:lnTo>
                        <a:lnTo>
                          <a:pt x="1350" y="672"/>
                        </a:lnTo>
                        <a:lnTo>
                          <a:pt x="1362" y="660"/>
                        </a:lnTo>
                        <a:lnTo>
                          <a:pt x="1356" y="660"/>
                        </a:lnTo>
                        <a:close/>
                        <a:moveTo>
                          <a:pt x="564" y="726"/>
                        </a:moveTo>
                        <a:lnTo>
                          <a:pt x="540" y="738"/>
                        </a:lnTo>
                        <a:lnTo>
                          <a:pt x="546" y="756"/>
                        </a:lnTo>
                        <a:lnTo>
                          <a:pt x="576" y="756"/>
                        </a:lnTo>
                        <a:lnTo>
                          <a:pt x="570" y="738"/>
                        </a:lnTo>
                        <a:lnTo>
                          <a:pt x="564" y="726"/>
                        </a:lnTo>
                        <a:close/>
                        <a:moveTo>
                          <a:pt x="522" y="714"/>
                        </a:moveTo>
                        <a:lnTo>
                          <a:pt x="516" y="720"/>
                        </a:lnTo>
                        <a:lnTo>
                          <a:pt x="510" y="732"/>
                        </a:lnTo>
                        <a:lnTo>
                          <a:pt x="510" y="750"/>
                        </a:lnTo>
                        <a:lnTo>
                          <a:pt x="528" y="768"/>
                        </a:lnTo>
                        <a:lnTo>
                          <a:pt x="528" y="756"/>
                        </a:lnTo>
                        <a:lnTo>
                          <a:pt x="534" y="744"/>
                        </a:lnTo>
                        <a:lnTo>
                          <a:pt x="534" y="720"/>
                        </a:lnTo>
                        <a:lnTo>
                          <a:pt x="528" y="714"/>
                        </a:lnTo>
                        <a:lnTo>
                          <a:pt x="522" y="714"/>
                        </a:lnTo>
                        <a:close/>
                        <a:moveTo>
                          <a:pt x="606" y="738"/>
                        </a:moveTo>
                        <a:lnTo>
                          <a:pt x="618" y="732"/>
                        </a:lnTo>
                        <a:lnTo>
                          <a:pt x="624" y="732"/>
                        </a:lnTo>
                        <a:lnTo>
                          <a:pt x="630" y="726"/>
                        </a:lnTo>
                        <a:lnTo>
                          <a:pt x="618" y="720"/>
                        </a:lnTo>
                        <a:lnTo>
                          <a:pt x="588" y="720"/>
                        </a:lnTo>
                        <a:lnTo>
                          <a:pt x="576" y="732"/>
                        </a:lnTo>
                        <a:lnTo>
                          <a:pt x="582" y="744"/>
                        </a:lnTo>
                        <a:lnTo>
                          <a:pt x="606" y="738"/>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19" name="Netherlands" descr="© INSCALE GmbH, 05.05.2010&#10;http://www.presentationload.com/">
                    <a:extLst>
                      <a:ext uri="{FF2B5EF4-FFF2-40B4-BE49-F238E27FC236}">
                        <a16:creationId xmlns:a16="http://schemas.microsoft.com/office/drawing/2014/main" id="{45D3788E-16FE-DEA5-7F90-BD88771DF847}"/>
                      </a:ext>
                    </a:extLst>
                  </p:cNvPr>
                  <p:cNvSpPr>
                    <a:spLocks/>
                  </p:cNvSpPr>
                  <p:nvPr/>
                </p:nvSpPr>
                <p:spPr bwMode="gray">
                  <a:xfrm>
                    <a:off x="2726" y="1483"/>
                    <a:ext cx="68" cy="53"/>
                  </a:xfrm>
                  <a:custGeom>
                    <a:avLst/>
                    <a:gdLst>
                      <a:gd name="T0" fmla="*/ 0 w 270"/>
                      <a:gd name="T1" fmla="*/ 2147483647 h 210"/>
                      <a:gd name="T2" fmla="*/ 2147483647 w 270"/>
                      <a:gd name="T3" fmla="*/ 2147483647 h 210"/>
                      <a:gd name="T4" fmla="*/ 2147483647 w 270"/>
                      <a:gd name="T5" fmla="*/ 2147483647 h 210"/>
                      <a:gd name="T6" fmla="*/ 2147483647 w 270"/>
                      <a:gd name="T7" fmla="*/ 2147483647 h 210"/>
                      <a:gd name="T8" fmla="*/ 2147483647 w 270"/>
                      <a:gd name="T9" fmla="*/ 2147483647 h 210"/>
                      <a:gd name="T10" fmla="*/ 2147483647 w 270"/>
                      <a:gd name="T11" fmla="*/ 2147483647 h 210"/>
                      <a:gd name="T12" fmla="*/ 2147483647 w 270"/>
                      <a:gd name="T13" fmla="*/ 2147483647 h 210"/>
                      <a:gd name="T14" fmla="*/ 2147483647 w 270"/>
                      <a:gd name="T15" fmla="*/ 2147483647 h 210"/>
                      <a:gd name="T16" fmla="*/ 2147483647 w 270"/>
                      <a:gd name="T17" fmla="*/ 2147483647 h 210"/>
                      <a:gd name="T18" fmla="*/ 2147483647 w 270"/>
                      <a:gd name="T19" fmla="*/ 2147483647 h 210"/>
                      <a:gd name="T20" fmla="*/ 2147483647 w 270"/>
                      <a:gd name="T21" fmla="*/ 2147483647 h 210"/>
                      <a:gd name="T22" fmla="*/ 2147483647 w 270"/>
                      <a:gd name="T23" fmla="*/ 2147483647 h 210"/>
                      <a:gd name="T24" fmla="*/ 2147483647 w 270"/>
                      <a:gd name="T25" fmla="*/ 2147483647 h 210"/>
                      <a:gd name="T26" fmla="*/ 2147483647 w 270"/>
                      <a:gd name="T27" fmla="*/ 2147483647 h 210"/>
                      <a:gd name="T28" fmla="*/ 2147483647 w 270"/>
                      <a:gd name="T29" fmla="*/ 2147483647 h 210"/>
                      <a:gd name="T30" fmla="*/ 2147483647 w 270"/>
                      <a:gd name="T31" fmla="*/ 2147483647 h 210"/>
                      <a:gd name="T32" fmla="*/ 2147483647 w 270"/>
                      <a:gd name="T33" fmla="*/ 2147483647 h 210"/>
                      <a:gd name="T34" fmla="*/ 2147483647 w 270"/>
                      <a:gd name="T35" fmla="*/ 2147483647 h 210"/>
                      <a:gd name="T36" fmla="*/ 2147483647 w 270"/>
                      <a:gd name="T37" fmla="*/ 2147483647 h 210"/>
                      <a:gd name="T38" fmla="*/ 2147483647 w 270"/>
                      <a:gd name="T39" fmla="*/ 2147483647 h 210"/>
                      <a:gd name="T40" fmla="*/ 2147483647 w 270"/>
                      <a:gd name="T41" fmla="*/ 2147483647 h 210"/>
                      <a:gd name="T42" fmla="*/ 2147483647 w 270"/>
                      <a:gd name="T43" fmla="*/ 2147483647 h 210"/>
                      <a:gd name="T44" fmla="*/ 2147483647 w 270"/>
                      <a:gd name="T45" fmla="*/ 2147483647 h 210"/>
                      <a:gd name="T46" fmla="*/ 2147483647 w 270"/>
                      <a:gd name="T47" fmla="*/ 2147483647 h 210"/>
                      <a:gd name="T48" fmla="*/ 2147483647 w 270"/>
                      <a:gd name="T49" fmla="*/ 2147483647 h 210"/>
                      <a:gd name="T50" fmla="*/ 2147483647 w 270"/>
                      <a:gd name="T51" fmla="*/ 2147483647 h 210"/>
                      <a:gd name="T52" fmla="*/ 2147483647 w 270"/>
                      <a:gd name="T53" fmla="*/ 2147483647 h 210"/>
                      <a:gd name="T54" fmla="*/ 2147483647 w 270"/>
                      <a:gd name="T55" fmla="*/ 2147483647 h 210"/>
                      <a:gd name="T56" fmla="*/ 2147483647 w 270"/>
                      <a:gd name="T57" fmla="*/ 2147483647 h 210"/>
                      <a:gd name="T58" fmla="*/ 2147483647 w 270"/>
                      <a:gd name="T59" fmla="*/ 0 h 210"/>
                      <a:gd name="T60" fmla="*/ 2147483647 w 270"/>
                      <a:gd name="T61" fmla="*/ 2147483647 h 210"/>
                      <a:gd name="T62" fmla="*/ 2147483647 w 270"/>
                      <a:gd name="T63" fmla="*/ 2147483647 h 210"/>
                      <a:gd name="T64" fmla="*/ 2147483647 w 270"/>
                      <a:gd name="T65" fmla="*/ 2147483647 h 210"/>
                      <a:gd name="T66" fmla="*/ 2147483647 w 270"/>
                      <a:gd name="T67" fmla="*/ 2147483647 h 210"/>
                      <a:gd name="T68" fmla="*/ 2147483647 w 270"/>
                      <a:gd name="T69" fmla="*/ 2147483647 h 210"/>
                      <a:gd name="T70" fmla="*/ 2147483647 w 270"/>
                      <a:gd name="T71" fmla="*/ 2147483647 h 210"/>
                      <a:gd name="T72" fmla="*/ 2147483647 w 270"/>
                      <a:gd name="T73" fmla="*/ 2147483647 h 210"/>
                      <a:gd name="T74" fmla="*/ 2147483647 w 270"/>
                      <a:gd name="T75" fmla="*/ 2147483647 h 210"/>
                      <a:gd name="T76" fmla="*/ 2147483647 w 270"/>
                      <a:gd name="T77" fmla="*/ 2147483647 h 210"/>
                      <a:gd name="T78" fmla="*/ 2147483647 w 270"/>
                      <a:gd name="T79" fmla="*/ 2147483647 h 210"/>
                      <a:gd name="T80" fmla="*/ 2147483647 w 270"/>
                      <a:gd name="T81" fmla="*/ 2147483647 h 210"/>
                      <a:gd name="T82" fmla="*/ 2147483647 w 270"/>
                      <a:gd name="T83" fmla="*/ 2147483647 h 210"/>
                      <a:gd name="T84" fmla="*/ 2147483647 w 270"/>
                      <a:gd name="T85" fmla="*/ 2147483647 h 210"/>
                      <a:gd name="T86" fmla="*/ 2147483647 w 270"/>
                      <a:gd name="T87" fmla="*/ 2147483647 h 210"/>
                      <a:gd name="T88" fmla="*/ 2147483647 w 270"/>
                      <a:gd name="T89" fmla="*/ 2147483647 h 21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270"/>
                      <a:gd name="T136" fmla="*/ 0 h 210"/>
                      <a:gd name="T137" fmla="*/ 270 w 270"/>
                      <a:gd name="T138" fmla="*/ 210 h 21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270" h="210">
                        <a:moveTo>
                          <a:pt x="18" y="156"/>
                        </a:moveTo>
                        <a:lnTo>
                          <a:pt x="0" y="174"/>
                        </a:lnTo>
                        <a:lnTo>
                          <a:pt x="12" y="162"/>
                        </a:lnTo>
                        <a:lnTo>
                          <a:pt x="24" y="162"/>
                        </a:lnTo>
                        <a:lnTo>
                          <a:pt x="30" y="168"/>
                        </a:lnTo>
                        <a:lnTo>
                          <a:pt x="54" y="168"/>
                        </a:lnTo>
                        <a:lnTo>
                          <a:pt x="60" y="174"/>
                        </a:lnTo>
                        <a:lnTo>
                          <a:pt x="66" y="162"/>
                        </a:lnTo>
                        <a:lnTo>
                          <a:pt x="84" y="168"/>
                        </a:lnTo>
                        <a:lnTo>
                          <a:pt x="84" y="156"/>
                        </a:lnTo>
                        <a:lnTo>
                          <a:pt x="96" y="162"/>
                        </a:lnTo>
                        <a:lnTo>
                          <a:pt x="96" y="156"/>
                        </a:lnTo>
                        <a:lnTo>
                          <a:pt x="132" y="156"/>
                        </a:lnTo>
                        <a:lnTo>
                          <a:pt x="132" y="168"/>
                        </a:lnTo>
                        <a:lnTo>
                          <a:pt x="138" y="174"/>
                        </a:lnTo>
                        <a:lnTo>
                          <a:pt x="150" y="174"/>
                        </a:lnTo>
                        <a:lnTo>
                          <a:pt x="162" y="168"/>
                        </a:lnTo>
                        <a:lnTo>
                          <a:pt x="168" y="168"/>
                        </a:lnTo>
                        <a:lnTo>
                          <a:pt x="174" y="174"/>
                        </a:lnTo>
                        <a:lnTo>
                          <a:pt x="174" y="192"/>
                        </a:lnTo>
                        <a:lnTo>
                          <a:pt x="168" y="198"/>
                        </a:lnTo>
                        <a:lnTo>
                          <a:pt x="168" y="210"/>
                        </a:lnTo>
                        <a:lnTo>
                          <a:pt x="180" y="210"/>
                        </a:lnTo>
                        <a:lnTo>
                          <a:pt x="180" y="198"/>
                        </a:lnTo>
                        <a:lnTo>
                          <a:pt x="186" y="192"/>
                        </a:lnTo>
                        <a:lnTo>
                          <a:pt x="186" y="180"/>
                        </a:lnTo>
                        <a:lnTo>
                          <a:pt x="180" y="174"/>
                        </a:lnTo>
                        <a:lnTo>
                          <a:pt x="186" y="168"/>
                        </a:lnTo>
                        <a:lnTo>
                          <a:pt x="198" y="162"/>
                        </a:lnTo>
                        <a:lnTo>
                          <a:pt x="198" y="156"/>
                        </a:lnTo>
                        <a:lnTo>
                          <a:pt x="192" y="150"/>
                        </a:lnTo>
                        <a:lnTo>
                          <a:pt x="192" y="144"/>
                        </a:lnTo>
                        <a:lnTo>
                          <a:pt x="186" y="120"/>
                        </a:lnTo>
                        <a:lnTo>
                          <a:pt x="192" y="120"/>
                        </a:lnTo>
                        <a:lnTo>
                          <a:pt x="198" y="126"/>
                        </a:lnTo>
                        <a:lnTo>
                          <a:pt x="222" y="126"/>
                        </a:lnTo>
                        <a:lnTo>
                          <a:pt x="222" y="120"/>
                        </a:lnTo>
                        <a:lnTo>
                          <a:pt x="228" y="114"/>
                        </a:lnTo>
                        <a:lnTo>
                          <a:pt x="234" y="114"/>
                        </a:lnTo>
                        <a:lnTo>
                          <a:pt x="240" y="102"/>
                        </a:lnTo>
                        <a:lnTo>
                          <a:pt x="246" y="96"/>
                        </a:lnTo>
                        <a:lnTo>
                          <a:pt x="252" y="96"/>
                        </a:lnTo>
                        <a:lnTo>
                          <a:pt x="252" y="90"/>
                        </a:lnTo>
                        <a:lnTo>
                          <a:pt x="240" y="78"/>
                        </a:lnTo>
                        <a:lnTo>
                          <a:pt x="234" y="78"/>
                        </a:lnTo>
                        <a:lnTo>
                          <a:pt x="228" y="72"/>
                        </a:lnTo>
                        <a:lnTo>
                          <a:pt x="228" y="66"/>
                        </a:lnTo>
                        <a:lnTo>
                          <a:pt x="234" y="66"/>
                        </a:lnTo>
                        <a:lnTo>
                          <a:pt x="246" y="60"/>
                        </a:lnTo>
                        <a:lnTo>
                          <a:pt x="258" y="60"/>
                        </a:lnTo>
                        <a:lnTo>
                          <a:pt x="252" y="54"/>
                        </a:lnTo>
                        <a:lnTo>
                          <a:pt x="252" y="36"/>
                        </a:lnTo>
                        <a:lnTo>
                          <a:pt x="258" y="36"/>
                        </a:lnTo>
                        <a:lnTo>
                          <a:pt x="270" y="30"/>
                        </a:lnTo>
                        <a:lnTo>
                          <a:pt x="264" y="18"/>
                        </a:lnTo>
                        <a:lnTo>
                          <a:pt x="270" y="12"/>
                        </a:lnTo>
                        <a:lnTo>
                          <a:pt x="264" y="12"/>
                        </a:lnTo>
                        <a:lnTo>
                          <a:pt x="252" y="6"/>
                        </a:lnTo>
                        <a:lnTo>
                          <a:pt x="246" y="6"/>
                        </a:lnTo>
                        <a:lnTo>
                          <a:pt x="234" y="0"/>
                        </a:lnTo>
                        <a:lnTo>
                          <a:pt x="180" y="0"/>
                        </a:lnTo>
                        <a:lnTo>
                          <a:pt x="168" y="12"/>
                        </a:lnTo>
                        <a:lnTo>
                          <a:pt x="156" y="18"/>
                        </a:lnTo>
                        <a:lnTo>
                          <a:pt x="156" y="30"/>
                        </a:lnTo>
                        <a:lnTo>
                          <a:pt x="162" y="36"/>
                        </a:lnTo>
                        <a:lnTo>
                          <a:pt x="162" y="54"/>
                        </a:lnTo>
                        <a:lnTo>
                          <a:pt x="168" y="60"/>
                        </a:lnTo>
                        <a:lnTo>
                          <a:pt x="174" y="60"/>
                        </a:lnTo>
                        <a:lnTo>
                          <a:pt x="180" y="66"/>
                        </a:lnTo>
                        <a:lnTo>
                          <a:pt x="180" y="78"/>
                        </a:lnTo>
                        <a:lnTo>
                          <a:pt x="168" y="84"/>
                        </a:lnTo>
                        <a:lnTo>
                          <a:pt x="162" y="90"/>
                        </a:lnTo>
                        <a:lnTo>
                          <a:pt x="144" y="90"/>
                        </a:lnTo>
                        <a:lnTo>
                          <a:pt x="138" y="84"/>
                        </a:lnTo>
                        <a:lnTo>
                          <a:pt x="138" y="66"/>
                        </a:lnTo>
                        <a:lnTo>
                          <a:pt x="150" y="54"/>
                        </a:lnTo>
                        <a:lnTo>
                          <a:pt x="150" y="36"/>
                        </a:lnTo>
                        <a:lnTo>
                          <a:pt x="144" y="30"/>
                        </a:lnTo>
                        <a:lnTo>
                          <a:pt x="144" y="24"/>
                        </a:lnTo>
                        <a:lnTo>
                          <a:pt x="132" y="36"/>
                        </a:lnTo>
                        <a:lnTo>
                          <a:pt x="120" y="42"/>
                        </a:lnTo>
                        <a:lnTo>
                          <a:pt x="114" y="48"/>
                        </a:lnTo>
                        <a:lnTo>
                          <a:pt x="102" y="54"/>
                        </a:lnTo>
                        <a:lnTo>
                          <a:pt x="96" y="66"/>
                        </a:lnTo>
                        <a:lnTo>
                          <a:pt x="96" y="84"/>
                        </a:lnTo>
                        <a:lnTo>
                          <a:pt x="90" y="90"/>
                        </a:lnTo>
                        <a:lnTo>
                          <a:pt x="90" y="102"/>
                        </a:lnTo>
                        <a:lnTo>
                          <a:pt x="60" y="132"/>
                        </a:lnTo>
                        <a:lnTo>
                          <a:pt x="72" y="144"/>
                        </a:lnTo>
                        <a:lnTo>
                          <a:pt x="42" y="144"/>
                        </a:lnTo>
                        <a:lnTo>
                          <a:pt x="18" y="156"/>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20" name="Montenegro" descr="© INSCALE GmbH, 05.05.2010&#10;http://www.presentationload.com/">
                    <a:extLst>
                      <a:ext uri="{FF2B5EF4-FFF2-40B4-BE49-F238E27FC236}">
                        <a16:creationId xmlns:a16="http://schemas.microsoft.com/office/drawing/2014/main" id="{DC825C1A-4033-2A5A-9798-C9E8742D2D7B}"/>
                      </a:ext>
                    </a:extLst>
                  </p:cNvPr>
                  <p:cNvSpPr>
                    <a:spLocks/>
                  </p:cNvSpPr>
                  <p:nvPr/>
                </p:nvSpPr>
                <p:spPr bwMode="gray">
                  <a:xfrm>
                    <a:off x="2973" y="1678"/>
                    <a:ext cx="28" cy="35"/>
                  </a:xfrm>
                  <a:custGeom>
                    <a:avLst/>
                    <a:gdLst>
                      <a:gd name="T0" fmla="*/ 2147483647 w 114"/>
                      <a:gd name="T1" fmla="*/ 2147483647 h 138"/>
                      <a:gd name="T2" fmla="*/ 2147483647 w 114"/>
                      <a:gd name="T3" fmla="*/ 2147483647 h 138"/>
                      <a:gd name="T4" fmla="*/ 2147483647 w 114"/>
                      <a:gd name="T5" fmla="*/ 2147483647 h 138"/>
                      <a:gd name="T6" fmla="*/ 2147483647 w 114"/>
                      <a:gd name="T7" fmla="*/ 2147483647 h 138"/>
                      <a:gd name="T8" fmla="*/ 2147483647 w 114"/>
                      <a:gd name="T9" fmla="*/ 2147483647 h 138"/>
                      <a:gd name="T10" fmla="*/ 2147483647 w 114"/>
                      <a:gd name="T11" fmla="*/ 2147483647 h 138"/>
                      <a:gd name="T12" fmla="*/ 2147483647 w 114"/>
                      <a:gd name="T13" fmla="*/ 0 h 138"/>
                      <a:gd name="T14" fmla="*/ 2147483647 w 114"/>
                      <a:gd name="T15" fmla="*/ 0 h 138"/>
                      <a:gd name="T16" fmla="*/ 2147483647 w 114"/>
                      <a:gd name="T17" fmla="*/ 2147483647 h 138"/>
                      <a:gd name="T18" fmla="*/ 2147483647 w 114"/>
                      <a:gd name="T19" fmla="*/ 2147483647 h 138"/>
                      <a:gd name="T20" fmla="*/ 2147483647 w 114"/>
                      <a:gd name="T21" fmla="*/ 2147483647 h 138"/>
                      <a:gd name="T22" fmla="*/ 2147483647 w 114"/>
                      <a:gd name="T23" fmla="*/ 2147483647 h 138"/>
                      <a:gd name="T24" fmla="*/ 2147483647 w 114"/>
                      <a:gd name="T25" fmla="*/ 2147483647 h 138"/>
                      <a:gd name="T26" fmla="*/ 2147483647 w 114"/>
                      <a:gd name="T27" fmla="*/ 2147483647 h 138"/>
                      <a:gd name="T28" fmla="*/ 0 w 114"/>
                      <a:gd name="T29" fmla="*/ 2147483647 h 138"/>
                      <a:gd name="T30" fmla="*/ 0 w 114"/>
                      <a:gd name="T31" fmla="*/ 2147483647 h 138"/>
                      <a:gd name="T32" fmla="*/ 2147483647 w 114"/>
                      <a:gd name="T33" fmla="*/ 2147483647 h 138"/>
                      <a:gd name="T34" fmla="*/ 2147483647 w 114"/>
                      <a:gd name="T35" fmla="*/ 2147483647 h 138"/>
                      <a:gd name="T36" fmla="*/ 2147483647 w 114"/>
                      <a:gd name="T37" fmla="*/ 2147483647 h 138"/>
                      <a:gd name="T38" fmla="*/ 2147483647 w 114"/>
                      <a:gd name="T39" fmla="*/ 2147483647 h 138"/>
                      <a:gd name="T40" fmla="*/ 2147483647 w 114"/>
                      <a:gd name="T41" fmla="*/ 2147483647 h 138"/>
                      <a:gd name="T42" fmla="*/ 2147483647 w 114"/>
                      <a:gd name="T43" fmla="*/ 2147483647 h 138"/>
                      <a:gd name="T44" fmla="*/ 2147483647 w 114"/>
                      <a:gd name="T45" fmla="*/ 2147483647 h 138"/>
                      <a:gd name="T46" fmla="*/ 2147483647 w 114"/>
                      <a:gd name="T47" fmla="*/ 2147483647 h 138"/>
                      <a:gd name="T48" fmla="*/ 2147483647 w 114"/>
                      <a:gd name="T49" fmla="*/ 2147483647 h 138"/>
                      <a:gd name="T50" fmla="*/ 2147483647 w 114"/>
                      <a:gd name="T51" fmla="*/ 2147483647 h 138"/>
                      <a:gd name="T52" fmla="*/ 2147483647 w 114"/>
                      <a:gd name="T53" fmla="*/ 2147483647 h 138"/>
                      <a:gd name="T54" fmla="*/ 2147483647 w 114"/>
                      <a:gd name="T55" fmla="*/ 2147483647 h 138"/>
                      <a:gd name="T56" fmla="*/ 2147483647 w 114"/>
                      <a:gd name="T57" fmla="*/ 2147483647 h 138"/>
                      <a:gd name="T58" fmla="*/ 2147483647 w 114"/>
                      <a:gd name="T59" fmla="*/ 2147483647 h 138"/>
                      <a:gd name="T60" fmla="*/ 2147483647 w 114"/>
                      <a:gd name="T61" fmla="*/ 2147483647 h 138"/>
                      <a:gd name="T62" fmla="*/ 2147483647 w 114"/>
                      <a:gd name="T63" fmla="*/ 2147483647 h 138"/>
                      <a:gd name="T64" fmla="*/ 2147483647 w 114"/>
                      <a:gd name="T65" fmla="*/ 2147483647 h 138"/>
                      <a:gd name="T66" fmla="*/ 2147483647 w 114"/>
                      <a:gd name="T67" fmla="*/ 2147483647 h 138"/>
                      <a:gd name="T68" fmla="*/ 2147483647 w 114"/>
                      <a:gd name="T69" fmla="*/ 2147483647 h 138"/>
                      <a:gd name="T70" fmla="*/ 2147483647 w 114"/>
                      <a:gd name="T71" fmla="*/ 2147483647 h 138"/>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14"/>
                      <a:gd name="T109" fmla="*/ 0 h 138"/>
                      <a:gd name="T110" fmla="*/ 114 w 114"/>
                      <a:gd name="T111" fmla="*/ 138 h 138"/>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14" h="138">
                        <a:moveTo>
                          <a:pt x="114" y="42"/>
                        </a:moveTo>
                        <a:lnTo>
                          <a:pt x="108" y="48"/>
                        </a:lnTo>
                        <a:lnTo>
                          <a:pt x="96" y="30"/>
                        </a:lnTo>
                        <a:lnTo>
                          <a:pt x="84" y="18"/>
                        </a:lnTo>
                        <a:lnTo>
                          <a:pt x="66" y="6"/>
                        </a:lnTo>
                        <a:lnTo>
                          <a:pt x="60" y="6"/>
                        </a:lnTo>
                        <a:lnTo>
                          <a:pt x="48" y="0"/>
                        </a:lnTo>
                        <a:lnTo>
                          <a:pt x="42" y="0"/>
                        </a:lnTo>
                        <a:lnTo>
                          <a:pt x="42" y="24"/>
                        </a:lnTo>
                        <a:lnTo>
                          <a:pt x="24" y="24"/>
                        </a:lnTo>
                        <a:lnTo>
                          <a:pt x="18" y="30"/>
                        </a:lnTo>
                        <a:lnTo>
                          <a:pt x="18" y="36"/>
                        </a:lnTo>
                        <a:lnTo>
                          <a:pt x="12" y="48"/>
                        </a:lnTo>
                        <a:lnTo>
                          <a:pt x="6" y="48"/>
                        </a:lnTo>
                        <a:lnTo>
                          <a:pt x="0" y="54"/>
                        </a:lnTo>
                        <a:lnTo>
                          <a:pt x="0" y="60"/>
                        </a:lnTo>
                        <a:lnTo>
                          <a:pt x="6" y="66"/>
                        </a:lnTo>
                        <a:lnTo>
                          <a:pt x="12" y="66"/>
                        </a:lnTo>
                        <a:lnTo>
                          <a:pt x="24" y="72"/>
                        </a:lnTo>
                        <a:lnTo>
                          <a:pt x="6" y="102"/>
                        </a:lnTo>
                        <a:lnTo>
                          <a:pt x="18" y="102"/>
                        </a:lnTo>
                        <a:lnTo>
                          <a:pt x="24" y="96"/>
                        </a:lnTo>
                        <a:lnTo>
                          <a:pt x="36" y="96"/>
                        </a:lnTo>
                        <a:lnTo>
                          <a:pt x="36" y="114"/>
                        </a:lnTo>
                        <a:lnTo>
                          <a:pt x="60" y="138"/>
                        </a:lnTo>
                        <a:lnTo>
                          <a:pt x="72" y="126"/>
                        </a:lnTo>
                        <a:lnTo>
                          <a:pt x="66" y="108"/>
                        </a:lnTo>
                        <a:lnTo>
                          <a:pt x="60" y="114"/>
                        </a:lnTo>
                        <a:lnTo>
                          <a:pt x="42" y="102"/>
                        </a:lnTo>
                        <a:lnTo>
                          <a:pt x="66" y="102"/>
                        </a:lnTo>
                        <a:lnTo>
                          <a:pt x="78" y="96"/>
                        </a:lnTo>
                        <a:lnTo>
                          <a:pt x="78" y="78"/>
                        </a:lnTo>
                        <a:lnTo>
                          <a:pt x="108" y="90"/>
                        </a:lnTo>
                        <a:lnTo>
                          <a:pt x="114" y="84"/>
                        </a:lnTo>
                        <a:lnTo>
                          <a:pt x="114" y="90"/>
                        </a:lnTo>
                        <a:lnTo>
                          <a:pt x="114" y="4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21" name="Moldova" descr="© INSCALE GmbH, 05.05.2010&#10;http://www.presentationload.com/">
                    <a:extLst>
                      <a:ext uri="{FF2B5EF4-FFF2-40B4-BE49-F238E27FC236}">
                        <a16:creationId xmlns:a16="http://schemas.microsoft.com/office/drawing/2014/main" id="{756B8E39-9177-1C51-4DAA-3A2A9CDD1279}"/>
                      </a:ext>
                    </a:extLst>
                  </p:cNvPr>
                  <p:cNvSpPr>
                    <a:spLocks/>
                  </p:cNvSpPr>
                  <p:nvPr/>
                </p:nvSpPr>
                <p:spPr bwMode="gray">
                  <a:xfrm>
                    <a:off x="3100" y="1581"/>
                    <a:ext cx="55" cy="60"/>
                  </a:xfrm>
                  <a:custGeom>
                    <a:avLst/>
                    <a:gdLst>
                      <a:gd name="T0" fmla="*/ 2147483647 w 216"/>
                      <a:gd name="T1" fmla="*/ 2147483647 h 240"/>
                      <a:gd name="T2" fmla="*/ 2147483647 w 216"/>
                      <a:gd name="T3" fmla="*/ 2147483647 h 240"/>
                      <a:gd name="T4" fmla="*/ 2147483647 w 216"/>
                      <a:gd name="T5" fmla="*/ 2147483647 h 240"/>
                      <a:gd name="T6" fmla="*/ 2147483647 w 216"/>
                      <a:gd name="T7" fmla="*/ 2147483647 h 240"/>
                      <a:gd name="T8" fmla="*/ 2147483647 w 216"/>
                      <a:gd name="T9" fmla="*/ 2147483647 h 240"/>
                      <a:gd name="T10" fmla="*/ 2147483647 w 216"/>
                      <a:gd name="T11" fmla="*/ 2147483647 h 240"/>
                      <a:gd name="T12" fmla="*/ 2147483647 w 216"/>
                      <a:gd name="T13" fmla="*/ 2147483647 h 240"/>
                      <a:gd name="T14" fmla="*/ 2147483647 w 216"/>
                      <a:gd name="T15" fmla="*/ 2147483647 h 240"/>
                      <a:gd name="T16" fmla="*/ 2147483647 w 216"/>
                      <a:gd name="T17" fmla="*/ 2147483647 h 240"/>
                      <a:gd name="T18" fmla="*/ 2147483647 w 216"/>
                      <a:gd name="T19" fmla="*/ 2147483647 h 240"/>
                      <a:gd name="T20" fmla="*/ 2147483647 w 216"/>
                      <a:gd name="T21" fmla="*/ 2147483647 h 240"/>
                      <a:gd name="T22" fmla="*/ 2147483647 w 216"/>
                      <a:gd name="T23" fmla="*/ 2147483647 h 240"/>
                      <a:gd name="T24" fmla="*/ 2147483647 w 216"/>
                      <a:gd name="T25" fmla="*/ 2147483647 h 240"/>
                      <a:gd name="T26" fmla="*/ 2147483647 w 216"/>
                      <a:gd name="T27" fmla="*/ 2147483647 h 240"/>
                      <a:gd name="T28" fmla="*/ 2147483647 w 216"/>
                      <a:gd name="T29" fmla="*/ 2147483647 h 240"/>
                      <a:gd name="T30" fmla="*/ 2147483647 w 216"/>
                      <a:gd name="T31" fmla="*/ 2147483647 h 240"/>
                      <a:gd name="T32" fmla="*/ 2147483647 w 216"/>
                      <a:gd name="T33" fmla="*/ 2147483647 h 240"/>
                      <a:gd name="T34" fmla="*/ 2147483647 w 216"/>
                      <a:gd name="T35" fmla="*/ 2147483647 h 240"/>
                      <a:gd name="T36" fmla="*/ 2147483647 w 216"/>
                      <a:gd name="T37" fmla="*/ 2147483647 h 240"/>
                      <a:gd name="T38" fmla="*/ 2147483647 w 216"/>
                      <a:gd name="T39" fmla="*/ 2147483647 h 240"/>
                      <a:gd name="T40" fmla="*/ 2147483647 w 216"/>
                      <a:gd name="T41" fmla="*/ 2147483647 h 240"/>
                      <a:gd name="T42" fmla="*/ 2147483647 w 216"/>
                      <a:gd name="T43" fmla="*/ 2147483647 h 240"/>
                      <a:gd name="T44" fmla="*/ 2147483647 w 216"/>
                      <a:gd name="T45" fmla="*/ 2147483647 h 240"/>
                      <a:gd name="T46" fmla="*/ 2147483647 w 216"/>
                      <a:gd name="T47" fmla="*/ 2147483647 h 240"/>
                      <a:gd name="T48" fmla="*/ 2147483647 w 216"/>
                      <a:gd name="T49" fmla="*/ 2147483647 h 240"/>
                      <a:gd name="T50" fmla="*/ 2147483647 w 216"/>
                      <a:gd name="T51" fmla="*/ 2147483647 h 240"/>
                      <a:gd name="T52" fmla="*/ 2147483647 w 216"/>
                      <a:gd name="T53" fmla="*/ 2147483647 h 240"/>
                      <a:gd name="T54" fmla="*/ 2147483647 w 216"/>
                      <a:gd name="T55" fmla="*/ 2147483647 h 240"/>
                      <a:gd name="T56" fmla="*/ 2147483647 w 216"/>
                      <a:gd name="T57" fmla="*/ 2147483647 h 240"/>
                      <a:gd name="T58" fmla="*/ 2147483647 w 216"/>
                      <a:gd name="T59" fmla="*/ 2147483647 h 240"/>
                      <a:gd name="T60" fmla="*/ 2147483647 w 216"/>
                      <a:gd name="T61" fmla="*/ 0 h 240"/>
                      <a:gd name="T62" fmla="*/ 2147483647 w 216"/>
                      <a:gd name="T63" fmla="*/ 2147483647 h 240"/>
                      <a:gd name="T64" fmla="*/ 2147483647 w 216"/>
                      <a:gd name="T65" fmla="*/ 2147483647 h 240"/>
                      <a:gd name="T66" fmla="*/ 2147483647 w 216"/>
                      <a:gd name="T67" fmla="*/ 2147483647 h 240"/>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16"/>
                      <a:gd name="T103" fmla="*/ 0 h 240"/>
                      <a:gd name="T104" fmla="*/ 216 w 216"/>
                      <a:gd name="T105" fmla="*/ 240 h 240"/>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16" h="240">
                        <a:moveTo>
                          <a:pt x="0" y="18"/>
                        </a:moveTo>
                        <a:lnTo>
                          <a:pt x="18" y="24"/>
                        </a:lnTo>
                        <a:lnTo>
                          <a:pt x="24" y="30"/>
                        </a:lnTo>
                        <a:lnTo>
                          <a:pt x="30" y="42"/>
                        </a:lnTo>
                        <a:lnTo>
                          <a:pt x="36" y="48"/>
                        </a:lnTo>
                        <a:lnTo>
                          <a:pt x="36" y="60"/>
                        </a:lnTo>
                        <a:lnTo>
                          <a:pt x="60" y="72"/>
                        </a:lnTo>
                        <a:lnTo>
                          <a:pt x="66" y="96"/>
                        </a:lnTo>
                        <a:lnTo>
                          <a:pt x="78" y="96"/>
                        </a:lnTo>
                        <a:lnTo>
                          <a:pt x="84" y="114"/>
                        </a:lnTo>
                        <a:lnTo>
                          <a:pt x="102" y="114"/>
                        </a:lnTo>
                        <a:lnTo>
                          <a:pt x="108" y="120"/>
                        </a:lnTo>
                        <a:lnTo>
                          <a:pt x="108" y="162"/>
                        </a:lnTo>
                        <a:lnTo>
                          <a:pt x="114" y="162"/>
                        </a:lnTo>
                        <a:lnTo>
                          <a:pt x="108" y="168"/>
                        </a:lnTo>
                        <a:lnTo>
                          <a:pt x="108" y="180"/>
                        </a:lnTo>
                        <a:lnTo>
                          <a:pt x="102" y="186"/>
                        </a:lnTo>
                        <a:lnTo>
                          <a:pt x="102" y="198"/>
                        </a:lnTo>
                        <a:lnTo>
                          <a:pt x="108" y="210"/>
                        </a:lnTo>
                        <a:lnTo>
                          <a:pt x="114" y="216"/>
                        </a:lnTo>
                        <a:lnTo>
                          <a:pt x="114" y="240"/>
                        </a:lnTo>
                        <a:lnTo>
                          <a:pt x="138" y="234"/>
                        </a:lnTo>
                        <a:lnTo>
                          <a:pt x="138" y="222"/>
                        </a:lnTo>
                        <a:lnTo>
                          <a:pt x="132" y="216"/>
                        </a:lnTo>
                        <a:lnTo>
                          <a:pt x="132" y="204"/>
                        </a:lnTo>
                        <a:lnTo>
                          <a:pt x="138" y="204"/>
                        </a:lnTo>
                        <a:lnTo>
                          <a:pt x="150" y="198"/>
                        </a:lnTo>
                        <a:lnTo>
                          <a:pt x="156" y="192"/>
                        </a:lnTo>
                        <a:lnTo>
                          <a:pt x="174" y="180"/>
                        </a:lnTo>
                        <a:lnTo>
                          <a:pt x="168" y="174"/>
                        </a:lnTo>
                        <a:lnTo>
                          <a:pt x="156" y="168"/>
                        </a:lnTo>
                        <a:lnTo>
                          <a:pt x="150" y="168"/>
                        </a:lnTo>
                        <a:lnTo>
                          <a:pt x="150" y="162"/>
                        </a:lnTo>
                        <a:lnTo>
                          <a:pt x="156" y="156"/>
                        </a:lnTo>
                        <a:lnTo>
                          <a:pt x="174" y="156"/>
                        </a:lnTo>
                        <a:lnTo>
                          <a:pt x="180" y="162"/>
                        </a:lnTo>
                        <a:lnTo>
                          <a:pt x="198" y="162"/>
                        </a:lnTo>
                        <a:lnTo>
                          <a:pt x="210" y="156"/>
                        </a:lnTo>
                        <a:lnTo>
                          <a:pt x="216" y="156"/>
                        </a:lnTo>
                        <a:lnTo>
                          <a:pt x="216" y="126"/>
                        </a:lnTo>
                        <a:lnTo>
                          <a:pt x="210" y="120"/>
                        </a:lnTo>
                        <a:lnTo>
                          <a:pt x="198" y="120"/>
                        </a:lnTo>
                        <a:lnTo>
                          <a:pt x="192" y="114"/>
                        </a:lnTo>
                        <a:lnTo>
                          <a:pt x="180" y="114"/>
                        </a:lnTo>
                        <a:lnTo>
                          <a:pt x="180" y="96"/>
                        </a:lnTo>
                        <a:lnTo>
                          <a:pt x="186" y="90"/>
                        </a:lnTo>
                        <a:lnTo>
                          <a:pt x="180" y="84"/>
                        </a:lnTo>
                        <a:lnTo>
                          <a:pt x="174" y="84"/>
                        </a:lnTo>
                        <a:lnTo>
                          <a:pt x="162" y="90"/>
                        </a:lnTo>
                        <a:lnTo>
                          <a:pt x="162" y="66"/>
                        </a:lnTo>
                        <a:lnTo>
                          <a:pt x="168" y="60"/>
                        </a:lnTo>
                        <a:lnTo>
                          <a:pt x="162" y="48"/>
                        </a:lnTo>
                        <a:lnTo>
                          <a:pt x="156" y="42"/>
                        </a:lnTo>
                        <a:lnTo>
                          <a:pt x="144" y="36"/>
                        </a:lnTo>
                        <a:lnTo>
                          <a:pt x="126" y="36"/>
                        </a:lnTo>
                        <a:lnTo>
                          <a:pt x="126" y="24"/>
                        </a:lnTo>
                        <a:lnTo>
                          <a:pt x="120" y="18"/>
                        </a:lnTo>
                        <a:lnTo>
                          <a:pt x="78" y="18"/>
                        </a:lnTo>
                        <a:lnTo>
                          <a:pt x="78" y="12"/>
                        </a:lnTo>
                        <a:lnTo>
                          <a:pt x="72" y="12"/>
                        </a:lnTo>
                        <a:lnTo>
                          <a:pt x="60" y="0"/>
                        </a:lnTo>
                        <a:lnTo>
                          <a:pt x="54" y="0"/>
                        </a:lnTo>
                        <a:lnTo>
                          <a:pt x="42" y="6"/>
                        </a:lnTo>
                        <a:lnTo>
                          <a:pt x="36" y="6"/>
                        </a:lnTo>
                        <a:lnTo>
                          <a:pt x="36" y="12"/>
                        </a:lnTo>
                        <a:lnTo>
                          <a:pt x="24" y="12"/>
                        </a:lnTo>
                        <a:lnTo>
                          <a:pt x="12" y="6"/>
                        </a:lnTo>
                        <a:lnTo>
                          <a:pt x="6" y="6"/>
                        </a:lnTo>
                        <a:lnTo>
                          <a:pt x="0" y="18"/>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22" name="Malta" descr="© INSCALE GmbH, 05.05.2010&#10;http://www.presentationload.com/">
                    <a:extLst>
                      <a:ext uri="{FF2B5EF4-FFF2-40B4-BE49-F238E27FC236}">
                        <a16:creationId xmlns:a16="http://schemas.microsoft.com/office/drawing/2014/main" id="{6F87B721-F51B-12EB-3D49-3BDB6A35AB35}"/>
                      </a:ext>
                    </a:extLst>
                  </p:cNvPr>
                  <p:cNvSpPr>
                    <a:spLocks/>
                  </p:cNvSpPr>
                  <p:nvPr/>
                </p:nvSpPr>
                <p:spPr bwMode="gray">
                  <a:xfrm>
                    <a:off x="2905" y="1829"/>
                    <a:ext cx="8" cy="7"/>
                  </a:xfrm>
                  <a:custGeom>
                    <a:avLst/>
                    <a:gdLst>
                      <a:gd name="T0" fmla="*/ 2147483647 w 30"/>
                      <a:gd name="T1" fmla="*/ 2147483647 h 30"/>
                      <a:gd name="T2" fmla="*/ 2147483647 w 30"/>
                      <a:gd name="T3" fmla="*/ 2147483647 h 30"/>
                      <a:gd name="T4" fmla="*/ 2147483647 w 30"/>
                      <a:gd name="T5" fmla="*/ 2147483647 h 30"/>
                      <a:gd name="T6" fmla="*/ 2147483647 w 30"/>
                      <a:gd name="T7" fmla="*/ 0 h 30"/>
                      <a:gd name="T8" fmla="*/ 2147483647 w 30"/>
                      <a:gd name="T9" fmla="*/ 0 h 30"/>
                      <a:gd name="T10" fmla="*/ 0 w 30"/>
                      <a:gd name="T11" fmla="*/ 2147483647 h 30"/>
                      <a:gd name="T12" fmla="*/ 0 w 30"/>
                      <a:gd name="T13" fmla="*/ 2147483647 h 30"/>
                      <a:gd name="T14" fmla="*/ 2147483647 w 30"/>
                      <a:gd name="T15" fmla="*/ 2147483647 h 30"/>
                      <a:gd name="T16" fmla="*/ 2147483647 w 30"/>
                      <a:gd name="T17" fmla="*/ 2147483647 h 30"/>
                      <a:gd name="T18" fmla="*/ 2147483647 w 30"/>
                      <a:gd name="T19" fmla="*/ 2147483647 h 3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0"/>
                      <a:gd name="T31" fmla="*/ 0 h 30"/>
                      <a:gd name="T32" fmla="*/ 30 w 30"/>
                      <a:gd name="T33" fmla="*/ 30 h 3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0" h="30">
                        <a:moveTo>
                          <a:pt x="24" y="30"/>
                        </a:moveTo>
                        <a:lnTo>
                          <a:pt x="30" y="24"/>
                        </a:lnTo>
                        <a:lnTo>
                          <a:pt x="30" y="12"/>
                        </a:lnTo>
                        <a:lnTo>
                          <a:pt x="18" y="0"/>
                        </a:lnTo>
                        <a:lnTo>
                          <a:pt x="6" y="0"/>
                        </a:lnTo>
                        <a:lnTo>
                          <a:pt x="0" y="6"/>
                        </a:lnTo>
                        <a:lnTo>
                          <a:pt x="0" y="18"/>
                        </a:lnTo>
                        <a:lnTo>
                          <a:pt x="6" y="24"/>
                        </a:lnTo>
                        <a:lnTo>
                          <a:pt x="18" y="30"/>
                        </a:lnTo>
                        <a:lnTo>
                          <a:pt x="24" y="3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23" name="Macedonia" descr="© INSCALE GmbH, 05.05.2010&#10;http://www.presentationload.com/">
                    <a:extLst>
                      <a:ext uri="{FF2B5EF4-FFF2-40B4-BE49-F238E27FC236}">
                        <a16:creationId xmlns:a16="http://schemas.microsoft.com/office/drawing/2014/main" id="{209012F4-0CF6-8707-D44F-24240554E565}"/>
                      </a:ext>
                    </a:extLst>
                  </p:cNvPr>
                  <p:cNvSpPr>
                    <a:spLocks/>
                  </p:cNvSpPr>
                  <p:nvPr/>
                </p:nvSpPr>
                <p:spPr bwMode="gray">
                  <a:xfrm>
                    <a:off x="3008" y="1702"/>
                    <a:ext cx="42" cy="33"/>
                  </a:xfrm>
                  <a:custGeom>
                    <a:avLst/>
                    <a:gdLst>
                      <a:gd name="T0" fmla="*/ 2147483647 w 162"/>
                      <a:gd name="T1" fmla="*/ 2147483647 h 126"/>
                      <a:gd name="T2" fmla="*/ 2147483647 w 162"/>
                      <a:gd name="T3" fmla="*/ 2147483647 h 126"/>
                      <a:gd name="T4" fmla="*/ 2147483647 w 162"/>
                      <a:gd name="T5" fmla="*/ 2147483647 h 126"/>
                      <a:gd name="T6" fmla="*/ 2147483647 w 162"/>
                      <a:gd name="T7" fmla="*/ 2147483647 h 126"/>
                      <a:gd name="T8" fmla="*/ 2147483647 w 162"/>
                      <a:gd name="T9" fmla="*/ 0 h 126"/>
                      <a:gd name="T10" fmla="*/ 2147483647 w 162"/>
                      <a:gd name="T11" fmla="*/ 2147483647 h 126"/>
                      <a:gd name="T12" fmla="*/ 2147483647 w 162"/>
                      <a:gd name="T13" fmla="*/ 2147483647 h 126"/>
                      <a:gd name="T14" fmla="*/ 2147483647 w 162"/>
                      <a:gd name="T15" fmla="*/ 2147483647 h 126"/>
                      <a:gd name="T16" fmla="*/ 2147483647 w 162"/>
                      <a:gd name="T17" fmla="*/ 2147483647 h 126"/>
                      <a:gd name="T18" fmla="*/ 2147483647 w 162"/>
                      <a:gd name="T19" fmla="*/ 2147483647 h 126"/>
                      <a:gd name="T20" fmla="*/ 2147483647 w 162"/>
                      <a:gd name="T21" fmla="*/ 2147483647 h 126"/>
                      <a:gd name="T22" fmla="*/ 0 w 162"/>
                      <a:gd name="T23" fmla="*/ 2147483647 h 126"/>
                      <a:gd name="T24" fmla="*/ 0 w 162"/>
                      <a:gd name="T25" fmla="*/ 2147483647 h 126"/>
                      <a:gd name="T26" fmla="*/ 2147483647 w 162"/>
                      <a:gd name="T27" fmla="*/ 2147483647 h 126"/>
                      <a:gd name="T28" fmla="*/ 2147483647 w 162"/>
                      <a:gd name="T29" fmla="*/ 2147483647 h 126"/>
                      <a:gd name="T30" fmla="*/ 2147483647 w 162"/>
                      <a:gd name="T31" fmla="*/ 2147483647 h 126"/>
                      <a:gd name="T32" fmla="*/ 2147483647 w 162"/>
                      <a:gd name="T33" fmla="*/ 2147483647 h 126"/>
                      <a:gd name="T34" fmla="*/ 2147483647 w 162"/>
                      <a:gd name="T35" fmla="*/ 2147483647 h 126"/>
                      <a:gd name="T36" fmla="*/ 2147483647 w 162"/>
                      <a:gd name="T37" fmla="*/ 2147483647 h 126"/>
                      <a:gd name="T38" fmla="*/ 2147483647 w 162"/>
                      <a:gd name="T39" fmla="*/ 2147483647 h 126"/>
                      <a:gd name="T40" fmla="*/ 2147483647 w 162"/>
                      <a:gd name="T41" fmla="*/ 2147483647 h 126"/>
                      <a:gd name="T42" fmla="*/ 2147483647 w 162"/>
                      <a:gd name="T43" fmla="*/ 2147483647 h 126"/>
                      <a:gd name="T44" fmla="*/ 2147483647 w 162"/>
                      <a:gd name="T45" fmla="*/ 2147483647 h 126"/>
                      <a:gd name="T46" fmla="*/ 2147483647 w 162"/>
                      <a:gd name="T47" fmla="*/ 2147483647 h 126"/>
                      <a:gd name="T48" fmla="*/ 2147483647 w 162"/>
                      <a:gd name="T49" fmla="*/ 2147483647 h 126"/>
                      <a:gd name="T50" fmla="*/ 2147483647 w 162"/>
                      <a:gd name="T51" fmla="*/ 2147483647 h 126"/>
                      <a:gd name="T52" fmla="*/ 2147483647 w 162"/>
                      <a:gd name="T53" fmla="*/ 2147483647 h 126"/>
                      <a:gd name="T54" fmla="*/ 2147483647 w 162"/>
                      <a:gd name="T55" fmla="*/ 2147483647 h 126"/>
                      <a:gd name="T56" fmla="*/ 2147483647 w 162"/>
                      <a:gd name="T57" fmla="*/ 2147483647 h 126"/>
                      <a:gd name="T58" fmla="*/ 2147483647 w 162"/>
                      <a:gd name="T59" fmla="*/ 2147483647 h 126"/>
                      <a:gd name="T60" fmla="*/ 2147483647 w 162"/>
                      <a:gd name="T61" fmla="*/ 2147483647 h 126"/>
                      <a:gd name="T62" fmla="*/ 2147483647 w 162"/>
                      <a:gd name="T63" fmla="*/ 2147483647 h 126"/>
                      <a:gd name="T64" fmla="*/ 2147483647 w 162"/>
                      <a:gd name="T65" fmla="*/ 2147483647 h 12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62"/>
                      <a:gd name="T100" fmla="*/ 0 h 126"/>
                      <a:gd name="T101" fmla="*/ 162 w 162"/>
                      <a:gd name="T102" fmla="*/ 126 h 126"/>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62" h="126">
                        <a:moveTo>
                          <a:pt x="150" y="42"/>
                        </a:moveTo>
                        <a:lnTo>
                          <a:pt x="132" y="30"/>
                        </a:lnTo>
                        <a:lnTo>
                          <a:pt x="132" y="18"/>
                        </a:lnTo>
                        <a:lnTo>
                          <a:pt x="126" y="18"/>
                        </a:lnTo>
                        <a:lnTo>
                          <a:pt x="114" y="0"/>
                        </a:lnTo>
                        <a:lnTo>
                          <a:pt x="72" y="6"/>
                        </a:lnTo>
                        <a:lnTo>
                          <a:pt x="66" y="12"/>
                        </a:lnTo>
                        <a:lnTo>
                          <a:pt x="48" y="12"/>
                        </a:lnTo>
                        <a:lnTo>
                          <a:pt x="48" y="24"/>
                        </a:lnTo>
                        <a:lnTo>
                          <a:pt x="24" y="24"/>
                        </a:lnTo>
                        <a:lnTo>
                          <a:pt x="18" y="36"/>
                        </a:lnTo>
                        <a:lnTo>
                          <a:pt x="0" y="42"/>
                        </a:lnTo>
                        <a:lnTo>
                          <a:pt x="0" y="66"/>
                        </a:lnTo>
                        <a:lnTo>
                          <a:pt x="6" y="78"/>
                        </a:lnTo>
                        <a:lnTo>
                          <a:pt x="6" y="102"/>
                        </a:lnTo>
                        <a:lnTo>
                          <a:pt x="12" y="108"/>
                        </a:lnTo>
                        <a:lnTo>
                          <a:pt x="18" y="108"/>
                        </a:lnTo>
                        <a:lnTo>
                          <a:pt x="18" y="126"/>
                        </a:lnTo>
                        <a:lnTo>
                          <a:pt x="42" y="120"/>
                        </a:lnTo>
                        <a:lnTo>
                          <a:pt x="42" y="126"/>
                        </a:lnTo>
                        <a:lnTo>
                          <a:pt x="54" y="120"/>
                        </a:lnTo>
                        <a:lnTo>
                          <a:pt x="60" y="120"/>
                        </a:lnTo>
                        <a:lnTo>
                          <a:pt x="66" y="126"/>
                        </a:lnTo>
                        <a:lnTo>
                          <a:pt x="90" y="126"/>
                        </a:lnTo>
                        <a:lnTo>
                          <a:pt x="96" y="114"/>
                        </a:lnTo>
                        <a:lnTo>
                          <a:pt x="96" y="108"/>
                        </a:lnTo>
                        <a:lnTo>
                          <a:pt x="120" y="108"/>
                        </a:lnTo>
                        <a:lnTo>
                          <a:pt x="132" y="102"/>
                        </a:lnTo>
                        <a:lnTo>
                          <a:pt x="156" y="78"/>
                        </a:lnTo>
                        <a:lnTo>
                          <a:pt x="162" y="66"/>
                        </a:lnTo>
                        <a:lnTo>
                          <a:pt x="162" y="60"/>
                        </a:lnTo>
                        <a:lnTo>
                          <a:pt x="156" y="48"/>
                        </a:lnTo>
                        <a:lnTo>
                          <a:pt x="150" y="4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24" name="Luxembourg" descr="© INSCALE GmbH, 05.05.2010&#10;http://www.presentationload.com/">
                    <a:extLst>
                      <a:ext uri="{FF2B5EF4-FFF2-40B4-BE49-F238E27FC236}">
                        <a16:creationId xmlns:a16="http://schemas.microsoft.com/office/drawing/2014/main" id="{A3CA6C24-B6EB-563D-0E77-5C9139CA33CE}"/>
                      </a:ext>
                    </a:extLst>
                  </p:cNvPr>
                  <p:cNvSpPr>
                    <a:spLocks/>
                  </p:cNvSpPr>
                  <p:nvPr/>
                </p:nvSpPr>
                <p:spPr bwMode="gray">
                  <a:xfrm>
                    <a:off x="2767" y="1548"/>
                    <a:ext cx="13" cy="11"/>
                  </a:xfrm>
                  <a:custGeom>
                    <a:avLst/>
                    <a:gdLst>
                      <a:gd name="T0" fmla="*/ 2147483647 w 54"/>
                      <a:gd name="T1" fmla="*/ 2147483647 h 42"/>
                      <a:gd name="T2" fmla="*/ 2147483647 w 54"/>
                      <a:gd name="T3" fmla="*/ 2147483647 h 42"/>
                      <a:gd name="T4" fmla="*/ 2147483647 w 54"/>
                      <a:gd name="T5" fmla="*/ 2147483647 h 42"/>
                      <a:gd name="T6" fmla="*/ 2147483647 w 54"/>
                      <a:gd name="T7" fmla="*/ 2147483647 h 42"/>
                      <a:gd name="T8" fmla="*/ 2147483647 w 54"/>
                      <a:gd name="T9" fmla="*/ 2147483647 h 42"/>
                      <a:gd name="T10" fmla="*/ 2147483647 w 54"/>
                      <a:gd name="T11" fmla="*/ 2147483647 h 42"/>
                      <a:gd name="T12" fmla="*/ 2147483647 w 54"/>
                      <a:gd name="T13" fmla="*/ 2147483647 h 42"/>
                      <a:gd name="T14" fmla="*/ 2147483647 w 54"/>
                      <a:gd name="T15" fmla="*/ 2147483647 h 42"/>
                      <a:gd name="T16" fmla="*/ 2147483647 w 54"/>
                      <a:gd name="T17" fmla="*/ 0 h 42"/>
                      <a:gd name="T18" fmla="*/ 2147483647 w 54"/>
                      <a:gd name="T19" fmla="*/ 0 h 42"/>
                      <a:gd name="T20" fmla="*/ 2147483647 w 54"/>
                      <a:gd name="T21" fmla="*/ 2147483647 h 42"/>
                      <a:gd name="T22" fmla="*/ 2147483647 w 54"/>
                      <a:gd name="T23" fmla="*/ 2147483647 h 42"/>
                      <a:gd name="T24" fmla="*/ 0 w 54"/>
                      <a:gd name="T25" fmla="*/ 2147483647 h 42"/>
                      <a:gd name="T26" fmla="*/ 0 w 54"/>
                      <a:gd name="T27" fmla="*/ 2147483647 h 42"/>
                      <a:gd name="T28" fmla="*/ 2147483647 w 54"/>
                      <a:gd name="T29" fmla="*/ 2147483647 h 42"/>
                      <a:gd name="T30" fmla="*/ 2147483647 w 54"/>
                      <a:gd name="T31" fmla="*/ 2147483647 h 42"/>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54"/>
                      <a:gd name="T49" fmla="*/ 0 h 42"/>
                      <a:gd name="T50" fmla="*/ 54 w 54"/>
                      <a:gd name="T51" fmla="*/ 42 h 42"/>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54" h="42">
                        <a:moveTo>
                          <a:pt x="18" y="42"/>
                        </a:moveTo>
                        <a:lnTo>
                          <a:pt x="30" y="36"/>
                        </a:lnTo>
                        <a:lnTo>
                          <a:pt x="48" y="42"/>
                        </a:lnTo>
                        <a:lnTo>
                          <a:pt x="54" y="36"/>
                        </a:lnTo>
                        <a:lnTo>
                          <a:pt x="54" y="24"/>
                        </a:lnTo>
                        <a:lnTo>
                          <a:pt x="42" y="18"/>
                        </a:lnTo>
                        <a:lnTo>
                          <a:pt x="36" y="18"/>
                        </a:lnTo>
                        <a:lnTo>
                          <a:pt x="30" y="12"/>
                        </a:lnTo>
                        <a:lnTo>
                          <a:pt x="30" y="0"/>
                        </a:lnTo>
                        <a:lnTo>
                          <a:pt x="24" y="0"/>
                        </a:lnTo>
                        <a:lnTo>
                          <a:pt x="18" y="6"/>
                        </a:lnTo>
                        <a:lnTo>
                          <a:pt x="6" y="12"/>
                        </a:lnTo>
                        <a:lnTo>
                          <a:pt x="0" y="12"/>
                        </a:lnTo>
                        <a:lnTo>
                          <a:pt x="0" y="18"/>
                        </a:lnTo>
                        <a:lnTo>
                          <a:pt x="12" y="30"/>
                        </a:lnTo>
                        <a:lnTo>
                          <a:pt x="18" y="4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25" name="Lithuania" descr="© INSCALE GmbH, 05.05.2010&#10;http://www.presentationload.com/">
                    <a:extLst>
                      <a:ext uri="{FF2B5EF4-FFF2-40B4-BE49-F238E27FC236}">
                        <a16:creationId xmlns:a16="http://schemas.microsoft.com/office/drawing/2014/main" id="{996FDFDA-5D57-3B3A-4A3F-8B36A4D75FE8}"/>
                      </a:ext>
                    </a:extLst>
                  </p:cNvPr>
                  <p:cNvSpPr>
                    <a:spLocks/>
                  </p:cNvSpPr>
                  <p:nvPr/>
                </p:nvSpPr>
                <p:spPr bwMode="gray">
                  <a:xfrm>
                    <a:off x="3001" y="1424"/>
                    <a:ext cx="87" cy="50"/>
                  </a:xfrm>
                  <a:custGeom>
                    <a:avLst/>
                    <a:gdLst>
                      <a:gd name="T0" fmla="*/ 2147483647 w 342"/>
                      <a:gd name="T1" fmla="*/ 2147483647 h 198"/>
                      <a:gd name="T2" fmla="*/ 2147483647 w 342"/>
                      <a:gd name="T3" fmla="*/ 2147483647 h 198"/>
                      <a:gd name="T4" fmla="*/ 2147483647 w 342"/>
                      <a:gd name="T5" fmla="*/ 2147483647 h 198"/>
                      <a:gd name="T6" fmla="*/ 2147483647 w 342"/>
                      <a:gd name="T7" fmla="*/ 2147483647 h 198"/>
                      <a:gd name="T8" fmla="*/ 2147483647 w 342"/>
                      <a:gd name="T9" fmla="*/ 2147483647 h 198"/>
                      <a:gd name="T10" fmla="*/ 2147483647 w 342"/>
                      <a:gd name="T11" fmla="*/ 2147483647 h 198"/>
                      <a:gd name="T12" fmla="*/ 2147483647 w 342"/>
                      <a:gd name="T13" fmla="*/ 2147483647 h 198"/>
                      <a:gd name="T14" fmla="*/ 2147483647 w 342"/>
                      <a:gd name="T15" fmla="*/ 2147483647 h 198"/>
                      <a:gd name="T16" fmla="*/ 2147483647 w 342"/>
                      <a:gd name="T17" fmla="*/ 2147483647 h 198"/>
                      <a:gd name="T18" fmla="*/ 2147483647 w 342"/>
                      <a:gd name="T19" fmla="*/ 2147483647 h 198"/>
                      <a:gd name="T20" fmla="*/ 2147483647 w 342"/>
                      <a:gd name="T21" fmla="*/ 2147483647 h 198"/>
                      <a:gd name="T22" fmla="*/ 2147483647 w 342"/>
                      <a:gd name="T23" fmla="*/ 2147483647 h 198"/>
                      <a:gd name="T24" fmla="*/ 2147483647 w 342"/>
                      <a:gd name="T25" fmla="*/ 0 h 198"/>
                      <a:gd name="T26" fmla="*/ 2147483647 w 342"/>
                      <a:gd name="T27" fmla="*/ 2147483647 h 198"/>
                      <a:gd name="T28" fmla="*/ 0 w 342"/>
                      <a:gd name="T29" fmla="*/ 2147483647 h 198"/>
                      <a:gd name="T30" fmla="*/ 2147483647 w 342"/>
                      <a:gd name="T31" fmla="*/ 2147483647 h 198"/>
                      <a:gd name="T32" fmla="*/ 2147483647 w 342"/>
                      <a:gd name="T33" fmla="*/ 2147483647 h 198"/>
                      <a:gd name="T34" fmla="*/ 2147483647 w 342"/>
                      <a:gd name="T35" fmla="*/ 2147483647 h 198"/>
                      <a:gd name="T36" fmla="*/ 2147483647 w 342"/>
                      <a:gd name="T37" fmla="*/ 2147483647 h 198"/>
                      <a:gd name="T38" fmla="*/ 2147483647 w 342"/>
                      <a:gd name="T39" fmla="*/ 2147483647 h 198"/>
                      <a:gd name="T40" fmla="*/ 2147483647 w 342"/>
                      <a:gd name="T41" fmla="*/ 2147483647 h 198"/>
                      <a:gd name="T42" fmla="*/ 2147483647 w 342"/>
                      <a:gd name="T43" fmla="*/ 2147483647 h 198"/>
                      <a:gd name="T44" fmla="*/ 2147483647 w 342"/>
                      <a:gd name="T45" fmla="*/ 2147483647 h 198"/>
                      <a:gd name="T46" fmla="*/ 2147483647 w 342"/>
                      <a:gd name="T47" fmla="*/ 2147483647 h 198"/>
                      <a:gd name="T48" fmla="*/ 2147483647 w 342"/>
                      <a:gd name="T49" fmla="*/ 2147483647 h 198"/>
                      <a:gd name="T50" fmla="*/ 2147483647 w 342"/>
                      <a:gd name="T51" fmla="*/ 2147483647 h 198"/>
                      <a:gd name="T52" fmla="*/ 2147483647 w 342"/>
                      <a:gd name="T53" fmla="*/ 2147483647 h 198"/>
                      <a:gd name="T54" fmla="*/ 2147483647 w 342"/>
                      <a:gd name="T55" fmla="*/ 2147483647 h 198"/>
                      <a:gd name="T56" fmla="*/ 2147483647 w 342"/>
                      <a:gd name="T57" fmla="*/ 2147483647 h 198"/>
                      <a:gd name="T58" fmla="*/ 2147483647 w 342"/>
                      <a:gd name="T59" fmla="*/ 2147483647 h 198"/>
                      <a:gd name="T60" fmla="*/ 2147483647 w 342"/>
                      <a:gd name="T61" fmla="*/ 2147483647 h 198"/>
                      <a:gd name="T62" fmla="*/ 2147483647 w 342"/>
                      <a:gd name="T63" fmla="*/ 2147483647 h 198"/>
                      <a:gd name="T64" fmla="*/ 2147483647 w 342"/>
                      <a:gd name="T65" fmla="*/ 2147483647 h 198"/>
                      <a:gd name="T66" fmla="*/ 2147483647 w 342"/>
                      <a:gd name="T67" fmla="*/ 2147483647 h 198"/>
                      <a:gd name="T68" fmla="*/ 2147483647 w 342"/>
                      <a:gd name="T69" fmla="*/ 2147483647 h 198"/>
                      <a:gd name="T70" fmla="*/ 2147483647 w 342"/>
                      <a:gd name="T71" fmla="*/ 2147483647 h 198"/>
                      <a:gd name="T72" fmla="*/ 2147483647 w 342"/>
                      <a:gd name="T73" fmla="*/ 2147483647 h 198"/>
                      <a:gd name="T74" fmla="*/ 2147483647 w 342"/>
                      <a:gd name="T75" fmla="*/ 2147483647 h 198"/>
                      <a:gd name="T76" fmla="*/ 2147483647 w 342"/>
                      <a:gd name="T77" fmla="*/ 2147483647 h 198"/>
                      <a:gd name="T78" fmla="*/ 2147483647 w 342"/>
                      <a:gd name="T79" fmla="*/ 2147483647 h 198"/>
                      <a:gd name="T80" fmla="*/ 2147483647 w 342"/>
                      <a:gd name="T81" fmla="*/ 2147483647 h 198"/>
                      <a:gd name="T82" fmla="*/ 2147483647 w 342"/>
                      <a:gd name="T83" fmla="*/ 2147483647 h 198"/>
                      <a:gd name="T84" fmla="*/ 2147483647 w 342"/>
                      <a:gd name="T85" fmla="*/ 2147483647 h 198"/>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342"/>
                      <a:gd name="T130" fmla="*/ 0 h 198"/>
                      <a:gd name="T131" fmla="*/ 342 w 342"/>
                      <a:gd name="T132" fmla="*/ 198 h 198"/>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342" h="198">
                        <a:moveTo>
                          <a:pt x="330" y="60"/>
                        </a:moveTo>
                        <a:lnTo>
                          <a:pt x="312" y="54"/>
                        </a:lnTo>
                        <a:lnTo>
                          <a:pt x="294" y="42"/>
                        </a:lnTo>
                        <a:lnTo>
                          <a:pt x="282" y="30"/>
                        </a:lnTo>
                        <a:lnTo>
                          <a:pt x="276" y="30"/>
                        </a:lnTo>
                        <a:lnTo>
                          <a:pt x="264" y="24"/>
                        </a:lnTo>
                        <a:lnTo>
                          <a:pt x="234" y="24"/>
                        </a:lnTo>
                        <a:lnTo>
                          <a:pt x="228" y="12"/>
                        </a:lnTo>
                        <a:lnTo>
                          <a:pt x="222" y="6"/>
                        </a:lnTo>
                        <a:lnTo>
                          <a:pt x="210" y="6"/>
                        </a:lnTo>
                        <a:lnTo>
                          <a:pt x="198" y="18"/>
                        </a:lnTo>
                        <a:lnTo>
                          <a:pt x="180" y="18"/>
                        </a:lnTo>
                        <a:lnTo>
                          <a:pt x="174" y="12"/>
                        </a:lnTo>
                        <a:lnTo>
                          <a:pt x="162" y="12"/>
                        </a:lnTo>
                        <a:lnTo>
                          <a:pt x="156" y="18"/>
                        </a:lnTo>
                        <a:lnTo>
                          <a:pt x="150" y="18"/>
                        </a:lnTo>
                        <a:lnTo>
                          <a:pt x="144" y="12"/>
                        </a:lnTo>
                        <a:lnTo>
                          <a:pt x="138" y="12"/>
                        </a:lnTo>
                        <a:lnTo>
                          <a:pt x="126" y="6"/>
                        </a:lnTo>
                        <a:lnTo>
                          <a:pt x="120" y="6"/>
                        </a:lnTo>
                        <a:lnTo>
                          <a:pt x="114" y="12"/>
                        </a:lnTo>
                        <a:lnTo>
                          <a:pt x="108" y="12"/>
                        </a:lnTo>
                        <a:lnTo>
                          <a:pt x="102" y="6"/>
                        </a:lnTo>
                        <a:lnTo>
                          <a:pt x="96" y="6"/>
                        </a:lnTo>
                        <a:lnTo>
                          <a:pt x="90" y="0"/>
                        </a:lnTo>
                        <a:lnTo>
                          <a:pt x="72" y="0"/>
                        </a:lnTo>
                        <a:lnTo>
                          <a:pt x="60" y="12"/>
                        </a:lnTo>
                        <a:lnTo>
                          <a:pt x="18" y="12"/>
                        </a:lnTo>
                        <a:lnTo>
                          <a:pt x="6" y="18"/>
                        </a:lnTo>
                        <a:lnTo>
                          <a:pt x="0" y="18"/>
                        </a:lnTo>
                        <a:lnTo>
                          <a:pt x="0" y="60"/>
                        </a:lnTo>
                        <a:lnTo>
                          <a:pt x="12" y="84"/>
                        </a:lnTo>
                        <a:lnTo>
                          <a:pt x="18" y="90"/>
                        </a:lnTo>
                        <a:lnTo>
                          <a:pt x="18" y="96"/>
                        </a:lnTo>
                        <a:lnTo>
                          <a:pt x="30" y="96"/>
                        </a:lnTo>
                        <a:lnTo>
                          <a:pt x="30" y="102"/>
                        </a:lnTo>
                        <a:lnTo>
                          <a:pt x="42" y="102"/>
                        </a:lnTo>
                        <a:lnTo>
                          <a:pt x="48" y="108"/>
                        </a:lnTo>
                        <a:lnTo>
                          <a:pt x="72" y="108"/>
                        </a:lnTo>
                        <a:lnTo>
                          <a:pt x="84" y="102"/>
                        </a:lnTo>
                        <a:lnTo>
                          <a:pt x="102" y="102"/>
                        </a:lnTo>
                        <a:lnTo>
                          <a:pt x="108" y="114"/>
                        </a:lnTo>
                        <a:lnTo>
                          <a:pt x="108" y="132"/>
                        </a:lnTo>
                        <a:lnTo>
                          <a:pt x="96" y="144"/>
                        </a:lnTo>
                        <a:lnTo>
                          <a:pt x="102" y="162"/>
                        </a:lnTo>
                        <a:lnTo>
                          <a:pt x="120" y="162"/>
                        </a:lnTo>
                        <a:lnTo>
                          <a:pt x="138" y="168"/>
                        </a:lnTo>
                        <a:lnTo>
                          <a:pt x="144" y="168"/>
                        </a:lnTo>
                        <a:lnTo>
                          <a:pt x="156" y="174"/>
                        </a:lnTo>
                        <a:lnTo>
                          <a:pt x="156" y="198"/>
                        </a:lnTo>
                        <a:lnTo>
                          <a:pt x="162" y="198"/>
                        </a:lnTo>
                        <a:lnTo>
                          <a:pt x="168" y="192"/>
                        </a:lnTo>
                        <a:lnTo>
                          <a:pt x="180" y="192"/>
                        </a:lnTo>
                        <a:lnTo>
                          <a:pt x="192" y="186"/>
                        </a:lnTo>
                        <a:lnTo>
                          <a:pt x="198" y="186"/>
                        </a:lnTo>
                        <a:lnTo>
                          <a:pt x="204" y="192"/>
                        </a:lnTo>
                        <a:lnTo>
                          <a:pt x="204" y="198"/>
                        </a:lnTo>
                        <a:lnTo>
                          <a:pt x="234" y="198"/>
                        </a:lnTo>
                        <a:lnTo>
                          <a:pt x="234" y="180"/>
                        </a:lnTo>
                        <a:lnTo>
                          <a:pt x="246" y="192"/>
                        </a:lnTo>
                        <a:lnTo>
                          <a:pt x="252" y="180"/>
                        </a:lnTo>
                        <a:lnTo>
                          <a:pt x="258" y="174"/>
                        </a:lnTo>
                        <a:lnTo>
                          <a:pt x="270" y="168"/>
                        </a:lnTo>
                        <a:lnTo>
                          <a:pt x="288" y="168"/>
                        </a:lnTo>
                        <a:lnTo>
                          <a:pt x="288" y="174"/>
                        </a:lnTo>
                        <a:lnTo>
                          <a:pt x="282" y="180"/>
                        </a:lnTo>
                        <a:lnTo>
                          <a:pt x="294" y="180"/>
                        </a:lnTo>
                        <a:lnTo>
                          <a:pt x="294" y="174"/>
                        </a:lnTo>
                        <a:lnTo>
                          <a:pt x="288" y="168"/>
                        </a:lnTo>
                        <a:lnTo>
                          <a:pt x="288" y="156"/>
                        </a:lnTo>
                        <a:lnTo>
                          <a:pt x="282" y="150"/>
                        </a:lnTo>
                        <a:lnTo>
                          <a:pt x="282" y="144"/>
                        </a:lnTo>
                        <a:lnTo>
                          <a:pt x="294" y="144"/>
                        </a:lnTo>
                        <a:lnTo>
                          <a:pt x="294" y="138"/>
                        </a:lnTo>
                        <a:lnTo>
                          <a:pt x="288" y="126"/>
                        </a:lnTo>
                        <a:lnTo>
                          <a:pt x="288" y="120"/>
                        </a:lnTo>
                        <a:lnTo>
                          <a:pt x="294" y="114"/>
                        </a:lnTo>
                        <a:lnTo>
                          <a:pt x="312" y="114"/>
                        </a:lnTo>
                        <a:lnTo>
                          <a:pt x="306" y="96"/>
                        </a:lnTo>
                        <a:lnTo>
                          <a:pt x="312" y="96"/>
                        </a:lnTo>
                        <a:lnTo>
                          <a:pt x="318" y="102"/>
                        </a:lnTo>
                        <a:lnTo>
                          <a:pt x="336" y="102"/>
                        </a:lnTo>
                        <a:lnTo>
                          <a:pt x="342" y="96"/>
                        </a:lnTo>
                        <a:lnTo>
                          <a:pt x="324" y="78"/>
                        </a:lnTo>
                        <a:lnTo>
                          <a:pt x="324" y="72"/>
                        </a:lnTo>
                        <a:lnTo>
                          <a:pt x="330" y="66"/>
                        </a:lnTo>
                        <a:lnTo>
                          <a:pt x="330" y="6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26" name="Liechtenstein" descr="© INSCALE GmbH, 05.05.2010&#10;http://www.presentationload.com/">
                    <a:extLst>
                      <a:ext uri="{FF2B5EF4-FFF2-40B4-BE49-F238E27FC236}">
                        <a16:creationId xmlns:a16="http://schemas.microsoft.com/office/drawing/2014/main" id="{531AD14B-DAA3-D8CC-800F-C60219EFEEA0}"/>
                      </a:ext>
                    </a:extLst>
                  </p:cNvPr>
                  <p:cNvSpPr>
                    <a:spLocks/>
                  </p:cNvSpPr>
                  <p:nvPr/>
                </p:nvSpPr>
                <p:spPr bwMode="gray">
                  <a:xfrm>
                    <a:off x="2825" y="1604"/>
                    <a:ext cx="4" cy="6"/>
                  </a:xfrm>
                  <a:custGeom>
                    <a:avLst/>
                    <a:gdLst>
                      <a:gd name="T0" fmla="*/ 2147483647 w 18"/>
                      <a:gd name="T1" fmla="*/ 0 h 24"/>
                      <a:gd name="T2" fmla="*/ 2147483647 w 18"/>
                      <a:gd name="T3" fmla="*/ 2147483647 h 24"/>
                      <a:gd name="T4" fmla="*/ 0 w 18"/>
                      <a:gd name="T5" fmla="*/ 2147483647 h 24"/>
                      <a:gd name="T6" fmla="*/ 0 w 18"/>
                      <a:gd name="T7" fmla="*/ 2147483647 h 24"/>
                      <a:gd name="T8" fmla="*/ 2147483647 w 18"/>
                      <a:gd name="T9" fmla="*/ 2147483647 h 24"/>
                      <a:gd name="T10" fmla="*/ 2147483647 w 18"/>
                      <a:gd name="T11" fmla="*/ 0 h 24"/>
                      <a:gd name="T12" fmla="*/ 2147483647 w 18"/>
                      <a:gd name="T13" fmla="*/ 0 h 24"/>
                      <a:gd name="T14" fmla="*/ 0 60000 65536"/>
                      <a:gd name="T15" fmla="*/ 0 60000 65536"/>
                      <a:gd name="T16" fmla="*/ 0 60000 65536"/>
                      <a:gd name="T17" fmla="*/ 0 60000 65536"/>
                      <a:gd name="T18" fmla="*/ 0 60000 65536"/>
                      <a:gd name="T19" fmla="*/ 0 60000 65536"/>
                      <a:gd name="T20" fmla="*/ 0 60000 65536"/>
                      <a:gd name="T21" fmla="*/ 0 w 18"/>
                      <a:gd name="T22" fmla="*/ 0 h 24"/>
                      <a:gd name="T23" fmla="*/ 18 w 18"/>
                      <a:gd name="T24" fmla="*/ 24 h 24"/>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18" h="24">
                        <a:moveTo>
                          <a:pt x="12" y="0"/>
                        </a:moveTo>
                        <a:lnTo>
                          <a:pt x="6" y="6"/>
                        </a:lnTo>
                        <a:lnTo>
                          <a:pt x="0" y="18"/>
                        </a:lnTo>
                        <a:lnTo>
                          <a:pt x="0" y="24"/>
                        </a:lnTo>
                        <a:lnTo>
                          <a:pt x="18" y="24"/>
                        </a:lnTo>
                        <a:lnTo>
                          <a:pt x="18" y="0"/>
                        </a:lnTo>
                        <a:lnTo>
                          <a:pt x="12" y="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27" name="Lebanon" descr="© INSCALE GmbH, 05.05.2010&#10;http://www.presentationload.com/">
                    <a:extLst>
                      <a:ext uri="{FF2B5EF4-FFF2-40B4-BE49-F238E27FC236}">
                        <a16:creationId xmlns:a16="http://schemas.microsoft.com/office/drawing/2014/main" id="{BCB15030-5B96-5F68-8322-ECE188862739}"/>
                      </a:ext>
                    </a:extLst>
                  </p:cNvPr>
                  <p:cNvSpPr>
                    <a:spLocks/>
                  </p:cNvSpPr>
                  <p:nvPr/>
                </p:nvSpPr>
                <p:spPr bwMode="gray">
                  <a:xfrm>
                    <a:off x="3261" y="1861"/>
                    <a:ext cx="28" cy="39"/>
                  </a:xfrm>
                  <a:custGeom>
                    <a:avLst/>
                    <a:gdLst>
                      <a:gd name="T0" fmla="*/ 2147483647 w 108"/>
                      <a:gd name="T1" fmla="*/ 2147483647 h 156"/>
                      <a:gd name="T2" fmla="*/ 2147483647 w 108"/>
                      <a:gd name="T3" fmla="*/ 2147483647 h 156"/>
                      <a:gd name="T4" fmla="*/ 2147483647 w 108"/>
                      <a:gd name="T5" fmla="*/ 2147483647 h 156"/>
                      <a:gd name="T6" fmla="*/ 2147483647 w 108"/>
                      <a:gd name="T7" fmla="*/ 2147483647 h 156"/>
                      <a:gd name="T8" fmla="*/ 2147483647 w 108"/>
                      <a:gd name="T9" fmla="*/ 2147483647 h 156"/>
                      <a:gd name="T10" fmla="*/ 2147483647 w 108"/>
                      <a:gd name="T11" fmla="*/ 2147483647 h 156"/>
                      <a:gd name="T12" fmla="*/ 2147483647 w 108"/>
                      <a:gd name="T13" fmla="*/ 2147483647 h 156"/>
                      <a:gd name="T14" fmla="*/ 2147483647 w 108"/>
                      <a:gd name="T15" fmla="*/ 2147483647 h 156"/>
                      <a:gd name="T16" fmla="*/ 2147483647 w 108"/>
                      <a:gd name="T17" fmla="*/ 2147483647 h 156"/>
                      <a:gd name="T18" fmla="*/ 2147483647 w 108"/>
                      <a:gd name="T19" fmla="*/ 2147483647 h 156"/>
                      <a:gd name="T20" fmla="*/ 2147483647 w 108"/>
                      <a:gd name="T21" fmla="*/ 0 h 156"/>
                      <a:gd name="T22" fmla="*/ 2147483647 w 108"/>
                      <a:gd name="T23" fmla="*/ 0 h 156"/>
                      <a:gd name="T24" fmla="*/ 2147483647 w 108"/>
                      <a:gd name="T25" fmla="*/ 0 h 156"/>
                      <a:gd name="T26" fmla="*/ 2147483647 w 108"/>
                      <a:gd name="T27" fmla="*/ 2147483647 h 156"/>
                      <a:gd name="T28" fmla="*/ 2147483647 w 108"/>
                      <a:gd name="T29" fmla="*/ 2147483647 h 156"/>
                      <a:gd name="T30" fmla="*/ 2147483647 w 108"/>
                      <a:gd name="T31" fmla="*/ 2147483647 h 156"/>
                      <a:gd name="T32" fmla="*/ 2147483647 w 108"/>
                      <a:gd name="T33" fmla="*/ 2147483647 h 156"/>
                      <a:gd name="T34" fmla="*/ 2147483647 w 108"/>
                      <a:gd name="T35" fmla="*/ 2147483647 h 156"/>
                      <a:gd name="T36" fmla="*/ 2147483647 w 108"/>
                      <a:gd name="T37" fmla="*/ 2147483647 h 156"/>
                      <a:gd name="T38" fmla="*/ 2147483647 w 108"/>
                      <a:gd name="T39" fmla="*/ 2147483647 h 156"/>
                      <a:gd name="T40" fmla="*/ 2147483647 w 108"/>
                      <a:gd name="T41" fmla="*/ 2147483647 h 156"/>
                      <a:gd name="T42" fmla="*/ 0 w 108"/>
                      <a:gd name="T43" fmla="*/ 2147483647 h 156"/>
                      <a:gd name="T44" fmla="*/ 0 w 108"/>
                      <a:gd name="T45" fmla="*/ 2147483647 h 156"/>
                      <a:gd name="T46" fmla="*/ 2147483647 w 108"/>
                      <a:gd name="T47" fmla="*/ 2147483647 h 156"/>
                      <a:gd name="T48" fmla="*/ 2147483647 w 108"/>
                      <a:gd name="T49" fmla="*/ 2147483647 h 156"/>
                      <a:gd name="T50" fmla="*/ 2147483647 w 108"/>
                      <a:gd name="T51" fmla="*/ 2147483647 h 156"/>
                      <a:gd name="T52" fmla="*/ 2147483647 w 108"/>
                      <a:gd name="T53" fmla="*/ 2147483647 h 156"/>
                      <a:gd name="T54" fmla="*/ 2147483647 w 108"/>
                      <a:gd name="T55" fmla="*/ 2147483647 h 156"/>
                      <a:gd name="T56" fmla="*/ 2147483647 w 108"/>
                      <a:gd name="T57" fmla="*/ 2147483647 h 156"/>
                      <a:gd name="T58" fmla="*/ 2147483647 w 108"/>
                      <a:gd name="T59" fmla="*/ 2147483647 h 156"/>
                      <a:gd name="T60" fmla="*/ 2147483647 w 108"/>
                      <a:gd name="T61" fmla="*/ 2147483647 h 15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08"/>
                      <a:gd name="T94" fmla="*/ 0 h 156"/>
                      <a:gd name="T95" fmla="*/ 108 w 108"/>
                      <a:gd name="T96" fmla="*/ 156 h 156"/>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08" h="156">
                        <a:moveTo>
                          <a:pt x="72" y="96"/>
                        </a:moveTo>
                        <a:lnTo>
                          <a:pt x="72" y="72"/>
                        </a:lnTo>
                        <a:lnTo>
                          <a:pt x="78" y="66"/>
                        </a:lnTo>
                        <a:lnTo>
                          <a:pt x="84" y="66"/>
                        </a:lnTo>
                        <a:lnTo>
                          <a:pt x="96" y="60"/>
                        </a:lnTo>
                        <a:lnTo>
                          <a:pt x="102" y="60"/>
                        </a:lnTo>
                        <a:lnTo>
                          <a:pt x="108" y="48"/>
                        </a:lnTo>
                        <a:lnTo>
                          <a:pt x="108" y="30"/>
                        </a:lnTo>
                        <a:lnTo>
                          <a:pt x="102" y="18"/>
                        </a:lnTo>
                        <a:lnTo>
                          <a:pt x="96" y="12"/>
                        </a:lnTo>
                        <a:lnTo>
                          <a:pt x="102" y="0"/>
                        </a:lnTo>
                        <a:lnTo>
                          <a:pt x="54" y="0"/>
                        </a:lnTo>
                        <a:lnTo>
                          <a:pt x="60" y="0"/>
                        </a:lnTo>
                        <a:lnTo>
                          <a:pt x="60" y="6"/>
                        </a:lnTo>
                        <a:lnTo>
                          <a:pt x="54" y="6"/>
                        </a:lnTo>
                        <a:lnTo>
                          <a:pt x="48" y="18"/>
                        </a:lnTo>
                        <a:lnTo>
                          <a:pt x="36" y="24"/>
                        </a:lnTo>
                        <a:lnTo>
                          <a:pt x="30" y="30"/>
                        </a:lnTo>
                        <a:lnTo>
                          <a:pt x="18" y="66"/>
                        </a:lnTo>
                        <a:lnTo>
                          <a:pt x="12" y="78"/>
                        </a:lnTo>
                        <a:lnTo>
                          <a:pt x="12" y="90"/>
                        </a:lnTo>
                        <a:lnTo>
                          <a:pt x="0" y="114"/>
                        </a:lnTo>
                        <a:lnTo>
                          <a:pt x="0" y="156"/>
                        </a:lnTo>
                        <a:lnTo>
                          <a:pt x="12" y="150"/>
                        </a:lnTo>
                        <a:lnTo>
                          <a:pt x="24" y="126"/>
                        </a:lnTo>
                        <a:lnTo>
                          <a:pt x="30" y="132"/>
                        </a:lnTo>
                        <a:lnTo>
                          <a:pt x="36" y="132"/>
                        </a:lnTo>
                        <a:lnTo>
                          <a:pt x="42" y="126"/>
                        </a:lnTo>
                        <a:lnTo>
                          <a:pt x="48" y="114"/>
                        </a:lnTo>
                        <a:lnTo>
                          <a:pt x="48" y="102"/>
                        </a:lnTo>
                        <a:lnTo>
                          <a:pt x="72" y="96"/>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28" name="Latvia" descr="© INSCALE GmbH, 05.05.2010&#10;http://www.presentationload.com/">
                    <a:extLst>
                      <a:ext uri="{FF2B5EF4-FFF2-40B4-BE49-F238E27FC236}">
                        <a16:creationId xmlns:a16="http://schemas.microsoft.com/office/drawing/2014/main" id="{C72F8E14-21AA-1291-C761-A83A17435E9C}"/>
                      </a:ext>
                    </a:extLst>
                  </p:cNvPr>
                  <p:cNvSpPr>
                    <a:spLocks/>
                  </p:cNvSpPr>
                  <p:nvPr/>
                </p:nvSpPr>
                <p:spPr bwMode="gray">
                  <a:xfrm>
                    <a:off x="2999" y="1394"/>
                    <a:ext cx="108" cy="45"/>
                  </a:xfrm>
                  <a:custGeom>
                    <a:avLst/>
                    <a:gdLst>
                      <a:gd name="T0" fmla="*/ 2147483647 w 426"/>
                      <a:gd name="T1" fmla="*/ 2147483647 h 180"/>
                      <a:gd name="T2" fmla="*/ 2147483647 w 426"/>
                      <a:gd name="T3" fmla="*/ 2147483647 h 180"/>
                      <a:gd name="T4" fmla="*/ 2147483647 w 426"/>
                      <a:gd name="T5" fmla="*/ 2147483647 h 180"/>
                      <a:gd name="T6" fmla="*/ 2147483647 w 426"/>
                      <a:gd name="T7" fmla="*/ 2147483647 h 180"/>
                      <a:gd name="T8" fmla="*/ 2147483647 w 426"/>
                      <a:gd name="T9" fmla="*/ 2147483647 h 180"/>
                      <a:gd name="T10" fmla="*/ 2147483647 w 426"/>
                      <a:gd name="T11" fmla="*/ 2147483647 h 180"/>
                      <a:gd name="T12" fmla="*/ 2147483647 w 426"/>
                      <a:gd name="T13" fmla="*/ 2147483647 h 180"/>
                      <a:gd name="T14" fmla="*/ 2147483647 w 426"/>
                      <a:gd name="T15" fmla="*/ 2147483647 h 180"/>
                      <a:gd name="T16" fmla="*/ 2147483647 w 426"/>
                      <a:gd name="T17" fmla="*/ 2147483647 h 180"/>
                      <a:gd name="T18" fmla="*/ 2147483647 w 426"/>
                      <a:gd name="T19" fmla="*/ 2147483647 h 180"/>
                      <a:gd name="T20" fmla="*/ 2147483647 w 426"/>
                      <a:gd name="T21" fmla="*/ 2147483647 h 180"/>
                      <a:gd name="T22" fmla="*/ 2147483647 w 426"/>
                      <a:gd name="T23" fmla="*/ 2147483647 h 180"/>
                      <a:gd name="T24" fmla="*/ 2147483647 w 426"/>
                      <a:gd name="T25" fmla="*/ 2147483647 h 180"/>
                      <a:gd name="T26" fmla="*/ 2147483647 w 426"/>
                      <a:gd name="T27" fmla="*/ 2147483647 h 180"/>
                      <a:gd name="T28" fmla="*/ 2147483647 w 426"/>
                      <a:gd name="T29" fmla="*/ 2147483647 h 180"/>
                      <a:gd name="T30" fmla="*/ 2147483647 w 426"/>
                      <a:gd name="T31" fmla="*/ 2147483647 h 180"/>
                      <a:gd name="T32" fmla="*/ 2147483647 w 426"/>
                      <a:gd name="T33" fmla="*/ 2147483647 h 180"/>
                      <a:gd name="T34" fmla="*/ 2147483647 w 426"/>
                      <a:gd name="T35" fmla="*/ 2147483647 h 180"/>
                      <a:gd name="T36" fmla="*/ 2147483647 w 426"/>
                      <a:gd name="T37" fmla="*/ 2147483647 h 180"/>
                      <a:gd name="T38" fmla="*/ 2147483647 w 426"/>
                      <a:gd name="T39" fmla="*/ 2147483647 h 180"/>
                      <a:gd name="T40" fmla="*/ 2147483647 w 426"/>
                      <a:gd name="T41" fmla="*/ 2147483647 h 180"/>
                      <a:gd name="T42" fmla="*/ 2147483647 w 426"/>
                      <a:gd name="T43" fmla="*/ 2147483647 h 180"/>
                      <a:gd name="T44" fmla="*/ 2147483647 w 426"/>
                      <a:gd name="T45" fmla="*/ 2147483647 h 180"/>
                      <a:gd name="T46" fmla="*/ 2147483647 w 426"/>
                      <a:gd name="T47" fmla="*/ 2147483647 h 180"/>
                      <a:gd name="T48" fmla="*/ 2147483647 w 426"/>
                      <a:gd name="T49" fmla="*/ 2147483647 h 180"/>
                      <a:gd name="T50" fmla="*/ 2147483647 w 426"/>
                      <a:gd name="T51" fmla="*/ 2147483647 h 180"/>
                      <a:gd name="T52" fmla="*/ 2147483647 w 426"/>
                      <a:gd name="T53" fmla="*/ 2147483647 h 180"/>
                      <a:gd name="T54" fmla="*/ 2147483647 w 426"/>
                      <a:gd name="T55" fmla="*/ 2147483647 h 180"/>
                      <a:gd name="T56" fmla="*/ 2147483647 w 426"/>
                      <a:gd name="T57" fmla="*/ 2147483647 h 180"/>
                      <a:gd name="T58" fmla="*/ 2147483647 w 426"/>
                      <a:gd name="T59" fmla="*/ 2147483647 h 180"/>
                      <a:gd name="T60" fmla="*/ 2147483647 w 426"/>
                      <a:gd name="T61" fmla="*/ 0 h 180"/>
                      <a:gd name="T62" fmla="*/ 2147483647 w 426"/>
                      <a:gd name="T63" fmla="*/ 2147483647 h 180"/>
                      <a:gd name="T64" fmla="*/ 2147483647 w 426"/>
                      <a:gd name="T65" fmla="*/ 2147483647 h 180"/>
                      <a:gd name="T66" fmla="*/ 2147483647 w 426"/>
                      <a:gd name="T67" fmla="*/ 2147483647 h 180"/>
                      <a:gd name="T68" fmla="*/ 2147483647 w 426"/>
                      <a:gd name="T69" fmla="*/ 2147483647 h 180"/>
                      <a:gd name="T70" fmla="*/ 2147483647 w 426"/>
                      <a:gd name="T71" fmla="*/ 2147483647 h 180"/>
                      <a:gd name="T72" fmla="*/ 2147483647 w 426"/>
                      <a:gd name="T73" fmla="*/ 2147483647 h 180"/>
                      <a:gd name="T74" fmla="*/ 2147483647 w 426"/>
                      <a:gd name="T75" fmla="*/ 2147483647 h 180"/>
                      <a:gd name="T76" fmla="*/ 2147483647 w 426"/>
                      <a:gd name="T77" fmla="*/ 2147483647 h 180"/>
                      <a:gd name="T78" fmla="*/ 2147483647 w 426"/>
                      <a:gd name="T79" fmla="*/ 2147483647 h 180"/>
                      <a:gd name="T80" fmla="*/ 2147483647 w 426"/>
                      <a:gd name="T81" fmla="*/ 2147483647 h 180"/>
                      <a:gd name="T82" fmla="*/ 2147483647 w 426"/>
                      <a:gd name="T83" fmla="*/ 2147483647 h 180"/>
                      <a:gd name="T84" fmla="*/ 0 w 426"/>
                      <a:gd name="T85" fmla="*/ 2147483647 h 180"/>
                      <a:gd name="T86" fmla="*/ 2147483647 w 426"/>
                      <a:gd name="T87" fmla="*/ 2147483647 h 18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426"/>
                      <a:gd name="T133" fmla="*/ 0 h 180"/>
                      <a:gd name="T134" fmla="*/ 426 w 426"/>
                      <a:gd name="T135" fmla="*/ 180 h 18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426" h="180">
                        <a:moveTo>
                          <a:pt x="6" y="144"/>
                        </a:moveTo>
                        <a:lnTo>
                          <a:pt x="6" y="138"/>
                        </a:lnTo>
                        <a:lnTo>
                          <a:pt x="12" y="138"/>
                        </a:lnTo>
                        <a:lnTo>
                          <a:pt x="24" y="132"/>
                        </a:lnTo>
                        <a:lnTo>
                          <a:pt x="66" y="132"/>
                        </a:lnTo>
                        <a:lnTo>
                          <a:pt x="78" y="120"/>
                        </a:lnTo>
                        <a:lnTo>
                          <a:pt x="96" y="120"/>
                        </a:lnTo>
                        <a:lnTo>
                          <a:pt x="102" y="126"/>
                        </a:lnTo>
                        <a:lnTo>
                          <a:pt x="108" y="126"/>
                        </a:lnTo>
                        <a:lnTo>
                          <a:pt x="114" y="132"/>
                        </a:lnTo>
                        <a:lnTo>
                          <a:pt x="120" y="132"/>
                        </a:lnTo>
                        <a:lnTo>
                          <a:pt x="126" y="126"/>
                        </a:lnTo>
                        <a:lnTo>
                          <a:pt x="132" y="126"/>
                        </a:lnTo>
                        <a:lnTo>
                          <a:pt x="144" y="132"/>
                        </a:lnTo>
                        <a:lnTo>
                          <a:pt x="150" y="132"/>
                        </a:lnTo>
                        <a:lnTo>
                          <a:pt x="156" y="138"/>
                        </a:lnTo>
                        <a:lnTo>
                          <a:pt x="162" y="138"/>
                        </a:lnTo>
                        <a:lnTo>
                          <a:pt x="168" y="132"/>
                        </a:lnTo>
                        <a:lnTo>
                          <a:pt x="180" y="132"/>
                        </a:lnTo>
                        <a:lnTo>
                          <a:pt x="186" y="138"/>
                        </a:lnTo>
                        <a:lnTo>
                          <a:pt x="204" y="138"/>
                        </a:lnTo>
                        <a:lnTo>
                          <a:pt x="216" y="126"/>
                        </a:lnTo>
                        <a:lnTo>
                          <a:pt x="228" y="126"/>
                        </a:lnTo>
                        <a:lnTo>
                          <a:pt x="234" y="132"/>
                        </a:lnTo>
                        <a:lnTo>
                          <a:pt x="240" y="144"/>
                        </a:lnTo>
                        <a:lnTo>
                          <a:pt x="270" y="144"/>
                        </a:lnTo>
                        <a:lnTo>
                          <a:pt x="282" y="150"/>
                        </a:lnTo>
                        <a:lnTo>
                          <a:pt x="288" y="150"/>
                        </a:lnTo>
                        <a:lnTo>
                          <a:pt x="300" y="162"/>
                        </a:lnTo>
                        <a:lnTo>
                          <a:pt x="318" y="174"/>
                        </a:lnTo>
                        <a:lnTo>
                          <a:pt x="336" y="180"/>
                        </a:lnTo>
                        <a:lnTo>
                          <a:pt x="360" y="168"/>
                        </a:lnTo>
                        <a:lnTo>
                          <a:pt x="378" y="168"/>
                        </a:lnTo>
                        <a:lnTo>
                          <a:pt x="384" y="174"/>
                        </a:lnTo>
                        <a:lnTo>
                          <a:pt x="390" y="168"/>
                        </a:lnTo>
                        <a:lnTo>
                          <a:pt x="396" y="168"/>
                        </a:lnTo>
                        <a:lnTo>
                          <a:pt x="402" y="162"/>
                        </a:lnTo>
                        <a:lnTo>
                          <a:pt x="408" y="150"/>
                        </a:lnTo>
                        <a:lnTo>
                          <a:pt x="414" y="144"/>
                        </a:lnTo>
                        <a:lnTo>
                          <a:pt x="420" y="150"/>
                        </a:lnTo>
                        <a:lnTo>
                          <a:pt x="426" y="150"/>
                        </a:lnTo>
                        <a:lnTo>
                          <a:pt x="426" y="126"/>
                        </a:lnTo>
                        <a:lnTo>
                          <a:pt x="414" y="114"/>
                        </a:lnTo>
                        <a:lnTo>
                          <a:pt x="408" y="102"/>
                        </a:lnTo>
                        <a:lnTo>
                          <a:pt x="402" y="96"/>
                        </a:lnTo>
                        <a:lnTo>
                          <a:pt x="378" y="90"/>
                        </a:lnTo>
                        <a:lnTo>
                          <a:pt x="384" y="72"/>
                        </a:lnTo>
                        <a:lnTo>
                          <a:pt x="402" y="72"/>
                        </a:lnTo>
                        <a:lnTo>
                          <a:pt x="402" y="66"/>
                        </a:lnTo>
                        <a:lnTo>
                          <a:pt x="396" y="60"/>
                        </a:lnTo>
                        <a:lnTo>
                          <a:pt x="384" y="54"/>
                        </a:lnTo>
                        <a:lnTo>
                          <a:pt x="372" y="42"/>
                        </a:lnTo>
                        <a:lnTo>
                          <a:pt x="354" y="42"/>
                        </a:lnTo>
                        <a:lnTo>
                          <a:pt x="348" y="36"/>
                        </a:lnTo>
                        <a:lnTo>
                          <a:pt x="330" y="36"/>
                        </a:lnTo>
                        <a:lnTo>
                          <a:pt x="324" y="42"/>
                        </a:lnTo>
                        <a:lnTo>
                          <a:pt x="306" y="42"/>
                        </a:lnTo>
                        <a:lnTo>
                          <a:pt x="288" y="24"/>
                        </a:lnTo>
                        <a:lnTo>
                          <a:pt x="276" y="18"/>
                        </a:lnTo>
                        <a:lnTo>
                          <a:pt x="270" y="12"/>
                        </a:lnTo>
                        <a:lnTo>
                          <a:pt x="246" y="0"/>
                        </a:lnTo>
                        <a:lnTo>
                          <a:pt x="216" y="0"/>
                        </a:lnTo>
                        <a:lnTo>
                          <a:pt x="186" y="12"/>
                        </a:lnTo>
                        <a:lnTo>
                          <a:pt x="174" y="12"/>
                        </a:lnTo>
                        <a:lnTo>
                          <a:pt x="180" y="24"/>
                        </a:lnTo>
                        <a:lnTo>
                          <a:pt x="180" y="30"/>
                        </a:lnTo>
                        <a:lnTo>
                          <a:pt x="186" y="42"/>
                        </a:lnTo>
                        <a:lnTo>
                          <a:pt x="186" y="60"/>
                        </a:lnTo>
                        <a:lnTo>
                          <a:pt x="192" y="66"/>
                        </a:lnTo>
                        <a:lnTo>
                          <a:pt x="186" y="78"/>
                        </a:lnTo>
                        <a:lnTo>
                          <a:pt x="156" y="78"/>
                        </a:lnTo>
                        <a:lnTo>
                          <a:pt x="138" y="72"/>
                        </a:lnTo>
                        <a:lnTo>
                          <a:pt x="126" y="72"/>
                        </a:lnTo>
                        <a:lnTo>
                          <a:pt x="114" y="54"/>
                        </a:lnTo>
                        <a:lnTo>
                          <a:pt x="84" y="24"/>
                        </a:lnTo>
                        <a:lnTo>
                          <a:pt x="72" y="24"/>
                        </a:lnTo>
                        <a:lnTo>
                          <a:pt x="60" y="30"/>
                        </a:lnTo>
                        <a:lnTo>
                          <a:pt x="48" y="30"/>
                        </a:lnTo>
                        <a:lnTo>
                          <a:pt x="36" y="36"/>
                        </a:lnTo>
                        <a:lnTo>
                          <a:pt x="30" y="42"/>
                        </a:lnTo>
                        <a:lnTo>
                          <a:pt x="24" y="54"/>
                        </a:lnTo>
                        <a:lnTo>
                          <a:pt x="24" y="66"/>
                        </a:lnTo>
                        <a:lnTo>
                          <a:pt x="18" y="78"/>
                        </a:lnTo>
                        <a:lnTo>
                          <a:pt x="6" y="84"/>
                        </a:lnTo>
                        <a:lnTo>
                          <a:pt x="0" y="96"/>
                        </a:lnTo>
                        <a:lnTo>
                          <a:pt x="0" y="120"/>
                        </a:lnTo>
                        <a:lnTo>
                          <a:pt x="6" y="132"/>
                        </a:lnTo>
                        <a:lnTo>
                          <a:pt x="6" y="150"/>
                        </a:lnTo>
                        <a:lnTo>
                          <a:pt x="6" y="14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29" name="Kyrgyzstan" descr="© INSCALE GmbH, 05.05.2010&#10;http://www.presentationload.com/">
                    <a:extLst>
                      <a:ext uri="{FF2B5EF4-FFF2-40B4-BE49-F238E27FC236}">
                        <a16:creationId xmlns:a16="http://schemas.microsoft.com/office/drawing/2014/main" id="{F6C699DD-E32D-8D21-6B00-2EF6C4C459F8}"/>
                      </a:ext>
                    </a:extLst>
                  </p:cNvPr>
                  <p:cNvSpPr>
                    <a:spLocks/>
                  </p:cNvSpPr>
                  <p:nvPr/>
                </p:nvSpPr>
                <p:spPr bwMode="gray">
                  <a:xfrm>
                    <a:off x="3822" y="1687"/>
                    <a:ext cx="170" cy="79"/>
                  </a:xfrm>
                  <a:custGeom>
                    <a:avLst/>
                    <a:gdLst>
                      <a:gd name="T0" fmla="*/ 2147483647 w 672"/>
                      <a:gd name="T1" fmla="*/ 2147483647 h 312"/>
                      <a:gd name="T2" fmla="*/ 2147483647 w 672"/>
                      <a:gd name="T3" fmla="*/ 2147483647 h 312"/>
                      <a:gd name="T4" fmla="*/ 2147483647 w 672"/>
                      <a:gd name="T5" fmla="*/ 2147483647 h 312"/>
                      <a:gd name="T6" fmla="*/ 2147483647 w 672"/>
                      <a:gd name="T7" fmla="*/ 2147483647 h 312"/>
                      <a:gd name="T8" fmla="*/ 2147483647 w 672"/>
                      <a:gd name="T9" fmla="*/ 2147483647 h 312"/>
                      <a:gd name="T10" fmla="*/ 2147483647 w 672"/>
                      <a:gd name="T11" fmla="*/ 2147483647 h 312"/>
                      <a:gd name="T12" fmla="*/ 2147483647 w 672"/>
                      <a:gd name="T13" fmla="*/ 2147483647 h 312"/>
                      <a:gd name="T14" fmla="*/ 2147483647 w 672"/>
                      <a:gd name="T15" fmla="*/ 2147483647 h 312"/>
                      <a:gd name="T16" fmla="*/ 2147483647 w 672"/>
                      <a:gd name="T17" fmla="*/ 2147483647 h 312"/>
                      <a:gd name="T18" fmla="*/ 2147483647 w 672"/>
                      <a:gd name="T19" fmla="*/ 2147483647 h 312"/>
                      <a:gd name="T20" fmla="*/ 2147483647 w 672"/>
                      <a:gd name="T21" fmla="*/ 2147483647 h 312"/>
                      <a:gd name="T22" fmla="*/ 2147483647 w 672"/>
                      <a:gd name="T23" fmla="*/ 2147483647 h 312"/>
                      <a:gd name="T24" fmla="*/ 0 w 672"/>
                      <a:gd name="T25" fmla="*/ 2147483647 h 312"/>
                      <a:gd name="T26" fmla="*/ 2147483647 w 672"/>
                      <a:gd name="T27" fmla="*/ 2147483647 h 312"/>
                      <a:gd name="T28" fmla="*/ 2147483647 w 672"/>
                      <a:gd name="T29" fmla="*/ 2147483647 h 312"/>
                      <a:gd name="T30" fmla="*/ 2147483647 w 672"/>
                      <a:gd name="T31" fmla="*/ 2147483647 h 312"/>
                      <a:gd name="T32" fmla="*/ 2147483647 w 672"/>
                      <a:gd name="T33" fmla="*/ 2147483647 h 312"/>
                      <a:gd name="T34" fmla="*/ 2147483647 w 672"/>
                      <a:gd name="T35" fmla="*/ 2147483647 h 312"/>
                      <a:gd name="T36" fmla="*/ 2147483647 w 672"/>
                      <a:gd name="T37" fmla="*/ 2147483647 h 312"/>
                      <a:gd name="T38" fmla="*/ 2147483647 w 672"/>
                      <a:gd name="T39" fmla="*/ 2147483647 h 312"/>
                      <a:gd name="T40" fmla="*/ 2147483647 w 672"/>
                      <a:gd name="T41" fmla="*/ 2147483647 h 312"/>
                      <a:gd name="T42" fmla="*/ 2147483647 w 672"/>
                      <a:gd name="T43" fmla="*/ 2147483647 h 312"/>
                      <a:gd name="T44" fmla="*/ 2147483647 w 672"/>
                      <a:gd name="T45" fmla="*/ 2147483647 h 312"/>
                      <a:gd name="T46" fmla="*/ 2147483647 w 672"/>
                      <a:gd name="T47" fmla="*/ 2147483647 h 312"/>
                      <a:gd name="T48" fmla="*/ 2147483647 w 672"/>
                      <a:gd name="T49" fmla="*/ 2147483647 h 312"/>
                      <a:gd name="T50" fmla="*/ 2147483647 w 672"/>
                      <a:gd name="T51" fmla="*/ 2147483647 h 312"/>
                      <a:gd name="T52" fmla="*/ 2147483647 w 672"/>
                      <a:gd name="T53" fmla="*/ 2147483647 h 312"/>
                      <a:gd name="T54" fmla="*/ 2147483647 w 672"/>
                      <a:gd name="T55" fmla="*/ 2147483647 h 312"/>
                      <a:gd name="T56" fmla="*/ 2147483647 w 672"/>
                      <a:gd name="T57" fmla="*/ 2147483647 h 312"/>
                      <a:gd name="T58" fmla="*/ 2147483647 w 672"/>
                      <a:gd name="T59" fmla="*/ 2147483647 h 312"/>
                      <a:gd name="T60" fmla="*/ 2147483647 w 672"/>
                      <a:gd name="T61" fmla="*/ 2147483647 h 312"/>
                      <a:gd name="T62" fmla="*/ 2147483647 w 672"/>
                      <a:gd name="T63" fmla="*/ 2147483647 h 312"/>
                      <a:gd name="T64" fmla="*/ 2147483647 w 672"/>
                      <a:gd name="T65" fmla="*/ 2147483647 h 312"/>
                      <a:gd name="T66" fmla="*/ 2147483647 w 672"/>
                      <a:gd name="T67" fmla="*/ 2147483647 h 312"/>
                      <a:gd name="T68" fmla="*/ 2147483647 w 672"/>
                      <a:gd name="T69" fmla="*/ 2147483647 h 312"/>
                      <a:gd name="T70" fmla="*/ 2147483647 w 672"/>
                      <a:gd name="T71" fmla="*/ 2147483647 h 312"/>
                      <a:gd name="T72" fmla="*/ 2147483647 w 672"/>
                      <a:gd name="T73" fmla="*/ 2147483647 h 312"/>
                      <a:gd name="T74" fmla="*/ 2147483647 w 672"/>
                      <a:gd name="T75" fmla="*/ 2147483647 h 312"/>
                      <a:gd name="T76" fmla="*/ 2147483647 w 672"/>
                      <a:gd name="T77" fmla="*/ 0 h 312"/>
                      <a:gd name="T78" fmla="*/ 2147483647 w 672"/>
                      <a:gd name="T79" fmla="*/ 2147483647 h 312"/>
                      <a:gd name="T80" fmla="*/ 2147483647 w 672"/>
                      <a:gd name="T81" fmla="*/ 2147483647 h 312"/>
                      <a:gd name="T82" fmla="*/ 2147483647 w 672"/>
                      <a:gd name="T83" fmla="*/ 2147483647 h 312"/>
                      <a:gd name="T84" fmla="*/ 2147483647 w 672"/>
                      <a:gd name="T85" fmla="*/ 2147483647 h 312"/>
                      <a:gd name="T86" fmla="*/ 2147483647 w 672"/>
                      <a:gd name="T87" fmla="*/ 2147483647 h 312"/>
                      <a:gd name="T88" fmla="*/ 2147483647 w 672"/>
                      <a:gd name="T89" fmla="*/ 2147483647 h 312"/>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672"/>
                      <a:gd name="T136" fmla="*/ 0 h 312"/>
                      <a:gd name="T137" fmla="*/ 672 w 672"/>
                      <a:gd name="T138" fmla="*/ 312 h 312"/>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672" h="312">
                        <a:moveTo>
                          <a:pt x="36" y="132"/>
                        </a:moveTo>
                        <a:lnTo>
                          <a:pt x="66" y="144"/>
                        </a:lnTo>
                        <a:lnTo>
                          <a:pt x="78" y="156"/>
                        </a:lnTo>
                        <a:lnTo>
                          <a:pt x="114" y="156"/>
                        </a:lnTo>
                        <a:lnTo>
                          <a:pt x="114" y="144"/>
                        </a:lnTo>
                        <a:lnTo>
                          <a:pt x="126" y="144"/>
                        </a:lnTo>
                        <a:lnTo>
                          <a:pt x="126" y="132"/>
                        </a:lnTo>
                        <a:lnTo>
                          <a:pt x="144" y="156"/>
                        </a:lnTo>
                        <a:lnTo>
                          <a:pt x="162" y="156"/>
                        </a:lnTo>
                        <a:lnTo>
                          <a:pt x="168" y="174"/>
                        </a:lnTo>
                        <a:lnTo>
                          <a:pt x="192" y="174"/>
                        </a:lnTo>
                        <a:lnTo>
                          <a:pt x="198" y="186"/>
                        </a:lnTo>
                        <a:lnTo>
                          <a:pt x="204" y="186"/>
                        </a:lnTo>
                        <a:lnTo>
                          <a:pt x="216" y="180"/>
                        </a:lnTo>
                        <a:lnTo>
                          <a:pt x="228" y="180"/>
                        </a:lnTo>
                        <a:lnTo>
                          <a:pt x="228" y="192"/>
                        </a:lnTo>
                        <a:lnTo>
                          <a:pt x="216" y="204"/>
                        </a:lnTo>
                        <a:lnTo>
                          <a:pt x="204" y="210"/>
                        </a:lnTo>
                        <a:lnTo>
                          <a:pt x="192" y="210"/>
                        </a:lnTo>
                        <a:lnTo>
                          <a:pt x="192" y="216"/>
                        </a:lnTo>
                        <a:lnTo>
                          <a:pt x="174" y="222"/>
                        </a:lnTo>
                        <a:lnTo>
                          <a:pt x="156" y="240"/>
                        </a:lnTo>
                        <a:lnTo>
                          <a:pt x="150" y="240"/>
                        </a:lnTo>
                        <a:lnTo>
                          <a:pt x="144" y="234"/>
                        </a:lnTo>
                        <a:lnTo>
                          <a:pt x="138" y="234"/>
                        </a:lnTo>
                        <a:lnTo>
                          <a:pt x="132" y="228"/>
                        </a:lnTo>
                        <a:lnTo>
                          <a:pt x="114" y="228"/>
                        </a:lnTo>
                        <a:lnTo>
                          <a:pt x="102" y="234"/>
                        </a:lnTo>
                        <a:lnTo>
                          <a:pt x="96" y="234"/>
                        </a:lnTo>
                        <a:lnTo>
                          <a:pt x="96" y="246"/>
                        </a:lnTo>
                        <a:lnTo>
                          <a:pt x="90" y="252"/>
                        </a:lnTo>
                        <a:lnTo>
                          <a:pt x="84" y="252"/>
                        </a:lnTo>
                        <a:lnTo>
                          <a:pt x="72" y="246"/>
                        </a:lnTo>
                        <a:lnTo>
                          <a:pt x="36" y="234"/>
                        </a:lnTo>
                        <a:lnTo>
                          <a:pt x="24" y="234"/>
                        </a:lnTo>
                        <a:lnTo>
                          <a:pt x="18" y="240"/>
                        </a:lnTo>
                        <a:lnTo>
                          <a:pt x="18" y="252"/>
                        </a:lnTo>
                        <a:lnTo>
                          <a:pt x="12" y="258"/>
                        </a:lnTo>
                        <a:lnTo>
                          <a:pt x="0" y="264"/>
                        </a:lnTo>
                        <a:lnTo>
                          <a:pt x="0" y="276"/>
                        </a:lnTo>
                        <a:lnTo>
                          <a:pt x="6" y="282"/>
                        </a:lnTo>
                        <a:lnTo>
                          <a:pt x="6" y="288"/>
                        </a:lnTo>
                        <a:lnTo>
                          <a:pt x="12" y="294"/>
                        </a:lnTo>
                        <a:lnTo>
                          <a:pt x="24" y="288"/>
                        </a:lnTo>
                        <a:lnTo>
                          <a:pt x="36" y="288"/>
                        </a:lnTo>
                        <a:lnTo>
                          <a:pt x="42" y="282"/>
                        </a:lnTo>
                        <a:lnTo>
                          <a:pt x="60" y="282"/>
                        </a:lnTo>
                        <a:lnTo>
                          <a:pt x="72" y="288"/>
                        </a:lnTo>
                        <a:lnTo>
                          <a:pt x="96" y="288"/>
                        </a:lnTo>
                        <a:lnTo>
                          <a:pt x="108" y="300"/>
                        </a:lnTo>
                        <a:lnTo>
                          <a:pt x="126" y="300"/>
                        </a:lnTo>
                        <a:lnTo>
                          <a:pt x="132" y="294"/>
                        </a:lnTo>
                        <a:lnTo>
                          <a:pt x="144" y="288"/>
                        </a:lnTo>
                        <a:lnTo>
                          <a:pt x="150" y="282"/>
                        </a:lnTo>
                        <a:lnTo>
                          <a:pt x="180" y="312"/>
                        </a:lnTo>
                        <a:lnTo>
                          <a:pt x="192" y="306"/>
                        </a:lnTo>
                        <a:lnTo>
                          <a:pt x="198" y="306"/>
                        </a:lnTo>
                        <a:lnTo>
                          <a:pt x="198" y="312"/>
                        </a:lnTo>
                        <a:lnTo>
                          <a:pt x="210" y="312"/>
                        </a:lnTo>
                        <a:lnTo>
                          <a:pt x="222" y="306"/>
                        </a:lnTo>
                        <a:lnTo>
                          <a:pt x="228" y="300"/>
                        </a:lnTo>
                        <a:lnTo>
                          <a:pt x="270" y="300"/>
                        </a:lnTo>
                        <a:lnTo>
                          <a:pt x="282" y="288"/>
                        </a:lnTo>
                        <a:lnTo>
                          <a:pt x="300" y="294"/>
                        </a:lnTo>
                        <a:lnTo>
                          <a:pt x="318" y="294"/>
                        </a:lnTo>
                        <a:lnTo>
                          <a:pt x="318" y="282"/>
                        </a:lnTo>
                        <a:lnTo>
                          <a:pt x="312" y="270"/>
                        </a:lnTo>
                        <a:lnTo>
                          <a:pt x="300" y="264"/>
                        </a:lnTo>
                        <a:lnTo>
                          <a:pt x="300" y="258"/>
                        </a:lnTo>
                        <a:lnTo>
                          <a:pt x="306" y="252"/>
                        </a:lnTo>
                        <a:lnTo>
                          <a:pt x="318" y="246"/>
                        </a:lnTo>
                        <a:lnTo>
                          <a:pt x="330" y="246"/>
                        </a:lnTo>
                        <a:lnTo>
                          <a:pt x="336" y="240"/>
                        </a:lnTo>
                        <a:lnTo>
                          <a:pt x="348" y="234"/>
                        </a:lnTo>
                        <a:lnTo>
                          <a:pt x="348" y="216"/>
                        </a:lnTo>
                        <a:lnTo>
                          <a:pt x="372" y="216"/>
                        </a:lnTo>
                        <a:lnTo>
                          <a:pt x="384" y="204"/>
                        </a:lnTo>
                        <a:lnTo>
                          <a:pt x="396" y="204"/>
                        </a:lnTo>
                        <a:lnTo>
                          <a:pt x="402" y="210"/>
                        </a:lnTo>
                        <a:lnTo>
                          <a:pt x="408" y="222"/>
                        </a:lnTo>
                        <a:lnTo>
                          <a:pt x="414" y="228"/>
                        </a:lnTo>
                        <a:lnTo>
                          <a:pt x="426" y="222"/>
                        </a:lnTo>
                        <a:lnTo>
                          <a:pt x="456" y="228"/>
                        </a:lnTo>
                        <a:lnTo>
                          <a:pt x="462" y="222"/>
                        </a:lnTo>
                        <a:lnTo>
                          <a:pt x="462" y="198"/>
                        </a:lnTo>
                        <a:lnTo>
                          <a:pt x="468" y="186"/>
                        </a:lnTo>
                        <a:lnTo>
                          <a:pt x="486" y="168"/>
                        </a:lnTo>
                        <a:lnTo>
                          <a:pt x="516" y="168"/>
                        </a:lnTo>
                        <a:lnTo>
                          <a:pt x="534" y="174"/>
                        </a:lnTo>
                        <a:lnTo>
                          <a:pt x="552" y="174"/>
                        </a:lnTo>
                        <a:lnTo>
                          <a:pt x="558" y="168"/>
                        </a:lnTo>
                        <a:lnTo>
                          <a:pt x="564" y="156"/>
                        </a:lnTo>
                        <a:lnTo>
                          <a:pt x="564" y="138"/>
                        </a:lnTo>
                        <a:lnTo>
                          <a:pt x="570" y="132"/>
                        </a:lnTo>
                        <a:lnTo>
                          <a:pt x="582" y="126"/>
                        </a:lnTo>
                        <a:lnTo>
                          <a:pt x="594" y="114"/>
                        </a:lnTo>
                        <a:lnTo>
                          <a:pt x="642" y="96"/>
                        </a:lnTo>
                        <a:lnTo>
                          <a:pt x="666" y="96"/>
                        </a:lnTo>
                        <a:lnTo>
                          <a:pt x="672" y="90"/>
                        </a:lnTo>
                        <a:lnTo>
                          <a:pt x="672" y="78"/>
                        </a:lnTo>
                        <a:lnTo>
                          <a:pt x="660" y="66"/>
                        </a:lnTo>
                        <a:lnTo>
                          <a:pt x="642" y="60"/>
                        </a:lnTo>
                        <a:lnTo>
                          <a:pt x="600" y="60"/>
                        </a:lnTo>
                        <a:lnTo>
                          <a:pt x="576" y="30"/>
                        </a:lnTo>
                        <a:lnTo>
                          <a:pt x="558" y="30"/>
                        </a:lnTo>
                        <a:lnTo>
                          <a:pt x="546" y="18"/>
                        </a:lnTo>
                        <a:lnTo>
                          <a:pt x="498" y="24"/>
                        </a:lnTo>
                        <a:lnTo>
                          <a:pt x="486" y="24"/>
                        </a:lnTo>
                        <a:lnTo>
                          <a:pt x="474" y="18"/>
                        </a:lnTo>
                        <a:lnTo>
                          <a:pt x="354" y="18"/>
                        </a:lnTo>
                        <a:lnTo>
                          <a:pt x="336" y="24"/>
                        </a:lnTo>
                        <a:lnTo>
                          <a:pt x="318" y="24"/>
                        </a:lnTo>
                        <a:lnTo>
                          <a:pt x="306" y="18"/>
                        </a:lnTo>
                        <a:lnTo>
                          <a:pt x="282" y="18"/>
                        </a:lnTo>
                        <a:lnTo>
                          <a:pt x="276" y="6"/>
                        </a:lnTo>
                        <a:lnTo>
                          <a:pt x="264" y="0"/>
                        </a:lnTo>
                        <a:lnTo>
                          <a:pt x="222" y="0"/>
                        </a:lnTo>
                        <a:lnTo>
                          <a:pt x="216" y="6"/>
                        </a:lnTo>
                        <a:lnTo>
                          <a:pt x="216" y="36"/>
                        </a:lnTo>
                        <a:lnTo>
                          <a:pt x="222" y="48"/>
                        </a:lnTo>
                        <a:lnTo>
                          <a:pt x="222" y="60"/>
                        </a:lnTo>
                        <a:lnTo>
                          <a:pt x="204" y="54"/>
                        </a:lnTo>
                        <a:lnTo>
                          <a:pt x="174" y="54"/>
                        </a:lnTo>
                        <a:lnTo>
                          <a:pt x="138" y="36"/>
                        </a:lnTo>
                        <a:lnTo>
                          <a:pt x="120" y="30"/>
                        </a:lnTo>
                        <a:lnTo>
                          <a:pt x="108" y="24"/>
                        </a:lnTo>
                        <a:lnTo>
                          <a:pt x="78" y="24"/>
                        </a:lnTo>
                        <a:lnTo>
                          <a:pt x="60" y="42"/>
                        </a:lnTo>
                        <a:lnTo>
                          <a:pt x="54" y="54"/>
                        </a:lnTo>
                        <a:lnTo>
                          <a:pt x="54" y="72"/>
                        </a:lnTo>
                        <a:lnTo>
                          <a:pt x="72" y="72"/>
                        </a:lnTo>
                        <a:lnTo>
                          <a:pt x="78" y="78"/>
                        </a:lnTo>
                        <a:lnTo>
                          <a:pt x="84" y="78"/>
                        </a:lnTo>
                        <a:lnTo>
                          <a:pt x="84" y="84"/>
                        </a:lnTo>
                        <a:lnTo>
                          <a:pt x="36" y="13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30" name="Kazakhstan" descr="© INSCALE GmbH, 05.05.2010&#10;http://www.presentationload.com/">
                    <a:extLst>
                      <a:ext uri="{FF2B5EF4-FFF2-40B4-BE49-F238E27FC236}">
                        <a16:creationId xmlns:a16="http://schemas.microsoft.com/office/drawing/2014/main" id="{A217DDD4-8810-37CC-D5DD-F1F2C5C4A2F2}"/>
                      </a:ext>
                    </a:extLst>
                  </p:cNvPr>
                  <p:cNvSpPr>
                    <a:spLocks noEditPoints="1"/>
                  </p:cNvSpPr>
                  <p:nvPr/>
                </p:nvSpPr>
                <p:spPr bwMode="gray">
                  <a:xfrm>
                    <a:off x="3415" y="1445"/>
                    <a:ext cx="637" cy="296"/>
                  </a:xfrm>
                  <a:custGeom>
                    <a:avLst/>
                    <a:gdLst>
                      <a:gd name="T0" fmla="*/ 2147483647 w 2514"/>
                      <a:gd name="T1" fmla="*/ 2147483647 h 1164"/>
                      <a:gd name="T2" fmla="*/ 2147483647 w 2514"/>
                      <a:gd name="T3" fmla="*/ 2147483647 h 1164"/>
                      <a:gd name="T4" fmla="*/ 2147483647 w 2514"/>
                      <a:gd name="T5" fmla="*/ 2147483647 h 1164"/>
                      <a:gd name="T6" fmla="*/ 2147483647 w 2514"/>
                      <a:gd name="T7" fmla="*/ 2147483647 h 1164"/>
                      <a:gd name="T8" fmla="*/ 2147483647 w 2514"/>
                      <a:gd name="T9" fmla="*/ 2147483647 h 1164"/>
                      <a:gd name="T10" fmla="*/ 2147483647 w 2514"/>
                      <a:gd name="T11" fmla="*/ 2147483647 h 1164"/>
                      <a:gd name="T12" fmla="*/ 2147483647 w 2514"/>
                      <a:gd name="T13" fmla="*/ 2147483647 h 1164"/>
                      <a:gd name="T14" fmla="*/ 2147483647 w 2514"/>
                      <a:gd name="T15" fmla="*/ 2147483647 h 1164"/>
                      <a:gd name="T16" fmla="*/ 2147483647 w 2514"/>
                      <a:gd name="T17" fmla="*/ 2147483647 h 1164"/>
                      <a:gd name="T18" fmla="*/ 2147483647 w 2514"/>
                      <a:gd name="T19" fmla="*/ 2147483647 h 1164"/>
                      <a:gd name="T20" fmla="*/ 2147483647 w 2514"/>
                      <a:gd name="T21" fmla="*/ 2147483647 h 1164"/>
                      <a:gd name="T22" fmla="*/ 2147483647 w 2514"/>
                      <a:gd name="T23" fmla="*/ 2147483647 h 1164"/>
                      <a:gd name="T24" fmla="*/ 2147483647 w 2514"/>
                      <a:gd name="T25" fmla="*/ 2147483647 h 1164"/>
                      <a:gd name="T26" fmla="*/ 2147483647 w 2514"/>
                      <a:gd name="T27" fmla="*/ 2147483647 h 1164"/>
                      <a:gd name="T28" fmla="*/ 2147483647 w 2514"/>
                      <a:gd name="T29" fmla="*/ 2147483647 h 1164"/>
                      <a:gd name="T30" fmla="*/ 2147483647 w 2514"/>
                      <a:gd name="T31" fmla="*/ 2147483647 h 1164"/>
                      <a:gd name="T32" fmla="*/ 2147483647 w 2514"/>
                      <a:gd name="T33" fmla="*/ 2147483647 h 1164"/>
                      <a:gd name="T34" fmla="*/ 2147483647 w 2514"/>
                      <a:gd name="T35" fmla="*/ 2147483647 h 1164"/>
                      <a:gd name="T36" fmla="*/ 2147483647 w 2514"/>
                      <a:gd name="T37" fmla="*/ 2147483647 h 1164"/>
                      <a:gd name="T38" fmla="*/ 2147483647 w 2514"/>
                      <a:gd name="T39" fmla="*/ 2147483647 h 1164"/>
                      <a:gd name="T40" fmla="*/ 2147483647 w 2514"/>
                      <a:gd name="T41" fmla="*/ 2147483647 h 1164"/>
                      <a:gd name="T42" fmla="*/ 2147483647 w 2514"/>
                      <a:gd name="T43" fmla="*/ 2147483647 h 1164"/>
                      <a:gd name="T44" fmla="*/ 2147483647 w 2514"/>
                      <a:gd name="T45" fmla="*/ 2147483647 h 1164"/>
                      <a:gd name="T46" fmla="*/ 2147483647 w 2514"/>
                      <a:gd name="T47" fmla="*/ 2147483647 h 1164"/>
                      <a:gd name="T48" fmla="*/ 2147483647 w 2514"/>
                      <a:gd name="T49" fmla="*/ 2147483647 h 1164"/>
                      <a:gd name="T50" fmla="*/ 2147483647 w 2514"/>
                      <a:gd name="T51" fmla="*/ 2147483647 h 1164"/>
                      <a:gd name="T52" fmla="*/ 2147483647 w 2514"/>
                      <a:gd name="T53" fmla="*/ 2147483647 h 1164"/>
                      <a:gd name="T54" fmla="*/ 2147483647 w 2514"/>
                      <a:gd name="T55" fmla="*/ 2147483647 h 1164"/>
                      <a:gd name="T56" fmla="*/ 2147483647 w 2514"/>
                      <a:gd name="T57" fmla="*/ 2147483647 h 1164"/>
                      <a:gd name="T58" fmla="*/ 2147483647 w 2514"/>
                      <a:gd name="T59" fmla="*/ 2147483647 h 1164"/>
                      <a:gd name="T60" fmla="*/ 2147483647 w 2514"/>
                      <a:gd name="T61" fmla="*/ 2147483647 h 1164"/>
                      <a:gd name="T62" fmla="*/ 2147483647 w 2514"/>
                      <a:gd name="T63" fmla="*/ 2147483647 h 1164"/>
                      <a:gd name="T64" fmla="*/ 2147483647 w 2514"/>
                      <a:gd name="T65" fmla="*/ 2147483647 h 1164"/>
                      <a:gd name="T66" fmla="*/ 2147483647 w 2514"/>
                      <a:gd name="T67" fmla="*/ 2147483647 h 1164"/>
                      <a:gd name="T68" fmla="*/ 2147483647 w 2514"/>
                      <a:gd name="T69" fmla="*/ 2147483647 h 1164"/>
                      <a:gd name="T70" fmla="*/ 2147483647 w 2514"/>
                      <a:gd name="T71" fmla="*/ 2147483647 h 1164"/>
                      <a:gd name="T72" fmla="*/ 2147483647 w 2514"/>
                      <a:gd name="T73" fmla="*/ 2147483647 h 1164"/>
                      <a:gd name="T74" fmla="*/ 2147483647 w 2514"/>
                      <a:gd name="T75" fmla="*/ 2147483647 h 1164"/>
                      <a:gd name="T76" fmla="*/ 2147483647 w 2514"/>
                      <a:gd name="T77" fmla="*/ 2147483647 h 1164"/>
                      <a:gd name="T78" fmla="*/ 2147483647 w 2514"/>
                      <a:gd name="T79" fmla="*/ 2147483647 h 1164"/>
                      <a:gd name="T80" fmla="*/ 2147483647 w 2514"/>
                      <a:gd name="T81" fmla="*/ 2147483647 h 1164"/>
                      <a:gd name="T82" fmla="*/ 2147483647 w 2514"/>
                      <a:gd name="T83" fmla="*/ 2147483647 h 1164"/>
                      <a:gd name="T84" fmla="*/ 2147483647 w 2514"/>
                      <a:gd name="T85" fmla="*/ 2147483647 h 1164"/>
                      <a:gd name="T86" fmla="*/ 2147483647 w 2514"/>
                      <a:gd name="T87" fmla="*/ 2147483647 h 1164"/>
                      <a:gd name="T88" fmla="*/ 2147483647 w 2514"/>
                      <a:gd name="T89" fmla="*/ 2147483647 h 1164"/>
                      <a:gd name="T90" fmla="*/ 2147483647 w 2514"/>
                      <a:gd name="T91" fmla="*/ 2147483647 h 1164"/>
                      <a:gd name="T92" fmla="*/ 2147483647 w 2514"/>
                      <a:gd name="T93" fmla="*/ 2147483647 h 1164"/>
                      <a:gd name="T94" fmla="*/ 2147483647 w 2514"/>
                      <a:gd name="T95" fmla="*/ 2147483647 h 1164"/>
                      <a:gd name="T96" fmla="*/ 2147483647 w 2514"/>
                      <a:gd name="T97" fmla="*/ 2147483647 h 1164"/>
                      <a:gd name="T98" fmla="*/ 2147483647 w 2514"/>
                      <a:gd name="T99" fmla="*/ 2147483647 h 1164"/>
                      <a:gd name="T100" fmla="*/ 2147483647 w 2514"/>
                      <a:gd name="T101" fmla="*/ 2147483647 h 1164"/>
                      <a:gd name="T102" fmla="*/ 2147483647 w 2514"/>
                      <a:gd name="T103" fmla="*/ 2147483647 h 1164"/>
                      <a:gd name="T104" fmla="*/ 2147483647 w 2514"/>
                      <a:gd name="T105" fmla="*/ 2147483647 h 1164"/>
                      <a:gd name="T106" fmla="*/ 2147483647 w 2514"/>
                      <a:gd name="T107" fmla="*/ 2147483647 h 1164"/>
                      <a:gd name="T108" fmla="*/ 2147483647 w 2514"/>
                      <a:gd name="T109" fmla="*/ 2147483647 h 1164"/>
                      <a:gd name="T110" fmla="*/ 2147483647 w 2514"/>
                      <a:gd name="T111" fmla="*/ 2147483647 h 1164"/>
                      <a:gd name="T112" fmla="*/ 2147483647 w 2514"/>
                      <a:gd name="T113" fmla="*/ 2147483647 h 1164"/>
                      <a:gd name="T114" fmla="*/ 2147483647 w 2514"/>
                      <a:gd name="T115" fmla="*/ 2147483647 h 1164"/>
                      <a:gd name="T116" fmla="*/ 2147483647 w 2514"/>
                      <a:gd name="T117" fmla="*/ 2147483647 h 1164"/>
                      <a:gd name="T118" fmla="*/ 2147483647 w 2514"/>
                      <a:gd name="T119" fmla="*/ 2147483647 h 1164"/>
                      <a:gd name="T120" fmla="*/ 2147483647 w 2514"/>
                      <a:gd name="T121" fmla="*/ 2147483647 h 1164"/>
                      <a:gd name="T122" fmla="*/ 2147483647 w 2514"/>
                      <a:gd name="T123" fmla="*/ 2147483647 h 1164"/>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2514"/>
                      <a:gd name="T187" fmla="*/ 0 h 1164"/>
                      <a:gd name="T188" fmla="*/ 2514 w 2514"/>
                      <a:gd name="T189" fmla="*/ 1164 h 1164"/>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2514" h="1164">
                        <a:moveTo>
                          <a:pt x="852" y="756"/>
                        </a:moveTo>
                        <a:lnTo>
                          <a:pt x="840" y="744"/>
                        </a:lnTo>
                        <a:lnTo>
                          <a:pt x="822" y="768"/>
                        </a:lnTo>
                        <a:lnTo>
                          <a:pt x="816" y="780"/>
                        </a:lnTo>
                        <a:lnTo>
                          <a:pt x="870" y="804"/>
                        </a:lnTo>
                        <a:lnTo>
                          <a:pt x="870" y="786"/>
                        </a:lnTo>
                        <a:lnTo>
                          <a:pt x="864" y="780"/>
                        </a:lnTo>
                        <a:lnTo>
                          <a:pt x="858" y="768"/>
                        </a:lnTo>
                        <a:lnTo>
                          <a:pt x="858" y="762"/>
                        </a:lnTo>
                        <a:lnTo>
                          <a:pt x="852" y="756"/>
                        </a:lnTo>
                        <a:close/>
                        <a:moveTo>
                          <a:pt x="2484" y="492"/>
                        </a:moveTo>
                        <a:lnTo>
                          <a:pt x="2484" y="486"/>
                        </a:lnTo>
                        <a:lnTo>
                          <a:pt x="2514" y="486"/>
                        </a:lnTo>
                        <a:lnTo>
                          <a:pt x="2478" y="444"/>
                        </a:lnTo>
                        <a:lnTo>
                          <a:pt x="2454" y="420"/>
                        </a:lnTo>
                        <a:lnTo>
                          <a:pt x="2442" y="456"/>
                        </a:lnTo>
                        <a:lnTo>
                          <a:pt x="2370" y="450"/>
                        </a:lnTo>
                        <a:lnTo>
                          <a:pt x="2370" y="444"/>
                        </a:lnTo>
                        <a:lnTo>
                          <a:pt x="2364" y="438"/>
                        </a:lnTo>
                        <a:lnTo>
                          <a:pt x="2358" y="426"/>
                        </a:lnTo>
                        <a:lnTo>
                          <a:pt x="2352" y="420"/>
                        </a:lnTo>
                        <a:lnTo>
                          <a:pt x="2346" y="408"/>
                        </a:lnTo>
                        <a:lnTo>
                          <a:pt x="2346" y="402"/>
                        </a:lnTo>
                        <a:lnTo>
                          <a:pt x="2340" y="402"/>
                        </a:lnTo>
                        <a:lnTo>
                          <a:pt x="2328" y="396"/>
                        </a:lnTo>
                        <a:lnTo>
                          <a:pt x="2316" y="396"/>
                        </a:lnTo>
                        <a:lnTo>
                          <a:pt x="2304" y="390"/>
                        </a:lnTo>
                        <a:lnTo>
                          <a:pt x="2292" y="390"/>
                        </a:lnTo>
                        <a:lnTo>
                          <a:pt x="2286" y="378"/>
                        </a:lnTo>
                        <a:lnTo>
                          <a:pt x="2274" y="372"/>
                        </a:lnTo>
                        <a:lnTo>
                          <a:pt x="2250" y="348"/>
                        </a:lnTo>
                        <a:lnTo>
                          <a:pt x="2226" y="336"/>
                        </a:lnTo>
                        <a:lnTo>
                          <a:pt x="2208" y="336"/>
                        </a:lnTo>
                        <a:lnTo>
                          <a:pt x="2196" y="342"/>
                        </a:lnTo>
                        <a:lnTo>
                          <a:pt x="2178" y="348"/>
                        </a:lnTo>
                        <a:lnTo>
                          <a:pt x="2166" y="354"/>
                        </a:lnTo>
                        <a:lnTo>
                          <a:pt x="2160" y="366"/>
                        </a:lnTo>
                        <a:lnTo>
                          <a:pt x="2136" y="366"/>
                        </a:lnTo>
                        <a:lnTo>
                          <a:pt x="2124" y="360"/>
                        </a:lnTo>
                        <a:lnTo>
                          <a:pt x="2118" y="348"/>
                        </a:lnTo>
                        <a:lnTo>
                          <a:pt x="2106" y="342"/>
                        </a:lnTo>
                        <a:lnTo>
                          <a:pt x="2076" y="342"/>
                        </a:lnTo>
                        <a:lnTo>
                          <a:pt x="2076" y="336"/>
                        </a:lnTo>
                        <a:lnTo>
                          <a:pt x="2070" y="330"/>
                        </a:lnTo>
                        <a:lnTo>
                          <a:pt x="2070" y="318"/>
                        </a:lnTo>
                        <a:lnTo>
                          <a:pt x="2064" y="312"/>
                        </a:lnTo>
                        <a:lnTo>
                          <a:pt x="2052" y="312"/>
                        </a:lnTo>
                        <a:lnTo>
                          <a:pt x="2052" y="318"/>
                        </a:lnTo>
                        <a:lnTo>
                          <a:pt x="2046" y="324"/>
                        </a:lnTo>
                        <a:lnTo>
                          <a:pt x="2046" y="336"/>
                        </a:lnTo>
                        <a:lnTo>
                          <a:pt x="2034" y="348"/>
                        </a:lnTo>
                        <a:lnTo>
                          <a:pt x="2022" y="354"/>
                        </a:lnTo>
                        <a:lnTo>
                          <a:pt x="2010" y="354"/>
                        </a:lnTo>
                        <a:lnTo>
                          <a:pt x="1998" y="348"/>
                        </a:lnTo>
                        <a:lnTo>
                          <a:pt x="1986" y="336"/>
                        </a:lnTo>
                        <a:lnTo>
                          <a:pt x="1974" y="318"/>
                        </a:lnTo>
                        <a:lnTo>
                          <a:pt x="1938" y="282"/>
                        </a:lnTo>
                        <a:lnTo>
                          <a:pt x="1920" y="258"/>
                        </a:lnTo>
                        <a:lnTo>
                          <a:pt x="1848" y="198"/>
                        </a:lnTo>
                        <a:lnTo>
                          <a:pt x="1818" y="168"/>
                        </a:lnTo>
                        <a:lnTo>
                          <a:pt x="1800" y="156"/>
                        </a:lnTo>
                        <a:lnTo>
                          <a:pt x="1788" y="150"/>
                        </a:lnTo>
                        <a:lnTo>
                          <a:pt x="1758" y="132"/>
                        </a:lnTo>
                        <a:lnTo>
                          <a:pt x="1728" y="120"/>
                        </a:lnTo>
                        <a:lnTo>
                          <a:pt x="1692" y="102"/>
                        </a:lnTo>
                        <a:lnTo>
                          <a:pt x="1698" y="102"/>
                        </a:lnTo>
                        <a:lnTo>
                          <a:pt x="1710" y="90"/>
                        </a:lnTo>
                        <a:lnTo>
                          <a:pt x="1710" y="72"/>
                        </a:lnTo>
                        <a:lnTo>
                          <a:pt x="1704" y="66"/>
                        </a:lnTo>
                        <a:lnTo>
                          <a:pt x="1698" y="66"/>
                        </a:lnTo>
                        <a:lnTo>
                          <a:pt x="1680" y="84"/>
                        </a:lnTo>
                        <a:lnTo>
                          <a:pt x="1644" y="96"/>
                        </a:lnTo>
                        <a:lnTo>
                          <a:pt x="1632" y="114"/>
                        </a:lnTo>
                        <a:lnTo>
                          <a:pt x="1620" y="114"/>
                        </a:lnTo>
                        <a:lnTo>
                          <a:pt x="1608" y="120"/>
                        </a:lnTo>
                        <a:lnTo>
                          <a:pt x="1602" y="126"/>
                        </a:lnTo>
                        <a:lnTo>
                          <a:pt x="1602" y="144"/>
                        </a:lnTo>
                        <a:lnTo>
                          <a:pt x="1590" y="156"/>
                        </a:lnTo>
                        <a:lnTo>
                          <a:pt x="1578" y="150"/>
                        </a:lnTo>
                        <a:lnTo>
                          <a:pt x="1572" y="144"/>
                        </a:lnTo>
                        <a:lnTo>
                          <a:pt x="1560" y="138"/>
                        </a:lnTo>
                        <a:lnTo>
                          <a:pt x="1554" y="132"/>
                        </a:lnTo>
                        <a:lnTo>
                          <a:pt x="1548" y="132"/>
                        </a:lnTo>
                        <a:lnTo>
                          <a:pt x="1542" y="138"/>
                        </a:lnTo>
                        <a:lnTo>
                          <a:pt x="1536" y="138"/>
                        </a:lnTo>
                        <a:lnTo>
                          <a:pt x="1530" y="144"/>
                        </a:lnTo>
                        <a:lnTo>
                          <a:pt x="1524" y="144"/>
                        </a:lnTo>
                        <a:lnTo>
                          <a:pt x="1524" y="138"/>
                        </a:lnTo>
                        <a:lnTo>
                          <a:pt x="1530" y="132"/>
                        </a:lnTo>
                        <a:lnTo>
                          <a:pt x="1530" y="108"/>
                        </a:lnTo>
                        <a:lnTo>
                          <a:pt x="1518" y="102"/>
                        </a:lnTo>
                        <a:lnTo>
                          <a:pt x="1512" y="102"/>
                        </a:lnTo>
                        <a:lnTo>
                          <a:pt x="1506" y="108"/>
                        </a:lnTo>
                        <a:lnTo>
                          <a:pt x="1482" y="96"/>
                        </a:lnTo>
                        <a:lnTo>
                          <a:pt x="1458" y="108"/>
                        </a:lnTo>
                        <a:lnTo>
                          <a:pt x="1434" y="72"/>
                        </a:lnTo>
                        <a:lnTo>
                          <a:pt x="1422" y="90"/>
                        </a:lnTo>
                        <a:lnTo>
                          <a:pt x="1404" y="90"/>
                        </a:lnTo>
                        <a:lnTo>
                          <a:pt x="1392" y="96"/>
                        </a:lnTo>
                        <a:lnTo>
                          <a:pt x="1374" y="96"/>
                        </a:lnTo>
                        <a:lnTo>
                          <a:pt x="1368" y="90"/>
                        </a:lnTo>
                        <a:lnTo>
                          <a:pt x="1368" y="48"/>
                        </a:lnTo>
                        <a:lnTo>
                          <a:pt x="1362" y="42"/>
                        </a:lnTo>
                        <a:lnTo>
                          <a:pt x="1350" y="42"/>
                        </a:lnTo>
                        <a:lnTo>
                          <a:pt x="1344" y="36"/>
                        </a:lnTo>
                        <a:lnTo>
                          <a:pt x="1338" y="24"/>
                        </a:lnTo>
                        <a:lnTo>
                          <a:pt x="1320" y="6"/>
                        </a:lnTo>
                        <a:lnTo>
                          <a:pt x="1314" y="6"/>
                        </a:lnTo>
                        <a:lnTo>
                          <a:pt x="1302" y="18"/>
                        </a:lnTo>
                        <a:lnTo>
                          <a:pt x="1290" y="18"/>
                        </a:lnTo>
                        <a:lnTo>
                          <a:pt x="1278" y="6"/>
                        </a:lnTo>
                        <a:lnTo>
                          <a:pt x="1260" y="6"/>
                        </a:lnTo>
                        <a:lnTo>
                          <a:pt x="1242" y="0"/>
                        </a:lnTo>
                        <a:lnTo>
                          <a:pt x="1218" y="0"/>
                        </a:lnTo>
                        <a:lnTo>
                          <a:pt x="1200" y="6"/>
                        </a:lnTo>
                        <a:lnTo>
                          <a:pt x="1188" y="12"/>
                        </a:lnTo>
                        <a:lnTo>
                          <a:pt x="1176" y="24"/>
                        </a:lnTo>
                        <a:lnTo>
                          <a:pt x="1176" y="36"/>
                        </a:lnTo>
                        <a:lnTo>
                          <a:pt x="1164" y="36"/>
                        </a:lnTo>
                        <a:lnTo>
                          <a:pt x="1110" y="54"/>
                        </a:lnTo>
                        <a:lnTo>
                          <a:pt x="1020" y="54"/>
                        </a:lnTo>
                        <a:lnTo>
                          <a:pt x="1014" y="60"/>
                        </a:lnTo>
                        <a:lnTo>
                          <a:pt x="1014" y="78"/>
                        </a:lnTo>
                        <a:lnTo>
                          <a:pt x="948" y="78"/>
                        </a:lnTo>
                        <a:lnTo>
                          <a:pt x="942" y="96"/>
                        </a:lnTo>
                        <a:lnTo>
                          <a:pt x="888" y="96"/>
                        </a:lnTo>
                        <a:lnTo>
                          <a:pt x="828" y="102"/>
                        </a:lnTo>
                        <a:lnTo>
                          <a:pt x="792" y="114"/>
                        </a:lnTo>
                        <a:lnTo>
                          <a:pt x="780" y="126"/>
                        </a:lnTo>
                        <a:lnTo>
                          <a:pt x="780" y="132"/>
                        </a:lnTo>
                        <a:lnTo>
                          <a:pt x="786" y="138"/>
                        </a:lnTo>
                        <a:lnTo>
                          <a:pt x="786" y="144"/>
                        </a:lnTo>
                        <a:lnTo>
                          <a:pt x="810" y="144"/>
                        </a:lnTo>
                        <a:lnTo>
                          <a:pt x="798" y="162"/>
                        </a:lnTo>
                        <a:lnTo>
                          <a:pt x="810" y="162"/>
                        </a:lnTo>
                        <a:lnTo>
                          <a:pt x="834" y="174"/>
                        </a:lnTo>
                        <a:lnTo>
                          <a:pt x="846" y="174"/>
                        </a:lnTo>
                        <a:lnTo>
                          <a:pt x="858" y="186"/>
                        </a:lnTo>
                        <a:lnTo>
                          <a:pt x="804" y="186"/>
                        </a:lnTo>
                        <a:lnTo>
                          <a:pt x="792" y="198"/>
                        </a:lnTo>
                        <a:lnTo>
                          <a:pt x="798" y="204"/>
                        </a:lnTo>
                        <a:lnTo>
                          <a:pt x="804" y="216"/>
                        </a:lnTo>
                        <a:lnTo>
                          <a:pt x="810" y="222"/>
                        </a:lnTo>
                        <a:lnTo>
                          <a:pt x="810" y="234"/>
                        </a:lnTo>
                        <a:lnTo>
                          <a:pt x="798" y="246"/>
                        </a:lnTo>
                        <a:lnTo>
                          <a:pt x="786" y="246"/>
                        </a:lnTo>
                        <a:lnTo>
                          <a:pt x="774" y="252"/>
                        </a:lnTo>
                        <a:lnTo>
                          <a:pt x="762" y="252"/>
                        </a:lnTo>
                        <a:lnTo>
                          <a:pt x="792" y="282"/>
                        </a:lnTo>
                        <a:lnTo>
                          <a:pt x="816" y="282"/>
                        </a:lnTo>
                        <a:lnTo>
                          <a:pt x="834" y="288"/>
                        </a:lnTo>
                        <a:lnTo>
                          <a:pt x="846" y="294"/>
                        </a:lnTo>
                        <a:lnTo>
                          <a:pt x="870" y="318"/>
                        </a:lnTo>
                        <a:lnTo>
                          <a:pt x="876" y="336"/>
                        </a:lnTo>
                        <a:lnTo>
                          <a:pt x="876" y="348"/>
                        </a:lnTo>
                        <a:lnTo>
                          <a:pt x="870" y="360"/>
                        </a:lnTo>
                        <a:lnTo>
                          <a:pt x="864" y="366"/>
                        </a:lnTo>
                        <a:lnTo>
                          <a:pt x="828" y="366"/>
                        </a:lnTo>
                        <a:lnTo>
                          <a:pt x="816" y="360"/>
                        </a:lnTo>
                        <a:lnTo>
                          <a:pt x="810" y="354"/>
                        </a:lnTo>
                        <a:lnTo>
                          <a:pt x="798" y="354"/>
                        </a:lnTo>
                        <a:lnTo>
                          <a:pt x="792" y="348"/>
                        </a:lnTo>
                        <a:lnTo>
                          <a:pt x="780" y="372"/>
                        </a:lnTo>
                        <a:lnTo>
                          <a:pt x="768" y="372"/>
                        </a:lnTo>
                        <a:lnTo>
                          <a:pt x="756" y="366"/>
                        </a:lnTo>
                        <a:lnTo>
                          <a:pt x="732" y="366"/>
                        </a:lnTo>
                        <a:lnTo>
                          <a:pt x="708" y="354"/>
                        </a:lnTo>
                        <a:lnTo>
                          <a:pt x="702" y="342"/>
                        </a:lnTo>
                        <a:lnTo>
                          <a:pt x="690" y="336"/>
                        </a:lnTo>
                        <a:lnTo>
                          <a:pt x="684" y="330"/>
                        </a:lnTo>
                        <a:lnTo>
                          <a:pt x="672" y="330"/>
                        </a:lnTo>
                        <a:lnTo>
                          <a:pt x="666" y="336"/>
                        </a:lnTo>
                        <a:lnTo>
                          <a:pt x="654" y="342"/>
                        </a:lnTo>
                        <a:lnTo>
                          <a:pt x="636" y="348"/>
                        </a:lnTo>
                        <a:lnTo>
                          <a:pt x="624" y="348"/>
                        </a:lnTo>
                        <a:lnTo>
                          <a:pt x="588" y="330"/>
                        </a:lnTo>
                        <a:lnTo>
                          <a:pt x="582" y="330"/>
                        </a:lnTo>
                        <a:lnTo>
                          <a:pt x="570" y="336"/>
                        </a:lnTo>
                        <a:lnTo>
                          <a:pt x="558" y="348"/>
                        </a:lnTo>
                        <a:lnTo>
                          <a:pt x="546" y="354"/>
                        </a:lnTo>
                        <a:lnTo>
                          <a:pt x="540" y="366"/>
                        </a:lnTo>
                        <a:lnTo>
                          <a:pt x="534" y="372"/>
                        </a:lnTo>
                        <a:lnTo>
                          <a:pt x="462" y="336"/>
                        </a:lnTo>
                        <a:lnTo>
                          <a:pt x="450" y="336"/>
                        </a:lnTo>
                        <a:lnTo>
                          <a:pt x="450" y="342"/>
                        </a:lnTo>
                        <a:lnTo>
                          <a:pt x="462" y="354"/>
                        </a:lnTo>
                        <a:lnTo>
                          <a:pt x="462" y="372"/>
                        </a:lnTo>
                        <a:lnTo>
                          <a:pt x="450" y="372"/>
                        </a:lnTo>
                        <a:lnTo>
                          <a:pt x="438" y="360"/>
                        </a:lnTo>
                        <a:lnTo>
                          <a:pt x="438" y="354"/>
                        </a:lnTo>
                        <a:lnTo>
                          <a:pt x="426" y="324"/>
                        </a:lnTo>
                        <a:lnTo>
                          <a:pt x="390" y="324"/>
                        </a:lnTo>
                        <a:lnTo>
                          <a:pt x="384" y="312"/>
                        </a:lnTo>
                        <a:lnTo>
                          <a:pt x="384" y="306"/>
                        </a:lnTo>
                        <a:lnTo>
                          <a:pt x="378" y="300"/>
                        </a:lnTo>
                        <a:lnTo>
                          <a:pt x="318" y="300"/>
                        </a:lnTo>
                        <a:lnTo>
                          <a:pt x="312" y="288"/>
                        </a:lnTo>
                        <a:lnTo>
                          <a:pt x="306" y="282"/>
                        </a:lnTo>
                        <a:lnTo>
                          <a:pt x="288" y="282"/>
                        </a:lnTo>
                        <a:lnTo>
                          <a:pt x="276" y="288"/>
                        </a:lnTo>
                        <a:lnTo>
                          <a:pt x="264" y="300"/>
                        </a:lnTo>
                        <a:lnTo>
                          <a:pt x="234" y="300"/>
                        </a:lnTo>
                        <a:lnTo>
                          <a:pt x="228" y="294"/>
                        </a:lnTo>
                        <a:lnTo>
                          <a:pt x="228" y="288"/>
                        </a:lnTo>
                        <a:lnTo>
                          <a:pt x="222" y="288"/>
                        </a:lnTo>
                        <a:lnTo>
                          <a:pt x="210" y="282"/>
                        </a:lnTo>
                        <a:lnTo>
                          <a:pt x="180" y="282"/>
                        </a:lnTo>
                        <a:lnTo>
                          <a:pt x="180" y="288"/>
                        </a:lnTo>
                        <a:lnTo>
                          <a:pt x="186" y="294"/>
                        </a:lnTo>
                        <a:lnTo>
                          <a:pt x="186" y="312"/>
                        </a:lnTo>
                        <a:lnTo>
                          <a:pt x="174" y="324"/>
                        </a:lnTo>
                        <a:lnTo>
                          <a:pt x="162" y="330"/>
                        </a:lnTo>
                        <a:lnTo>
                          <a:pt x="150" y="330"/>
                        </a:lnTo>
                        <a:lnTo>
                          <a:pt x="138" y="336"/>
                        </a:lnTo>
                        <a:lnTo>
                          <a:pt x="132" y="336"/>
                        </a:lnTo>
                        <a:lnTo>
                          <a:pt x="132" y="360"/>
                        </a:lnTo>
                        <a:lnTo>
                          <a:pt x="102" y="372"/>
                        </a:lnTo>
                        <a:lnTo>
                          <a:pt x="114" y="384"/>
                        </a:lnTo>
                        <a:lnTo>
                          <a:pt x="120" y="396"/>
                        </a:lnTo>
                        <a:lnTo>
                          <a:pt x="114" y="402"/>
                        </a:lnTo>
                        <a:lnTo>
                          <a:pt x="108" y="414"/>
                        </a:lnTo>
                        <a:lnTo>
                          <a:pt x="102" y="420"/>
                        </a:lnTo>
                        <a:lnTo>
                          <a:pt x="90" y="420"/>
                        </a:lnTo>
                        <a:lnTo>
                          <a:pt x="78" y="414"/>
                        </a:lnTo>
                        <a:lnTo>
                          <a:pt x="72" y="402"/>
                        </a:lnTo>
                        <a:lnTo>
                          <a:pt x="60" y="396"/>
                        </a:lnTo>
                        <a:lnTo>
                          <a:pt x="48" y="384"/>
                        </a:lnTo>
                        <a:lnTo>
                          <a:pt x="36" y="378"/>
                        </a:lnTo>
                        <a:lnTo>
                          <a:pt x="24" y="378"/>
                        </a:lnTo>
                        <a:lnTo>
                          <a:pt x="18" y="384"/>
                        </a:lnTo>
                        <a:lnTo>
                          <a:pt x="18" y="396"/>
                        </a:lnTo>
                        <a:lnTo>
                          <a:pt x="24" y="402"/>
                        </a:lnTo>
                        <a:lnTo>
                          <a:pt x="24" y="426"/>
                        </a:lnTo>
                        <a:lnTo>
                          <a:pt x="0" y="426"/>
                        </a:lnTo>
                        <a:lnTo>
                          <a:pt x="6" y="462"/>
                        </a:lnTo>
                        <a:lnTo>
                          <a:pt x="12" y="468"/>
                        </a:lnTo>
                        <a:lnTo>
                          <a:pt x="12" y="492"/>
                        </a:lnTo>
                        <a:lnTo>
                          <a:pt x="0" y="516"/>
                        </a:lnTo>
                        <a:lnTo>
                          <a:pt x="0" y="546"/>
                        </a:lnTo>
                        <a:lnTo>
                          <a:pt x="6" y="546"/>
                        </a:lnTo>
                        <a:lnTo>
                          <a:pt x="12" y="552"/>
                        </a:lnTo>
                        <a:lnTo>
                          <a:pt x="36" y="552"/>
                        </a:lnTo>
                        <a:lnTo>
                          <a:pt x="42" y="558"/>
                        </a:lnTo>
                        <a:lnTo>
                          <a:pt x="42" y="588"/>
                        </a:lnTo>
                        <a:lnTo>
                          <a:pt x="48" y="594"/>
                        </a:lnTo>
                        <a:lnTo>
                          <a:pt x="90" y="594"/>
                        </a:lnTo>
                        <a:lnTo>
                          <a:pt x="102" y="588"/>
                        </a:lnTo>
                        <a:lnTo>
                          <a:pt x="114" y="588"/>
                        </a:lnTo>
                        <a:lnTo>
                          <a:pt x="162" y="636"/>
                        </a:lnTo>
                        <a:lnTo>
                          <a:pt x="168" y="648"/>
                        </a:lnTo>
                        <a:lnTo>
                          <a:pt x="180" y="660"/>
                        </a:lnTo>
                        <a:lnTo>
                          <a:pt x="180" y="672"/>
                        </a:lnTo>
                        <a:lnTo>
                          <a:pt x="144" y="672"/>
                        </a:lnTo>
                        <a:lnTo>
                          <a:pt x="144" y="678"/>
                        </a:lnTo>
                        <a:lnTo>
                          <a:pt x="156" y="690"/>
                        </a:lnTo>
                        <a:lnTo>
                          <a:pt x="174" y="696"/>
                        </a:lnTo>
                        <a:lnTo>
                          <a:pt x="186" y="696"/>
                        </a:lnTo>
                        <a:lnTo>
                          <a:pt x="192" y="702"/>
                        </a:lnTo>
                        <a:lnTo>
                          <a:pt x="198" y="702"/>
                        </a:lnTo>
                        <a:lnTo>
                          <a:pt x="204" y="690"/>
                        </a:lnTo>
                        <a:lnTo>
                          <a:pt x="222" y="690"/>
                        </a:lnTo>
                        <a:lnTo>
                          <a:pt x="228" y="684"/>
                        </a:lnTo>
                        <a:lnTo>
                          <a:pt x="246" y="672"/>
                        </a:lnTo>
                        <a:lnTo>
                          <a:pt x="306" y="648"/>
                        </a:lnTo>
                        <a:lnTo>
                          <a:pt x="324" y="642"/>
                        </a:lnTo>
                        <a:lnTo>
                          <a:pt x="336" y="648"/>
                        </a:lnTo>
                        <a:lnTo>
                          <a:pt x="342" y="654"/>
                        </a:lnTo>
                        <a:lnTo>
                          <a:pt x="360" y="666"/>
                        </a:lnTo>
                        <a:lnTo>
                          <a:pt x="366" y="672"/>
                        </a:lnTo>
                        <a:lnTo>
                          <a:pt x="384" y="672"/>
                        </a:lnTo>
                        <a:lnTo>
                          <a:pt x="390" y="666"/>
                        </a:lnTo>
                        <a:lnTo>
                          <a:pt x="402" y="666"/>
                        </a:lnTo>
                        <a:lnTo>
                          <a:pt x="408" y="660"/>
                        </a:lnTo>
                        <a:lnTo>
                          <a:pt x="414" y="666"/>
                        </a:lnTo>
                        <a:lnTo>
                          <a:pt x="426" y="672"/>
                        </a:lnTo>
                        <a:lnTo>
                          <a:pt x="450" y="696"/>
                        </a:lnTo>
                        <a:lnTo>
                          <a:pt x="450" y="726"/>
                        </a:lnTo>
                        <a:lnTo>
                          <a:pt x="444" y="732"/>
                        </a:lnTo>
                        <a:lnTo>
                          <a:pt x="444" y="738"/>
                        </a:lnTo>
                        <a:lnTo>
                          <a:pt x="438" y="744"/>
                        </a:lnTo>
                        <a:lnTo>
                          <a:pt x="438" y="750"/>
                        </a:lnTo>
                        <a:lnTo>
                          <a:pt x="444" y="756"/>
                        </a:lnTo>
                        <a:lnTo>
                          <a:pt x="450" y="768"/>
                        </a:lnTo>
                        <a:lnTo>
                          <a:pt x="462" y="774"/>
                        </a:lnTo>
                        <a:lnTo>
                          <a:pt x="474" y="786"/>
                        </a:lnTo>
                        <a:lnTo>
                          <a:pt x="486" y="786"/>
                        </a:lnTo>
                        <a:lnTo>
                          <a:pt x="504" y="768"/>
                        </a:lnTo>
                        <a:lnTo>
                          <a:pt x="516" y="762"/>
                        </a:lnTo>
                        <a:lnTo>
                          <a:pt x="528" y="762"/>
                        </a:lnTo>
                        <a:lnTo>
                          <a:pt x="528" y="792"/>
                        </a:lnTo>
                        <a:lnTo>
                          <a:pt x="546" y="810"/>
                        </a:lnTo>
                        <a:lnTo>
                          <a:pt x="510" y="816"/>
                        </a:lnTo>
                        <a:lnTo>
                          <a:pt x="510" y="828"/>
                        </a:lnTo>
                        <a:lnTo>
                          <a:pt x="504" y="834"/>
                        </a:lnTo>
                        <a:lnTo>
                          <a:pt x="498" y="834"/>
                        </a:lnTo>
                        <a:lnTo>
                          <a:pt x="486" y="822"/>
                        </a:lnTo>
                        <a:lnTo>
                          <a:pt x="486" y="816"/>
                        </a:lnTo>
                        <a:lnTo>
                          <a:pt x="498" y="804"/>
                        </a:lnTo>
                        <a:lnTo>
                          <a:pt x="504" y="804"/>
                        </a:lnTo>
                        <a:lnTo>
                          <a:pt x="510" y="798"/>
                        </a:lnTo>
                        <a:lnTo>
                          <a:pt x="480" y="798"/>
                        </a:lnTo>
                        <a:lnTo>
                          <a:pt x="462" y="792"/>
                        </a:lnTo>
                        <a:lnTo>
                          <a:pt x="450" y="792"/>
                        </a:lnTo>
                        <a:lnTo>
                          <a:pt x="432" y="786"/>
                        </a:lnTo>
                        <a:lnTo>
                          <a:pt x="408" y="786"/>
                        </a:lnTo>
                        <a:lnTo>
                          <a:pt x="390" y="780"/>
                        </a:lnTo>
                        <a:lnTo>
                          <a:pt x="372" y="780"/>
                        </a:lnTo>
                        <a:lnTo>
                          <a:pt x="360" y="774"/>
                        </a:lnTo>
                        <a:lnTo>
                          <a:pt x="348" y="774"/>
                        </a:lnTo>
                        <a:lnTo>
                          <a:pt x="360" y="804"/>
                        </a:lnTo>
                        <a:lnTo>
                          <a:pt x="342" y="804"/>
                        </a:lnTo>
                        <a:lnTo>
                          <a:pt x="330" y="816"/>
                        </a:lnTo>
                        <a:lnTo>
                          <a:pt x="330" y="822"/>
                        </a:lnTo>
                        <a:lnTo>
                          <a:pt x="336" y="828"/>
                        </a:lnTo>
                        <a:lnTo>
                          <a:pt x="348" y="834"/>
                        </a:lnTo>
                        <a:lnTo>
                          <a:pt x="354" y="840"/>
                        </a:lnTo>
                        <a:lnTo>
                          <a:pt x="366" y="840"/>
                        </a:lnTo>
                        <a:lnTo>
                          <a:pt x="372" y="846"/>
                        </a:lnTo>
                        <a:lnTo>
                          <a:pt x="372" y="852"/>
                        </a:lnTo>
                        <a:lnTo>
                          <a:pt x="360" y="852"/>
                        </a:lnTo>
                        <a:lnTo>
                          <a:pt x="348" y="846"/>
                        </a:lnTo>
                        <a:lnTo>
                          <a:pt x="336" y="846"/>
                        </a:lnTo>
                        <a:lnTo>
                          <a:pt x="324" y="840"/>
                        </a:lnTo>
                        <a:lnTo>
                          <a:pt x="306" y="834"/>
                        </a:lnTo>
                        <a:lnTo>
                          <a:pt x="300" y="834"/>
                        </a:lnTo>
                        <a:lnTo>
                          <a:pt x="294" y="840"/>
                        </a:lnTo>
                        <a:lnTo>
                          <a:pt x="294" y="846"/>
                        </a:lnTo>
                        <a:lnTo>
                          <a:pt x="306" y="858"/>
                        </a:lnTo>
                        <a:lnTo>
                          <a:pt x="318" y="864"/>
                        </a:lnTo>
                        <a:lnTo>
                          <a:pt x="324" y="870"/>
                        </a:lnTo>
                        <a:lnTo>
                          <a:pt x="336" y="870"/>
                        </a:lnTo>
                        <a:lnTo>
                          <a:pt x="336" y="882"/>
                        </a:lnTo>
                        <a:lnTo>
                          <a:pt x="342" y="894"/>
                        </a:lnTo>
                        <a:lnTo>
                          <a:pt x="366" y="918"/>
                        </a:lnTo>
                        <a:lnTo>
                          <a:pt x="372" y="930"/>
                        </a:lnTo>
                        <a:lnTo>
                          <a:pt x="372" y="954"/>
                        </a:lnTo>
                        <a:lnTo>
                          <a:pt x="408" y="960"/>
                        </a:lnTo>
                        <a:lnTo>
                          <a:pt x="414" y="978"/>
                        </a:lnTo>
                        <a:lnTo>
                          <a:pt x="444" y="978"/>
                        </a:lnTo>
                        <a:lnTo>
                          <a:pt x="480" y="996"/>
                        </a:lnTo>
                        <a:lnTo>
                          <a:pt x="486" y="1002"/>
                        </a:lnTo>
                        <a:lnTo>
                          <a:pt x="486" y="1014"/>
                        </a:lnTo>
                        <a:lnTo>
                          <a:pt x="480" y="1020"/>
                        </a:lnTo>
                        <a:lnTo>
                          <a:pt x="468" y="1026"/>
                        </a:lnTo>
                        <a:lnTo>
                          <a:pt x="462" y="1038"/>
                        </a:lnTo>
                        <a:lnTo>
                          <a:pt x="462" y="1056"/>
                        </a:lnTo>
                        <a:lnTo>
                          <a:pt x="468" y="1062"/>
                        </a:lnTo>
                        <a:lnTo>
                          <a:pt x="492" y="1062"/>
                        </a:lnTo>
                        <a:lnTo>
                          <a:pt x="498" y="1056"/>
                        </a:lnTo>
                        <a:lnTo>
                          <a:pt x="504" y="1038"/>
                        </a:lnTo>
                        <a:lnTo>
                          <a:pt x="510" y="1026"/>
                        </a:lnTo>
                        <a:lnTo>
                          <a:pt x="516" y="1020"/>
                        </a:lnTo>
                        <a:lnTo>
                          <a:pt x="528" y="1020"/>
                        </a:lnTo>
                        <a:lnTo>
                          <a:pt x="546" y="1026"/>
                        </a:lnTo>
                        <a:lnTo>
                          <a:pt x="546" y="1020"/>
                        </a:lnTo>
                        <a:lnTo>
                          <a:pt x="552" y="1014"/>
                        </a:lnTo>
                        <a:lnTo>
                          <a:pt x="570" y="1014"/>
                        </a:lnTo>
                        <a:lnTo>
                          <a:pt x="594" y="1026"/>
                        </a:lnTo>
                        <a:lnTo>
                          <a:pt x="606" y="1026"/>
                        </a:lnTo>
                        <a:lnTo>
                          <a:pt x="618" y="1038"/>
                        </a:lnTo>
                        <a:lnTo>
                          <a:pt x="630" y="1044"/>
                        </a:lnTo>
                        <a:lnTo>
                          <a:pt x="636" y="1056"/>
                        </a:lnTo>
                        <a:lnTo>
                          <a:pt x="642" y="1062"/>
                        </a:lnTo>
                        <a:lnTo>
                          <a:pt x="648" y="1074"/>
                        </a:lnTo>
                        <a:lnTo>
                          <a:pt x="672" y="1098"/>
                        </a:lnTo>
                        <a:lnTo>
                          <a:pt x="684" y="1104"/>
                        </a:lnTo>
                        <a:lnTo>
                          <a:pt x="690" y="1110"/>
                        </a:lnTo>
                        <a:lnTo>
                          <a:pt x="696" y="1104"/>
                        </a:lnTo>
                        <a:lnTo>
                          <a:pt x="696" y="1098"/>
                        </a:lnTo>
                        <a:lnTo>
                          <a:pt x="702" y="1092"/>
                        </a:lnTo>
                        <a:lnTo>
                          <a:pt x="654" y="810"/>
                        </a:lnTo>
                        <a:lnTo>
                          <a:pt x="798" y="768"/>
                        </a:lnTo>
                        <a:lnTo>
                          <a:pt x="804" y="774"/>
                        </a:lnTo>
                        <a:lnTo>
                          <a:pt x="804" y="762"/>
                        </a:lnTo>
                        <a:lnTo>
                          <a:pt x="810" y="756"/>
                        </a:lnTo>
                        <a:lnTo>
                          <a:pt x="810" y="750"/>
                        </a:lnTo>
                        <a:lnTo>
                          <a:pt x="816" y="738"/>
                        </a:lnTo>
                        <a:lnTo>
                          <a:pt x="816" y="732"/>
                        </a:lnTo>
                        <a:lnTo>
                          <a:pt x="822" y="726"/>
                        </a:lnTo>
                        <a:lnTo>
                          <a:pt x="846" y="726"/>
                        </a:lnTo>
                        <a:lnTo>
                          <a:pt x="852" y="750"/>
                        </a:lnTo>
                        <a:lnTo>
                          <a:pt x="864" y="744"/>
                        </a:lnTo>
                        <a:lnTo>
                          <a:pt x="870" y="744"/>
                        </a:lnTo>
                        <a:lnTo>
                          <a:pt x="876" y="738"/>
                        </a:lnTo>
                        <a:lnTo>
                          <a:pt x="876" y="732"/>
                        </a:lnTo>
                        <a:lnTo>
                          <a:pt x="852" y="708"/>
                        </a:lnTo>
                        <a:lnTo>
                          <a:pt x="870" y="708"/>
                        </a:lnTo>
                        <a:lnTo>
                          <a:pt x="882" y="720"/>
                        </a:lnTo>
                        <a:lnTo>
                          <a:pt x="936" y="720"/>
                        </a:lnTo>
                        <a:lnTo>
                          <a:pt x="924" y="708"/>
                        </a:lnTo>
                        <a:lnTo>
                          <a:pt x="918" y="708"/>
                        </a:lnTo>
                        <a:lnTo>
                          <a:pt x="906" y="696"/>
                        </a:lnTo>
                        <a:lnTo>
                          <a:pt x="882" y="696"/>
                        </a:lnTo>
                        <a:lnTo>
                          <a:pt x="876" y="690"/>
                        </a:lnTo>
                        <a:lnTo>
                          <a:pt x="876" y="684"/>
                        </a:lnTo>
                        <a:lnTo>
                          <a:pt x="882" y="678"/>
                        </a:lnTo>
                        <a:lnTo>
                          <a:pt x="906" y="678"/>
                        </a:lnTo>
                        <a:lnTo>
                          <a:pt x="924" y="666"/>
                        </a:lnTo>
                        <a:lnTo>
                          <a:pt x="930" y="672"/>
                        </a:lnTo>
                        <a:lnTo>
                          <a:pt x="936" y="684"/>
                        </a:lnTo>
                        <a:lnTo>
                          <a:pt x="942" y="690"/>
                        </a:lnTo>
                        <a:lnTo>
                          <a:pt x="948" y="690"/>
                        </a:lnTo>
                        <a:lnTo>
                          <a:pt x="954" y="684"/>
                        </a:lnTo>
                        <a:lnTo>
                          <a:pt x="960" y="690"/>
                        </a:lnTo>
                        <a:lnTo>
                          <a:pt x="966" y="702"/>
                        </a:lnTo>
                        <a:lnTo>
                          <a:pt x="966" y="708"/>
                        </a:lnTo>
                        <a:lnTo>
                          <a:pt x="960" y="714"/>
                        </a:lnTo>
                        <a:lnTo>
                          <a:pt x="954" y="714"/>
                        </a:lnTo>
                        <a:lnTo>
                          <a:pt x="942" y="720"/>
                        </a:lnTo>
                        <a:lnTo>
                          <a:pt x="924" y="738"/>
                        </a:lnTo>
                        <a:lnTo>
                          <a:pt x="888" y="738"/>
                        </a:lnTo>
                        <a:lnTo>
                          <a:pt x="882" y="744"/>
                        </a:lnTo>
                        <a:lnTo>
                          <a:pt x="882" y="756"/>
                        </a:lnTo>
                        <a:lnTo>
                          <a:pt x="888" y="762"/>
                        </a:lnTo>
                        <a:lnTo>
                          <a:pt x="900" y="762"/>
                        </a:lnTo>
                        <a:lnTo>
                          <a:pt x="906" y="768"/>
                        </a:lnTo>
                        <a:lnTo>
                          <a:pt x="918" y="768"/>
                        </a:lnTo>
                        <a:lnTo>
                          <a:pt x="918" y="786"/>
                        </a:lnTo>
                        <a:lnTo>
                          <a:pt x="912" y="798"/>
                        </a:lnTo>
                        <a:lnTo>
                          <a:pt x="912" y="816"/>
                        </a:lnTo>
                        <a:lnTo>
                          <a:pt x="918" y="822"/>
                        </a:lnTo>
                        <a:lnTo>
                          <a:pt x="984" y="858"/>
                        </a:lnTo>
                        <a:lnTo>
                          <a:pt x="1062" y="930"/>
                        </a:lnTo>
                        <a:lnTo>
                          <a:pt x="1068" y="930"/>
                        </a:lnTo>
                        <a:lnTo>
                          <a:pt x="1074" y="924"/>
                        </a:lnTo>
                        <a:lnTo>
                          <a:pt x="1110" y="924"/>
                        </a:lnTo>
                        <a:lnTo>
                          <a:pt x="1128" y="918"/>
                        </a:lnTo>
                        <a:lnTo>
                          <a:pt x="1188" y="918"/>
                        </a:lnTo>
                        <a:lnTo>
                          <a:pt x="1206" y="924"/>
                        </a:lnTo>
                        <a:lnTo>
                          <a:pt x="1224" y="924"/>
                        </a:lnTo>
                        <a:lnTo>
                          <a:pt x="1230" y="918"/>
                        </a:lnTo>
                        <a:lnTo>
                          <a:pt x="1254" y="906"/>
                        </a:lnTo>
                        <a:lnTo>
                          <a:pt x="1266" y="906"/>
                        </a:lnTo>
                        <a:lnTo>
                          <a:pt x="1272" y="918"/>
                        </a:lnTo>
                        <a:lnTo>
                          <a:pt x="1290" y="936"/>
                        </a:lnTo>
                        <a:lnTo>
                          <a:pt x="1296" y="954"/>
                        </a:lnTo>
                        <a:lnTo>
                          <a:pt x="1308" y="960"/>
                        </a:lnTo>
                        <a:lnTo>
                          <a:pt x="1314" y="972"/>
                        </a:lnTo>
                        <a:lnTo>
                          <a:pt x="1344" y="972"/>
                        </a:lnTo>
                        <a:lnTo>
                          <a:pt x="1344" y="984"/>
                        </a:lnTo>
                        <a:lnTo>
                          <a:pt x="1350" y="1002"/>
                        </a:lnTo>
                        <a:lnTo>
                          <a:pt x="1350" y="1044"/>
                        </a:lnTo>
                        <a:lnTo>
                          <a:pt x="1356" y="1050"/>
                        </a:lnTo>
                        <a:lnTo>
                          <a:pt x="1362" y="1050"/>
                        </a:lnTo>
                        <a:lnTo>
                          <a:pt x="1368" y="1044"/>
                        </a:lnTo>
                        <a:lnTo>
                          <a:pt x="1380" y="1044"/>
                        </a:lnTo>
                        <a:lnTo>
                          <a:pt x="1386" y="1050"/>
                        </a:lnTo>
                        <a:lnTo>
                          <a:pt x="1416" y="1110"/>
                        </a:lnTo>
                        <a:lnTo>
                          <a:pt x="1494" y="1110"/>
                        </a:lnTo>
                        <a:lnTo>
                          <a:pt x="1512" y="1116"/>
                        </a:lnTo>
                        <a:lnTo>
                          <a:pt x="1512" y="1134"/>
                        </a:lnTo>
                        <a:lnTo>
                          <a:pt x="1506" y="1140"/>
                        </a:lnTo>
                        <a:lnTo>
                          <a:pt x="1506" y="1152"/>
                        </a:lnTo>
                        <a:lnTo>
                          <a:pt x="1512" y="1152"/>
                        </a:lnTo>
                        <a:lnTo>
                          <a:pt x="1524" y="1158"/>
                        </a:lnTo>
                        <a:lnTo>
                          <a:pt x="1536" y="1158"/>
                        </a:lnTo>
                        <a:lnTo>
                          <a:pt x="1542" y="1164"/>
                        </a:lnTo>
                        <a:lnTo>
                          <a:pt x="1542" y="1152"/>
                        </a:lnTo>
                        <a:lnTo>
                          <a:pt x="1536" y="1146"/>
                        </a:lnTo>
                        <a:lnTo>
                          <a:pt x="1536" y="1134"/>
                        </a:lnTo>
                        <a:lnTo>
                          <a:pt x="1548" y="1122"/>
                        </a:lnTo>
                        <a:lnTo>
                          <a:pt x="1560" y="1116"/>
                        </a:lnTo>
                        <a:lnTo>
                          <a:pt x="1566" y="1110"/>
                        </a:lnTo>
                        <a:lnTo>
                          <a:pt x="1572" y="1110"/>
                        </a:lnTo>
                        <a:lnTo>
                          <a:pt x="1572" y="1092"/>
                        </a:lnTo>
                        <a:lnTo>
                          <a:pt x="1584" y="1080"/>
                        </a:lnTo>
                        <a:lnTo>
                          <a:pt x="1596" y="1074"/>
                        </a:lnTo>
                        <a:lnTo>
                          <a:pt x="1608" y="1074"/>
                        </a:lnTo>
                        <a:lnTo>
                          <a:pt x="1614" y="1068"/>
                        </a:lnTo>
                        <a:lnTo>
                          <a:pt x="1620" y="1068"/>
                        </a:lnTo>
                        <a:lnTo>
                          <a:pt x="1632" y="1044"/>
                        </a:lnTo>
                        <a:lnTo>
                          <a:pt x="1656" y="1044"/>
                        </a:lnTo>
                        <a:lnTo>
                          <a:pt x="1686" y="1026"/>
                        </a:lnTo>
                        <a:lnTo>
                          <a:pt x="1662" y="1026"/>
                        </a:lnTo>
                        <a:lnTo>
                          <a:pt x="1662" y="1008"/>
                        </a:lnTo>
                        <a:lnTo>
                          <a:pt x="1668" y="996"/>
                        </a:lnTo>
                        <a:lnTo>
                          <a:pt x="1686" y="978"/>
                        </a:lnTo>
                        <a:lnTo>
                          <a:pt x="1716" y="978"/>
                        </a:lnTo>
                        <a:lnTo>
                          <a:pt x="1728" y="984"/>
                        </a:lnTo>
                        <a:lnTo>
                          <a:pt x="1746" y="990"/>
                        </a:lnTo>
                        <a:lnTo>
                          <a:pt x="1782" y="1008"/>
                        </a:lnTo>
                        <a:lnTo>
                          <a:pt x="1812" y="1008"/>
                        </a:lnTo>
                        <a:lnTo>
                          <a:pt x="1830" y="1014"/>
                        </a:lnTo>
                        <a:lnTo>
                          <a:pt x="1830" y="1002"/>
                        </a:lnTo>
                        <a:lnTo>
                          <a:pt x="1824" y="990"/>
                        </a:lnTo>
                        <a:lnTo>
                          <a:pt x="1824" y="960"/>
                        </a:lnTo>
                        <a:lnTo>
                          <a:pt x="1830" y="954"/>
                        </a:lnTo>
                        <a:lnTo>
                          <a:pt x="1872" y="954"/>
                        </a:lnTo>
                        <a:lnTo>
                          <a:pt x="1884" y="960"/>
                        </a:lnTo>
                        <a:lnTo>
                          <a:pt x="1890" y="972"/>
                        </a:lnTo>
                        <a:lnTo>
                          <a:pt x="1914" y="972"/>
                        </a:lnTo>
                        <a:lnTo>
                          <a:pt x="1926" y="978"/>
                        </a:lnTo>
                        <a:lnTo>
                          <a:pt x="1944" y="978"/>
                        </a:lnTo>
                        <a:lnTo>
                          <a:pt x="1962" y="972"/>
                        </a:lnTo>
                        <a:lnTo>
                          <a:pt x="2082" y="972"/>
                        </a:lnTo>
                        <a:lnTo>
                          <a:pt x="2094" y="978"/>
                        </a:lnTo>
                        <a:lnTo>
                          <a:pt x="2106" y="978"/>
                        </a:lnTo>
                        <a:lnTo>
                          <a:pt x="2154" y="972"/>
                        </a:lnTo>
                        <a:lnTo>
                          <a:pt x="2166" y="984"/>
                        </a:lnTo>
                        <a:lnTo>
                          <a:pt x="2184" y="984"/>
                        </a:lnTo>
                        <a:lnTo>
                          <a:pt x="2208" y="1014"/>
                        </a:lnTo>
                        <a:lnTo>
                          <a:pt x="2250" y="1014"/>
                        </a:lnTo>
                        <a:lnTo>
                          <a:pt x="2268" y="1020"/>
                        </a:lnTo>
                        <a:lnTo>
                          <a:pt x="2262" y="1014"/>
                        </a:lnTo>
                        <a:lnTo>
                          <a:pt x="2262" y="1002"/>
                        </a:lnTo>
                        <a:lnTo>
                          <a:pt x="2256" y="996"/>
                        </a:lnTo>
                        <a:lnTo>
                          <a:pt x="2256" y="984"/>
                        </a:lnTo>
                        <a:lnTo>
                          <a:pt x="2280" y="984"/>
                        </a:lnTo>
                        <a:lnTo>
                          <a:pt x="2262" y="966"/>
                        </a:lnTo>
                        <a:lnTo>
                          <a:pt x="2262" y="960"/>
                        </a:lnTo>
                        <a:lnTo>
                          <a:pt x="2268" y="954"/>
                        </a:lnTo>
                        <a:lnTo>
                          <a:pt x="2286" y="954"/>
                        </a:lnTo>
                        <a:lnTo>
                          <a:pt x="2286" y="942"/>
                        </a:lnTo>
                        <a:lnTo>
                          <a:pt x="2274" y="936"/>
                        </a:lnTo>
                        <a:lnTo>
                          <a:pt x="2268" y="924"/>
                        </a:lnTo>
                        <a:lnTo>
                          <a:pt x="2226" y="882"/>
                        </a:lnTo>
                        <a:lnTo>
                          <a:pt x="2214" y="858"/>
                        </a:lnTo>
                        <a:lnTo>
                          <a:pt x="2214" y="828"/>
                        </a:lnTo>
                        <a:lnTo>
                          <a:pt x="2196" y="828"/>
                        </a:lnTo>
                        <a:lnTo>
                          <a:pt x="2184" y="822"/>
                        </a:lnTo>
                        <a:lnTo>
                          <a:pt x="2178" y="816"/>
                        </a:lnTo>
                        <a:lnTo>
                          <a:pt x="2178" y="810"/>
                        </a:lnTo>
                        <a:lnTo>
                          <a:pt x="2184" y="804"/>
                        </a:lnTo>
                        <a:lnTo>
                          <a:pt x="2196" y="798"/>
                        </a:lnTo>
                        <a:lnTo>
                          <a:pt x="2208" y="798"/>
                        </a:lnTo>
                        <a:lnTo>
                          <a:pt x="2220" y="792"/>
                        </a:lnTo>
                        <a:lnTo>
                          <a:pt x="2232" y="792"/>
                        </a:lnTo>
                        <a:lnTo>
                          <a:pt x="2268" y="774"/>
                        </a:lnTo>
                        <a:lnTo>
                          <a:pt x="2280" y="774"/>
                        </a:lnTo>
                        <a:lnTo>
                          <a:pt x="2286" y="780"/>
                        </a:lnTo>
                        <a:lnTo>
                          <a:pt x="2292" y="792"/>
                        </a:lnTo>
                        <a:lnTo>
                          <a:pt x="2298" y="798"/>
                        </a:lnTo>
                        <a:lnTo>
                          <a:pt x="2316" y="786"/>
                        </a:lnTo>
                        <a:lnTo>
                          <a:pt x="2328" y="798"/>
                        </a:lnTo>
                        <a:lnTo>
                          <a:pt x="2334" y="798"/>
                        </a:lnTo>
                        <a:lnTo>
                          <a:pt x="2340" y="792"/>
                        </a:lnTo>
                        <a:lnTo>
                          <a:pt x="2340" y="780"/>
                        </a:lnTo>
                        <a:lnTo>
                          <a:pt x="2334" y="774"/>
                        </a:lnTo>
                        <a:lnTo>
                          <a:pt x="2328" y="774"/>
                        </a:lnTo>
                        <a:lnTo>
                          <a:pt x="2322" y="768"/>
                        </a:lnTo>
                        <a:lnTo>
                          <a:pt x="2316" y="768"/>
                        </a:lnTo>
                        <a:lnTo>
                          <a:pt x="2316" y="630"/>
                        </a:lnTo>
                        <a:lnTo>
                          <a:pt x="2328" y="630"/>
                        </a:lnTo>
                        <a:lnTo>
                          <a:pt x="2340" y="636"/>
                        </a:lnTo>
                        <a:lnTo>
                          <a:pt x="2352" y="636"/>
                        </a:lnTo>
                        <a:lnTo>
                          <a:pt x="2376" y="648"/>
                        </a:lnTo>
                        <a:lnTo>
                          <a:pt x="2424" y="648"/>
                        </a:lnTo>
                        <a:lnTo>
                          <a:pt x="2436" y="660"/>
                        </a:lnTo>
                        <a:lnTo>
                          <a:pt x="2454" y="642"/>
                        </a:lnTo>
                        <a:lnTo>
                          <a:pt x="2472" y="642"/>
                        </a:lnTo>
                        <a:lnTo>
                          <a:pt x="2478" y="636"/>
                        </a:lnTo>
                        <a:lnTo>
                          <a:pt x="2478" y="618"/>
                        </a:lnTo>
                        <a:lnTo>
                          <a:pt x="2466" y="594"/>
                        </a:lnTo>
                        <a:lnTo>
                          <a:pt x="2454" y="582"/>
                        </a:lnTo>
                        <a:lnTo>
                          <a:pt x="2442" y="558"/>
                        </a:lnTo>
                        <a:lnTo>
                          <a:pt x="2442" y="540"/>
                        </a:lnTo>
                        <a:lnTo>
                          <a:pt x="2454" y="528"/>
                        </a:lnTo>
                        <a:lnTo>
                          <a:pt x="2496" y="528"/>
                        </a:lnTo>
                        <a:lnTo>
                          <a:pt x="2502" y="522"/>
                        </a:lnTo>
                        <a:lnTo>
                          <a:pt x="2502" y="510"/>
                        </a:lnTo>
                        <a:lnTo>
                          <a:pt x="2484" y="492"/>
                        </a:lnTo>
                        <a:close/>
                        <a:moveTo>
                          <a:pt x="2082" y="696"/>
                        </a:moveTo>
                        <a:lnTo>
                          <a:pt x="2046" y="696"/>
                        </a:lnTo>
                        <a:lnTo>
                          <a:pt x="2046" y="702"/>
                        </a:lnTo>
                        <a:lnTo>
                          <a:pt x="2040" y="708"/>
                        </a:lnTo>
                        <a:lnTo>
                          <a:pt x="2028" y="708"/>
                        </a:lnTo>
                        <a:lnTo>
                          <a:pt x="2022" y="702"/>
                        </a:lnTo>
                        <a:lnTo>
                          <a:pt x="2010" y="696"/>
                        </a:lnTo>
                        <a:lnTo>
                          <a:pt x="1980" y="702"/>
                        </a:lnTo>
                        <a:lnTo>
                          <a:pt x="1950" y="696"/>
                        </a:lnTo>
                        <a:lnTo>
                          <a:pt x="1932" y="696"/>
                        </a:lnTo>
                        <a:lnTo>
                          <a:pt x="1908" y="690"/>
                        </a:lnTo>
                        <a:lnTo>
                          <a:pt x="1860" y="690"/>
                        </a:lnTo>
                        <a:lnTo>
                          <a:pt x="1854" y="684"/>
                        </a:lnTo>
                        <a:lnTo>
                          <a:pt x="1854" y="678"/>
                        </a:lnTo>
                        <a:lnTo>
                          <a:pt x="1836" y="696"/>
                        </a:lnTo>
                        <a:lnTo>
                          <a:pt x="1830" y="696"/>
                        </a:lnTo>
                        <a:lnTo>
                          <a:pt x="1824" y="708"/>
                        </a:lnTo>
                        <a:lnTo>
                          <a:pt x="1824" y="714"/>
                        </a:lnTo>
                        <a:lnTo>
                          <a:pt x="1818" y="726"/>
                        </a:lnTo>
                        <a:lnTo>
                          <a:pt x="1812" y="732"/>
                        </a:lnTo>
                        <a:lnTo>
                          <a:pt x="1794" y="732"/>
                        </a:lnTo>
                        <a:lnTo>
                          <a:pt x="1800" y="762"/>
                        </a:lnTo>
                        <a:lnTo>
                          <a:pt x="1788" y="768"/>
                        </a:lnTo>
                        <a:lnTo>
                          <a:pt x="1806" y="786"/>
                        </a:lnTo>
                        <a:lnTo>
                          <a:pt x="1800" y="810"/>
                        </a:lnTo>
                        <a:lnTo>
                          <a:pt x="1794" y="810"/>
                        </a:lnTo>
                        <a:lnTo>
                          <a:pt x="1788" y="798"/>
                        </a:lnTo>
                        <a:lnTo>
                          <a:pt x="1776" y="792"/>
                        </a:lnTo>
                        <a:lnTo>
                          <a:pt x="1770" y="780"/>
                        </a:lnTo>
                        <a:lnTo>
                          <a:pt x="1758" y="774"/>
                        </a:lnTo>
                        <a:lnTo>
                          <a:pt x="1752" y="762"/>
                        </a:lnTo>
                        <a:lnTo>
                          <a:pt x="1752" y="750"/>
                        </a:lnTo>
                        <a:lnTo>
                          <a:pt x="1746" y="732"/>
                        </a:lnTo>
                        <a:lnTo>
                          <a:pt x="1746" y="720"/>
                        </a:lnTo>
                        <a:lnTo>
                          <a:pt x="1764" y="702"/>
                        </a:lnTo>
                        <a:lnTo>
                          <a:pt x="1776" y="702"/>
                        </a:lnTo>
                        <a:lnTo>
                          <a:pt x="1782" y="696"/>
                        </a:lnTo>
                        <a:lnTo>
                          <a:pt x="1788" y="684"/>
                        </a:lnTo>
                        <a:lnTo>
                          <a:pt x="1788" y="678"/>
                        </a:lnTo>
                        <a:lnTo>
                          <a:pt x="1800" y="666"/>
                        </a:lnTo>
                        <a:lnTo>
                          <a:pt x="1818" y="666"/>
                        </a:lnTo>
                        <a:lnTo>
                          <a:pt x="1830" y="672"/>
                        </a:lnTo>
                        <a:lnTo>
                          <a:pt x="1848" y="672"/>
                        </a:lnTo>
                        <a:lnTo>
                          <a:pt x="1854" y="666"/>
                        </a:lnTo>
                        <a:lnTo>
                          <a:pt x="1896" y="666"/>
                        </a:lnTo>
                        <a:lnTo>
                          <a:pt x="1908" y="672"/>
                        </a:lnTo>
                        <a:lnTo>
                          <a:pt x="1914" y="678"/>
                        </a:lnTo>
                        <a:lnTo>
                          <a:pt x="1932" y="678"/>
                        </a:lnTo>
                        <a:lnTo>
                          <a:pt x="1944" y="684"/>
                        </a:lnTo>
                        <a:lnTo>
                          <a:pt x="1974" y="684"/>
                        </a:lnTo>
                        <a:lnTo>
                          <a:pt x="1986" y="672"/>
                        </a:lnTo>
                        <a:lnTo>
                          <a:pt x="2028" y="672"/>
                        </a:lnTo>
                        <a:lnTo>
                          <a:pt x="2034" y="678"/>
                        </a:lnTo>
                        <a:lnTo>
                          <a:pt x="2046" y="678"/>
                        </a:lnTo>
                        <a:lnTo>
                          <a:pt x="2052" y="672"/>
                        </a:lnTo>
                        <a:lnTo>
                          <a:pt x="2064" y="666"/>
                        </a:lnTo>
                        <a:lnTo>
                          <a:pt x="2088" y="666"/>
                        </a:lnTo>
                        <a:lnTo>
                          <a:pt x="2088" y="684"/>
                        </a:lnTo>
                        <a:lnTo>
                          <a:pt x="2082" y="690"/>
                        </a:lnTo>
                        <a:lnTo>
                          <a:pt x="2082" y="696"/>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31" name="Italy" descr="© INSCALE GmbH, 05.05.2010&#10;http://www.presentationload.com/">
                    <a:extLst>
                      <a:ext uri="{FF2B5EF4-FFF2-40B4-BE49-F238E27FC236}">
                        <a16:creationId xmlns:a16="http://schemas.microsoft.com/office/drawing/2014/main" id="{1EDB2A88-FF42-C166-68BB-C2CF4E6EB2D1}"/>
                      </a:ext>
                    </a:extLst>
                  </p:cNvPr>
                  <p:cNvSpPr>
                    <a:spLocks noEditPoints="1"/>
                  </p:cNvSpPr>
                  <p:nvPr/>
                </p:nvSpPr>
                <p:spPr bwMode="gray">
                  <a:xfrm>
                    <a:off x="2779" y="1608"/>
                    <a:ext cx="198" cy="210"/>
                  </a:xfrm>
                  <a:custGeom>
                    <a:avLst/>
                    <a:gdLst>
                      <a:gd name="T0" fmla="*/ 2147483647 w 780"/>
                      <a:gd name="T1" fmla="*/ 2147483647 h 828"/>
                      <a:gd name="T2" fmla="*/ 2147483647 w 780"/>
                      <a:gd name="T3" fmla="*/ 2147483647 h 828"/>
                      <a:gd name="T4" fmla="*/ 2147483647 w 780"/>
                      <a:gd name="T5" fmla="*/ 2147483647 h 828"/>
                      <a:gd name="T6" fmla="*/ 2147483647 w 780"/>
                      <a:gd name="T7" fmla="*/ 2147483647 h 828"/>
                      <a:gd name="T8" fmla="*/ 2147483647 w 780"/>
                      <a:gd name="T9" fmla="*/ 2147483647 h 828"/>
                      <a:gd name="T10" fmla="*/ 2147483647 w 780"/>
                      <a:gd name="T11" fmla="*/ 2147483647 h 828"/>
                      <a:gd name="T12" fmla="*/ 2147483647 w 780"/>
                      <a:gd name="T13" fmla="*/ 2147483647 h 828"/>
                      <a:gd name="T14" fmla="*/ 2147483647 w 780"/>
                      <a:gd name="T15" fmla="*/ 2147483647 h 828"/>
                      <a:gd name="T16" fmla="*/ 2147483647 w 780"/>
                      <a:gd name="T17" fmla="*/ 2147483647 h 828"/>
                      <a:gd name="T18" fmla="*/ 2147483647 w 780"/>
                      <a:gd name="T19" fmla="*/ 2147483647 h 828"/>
                      <a:gd name="T20" fmla="*/ 2147483647 w 780"/>
                      <a:gd name="T21" fmla="*/ 2147483647 h 828"/>
                      <a:gd name="T22" fmla="*/ 2147483647 w 780"/>
                      <a:gd name="T23" fmla="*/ 2147483647 h 828"/>
                      <a:gd name="T24" fmla="*/ 2147483647 w 780"/>
                      <a:gd name="T25" fmla="*/ 2147483647 h 828"/>
                      <a:gd name="T26" fmla="*/ 2147483647 w 780"/>
                      <a:gd name="T27" fmla="*/ 2147483647 h 828"/>
                      <a:gd name="T28" fmla="*/ 2147483647 w 780"/>
                      <a:gd name="T29" fmla="*/ 2147483647 h 828"/>
                      <a:gd name="T30" fmla="*/ 2147483647 w 780"/>
                      <a:gd name="T31" fmla="*/ 2147483647 h 828"/>
                      <a:gd name="T32" fmla="*/ 2147483647 w 780"/>
                      <a:gd name="T33" fmla="*/ 2147483647 h 828"/>
                      <a:gd name="T34" fmla="*/ 2147483647 w 780"/>
                      <a:gd name="T35" fmla="*/ 2147483647 h 828"/>
                      <a:gd name="T36" fmla="*/ 2147483647 w 780"/>
                      <a:gd name="T37" fmla="*/ 2147483647 h 828"/>
                      <a:gd name="T38" fmla="*/ 2147483647 w 780"/>
                      <a:gd name="T39" fmla="*/ 2147483647 h 828"/>
                      <a:gd name="T40" fmla="*/ 2147483647 w 780"/>
                      <a:gd name="T41" fmla="*/ 2147483647 h 828"/>
                      <a:gd name="T42" fmla="*/ 2147483647 w 780"/>
                      <a:gd name="T43" fmla="*/ 2147483647 h 828"/>
                      <a:gd name="T44" fmla="*/ 2147483647 w 780"/>
                      <a:gd name="T45" fmla="*/ 2147483647 h 828"/>
                      <a:gd name="T46" fmla="*/ 2147483647 w 780"/>
                      <a:gd name="T47" fmla="*/ 2147483647 h 828"/>
                      <a:gd name="T48" fmla="*/ 2147483647 w 780"/>
                      <a:gd name="T49" fmla="*/ 2147483647 h 828"/>
                      <a:gd name="T50" fmla="*/ 2147483647 w 780"/>
                      <a:gd name="T51" fmla="*/ 2147483647 h 828"/>
                      <a:gd name="T52" fmla="*/ 2147483647 w 780"/>
                      <a:gd name="T53" fmla="*/ 2147483647 h 828"/>
                      <a:gd name="T54" fmla="*/ 2147483647 w 780"/>
                      <a:gd name="T55" fmla="*/ 2147483647 h 828"/>
                      <a:gd name="T56" fmla="*/ 2147483647 w 780"/>
                      <a:gd name="T57" fmla="*/ 2147483647 h 828"/>
                      <a:gd name="T58" fmla="*/ 2147483647 w 780"/>
                      <a:gd name="T59" fmla="*/ 2147483647 h 828"/>
                      <a:gd name="T60" fmla="*/ 2147483647 w 780"/>
                      <a:gd name="T61" fmla="*/ 2147483647 h 828"/>
                      <a:gd name="T62" fmla="*/ 2147483647 w 780"/>
                      <a:gd name="T63" fmla="*/ 2147483647 h 828"/>
                      <a:gd name="T64" fmla="*/ 2147483647 w 780"/>
                      <a:gd name="T65" fmla="*/ 2147483647 h 828"/>
                      <a:gd name="T66" fmla="*/ 2147483647 w 780"/>
                      <a:gd name="T67" fmla="*/ 2147483647 h 828"/>
                      <a:gd name="T68" fmla="*/ 2147483647 w 780"/>
                      <a:gd name="T69" fmla="*/ 2147483647 h 828"/>
                      <a:gd name="T70" fmla="*/ 2147483647 w 780"/>
                      <a:gd name="T71" fmla="*/ 2147483647 h 828"/>
                      <a:gd name="T72" fmla="*/ 2147483647 w 780"/>
                      <a:gd name="T73" fmla="*/ 2147483647 h 828"/>
                      <a:gd name="T74" fmla="*/ 2147483647 w 780"/>
                      <a:gd name="T75" fmla="*/ 2147483647 h 828"/>
                      <a:gd name="T76" fmla="*/ 2147483647 w 780"/>
                      <a:gd name="T77" fmla="*/ 2147483647 h 828"/>
                      <a:gd name="T78" fmla="*/ 2147483647 w 780"/>
                      <a:gd name="T79" fmla="*/ 2147483647 h 828"/>
                      <a:gd name="T80" fmla="*/ 2147483647 w 780"/>
                      <a:gd name="T81" fmla="*/ 2147483647 h 828"/>
                      <a:gd name="T82" fmla="*/ 2147483647 w 780"/>
                      <a:gd name="T83" fmla="*/ 2147483647 h 828"/>
                      <a:gd name="T84" fmla="*/ 2147483647 w 780"/>
                      <a:gd name="T85" fmla="*/ 2147483647 h 828"/>
                      <a:gd name="T86" fmla="*/ 2147483647 w 780"/>
                      <a:gd name="T87" fmla="*/ 2147483647 h 828"/>
                      <a:gd name="T88" fmla="*/ 2147483647 w 780"/>
                      <a:gd name="T89" fmla="*/ 2147483647 h 828"/>
                      <a:gd name="T90" fmla="*/ 2147483647 w 780"/>
                      <a:gd name="T91" fmla="*/ 2147483647 h 828"/>
                      <a:gd name="T92" fmla="*/ 2147483647 w 780"/>
                      <a:gd name="T93" fmla="*/ 2147483647 h 828"/>
                      <a:gd name="T94" fmla="*/ 2147483647 w 780"/>
                      <a:gd name="T95" fmla="*/ 2147483647 h 828"/>
                      <a:gd name="T96" fmla="*/ 2147483647 w 780"/>
                      <a:gd name="T97" fmla="*/ 2147483647 h 828"/>
                      <a:gd name="T98" fmla="*/ 2147483647 w 780"/>
                      <a:gd name="T99" fmla="*/ 2147483647 h 828"/>
                      <a:gd name="T100" fmla="*/ 2147483647 w 780"/>
                      <a:gd name="T101" fmla="*/ 2147483647 h 828"/>
                      <a:gd name="T102" fmla="*/ 2147483647 w 780"/>
                      <a:gd name="T103" fmla="*/ 2147483647 h 828"/>
                      <a:gd name="T104" fmla="*/ 2147483647 w 780"/>
                      <a:gd name="T105" fmla="*/ 2147483647 h 828"/>
                      <a:gd name="T106" fmla="*/ 2147483647 w 780"/>
                      <a:gd name="T107" fmla="*/ 2147483647 h 828"/>
                      <a:gd name="T108" fmla="*/ 2147483647 w 780"/>
                      <a:gd name="T109" fmla="*/ 2147483647 h 828"/>
                      <a:gd name="T110" fmla="*/ 2147483647 w 780"/>
                      <a:gd name="T111" fmla="*/ 2147483647 h 828"/>
                      <a:gd name="T112" fmla="*/ 2147483647 w 780"/>
                      <a:gd name="T113" fmla="*/ 2147483647 h 828"/>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780"/>
                      <a:gd name="T172" fmla="*/ 0 h 828"/>
                      <a:gd name="T173" fmla="*/ 780 w 780"/>
                      <a:gd name="T174" fmla="*/ 828 h 828"/>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780" h="828">
                        <a:moveTo>
                          <a:pt x="570" y="720"/>
                        </a:moveTo>
                        <a:lnTo>
                          <a:pt x="558" y="714"/>
                        </a:lnTo>
                        <a:lnTo>
                          <a:pt x="552" y="708"/>
                        </a:lnTo>
                        <a:lnTo>
                          <a:pt x="540" y="708"/>
                        </a:lnTo>
                        <a:lnTo>
                          <a:pt x="534" y="714"/>
                        </a:lnTo>
                        <a:lnTo>
                          <a:pt x="522" y="720"/>
                        </a:lnTo>
                        <a:lnTo>
                          <a:pt x="516" y="726"/>
                        </a:lnTo>
                        <a:lnTo>
                          <a:pt x="468" y="726"/>
                        </a:lnTo>
                        <a:lnTo>
                          <a:pt x="456" y="720"/>
                        </a:lnTo>
                        <a:lnTo>
                          <a:pt x="444" y="708"/>
                        </a:lnTo>
                        <a:lnTo>
                          <a:pt x="438" y="708"/>
                        </a:lnTo>
                        <a:lnTo>
                          <a:pt x="420" y="726"/>
                        </a:lnTo>
                        <a:lnTo>
                          <a:pt x="402" y="714"/>
                        </a:lnTo>
                        <a:lnTo>
                          <a:pt x="396" y="714"/>
                        </a:lnTo>
                        <a:lnTo>
                          <a:pt x="384" y="726"/>
                        </a:lnTo>
                        <a:lnTo>
                          <a:pt x="384" y="738"/>
                        </a:lnTo>
                        <a:lnTo>
                          <a:pt x="396" y="750"/>
                        </a:lnTo>
                        <a:lnTo>
                          <a:pt x="420" y="762"/>
                        </a:lnTo>
                        <a:lnTo>
                          <a:pt x="426" y="762"/>
                        </a:lnTo>
                        <a:lnTo>
                          <a:pt x="444" y="780"/>
                        </a:lnTo>
                        <a:lnTo>
                          <a:pt x="444" y="786"/>
                        </a:lnTo>
                        <a:lnTo>
                          <a:pt x="456" y="786"/>
                        </a:lnTo>
                        <a:lnTo>
                          <a:pt x="468" y="798"/>
                        </a:lnTo>
                        <a:lnTo>
                          <a:pt x="480" y="804"/>
                        </a:lnTo>
                        <a:lnTo>
                          <a:pt x="498" y="798"/>
                        </a:lnTo>
                        <a:lnTo>
                          <a:pt x="504" y="804"/>
                        </a:lnTo>
                        <a:lnTo>
                          <a:pt x="516" y="810"/>
                        </a:lnTo>
                        <a:lnTo>
                          <a:pt x="522" y="822"/>
                        </a:lnTo>
                        <a:lnTo>
                          <a:pt x="534" y="828"/>
                        </a:lnTo>
                        <a:lnTo>
                          <a:pt x="558" y="828"/>
                        </a:lnTo>
                        <a:lnTo>
                          <a:pt x="570" y="816"/>
                        </a:lnTo>
                        <a:lnTo>
                          <a:pt x="570" y="792"/>
                        </a:lnTo>
                        <a:lnTo>
                          <a:pt x="564" y="780"/>
                        </a:lnTo>
                        <a:lnTo>
                          <a:pt x="564" y="768"/>
                        </a:lnTo>
                        <a:lnTo>
                          <a:pt x="570" y="750"/>
                        </a:lnTo>
                        <a:lnTo>
                          <a:pt x="576" y="738"/>
                        </a:lnTo>
                        <a:lnTo>
                          <a:pt x="582" y="732"/>
                        </a:lnTo>
                        <a:lnTo>
                          <a:pt x="582" y="714"/>
                        </a:lnTo>
                        <a:lnTo>
                          <a:pt x="576" y="702"/>
                        </a:lnTo>
                        <a:lnTo>
                          <a:pt x="570" y="720"/>
                        </a:lnTo>
                        <a:close/>
                        <a:moveTo>
                          <a:pt x="180" y="468"/>
                        </a:moveTo>
                        <a:lnTo>
                          <a:pt x="156" y="480"/>
                        </a:lnTo>
                        <a:lnTo>
                          <a:pt x="150" y="486"/>
                        </a:lnTo>
                        <a:lnTo>
                          <a:pt x="138" y="492"/>
                        </a:lnTo>
                        <a:lnTo>
                          <a:pt x="132" y="498"/>
                        </a:lnTo>
                        <a:lnTo>
                          <a:pt x="126" y="498"/>
                        </a:lnTo>
                        <a:lnTo>
                          <a:pt x="114" y="492"/>
                        </a:lnTo>
                        <a:lnTo>
                          <a:pt x="102" y="480"/>
                        </a:lnTo>
                        <a:lnTo>
                          <a:pt x="96" y="498"/>
                        </a:lnTo>
                        <a:lnTo>
                          <a:pt x="102" y="504"/>
                        </a:lnTo>
                        <a:lnTo>
                          <a:pt x="114" y="510"/>
                        </a:lnTo>
                        <a:lnTo>
                          <a:pt x="120" y="522"/>
                        </a:lnTo>
                        <a:lnTo>
                          <a:pt x="120" y="540"/>
                        </a:lnTo>
                        <a:lnTo>
                          <a:pt x="114" y="558"/>
                        </a:lnTo>
                        <a:lnTo>
                          <a:pt x="114" y="570"/>
                        </a:lnTo>
                        <a:lnTo>
                          <a:pt x="126" y="582"/>
                        </a:lnTo>
                        <a:lnTo>
                          <a:pt x="114" y="588"/>
                        </a:lnTo>
                        <a:lnTo>
                          <a:pt x="120" y="636"/>
                        </a:lnTo>
                        <a:lnTo>
                          <a:pt x="108" y="636"/>
                        </a:lnTo>
                        <a:lnTo>
                          <a:pt x="126" y="654"/>
                        </a:lnTo>
                        <a:lnTo>
                          <a:pt x="138" y="654"/>
                        </a:lnTo>
                        <a:lnTo>
                          <a:pt x="144" y="642"/>
                        </a:lnTo>
                        <a:lnTo>
                          <a:pt x="156" y="630"/>
                        </a:lnTo>
                        <a:lnTo>
                          <a:pt x="156" y="618"/>
                        </a:lnTo>
                        <a:lnTo>
                          <a:pt x="168" y="630"/>
                        </a:lnTo>
                        <a:lnTo>
                          <a:pt x="180" y="636"/>
                        </a:lnTo>
                        <a:lnTo>
                          <a:pt x="186" y="636"/>
                        </a:lnTo>
                        <a:lnTo>
                          <a:pt x="192" y="630"/>
                        </a:lnTo>
                        <a:lnTo>
                          <a:pt x="198" y="618"/>
                        </a:lnTo>
                        <a:lnTo>
                          <a:pt x="198" y="594"/>
                        </a:lnTo>
                        <a:lnTo>
                          <a:pt x="204" y="582"/>
                        </a:lnTo>
                        <a:lnTo>
                          <a:pt x="204" y="558"/>
                        </a:lnTo>
                        <a:lnTo>
                          <a:pt x="198" y="552"/>
                        </a:lnTo>
                        <a:lnTo>
                          <a:pt x="192" y="552"/>
                        </a:lnTo>
                        <a:lnTo>
                          <a:pt x="192" y="546"/>
                        </a:lnTo>
                        <a:lnTo>
                          <a:pt x="198" y="540"/>
                        </a:lnTo>
                        <a:lnTo>
                          <a:pt x="204" y="540"/>
                        </a:lnTo>
                        <a:lnTo>
                          <a:pt x="210" y="534"/>
                        </a:lnTo>
                        <a:lnTo>
                          <a:pt x="210" y="522"/>
                        </a:lnTo>
                        <a:lnTo>
                          <a:pt x="204" y="510"/>
                        </a:lnTo>
                        <a:lnTo>
                          <a:pt x="204" y="492"/>
                        </a:lnTo>
                        <a:lnTo>
                          <a:pt x="198" y="480"/>
                        </a:lnTo>
                        <a:lnTo>
                          <a:pt x="186" y="474"/>
                        </a:lnTo>
                        <a:lnTo>
                          <a:pt x="180" y="468"/>
                        </a:lnTo>
                        <a:close/>
                        <a:moveTo>
                          <a:pt x="774" y="546"/>
                        </a:moveTo>
                        <a:lnTo>
                          <a:pt x="768" y="534"/>
                        </a:lnTo>
                        <a:lnTo>
                          <a:pt x="756" y="528"/>
                        </a:lnTo>
                        <a:lnTo>
                          <a:pt x="738" y="510"/>
                        </a:lnTo>
                        <a:lnTo>
                          <a:pt x="678" y="480"/>
                        </a:lnTo>
                        <a:lnTo>
                          <a:pt x="672" y="480"/>
                        </a:lnTo>
                        <a:lnTo>
                          <a:pt x="660" y="474"/>
                        </a:lnTo>
                        <a:lnTo>
                          <a:pt x="648" y="474"/>
                        </a:lnTo>
                        <a:lnTo>
                          <a:pt x="630" y="468"/>
                        </a:lnTo>
                        <a:lnTo>
                          <a:pt x="606" y="456"/>
                        </a:lnTo>
                        <a:lnTo>
                          <a:pt x="606" y="450"/>
                        </a:lnTo>
                        <a:lnTo>
                          <a:pt x="612" y="438"/>
                        </a:lnTo>
                        <a:lnTo>
                          <a:pt x="624" y="426"/>
                        </a:lnTo>
                        <a:lnTo>
                          <a:pt x="624" y="420"/>
                        </a:lnTo>
                        <a:lnTo>
                          <a:pt x="618" y="414"/>
                        </a:lnTo>
                        <a:lnTo>
                          <a:pt x="612" y="414"/>
                        </a:lnTo>
                        <a:lnTo>
                          <a:pt x="594" y="408"/>
                        </a:lnTo>
                        <a:lnTo>
                          <a:pt x="552" y="408"/>
                        </a:lnTo>
                        <a:lnTo>
                          <a:pt x="540" y="402"/>
                        </a:lnTo>
                        <a:lnTo>
                          <a:pt x="534" y="396"/>
                        </a:lnTo>
                        <a:lnTo>
                          <a:pt x="516" y="384"/>
                        </a:lnTo>
                        <a:lnTo>
                          <a:pt x="492" y="360"/>
                        </a:lnTo>
                        <a:lnTo>
                          <a:pt x="480" y="342"/>
                        </a:lnTo>
                        <a:lnTo>
                          <a:pt x="474" y="336"/>
                        </a:lnTo>
                        <a:lnTo>
                          <a:pt x="468" y="324"/>
                        </a:lnTo>
                        <a:lnTo>
                          <a:pt x="468" y="312"/>
                        </a:lnTo>
                        <a:lnTo>
                          <a:pt x="450" y="276"/>
                        </a:lnTo>
                        <a:lnTo>
                          <a:pt x="438" y="270"/>
                        </a:lnTo>
                        <a:lnTo>
                          <a:pt x="432" y="264"/>
                        </a:lnTo>
                        <a:lnTo>
                          <a:pt x="420" y="258"/>
                        </a:lnTo>
                        <a:lnTo>
                          <a:pt x="414" y="252"/>
                        </a:lnTo>
                        <a:lnTo>
                          <a:pt x="378" y="222"/>
                        </a:lnTo>
                        <a:lnTo>
                          <a:pt x="372" y="210"/>
                        </a:lnTo>
                        <a:lnTo>
                          <a:pt x="360" y="198"/>
                        </a:lnTo>
                        <a:lnTo>
                          <a:pt x="360" y="186"/>
                        </a:lnTo>
                        <a:lnTo>
                          <a:pt x="366" y="180"/>
                        </a:lnTo>
                        <a:lnTo>
                          <a:pt x="384" y="180"/>
                        </a:lnTo>
                        <a:lnTo>
                          <a:pt x="384" y="174"/>
                        </a:lnTo>
                        <a:lnTo>
                          <a:pt x="372" y="162"/>
                        </a:lnTo>
                        <a:lnTo>
                          <a:pt x="366" y="150"/>
                        </a:lnTo>
                        <a:lnTo>
                          <a:pt x="366" y="138"/>
                        </a:lnTo>
                        <a:lnTo>
                          <a:pt x="402" y="120"/>
                        </a:lnTo>
                        <a:lnTo>
                          <a:pt x="408" y="114"/>
                        </a:lnTo>
                        <a:lnTo>
                          <a:pt x="414" y="114"/>
                        </a:lnTo>
                        <a:lnTo>
                          <a:pt x="438" y="108"/>
                        </a:lnTo>
                        <a:lnTo>
                          <a:pt x="444" y="72"/>
                        </a:lnTo>
                        <a:lnTo>
                          <a:pt x="432" y="66"/>
                        </a:lnTo>
                        <a:lnTo>
                          <a:pt x="438" y="60"/>
                        </a:lnTo>
                        <a:lnTo>
                          <a:pt x="438" y="42"/>
                        </a:lnTo>
                        <a:lnTo>
                          <a:pt x="384" y="42"/>
                        </a:lnTo>
                        <a:lnTo>
                          <a:pt x="378" y="24"/>
                        </a:lnTo>
                        <a:lnTo>
                          <a:pt x="366" y="24"/>
                        </a:lnTo>
                        <a:lnTo>
                          <a:pt x="366" y="6"/>
                        </a:lnTo>
                        <a:lnTo>
                          <a:pt x="360" y="0"/>
                        </a:lnTo>
                        <a:lnTo>
                          <a:pt x="342" y="0"/>
                        </a:lnTo>
                        <a:lnTo>
                          <a:pt x="336" y="6"/>
                        </a:lnTo>
                        <a:lnTo>
                          <a:pt x="336" y="12"/>
                        </a:lnTo>
                        <a:lnTo>
                          <a:pt x="294" y="12"/>
                        </a:lnTo>
                        <a:lnTo>
                          <a:pt x="282" y="30"/>
                        </a:lnTo>
                        <a:lnTo>
                          <a:pt x="270" y="24"/>
                        </a:lnTo>
                        <a:lnTo>
                          <a:pt x="252" y="24"/>
                        </a:lnTo>
                        <a:lnTo>
                          <a:pt x="246" y="42"/>
                        </a:lnTo>
                        <a:lnTo>
                          <a:pt x="222" y="42"/>
                        </a:lnTo>
                        <a:lnTo>
                          <a:pt x="222" y="48"/>
                        </a:lnTo>
                        <a:lnTo>
                          <a:pt x="234" y="60"/>
                        </a:lnTo>
                        <a:lnTo>
                          <a:pt x="228" y="72"/>
                        </a:lnTo>
                        <a:lnTo>
                          <a:pt x="210" y="60"/>
                        </a:lnTo>
                        <a:lnTo>
                          <a:pt x="192" y="66"/>
                        </a:lnTo>
                        <a:lnTo>
                          <a:pt x="180" y="48"/>
                        </a:lnTo>
                        <a:lnTo>
                          <a:pt x="174" y="72"/>
                        </a:lnTo>
                        <a:lnTo>
                          <a:pt x="162" y="84"/>
                        </a:lnTo>
                        <a:lnTo>
                          <a:pt x="162" y="102"/>
                        </a:lnTo>
                        <a:lnTo>
                          <a:pt x="138" y="78"/>
                        </a:lnTo>
                        <a:lnTo>
                          <a:pt x="132" y="78"/>
                        </a:lnTo>
                        <a:lnTo>
                          <a:pt x="132" y="72"/>
                        </a:lnTo>
                        <a:lnTo>
                          <a:pt x="126" y="66"/>
                        </a:lnTo>
                        <a:lnTo>
                          <a:pt x="126" y="60"/>
                        </a:lnTo>
                        <a:lnTo>
                          <a:pt x="120" y="54"/>
                        </a:lnTo>
                        <a:lnTo>
                          <a:pt x="108" y="54"/>
                        </a:lnTo>
                        <a:lnTo>
                          <a:pt x="102" y="60"/>
                        </a:lnTo>
                        <a:lnTo>
                          <a:pt x="102" y="78"/>
                        </a:lnTo>
                        <a:lnTo>
                          <a:pt x="84" y="96"/>
                        </a:lnTo>
                        <a:lnTo>
                          <a:pt x="78" y="96"/>
                        </a:lnTo>
                        <a:lnTo>
                          <a:pt x="66" y="84"/>
                        </a:lnTo>
                        <a:lnTo>
                          <a:pt x="54" y="84"/>
                        </a:lnTo>
                        <a:lnTo>
                          <a:pt x="42" y="96"/>
                        </a:lnTo>
                        <a:lnTo>
                          <a:pt x="30" y="96"/>
                        </a:lnTo>
                        <a:lnTo>
                          <a:pt x="30" y="102"/>
                        </a:lnTo>
                        <a:lnTo>
                          <a:pt x="24" y="102"/>
                        </a:lnTo>
                        <a:lnTo>
                          <a:pt x="18" y="108"/>
                        </a:lnTo>
                        <a:lnTo>
                          <a:pt x="42" y="132"/>
                        </a:lnTo>
                        <a:lnTo>
                          <a:pt x="42" y="138"/>
                        </a:lnTo>
                        <a:lnTo>
                          <a:pt x="24" y="156"/>
                        </a:lnTo>
                        <a:lnTo>
                          <a:pt x="0" y="156"/>
                        </a:lnTo>
                        <a:lnTo>
                          <a:pt x="12" y="174"/>
                        </a:lnTo>
                        <a:lnTo>
                          <a:pt x="24" y="174"/>
                        </a:lnTo>
                        <a:lnTo>
                          <a:pt x="30" y="180"/>
                        </a:lnTo>
                        <a:lnTo>
                          <a:pt x="30" y="192"/>
                        </a:lnTo>
                        <a:lnTo>
                          <a:pt x="24" y="198"/>
                        </a:lnTo>
                        <a:lnTo>
                          <a:pt x="24" y="204"/>
                        </a:lnTo>
                        <a:lnTo>
                          <a:pt x="18" y="210"/>
                        </a:lnTo>
                        <a:lnTo>
                          <a:pt x="18" y="216"/>
                        </a:lnTo>
                        <a:lnTo>
                          <a:pt x="24" y="222"/>
                        </a:lnTo>
                        <a:lnTo>
                          <a:pt x="36" y="228"/>
                        </a:lnTo>
                        <a:lnTo>
                          <a:pt x="42" y="228"/>
                        </a:lnTo>
                        <a:lnTo>
                          <a:pt x="42" y="234"/>
                        </a:lnTo>
                        <a:lnTo>
                          <a:pt x="66" y="234"/>
                        </a:lnTo>
                        <a:lnTo>
                          <a:pt x="72" y="240"/>
                        </a:lnTo>
                        <a:lnTo>
                          <a:pt x="72" y="246"/>
                        </a:lnTo>
                        <a:lnTo>
                          <a:pt x="54" y="264"/>
                        </a:lnTo>
                        <a:lnTo>
                          <a:pt x="54" y="270"/>
                        </a:lnTo>
                        <a:lnTo>
                          <a:pt x="66" y="270"/>
                        </a:lnTo>
                        <a:lnTo>
                          <a:pt x="90" y="258"/>
                        </a:lnTo>
                        <a:lnTo>
                          <a:pt x="120" y="228"/>
                        </a:lnTo>
                        <a:lnTo>
                          <a:pt x="144" y="216"/>
                        </a:lnTo>
                        <a:lnTo>
                          <a:pt x="156" y="216"/>
                        </a:lnTo>
                        <a:lnTo>
                          <a:pt x="168" y="222"/>
                        </a:lnTo>
                        <a:lnTo>
                          <a:pt x="204" y="234"/>
                        </a:lnTo>
                        <a:lnTo>
                          <a:pt x="216" y="240"/>
                        </a:lnTo>
                        <a:lnTo>
                          <a:pt x="228" y="252"/>
                        </a:lnTo>
                        <a:lnTo>
                          <a:pt x="234" y="264"/>
                        </a:lnTo>
                        <a:lnTo>
                          <a:pt x="234" y="276"/>
                        </a:lnTo>
                        <a:lnTo>
                          <a:pt x="240" y="282"/>
                        </a:lnTo>
                        <a:lnTo>
                          <a:pt x="240" y="288"/>
                        </a:lnTo>
                        <a:lnTo>
                          <a:pt x="252" y="300"/>
                        </a:lnTo>
                        <a:lnTo>
                          <a:pt x="252" y="306"/>
                        </a:lnTo>
                        <a:lnTo>
                          <a:pt x="246" y="318"/>
                        </a:lnTo>
                        <a:lnTo>
                          <a:pt x="246" y="324"/>
                        </a:lnTo>
                        <a:lnTo>
                          <a:pt x="258" y="336"/>
                        </a:lnTo>
                        <a:lnTo>
                          <a:pt x="282" y="348"/>
                        </a:lnTo>
                        <a:lnTo>
                          <a:pt x="288" y="354"/>
                        </a:lnTo>
                        <a:lnTo>
                          <a:pt x="294" y="354"/>
                        </a:lnTo>
                        <a:lnTo>
                          <a:pt x="300" y="372"/>
                        </a:lnTo>
                        <a:lnTo>
                          <a:pt x="330" y="372"/>
                        </a:lnTo>
                        <a:lnTo>
                          <a:pt x="348" y="390"/>
                        </a:lnTo>
                        <a:lnTo>
                          <a:pt x="354" y="402"/>
                        </a:lnTo>
                        <a:lnTo>
                          <a:pt x="366" y="414"/>
                        </a:lnTo>
                        <a:lnTo>
                          <a:pt x="378" y="420"/>
                        </a:lnTo>
                        <a:lnTo>
                          <a:pt x="384" y="432"/>
                        </a:lnTo>
                        <a:lnTo>
                          <a:pt x="420" y="468"/>
                        </a:lnTo>
                        <a:lnTo>
                          <a:pt x="456" y="468"/>
                        </a:lnTo>
                        <a:lnTo>
                          <a:pt x="462" y="474"/>
                        </a:lnTo>
                        <a:lnTo>
                          <a:pt x="468" y="486"/>
                        </a:lnTo>
                        <a:lnTo>
                          <a:pt x="492" y="498"/>
                        </a:lnTo>
                        <a:lnTo>
                          <a:pt x="510" y="504"/>
                        </a:lnTo>
                        <a:lnTo>
                          <a:pt x="528" y="504"/>
                        </a:lnTo>
                        <a:lnTo>
                          <a:pt x="540" y="510"/>
                        </a:lnTo>
                        <a:lnTo>
                          <a:pt x="546" y="510"/>
                        </a:lnTo>
                        <a:lnTo>
                          <a:pt x="552" y="522"/>
                        </a:lnTo>
                        <a:lnTo>
                          <a:pt x="552" y="534"/>
                        </a:lnTo>
                        <a:lnTo>
                          <a:pt x="564" y="558"/>
                        </a:lnTo>
                        <a:lnTo>
                          <a:pt x="570" y="564"/>
                        </a:lnTo>
                        <a:lnTo>
                          <a:pt x="582" y="564"/>
                        </a:lnTo>
                        <a:lnTo>
                          <a:pt x="594" y="558"/>
                        </a:lnTo>
                        <a:lnTo>
                          <a:pt x="600" y="558"/>
                        </a:lnTo>
                        <a:lnTo>
                          <a:pt x="600" y="570"/>
                        </a:lnTo>
                        <a:lnTo>
                          <a:pt x="606" y="582"/>
                        </a:lnTo>
                        <a:lnTo>
                          <a:pt x="606" y="606"/>
                        </a:lnTo>
                        <a:lnTo>
                          <a:pt x="612" y="618"/>
                        </a:lnTo>
                        <a:lnTo>
                          <a:pt x="630" y="636"/>
                        </a:lnTo>
                        <a:lnTo>
                          <a:pt x="630" y="666"/>
                        </a:lnTo>
                        <a:lnTo>
                          <a:pt x="612" y="666"/>
                        </a:lnTo>
                        <a:lnTo>
                          <a:pt x="612" y="690"/>
                        </a:lnTo>
                        <a:lnTo>
                          <a:pt x="606" y="696"/>
                        </a:lnTo>
                        <a:lnTo>
                          <a:pt x="600" y="708"/>
                        </a:lnTo>
                        <a:lnTo>
                          <a:pt x="594" y="714"/>
                        </a:lnTo>
                        <a:lnTo>
                          <a:pt x="594" y="732"/>
                        </a:lnTo>
                        <a:lnTo>
                          <a:pt x="606" y="732"/>
                        </a:lnTo>
                        <a:lnTo>
                          <a:pt x="618" y="726"/>
                        </a:lnTo>
                        <a:lnTo>
                          <a:pt x="624" y="726"/>
                        </a:lnTo>
                        <a:lnTo>
                          <a:pt x="636" y="702"/>
                        </a:lnTo>
                        <a:lnTo>
                          <a:pt x="654" y="696"/>
                        </a:lnTo>
                        <a:lnTo>
                          <a:pt x="654" y="666"/>
                        </a:lnTo>
                        <a:lnTo>
                          <a:pt x="666" y="654"/>
                        </a:lnTo>
                        <a:lnTo>
                          <a:pt x="678" y="654"/>
                        </a:lnTo>
                        <a:lnTo>
                          <a:pt x="684" y="648"/>
                        </a:lnTo>
                        <a:lnTo>
                          <a:pt x="696" y="648"/>
                        </a:lnTo>
                        <a:lnTo>
                          <a:pt x="696" y="636"/>
                        </a:lnTo>
                        <a:lnTo>
                          <a:pt x="690" y="630"/>
                        </a:lnTo>
                        <a:lnTo>
                          <a:pt x="690" y="618"/>
                        </a:lnTo>
                        <a:lnTo>
                          <a:pt x="678" y="606"/>
                        </a:lnTo>
                        <a:lnTo>
                          <a:pt x="666" y="606"/>
                        </a:lnTo>
                        <a:lnTo>
                          <a:pt x="648" y="588"/>
                        </a:lnTo>
                        <a:lnTo>
                          <a:pt x="654" y="582"/>
                        </a:lnTo>
                        <a:lnTo>
                          <a:pt x="660" y="570"/>
                        </a:lnTo>
                        <a:lnTo>
                          <a:pt x="666" y="552"/>
                        </a:lnTo>
                        <a:lnTo>
                          <a:pt x="672" y="540"/>
                        </a:lnTo>
                        <a:lnTo>
                          <a:pt x="684" y="528"/>
                        </a:lnTo>
                        <a:lnTo>
                          <a:pt x="690" y="534"/>
                        </a:lnTo>
                        <a:lnTo>
                          <a:pt x="702" y="534"/>
                        </a:lnTo>
                        <a:lnTo>
                          <a:pt x="708" y="540"/>
                        </a:lnTo>
                        <a:lnTo>
                          <a:pt x="738" y="540"/>
                        </a:lnTo>
                        <a:lnTo>
                          <a:pt x="738" y="552"/>
                        </a:lnTo>
                        <a:lnTo>
                          <a:pt x="744" y="558"/>
                        </a:lnTo>
                        <a:lnTo>
                          <a:pt x="744" y="564"/>
                        </a:lnTo>
                        <a:lnTo>
                          <a:pt x="750" y="576"/>
                        </a:lnTo>
                        <a:lnTo>
                          <a:pt x="762" y="576"/>
                        </a:lnTo>
                        <a:lnTo>
                          <a:pt x="774" y="570"/>
                        </a:lnTo>
                        <a:lnTo>
                          <a:pt x="780" y="564"/>
                        </a:lnTo>
                        <a:lnTo>
                          <a:pt x="780" y="558"/>
                        </a:lnTo>
                        <a:lnTo>
                          <a:pt x="774" y="546"/>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32" name="Ireland" descr="© INSCALE GmbH, 05.05.2010&#10;http://www.presentationload.com/">
                    <a:extLst>
                      <a:ext uri="{FF2B5EF4-FFF2-40B4-BE49-F238E27FC236}">
                        <a16:creationId xmlns:a16="http://schemas.microsoft.com/office/drawing/2014/main" id="{2E978315-81FF-4446-52A0-47867CA8C2F5}"/>
                      </a:ext>
                    </a:extLst>
                  </p:cNvPr>
                  <p:cNvSpPr>
                    <a:spLocks/>
                  </p:cNvSpPr>
                  <p:nvPr/>
                </p:nvSpPr>
                <p:spPr bwMode="gray">
                  <a:xfrm>
                    <a:off x="2521" y="1447"/>
                    <a:ext cx="71" cy="75"/>
                  </a:xfrm>
                  <a:custGeom>
                    <a:avLst/>
                    <a:gdLst>
                      <a:gd name="T0" fmla="*/ 2147483647 w 282"/>
                      <a:gd name="T1" fmla="*/ 2147483647 h 300"/>
                      <a:gd name="T2" fmla="*/ 2147483647 w 282"/>
                      <a:gd name="T3" fmla="*/ 2147483647 h 300"/>
                      <a:gd name="T4" fmla="*/ 2147483647 w 282"/>
                      <a:gd name="T5" fmla="*/ 2147483647 h 300"/>
                      <a:gd name="T6" fmla="*/ 2147483647 w 282"/>
                      <a:gd name="T7" fmla="*/ 2147483647 h 300"/>
                      <a:gd name="T8" fmla="*/ 2147483647 w 282"/>
                      <a:gd name="T9" fmla="*/ 2147483647 h 300"/>
                      <a:gd name="T10" fmla="*/ 2147483647 w 282"/>
                      <a:gd name="T11" fmla="*/ 2147483647 h 300"/>
                      <a:gd name="T12" fmla="*/ 2147483647 w 282"/>
                      <a:gd name="T13" fmla="*/ 2147483647 h 300"/>
                      <a:gd name="T14" fmla="*/ 2147483647 w 282"/>
                      <a:gd name="T15" fmla="*/ 2147483647 h 300"/>
                      <a:gd name="T16" fmla="*/ 2147483647 w 282"/>
                      <a:gd name="T17" fmla="*/ 2147483647 h 300"/>
                      <a:gd name="T18" fmla="*/ 2147483647 w 282"/>
                      <a:gd name="T19" fmla="*/ 2147483647 h 300"/>
                      <a:gd name="T20" fmla="*/ 2147483647 w 282"/>
                      <a:gd name="T21" fmla="*/ 2147483647 h 300"/>
                      <a:gd name="T22" fmla="*/ 2147483647 w 282"/>
                      <a:gd name="T23" fmla="*/ 2147483647 h 300"/>
                      <a:gd name="T24" fmla="*/ 2147483647 w 282"/>
                      <a:gd name="T25" fmla="*/ 0 h 300"/>
                      <a:gd name="T26" fmla="*/ 2147483647 w 282"/>
                      <a:gd name="T27" fmla="*/ 2147483647 h 300"/>
                      <a:gd name="T28" fmla="*/ 2147483647 w 282"/>
                      <a:gd name="T29" fmla="*/ 2147483647 h 300"/>
                      <a:gd name="T30" fmla="*/ 2147483647 w 282"/>
                      <a:gd name="T31" fmla="*/ 2147483647 h 300"/>
                      <a:gd name="T32" fmla="*/ 2147483647 w 282"/>
                      <a:gd name="T33" fmla="*/ 2147483647 h 300"/>
                      <a:gd name="T34" fmla="*/ 2147483647 w 282"/>
                      <a:gd name="T35" fmla="*/ 2147483647 h 300"/>
                      <a:gd name="T36" fmla="*/ 2147483647 w 282"/>
                      <a:gd name="T37" fmla="*/ 2147483647 h 300"/>
                      <a:gd name="T38" fmla="*/ 2147483647 w 282"/>
                      <a:gd name="T39" fmla="*/ 2147483647 h 300"/>
                      <a:gd name="T40" fmla="*/ 2147483647 w 282"/>
                      <a:gd name="T41" fmla="*/ 2147483647 h 300"/>
                      <a:gd name="T42" fmla="*/ 2147483647 w 282"/>
                      <a:gd name="T43" fmla="*/ 2147483647 h 300"/>
                      <a:gd name="T44" fmla="*/ 2147483647 w 282"/>
                      <a:gd name="T45" fmla="*/ 2147483647 h 300"/>
                      <a:gd name="T46" fmla="*/ 2147483647 w 282"/>
                      <a:gd name="T47" fmla="*/ 2147483647 h 300"/>
                      <a:gd name="T48" fmla="*/ 2147483647 w 282"/>
                      <a:gd name="T49" fmla="*/ 2147483647 h 300"/>
                      <a:gd name="T50" fmla="*/ 2147483647 w 282"/>
                      <a:gd name="T51" fmla="*/ 2147483647 h 300"/>
                      <a:gd name="T52" fmla="*/ 2147483647 w 282"/>
                      <a:gd name="T53" fmla="*/ 2147483647 h 300"/>
                      <a:gd name="T54" fmla="*/ 2147483647 w 282"/>
                      <a:gd name="T55" fmla="*/ 2147483647 h 300"/>
                      <a:gd name="T56" fmla="*/ 2147483647 w 282"/>
                      <a:gd name="T57" fmla="*/ 2147483647 h 300"/>
                      <a:gd name="T58" fmla="*/ 2147483647 w 282"/>
                      <a:gd name="T59" fmla="*/ 2147483647 h 300"/>
                      <a:gd name="T60" fmla="*/ 2147483647 w 282"/>
                      <a:gd name="T61" fmla="*/ 2147483647 h 300"/>
                      <a:gd name="T62" fmla="*/ 2147483647 w 282"/>
                      <a:gd name="T63" fmla="*/ 2147483647 h 300"/>
                      <a:gd name="T64" fmla="*/ 2147483647 w 282"/>
                      <a:gd name="T65" fmla="*/ 2147483647 h 300"/>
                      <a:gd name="T66" fmla="*/ 2147483647 w 282"/>
                      <a:gd name="T67" fmla="*/ 2147483647 h 300"/>
                      <a:gd name="T68" fmla="*/ 2147483647 w 282"/>
                      <a:gd name="T69" fmla="*/ 2147483647 h 300"/>
                      <a:gd name="T70" fmla="*/ 2147483647 w 282"/>
                      <a:gd name="T71" fmla="*/ 2147483647 h 300"/>
                      <a:gd name="T72" fmla="*/ 2147483647 w 282"/>
                      <a:gd name="T73" fmla="*/ 2147483647 h 300"/>
                      <a:gd name="T74" fmla="*/ 2147483647 w 282"/>
                      <a:gd name="T75" fmla="*/ 2147483647 h 300"/>
                      <a:gd name="T76" fmla="*/ 2147483647 w 282"/>
                      <a:gd name="T77" fmla="*/ 2147483647 h 300"/>
                      <a:gd name="T78" fmla="*/ 2147483647 w 282"/>
                      <a:gd name="T79" fmla="*/ 2147483647 h 300"/>
                      <a:gd name="T80" fmla="*/ 0 w 282"/>
                      <a:gd name="T81" fmla="*/ 2147483647 h 300"/>
                      <a:gd name="T82" fmla="*/ 2147483647 w 282"/>
                      <a:gd name="T83" fmla="*/ 2147483647 h 300"/>
                      <a:gd name="T84" fmla="*/ 2147483647 w 282"/>
                      <a:gd name="T85" fmla="*/ 2147483647 h 300"/>
                      <a:gd name="T86" fmla="*/ 2147483647 w 282"/>
                      <a:gd name="T87" fmla="*/ 2147483647 h 300"/>
                      <a:gd name="T88" fmla="*/ 2147483647 w 282"/>
                      <a:gd name="T89" fmla="*/ 2147483647 h 300"/>
                      <a:gd name="T90" fmla="*/ 2147483647 w 282"/>
                      <a:gd name="T91" fmla="*/ 2147483647 h 300"/>
                      <a:gd name="T92" fmla="*/ 2147483647 w 282"/>
                      <a:gd name="T93" fmla="*/ 2147483647 h 300"/>
                      <a:gd name="T94" fmla="*/ 2147483647 w 282"/>
                      <a:gd name="T95" fmla="*/ 2147483647 h 300"/>
                      <a:gd name="T96" fmla="*/ 2147483647 w 282"/>
                      <a:gd name="T97" fmla="*/ 2147483647 h 300"/>
                      <a:gd name="T98" fmla="*/ 2147483647 w 282"/>
                      <a:gd name="T99" fmla="*/ 2147483647 h 300"/>
                      <a:gd name="T100" fmla="*/ 2147483647 w 282"/>
                      <a:gd name="T101" fmla="*/ 2147483647 h 300"/>
                      <a:gd name="T102" fmla="*/ 2147483647 w 282"/>
                      <a:gd name="T103" fmla="*/ 2147483647 h 300"/>
                      <a:gd name="T104" fmla="*/ 2147483647 w 282"/>
                      <a:gd name="T105" fmla="*/ 2147483647 h 300"/>
                      <a:gd name="T106" fmla="*/ 2147483647 w 282"/>
                      <a:gd name="T107" fmla="*/ 2147483647 h 300"/>
                      <a:gd name="T108" fmla="*/ 2147483647 w 282"/>
                      <a:gd name="T109" fmla="*/ 2147483647 h 300"/>
                      <a:gd name="T110" fmla="*/ 2147483647 w 282"/>
                      <a:gd name="T111" fmla="*/ 2147483647 h 30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282"/>
                      <a:gd name="T169" fmla="*/ 0 h 300"/>
                      <a:gd name="T170" fmla="*/ 282 w 282"/>
                      <a:gd name="T171" fmla="*/ 300 h 300"/>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282" h="300">
                        <a:moveTo>
                          <a:pt x="276" y="156"/>
                        </a:moveTo>
                        <a:lnTo>
                          <a:pt x="276" y="144"/>
                        </a:lnTo>
                        <a:lnTo>
                          <a:pt x="270" y="132"/>
                        </a:lnTo>
                        <a:lnTo>
                          <a:pt x="264" y="126"/>
                        </a:lnTo>
                        <a:lnTo>
                          <a:pt x="264" y="114"/>
                        </a:lnTo>
                        <a:lnTo>
                          <a:pt x="258" y="108"/>
                        </a:lnTo>
                        <a:lnTo>
                          <a:pt x="258" y="102"/>
                        </a:lnTo>
                        <a:lnTo>
                          <a:pt x="276" y="102"/>
                        </a:lnTo>
                        <a:lnTo>
                          <a:pt x="282" y="96"/>
                        </a:lnTo>
                        <a:lnTo>
                          <a:pt x="246" y="90"/>
                        </a:lnTo>
                        <a:lnTo>
                          <a:pt x="228" y="66"/>
                        </a:lnTo>
                        <a:lnTo>
                          <a:pt x="204" y="90"/>
                        </a:lnTo>
                        <a:lnTo>
                          <a:pt x="192" y="90"/>
                        </a:lnTo>
                        <a:lnTo>
                          <a:pt x="168" y="78"/>
                        </a:lnTo>
                        <a:lnTo>
                          <a:pt x="162" y="72"/>
                        </a:lnTo>
                        <a:lnTo>
                          <a:pt x="174" y="60"/>
                        </a:lnTo>
                        <a:lnTo>
                          <a:pt x="180" y="60"/>
                        </a:lnTo>
                        <a:lnTo>
                          <a:pt x="186" y="54"/>
                        </a:lnTo>
                        <a:lnTo>
                          <a:pt x="192" y="54"/>
                        </a:lnTo>
                        <a:lnTo>
                          <a:pt x="192" y="42"/>
                        </a:lnTo>
                        <a:lnTo>
                          <a:pt x="234" y="18"/>
                        </a:lnTo>
                        <a:lnTo>
                          <a:pt x="240" y="12"/>
                        </a:lnTo>
                        <a:lnTo>
                          <a:pt x="240" y="6"/>
                        </a:lnTo>
                        <a:lnTo>
                          <a:pt x="234" y="6"/>
                        </a:lnTo>
                        <a:lnTo>
                          <a:pt x="228" y="0"/>
                        </a:lnTo>
                        <a:lnTo>
                          <a:pt x="222" y="0"/>
                        </a:lnTo>
                        <a:lnTo>
                          <a:pt x="210" y="6"/>
                        </a:lnTo>
                        <a:lnTo>
                          <a:pt x="204" y="18"/>
                        </a:lnTo>
                        <a:lnTo>
                          <a:pt x="198" y="6"/>
                        </a:lnTo>
                        <a:lnTo>
                          <a:pt x="174" y="6"/>
                        </a:lnTo>
                        <a:lnTo>
                          <a:pt x="162" y="12"/>
                        </a:lnTo>
                        <a:lnTo>
                          <a:pt x="156" y="12"/>
                        </a:lnTo>
                        <a:lnTo>
                          <a:pt x="150" y="18"/>
                        </a:lnTo>
                        <a:lnTo>
                          <a:pt x="150" y="30"/>
                        </a:lnTo>
                        <a:lnTo>
                          <a:pt x="144" y="36"/>
                        </a:lnTo>
                        <a:lnTo>
                          <a:pt x="144" y="42"/>
                        </a:lnTo>
                        <a:lnTo>
                          <a:pt x="126" y="42"/>
                        </a:lnTo>
                        <a:lnTo>
                          <a:pt x="120" y="48"/>
                        </a:lnTo>
                        <a:lnTo>
                          <a:pt x="120" y="54"/>
                        </a:lnTo>
                        <a:lnTo>
                          <a:pt x="138" y="54"/>
                        </a:lnTo>
                        <a:lnTo>
                          <a:pt x="144" y="60"/>
                        </a:lnTo>
                        <a:lnTo>
                          <a:pt x="150" y="60"/>
                        </a:lnTo>
                        <a:lnTo>
                          <a:pt x="150" y="66"/>
                        </a:lnTo>
                        <a:lnTo>
                          <a:pt x="144" y="72"/>
                        </a:lnTo>
                        <a:lnTo>
                          <a:pt x="132" y="72"/>
                        </a:lnTo>
                        <a:lnTo>
                          <a:pt x="132" y="78"/>
                        </a:lnTo>
                        <a:lnTo>
                          <a:pt x="126" y="84"/>
                        </a:lnTo>
                        <a:lnTo>
                          <a:pt x="102" y="84"/>
                        </a:lnTo>
                        <a:lnTo>
                          <a:pt x="102" y="90"/>
                        </a:lnTo>
                        <a:lnTo>
                          <a:pt x="90" y="78"/>
                        </a:lnTo>
                        <a:lnTo>
                          <a:pt x="42" y="78"/>
                        </a:lnTo>
                        <a:lnTo>
                          <a:pt x="42" y="102"/>
                        </a:lnTo>
                        <a:lnTo>
                          <a:pt x="54" y="102"/>
                        </a:lnTo>
                        <a:lnTo>
                          <a:pt x="54" y="108"/>
                        </a:lnTo>
                        <a:lnTo>
                          <a:pt x="60" y="114"/>
                        </a:lnTo>
                        <a:lnTo>
                          <a:pt x="42" y="126"/>
                        </a:lnTo>
                        <a:lnTo>
                          <a:pt x="36" y="126"/>
                        </a:lnTo>
                        <a:lnTo>
                          <a:pt x="30" y="132"/>
                        </a:lnTo>
                        <a:lnTo>
                          <a:pt x="30" y="138"/>
                        </a:lnTo>
                        <a:lnTo>
                          <a:pt x="42" y="150"/>
                        </a:lnTo>
                        <a:lnTo>
                          <a:pt x="54" y="156"/>
                        </a:lnTo>
                        <a:lnTo>
                          <a:pt x="60" y="162"/>
                        </a:lnTo>
                        <a:lnTo>
                          <a:pt x="72" y="162"/>
                        </a:lnTo>
                        <a:lnTo>
                          <a:pt x="78" y="156"/>
                        </a:lnTo>
                        <a:lnTo>
                          <a:pt x="96" y="156"/>
                        </a:lnTo>
                        <a:lnTo>
                          <a:pt x="96" y="168"/>
                        </a:lnTo>
                        <a:lnTo>
                          <a:pt x="90" y="174"/>
                        </a:lnTo>
                        <a:lnTo>
                          <a:pt x="72" y="174"/>
                        </a:lnTo>
                        <a:lnTo>
                          <a:pt x="72" y="192"/>
                        </a:lnTo>
                        <a:lnTo>
                          <a:pt x="54" y="192"/>
                        </a:lnTo>
                        <a:lnTo>
                          <a:pt x="48" y="198"/>
                        </a:lnTo>
                        <a:lnTo>
                          <a:pt x="48" y="210"/>
                        </a:lnTo>
                        <a:lnTo>
                          <a:pt x="42" y="222"/>
                        </a:lnTo>
                        <a:lnTo>
                          <a:pt x="42" y="234"/>
                        </a:lnTo>
                        <a:lnTo>
                          <a:pt x="18" y="234"/>
                        </a:lnTo>
                        <a:lnTo>
                          <a:pt x="12" y="240"/>
                        </a:lnTo>
                        <a:lnTo>
                          <a:pt x="6" y="240"/>
                        </a:lnTo>
                        <a:lnTo>
                          <a:pt x="6" y="246"/>
                        </a:lnTo>
                        <a:lnTo>
                          <a:pt x="12" y="246"/>
                        </a:lnTo>
                        <a:lnTo>
                          <a:pt x="18" y="252"/>
                        </a:lnTo>
                        <a:lnTo>
                          <a:pt x="6" y="252"/>
                        </a:lnTo>
                        <a:lnTo>
                          <a:pt x="0" y="258"/>
                        </a:lnTo>
                        <a:lnTo>
                          <a:pt x="0" y="270"/>
                        </a:lnTo>
                        <a:lnTo>
                          <a:pt x="42" y="270"/>
                        </a:lnTo>
                        <a:lnTo>
                          <a:pt x="24" y="288"/>
                        </a:lnTo>
                        <a:lnTo>
                          <a:pt x="30" y="282"/>
                        </a:lnTo>
                        <a:lnTo>
                          <a:pt x="48" y="282"/>
                        </a:lnTo>
                        <a:lnTo>
                          <a:pt x="48" y="288"/>
                        </a:lnTo>
                        <a:lnTo>
                          <a:pt x="42" y="288"/>
                        </a:lnTo>
                        <a:lnTo>
                          <a:pt x="36" y="294"/>
                        </a:lnTo>
                        <a:lnTo>
                          <a:pt x="30" y="294"/>
                        </a:lnTo>
                        <a:lnTo>
                          <a:pt x="36" y="300"/>
                        </a:lnTo>
                        <a:lnTo>
                          <a:pt x="60" y="300"/>
                        </a:lnTo>
                        <a:lnTo>
                          <a:pt x="96" y="288"/>
                        </a:lnTo>
                        <a:lnTo>
                          <a:pt x="108" y="282"/>
                        </a:lnTo>
                        <a:lnTo>
                          <a:pt x="120" y="270"/>
                        </a:lnTo>
                        <a:lnTo>
                          <a:pt x="120" y="264"/>
                        </a:lnTo>
                        <a:lnTo>
                          <a:pt x="132" y="270"/>
                        </a:lnTo>
                        <a:lnTo>
                          <a:pt x="138" y="270"/>
                        </a:lnTo>
                        <a:lnTo>
                          <a:pt x="150" y="264"/>
                        </a:lnTo>
                        <a:lnTo>
                          <a:pt x="162" y="252"/>
                        </a:lnTo>
                        <a:lnTo>
                          <a:pt x="180" y="246"/>
                        </a:lnTo>
                        <a:lnTo>
                          <a:pt x="204" y="246"/>
                        </a:lnTo>
                        <a:lnTo>
                          <a:pt x="210" y="240"/>
                        </a:lnTo>
                        <a:lnTo>
                          <a:pt x="252" y="240"/>
                        </a:lnTo>
                        <a:lnTo>
                          <a:pt x="246" y="222"/>
                        </a:lnTo>
                        <a:lnTo>
                          <a:pt x="264" y="222"/>
                        </a:lnTo>
                        <a:lnTo>
                          <a:pt x="264" y="198"/>
                        </a:lnTo>
                        <a:lnTo>
                          <a:pt x="270" y="192"/>
                        </a:lnTo>
                        <a:lnTo>
                          <a:pt x="270" y="180"/>
                        </a:lnTo>
                        <a:lnTo>
                          <a:pt x="276" y="168"/>
                        </a:lnTo>
                        <a:lnTo>
                          <a:pt x="276" y="156"/>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33" name="Iceland" descr="© INSCALE GmbH, 05.05.2010&#10;http://www.presentationload.com/">
                    <a:extLst>
                      <a:ext uri="{FF2B5EF4-FFF2-40B4-BE49-F238E27FC236}">
                        <a16:creationId xmlns:a16="http://schemas.microsoft.com/office/drawing/2014/main" id="{CC1C9EC5-01EA-350F-76E7-A2120F67A1F9}"/>
                      </a:ext>
                    </a:extLst>
                  </p:cNvPr>
                  <p:cNvSpPr>
                    <a:spLocks/>
                  </p:cNvSpPr>
                  <p:nvPr/>
                </p:nvSpPr>
                <p:spPr bwMode="gray">
                  <a:xfrm>
                    <a:off x="2368" y="1238"/>
                    <a:ext cx="145" cy="56"/>
                  </a:xfrm>
                  <a:custGeom>
                    <a:avLst/>
                    <a:gdLst>
                      <a:gd name="T0" fmla="*/ 2147483647 w 570"/>
                      <a:gd name="T1" fmla="*/ 2147483647 h 222"/>
                      <a:gd name="T2" fmla="*/ 2147483647 w 570"/>
                      <a:gd name="T3" fmla="*/ 2147483647 h 222"/>
                      <a:gd name="T4" fmla="*/ 2147483647 w 570"/>
                      <a:gd name="T5" fmla="*/ 2147483647 h 222"/>
                      <a:gd name="T6" fmla="*/ 2147483647 w 570"/>
                      <a:gd name="T7" fmla="*/ 2147483647 h 222"/>
                      <a:gd name="T8" fmla="*/ 2147483647 w 570"/>
                      <a:gd name="T9" fmla="*/ 2147483647 h 222"/>
                      <a:gd name="T10" fmla="*/ 2147483647 w 570"/>
                      <a:gd name="T11" fmla="*/ 2147483647 h 222"/>
                      <a:gd name="T12" fmla="*/ 2147483647 w 570"/>
                      <a:gd name="T13" fmla="*/ 2147483647 h 222"/>
                      <a:gd name="T14" fmla="*/ 2147483647 w 570"/>
                      <a:gd name="T15" fmla="*/ 2147483647 h 222"/>
                      <a:gd name="T16" fmla="*/ 2147483647 w 570"/>
                      <a:gd name="T17" fmla="*/ 2147483647 h 222"/>
                      <a:gd name="T18" fmla="*/ 2147483647 w 570"/>
                      <a:gd name="T19" fmla="*/ 2147483647 h 222"/>
                      <a:gd name="T20" fmla="*/ 2147483647 w 570"/>
                      <a:gd name="T21" fmla="*/ 2147483647 h 222"/>
                      <a:gd name="T22" fmla="*/ 2147483647 w 570"/>
                      <a:gd name="T23" fmla="*/ 2147483647 h 222"/>
                      <a:gd name="T24" fmla="*/ 2147483647 w 570"/>
                      <a:gd name="T25" fmla="*/ 2147483647 h 222"/>
                      <a:gd name="T26" fmla="*/ 2147483647 w 570"/>
                      <a:gd name="T27" fmla="*/ 2147483647 h 222"/>
                      <a:gd name="T28" fmla="*/ 2147483647 w 570"/>
                      <a:gd name="T29" fmla="*/ 2147483647 h 222"/>
                      <a:gd name="T30" fmla="*/ 2147483647 w 570"/>
                      <a:gd name="T31" fmla="*/ 2147483647 h 222"/>
                      <a:gd name="T32" fmla="*/ 2147483647 w 570"/>
                      <a:gd name="T33" fmla="*/ 2147483647 h 222"/>
                      <a:gd name="T34" fmla="*/ 2147483647 w 570"/>
                      <a:gd name="T35" fmla="*/ 2147483647 h 222"/>
                      <a:gd name="T36" fmla="*/ 2147483647 w 570"/>
                      <a:gd name="T37" fmla="*/ 2147483647 h 222"/>
                      <a:gd name="T38" fmla="*/ 2147483647 w 570"/>
                      <a:gd name="T39" fmla="*/ 2147483647 h 222"/>
                      <a:gd name="T40" fmla="*/ 2147483647 w 570"/>
                      <a:gd name="T41" fmla="*/ 2147483647 h 222"/>
                      <a:gd name="T42" fmla="*/ 2147483647 w 570"/>
                      <a:gd name="T43" fmla="*/ 2147483647 h 222"/>
                      <a:gd name="T44" fmla="*/ 2147483647 w 570"/>
                      <a:gd name="T45" fmla="*/ 2147483647 h 222"/>
                      <a:gd name="T46" fmla="*/ 2147483647 w 570"/>
                      <a:gd name="T47" fmla="*/ 2147483647 h 222"/>
                      <a:gd name="T48" fmla="*/ 2147483647 w 570"/>
                      <a:gd name="T49" fmla="*/ 2147483647 h 222"/>
                      <a:gd name="T50" fmla="*/ 2147483647 w 570"/>
                      <a:gd name="T51" fmla="*/ 2147483647 h 222"/>
                      <a:gd name="T52" fmla="*/ 2147483647 w 570"/>
                      <a:gd name="T53" fmla="*/ 2147483647 h 222"/>
                      <a:gd name="T54" fmla="*/ 2147483647 w 570"/>
                      <a:gd name="T55" fmla="*/ 2147483647 h 222"/>
                      <a:gd name="T56" fmla="*/ 2147483647 w 570"/>
                      <a:gd name="T57" fmla="*/ 2147483647 h 222"/>
                      <a:gd name="T58" fmla="*/ 2147483647 w 570"/>
                      <a:gd name="T59" fmla="*/ 2147483647 h 222"/>
                      <a:gd name="T60" fmla="*/ 2147483647 w 570"/>
                      <a:gd name="T61" fmla="*/ 2147483647 h 222"/>
                      <a:gd name="T62" fmla="*/ 2147483647 w 570"/>
                      <a:gd name="T63" fmla="*/ 2147483647 h 222"/>
                      <a:gd name="T64" fmla="*/ 2147483647 w 570"/>
                      <a:gd name="T65" fmla="*/ 2147483647 h 222"/>
                      <a:gd name="T66" fmla="*/ 0 w 570"/>
                      <a:gd name="T67" fmla="*/ 2147483647 h 222"/>
                      <a:gd name="T68" fmla="*/ 2147483647 w 570"/>
                      <a:gd name="T69" fmla="*/ 2147483647 h 222"/>
                      <a:gd name="T70" fmla="*/ 2147483647 w 570"/>
                      <a:gd name="T71" fmla="*/ 2147483647 h 222"/>
                      <a:gd name="T72" fmla="*/ 2147483647 w 570"/>
                      <a:gd name="T73" fmla="*/ 2147483647 h 222"/>
                      <a:gd name="T74" fmla="*/ 2147483647 w 570"/>
                      <a:gd name="T75" fmla="*/ 2147483647 h 222"/>
                      <a:gd name="T76" fmla="*/ 2147483647 w 570"/>
                      <a:gd name="T77" fmla="*/ 2147483647 h 222"/>
                      <a:gd name="T78" fmla="*/ 2147483647 w 570"/>
                      <a:gd name="T79" fmla="*/ 2147483647 h 222"/>
                      <a:gd name="T80" fmla="*/ 2147483647 w 570"/>
                      <a:gd name="T81" fmla="*/ 2147483647 h 222"/>
                      <a:gd name="T82" fmla="*/ 2147483647 w 570"/>
                      <a:gd name="T83" fmla="*/ 2147483647 h 222"/>
                      <a:gd name="T84" fmla="*/ 2147483647 w 570"/>
                      <a:gd name="T85" fmla="*/ 2147483647 h 222"/>
                      <a:gd name="T86" fmla="*/ 2147483647 w 570"/>
                      <a:gd name="T87" fmla="*/ 2147483647 h 222"/>
                      <a:gd name="T88" fmla="*/ 2147483647 w 570"/>
                      <a:gd name="T89" fmla="*/ 2147483647 h 222"/>
                      <a:gd name="T90" fmla="*/ 2147483647 w 570"/>
                      <a:gd name="T91" fmla="*/ 2147483647 h 222"/>
                      <a:gd name="T92" fmla="*/ 2147483647 w 570"/>
                      <a:gd name="T93" fmla="*/ 2147483647 h 22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570"/>
                      <a:gd name="T142" fmla="*/ 0 h 222"/>
                      <a:gd name="T143" fmla="*/ 570 w 570"/>
                      <a:gd name="T144" fmla="*/ 222 h 22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570" h="222">
                        <a:moveTo>
                          <a:pt x="252" y="222"/>
                        </a:moveTo>
                        <a:lnTo>
                          <a:pt x="270" y="216"/>
                        </a:lnTo>
                        <a:lnTo>
                          <a:pt x="306" y="216"/>
                        </a:lnTo>
                        <a:lnTo>
                          <a:pt x="312" y="204"/>
                        </a:lnTo>
                        <a:lnTo>
                          <a:pt x="312" y="192"/>
                        </a:lnTo>
                        <a:lnTo>
                          <a:pt x="324" y="198"/>
                        </a:lnTo>
                        <a:lnTo>
                          <a:pt x="330" y="198"/>
                        </a:lnTo>
                        <a:lnTo>
                          <a:pt x="342" y="204"/>
                        </a:lnTo>
                        <a:lnTo>
                          <a:pt x="348" y="204"/>
                        </a:lnTo>
                        <a:lnTo>
                          <a:pt x="360" y="192"/>
                        </a:lnTo>
                        <a:lnTo>
                          <a:pt x="360" y="186"/>
                        </a:lnTo>
                        <a:lnTo>
                          <a:pt x="372" y="186"/>
                        </a:lnTo>
                        <a:lnTo>
                          <a:pt x="378" y="192"/>
                        </a:lnTo>
                        <a:lnTo>
                          <a:pt x="390" y="192"/>
                        </a:lnTo>
                        <a:lnTo>
                          <a:pt x="414" y="180"/>
                        </a:lnTo>
                        <a:lnTo>
                          <a:pt x="432" y="168"/>
                        </a:lnTo>
                        <a:lnTo>
                          <a:pt x="456" y="156"/>
                        </a:lnTo>
                        <a:lnTo>
                          <a:pt x="474" y="156"/>
                        </a:lnTo>
                        <a:lnTo>
                          <a:pt x="480" y="162"/>
                        </a:lnTo>
                        <a:lnTo>
                          <a:pt x="492" y="162"/>
                        </a:lnTo>
                        <a:lnTo>
                          <a:pt x="504" y="156"/>
                        </a:lnTo>
                        <a:lnTo>
                          <a:pt x="510" y="144"/>
                        </a:lnTo>
                        <a:lnTo>
                          <a:pt x="510" y="138"/>
                        </a:lnTo>
                        <a:lnTo>
                          <a:pt x="516" y="126"/>
                        </a:lnTo>
                        <a:lnTo>
                          <a:pt x="528" y="126"/>
                        </a:lnTo>
                        <a:lnTo>
                          <a:pt x="552" y="114"/>
                        </a:lnTo>
                        <a:lnTo>
                          <a:pt x="564" y="102"/>
                        </a:lnTo>
                        <a:lnTo>
                          <a:pt x="570" y="102"/>
                        </a:lnTo>
                        <a:lnTo>
                          <a:pt x="552" y="102"/>
                        </a:lnTo>
                        <a:lnTo>
                          <a:pt x="570" y="84"/>
                        </a:lnTo>
                        <a:lnTo>
                          <a:pt x="570" y="78"/>
                        </a:lnTo>
                        <a:lnTo>
                          <a:pt x="564" y="72"/>
                        </a:lnTo>
                        <a:lnTo>
                          <a:pt x="552" y="66"/>
                        </a:lnTo>
                        <a:lnTo>
                          <a:pt x="540" y="66"/>
                        </a:lnTo>
                        <a:lnTo>
                          <a:pt x="534" y="72"/>
                        </a:lnTo>
                        <a:lnTo>
                          <a:pt x="528" y="72"/>
                        </a:lnTo>
                        <a:lnTo>
                          <a:pt x="534" y="60"/>
                        </a:lnTo>
                        <a:lnTo>
                          <a:pt x="504" y="60"/>
                        </a:lnTo>
                        <a:lnTo>
                          <a:pt x="522" y="36"/>
                        </a:lnTo>
                        <a:lnTo>
                          <a:pt x="504" y="36"/>
                        </a:lnTo>
                        <a:lnTo>
                          <a:pt x="510" y="18"/>
                        </a:lnTo>
                        <a:lnTo>
                          <a:pt x="480" y="24"/>
                        </a:lnTo>
                        <a:lnTo>
                          <a:pt x="474" y="18"/>
                        </a:lnTo>
                        <a:lnTo>
                          <a:pt x="462" y="12"/>
                        </a:lnTo>
                        <a:lnTo>
                          <a:pt x="456" y="6"/>
                        </a:lnTo>
                        <a:lnTo>
                          <a:pt x="444" y="0"/>
                        </a:lnTo>
                        <a:lnTo>
                          <a:pt x="432" y="0"/>
                        </a:lnTo>
                        <a:lnTo>
                          <a:pt x="432" y="24"/>
                        </a:lnTo>
                        <a:lnTo>
                          <a:pt x="414" y="30"/>
                        </a:lnTo>
                        <a:lnTo>
                          <a:pt x="408" y="30"/>
                        </a:lnTo>
                        <a:lnTo>
                          <a:pt x="402" y="24"/>
                        </a:lnTo>
                        <a:lnTo>
                          <a:pt x="378" y="24"/>
                        </a:lnTo>
                        <a:lnTo>
                          <a:pt x="372" y="30"/>
                        </a:lnTo>
                        <a:lnTo>
                          <a:pt x="366" y="42"/>
                        </a:lnTo>
                        <a:lnTo>
                          <a:pt x="360" y="36"/>
                        </a:lnTo>
                        <a:lnTo>
                          <a:pt x="348" y="30"/>
                        </a:lnTo>
                        <a:lnTo>
                          <a:pt x="342" y="24"/>
                        </a:lnTo>
                        <a:lnTo>
                          <a:pt x="336" y="24"/>
                        </a:lnTo>
                        <a:lnTo>
                          <a:pt x="330" y="30"/>
                        </a:lnTo>
                        <a:lnTo>
                          <a:pt x="330" y="60"/>
                        </a:lnTo>
                        <a:lnTo>
                          <a:pt x="324" y="48"/>
                        </a:lnTo>
                        <a:lnTo>
                          <a:pt x="318" y="42"/>
                        </a:lnTo>
                        <a:lnTo>
                          <a:pt x="306" y="36"/>
                        </a:lnTo>
                        <a:lnTo>
                          <a:pt x="300" y="24"/>
                        </a:lnTo>
                        <a:lnTo>
                          <a:pt x="288" y="24"/>
                        </a:lnTo>
                        <a:lnTo>
                          <a:pt x="288" y="30"/>
                        </a:lnTo>
                        <a:lnTo>
                          <a:pt x="270" y="30"/>
                        </a:lnTo>
                        <a:lnTo>
                          <a:pt x="264" y="36"/>
                        </a:lnTo>
                        <a:lnTo>
                          <a:pt x="264" y="54"/>
                        </a:lnTo>
                        <a:lnTo>
                          <a:pt x="252" y="54"/>
                        </a:lnTo>
                        <a:lnTo>
                          <a:pt x="240" y="42"/>
                        </a:lnTo>
                        <a:lnTo>
                          <a:pt x="228" y="36"/>
                        </a:lnTo>
                        <a:lnTo>
                          <a:pt x="222" y="30"/>
                        </a:lnTo>
                        <a:lnTo>
                          <a:pt x="216" y="30"/>
                        </a:lnTo>
                        <a:lnTo>
                          <a:pt x="216" y="48"/>
                        </a:lnTo>
                        <a:lnTo>
                          <a:pt x="210" y="60"/>
                        </a:lnTo>
                        <a:lnTo>
                          <a:pt x="210" y="72"/>
                        </a:lnTo>
                        <a:lnTo>
                          <a:pt x="204" y="72"/>
                        </a:lnTo>
                        <a:lnTo>
                          <a:pt x="192" y="60"/>
                        </a:lnTo>
                        <a:lnTo>
                          <a:pt x="186" y="60"/>
                        </a:lnTo>
                        <a:lnTo>
                          <a:pt x="162" y="84"/>
                        </a:lnTo>
                        <a:lnTo>
                          <a:pt x="162" y="90"/>
                        </a:lnTo>
                        <a:lnTo>
                          <a:pt x="156" y="84"/>
                        </a:lnTo>
                        <a:lnTo>
                          <a:pt x="144" y="60"/>
                        </a:lnTo>
                        <a:lnTo>
                          <a:pt x="162" y="42"/>
                        </a:lnTo>
                        <a:lnTo>
                          <a:pt x="162" y="36"/>
                        </a:lnTo>
                        <a:lnTo>
                          <a:pt x="156" y="30"/>
                        </a:lnTo>
                        <a:lnTo>
                          <a:pt x="108" y="6"/>
                        </a:lnTo>
                        <a:lnTo>
                          <a:pt x="96" y="6"/>
                        </a:lnTo>
                        <a:lnTo>
                          <a:pt x="96" y="36"/>
                        </a:lnTo>
                        <a:lnTo>
                          <a:pt x="90" y="36"/>
                        </a:lnTo>
                        <a:lnTo>
                          <a:pt x="84" y="30"/>
                        </a:lnTo>
                        <a:lnTo>
                          <a:pt x="78" y="30"/>
                        </a:lnTo>
                        <a:lnTo>
                          <a:pt x="66" y="24"/>
                        </a:lnTo>
                        <a:lnTo>
                          <a:pt x="54" y="24"/>
                        </a:lnTo>
                        <a:lnTo>
                          <a:pt x="42" y="30"/>
                        </a:lnTo>
                        <a:lnTo>
                          <a:pt x="30" y="42"/>
                        </a:lnTo>
                        <a:lnTo>
                          <a:pt x="48" y="54"/>
                        </a:lnTo>
                        <a:lnTo>
                          <a:pt x="30" y="54"/>
                        </a:lnTo>
                        <a:lnTo>
                          <a:pt x="18" y="60"/>
                        </a:lnTo>
                        <a:lnTo>
                          <a:pt x="12" y="66"/>
                        </a:lnTo>
                        <a:lnTo>
                          <a:pt x="0" y="66"/>
                        </a:lnTo>
                        <a:lnTo>
                          <a:pt x="6" y="72"/>
                        </a:lnTo>
                        <a:lnTo>
                          <a:pt x="18" y="78"/>
                        </a:lnTo>
                        <a:lnTo>
                          <a:pt x="30" y="78"/>
                        </a:lnTo>
                        <a:lnTo>
                          <a:pt x="54" y="66"/>
                        </a:lnTo>
                        <a:lnTo>
                          <a:pt x="66" y="66"/>
                        </a:lnTo>
                        <a:lnTo>
                          <a:pt x="72" y="60"/>
                        </a:lnTo>
                        <a:lnTo>
                          <a:pt x="78" y="60"/>
                        </a:lnTo>
                        <a:lnTo>
                          <a:pt x="126" y="72"/>
                        </a:lnTo>
                        <a:lnTo>
                          <a:pt x="90" y="90"/>
                        </a:lnTo>
                        <a:lnTo>
                          <a:pt x="102" y="90"/>
                        </a:lnTo>
                        <a:lnTo>
                          <a:pt x="108" y="96"/>
                        </a:lnTo>
                        <a:lnTo>
                          <a:pt x="114" y="96"/>
                        </a:lnTo>
                        <a:lnTo>
                          <a:pt x="120" y="102"/>
                        </a:lnTo>
                        <a:lnTo>
                          <a:pt x="114" y="102"/>
                        </a:lnTo>
                        <a:lnTo>
                          <a:pt x="108" y="108"/>
                        </a:lnTo>
                        <a:lnTo>
                          <a:pt x="6" y="108"/>
                        </a:lnTo>
                        <a:lnTo>
                          <a:pt x="0" y="114"/>
                        </a:lnTo>
                        <a:lnTo>
                          <a:pt x="12" y="120"/>
                        </a:lnTo>
                        <a:lnTo>
                          <a:pt x="60" y="120"/>
                        </a:lnTo>
                        <a:lnTo>
                          <a:pt x="84" y="132"/>
                        </a:lnTo>
                        <a:lnTo>
                          <a:pt x="90" y="138"/>
                        </a:lnTo>
                        <a:lnTo>
                          <a:pt x="126" y="132"/>
                        </a:lnTo>
                        <a:lnTo>
                          <a:pt x="108" y="150"/>
                        </a:lnTo>
                        <a:lnTo>
                          <a:pt x="120" y="156"/>
                        </a:lnTo>
                        <a:lnTo>
                          <a:pt x="114" y="162"/>
                        </a:lnTo>
                        <a:lnTo>
                          <a:pt x="114" y="168"/>
                        </a:lnTo>
                        <a:lnTo>
                          <a:pt x="108" y="174"/>
                        </a:lnTo>
                        <a:lnTo>
                          <a:pt x="90" y="174"/>
                        </a:lnTo>
                        <a:lnTo>
                          <a:pt x="78" y="180"/>
                        </a:lnTo>
                        <a:lnTo>
                          <a:pt x="54" y="180"/>
                        </a:lnTo>
                        <a:lnTo>
                          <a:pt x="54" y="186"/>
                        </a:lnTo>
                        <a:lnTo>
                          <a:pt x="66" y="192"/>
                        </a:lnTo>
                        <a:lnTo>
                          <a:pt x="120" y="192"/>
                        </a:lnTo>
                        <a:lnTo>
                          <a:pt x="132" y="186"/>
                        </a:lnTo>
                        <a:lnTo>
                          <a:pt x="138" y="180"/>
                        </a:lnTo>
                        <a:lnTo>
                          <a:pt x="168" y="198"/>
                        </a:lnTo>
                        <a:lnTo>
                          <a:pt x="180" y="186"/>
                        </a:lnTo>
                        <a:lnTo>
                          <a:pt x="180" y="198"/>
                        </a:lnTo>
                        <a:lnTo>
                          <a:pt x="228" y="222"/>
                        </a:lnTo>
                        <a:lnTo>
                          <a:pt x="252" y="22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34" name="Hungary" descr="© INSCALE GmbH, 05.05.2010&#10;http://www.presentationload.com/">
                    <a:extLst>
                      <a:ext uri="{FF2B5EF4-FFF2-40B4-BE49-F238E27FC236}">
                        <a16:creationId xmlns:a16="http://schemas.microsoft.com/office/drawing/2014/main" id="{2BB650F1-56BE-6A6D-D019-2A0EE4DBC979}"/>
                      </a:ext>
                    </a:extLst>
                  </p:cNvPr>
                  <p:cNvSpPr>
                    <a:spLocks/>
                  </p:cNvSpPr>
                  <p:nvPr/>
                </p:nvSpPr>
                <p:spPr bwMode="gray">
                  <a:xfrm>
                    <a:off x="2934" y="1579"/>
                    <a:ext cx="108" cy="57"/>
                  </a:xfrm>
                  <a:custGeom>
                    <a:avLst/>
                    <a:gdLst>
                      <a:gd name="T0" fmla="*/ 2147483647 w 426"/>
                      <a:gd name="T1" fmla="*/ 2147483647 h 222"/>
                      <a:gd name="T2" fmla="*/ 2147483647 w 426"/>
                      <a:gd name="T3" fmla="*/ 2147483647 h 222"/>
                      <a:gd name="T4" fmla="*/ 2147483647 w 426"/>
                      <a:gd name="T5" fmla="*/ 2147483647 h 222"/>
                      <a:gd name="T6" fmla="*/ 0 w 426"/>
                      <a:gd name="T7" fmla="*/ 2147483647 h 222"/>
                      <a:gd name="T8" fmla="*/ 2147483647 w 426"/>
                      <a:gd name="T9" fmla="*/ 2147483647 h 222"/>
                      <a:gd name="T10" fmla="*/ 2147483647 w 426"/>
                      <a:gd name="T11" fmla="*/ 2147483647 h 222"/>
                      <a:gd name="T12" fmla="*/ 2147483647 w 426"/>
                      <a:gd name="T13" fmla="*/ 2147483647 h 222"/>
                      <a:gd name="T14" fmla="*/ 2147483647 w 426"/>
                      <a:gd name="T15" fmla="*/ 2147483647 h 222"/>
                      <a:gd name="T16" fmla="*/ 2147483647 w 426"/>
                      <a:gd name="T17" fmla="*/ 2147483647 h 222"/>
                      <a:gd name="T18" fmla="*/ 2147483647 w 426"/>
                      <a:gd name="T19" fmla="*/ 2147483647 h 222"/>
                      <a:gd name="T20" fmla="*/ 2147483647 w 426"/>
                      <a:gd name="T21" fmla="*/ 2147483647 h 222"/>
                      <a:gd name="T22" fmla="*/ 2147483647 w 426"/>
                      <a:gd name="T23" fmla="*/ 2147483647 h 222"/>
                      <a:gd name="T24" fmla="*/ 2147483647 w 426"/>
                      <a:gd name="T25" fmla="*/ 2147483647 h 222"/>
                      <a:gd name="T26" fmla="*/ 2147483647 w 426"/>
                      <a:gd name="T27" fmla="*/ 2147483647 h 222"/>
                      <a:gd name="T28" fmla="*/ 2147483647 w 426"/>
                      <a:gd name="T29" fmla="*/ 2147483647 h 222"/>
                      <a:gd name="T30" fmla="*/ 2147483647 w 426"/>
                      <a:gd name="T31" fmla="*/ 2147483647 h 222"/>
                      <a:gd name="T32" fmla="*/ 2147483647 w 426"/>
                      <a:gd name="T33" fmla="*/ 2147483647 h 222"/>
                      <a:gd name="T34" fmla="*/ 2147483647 w 426"/>
                      <a:gd name="T35" fmla="*/ 2147483647 h 222"/>
                      <a:gd name="T36" fmla="*/ 2147483647 w 426"/>
                      <a:gd name="T37" fmla="*/ 2147483647 h 222"/>
                      <a:gd name="T38" fmla="*/ 2147483647 w 426"/>
                      <a:gd name="T39" fmla="*/ 2147483647 h 222"/>
                      <a:gd name="T40" fmla="*/ 2147483647 w 426"/>
                      <a:gd name="T41" fmla="*/ 2147483647 h 222"/>
                      <a:gd name="T42" fmla="*/ 2147483647 w 426"/>
                      <a:gd name="T43" fmla="*/ 2147483647 h 222"/>
                      <a:gd name="T44" fmla="*/ 2147483647 w 426"/>
                      <a:gd name="T45" fmla="*/ 2147483647 h 222"/>
                      <a:gd name="T46" fmla="*/ 2147483647 w 426"/>
                      <a:gd name="T47" fmla="*/ 2147483647 h 222"/>
                      <a:gd name="T48" fmla="*/ 2147483647 w 426"/>
                      <a:gd name="T49" fmla="*/ 0 h 222"/>
                      <a:gd name="T50" fmla="*/ 2147483647 w 426"/>
                      <a:gd name="T51" fmla="*/ 2147483647 h 222"/>
                      <a:gd name="T52" fmla="*/ 2147483647 w 426"/>
                      <a:gd name="T53" fmla="*/ 0 h 222"/>
                      <a:gd name="T54" fmla="*/ 2147483647 w 426"/>
                      <a:gd name="T55" fmla="*/ 2147483647 h 222"/>
                      <a:gd name="T56" fmla="*/ 2147483647 w 426"/>
                      <a:gd name="T57" fmla="*/ 2147483647 h 222"/>
                      <a:gd name="T58" fmla="*/ 2147483647 w 426"/>
                      <a:gd name="T59" fmla="*/ 2147483647 h 222"/>
                      <a:gd name="T60" fmla="*/ 2147483647 w 426"/>
                      <a:gd name="T61" fmla="*/ 2147483647 h 222"/>
                      <a:gd name="T62" fmla="*/ 2147483647 w 426"/>
                      <a:gd name="T63" fmla="*/ 2147483647 h 222"/>
                      <a:gd name="T64" fmla="*/ 2147483647 w 426"/>
                      <a:gd name="T65" fmla="*/ 2147483647 h 222"/>
                      <a:gd name="T66" fmla="*/ 2147483647 w 426"/>
                      <a:gd name="T67" fmla="*/ 2147483647 h 222"/>
                      <a:gd name="T68" fmla="*/ 2147483647 w 426"/>
                      <a:gd name="T69" fmla="*/ 2147483647 h 222"/>
                      <a:gd name="T70" fmla="*/ 2147483647 w 426"/>
                      <a:gd name="T71" fmla="*/ 2147483647 h 222"/>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426"/>
                      <a:gd name="T109" fmla="*/ 0 h 222"/>
                      <a:gd name="T110" fmla="*/ 426 w 426"/>
                      <a:gd name="T111" fmla="*/ 222 h 222"/>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426" h="222">
                        <a:moveTo>
                          <a:pt x="42" y="66"/>
                        </a:moveTo>
                        <a:lnTo>
                          <a:pt x="24" y="66"/>
                        </a:lnTo>
                        <a:lnTo>
                          <a:pt x="18" y="78"/>
                        </a:lnTo>
                        <a:lnTo>
                          <a:pt x="30" y="78"/>
                        </a:lnTo>
                        <a:lnTo>
                          <a:pt x="18" y="96"/>
                        </a:lnTo>
                        <a:lnTo>
                          <a:pt x="18" y="120"/>
                        </a:lnTo>
                        <a:lnTo>
                          <a:pt x="0" y="120"/>
                        </a:lnTo>
                        <a:lnTo>
                          <a:pt x="0" y="126"/>
                        </a:lnTo>
                        <a:lnTo>
                          <a:pt x="6" y="132"/>
                        </a:lnTo>
                        <a:lnTo>
                          <a:pt x="12" y="150"/>
                        </a:lnTo>
                        <a:lnTo>
                          <a:pt x="30" y="162"/>
                        </a:lnTo>
                        <a:lnTo>
                          <a:pt x="42" y="168"/>
                        </a:lnTo>
                        <a:lnTo>
                          <a:pt x="48" y="174"/>
                        </a:lnTo>
                        <a:lnTo>
                          <a:pt x="48" y="180"/>
                        </a:lnTo>
                        <a:lnTo>
                          <a:pt x="60" y="192"/>
                        </a:lnTo>
                        <a:lnTo>
                          <a:pt x="72" y="198"/>
                        </a:lnTo>
                        <a:lnTo>
                          <a:pt x="78" y="204"/>
                        </a:lnTo>
                        <a:lnTo>
                          <a:pt x="90" y="210"/>
                        </a:lnTo>
                        <a:lnTo>
                          <a:pt x="108" y="210"/>
                        </a:lnTo>
                        <a:lnTo>
                          <a:pt x="114" y="222"/>
                        </a:lnTo>
                        <a:lnTo>
                          <a:pt x="156" y="216"/>
                        </a:lnTo>
                        <a:lnTo>
                          <a:pt x="168" y="210"/>
                        </a:lnTo>
                        <a:lnTo>
                          <a:pt x="174" y="204"/>
                        </a:lnTo>
                        <a:lnTo>
                          <a:pt x="198" y="204"/>
                        </a:lnTo>
                        <a:lnTo>
                          <a:pt x="216" y="186"/>
                        </a:lnTo>
                        <a:lnTo>
                          <a:pt x="240" y="186"/>
                        </a:lnTo>
                        <a:lnTo>
                          <a:pt x="258" y="198"/>
                        </a:lnTo>
                        <a:lnTo>
                          <a:pt x="288" y="192"/>
                        </a:lnTo>
                        <a:lnTo>
                          <a:pt x="288" y="174"/>
                        </a:lnTo>
                        <a:lnTo>
                          <a:pt x="306" y="180"/>
                        </a:lnTo>
                        <a:lnTo>
                          <a:pt x="312" y="174"/>
                        </a:lnTo>
                        <a:lnTo>
                          <a:pt x="324" y="168"/>
                        </a:lnTo>
                        <a:lnTo>
                          <a:pt x="330" y="162"/>
                        </a:lnTo>
                        <a:lnTo>
                          <a:pt x="330" y="144"/>
                        </a:lnTo>
                        <a:lnTo>
                          <a:pt x="336" y="138"/>
                        </a:lnTo>
                        <a:lnTo>
                          <a:pt x="348" y="132"/>
                        </a:lnTo>
                        <a:lnTo>
                          <a:pt x="366" y="114"/>
                        </a:lnTo>
                        <a:lnTo>
                          <a:pt x="366" y="72"/>
                        </a:lnTo>
                        <a:lnTo>
                          <a:pt x="378" y="60"/>
                        </a:lnTo>
                        <a:lnTo>
                          <a:pt x="408" y="60"/>
                        </a:lnTo>
                        <a:lnTo>
                          <a:pt x="426" y="42"/>
                        </a:lnTo>
                        <a:lnTo>
                          <a:pt x="420" y="36"/>
                        </a:lnTo>
                        <a:lnTo>
                          <a:pt x="408" y="36"/>
                        </a:lnTo>
                        <a:lnTo>
                          <a:pt x="402" y="30"/>
                        </a:lnTo>
                        <a:lnTo>
                          <a:pt x="396" y="30"/>
                        </a:lnTo>
                        <a:lnTo>
                          <a:pt x="372" y="6"/>
                        </a:lnTo>
                        <a:lnTo>
                          <a:pt x="348" y="6"/>
                        </a:lnTo>
                        <a:lnTo>
                          <a:pt x="336" y="12"/>
                        </a:lnTo>
                        <a:lnTo>
                          <a:pt x="324" y="12"/>
                        </a:lnTo>
                        <a:lnTo>
                          <a:pt x="324" y="0"/>
                        </a:lnTo>
                        <a:lnTo>
                          <a:pt x="312" y="0"/>
                        </a:lnTo>
                        <a:lnTo>
                          <a:pt x="312" y="18"/>
                        </a:lnTo>
                        <a:lnTo>
                          <a:pt x="294" y="12"/>
                        </a:lnTo>
                        <a:lnTo>
                          <a:pt x="294" y="0"/>
                        </a:lnTo>
                        <a:lnTo>
                          <a:pt x="270" y="0"/>
                        </a:lnTo>
                        <a:lnTo>
                          <a:pt x="264" y="12"/>
                        </a:lnTo>
                        <a:lnTo>
                          <a:pt x="252" y="24"/>
                        </a:lnTo>
                        <a:lnTo>
                          <a:pt x="246" y="24"/>
                        </a:lnTo>
                        <a:lnTo>
                          <a:pt x="234" y="30"/>
                        </a:lnTo>
                        <a:lnTo>
                          <a:pt x="210" y="30"/>
                        </a:lnTo>
                        <a:lnTo>
                          <a:pt x="204" y="42"/>
                        </a:lnTo>
                        <a:lnTo>
                          <a:pt x="168" y="36"/>
                        </a:lnTo>
                        <a:lnTo>
                          <a:pt x="156" y="60"/>
                        </a:lnTo>
                        <a:lnTo>
                          <a:pt x="144" y="60"/>
                        </a:lnTo>
                        <a:lnTo>
                          <a:pt x="126" y="66"/>
                        </a:lnTo>
                        <a:lnTo>
                          <a:pt x="84" y="66"/>
                        </a:lnTo>
                        <a:lnTo>
                          <a:pt x="78" y="60"/>
                        </a:lnTo>
                        <a:lnTo>
                          <a:pt x="72" y="48"/>
                        </a:lnTo>
                        <a:lnTo>
                          <a:pt x="66" y="42"/>
                        </a:lnTo>
                        <a:lnTo>
                          <a:pt x="54" y="60"/>
                        </a:lnTo>
                        <a:lnTo>
                          <a:pt x="42" y="54"/>
                        </a:lnTo>
                        <a:lnTo>
                          <a:pt x="42" y="66"/>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35" name="Greece" descr="© INSCALE GmbH, 05.05.2010&#10;http://www.presentationload.com/">
                    <a:extLst>
                      <a:ext uri="{FF2B5EF4-FFF2-40B4-BE49-F238E27FC236}">
                        <a16:creationId xmlns:a16="http://schemas.microsoft.com/office/drawing/2014/main" id="{059309B0-D37A-EA3F-22AD-F1C40038F7FE}"/>
                      </a:ext>
                    </a:extLst>
                  </p:cNvPr>
                  <p:cNvSpPr>
                    <a:spLocks noEditPoints="1"/>
                  </p:cNvSpPr>
                  <p:nvPr/>
                </p:nvSpPr>
                <p:spPr bwMode="gray">
                  <a:xfrm>
                    <a:off x="3007" y="1716"/>
                    <a:ext cx="135" cy="140"/>
                  </a:xfrm>
                  <a:custGeom>
                    <a:avLst/>
                    <a:gdLst>
                      <a:gd name="T0" fmla="*/ 0 w 534"/>
                      <a:gd name="T1" fmla="*/ 2147483647 h 552"/>
                      <a:gd name="T2" fmla="*/ 2147483647 w 534"/>
                      <a:gd name="T3" fmla="*/ 2147483647 h 552"/>
                      <a:gd name="T4" fmla="*/ 2147483647 w 534"/>
                      <a:gd name="T5" fmla="*/ 2147483647 h 552"/>
                      <a:gd name="T6" fmla="*/ 2147483647 w 534"/>
                      <a:gd name="T7" fmla="*/ 2147483647 h 552"/>
                      <a:gd name="T8" fmla="*/ 2147483647 w 534"/>
                      <a:gd name="T9" fmla="*/ 2147483647 h 552"/>
                      <a:gd name="T10" fmla="*/ 2147483647 w 534"/>
                      <a:gd name="T11" fmla="*/ 2147483647 h 552"/>
                      <a:gd name="T12" fmla="*/ 2147483647 w 534"/>
                      <a:gd name="T13" fmla="*/ 2147483647 h 552"/>
                      <a:gd name="T14" fmla="*/ 2147483647 w 534"/>
                      <a:gd name="T15" fmla="*/ 2147483647 h 552"/>
                      <a:gd name="T16" fmla="*/ 2147483647 w 534"/>
                      <a:gd name="T17" fmla="*/ 2147483647 h 552"/>
                      <a:gd name="T18" fmla="*/ 2147483647 w 534"/>
                      <a:gd name="T19" fmla="*/ 2147483647 h 552"/>
                      <a:gd name="T20" fmla="*/ 2147483647 w 534"/>
                      <a:gd name="T21" fmla="*/ 2147483647 h 552"/>
                      <a:gd name="T22" fmla="*/ 2147483647 w 534"/>
                      <a:gd name="T23" fmla="*/ 2147483647 h 552"/>
                      <a:gd name="T24" fmla="*/ 2147483647 w 534"/>
                      <a:gd name="T25" fmla="*/ 2147483647 h 552"/>
                      <a:gd name="T26" fmla="*/ 2147483647 w 534"/>
                      <a:gd name="T27" fmla="*/ 2147483647 h 552"/>
                      <a:gd name="T28" fmla="*/ 2147483647 w 534"/>
                      <a:gd name="T29" fmla="*/ 2147483647 h 552"/>
                      <a:gd name="T30" fmla="*/ 2147483647 w 534"/>
                      <a:gd name="T31" fmla="*/ 2147483647 h 552"/>
                      <a:gd name="T32" fmla="*/ 2147483647 w 534"/>
                      <a:gd name="T33" fmla="*/ 2147483647 h 552"/>
                      <a:gd name="T34" fmla="*/ 2147483647 w 534"/>
                      <a:gd name="T35" fmla="*/ 2147483647 h 552"/>
                      <a:gd name="T36" fmla="*/ 2147483647 w 534"/>
                      <a:gd name="T37" fmla="*/ 2147483647 h 552"/>
                      <a:gd name="T38" fmla="*/ 2147483647 w 534"/>
                      <a:gd name="T39" fmla="*/ 2147483647 h 552"/>
                      <a:gd name="T40" fmla="*/ 2147483647 w 534"/>
                      <a:gd name="T41" fmla="*/ 2147483647 h 552"/>
                      <a:gd name="T42" fmla="*/ 2147483647 w 534"/>
                      <a:gd name="T43" fmla="*/ 2147483647 h 552"/>
                      <a:gd name="T44" fmla="*/ 2147483647 w 534"/>
                      <a:gd name="T45" fmla="*/ 2147483647 h 552"/>
                      <a:gd name="T46" fmla="*/ 2147483647 w 534"/>
                      <a:gd name="T47" fmla="*/ 2147483647 h 552"/>
                      <a:gd name="T48" fmla="*/ 2147483647 w 534"/>
                      <a:gd name="T49" fmla="*/ 2147483647 h 552"/>
                      <a:gd name="T50" fmla="*/ 2147483647 w 534"/>
                      <a:gd name="T51" fmla="*/ 2147483647 h 552"/>
                      <a:gd name="T52" fmla="*/ 2147483647 w 534"/>
                      <a:gd name="T53" fmla="*/ 2147483647 h 552"/>
                      <a:gd name="T54" fmla="*/ 2147483647 w 534"/>
                      <a:gd name="T55" fmla="*/ 2147483647 h 552"/>
                      <a:gd name="T56" fmla="*/ 2147483647 w 534"/>
                      <a:gd name="T57" fmla="*/ 2147483647 h 552"/>
                      <a:gd name="T58" fmla="*/ 2147483647 w 534"/>
                      <a:gd name="T59" fmla="*/ 2147483647 h 552"/>
                      <a:gd name="T60" fmla="*/ 2147483647 w 534"/>
                      <a:gd name="T61" fmla="*/ 2147483647 h 552"/>
                      <a:gd name="T62" fmla="*/ 2147483647 w 534"/>
                      <a:gd name="T63" fmla="*/ 2147483647 h 552"/>
                      <a:gd name="T64" fmla="*/ 2147483647 w 534"/>
                      <a:gd name="T65" fmla="*/ 2147483647 h 552"/>
                      <a:gd name="T66" fmla="*/ 2147483647 w 534"/>
                      <a:gd name="T67" fmla="*/ 2147483647 h 552"/>
                      <a:gd name="T68" fmla="*/ 2147483647 w 534"/>
                      <a:gd name="T69" fmla="*/ 2147483647 h 552"/>
                      <a:gd name="T70" fmla="*/ 2147483647 w 534"/>
                      <a:gd name="T71" fmla="*/ 2147483647 h 552"/>
                      <a:gd name="T72" fmla="*/ 2147483647 w 534"/>
                      <a:gd name="T73" fmla="*/ 2147483647 h 552"/>
                      <a:gd name="T74" fmla="*/ 2147483647 w 534"/>
                      <a:gd name="T75" fmla="*/ 2147483647 h 552"/>
                      <a:gd name="T76" fmla="*/ 2147483647 w 534"/>
                      <a:gd name="T77" fmla="*/ 2147483647 h 552"/>
                      <a:gd name="T78" fmla="*/ 2147483647 w 534"/>
                      <a:gd name="T79" fmla="*/ 2147483647 h 552"/>
                      <a:gd name="T80" fmla="*/ 2147483647 w 534"/>
                      <a:gd name="T81" fmla="*/ 2147483647 h 552"/>
                      <a:gd name="T82" fmla="*/ 2147483647 w 534"/>
                      <a:gd name="T83" fmla="*/ 2147483647 h 552"/>
                      <a:gd name="T84" fmla="*/ 2147483647 w 534"/>
                      <a:gd name="T85" fmla="*/ 2147483647 h 552"/>
                      <a:gd name="T86" fmla="*/ 2147483647 w 534"/>
                      <a:gd name="T87" fmla="*/ 2147483647 h 552"/>
                      <a:gd name="T88" fmla="*/ 2147483647 w 534"/>
                      <a:gd name="T89" fmla="*/ 2147483647 h 552"/>
                      <a:gd name="T90" fmla="*/ 2147483647 w 534"/>
                      <a:gd name="T91" fmla="*/ 2147483647 h 552"/>
                      <a:gd name="T92" fmla="*/ 2147483647 w 534"/>
                      <a:gd name="T93" fmla="*/ 2147483647 h 552"/>
                      <a:gd name="T94" fmla="*/ 2147483647 w 534"/>
                      <a:gd name="T95" fmla="*/ 2147483647 h 552"/>
                      <a:gd name="T96" fmla="*/ 2147483647 w 534"/>
                      <a:gd name="T97" fmla="*/ 2147483647 h 552"/>
                      <a:gd name="T98" fmla="*/ 2147483647 w 534"/>
                      <a:gd name="T99" fmla="*/ 2147483647 h 552"/>
                      <a:gd name="T100" fmla="*/ 2147483647 w 534"/>
                      <a:gd name="T101" fmla="*/ 2147483647 h 552"/>
                      <a:gd name="T102" fmla="*/ 2147483647 w 534"/>
                      <a:gd name="T103" fmla="*/ 2147483647 h 552"/>
                      <a:gd name="T104" fmla="*/ 2147483647 w 534"/>
                      <a:gd name="T105" fmla="*/ 2147483647 h 552"/>
                      <a:gd name="T106" fmla="*/ 2147483647 w 534"/>
                      <a:gd name="T107" fmla="*/ 2147483647 h 55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534"/>
                      <a:gd name="T163" fmla="*/ 0 h 552"/>
                      <a:gd name="T164" fmla="*/ 534 w 534"/>
                      <a:gd name="T165" fmla="*/ 552 h 55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534" h="552">
                        <a:moveTo>
                          <a:pt x="240" y="108"/>
                        </a:moveTo>
                        <a:lnTo>
                          <a:pt x="270" y="126"/>
                        </a:lnTo>
                        <a:lnTo>
                          <a:pt x="282" y="120"/>
                        </a:lnTo>
                        <a:lnTo>
                          <a:pt x="240" y="108"/>
                        </a:lnTo>
                        <a:close/>
                        <a:moveTo>
                          <a:pt x="24" y="258"/>
                        </a:moveTo>
                        <a:lnTo>
                          <a:pt x="0" y="282"/>
                        </a:lnTo>
                        <a:lnTo>
                          <a:pt x="42" y="294"/>
                        </a:lnTo>
                        <a:lnTo>
                          <a:pt x="24" y="258"/>
                        </a:lnTo>
                        <a:close/>
                        <a:moveTo>
                          <a:pt x="312" y="414"/>
                        </a:moveTo>
                        <a:lnTo>
                          <a:pt x="312" y="420"/>
                        </a:lnTo>
                        <a:lnTo>
                          <a:pt x="324" y="420"/>
                        </a:lnTo>
                        <a:lnTo>
                          <a:pt x="324" y="414"/>
                        </a:lnTo>
                        <a:lnTo>
                          <a:pt x="318" y="408"/>
                        </a:lnTo>
                        <a:lnTo>
                          <a:pt x="312" y="408"/>
                        </a:lnTo>
                        <a:lnTo>
                          <a:pt x="312" y="414"/>
                        </a:lnTo>
                        <a:close/>
                        <a:moveTo>
                          <a:pt x="306" y="390"/>
                        </a:moveTo>
                        <a:lnTo>
                          <a:pt x="300" y="378"/>
                        </a:lnTo>
                        <a:lnTo>
                          <a:pt x="294" y="390"/>
                        </a:lnTo>
                        <a:lnTo>
                          <a:pt x="306" y="390"/>
                        </a:lnTo>
                        <a:close/>
                        <a:moveTo>
                          <a:pt x="294" y="294"/>
                        </a:moveTo>
                        <a:lnTo>
                          <a:pt x="318" y="336"/>
                        </a:lnTo>
                        <a:lnTo>
                          <a:pt x="330" y="318"/>
                        </a:lnTo>
                        <a:lnTo>
                          <a:pt x="294" y="294"/>
                        </a:lnTo>
                        <a:close/>
                        <a:moveTo>
                          <a:pt x="108" y="264"/>
                        </a:moveTo>
                        <a:lnTo>
                          <a:pt x="138" y="264"/>
                        </a:lnTo>
                        <a:lnTo>
                          <a:pt x="144" y="270"/>
                        </a:lnTo>
                        <a:lnTo>
                          <a:pt x="156" y="270"/>
                        </a:lnTo>
                        <a:lnTo>
                          <a:pt x="180" y="282"/>
                        </a:lnTo>
                        <a:lnTo>
                          <a:pt x="192" y="282"/>
                        </a:lnTo>
                        <a:lnTo>
                          <a:pt x="198" y="288"/>
                        </a:lnTo>
                        <a:lnTo>
                          <a:pt x="204" y="288"/>
                        </a:lnTo>
                        <a:lnTo>
                          <a:pt x="216" y="300"/>
                        </a:lnTo>
                        <a:lnTo>
                          <a:pt x="228" y="306"/>
                        </a:lnTo>
                        <a:lnTo>
                          <a:pt x="234" y="312"/>
                        </a:lnTo>
                        <a:lnTo>
                          <a:pt x="246" y="312"/>
                        </a:lnTo>
                        <a:lnTo>
                          <a:pt x="252" y="306"/>
                        </a:lnTo>
                        <a:lnTo>
                          <a:pt x="252" y="288"/>
                        </a:lnTo>
                        <a:lnTo>
                          <a:pt x="228" y="264"/>
                        </a:lnTo>
                        <a:lnTo>
                          <a:pt x="216" y="258"/>
                        </a:lnTo>
                        <a:lnTo>
                          <a:pt x="210" y="252"/>
                        </a:lnTo>
                        <a:lnTo>
                          <a:pt x="204" y="252"/>
                        </a:lnTo>
                        <a:lnTo>
                          <a:pt x="198" y="246"/>
                        </a:lnTo>
                        <a:lnTo>
                          <a:pt x="186" y="246"/>
                        </a:lnTo>
                        <a:lnTo>
                          <a:pt x="174" y="234"/>
                        </a:lnTo>
                        <a:lnTo>
                          <a:pt x="168" y="234"/>
                        </a:lnTo>
                        <a:lnTo>
                          <a:pt x="174" y="228"/>
                        </a:lnTo>
                        <a:lnTo>
                          <a:pt x="192" y="228"/>
                        </a:lnTo>
                        <a:lnTo>
                          <a:pt x="198" y="240"/>
                        </a:lnTo>
                        <a:lnTo>
                          <a:pt x="222" y="252"/>
                        </a:lnTo>
                        <a:lnTo>
                          <a:pt x="234" y="264"/>
                        </a:lnTo>
                        <a:lnTo>
                          <a:pt x="258" y="264"/>
                        </a:lnTo>
                        <a:lnTo>
                          <a:pt x="270" y="252"/>
                        </a:lnTo>
                        <a:lnTo>
                          <a:pt x="258" y="240"/>
                        </a:lnTo>
                        <a:lnTo>
                          <a:pt x="246" y="240"/>
                        </a:lnTo>
                        <a:lnTo>
                          <a:pt x="234" y="234"/>
                        </a:lnTo>
                        <a:lnTo>
                          <a:pt x="222" y="234"/>
                        </a:lnTo>
                        <a:lnTo>
                          <a:pt x="210" y="228"/>
                        </a:lnTo>
                        <a:lnTo>
                          <a:pt x="204" y="216"/>
                        </a:lnTo>
                        <a:lnTo>
                          <a:pt x="198" y="210"/>
                        </a:lnTo>
                        <a:lnTo>
                          <a:pt x="198" y="204"/>
                        </a:lnTo>
                        <a:lnTo>
                          <a:pt x="192" y="192"/>
                        </a:lnTo>
                        <a:lnTo>
                          <a:pt x="186" y="186"/>
                        </a:lnTo>
                        <a:lnTo>
                          <a:pt x="174" y="162"/>
                        </a:lnTo>
                        <a:lnTo>
                          <a:pt x="168" y="156"/>
                        </a:lnTo>
                        <a:lnTo>
                          <a:pt x="162" y="144"/>
                        </a:lnTo>
                        <a:lnTo>
                          <a:pt x="150" y="132"/>
                        </a:lnTo>
                        <a:lnTo>
                          <a:pt x="150" y="120"/>
                        </a:lnTo>
                        <a:lnTo>
                          <a:pt x="144" y="114"/>
                        </a:lnTo>
                        <a:lnTo>
                          <a:pt x="144" y="102"/>
                        </a:lnTo>
                        <a:lnTo>
                          <a:pt x="150" y="96"/>
                        </a:lnTo>
                        <a:lnTo>
                          <a:pt x="156" y="96"/>
                        </a:lnTo>
                        <a:lnTo>
                          <a:pt x="162" y="102"/>
                        </a:lnTo>
                        <a:lnTo>
                          <a:pt x="162" y="108"/>
                        </a:lnTo>
                        <a:lnTo>
                          <a:pt x="168" y="114"/>
                        </a:lnTo>
                        <a:lnTo>
                          <a:pt x="180" y="114"/>
                        </a:lnTo>
                        <a:lnTo>
                          <a:pt x="180" y="120"/>
                        </a:lnTo>
                        <a:lnTo>
                          <a:pt x="186" y="120"/>
                        </a:lnTo>
                        <a:lnTo>
                          <a:pt x="198" y="132"/>
                        </a:lnTo>
                        <a:lnTo>
                          <a:pt x="198" y="144"/>
                        </a:lnTo>
                        <a:lnTo>
                          <a:pt x="204" y="144"/>
                        </a:lnTo>
                        <a:lnTo>
                          <a:pt x="210" y="138"/>
                        </a:lnTo>
                        <a:lnTo>
                          <a:pt x="216" y="138"/>
                        </a:lnTo>
                        <a:lnTo>
                          <a:pt x="204" y="120"/>
                        </a:lnTo>
                        <a:lnTo>
                          <a:pt x="210" y="120"/>
                        </a:lnTo>
                        <a:lnTo>
                          <a:pt x="234" y="132"/>
                        </a:lnTo>
                        <a:lnTo>
                          <a:pt x="222" y="114"/>
                        </a:lnTo>
                        <a:lnTo>
                          <a:pt x="228" y="108"/>
                        </a:lnTo>
                        <a:lnTo>
                          <a:pt x="228" y="84"/>
                        </a:lnTo>
                        <a:lnTo>
                          <a:pt x="240" y="72"/>
                        </a:lnTo>
                        <a:lnTo>
                          <a:pt x="270" y="72"/>
                        </a:lnTo>
                        <a:lnTo>
                          <a:pt x="276" y="78"/>
                        </a:lnTo>
                        <a:lnTo>
                          <a:pt x="276" y="90"/>
                        </a:lnTo>
                        <a:lnTo>
                          <a:pt x="288" y="90"/>
                        </a:lnTo>
                        <a:lnTo>
                          <a:pt x="294" y="84"/>
                        </a:lnTo>
                        <a:lnTo>
                          <a:pt x="300" y="72"/>
                        </a:lnTo>
                        <a:lnTo>
                          <a:pt x="306" y="66"/>
                        </a:lnTo>
                        <a:lnTo>
                          <a:pt x="342" y="66"/>
                        </a:lnTo>
                        <a:lnTo>
                          <a:pt x="360" y="72"/>
                        </a:lnTo>
                        <a:lnTo>
                          <a:pt x="372" y="72"/>
                        </a:lnTo>
                        <a:lnTo>
                          <a:pt x="378" y="78"/>
                        </a:lnTo>
                        <a:lnTo>
                          <a:pt x="384" y="78"/>
                        </a:lnTo>
                        <a:lnTo>
                          <a:pt x="384" y="72"/>
                        </a:lnTo>
                        <a:lnTo>
                          <a:pt x="390" y="60"/>
                        </a:lnTo>
                        <a:lnTo>
                          <a:pt x="390" y="48"/>
                        </a:lnTo>
                        <a:lnTo>
                          <a:pt x="384" y="42"/>
                        </a:lnTo>
                        <a:lnTo>
                          <a:pt x="384" y="36"/>
                        </a:lnTo>
                        <a:lnTo>
                          <a:pt x="390" y="30"/>
                        </a:lnTo>
                        <a:lnTo>
                          <a:pt x="408" y="30"/>
                        </a:lnTo>
                        <a:lnTo>
                          <a:pt x="408" y="18"/>
                        </a:lnTo>
                        <a:lnTo>
                          <a:pt x="402" y="12"/>
                        </a:lnTo>
                        <a:lnTo>
                          <a:pt x="402" y="6"/>
                        </a:lnTo>
                        <a:lnTo>
                          <a:pt x="390" y="6"/>
                        </a:lnTo>
                        <a:lnTo>
                          <a:pt x="384" y="0"/>
                        </a:lnTo>
                        <a:lnTo>
                          <a:pt x="366" y="6"/>
                        </a:lnTo>
                        <a:lnTo>
                          <a:pt x="372" y="12"/>
                        </a:lnTo>
                        <a:lnTo>
                          <a:pt x="372" y="30"/>
                        </a:lnTo>
                        <a:lnTo>
                          <a:pt x="366" y="36"/>
                        </a:lnTo>
                        <a:lnTo>
                          <a:pt x="348" y="36"/>
                        </a:lnTo>
                        <a:lnTo>
                          <a:pt x="336" y="24"/>
                        </a:lnTo>
                        <a:lnTo>
                          <a:pt x="324" y="36"/>
                        </a:lnTo>
                        <a:lnTo>
                          <a:pt x="312" y="36"/>
                        </a:lnTo>
                        <a:lnTo>
                          <a:pt x="300" y="24"/>
                        </a:lnTo>
                        <a:lnTo>
                          <a:pt x="294" y="30"/>
                        </a:lnTo>
                        <a:lnTo>
                          <a:pt x="282" y="30"/>
                        </a:lnTo>
                        <a:lnTo>
                          <a:pt x="264" y="12"/>
                        </a:lnTo>
                        <a:lnTo>
                          <a:pt x="264" y="6"/>
                        </a:lnTo>
                        <a:lnTo>
                          <a:pt x="234" y="12"/>
                        </a:lnTo>
                        <a:lnTo>
                          <a:pt x="228" y="30"/>
                        </a:lnTo>
                        <a:lnTo>
                          <a:pt x="204" y="24"/>
                        </a:lnTo>
                        <a:lnTo>
                          <a:pt x="198" y="30"/>
                        </a:lnTo>
                        <a:lnTo>
                          <a:pt x="186" y="36"/>
                        </a:lnTo>
                        <a:lnTo>
                          <a:pt x="174" y="36"/>
                        </a:lnTo>
                        <a:lnTo>
                          <a:pt x="168" y="30"/>
                        </a:lnTo>
                        <a:lnTo>
                          <a:pt x="162" y="30"/>
                        </a:lnTo>
                        <a:lnTo>
                          <a:pt x="150" y="36"/>
                        </a:lnTo>
                        <a:lnTo>
                          <a:pt x="138" y="48"/>
                        </a:lnTo>
                        <a:lnTo>
                          <a:pt x="126" y="54"/>
                        </a:lnTo>
                        <a:lnTo>
                          <a:pt x="102" y="54"/>
                        </a:lnTo>
                        <a:lnTo>
                          <a:pt x="102" y="60"/>
                        </a:lnTo>
                        <a:lnTo>
                          <a:pt x="96" y="72"/>
                        </a:lnTo>
                        <a:lnTo>
                          <a:pt x="72" y="72"/>
                        </a:lnTo>
                        <a:lnTo>
                          <a:pt x="66" y="66"/>
                        </a:lnTo>
                        <a:lnTo>
                          <a:pt x="60" y="66"/>
                        </a:lnTo>
                        <a:lnTo>
                          <a:pt x="48" y="72"/>
                        </a:lnTo>
                        <a:lnTo>
                          <a:pt x="54" y="84"/>
                        </a:lnTo>
                        <a:lnTo>
                          <a:pt x="54" y="90"/>
                        </a:lnTo>
                        <a:lnTo>
                          <a:pt x="42" y="102"/>
                        </a:lnTo>
                        <a:lnTo>
                          <a:pt x="24" y="102"/>
                        </a:lnTo>
                        <a:lnTo>
                          <a:pt x="24" y="126"/>
                        </a:lnTo>
                        <a:lnTo>
                          <a:pt x="12" y="132"/>
                        </a:lnTo>
                        <a:lnTo>
                          <a:pt x="0" y="132"/>
                        </a:lnTo>
                        <a:lnTo>
                          <a:pt x="0" y="198"/>
                        </a:lnTo>
                        <a:lnTo>
                          <a:pt x="6" y="204"/>
                        </a:lnTo>
                        <a:lnTo>
                          <a:pt x="18" y="210"/>
                        </a:lnTo>
                        <a:lnTo>
                          <a:pt x="24" y="216"/>
                        </a:lnTo>
                        <a:lnTo>
                          <a:pt x="30" y="228"/>
                        </a:lnTo>
                        <a:lnTo>
                          <a:pt x="36" y="234"/>
                        </a:lnTo>
                        <a:lnTo>
                          <a:pt x="42" y="246"/>
                        </a:lnTo>
                        <a:lnTo>
                          <a:pt x="54" y="258"/>
                        </a:lnTo>
                        <a:lnTo>
                          <a:pt x="60" y="270"/>
                        </a:lnTo>
                        <a:lnTo>
                          <a:pt x="84" y="270"/>
                        </a:lnTo>
                        <a:lnTo>
                          <a:pt x="96" y="264"/>
                        </a:lnTo>
                        <a:lnTo>
                          <a:pt x="108" y="264"/>
                        </a:lnTo>
                        <a:close/>
                        <a:moveTo>
                          <a:pt x="396" y="252"/>
                        </a:moveTo>
                        <a:lnTo>
                          <a:pt x="372" y="252"/>
                        </a:lnTo>
                        <a:lnTo>
                          <a:pt x="372" y="270"/>
                        </a:lnTo>
                        <a:lnTo>
                          <a:pt x="384" y="294"/>
                        </a:lnTo>
                        <a:lnTo>
                          <a:pt x="396" y="252"/>
                        </a:lnTo>
                        <a:close/>
                        <a:moveTo>
                          <a:pt x="24" y="312"/>
                        </a:moveTo>
                        <a:lnTo>
                          <a:pt x="18" y="318"/>
                        </a:lnTo>
                        <a:lnTo>
                          <a:pt x="24" y="324"/>
                        </a:lnTo>
                        <a:lnTo>
                          <a:pt x="30" y="324"/>
                        </a:lnTo>
                        <a:lnTo>
                          <a:pt x="36" y="330"/>
                        </a:lnTo>
                        <a:lnTo>
                          <a:pt x="42" y="324"/>
                        </a:lnTo>
                        <a:lnTo>
                          <a:pt x="42" y="318"/>
                        </a:lnTo>
                        <a:lnTo>
                          <a:pt x="30" y="306"/>
                        </a:lnTo>
                        <a:lnTo>
                          <a:pt x="24" y="312"/>
                        </a:lnTo>
                        <a:close/>
                        <a:moveTo>
                          <a:pt x="378" y="390"/>
                        </a:moveTo>
                        <a:lnTo>
                          <a:pt x="378" y="408"/>
                        </a:lnTo>
                        <a:lnTo>
                          <a:pt x="390" y="390"/>
                        </a:lnTo>
                        <a:lnTo>
                          <a:pt x="378" y="390"/>
                        </a:lnTo>
                        <a:close/>
                        <a:moveTo>
                          <a:pt x="408" y="330"/>
                        </a:moveTo>
                        <a:lnTo>
                          <a:pt x="396" y="330"/>
                        </a:lnTo>
                        <a:lnTo>
                          <a:pt x="384" y="336"/>
                        </a:lnTo>
                        <a:lnTo>
                          <a:pt x="384" y="342"/>
                        </a:lnTo>
                        <a:lnTo>
                          <a:pt x="396" y="342"/>
                        </a:lnTo>
                        <a:lnTo>
                          <a:pt x="402" y="336"/>
                        </a:lnTo>
                        <a:lnTo>
                          <a:pt x="408" y="336"/>
                        </a:lnTo>
                        <a:lnTo>
                          <a:pt x="408" y="330"/>
                        </a:lnTo>
                        <a:close/>
                        <a:moveTo>
                          <a:pt x="396" y="192"/>
                        </a:moveTo>
                        <a:lnTo>
                          <a:pt x="372" y="198"/>
                        </a:lnTo>
                        <a:lnTo>
                          <a:pt x="372" y="210"/>
                        </a:lnTo>
                        <a:lnTo>
                          <a:pt x="390" y="210"/>
                        </a:lnTo>
                        <a:lnTo>
                          <a:pt x="396" y="216"/>
                        </a:lnTo>
                        <a:lnTo>
                          <a:pt x="396" y="222"/>
                        </a:lnTo>
                        <a:lnTo>
                          <a:pt x="414" y="222"/>
                        </a:lnTo>
                        <a:lnTo>
                          <a:pt x="414" y="210"/>
                        </a:lnTo>
                        <a:lnTo>
                          <a:pt x="396" y="192"/>
                        </a:lnTo>
                        <a:close/>
                        <a:moveTo>
                          <a:pt x="342" y="372"/>
                        </a:moveTo>
                        <a:lnTo>
                          <a:pt x="342" y="378"/>
                        </a:lnTo>
                        <a:lnTo>
                          <a:pt x="348" y="384"/>
                        </a:lnTo>
                        <a:lnTo>
                          <a:pt x="360" y="384"/>
                        </a:lnTo>
                        <a:lnTo>
                          <a:pt x="366" y="378"/>
                        </a:lnTo>
                        <a:lnTo>
                          <a:pt x="366" y="372"/>
                        </a:lnTo>
                        <a:lnTo>
                          <a:pt x="360" y="366"/>
                        </a:lnTo>
                        <a:lnTo>
                          <a:pt x="342" y="366"/>
                        </a:lnTo>
                        <a:lnTo>
                          <a:pt x="342" y="372"/>
                        </a:lnTo>
                        <a:close/>
                        <a:moveTo>
                          <a:pt x="444" y="312"/>
                        </a:moveTo>
                        <a:lnTo>
                          <a:pt x="432" y="312"/>
                        </a:lnTo>
                        <a:lnTo>
                          <a:pt x="432" y="330"/>
                        </a:lnTo>
                        <a:lnTo>
                          <a:pt x="444" y="336"/>
                        </a:lnTo>
                        <a:lnTo>
                          <a:pt x="450" y="330"/>
                        </a:lnTo>
                        <a:lnTo>
                          <a:pt x="450" y="318"/>
                        </a:lnTo>
                        <a:lnTo>
                          <a:pt x="444" y="312"/>
                        </a:lnTo>
                        <a:close/>
                        <a:moveTo>
                          <a:pt x="444" y="372"/>
                        </a:moveTo>
                        <a:lnTo>
                          <a:pt x="456" y="354"/>
                        </a:lnTo>
                        <a:lnTo>
                          <a:pt x="438" y="354"/>
                        </a:lnTo>
                        <a:lnTo>
                          <a:pt x="444" y="372"/>
                        </a:lnTo>
                        <a:close/>
                        <a:moveTo>
                          <a:pt x="276" y="222"/>
                        </a:moveTo>
                        <a:lnTo>
                          <a:pt x="276" y="240"/>
                        </a:lnTo>
                        <a:lnTo>
                          <a:pt x="288" y="240"/>
                        </a:lnTo>
                        <a:lnTo>
                          <a:pt x="276" y="222"/>
                        </a:lnTo>
                        <a:close/>
                        <a:moveTo>
                          <a:pt x="534" y="420"/>
                        </a:moveTo>
                        <a:lnTo>
                          <a:pt x="522" y="420"/>
                        </a:lnTo>
                        <a:lnTo>
                          <a:pt x="516" y="426"/>
                        </a:lnTo>
                        <a:lnTo>
                          <a:pt x="510" y="438"/>
                        </a:lnTo>
                        <a:lnTo>
                          <a:pt x="510" y="468"/>
                        </a:lnTo>
                        <a:lnTo>
                          <a:pt x="516" y="468"/>
                        </a:lnTo>
                        <a:lnTo>
                          <a:pt x="522" y="456"/>
                        </a:lnTo>
                        <a:lnTo>
                          <a:pt x="528" y="450"/>
                        </a:lnTo>
                        <a:lnTo>
                          <a:pt x="534" y="438"/>
                        </a:lnTo>
                        <a:lnTo>
                          <a:pt x="534" y="420"/>
                        </a:lnTo>
                        <a:close/>
                        <a:moveTo>
                          <a:pt x="462" y="384"/>
                        </a:moveTo>
                        <a:lnTo>
                          <a:pt x="456" y="408"/>
                        </a:lnTo>
                        <a:lnTo>
                          <a:pt x="498" y="378"/>
                        </a:lnTo>
                        <a:lnTo>
                          <a:pt x="486" y="372"/>
                        </a:lnTo>
                        <a:lnTo>
                          <a:pt x="462" y="384"/>
                        </a:lnTo>
                        <a:close/>
                        <a:moveTo>
                          <a:pt x="462" y="510"/>
                        </a:moveTo>
                        <a:lnTo>
                          <a:pt x="480" y="510"/>
                        </a:lnTo>
                        <a:lnTo>
                          <a:pt x="468" y="468"/>
                        </a:lnTo>
                        <a:lnTo>
                          <a:pt x="462" y="510"/>
                        </a:lnTo>
                        <a:close/>
                        <a:moveTo>
                          <a:pt x="276" y="330"/>
                        </a:moveTo>
                        <a:lnTo>
                          <a:pt x="270" y="336"/>
                        </a:lnTo>
                        <a:lnTo>
                          <a:pt x="270" y="348"/>
                        </a:lnTo>
                        <a:lnTo>
                          <a:pt x="276" y="348"/>
                        </a:lnTo>
                        <a:lnTo>
                          <a:pt x="288" y="336"/>
                        </a:lnTo>
                        <a:lnTo>
                          <a:pt x="282" y="330"/>
                        </a:lnTo>
                        <a:lnTo>
                          <a:pt x="276" y="330"/>
                        </a:lnTo>
                        <a:close/>
                        <a:moveTo>
                          <a:pt x="186" y="432"/>
                        </a:moveTo>
                        <a:lnTo>
                          <a:pt x="180" y="438"/>
                        </a:lnTo>
                        <a:lnTo>
                          <a:pt x="180" y="450"/>
                        </a:lnTo>
                        <a:lnTo>
                          <a:pt x="186" y="456"/>
                        </a:lnTo>
                        <a:lnTo>
                          <a:pt x="198" y="444"/>
                        </a:lnTo>
                        <a:lnTo>
                          <a:pt x="198" y="438"/>
                        </a:lnTo>
                        <a:lnTo>
                          <a:pt x="192" y="432"/>
                        </a:lnTo>
                        <a:lnTo>
                          <a:pt x="186" y="432"/>
                        </a:lnTo>
                        <a:close/>
                        <a:moveTo>
                          <a:pt x="384" y="528"/>
                        </a:moveTo>
                        <a:lnTo>
                          <a:pt x="378" y="528"/>
                        </a:lnTo>
                        <a:lnTo>
                          <a:pt x="378" y="516"/>
                        </a:lnTo>
                        <a:lnTo>
                          <a:pt x="372" y="510"/>
                        </a:lnTo>
                        <a:lnTo>
                          <a:pt x="342" y="510"/>
                        </a:lnTo>
                        <a:lnTo>
                          <a:pt x="306" y="504"/>
                        </a:lnTo>
                        <a:lnTo>
                          <a:pt x="276" y="504"/>
                        </a:lnTo>
                        <a:lnTo>
                          <a:pt x="246" y="486"/>
                        </a:lnTo>
                        <a:lnTo>
                          <a:pt x="228" y="504"/>
                        </a:lnTo>
                        <a:lnTo>
                          <a:pt x="234" y="510"/>
                        </a:lnTo>
                        <a:lnTo>
                          <a:pt x="246" y="516"/>
                        </a:lnTo>
                        <a:lnTo>
                          <a:pt x="252" y="522"/>
                        </a:lnTo>
                        <a:lnTo>
                          <a:pt x="258" y="516"/>
                        </a:lnTo>
                        <a:lnTo>
                          <a:pt x="264" y="528"/>
                        </a:lnTo>
                        <a:lnTo>
                          <a:pt x="300" y="528"/>
                        </a:lnTo>
                        <a:lnTo>
                          <a:pt x="312" y="552"/>
                        </a:lnTo>
                        <a:lnTo>
                          <a:pt x="354" y="546"/>
                        </a:lnTo>
                        <a:lnTo>
                          <a:pt x="354" y="540"/>
                        </a:lnTo>
                        <a:lnTo>
                          <a:pt x="402" y="540"/>
                        </a:lnTo>
                        <a:lnTo>
                          <a:pt x="414" y="528"/>
                        </a:lnTo>
                        <a:lnTo>
                          <a:pt x="414" y="522"/>
                        </a:lnTo>
                        <a:lnTo>
                          <a:pt x="408" y="516"/>
                        </a:lnTo>
                        <a:lnTo>
                          <a:pt x="402" y="516"/>
                        </a:lnTo>
                        <a:lnTo>
                          <a:pt x="396" y="522"/>
                        </a:lnTo>
                        <a:lnTo>
                          <a:pt x="390" y="522"/>
                        </a:lnTo>
                        <a:lnTo>
                          <a:pt x="384" y="528"/>
                        </a:lnTo>
                        <a:close/>
                        <a:moveTo>
                          <a:pt x="420" y="408"/>
                        </a:moveTo>
                        <a:lnTo>
                          <a:pt x="408" y="408"/>
                        </a:lnTo>
                        <a:lnTo>
                          <a:pt x="408" y="420"/>
                        </a:lnTo>
                        <a:lnTo>
                          <a:pt x="420" y="420"/>
                        </a:lnTo>
                        <a:lnTo>
                          <a:pt x="426" y="414"/>
                        </a:lnTo>
                        <a:lnTo>
                          <a:pt x="420" y="408"/>
                        </a:lnTo>
                        <a:close/>
                        <a:moveTo>
                          <a:pt x="114" y="276"/>
                        </a:moveTo>
                        <a:lnTo>
                          <a:pt x="90" y="288"/>
                        </a:lnTo>
                        <a:lnTo>
                          <a:pt x="84" y="288"/>
                        </a:lnTo>
                        <a:lnTo>
                          <a:pt x="66" y="312"/>
                        </a:lnTo>
                        <a:lnTo>
                          <a:pt x="96" y="336"/>
                        </a:lnTo>
                        <a:lnTo>
                          <a:pt x="96" y="348"/>
                        </a:lnTo>
                        <a:lnTo>
                          <a:pt x="90" y="366"/>
                        </a:lnTo>
                        <a:lnTo>
                          <a:pt x="90" y="384"/>
                        </a:lnTo>
                        <a:lnTo>
                          <a:pt x="96" y="390"/>
                        </a:lnTo>
                        <a:lnTo>
                          <a:pt x="108" y="396"/>
                        </a:lnTo>
                        <a:lnTo>
                          <a:pt x="114" y="396"/>
                        </a:lnTo>
                        <a:lnTo>
                          <a:pt x="114" y="390"/>
                        </a:lnTo>
                        <a:lnTo>
                          <a:pt x="126" y="378"/>
                        </a:lnTo>
                        <a:lnTo>
                          <a:pt x="132" y="378"/>
                        </a:lnTo>
                        <a:lnTo>
                          <a:pt x="156" y="420"/>
                        </a:lnTo>
                        <a:lnTo>
                          <a:pt x="162" y="390"/>
                        </a:lnTo>
                        <a:lnTo>
                          <a:pt x="180" y="414"/>
                        </a:lnTo>
                        <a:lnTo>
                          <a:pt x="204" y="420"/>
                        </a:lnTo>
                        <a:lnTo>
                          <a:pt x="186" y="402"/>
                        </a:lnTo>
                        <a:lnTo>
                          <a:pt x="192" y="396"/>
                        </a:lnTo>
                        <a:lnTo>
                          <a:pt x="192" y="372"/>
                        </a:lnTo>
                        <a:lnTo>
                          <a:pt x="186" y="366"/>
                        </a:lnTo>
                        <a:lnTo>
                          <a:pt x="180" y="354"/>
                        </a:lnTo>
                        <a:lnTo>
                          <a:pt x="174" y="348"/>
                        </a:lnTo>
                        <a:lnTo>
                          <a:pt x="168" y="336"/>
                        </a:lnTo>
                        <a:lnTo>
                          <a:pt x="168" y="330"/>
                        </a:lnTo>
                        <a:lnTo>
                          <a:pt x="186" y="330"/>
                        </a:lnTo>
                        <a:lnTo>
                          <a:pt x="198" y="336"/>
                        </a:lnTo>
                        <a:lnTo>
                          <a:pt x="210" y="348"/>
                        </a:lnTo>
                        <a:lnTo>
                          <a:pt x="222" y="342"/>
                        </a:lnTo>
                        <a:lnTo>
                          <a:pt x="210" y="336"/>
                        </a:lnTo>
                        <a:lnTo>
                          <a:pt x="204" y="324"/>
                        </a:lnTo>
                        <a:lnTo>
                          <a:pt x="192" y="318"/>
                        </a:lnTo>
                        <a:lnTo>
                          <a:pt x="186" y="312"/>
                        </a:lnTo>
                        <a:lnTo>
                          <a:pt x="174" y="306"/>
                        </a:lnTo>
                        <a:lnTo>
                          <a:pt x="156" y="294"/>
                        </a:lnTo>
                        <a:lnTo>
                          <a:pt x="138" y="288"/>
                        </a:lnTo>
                        <a:lnTo>
                          <a:pt x="126" y="282"/>
                        </a:lnTo>
                        <a:lnTo>
                          <a:pt x="120" y="276"/>
                        </a:lnTo>
                        <a:lnTo>
                          <a:pt x="114" y="276"/>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36" name="Germany" descr="© INSCALE GmbH, 05.05.2010&#10;http://www.presentationload.com/">
                    <a:extLst>
                      <a:ext uri="{FF2B5EF4-FFF2-40B4-BE49-F238E27FC236}">
                        <a16:creationId xmlns:a16="http://schemas.microsoft.com/office/drawing/2014/main" id="{EAB08686-3DB0-6C3F-E8EF-E5E1AB3FF6EF}"/>
                      </a:ext>
                    </a:extLst>
                  </p:cNvPr>
                  <p:cNvSpPr>
                    <a:spLocks/>
                  </p:cNvSpPr>
                  <p:nvPr/>
                </p:nvSpPr>
                <p:spPr bwMode="gray">
                  <a:xfrm>
                    <a:off x="2771" y="1454"/>
                    <a:ext cx="143" cy="150"/>
                  </a:xfrm>
                  <a:custGeom>
                    <a:avLst/>
                    <a:gdLst>
                      <a:gd name="T0" fmla="*/ 2147483647 w 564"/>
                      <a:gd name="T1" fmla="*/ 2147483647 h 588"/>
                      <a:gd name="T2" fmla="*/ 2147483647 w 564"/>
                      <a:gd name="T3" fmla="*/ 2147483647 h 588"/>
                      <a:gd name="T4" fmla="*/ 2147483647 w 564"/>
                      <a:gd name="T5" fmla="*/ 2147483647 h 588"/>
                      <a:gd name="T6" fmla="*/ 2147483647 w 564"/>
                      <a:gd name="T7" fmla="*/ 2147483647 h 588"/>
                      <a:gd name="T8" fmla="*/ 2147483647 w 564"/>
                      <a:gd name="T9" fmla="*/ 2147483647 h 588"/>
                      <a:gd name="T10" fmla="*/ 2147483647 w 564"/>
                      <a:gd name="T11" fmla="*/ 2147483647 h 588"/>
                      <a:gd name="T12" fmla="*/ 2147483647 w 564"/>
                      <a:gd name="T13" fmla="*/ 2147483647 h 588"/>
                      <a:gd name="T14" fmla="*/ 2147483647 w 564"/>
                      <a:gd name="T15" fmla="*/ 2147483647 h 588"/>
                      <a:gd name="T16" fmla="*/ 2147483647 w 564"/>
                      <a:gd name="T17" fmla="*/ 2147483647 h 588"/>
                      <a:gd name="T18" fmla="*/ 2147483647 w 564"/>
                      <a:gd name="T19" fmla="*/ 2147483647 h 588"/>
                      <a:gd name="T20" fmla="*/ 2147483647 w 564"/>
                      <a:gd name="T21" fmla="*/ 2147483647 h 588"/>
                      <a:gd name="T22" fmla="*/ 2147483647 w 564"/>
                      <a:gd name="T23" fmla="*/ 2147483647 h 588"/>
                      <a:gd name="T24" fmla="*/ 2147483647 w 564"/>
                      <a:gd name="T25" fmla="*/ 2147483647 h 588"/>
                      <a:gd name="T26" fmla="*/ 2147483647 w 564"/>
                      <a:gd name="T27" fmla="*/ 2147483647 h 588"/>
                      <a:gd name="T28" fmla="*/ 2147483647 w 564"/>
                      <a:gd name="T29" fmla="*/ 2147483647 h 588"/>
                      <a:gd name="T30" fmla="*/ 2147483647 w 564"/>
                      <a:gd name="T31" fmla="*/ 2147483647 h 588"/>
                      <a:gd name="T32" fmla="*/ 2147483647 w 564"/>
                      <a:gd name="T33" fmla="*/ 2147483647 h 588"/>
                      <a:gd name="T34" fmla="*/ 2147483647 w 564"/>
                      <a:gd name="T35" fmla="*/ 2147483647 h 588"/>
                      <a:gd name="T36" fmla="*/ 2147483647 w 564"/>
                      <a:gd name="T37" fmla="*/ 2147483647 h 588"/>
                      <a:gd name="T38" fmla="*/ 2147483647 w 564"/>
                      <a:gd name="T39" fmla="*/ 2147483647 h 588"/>
                      <a:gd name="T40" fmla="*/ 2147483647 w 564"/>
                      <a:gd name="T41" fmla="*/ 2147483647 h 588"/>
                      <a:gd name="T42" fmla="*/ 2147483647 w 564"/>
                      <a:gd name="T43" fmla="*/ 2147483647 h 588"/>
                      <a:gd name="T44" fmla="*/ 2147483647 w 564"/>
                      <a:gd name="T45" fmla="*/ 2147483647 h 588"/>
                      <a:gd name="T46" fmla="*/ 2147483647 w 564"/>
                      <a:gd name="T47" fmla="*/ 2147483647 h 588"/>
                      <a:gd name="T48" fmla="*/ 2147483647 w 564"/>
                      <a:gd name="T49" fmla="*/ 2147483647 h 588"/>
                      <a:gd name="T50" fmla="*/ 2147483647 w 564"/>
                      <a:gd name="T51" fmla="*/ 2147483647 h 588"/>
                      <a:gd name="T52" fmla="*/ 2147483647 w 564"/>
                      <a:gd name="T53" fmla="*/ 2147483647 h 588"/>
                      <a:gd name="T54" fmla="*/ 2147483647 w 564"/>
                      <a:gd name="T55" fmla="*/ 2147483647 h 588"/>
                      <a:gd name="T56" fmla="*/ 2147483647 w 564"/>
                      <a:gd name="T57" fmla="*/ 2147483647 h 588"/>
                      <a:gd name="T58" fmla="*/ 2147483647 w 564"/>
                      <a:gd name="T59" fmla="*/ 2147483647 h 588"/>
                      <a:gd name="T60" fmla="*/ 2147483647 w 564"/>
                      <a:gd name="T61" fmla="*/ 2147483647 h 588"/>
                      <a:gd name="T62" fmla="*/ 2147483647 w 564"/>
                      <a:gd name="T63" fmla="*/ 2147483647 h 588"/>
                      <a:gd name="T64" fmla="*/ 2147483647 w 564"/>
                      <a:gd name="T65" fmla="*/ 2147483647 h 588"/>
                      <a:gd name="T66" fmla="*/ 2147483647 w 564"/>
                      <a:gd name="T67" fmla="*/ 2147483647 h 588"/>
                      <a:gd name="T68" fmla="*/ 2147483647 w 564"/>
                      <a:gd name="T69" fmla="*/ 2147483647 h 588"/>
                      <a:gd name="T70" fmla="*/ 2147483647 w 564"/>
                      <a:gd name="T71" fmla="*/ 2147483647 h 588"/>
                      <a:gd name="T72" fmla="*/ 2147483647 w 564"/>
                      <a:gd name="T73" fmla="*/ 2147483647 h 588"/>
                      <a:gd name="T74" fmla="*/ 2147483647 w 564"/>
                      <a:gd name="T75" fmla="*/ 2147483647 h 588"/>
                      <a:gd name="T76" fmla="*/ 2147483647 w 564"/>
                      <a:gd name="T77" fmla="*/ 2147483647 h 588"/>
                      <a:gd name="T78" fmla="*/ 2147483647 w 564"/>
                      <a:gd name="T79" fmla="*/ 2147483647 h 588"/>
                      <a:gd name="T80" fmla="*/ 2147483647 w 564"/>
                      <a:gd name="T81" fmla="*/ 2147483647 h 588"/>
                      <a:gd name="T82" fmla="*/ 2147483647 w 564"/>
                      <a:gd name="T83" fmla="*/ 0 h 588"/>
                      <a:gd name="T84" fmla="*/ 2147483647 w 564"/>
                      <a:gd name="T85" fmla="*/ 2147483647 h 588"/>
                      <a:gd name="T86" fmla="*/ 2147483647 w 564"/>
                      <a:gd name="T87" fmla="*/ 2147483647 h 588"/>
                      <a:gd name="T88" fmla="*/ 2147483647 w 564"/>
                      <a:gd name="T89" fmla="*/ 2147483647 h 588"/>
                      <a:gd name="T90" fmla="*/ 2147483647 w 564"/>
                      <a:gd name="T91" fmla="*/ 2147483647 h 588"/>
                      <a:gd name="T92" fmla="*/ 2147483647 w 564"/>
                      <a:gd name="T93" fmla="*/ 2147483647 h 588"/>
                      <a:gd name="T94" fmla="*/ 2147483647 w 564"/>
                      <a:gd name="T95" fmla="*/ 2147483647 h 588"/>
                      <a:gd name="T96" fmla="*/ 2147483647 w 564"/>
                      <a:gd name="T97" fmla="*/ 2147483647 h 588"/>
                      <a:gd name="T98" fmla="*/ 2147483647 w 564"/>
                      <a:gd name="T99" fmla="*/ 2147483647 h 588"/>
                      <a:gd name="T100" fmla="*/ 2147483647 w 564"/>
                      <a:gd name="T101" fmla="*/ 2147483647 h 588"/>
                      <a:gd name="T102" fmla="*/ 2147483647 w 564"/>
                      <a:gd name="T103" fmla="*/ 2147483647 h 588"/>
                      <a:gd name="T104" fmla="*/ 0 w 564"/>
                      <a:gd name="T105" fmla="*/ 2147483647 h 588"/>
                      <a:gd name="T106" fmla="*/ 2147483647 w 564"/>
                      <a:gd name="T107" fmla="*/ 2147483647 h 588"/>
                      <a:gd name="T108" fmla="*/ 2147483647 w 564"/>
                      <a:gd name="T109" fmla="*/ 2147483647 h 588"/>
                      <a:gd name="T110" fmla="*/ 2147483647 w 564"/>
                      <a:gd name="T111" fmla="*/ 2147483647 h 588"/>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64"/>
                      <a:gd name="T169" fmla="*/ 0 h 588"/>
                      <a:gd name="T170" fmla="*/ 564 w 564"/>
                      <a:gd name="T171" fmla="*/ 588 h 588"/>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64" h="588">
                        <a:moveTo>
                          <a:pt x="30" y="414"/>
                        </a:moveTo>
                        <a:lnTo>
                          <a:pt x="30" y="420"/>
                        </a:lnTo>
                        <a:lnTo>
                          <a:pt x="36" y="420"/>
                        </a:lnTo>
                        <a:lnTo>
                          <a:pt x="36" y="444"/>
                        </a:lnTo>
                        <a:lnTo>
                          <a:pt x="60" y="444"/>
                        </a:lnTo>
                        <a:lnTo>
                          <a:pt x="60" y="450"/>
                        </a:lnTo>
                        <a:lnTo>
                          <a:pt x="72" y="450"/>
                        </a:lnTo>
                        <a:lnTo>
                          <a:pt x="84" y="444"/>
                        </a:lnTo>
                        <a:lnTo>
                          <a:pt x="96" y="444"/>
                        </a:lnTo>
                        <a:lnTo>
                          <a:pt x="96" y="450"/>
                        </a:lnTo>
                        <a:lnTo>
                          <a:pt x="120" y="450"/>
                        </a:lnTo>
                        <a:lnTo>
                          <a:pt x="138" y="456"/>
                        </a:lnTo>
                        <a:lnTo>
                          <a:pt x="132" y="468"/>
                        </a:lnTo>
                        <a:lnTo>
                          <a:pt x="114" y="486"/>
                        </a:lnTo>
                        <a:lnTo>
                          <a:pt x="114" y="498"/>
                        </a:lnTo>
                        <a:lnTo>
                          <a:pt x="108" y="510"/>
                        </a:lnTo>
                        <a:lnTo>
                          <a:pt x="102" y="516"/>
                        </a:lnTo>
                        <a:lnTo>
                          <a:pt x="96" y="528"/>
                        </a:lnTo>
                        <a:lnTo>
                          <a:pt x="96" y="570"/>
                        </a:lnTo>
                        <a:lnTo>
                          <a:pt x="132" y="570"/>
                        </a:lnTo>
                        <a:lnTo>
                          <a:pt x="150" y="564"/>
                        </a:lnTo>
                        <a:lnTo>
                          <a:pt x="156" y="570"/>
                        </a:lnTo>
                        <a:lnTo>
                          <a:pt x="150" y="564"/>
                        </a:lnTo>
                        <a:lnTo>
                          <a:pt x="150" y="552"/>
                        </a:lnTo>
                        <a:lnTo>
                          <a:pt x="156" y="546"/>
                        </a:lnTo>
                        <a:lnTo>
                          <a:pt x="162" y="546"/>
                        </a:lnTo>
                        <a:lnTo>
                          <a:pt x="174" y="552"/>
                        </a:lnTo>
                        <a:lnTo>
                          <a:pt x="180" y="558"/>
                        </a:lnTo>
                        <a:lnTo>
                          <a:pt x="192" y="558"/>
                        </a:lnTo>
                        <a:lnTo>
                          <a:pt x="210" y="564"/>
                        </a:lnTo>
                        <a:lnTo>
                          <a:pt x="216" y="576"/>
                        </a:lnTo>
                        <a:lnTo>
                          <a:pt x="252" y="576"/>
                        </a:lnTo>
                        <a:lnTo>
                          <a:pt x="258" y="582"/>
                        </a:lnTo>
                        <a:lnTo>
                          <a:pt x="258" y="588"/>
                        </a:lnTo>
                        <a:lnTo>
                          <a:pt x="270" y="588"/>
                        </a:lnTo>
                        <a:lnTo>
                          <a:pt x="276" y="582"/>
                        </a:lnTo>
                        <a:lnTo>
                          <a:pt x="276" y="570"/>
                        </a:lnTo>
                        <a:lnTo>
                          <a:pt x="294" y="570"/>
                        </a:lnTo>
                        <a:lnTo>
                          <a:pt x="312" y="588"/>
                        </a:lnTo>
                        <a:lnTo>
                          <a:pt x="330" y="588"/>
                        </a:lnTo>
                        <a:lnTo>
                          <a:pt x="336" y="582"/>
                        </a:lnTo>
                        <a:lnTo>
                          <a:pt x="354" y="570"/>
                        </a:lnTo>
                        <a:lnTo>
                          <a:pt x="372" y="570"/>
                        </a:lnTo>
                        <a:lnTo>
                          <a:pt x="390" y="558"/>
                        </a:lnTo>
                        <a:lnTo>
                          <a:pt x="402" y="564"/>
                        </a:lnTo>
                        <a:lnTo>
                          <a:pt x="420" y="570"/>
                        </a:lnTo>
                        <a:lnTo>
                          <a:pt x="432" y="582"/>
                        </a:lnTo>
                        <a:lnTo>
                          <a:pt x="438" y="582"/>
                        </a:lnTo>
                        <a:lnTo>
                          <a:pt x="438" y="540"/>
                        </a:lnTo>
                        <a:lnTo>
                          <a:pt x="426" y="540"/>
                        </a:lnTo>
                        <a:lnTo>
                          <a:pt x="426" y="534"/>
                        </a:lnTo>
                        <a:lnTo>
                          <a:pt x="432" y="528"/>
                        </a:lnTo>
                        <a:lnTo>
                          <a:pt x="432" y="522"/>
                        </a:lnTo>
                        <a:lnTo>
                          <a:pt x="438" y="516"/>
                        </a:lnTo>
                        <a:lnTo>
                          <a:pt x="456" y="516"/>
                        </a:lnTo>
                        <a:lnTo>
                          <a:pt x="462" y="522"/>
                        </a:lnTo>
                        <a:lnTo>
                          <a:pt x="468" y="522"/>
                        </a:lnTo>
                        <a:lnTo>
                          <a:pt x="468" y="504"/>
                        </a:lnTo>
                        <a:lnTo>
                          <a:pt x="462" y="492"/>
                        </a:lnTo>
                        <a:lnTo>
                          <a:pt x="480" y="492"/>
                        </a:lnTo>
                        <a:lnTo>
                          <a:pt x="486" y="474"/>
                        </a:lnTo>
                        <a:lnTo>
                          <a:pt x="486" y="462"/>
                        </a:lnTo>
                        <a:lnTo>
                          <a:pt x="480" y="462"/>
                        </a:lnTo>
                        <a:lnTo>
                          <a:pt x="474" y="456"/>
                        </a:lnTo>
                        <a:lnTo>
                          <a:pt x="462" y="456"/>
                        </a:lnTo>
                        <a:lnTo>
                          <a:pt x="456" y="444"/>
                        </a:lnTo>
                        <a:lnTo>
                          <a:pt x="450" y="444"/>
                        </a:lnTo>
                        <a:lnTo>
                          <a:pt x="444" y="432"/>
                        </a:lnTo>
                        <a:lnTo>
                          <a:pt x="432" y="432"/>
                        </a:lnTo>
                        <a:lnTo>
                          <a:pt x="420" y="426"/>
                        </a:lnTo>
                        <a:lnTo>
                          <a:pt x="420" y="420"/>
                        </a:lnTo>
                        <a:lnTo>
                          <a:pt x="414" y="420"/>
                        </a:lnTo>
                        <a:lnTo>
                          <a:pt x="408" y="408"/>
                        </a:lnTo>
                        <a:lnTo>
                          <a:pt x="396" y="396"/>
                        </a:lnTo>
                        <a:lnTo>
                          <a:pt x="396" y="390"/>
                        </a:lnTo>
                        <a:lnTo>
                          <a:pt x="402" y="390"/>
                        </a:lnTo>
                        <a:lnTo>
                          <a:pt x="408" y="384"/>
                        </a:lnTo>
                        <a:lnTo>
                          <a:pt x="396" y="372"/>
                        </a:lnTo>
                        <a:lnTo>
                          <a:pt x="390" y="372"/>
                        </a:lnTo>
                        <a:lnTo>
                          <a:pt x="384" y="366"/>
                        </a:lnTo>
                        <a:lnTo>
                          <a:pt x="384" y="354"/>
                        </a:lnTo>
                        <a:lnTo>
                          <a:pt x="390" y="354"/>
                        </a:lnTo>
                        <a:lnTo>
                          <a:pt x="390" y="360"/>
                        </a:lnTo>
                        <a:lnTo>
                          <a:pt x="402" y="360"/>
                        </a:lnTo>
                        <a:lnTo>
                          <a:pt x="402" y="354"/>
                        </a:lnTo>
                        <a:lnTo>
                          <a:pt x="414" y="354"/>
                        </a:lnTo>
                        <a:lnTo>
                          <a:pt x="414" y="348"/>
                        </a:lnTo>
                        <a:lnTo>
                          <a:pt x="420" y="342"/>
                        </a:lnTo>
                        <a:lnTo>
                          <a:pt x="426" y="342"/>
                        </a:lnTo>
                        <a:lnTo>
                          <a:pt x="438" y="348"/>
                        </a:lnTo>
                        <a:lnTo>
                          <a:pt x="450" y="336"/>
                        </a:lnTo>
                        <a:lnTo>
                          <a:pt x="468" y="330"/>
                        </a:lnTo>
                        <a:lnTo>
                          <a:pt x="468" y="324"/>
                        </a:lnTo>
                        <a:lnTo>
                          <a:pt x="492" y="324"/>
                        </a:lnTo>
                        <a:lnTo>
                          <a:pt x="492" y="318"/>
                        </a:lnTo>
                        <a:lnTo>
                          <a:pt x="510" y="318"/>
                        </a:lnTo>
                        <a:lnTo>
                          <a:pt x="510" y="312"/>
                        </a:lnTo>
                        <a:lnTo>
                          <a:pt x="516" y="306"/>
                        </a:lnTo>
                        <a:lnTo>
                          <a:pt x="522" y="306"/>
                        </a:lnTo>
                        <a:lnTo>
                          <a:pt x="528" y="300"/>
                        </a:lnTo>
                        <a:lnTo>
                          <a:pt x="540" y="312"/>
                        </a:lnTo>
                        <a:lnTo>
                          <a:pt x="552" y="312"/>
                        </a:lnTo>
                        <a:lnTo>
                          <a:pt x="558" y="300"/>
                        </a:lnTo>
                        <a:lnTo>
                          <a:pt x="558" y="294"/>
                        </a:lnTo>
                        <a:lnTo>
                          <a:pt x="564" y="288"/>
                        </a:lnTo>
                        <a:lnTo>
                          <a:pt x="564" y="282"/>
                        </a:lnTo>
                        <a:lnTo>
                          <a:pt x="552" y="282"/>
                        </a:lnTo>
                        <a:lnTo>
                          <a:pt x="558" y="276"/>
                        </a:lnTo>
                        <a:lnTo>
                          <a:pt x="558" y="264"/>
                        </a:lnTo>
                        <a:lnTo>
                          <a:pt x="552" y="264"/>
                        </a:lnTo>
                        <a:lnTo>
                          <a:pt x="546" y="270"/>
                        </a:lnTo>
                        <a:lnTo>
                          <a:pt x="546" y="252"/>
                        </a:lnTo>
                        <a:lnTo>
                          <a:pt x="540" y="246"/>
                        </a:lnTo>
                        <a:lnTo>
                          <a:pt x="534" y="246"/>
                        </a:lnTo>
                        <a:lnTo>
                          <a:pt x="528" y="240"/>
                        </a:lnTo>
                        <a:lnTo>
                          <a:pt x="528" y="234"/>
                        </a:lnTo>
                        <a:lnTo>
                          <a:pt x="540" y="228"/>
                        </a:lnTo>
                        <a:lnTo>
                          <a:pt x="546" y="222"/>
                        </a:lnTo>
                        <a:lnTo>
                          <a:pt x="540" y="216"/>
                        </a:lnTo>
                        <a:lnTo>
                          <a:pt x="534" y="216"/>
                        </a:lnTo>
                        <a:lnTo>
                          <a:pt x="540" y="210"/>
                        </a:lnTo>
                        <a:lnTo>
                          <a:pt x="540" y="204"/>
                        </a:lnTo>
                        <a:lnTo>
                          <a:pt x="528" y="204"/>
                        </a:lnTo>
                        <a:lnTo>
                          <a:pt x="528" y="192"/>
                        </a:lnTo>
                        <a:lnTo>
                          <a:pt x="534" y="192"/>
                        </a:lnTo>
                        <a:lnTo>
                          <a:pt x="534" y="174"/>
                        </a:lnTo>
                        <a:lnTo>
                          <a:pt x="522" y="174"/>
                        </a:lnTo>
                        <a:lnTo>
                          <a:pt x="516" y="168"/>
                        </a:lnTo>
                        <a:lnTo>
                          <a:pt x="510" y="168"/>
                        </a:lnTo>
                        <a:lnTo>
                          <a:pt x="504" y="162"/>
                        </a:lnTo>
                        <a:lnTo>
                          <a:pt x="504" y="150"/>
                        </a:lnTo>
                        <a:lnTo>
                          <a:pt x="510" y="150"/>
                        </a:lnTo>
                        <a:lnTo>
                          <a:pt x="522" y="138"/>
                        </a:lnTo>
                        <a:lnTo>
                          <a:pt x="522" y="120"/>
                        </a:lnTo>
                        <a:lnTo>
                          <a:pt x="516" y="114"/>
                        </a:lnTo>
                        <a:lnTo>
                          <a:pt x="510" y="114"/>
                        </a:lnTo>
                        <a:lnTo>
                          <a:pt x="510" y="96"/>
                        </a:lnTo>
                        <a:lnTo>
                          <a:pt x="504" y="90"/>
                        </a:lnTo>
                        <a:lnTo>
                          <a:pt x="486" y="84"/>
                        </a:lnTo>
                        <a:lnTo>
                          <a:pt x="486" y="78"/>
                        </a:lnTo>
                        <a:lnTo>
                          <a:pt x="480" y="66"/>
                        </a:lnTo>
                        <a:lnTo>
                          <a:pt x="474" y="60"/>
                        </a:lnTo>
                        <a:lnTo>
                          <a:pt x="456" y="60"/>
                        </a:lnTo>
                        <a:lnTo>
                          <a:pt x="450" y="54"/>
                        </a:lnTo>
                        <a:lnTo>
                          <a:pt x="444" y="54"/>
                        </a:lnTo>
                        <a:lnTo>
                          <a:pt x="438" y="48"/>
                        </a:lnTo>
                        <a:lnTo>
                          <a:pt x="426" y="48"/>
                        </a:lnTo>
                        <a:lnTo>
                          <a:pt x="420" y="42"/>
                        </a:lnTo>
                        <a:lnTo>
                          <a:pt x="396" y="42"/>
                        </a:lnTo>
                        <a:lnTo>
                          <a:pt x="384" y="54"/>
                        </a:lnTo>
                        <a:lnTo>
                          <a:pt x="342" y="54"/>
                        </a:lnTo>
                        <a:lnTo>
                          <a:pt x="342" y="72"/>
                        </a:lnTo>
                        <a:lnTo>
                          <a:pt x="300" y="72"/>
                        </a:lnTo>
                        <a:lnTo>
                          <a:pt x="300" y="60"/>
                        </a:lnTo>
                        <a:lnTo>
                          <a:pt x="312" y="48"/>
                        </a:lnTo>
                        <a:lnTo>
                          <a:pt x="312" y="42"/>
                        </a:lnTo>
                        <a:lnTo>
                          <a:pt x="318" y="30"/>
                        </a:lnTo>
                        <a:lnTo>
                          <a:pt x="294" y="42"/>
                        </a:lnTo>
                        <a:lnTo>
                          <a:pt x="252" y="36"/>
                        </a:lnTo>
                        <a:lnTo>
                          <a:pt x="246" y="30"/>
                        </a:lnTo>
                        <a:lnTo>
                          <a:pt x="246" y="18"/>
                        </a:lnTo>
                        <a:lnTo>
                          <a:pt x="240" y="6"/>
                        </a:lnTo>
                        <a:lnTo>
                          <a:pt x="234" y="6"/>
                        </a:lnTo>
                        <a:lnTo>
                          <a:pt x="234" y="12"/>
                        </a:lnTo>
                        <a:lnTo>
                          <a:pt x="228" y="6"/>
                        </a:lnTo>
                        <a:lnTo>
                          <a:pt x="204" y="6"/>
                        </a:lnTo>
                        <a:lnTo>
                          <a:pt x="198" y="0"/>
                        </a:lnTo>
                        <a:lnTo>
                          <a:pt x="168" y="0"/>
                        </a:lnTo>
                        <a:lnTo>
                          <a:pt x="192" y="36"/>
                        </a:lnTo>
                        <a:lnTo>
                          <a:pt x="180" y="48"/>
                        </a:lnTo>
                        <a:lnTo>
                          <a:pt x="198" y="72"/>
                        </a:lnTo>
                        <a:lnTo>
                          <a:pt x="216" y="90"/>
                        </a:lnTo>
                        <a:lnTo>
                          <a:pt x="186" y="78"/>
                        </a:lnTo>
                        <a:lnTo>
                          <a:pt x="162" y="84"/>
                        </a:lnTo>
                        <a:lnTo>
                          <a:pt x="162" y="108"/>
                        </a:lnTo>
                        <a:lnTo>
                          <a:pt x="132" y="108"/>
                        </a:lnTo>
                        <a:lnTo>
                          <a:pt x="126" y="96"/>
                        </a:lnTo>
                        <a:lnTo>
                          <a:pt x="84" y="96"/>
                        </a:lnTo>
                        <a:lnTo>
                          <a:pt x="84" y="126"/>
                        </a:lnTo>
                        <a:lnTo>
                          <a:pt x="90" y="126"/>
                        </a:lnTo>
                        <a:lnTo>
                          <a:pt x="84" y="132"/>
                        </a:lnTo>
                        <a:lnTo>
                          <a:pt x="90" y="144"/>
                        </a:lnTo>
                        <a:lnTo>
                          <a:pt x="78" y="150"/>
                        </a:lnTo>
                        <a:lnTo>
                          <a:pt x="72" y="150"/>
                        </a:lnTo>
                        <a:lnTo>
                          <a:pt x="72" y="168"/>
                        </a:lnTo>
                        <a:lnTo>
                          <a:pt x="78" y="174"/>
                        </a:lnTo>
                        <a:lnTo>
                          <a:pt x="66" y="174"/>
                        </a:lnTo>
                        <a:lnTo>
                          <a:pt x="54" y="180"/>
                        </a:lnTo>
                        <a:lnTo>
                          <a:pt x="48" y="180"/>
                        </a:lnTo>
                        <a:lnTo>
                          <a:pt x="48" y="186"/>
                        </a:lnTo>
                        <a:lnTo>
                          <a:pt x="54" y="192"/>
                        </a:lnTo>
                        <a:lnTo>
                          <a:pt x="60" y="192"/>
                        </a:lnTo>
                        <a:lnTo>
                          <a:pt x="72" y="204"/>
                        </a:lnTo>
                        <a:lnTo>
                          <a:pt x="72" y="210"/>
                        </a:lnTo>
                        <a:lnTo>
                          <a:pt x="66" y="210"/>
                        </a:lnTo>
                        <a:lnTo>
                          <a:pt x="60" y="216"/>
                        </a:lnTo>
                        <a:lnTo>
                          <a:pt x="54" y="228"/>
                        </a:lnTo>
                        <a:lnTo>
                          <a:pt x="48" y="228"/>
                        </a:lnTo>
                        <a:lnTo>
                          <a:pt x="42" y="234"/>
                        </a:lnTo>
                        <a:lnTo>
                          <a:pt x="42" y="240"/>
                        </a:lnTo>
                        <a:lnTo>
                          <a:pt x="18" y="240"/>
                        </a:lnTo>
                        <a:lnTo>
                          <a:pt x="12" y="234"/>
                        </a:lnTo>
                        <a:lnTo>
                          <a:pt x="6" y="234"/>
                        </a:lnTo>
                        <a:lnTo>
                          <a:pt x="12" y="258"/>
                        </a:lnTo>
                        <a:lnTo>
                          <a:pt x="12" y="264"/>
                        </a:lnTo>
                        <a:lnTo>
                          <a:pt x="18" y="270"/>
                        </a:lnTo>
                        <a:lnTo>
                          <a:pt x="18" y="276"/>
                        </a:lnTo>
                        <a:lnTo>
                          <a:pt x="6" y="282"/>
                        </a:lnTo>
                        <a:lnTo>
                          <a:pt x="0" y="288"/>
                        </a:lnTo>
                        <a:lnTo>
                          <a:pt x="6" y="294"/>
                        </a:lnTo>
                        <a:lnTo>
                          <a:pt x="6" y="306"/>
                        </a:lnTo>
                        <a:lnTo>
                          <a:pt x="0" y="312"/>
                        </a:lnTo>
                        <a:lnTo>
                          <a:pt x="0" y="324"/>
                        </a:lnTo>
                        <a:lnTo>
                          <a:pt x="12" y="324"/>
                        </a:lnTo>
                        <a:lnTo>
                          <a:pt x="24" y="336"/>
                        </a:lnTo>
                        <a:lnTo>
                          <a:pt x="24" y="354"/>
                        </a:lnTo>
                        <a:lnTo>
                          <a:pt x="30" y="360"/>
                        </a:lnTo>
                        <a:lnTo>
                          <a:pt x="18" y="360"/>
                        </a:lnTo>
                        <a:lnTo>
                          <a:pt x="12" y="366"/>
                        </a:lnTo>
                        <a:lnTo>
                          <a:pt x="12" y="384"/>
                        </a:lnTo>
                        <a:lnTo>
                          <a:pt x="18" y="390"/>
                        </a:lnTo>
                        <a:lnTo>
                          <a:pt x="24" y="390"/>
                        </a:lnTo>
                        <a:lnTo>
                          <a:pt x="36" y="396"/>
                        </a:lnTo>
                        <a:lnTo>
                          <a:pt x="36" y="408"/>
                        </a:lnTo>
                        <a:lnTo>
                          <a:pt x="30" y="41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37" name="Georgia" descr="© INSCALE GmbH, 05.05.2010&#10;http://www.presentationload.com/">
                    <a:extLst>
                      <a:ext uri="{FF2B5EF4-FFF2-40B4-BE49-F238E27FC236}">
                        <a16:creationId xmlns:a16="http://schemas.microsoft.com/office/drawing/2014/main" id="{26AA721F-2270-3334-76C2-7ABE97505C5E}"/>
                      </a:ext>
                    </a:extLst>
                  </p:cNvPr>
                  <p:cNvSpPr>
                    <a:spLocks/>
                  </p:cNvSpPr>
                  <p:nvPr/>
                </p:nvSpPr>
                <p:spPr bwMode="gray">
                  <a:xfrm>
                    <a:off x="3325" y="1678"/>
                    <a:ext cx="117" cy="54"/>
                  </a:xfrm>
                  <a:custGeom>
                    <a:avLst/>
                    <a:gdLst>
                      <a:gd name="T0" fmla="*/ 2147483647 w 462"/>
                      <a:gd name="T1" fmla="*/ 2147483647 h 210"/>
                      <a:gd name="T2" fmla="*/ 2147483647 w 462"/>
                      <a:gd name="T3" fmla="*/ 2147483647 h 210"/>
                      <a:gd name="T4" fmla="*/ 2147483647 w 462"/>
                      <a:gd name="T5" fmla="*/ 2147483647 h 210"/>
                      <a:gd name="T6" fmla="*/ 2147483647 w 462"/>
                      <a:gd name="T7" fmla="*/ 2147483647 h 210"/>
                      <a:gd name="T8" fmla="*/ 2147483647 w 462"/>
                      <a:gd name="T9" fmla="*/ 2147483647 h 210"/>
                      <a:gd name="T10" fmla="*/ 2147483647 w 462"/>
                      <a:gd name="T11" fmla="*/ 2147483647 h 210"/>
                      <a:gd name="T12" fmla="*/ 2147483647 w 462"/>
                      <a:gd name="T13" fmla="*/ 2147483647 h 210"/>
                      <a:gd name="T14" fmla="*/ 2147483647 w 462"/>
                      <a:gd name="T15" fmla="*/ 2147483647 h 210"/>
                      <a:gd name="T16" fmla="*/ 2147483647 w 462"/>
                      <a:gd name="T17" fmla="*/ 2147483647 h 210"/>
                      <a:gd name="T18" fmla="*/ 2147483647 w 462"/>
                      <a:gd name="T19" fmla="*/ 2147483647 h 210"/>
                      <a:gd name="T20" fmla="*/ 2147483647 w 462"/>
                      <a:gd name="T21" fmla="*/ 2147483647 h 210"/>
                      <a:gd name="T22" fmla="*/ 2147483647 w 462"/>
                      <a:gd name="T23" fmla="*/ 2147483647 h 210"/>
                      <a:gd name="T24" fmla="*/ 2147483647 w 462"/>
                      <a:gd name="T25" fmla="*/ 2147483647 h 210"/>
                      <a:gd name="T26" fmla="*/ 2147483647 w 462"/>
                      <a:gd name="T27" fmla="*/ 2147483647 h 210"/>
                      <a:gd name="T28" fmla="*/ 2147483647 w 462"/>
                      <a:gd name="T29" fmla="*/ 2147483647 h 210"/>
                      <a:gd name="T30" fmla="*/ 2147483647 w 462"/>
                      <a:gd name="T31" fmla="*/ 2147483647 h 210"/>
                      <a:gd name="T32" fmla="*/ 2147483647 w 462"/>
                      <a:gd name="T33" fmla="*/ 2147483647 h 210"/>
                      <a:gd name="T34" fmla="*/ 2147483647 w 462"/>
                      <a:gd name="T35" fmla="*/ 2147483647 h 210"/>
                      <a:gd name="T36" fmla="*/ 2147483647 w 462"/>
                      <a:gd name="T37" fmla="*/ 2147483647 h 210"/>
                      <a:gd name="T38" fmla="*/ 2147483647 w 462"/>
                      <a:gd name="T39" fmla="*/ 2147483647 h 210"/>
                      <a:gd name="T40" fmla="*/ 2147483647 w 462"/>
                      <a:gd name="T41" fmla="*/ 2147483647 h 210"/>
                      <a:gd name="T42" fmla="*/ 2147483647 w 462"/>
                      <a:gd name="T43" fmla="*/ 2147483647 h 210"/>
                      <a:gd name="T44" fmla="*/ 2147483647 w 462"/>
                      <a:gd name="T45" fmla="*/ 2147483647 h 210"/>
                      <a:gd name="T46" fmla="*/ 2147483647 w 462"/>
                      <a:gd name="T47" fmla="*/ 2147483647 h 210"/>
                      <a:gd name="T48" fmla="*/ 2147483647 w 462"/>
                      <a:gd name="T49" fmla="*/ 2147483647 h 210"/>
                      <a:gd name="T50" fmla="*/ 2147483647 w 462"/>
                      <a:gd name="T51" fmla="*/ 2147483647 h 210"/>
                      <a:gd name="T52" fmla="*/ 2147483647 w 462"/>
                      <a:gd name="T53" fmla="*/ 2147483647 h 210"/>
                      <a:gd name="T54" fmla="*/ 2147483647 w 462"/>
                      <a:gd name="T55" fmla="*/ 2147483647 h 210"/>
                      <a:gd name="T56" fmla="*/ 2147483647 w 462"/>
                      <a:gd name="T57" fmla="*/ 2147483647 h 210"/>
                      <a:gd name="T58" fmla="*/ 2147483647 w 462"/>
                      <a:gd name="T59" fmla="*/ 2147483647 h 210"/>
                      <a:gd name="T60" fmla="*/ 2147483647 w 462"/>
                      <a:gd name="T61" fmla="*/ 2147483647 h 210"/>
                      <a:gd name="T62" fmla="*/ 2147483647 w 462"/>
                      <a:gd name="T63" fmla="*/ 2147483647 h 210"/>
                      <a:gd name="T64" fmla="*/ 2147483647 w 462"/>
                      <a:gd name="T65" fmla="*/ 2147483647 h 210"/>
                      <a:gd name="T66" fmla="*/ 2147483647 w 462"/>
                      <a:gd name="T67" fmla="*/ 2147483647 h 210"/>
                      <a:gd name="T68" fmla="*/ 2147483647 w 462"/>
                      <a:gd name="T69" fmla="*/ 2147483647 h 210"/>
                      <a:gd name="T70" fmla="*/ 2147483647 w 462"/>
                      <a:gd name="T71" fmla="*/ 2147483647 h 210"/>
                      <a:gd name="T72" fmla="*/ 2147483647 w 462"/>
                      <a:gd name="T73" fmla="*/ 2147483647 h 210"/>
                      <a:gd name="T74" fmla="*/ 2147483647 w 462"/>
                      <a:gd name="T75" fmla="*/ 2147483647 h 210"/>
                      <a:gd name="T76" fmla="*/ 2147483647 w 462"/>
                      <a:gd name="T77" fmla="*/ 2147483647 h 210"/>
                      <a:gd name="T78" fmla="*/ 2147483647 w 462"/>
                      <a:gd name="T79" fmla="*/ 2147483647 h 210"/>
                      <a:gd name="T80" fmla="*/ 2147483647 w 462"/>
                      <a:gd name="T81" fmla="*/ 0 h 210"/>
                      <a:gd name="T82" fmla="*/ 0 w 462"/>
                      <a:gd name="T83" fmla="*/ 2147483647 h 210"/>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w 462"/>
                      <a:gd name="T127" fmla="*/ 0 h 210"/>
                      <a:gd name="T128" fmla="*/ 462 w 462"/>
                      <a:gd name="T129" fmla="*/ 210 h 210"/>
                    </a:gdLst>
                    <a:ahLst/>
                    <a:cxnLst>
                      <a:cxn ang="T84">
                        <a:pos x="T0" y="T1"/>
                      </a:cxn>
                      <a:cxn ang="T85">
                        <a:pos x="T2" y="T3"/>
                      </a:cxn>
                      <a:cxn ang="T86">
                        <a:pos x="T4" y="T5"/>
                      </a:cxn>
                      <a:cxn ang="T87">
                        <a:pos x="T6" y="T7"/>
                      </a:cxn>
                      <a:cxn ang="T88">
                        <a:pos x="T8" y="T9"/>
                      </a:cxn>
                      <a:cxn ang="T89">
                        <a:pos x="T10" y="T11"/>
                      </a:cxn>
                      <a:cxn ang="T90">
                        <a:pos x="T12" y="T13"/>
                      </a:cxn>
                      <a:cxn ang="T91">
                        <a:pos x="T14" y="T15"/>
                      </a:cxn>
                      <a:cxn ang="T92">
                        <a:pos x="T16" y="T17"/>
                      </a:cxn>
                      <a:cxn ang="T93">
                        <a:pos x="T18" y="T19"/>
                      </a:cxn>
                      <a:cxn ang="T94">
                        <a:pos x="T20" y="T21"/>
                      </a:cxn>
                      <a:cxn ang="T95">
                        <a:pos x="T22" y="T23"/>
                      </a:cxn>
                      <a:cxn ang="T96">
                        <a:pos x="T24" y="T25"/>
                      </a:cxn>
                      <a:cxn ang="T97">
                        <a:pos x="T26" y="T27"/>
                      </a:cxn>
                      <a:cxn ang="T98">
                        <a:pos x="T28" y="T29"/>
                      </a:cxn>
                      <a:cxn ang="T99">
                        <a:pos x="T30" y="T31"/>
                      </a:cxn>
                      <a:cxn ang="T100">
                        <a:pos x="T32" y="T33"/>
                      </a:cxn>
                      <a:cxn ang="T101">
                        <a:pos x="T34" y="T35"/>
                      </a:cxn>
                      <a:cxn ang="T102">
                        <a:pos x="T36" y="T37"/>
                      </a:cxn>
                      <a:cxn ang="T103">
                        <a:pos x="T38" y="T39"/>
                      </a:cxn>
                      <a:cxn ang="T104">
                        <a:pos x="T40" y="T41"/>
                      </a:cxn>
                      <a:cxn ang="T105">
                        <a:pos x="T42" y="T43"/>
                      </a:cxn>
                      <a:cxn ang="T106">
                        <a:pos x="T44" y="T45"/>
                      </a:cxn>
                      <a:cxn ang="T107">
                        <a:pos x="T46" y="T47"/>
                      </a:cxn>
                      <a:cxn ang="T108">
                        <a:pos x="T48" y="T49"/>
                      </a:cxn>
                      <a:cxn ang="T109">
                        <a:pos x="T50" y="T51"/>
                      </a:cxn>
                      <a:cxn ang="T110">
                        <a:pos x="T52" y="T53"/>
                      </a:cxn>
                      <a:cxn ang="T111">
                        <a:pos x="T54" y="T55"/>
                      </a:cxn>
                      <a:cxn ang="T112">
                        <a:pos x="T56" y="T57"/>
                      </a:cxn>
                      <a:cxn ang="T113">
                        <a:pos x="T58" y="T59"/>
                      </a:cxn>
                      <a:cxn ang="T114">
                        <a:pos x="T60" y="T61"/>
                      </a:cxn>
                      <a:cxn ang="T115">
                        <a:pos x="T62" y="T63"/>
                      </a:cxn>
                      <a:cxn ang="T116">
                        <a:pos x="T64" y="T65"/>
                      </a:cxn>
                      <a:cxn ang="T117">
                        <a:pos x="T66" y="T67"/>
                      </a:cxn>
                      <a:cxn ang="T118">
                        <a:pos x="T68" y="T69"/>
                      </a:cxn>
                      <a:cxn ang="T119">
                        <a:pos x="T70" y="T71"/>
                      </a:cxn>
                      <a:cxn ang="T120">
                        <a:pos x="T72" y="T73"/>
                      </a:cxn>
                      <a:cxn ang="T121">
                        <a:pos x="T74" y="T75"/>
                      </a:cxn>
                      <a:cxn ang="T122">
                        <a:pos x="T76" y="T77"/>
                      </a:cxn>
                      <a:cxn ang="T123">
                        <a:pos x="T78" y="T79"/>
                      </a:cxn>
                      <a:cxn ang="T124">
                        <a:pos x="T80" y="T81"/>
                      </a:cxn>
                      <a:cxn ang="T125">
                        <a:pos x="T82" y="T83"/>
                      </a:cxn>
                    </a:cxnLst>
                    <a:rect l="T126" t="T127" r="T128" b="T129"/>
                    <a:pathLst>
                      <a:path w="462" h="210">
                        <a:moveTo>
                          <a:pt x="6" y="18"/>
                        </a:moveTo>
                        <a:lnTo>
                          <a:pt x="12" y="18"/>
                        </a:lnTo>
                        <a:lnTo>
                          <a:pt x="18" y="24"/>
                        </a:lnTo>
                        <a:lnTo>
                          <a:pt x="30" y="30"/>
                        </a:lnTo>
                        <a:lnTo>
                          <a:pt x="42" y="42"/>
                        </a:lnTo>
                        <a:lnTo>
                          <a:pt x="60" y="48"/>
                        </a:lnTo>
                        <a:lnTo>
                          <a:pt x="72" y="54"/>
                        </a:lnTo>
                        <a:lnTo>
                          <a:pt x="78" y="54"/>
                        </a:lnTo>
                        <a:lnTo>
                          <a:pt x="84" y="60"/>
                        </a:lnTo>
                        <a:lnTo>
                          <a:pt x="96" y="66"/>
                        </a:lnTo>
                        <a:lnTo>
                          <a:pt x="102" y="78"/>
                        </a:lnTo>
                        <a:lnTo>
                          <a:pt x="114" y="84"/>
                        </a:lnTo>
                        <a:lnTo>
                          <a:pt x="114" y="96"/>
                        </a:lnTo>
                        <a:lnTo>
                          <a:pt x="120" y="114"/>
                        </a:lnTo>
                        <a:lnTo>
                          <a:pt x="120" y="132"/>
                        </a:lnTo>
                        <a:lnTo>
                          <a:pt x="126" y="138"/>
                        </a:lnTo>
                        <a:lnTo>
                          <a:pt x="132" y="150"/>
                        </a:lnTo>
                        <a:lnTo>
                          <a:pt x="138" y="156"/>
                        </a:lnTo>
                        <a:lnTo>
                          <a:pt x="138" y="162"/>
                        </a:lnTo>
                        <a:lnTo>
                          <a:pt x="132" y="168"/>
                        </a:lnTo>
                        <a:lnTo>
                          <a:pt x="168" y="174"/>
                        </a:lnTo>
                        <a:lnTo>
                          <a:pt x="174" y="168"/>
                        </a:lnTo>
                        <a:lnTo>
                          <a:pt x="186" y="162"/>
                        </a:lnTo>
                        <a:lnTo>
                          <a:pt x="198" y="162"/>
                        </a:lnTo>
                        <a:lnTo>
                          <a:pt x="210" y="168"/>
                        </a:lnTo>
                        <a:lnTo>
                          <a:pt x="216" y="174"/>
                        </a:lnTo>
                        <a:lnTo>
                          <a:pt x="222" y="186"/>
                        </a:lnTo>
                        <a:lnTo>
                          <a:pt x="222" y="192"/>
                        </a:lnTo>
                        <a:lnTo>
                          <a:pt x="246" y="192"/>
                        </a:lnTo>
                        <a:lnTo>
                          <a:pt x="246" y="198"/>
                        </a:lnTo>
                        <a:lnTo>
                          <a:pt x="252" y="204"/>
                        </a:lnTo>
                        <a:lnTo>
                          <a:pt x="276" y="198"/>
                        </a:lnTo>
                        <a:lnTo>
                          <a:pt x="282" y="192"/>
                        </a:lnTo>
                        <a:lnTo>
                          <a:pt x="336" y="198"/>
                        </a:lnTo>
                        <a:lnTo>
                          <a:pt x="336" y="180"/>
                        </a:lnTo>
                        <a:lnTo>
                          <a:pt x="342" y="180"/>
                        </a:lnTo>
                        <a:lnTo>
                          <a:pt x="348" y="186"/>
                        </a:lnTo>
                        <a:lnTo>
                          <a:pt x="354" y="186"/>
                        </a:lnTo>
                        <a:lnTo>
                          <a:pt x="354" y="180"/>
                        </a:lnTo>
                        <a:lnTo>
                          <a:pt x="366" y="168"/>
                        </a:lnTo>
                        <a:lnTo>
                          <a:pt x="390" y="168"/>
                        </a:lnTo>
                        <a:lnTo>
                          <a:pt x="396" y="174"/>
                        </a:lnTo>
                        <a:lnTo>
                          <a:pt x="396" y="180"/>
                        </a:lnTo>
                        <a:lnTo>
                          <a:pt x="414" y="198"/>
                        </a:lnTo>
                        <a:lnTo>
                          <a:pt x="426" y="192"/>
                        </a:lnTo>
                        <a:lnTo>
                          <a:pt x="438" y="192"/>
                        </a:lnTo>
                        <a:lnTo>
                          <a:pt x="456" y="210"/>
                        </a:lnTo>
                        <a:lnTo>
                          <a:pt x="462" y="204"/>
                        </a:lnTo>
                        <a:lnTo>
                          <a:pt x="456" y="192"/>
                        </a:lnTo>
                        <a:lnTo>
                          <a:pt x="450" y="186"/>
                        </a:lnTo>
                        <a:lnTo>
                          <a:pt x="444" y="174"/>
                        </a:lnTo>
                        <a:lnTo>
                          <a:pt x="438" y="168"/>
                        </a:lnTo>
                        <a:lnTo>
                          <a:pt x="432" y="168"/>
                        </a:lnTo>
                        <a:lnTo>
                          <a:pt x="414" y="150"/>
                        </a:lnTo>
                        <a:lnTo>
                          <a:pt x="420" y="144"/>
                        </a:lnTo>
                        <a:lnTo>
                          <a:pt x="432" y="144"/>
                        </a:lnTo>
                        <a:lnTo>
                          <a:pt x="420" y="132"/>
                        </a:lnTo>
                        <a:lnTo>
                          <a:pt x="408" y="126"/>
                        </a:lnTo>
                        <a:lnTo>
                          <a:pt x="396" y="114"/>
                        </a:lnTo>
                        <a:lnTo>
                          <a:pt x="378" y="114"/>
                        </a:lnTo>
                        <a:lnTo>
                          <a:pt x="378" y="108"/>
                        </a:lnTo>
                        <a:lnTo>
                          <a:pt x="384" y="102"/>
                        </a:lnTo>
                        <a:lnTo>
                          <a:pt x="384" y="90"/>
                        </a:lnTo>
                        <a:lnTo>
                          <a:pt x="354" y="84"/>
                        </a:lnTo>
                        <a:lnTo>
                          <a:pt x="342" y="72"/>
                        </a:lnTo>
                        <a:lnTo>
                          <a:pt x="330" y="66"/>
                        </a:lnTo>
                        <a:lnTo>
                          <a:pt x="300" y="66"/>
                        </a:lnTo>
                        <a:lnTo>
                          <a:pt x="300" y="72"/>
                        </a:lnTo>
                        <a:lnTo>
                          <a:pt x="288" y="72"/>
                        </a:lnTo>
                        <a:lnTo>
                          <a:pt x="282" y="78"/>
                        </a:lnTo>
                        <a:lnTo>
                          <a:pt x="258" y="78"/>
                        </a:lnTo>
                        <a:lnTo>
                          <a:pt x="246" y="72"/>
                        </a:lnTo>
                        <a:lnTo>
                          <a:pt x="240" y="72"/>
                        </a:lnTo>
                        <a:lnTo>
                          <a:pt x="240" y="66"/>
                        </a:lnTo>
                        <a:lnTo>
                          <a:pt x="192" y="36"/>
                        </a:lnTo>
                        <a:lnTo>
                          <a:pt x="186" y="36"/>
                        </a:lnTo>
                        <a:lnTo>
                          <a:pt x="180" y="30"/>
                        </a:lnTo>
                        <a:lnTo>
                          <a:pt x="144" y="30"/>
                        </a:lnTo>
                        <a:lnTo>
                          <a:pt x="84" y="18"/>
                        </a:lnTo>
                        <a:lnTo>
                          <a:pt x="66" y="12"/>
                        </a:lnTo>
                        <a:lnTo>
                          <a:pt x="54" y="6"/>
                        </a:lnTo>
                        <a:lnTo>
                          <a:pt x="36" y="0"/>
                        </a:lnTo>
                        <a:lnTo>
                          <a:pt x="24" y="0"/>
                        </a:lnTo>
                        <a:lnTo>
                          <a:pt x="0" y="18"/>
                        </a:lnTo>
                        <a:lnTo>
                          <a:pt x="6" y="18"/>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38" name="France" descr="© INSCALE GmbH, 05.05.2010&#10;http://www.presentationload.com/">
                    <a:extLst>
                      <a:ext uri="{FF2B5EF4-FFF2-40B4-BE49-F238E27FC236}">
                        <a16:creationId xmlns:a16="http://schemas.microsoft.com/office/drawing/2014/main" id="{B9D23C68-BD25-5C63-CC33-02301532C0B6}"/>
                      </a:ext>
                    </a:extLst>
                  </p:cNvPr>
                  <p:cNvSpPr>
                    <a:spLocks noEditPoints="1"/>
                  </p:cNvSpPr>
                  <p:nvPr/>
                </p:nvSpPr>
                <p:spPr bwMode="gray">
                  <a:xfrm>
                    <a:off x="2598" y="1526"/>
                    <a:ext cx="231" cy="200"/>
                  </a:xfrm>
                  <a:custGeom>
                    <a:avLst/>
                    <a:gdLst>
                      <a:gd name="T0" fmla="*/ 2147483647 w 230"/>
                      <a:gd name="T1" fmla="*/ 2147483647 h 198"/>
                      <a:gd name="T2" fmla="*/ 2147483647 w 230"/>
                      <a:gd name="T3" fmla="*/ 2147483647 h 198"/>
                      <a:gd name="T4" fmla="*/ 2147483647 w 230"/>
                      <a:gd name="T5" fmla="*/ 2147483647 h 198"/>
                      <a:gd name="T6" fmla="*/ 2147483647 w 230"/>
                      <a:gd name="T7" fmla="*/ 2147483647 h 198"/>
                      <a:gd name="T8" fmla="*/ 2147483647 w 230"/>
                      <a:gd name="T9" fmla="*/ 2147483647 h 198"/>
                      <a:gd name="T10" fmla="*/ 2147483647 w 230"/>
                      <a:gd name="T11" fmla="*/ 2147483647 h 198"/>
                      <a:gd name="T12" fmla="*/ 2147483647 w 230"/>
                      <a:gd name="T13" fmla="*/ 2147483647 h 198"/>
                      <a:gd name="T14" fmla="*/ 2147483647 w 230"/>
                      <a:gd name="T15" fmla="*/ 2147483647 h 198"/>
                      <a:gd name="T16" fmla="*/ 2147483647 w 230"/>
                      <a:gd name="T17" fmla="*/ 2147483647 h 198"/>
                      <a:gd name="T18" fmla="*/ 2147483647 w 230"/>
                      <a:gd name="T19" fmla="*/ 2147483647 h 198"/>
                      <a:gd name="T20" fmla="*/ 2147483647 w 230"/>
                      <a:gd name="T21" fmla="*/ 2147483647 h 198"/>
                      <a:gd name="T22" fmla="*/ 2147483647 w 230"/>
                      <a:gd name="T23" fmla="*/ 2147483647 h 198"/>
                      <a:gd name="T24" fmla="*/ 2147483647 w 230"/>
                      <a:gd name="T25" fmla="*/ 2147483647 h 198"/>
                      <a:gd name="T26" fmla="*/ 2147483647 w 230"/>
                      <a:gd name="T27" fmla="*/ 2147483647 h 198"/>
                      <a:gd name="T28" fmla="*/ 2147483647 w 230"/>
                      <a:gd name="T29" fmla="*/ 2147483647 h 198"/>
                      <a:gd name="T30" fmla="*/ 2147483647 w 230"/>
                      <a:gd name="T31" fmla="*/ 2147483647 h 198"/>
                      <a:gd name="T32" fmla="*/ 2147483647 w 230"/>
                      <a:gd name="T33" fmla="*/ 2147483647 h 198"/>
                      <a:gd name="T34" fmla="*/ 2147483647 w 230"/>
                      <a:gd name="T35" fmla="*/ 2147483647 h 198"/>
                      <a:gd name="T36" fmla="*/ 2147483647 w 230"/>
                      <a:gd name="T37" fmla="*/ 2147483647 h 198"/>
                      <a:gd name="T38" fmla="*/ 2147483647 w 230"/>
                      <a:gd name="T39" fmla="*/ 2147483647 h 198"/>
                      <a:gd name="T40" fmla="*/ 2147483647 w 230"/>
                      <a:gd name="T41" fmla="*/ 2147483647 h 198"/>
                      <a:gd name="T42" fmla="*/ 2147483647 w 230"/>
                      <a:gd name="T43" fmla="*/ 2147483647 h 198"/>
                      <a:gd name="T44" fmla="*/ 2147483647 w 230"/>
                      <a:gd name="T45" fmla="*/ 2147483647 h 198"/>
                      <a:gd name="T46" fmla="*/ 2147483647 w 230"/>
                      <a:gd name="T47" fmla="*/ 2147483647 h 198"/>
                      <a:gd name="T48" fmla="*/ 2147483647 w 230"/>
                      <a:gd name="T49" fmla="*/ 2147483647 h 198"/>
                      <a:gd name="T50" fmla="*/ 2147483647 w 230"/>
                      <a:gd name="T51" fmla="*/ 2147483647 h 198"/>
                      <a:gd name="T52" fmla="*/ 2147483647 w 230"/>
                      <a:gd name="T53" fmla="*/ 2147483647 h 198"/>
                      <a:gd name="T54" fmla="*/ 2147483647 w 230"/>
                      <a:gd name="T55" fmla="*/ 2147483647 h 198"/>
                      <a:gd name="T56" fmla="*/ 2147483647 w 230"/>
                      <a:gd name="T57" fmla="*/ 2147483647 h 198"/>
                      <a:gd name="T58" fmla="*/ 2147483647 w 230"/>
                      <a:gd name="T59" fmla="*/ 2147483647 h 198"/>
                      <a:gd name="T60" fmla="*/ 2147483647 w 230"/>
                      <a:gd name="T61" fmla="*/ 2147483647 h 198"/>
                      <a:gd name="T62" fmla="*/ 2147483647 w 230"/>
                      <a:gd name="T63" fmla="*/ 2147483647 h 198"/>
                      <a:gd name="T64" fmla="*/ 2147483647 w 230"/>
                      <a:gd name="T65" fmla="*/ 2147483647 h 198"/>
                      <a:gd name="T66" fmla="*/ 2147483647 w 230"/>
                      <a:gd name="T67" fmla="*/ 2147483647 h 198"/>
                      <a:gd name="T68" fmla="*/ 2147483647 w 230"/>
                      <a:gd name="T69" fmla="*/ 2147483647 h 198"/>
                      <a:gd name="T70" fmla="*/ 2147483647 w 230"/>
                      <a:gd name="T71" fmla="*/ 2147483647 h 198"/>
                      <a:gd name="T72" fmla="*/ 2147483647 w 230"/>
                      <a:gd name="T73" fmla="*/ 2147483647 h 198"/>
                      <a:gd name="T74" fmla="*/ 2147483647 w 230"/>
                      <a:gd name="T75" fmla="*/ 2147483647 h 198"/>
                      <a:gd name="T76" fmla="*/ 2147483647 w 230"/>
                      <a:gd name="T77" fmla="*/ 2147483647 h 198"/>
                      <a:gd name="T78" fmla="*/ 2147483647 w 230"/>
                      <a:gd name="T79" fmla="*/ 2147483647 h 198"/>
                      <a:gd name="T80" fmla="*/ 2147483647 w 230"/>
                      <a:gd name="T81" fmla="*/ 2147483647 h 198"/>
                      <a:gd name="T82" fmla="*/ 2147483647 w 230"/>
                      <a:gd name="T83" fmla="*/ 2147483647 h 198"/>
                      <a:gd name="T84" fmla="*/ 2147483647 w 230"/>
                      <a:gd name="T85" fmla="*/ 2147483647 h 198"/>
                      <a:gd name="T86" fmla="*/ 2147483647 w 230"/>
                      <a:gd name="T87" fmla="*/ 2147483647 h 198"/>
                      <a:gd name="T88" fmla="*/ 2147483647 w 230"/>
                      <a:gd name="T89" fmla="*/ 2147483647 h 198"/>
                      <a:gd name="T90" fmla="*/ 2147483647 w 230"/>
                      <a:gd name="T91" fmla="*/ 2147483647 h 198"/>
                      <a:gd name="T92" fmla="*/ 2147483647 w 230"/>
                      <a:gd name="T93" fmla="*/ 2147483647 h 198"/>
                      <a:gd name="T94" fmla="*/ 2147483647 w 230"/>
                      <a:gd name="T95" fmla="*/ 2147483647 h 198"/>
                      <a:gd name="T96" fmla="*/ 2147483647 w 230"/>
                      <a:gd name="T97" fmla="*/ 2147483647 h 198"/>
                      <a:gd name="T98" fmla="*/ 2147483647 w 230"/>
                      <a:gd name="T99" fmla="*/ 2147483647 h 198"/>
                      <a:gd name="T100" fmla="*/ 2147483647 w 230"/>
                      <a:gd name="T101" fmla="*/ 2147483647 h 198"/>
                      <a:gd name="T102" fmla="*/ 2147483647 w 230"/>
                      <a:gd name="T103" fmla="*/ 2147483647 h 198"/>
                      <a:gd name="T104" fmla="*/ 2147483647 w 230"/>
                      <a:gd name="T105" fmla="*/ 2147483647 h 198"/>
                      <a:gd name="T106" fmla="*/ 2147483647 w 230"/>
                      <a:gd name="T107" fmla="*/ 2147483647 h 198"/>
                      <a:gd name="T108" fmla="*/ 2147483647 w 230"/>
                      <a:gd name="T109" fmla="*/ 2147483647 h 198"/>
                      <a:gd name="T110" fmla="*/ 2147483647 w 230"/>
                      <a:gd name="T111" fmla="*/ 2147483647 h 198"/>
                      <a:gd name="T112" fmla="*/ 2147483647 w 230"/>
                      <a:gd name="T113" fmla="*/ 2147483647 h 198"/>
                      <a:gd name="T114" fmla="*/ 2147483647 w 230"/>
                      <a:gd name="T115" fmla="*/ 2147483647 h 198"/>
                      <a:gd name="T116" fmla="*/ 2147483647 w 230"/>
                      <a:gd name="T117" fmla="*/ 2147483647 h 198"/>
                      <a:gd name="T118" fmla="*/ 2147483647 w 230"/>
                      <a:gd name="T119" fmla="*/ 2147483647 h 198"/>
                      <a:gd name="T120" fmla="*/ 2147483647 w 230"/>
                      <a:gd name="T121" fmla="*/ 2147483647 h 19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230"/>
                      <a:gd name="T184" fmla="*/ 0 h 198"/>
                      <a:gd name="T185" fmla="*/ 230 w 230"/>
                      <a:gd name="T186" fmla="*/ 198 h 19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230" h="198">
                        <a:moveTo>
                          <a:pt x="230" y="172"/>
                        </a:moveTo>
                        <a:lnTo>
                          <a:pt x="230" y="172"/>
                        </a:lnTo>
                        <a:lnTo>
                          <a:pt x="230" y="166"/>
                        </a:lnTo>
                        <a:lnTo>
                          <a:pt x="228" y="166"/>
                        </a:lnTo>
                        <a:lnTo>
                          <a:pt x="224" y="168"/>
                        </a:lnTo>
                        <a:lnTo>
                          <a:pt x="224" y="170"/>
                        </a:lnTo>
                        <a:lnTo>
                          <a:pt x="220" y="172"/>
                        </a:lnTo>
                        <a:lnTo>
                          <a:pt x="218" y="174"/>
                        </a:lnTo>
                        <a:lnTo>
                          <a:pt x="216" y="178"/>
                        </a:lnTo>
                        <a:lnTo>
                          <a:pt x="216" y="182"/>
                        </a:lnTo>
                        <a:lnTo>
                          <a:pt x="218" y="186"/>
                        </a:lnTo>
                        <a:lnTo>
                          <a:pt x="218" y="190"/>
                        </a:lnTo>
                        <a:lnTo>
                          <a:pt x="218" y="192"/>
                        </a:lnTo>
                        <a:lnTo>
                          <a:pt x="218" y="194"/>
                        </a:lnTo>
                        <a:lnTo>
                          <a:pt x="222" y="196"/>
                        </a:lnTo>
                        <a:lnTo>
                          <a:pt x="224" y="198"/>
                        </a:lnTo>
                        <a:lnTo>
                          <a:pt x="230" y="192"/>
                        </a:lnTo>
                        <a:lnTo>
                          <a:pt x="230" y="186"/>
                        </a:lnTo>
                        <a:lnTo>
                          <a:pt x="228" y="186"/>
                        </a:lnTo>
                        <a:lnTo>
                          <a:pt x="230" y="184"/>
                        </a:lnTo>
                        <a:lnTo>
                          <a:pt x="230" y="172"/>
                        </a:lnTo>
                        <a:close/>
                        <a:moveTo>
                          <a:pt x="198" y="40"/>
                        </a:moveTo>
                        <a:lnTo>
                          <a:pt x="198" y="40"/>
                        </a:lnTo>
                        <a:lnTo>
                          <a:pt x="196" y="40"/>
                        </a:lnTo>
                        <a:lnTo>
                          <a:pt x="192" y="40"/>
                        </a:lnTo>
                        <a:lnTo>
                          <a:pt x="190" y="40"/>
                        </a:lnTo>
                        <a:lnTo>
                          <a:pt x="184" y="40"/>
                        </a:lnTo>
                        <a:lnTo>
                          <a:pt x="184" y="34"/>
                        </a:lnTo>
                        <a:lnTo>
                          <a:pt x="182" y="34"/>
                        </a:lnTo>
                        <a:lnTo>
                          <a:pt x="182" y="32"/>
                        </a:lnTo>
                        <a:lnTo>
                          <a:pt x="178" y="30"/>
                        </a:lnTo>
                        <a:lnTo>
                          <a:pt x="174" y="34"/>
                        </a:lnTo>
                        <a:lnTo>
                          <a:pt x="172" y="32"/>
                        </a:lnTo>
                        <a:lnTo>
                          <a:pt x="166" y="32"/>
                        </a:lnTo>
                        <a:lnTo>
                          <a:pt x="164" y="28"/>
                        </a:lnTo>
                        <a:lnTo>
                          <a:pt x="162" y="28"/>
                        </a:lnTo>
                        <a:lnTo>
                          <a:pt x="158" y="28"/>
                        </a:lnTo>
                        <a:lnTo>
                          <a:pt x="156" y="28"/>
                        </a:lnTo>
                        <a:lnTo>
                          <a:pt x="156" y="22"/>
                        </a:lnTo>
                        <a:lnTo>
                          <a:pt x="152" y="24"/>
                        </a:lnTo>
                        <a:lnTo>
                          <a:pt x="146" y="24"/>
                        </a:lnTo>
                        <a:lnTo>
                          <a:pt x="146" y="18"/>
                        </a:lnTo>
                        <a:lnTo>
                          <a:pt x="144" y="16"/>
                        </a:lnTo>
                        <a:lnTo>
                          <a:pt x="142" y="14"/>
                        </a:lnTo>
                        <a:lnTo>
                          <a:pt x="136" y="14"/>
                        </a:lnTo>
                        <a:lnTo>
                          <a:pt x="132" y="12"/>
                        </a:lnTo>
                        <a:lnTo>
                          <a:pt x="126" y="10"/>
                        </a:lnTo>
                        <a:lnTo>
                          <a:pt x="126" y="6"/>
                        </a:lnTo>
                        <a:lnTo>
                          <a:pt x="126" y="0"/>
                        </a:lnTo>
                        <a:lnTo>
                          <a:pt x="118" y="0"/>
                        </a:lnTo>
                        <a:lnTo>
                          <a:pt x="114" y="2"/>
                        </a:lnTo>
                        <a:lnTo>
                          <a:pt x="112" y="2"/>
                        </a:lnTo>
                        <a:lnTo>
                          <a:pt x="110" y="4"/>
                        </a:lnTo>
                        <a:lnTo>
                          <a:pt x="104" y="4"/>
                        </a:lnTo>
                        <a:lnTo>
                          <a:pt x="104" y="6"/>
                        </a:lnTo>
                        <a:lnTo>
                          <a:pt x="104" y="8"/>
                        </a:lnTo>
                        <a:lnTo>
                          <a:pt x="104" y="12"/>
                        </a:lnTo>
                        <a:lnTo>
                          <a:pt x="106" y="14"/>
                        </a:lnTo>
                        <a:lnTo>
                          <a:pt x="106" y="20"/>
                        </a:lnTo>
                        <a:lnTo>
                          <a:pt x="104" y="22"/>
                        </a:lnTo>
                        <a:lnTo>
                          <a:pt x="98" y="24"/>
                        </a:lnTo>
                        <a:lnTo>
                          <a:pt x="92" y="24"/>
                        </a:lnTo>
                        <a:lnTo>
                          <a:pt x="82" y="32"/>
                        </a:lnTo>
                        <a:lnTo>
                          <a:pt x="86" y="34"/>
                        </a:lnTo>
                        <a:lnTo>
                          <a:pt x="84" y="34"/>
                        </a:lnTo>
                        <a:lnTo>
                          <a:pt x="82" y="34"/>
                        </a:lnTo>
                        <a:lnTo>
                          <a:pt x="76" y="38"/>
                        </a:lnTo>
                        <a:lnTo>
                          <a:pt x="68" y="38"/>
                        </a:lnTo>
                        <a:lnTo>
                          <a:pt x="66" y="36"/>
                        </a:lnTo>
                        <a:lnTo>
                          <a:pt x="60" y="30"/>
                        </a:lnTo>
                        <a:lnTo>
                          <a:pt x="58" y="30"/>
                        </a:lnTo>
                        <a:lnTo>
                          <a:pt x="56" y="28"/>
                        </a:lnTo>
                        <a:lnTo>
                          <a:pt x="52" y="28"/>
                        </a:lnTo>
                        <a:lnTo>
                          <a:pt x="52" y="30"/>
                        </a:lnTo>
                        <a:lnTo>
                          <a:pt x="52" y="34"/>
                        </a:lnTo>
                        <a:lnTo>
                          <a:pt x="54" y="34"/>
                        </a:lnTo>
                        <a:lnTo>
                          <a:pt x="56" y="38"/>
                        </a:lnTo>
                        <a:lnTo>
                          <a:pt x="58" y="40"/>
                        </a:lnTo>
                        <a:lnTo>
                          <a:pt x="58" y="46"/>
                        </a:lnTo>
                        <a:lnTo>
                          <a:pt x="56" y="48"/>
                        </a:lnTo>
                        <a:lnTo>
                          <a:pt x="54" y="48"/>
                        </a:lnTo>
                        <a:lnTo>
                          <a:pt x="48" y="48"/>
                        </a:lnTo>
                        <a:lnTo>
                          <a:pt x="38" y="48"/>
                        </a:lnTo>
                        <a:lnTo>
                          <a:pt x="38" y="54"/>
                        </a:lnTo>
                        <a:lnTo>
                          <a:pt x="36" y="52"/>
                        </a:lnTo>
                        <a:lnTo>
                          <a:pt x="34" y="48"/>
                        </a:lnTo>
                        <a:lnTo>
                          <a:pt x="32" y="48"/>
                        </a:lnTo>
                        <a:lnTo>
                          <a:pt x="30" y="46"/>
                        </a:lnTo>
                        <a:lnTo>
                          <a:pt x="26" y="46"/>
                        </a:lnTo>
                        <a:lnTo>
                          <a:pt x="24" y="48"/>
                        </a:lnTo>
                        <a:lnTo>
                          <a:pt x="22" y="48"/>
                        </a:lnTo>
                        <a:lnTo>
                          <a:pt x="20" y="48"/>
                        </a:lnTo>
                        <a:lnTo>
                          <a:pt x="16" y="48"/>
                        </a:lnTo>
                        <a:lnTo>
                          <a:pt x="12" y="50"/>
                        </a:lnTo>
                        <a:lnTo>
                          <a:pt x="8" y="50"/>
                        </a:lnTo>
                        <a:lnTo>
                          <a:pt x="6" y="52"/>
                        </a:lnTo>
                        <a:lnTo>
                          <a:pt x="4" y="54"/>
                        </a:lnTo>
                        <a:lnTo>
                          <a:pt x="6" y="56"/>
                        </a:lnTo>
                        <a:lnTo>
                          <a:pt x="8" y="56"/>
                        </a:lnTo>
                        <a:lnTo>
                          <a:pt x="10" y="58"/>
                        </a:lnTo>
                        <a:lnTo>
                          <a:pt x="10" y="60"/>
                        </a:lnTo>
                        <a:lnTo>
                          <a:pt x="6" y="60"/>
                        </a:lnTo>
                        <a:lnTo>
                          <a:pt x="2" y="60"/>
                        </a:lnTo>
                        <a:lnTo>
                          <a:pt x="0" y="60"/>
                        </a:lnTo>
                        <a:lnTo>
                          <a:pt x="0" y="62"/>
                        </a:lnTo>
                        <a:lnTo>
                          <a:pt x="6" y="66"/>
                        </a:lnTo>
                        <a:lnTo>
                          <a:pt x="12" y="66"/>
                        </a:lnTo>
                        <a:lnTo>
                          <a:pt x="12" y="64"/>
                        </a:lnTo>
                        <a:lnTo>
                          <a:pt x="26" y="72"/>
                        </a:lnTo>
                        <a:lnTo>
                          <a:pt x="32" y="72"/>
                        </a:lnTo>
                        <a:lnTo>
                          <a:pt x="38" y="76"/>
                        </a:lnTo>
                        <a:lnTo>
                          <a:pt x="48" y="76"/>
                        </a:lnTo>
                        <a:lnTo>
                          <a:pt x="40" y="80"/>
                        </a:lnTo>
                        <a:lnTo>
                          <a:pt x="42" y="84"/>
                        </a:lnTo>
                        <a:lnTo>
                          <a:pt x="44" y="86"/>
                        </a:lnTo>
                        <a:lnTo>
                          <a:pt x="46" y="92"/>
                        </a:lnTo>
                        <a:lnTo>
                          <a:pt x="52" y="96"/>
                        </a:lnTo>
                        <a:lnTo>
                          <a:pt x="58" y="96"/>
                        </a:lnTo>
                        <a:lnTo>
                          <a:pt x="58" y="106"/>
                        </a:lnTo>
                        <a:lnTo>
                          <a:pt x="62" y="114"/>
                        </a:lnTo>
                        <a:lnTo>
                          <a:pt x="66" y="124"/>
                        </a:lnTo>
                        <a:lnTo>
                          <a:pt x="58" y="114"/>
                        </a:lnTo>
                        <a:lnTo>
                          <a:pt x="58" y="118"/>
                        </a:lnTo>
                        <a:lnTo>
                          <a:pt x="56" y="120"/>
                        </a:lnTo>
                        <a:lnTo>
                          <a:pt x="56" y="132"/>
                        </a:lnTo>
                        <a:lnTo>
                          <a:pt x="54" y="134"/>
                        </a:lnTo>
                        <a:lnTo>
                          <a:pt x="52" y="144"/>
                        </a:lnTo>
                        <a:lnTo>
                          <a:pt x="52" y="146"/>
                        </a:lnTo>
                        <a:lnTo>
                          <a:pt x="50" y="150"/>
                        </a:lnTo>
                        <a:lnTo>
                          <a:pt x="50" y="152"/>
                        </a:lnTo>
                        <a:lnTo>
                          <a:pt x="48" y="152"/>
                        </a:lnTo>
                        <a:lnTo>
                          <a:pt x="48" y="154"/>
                        </a:lnTo>
                        <a:lnTo>
                          <a:pt x="46" y="156"/>
                        </a:lnTo>
                        <a:lnTo>
                          <a:pt x="44" y="158"/>
                        </a:lnTo>
                        <a:lnTo>
                          <a:pt x="46" y="160"/>
                        </a:lnTo>
                        <a:lnTo>
                          <a:pt x="46" y="158"/>
                        </a:lnTo>
                        <a:lnTo>
                          <a:pt x="48" y="158"/>
                        </a:lnTo>
                        <a:lnTo>
                          <a:pt x="52" y="160"/>
                        </a:lnTo>
                        <a:lnTo>
                          <a:pt x="52" y="162"/>
                        </a:lnTo>
                        <a:lnTo>
                          <a:pt x="50" y="164"/>
                        </a:lnTo>
                        <a:lnTo>
                          <a:pt x="60" y="164"/>
                        </a:lnTo>
                        <a:lnTo>
                          <a:pt x="64" y="168"/>
                        </a:lnTo>
                        <a:lnTo>
                          <a:pt x="66" y="166"/>
                        </a:lnTo>
                        <a:lnTo>
                          <a:pt x="68" y="166"/>
                        </a:lnTo>
                        <a:lnTo>
                          <a:pt x="72" y="170"/>
                        </a:lnTo>
                        <a:lnTo>
                          <a:pt x="78" y="170"/>
                        </a:lnTo>
                        <a:lnTo>
                          <a:pt x="78" y="172"/>
                        </a:lnTo>
                        <a:lnTo>
                          <a:pt x="84" y="172"/>
                        </a:lnTo>
                        <a:lnTo>
                          <a:pt x="84" y="168"/>
                        </a:lnTo>
                        <a:lnTo>
                          <a:pt x="86" y="166"/>
                        </a:lnTo>
                        <a:lnTo>
                          <a:pt x="90" y="166"/>
                        </a:lnTo>
                        <a:lnTo>
                          <a:pt x="92" y="168"/>
                        </a:lnTo>
                        <a:lnTo>
                          <a:pt x="92" y="170"/>
                        </a:lnTo>
                        <a:lnTo>
                          <a:pt x="96" y="170"/>
                        </a:lnTo>
                        <a:lnTo>
                          <a:pt x="96" y="172"/>
                        </a:lnTo>
                        <a:lnTo>
                          <a:pt x="104" y="172"/>
                        </a:lnTo>
                        <a:lnTo>
                          <a:pt x="104" y="174"/>
                        </a:lnTo>
                        <a:lnTo>
                          <a:pt x="104" y="176"/>
                        </a:lnTo>
                        <a:lnTo>
                          <a:pt x="112" y="176"/>
                        </a:lnTo>
                        <a:lnTo>
                          <a:pt x="112" y="178"/>
                        </a:lnTo>
                        <a:lnTo>
                          <a:pt x="118" y="178"/>
                        </a:lnTo>
                        <a:lnTo>
                          <a:pt x="118" y="176"/>
                        </a:lnTo>
                        <a:lnTo>
                          <a:pt x="118" y="174"/>
                        </a:lnTo>
                        <a:lnTo>
                          <a:pt x="122" y="174"/>
                        </a:lnTo>
                        <a:lnTo>
                          <a:pt x="122" y="170"/>
                        </a:lnTo>
                        <a:lnTo>
                          <a:pt x="126" y="164"/>
                        </a:lnTo>
                        <a:lnTo>
                          <a:pt x="130" y="160"/>
                        </a:lnTo>
                        <a:lnTo>
                          <a:pt x="132" y="158"/>
                        </a:lnTo>
                        <a:lnTo>
                          <a:pt x="134" y="156"/>
                        </a:lnTo>
                        <a:lnTo>
                          <a:pt x="138" y="154"/>
                        </a:lnTo>
                        <a:lnTo>
                          <a:pt x="140" y="152"/>
                        </a:lnTo>
                        <a:lnTo>
                          <a:pt x="144" y="152"/>
                        </a:lnTo>
                        <a:lnTo>
                          <a:pt x="146" y="154"/>
                        </a:lnTo>
                        <a:lnTo>
                          <a:pt x="150" y="154"/>
                        </a:lnTo>
                        <a:lnTo>
                          <a:pt x="152" y="156"/>
                        </a:lnTo>
                        <a:lnTo>
                          <a:pt x="162" y="156"/>
                        </a:lnTo>
                        <a:lnTo>
                          <a:pt x="166" y="160"/>
                        </a:lnTo>
                        <a:lnTo>
                          <a:pt x="166" y="162"/>
                        </a:lnTo>
                        <a:lnTo>
                          <a:pt x="170" y="162"/>
                        </a:lnTo>
                        <a:lnTo>
                          <a:pt x="172" y="164"/>
                        </a:lnTo>
                        <a:lnTo>
                          <a:pt x="178" y="164"/>
                        </a:lnTo>
                        <a:lnTo>
                          <a:pt x="182" y="162"/>
                        </a:lnTo>
                        <a:lnTo>
                          <a:pt x="184" y="160"/>
                        </a:lnTo>
                        <a:lnTo>
                          <a:pt x="186" y="154"/>
                        </a:lnTo>
                        <a:lnTo>
                          <a:pt x="192" y="150"/>
                        </a:lnTo>
                        <a:lnTo>
                          <a:pt x="196" y="150"/>
                        </a:lnTo>
                        <a:lnTo>
                          <a:pt x="196" y="148"/>
                        </a:lnTo>
                        <a:lnTo>
                          <a:pt x="200" y="144"/>
                        </a:lnTo>
                        <a:lnTo>
                          <a:pt x="200" y="142"/>
                        </a:lnTo>
                        <a:lnTo>
                          <a:pt x="198" y="140"/>
                        </a:lnTo>
                        <a:lnTo>
                          <a:pt x="192" y="140"/>
                        </a:lnTo>
                        <a:lnTo>
                          <a:pt x="188" y="138"/>
                        </a:lnTo>
                        <a:lnTo>
                          <a:pt x="186" y="136"/>
                        </a:lnTo>
                        <a:lnTo>
                          <a:pt x="186" y="134"/>
                        </a:lnTo>
                        <a:lnTo>
                          <a:pt x="188" y="132"/>
                        </a:lnTo>
                        <a:lnTo>
                          <a:pt x="190" y="130"/>
                        </a:lnTo>
                        <a:lnTo>
                          <a:pt x="190" y="126"/>
                        </a:lnTo>
                        <a:lnTo>
                          <a:pt x="188" y="126"/>
                        </a:lnTo>
                        <a:lnTo>
                          <a:pt x="184" y="126"/>
                        </a:lnTo>
                        <a:lnTo>
                          <a:pt x="182" y="120"/>
                        </a:lnTo>
                        <a:lnTo>
                          <a:pt x="188" y="120"/>
                        </a:lnTo>
                        <a:lnTo>
                          <a:pt x="192" y="116"/>
                        </a:lnTo>
                        <a:lnTo>
                          <a:pt x="192" y="114"/>
                        </a:lnTo>
                        <a:lnTo>
                          <a:pt x="186" y="108"/>
                        </a:lnTo>
                        <a:lnTo>
                          <a:pt x="188" y="106"/>
                        </a:lnTo>
                        <a:lnTo>
                          <a:pt x="190" y="106"/>
                        </a:lnTo>
                        <a:lnTo>
                          <a:pt x="190" y="104"/>
                        </a:lnTo>
                        <a:lnTo>
                          <a:pt x="186" y="100"/>
                        </a:lnTo>
                        <a:lnTo>
                          <a:pt x="188" y="94"/>
                        </a:lnTo>
                        <a:lnTo>
                          <a:pt x="186" y="94"/>
                        </a:lnTo>
                        <a:lnTo>
                          <a:pt x="182" y="94"/>
                        </a:lnTo>
                        <a:lnTo>
                          <a:pt x="176" y="100"/>
                        </a:lnTo>
                        <a:lnTo>
                          <a:pt x="174" y="100"/>
                        </a:lnTo>
                        <a:lnTo>
                          <a:pt x="174" y="98"/>
                        </a:lnTo>
                        <a:lnTo>
                          <a:pt x="176" y="96"/>
                        </a:lnTo>
                        <a:lnTo>
                          <a:pt x="174" y="94"/>
                        </a:lnTo>
                        <a:lnTo>
                          <a:pt x="178" y="92"/>
                        </a:lnTo>
                        <a:lnTo>
                          <a:pt x="178" y="88"/>
                        </a:lnTo>
                        <a:lnTo>
                          <a:pt x="182" y="86"/>
                        </a:lnTo>
                        <a:lnTo>
                          <a:pt x="182" y="82"/>
                        </a:lnTo>
                        <a:lnTo>
                          <a:pt x="186" y="82"/>
                        </a:lnTo>
                        <a:lnTo>
                          <a:pt x="188" y="80"/>
                        </a:lnTo>
                        <a:lnTo>
                          <a:pt x="190" y="78"/>
                        </a:lnTo>
                        <a:lnTo>
                          <a:pt x="192" y="76"/>
                        </a:lnTo>
                        <a:lnTo>
                          <a:pt x="192" y="74"/>
                        </a:lnTo>
                        <a:lnTo>
                          <a:pt x="198" y="76"/>
                        </a:lnTo>
                        <a:lnTo>
                          <a:pt x="198" y="72"/>
                        </a:lnTo>
                        <a:lnTo>
                          <a:pt x="198" y="60"/>
                        </a:lnTo>
                        <a:lnTo>
                          <a:pt x="200" y="58"/>
                        </a:lnTo>
                        <a:lnTo>
                          <a:pt x="202" y="56"/>
                        </a:lnTo>
                        <a:lnTo>
                          <a:pt x="204" y="54"/>
                        </a:lnTo>
                        <a:lnTo>
                          <a:pt x="204" y="50"/>
                        </a:lnTo>
                        <a:lnTo>
                          <a:pt x="208" y="46"/>
                        </a:lnTo>
                        <a:lnTo>
                          <a:pt x="210" y="42"/>
                        </a:lnTo>
                        <a:lnTo>
                          <a:pt x="204" y="40"/>
                        </a:lnTo>
                        <a:lnTo>
                          <a:pt x="198" y="4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39" name="Finland" descr="© INSCALE GmbH, 05.05.2010&#10;http://www.presentationload.com/">
                    <a:extLst>
                      <a:ext uri="{FF2B5EF4-FFF2-40B4-BE49-F238E27FC236}">
                        <a16:creationId xmlns:a16="http://schemas.microsoft.com/office/drawing/2014/main" id="{A0B33564-25EA-3DE1-9B95-BCEA58D5C978}"/>
                      </a:ext>
                    </a:extLst>
                  </p:cNvPr>
                  <p:cNvSpPr>
                    <a:spLocks/>
                  </p:cNvSpPr>
                  <p:nvPr/>
                </p:nvSpPr>
                <p:spPr bwMode="gray">
                  <a:xfrm>
                    <a:off x="2977" y="1177"/>
                    <a:ext cx="159" cy="182"/>
                  </a:xfrm>
                  <a:custGeom>
                    <a:avLst/>
                    <a:gdLst>
                      <a:gd name="T0" fmla="*/ 2147483647 w 630"/>
                      <a:gd name="T1" fmla="*/ 2147483647 h 714"/>
                      <a:gd name="T2" fmla="*/ 2147483647 w 630"/>
                      <a:gd name="T3" fmla="*/ 2147483647 h 714"/>
                      <a:gd name="T4" fmla="*/ 2147483647 w 630"/>
                      <a:gd name="T5" fmla="*/ 2147483647 h 714"/>
                      <a:gd name="T6" fmla="*/ 2147483647 w 630"/>
                      <a:gd name="T7" fmla="*/ 2147483647 h 714"/>
                      <a:gd name="T8" fmla="*/ 2147483647 w 630"/>
                      <a:gd name="T9" fmla="*/ 2147483647 h 714"/>
                      <a:gd name="T10" fmla="*/ 2147483647 w 630"/>
                      <a:gd name="T11" fmla="*/ 2147483647 h 714"/>
                      <a:gd name="T12" fmla="*/ 2147483647 w 630"/>
                      <a:gd name="T13" fmla="*/ 2147483647 h 714"/>
                      <a:gd name="T14" fmla="*/ 2147483647 w 630"/>
                      <a:gd name="T15" fmla="*/ 2147483647 h 714"/>
                      <a:gd name="T16" fmla="*/ 2147483647 w 630"/>
                      <a:gd name="T17" fmla="*/ 2147483647 h 714"/>
                      <a:gd name="T18" fmla="*/ 2147483647 w 630"/>
                      <a:gd name="T19" fmla="*/ 2147483647 h 714"/>
                      <a:gd name="T20" fmla="*/ 2147483647 w 630"/>
                      <a:gd name="T21" fmla="*/ 2147483647 h 714"/>
                      <a:gd name="T22" fmla="*/ 2147483647 w 630"/>
                      <a:gd name="T23" fmla="*/ 2147483647 h 714"/>
                      <a:gd name="T24" fmla="*/ 2147483647 w 630"/>
                      <a:gd name="T25" fmla="*/ 2147483647 h 714"/>
                      <a:gd name="T26" fmla="*/ 2147483647 w 630"/>
                      <a:gd name="T27" fmla="*/ 2147483647 h 714"/>
                      <a:gd name="T28" fmla="*/ 2147483647 w 630"/>
                      <a:gd name="T29" fmla="*/ 2147483647 h 714"/>
                      <a:gd name="T30" fmla="*/ 2147483647 w 630"/>
                      <a:gd name="T31" fmla="*/ 2147483647 h 714"/>
                      <a:gd name="T32" fmla="*/ 2147483647 w 630"/>
                      <a:gd name="T33" fmla="*/ 2147483647 h 714"/>
                      <a:gd name="T34" fmla="*/ 2147483647 w 630"/>
                      <a:gd name="T35" fmla="*/ 2147483647 h 714"/>
                      <a:gd name="T36" fmla="*/ 2147483647 w 630"/>
                      <a:gd name="T37" fmla="*/ 2147483647 h 714"/>
                      <a:gd name="T38" fmla="*/ 2147483647 w 630"/>
                      <a:gd name="T39" fmla="*/ 2147483647 h 714"/>
                      <a:gd name="T40" fmla="*/ 2147483647 w 630"/>
                      <a:gd name="T41" fmla="*/ 2147483647 h 714"/>
                      <a:gd name="T42" fmla="*/ 2147483647 w 630"/>
                      <a:gd name="T43" fmla="*/ 2147483647 h 714"/>
                      <a:gd name="T44" fmla="*/ 2147483647 w 630"/>
                      <a:gd name="T45" fmla="*/ 2147483647 h 714"/>
                      <a:gd name="T46" fmla="*/ 2147483647 w 630"/>
                      <a:gd name="T47" fmla="*/ 2147483647 h 714"/>
                      <a:gd name="T48" fmla="*/ 2147483647 w 630"/>
                      <a:gd name="T49" fmla="*/ 2147483647 h 714"/>
                      <a:gd name="T50" fmla="*/ 2147483647 w 630"/>
                      <a:gd name="T51" fmla="*/ 2147483647 h 714"/>
                      <a:gd name="T52" fmla="*/ 2147483647 w 630"/>
                      <a:gd name="T53" fmla="*/ 2147483647 h 714"/>
                      <a:gd name="T54" fmla="*/ 2147483647 w 630"/>
                      <a:gd name="T55" fmla="*/ 2147483647 h 714"/>
                      <a:gd name="T56" fmla="*/ 2147483647 w 630"/>
                      <a:gd name="T57" fmla="*/ 2147483647 h 714"/>
                      <a:gd name="T58" fmla="*/ 2147483647 w 630"/>
                      <a:gd name="T59" fmla="*/ 2147483647 h 714"/>
                      <a:gd name="T60" fmla="*/ 2147483647 w 630"/>
                      <a:gd name="T61" fmla="*/ 2147483647 h 714"/>
                      <a:gd name="T62" fmla="*/ 2147483647 w 630"/>
                      <a:gd name="T63" fmla="*/ 2147483647 h 714"/>
                      <a:gd name="T64" fmla="*/ 2147483647 w 630"/>
                      <a:gd name="T65" fmla="*/ 2147483647 h 714"/>
                      <a:gd name="T66" fmla="*/ 2147483647 w 630"/>
                      <a:gd name="T67" fmla="*/ 2147483647 h 714"/>
                      <a:gd name="T68" fmla="*/ 2147483647 w 630"/>
                      <a:gd name="T69" fmla="*/ 2147483647 h 714"/>
                      <a:gd name="T70" fmla="*/ 2147483647 w 630"/>
                      <a:gd name="T71" fmla="*/ 2147483647 h 714"/>
                      <a:gd name="T72" fmla="*/ 2147483647 w 630"/>
                      <a:gd name="T73" fmla="*/ 2147483647 h 714"/>
                      <a:gd name="T74" fmla="*/ 2147483647 w 630"/>
                      <a:gd name="T75" fmla="*/ 2147483647 h 714"/>
                      <a:gd name="T76" fmla="*/ 2147483647 w 630"/>
                      <a:gd name="T77" fmla="*/ 2147483647 h 714"/>
                      <a:gd name="T78" fmla="*/ 2147483647 w 630"/>
                      <a:gd name="T79" fmla="*/ 2147483647 h 714"/>
                      <a:gd name="T80" fmla="*/ 2147483647 w 630"/>
                      <a:gd name="T81" fmla="*/ 2147483647 h 714"/>
                      <a:gd name="T82" fmla="*/ 2147483647 w 630"/>
                      <a:gd name="T83" fmla="*/ 2147483647 h 714"/>
                      <a:gd name="T84" fmla="*/ 2147483647 w 630"/>
                      <a:gd name="T85" fmla="*/ 2147483647 h 714"/>
                      <a:gd name="T86" fmla="*/ 2147483647 w 630"/>
                      <a:gd name="T87" fmla="*/ 2147483647 h 714"/>
                      <a:gd name="T88" fmla="*/ 2147483647 w 630"/>
                      <a:gd name="T89" fmla="*/ 2147483647 h 714"/>
                      <a:gd name="T90" fmla="*/ 2147483647 w 630"/>
                      <a:gd name="T91" fmla="*/ 2147483647 h 714"/>
                      <a:gd name="T92" fmla="*/ 2147483647 w 630"/>
                      <a:gd name="T93" fmla="*/ 2147483647 h 714"/>
                      <a:gd name="T94" fmla="*/ 2147483647 w 630"/>
                      <a:gd name="T95" fmla="*/ 2147483647 h 714"/>
                      <a:gd name="T96" fmla="*/ 2147483647 w 630"/>
                      <a:gd name="T97" fmla="*/ 2147483647 h 714"/>
                      <a:gd name="T98" fmla="*/ 2147483647 w 630"/>
                      <a:gd name="T99" fmla="*/ 2147483647 h 714"/>
                      <a:gd name="T100" fmla="*/ 2147483647 w 630"/>
                      <a:gd name="T101" fmla="*/ 2147483647 h 714"/>
                      <a:gd name="T102" fmla="*/ 2147483647 w 630"/>
                      <a:gd name="T103" fmla="*/ 2147483647 h 714"/>
                      <a:gd name="T104" fmla="*/ 2147483647 w 630"/>
                      <a:gd name="T105" fmla="*/ 2147483647 h 714"/>
                      <a:gd name="T106" fmla="*/ 2147483647 w 630"/>
                      <a:gd name="T107" fmla="*/ 0 h 714"/>
                      <a:gd name="T108" fmla="*/ 2147483647 w 630"/>
                      <a:gd name="T109" fmla="*/ 2147483647 h 714"/>
                      <a:gd name="T110" fmla="*/ 2147483647 w 630"/>
                      <a:gd name="T111" fmla="*/ 2147483647 h 714"/>
                      <a:gd name="T112" fmla="*/ 2147483647 w 630"/>
                      <a:gd name="T113" fmla="*/ 2147483647 h 714"/>
                      <a:gd name="T114" fmla="*/ 2147483647 w 630"/>
                      <a:gd name="T115" fmla="*/ 2147483647 h 714"/>
                      <a:gd name="T116" fmla="*/ 2147483647 w 630"/>
                      <a:gd name="T117" fmla="*/ 2147483647 h 71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630"/>
                      <a:gd name="T178" fmla="*/ 0 h 714"/>
                      <a:gd name="T179" fmla="*/ 630 w 630"/>
                      <a:gd name="T180" fmla="*/ 714 h 71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630" h="714">
                        <a:moveTo>
                          <a:pt x="162" y="84"/>
                        </a:moveTo>
                        <a:lnTo>
                          <a:pt x="156" y="90"/>
                        </a:lnTo>
                        <a:lnTo>
                          <a:pt x="144" y="96"/>
                        </a:lnTo>
                        <a:lnTo>
                          <a:pt x="132" y="96"/>
                        </a:lnTo>
                        <a:lnTo>
                          <a:pt x="126" y="90"/>
                        </a:lnTo>
                        <a:lnTo>
                          <a:pt x="108" y="90"/>
                        </a:lnTo>
                        <a:lnTo>
                          <a:pt x="96" y="84"/>
                        </a:lnTo>
                        <a:lnTo>
                          <a:pt x="84" y="84"/>
                        </a:lnTo>
                        <a:lnTo>
                          <a:pt x="72" y="72"/>
                        </a:lnTo>
                        <a:lnTo>
                          <a:pt x="60" y="66"/>
                        </a:lnTo>
                        <a:lnTo>
                          <a:pt x="54" y="54"/>
                        </a:lnTo>
                        <a:lnTo>
                          <a:pt x="48" y="48"/>
                        </a:lnTo>
                        <a:lnTo>
                          <a:pt x="30" y="48"/>
                        </a:lnTo>
                        <a:lnTo>
                          <a:pt x="24" y="54"/>
                        </a:lnTo>
                        <a:lnTo>
                          <a:pt x="24" y="66"/>
                        </a:lnTo>
                        <a:lnTo>
                          <a:pt x="6" y="60"/>
                        </a:lnTo>
                        <a:lnTo>
                          <a:pt x="0" y="66"/>
                        </a:lnTo>
                        <a:lnTo>
                          <a:pt x="6" y="72"/>
                        </a:lnTo>
                        <a:lnTo>
                          <a:pt x="18" y="78"/>
                        </a:lnTo>
                        <a:lnTo>
                          <a:pt x="24" y="84"/>
                        </a:lnTo>
                        <a:lnTo>
                          <a:pt x="36" y="90"/>
                        </a:lnTo>
                        <a:lnTo>
                          <a:pt x="48" y="90"/>
                        </a:lnTo>
                        <a:lnTo>
                          <a:pt x="54" y="96"/>
                        </a:lnTo>
                        <a:lnTo>
                          <a:pt x="60" y="96"/>
                        </a:lnTo>
                        <a:lnTo>
                          <a:pt x="72" y="108"/>
                        </a:lnTo>
                        <a:lnTo>
                          <a:pt x="108" y="108"/>
                        </a:lnTo>
                        <a:lnTo>
                          <a:pt x="138" y="126"/>
                        </a:lnTo>
                        <a:lnTo>
                          <a:pt x="150" y="126"/>
                        </a:lnTo>
                        <a:lnTo>
                          <a:pt x="156" y="132"/>
                        </a:lnTo>
                        <a:lnTo>
                          <a:pt x="162" y="132"/>
                        </a:lnTo>
                        <a:lnTo>
                          <a:pt x="162" y="156"/>
                        </a:lnTo>
                        <a:lnTo>
                          <a:pt x="156" y="162"/>
                        </a:lnTo>
                        <a:lnTo>
                          <a:pt x="156" y="168"/>
                        </a:lnTo>
                        <a:lnTo>
                          <a:pt x="168" y="174"/>
                        </a:lnTo>
                        <a:lnTo>
                          <a:pt x="162" y="198"/>
                        </a:lnTo>
                        <a:lnTo>
                          <a:pt x="186" y="210"/>
                        </a:lnTo>
                        <a:lnTo>
                          <a:pt x="180" y="222"/>
                        </a:lnTo>
                        <a:lnTo>
                          <a:pt x="174" y="228"/>
                        </a:lnTo>
                        <a:lnTo>
                          <a:pt x="168" y="240"/>
                        </a:lnTo>
                        <a:lnTo>
                          <a:pt x="168" y="246"/>
                        </a:lnTo>
                        <a:lnTo>
                          <a:pt x="180" y="258"/>
                        </a:lnTo>
                        <a:lnTo>
                          <a:pt x="192" y="264"/>
                        </a:lnTo>
                        <a:lnTo>
                          <a:pt x="198" y="270"/>
                        </a:lnTo>
                        <a:lnTo>
                          <a:pt x="210" y="306"/>
                        </a:lnTo>
                        <a:lnTo>
                          <a:pt x="222" y="294"/>
                        </a:lnTo>
                        <a:lnTo>
                          <a:pt x="228" y="294"/>
                        </a:lnTo>
                        <a:lnTo>
                          <a:pt x="234" y="300"/>
                        </a:lnTo>
                        <a:lnTo>
                          <a:pt x="246" y="300"/>
                        </a:lnTo>
                        <a:lnTo>
                          <a:pt x="270" y="324"/>
                        </a:lnTo>
                        <a:lnTo>
                          <a:pt x="270" y="336"/>
                        </a:lnTo>
                        <a:lnTo>
                          <a:pt x="276" y="348"/>
                        </a:lnTo>
                        <a:lnTo>
                          <a:pt x="276" y="354"/>
                        </a:lnTo>
                        <a:lnTo>
                          <a:pt x="264" y="348"/>
                        </a:lnTo>
                        <a:lnTo>
                          <a:pt x="246" y="348"/>
                        </a:lnTo>
                        <a:lnTo>
                          <a:pt x="240" y="354"/>
                        </a:lnTo>
                        <a:lnTo>
                          <a:pt x="234" y="366"/>
                        </a:lnTo>
                        <a:lnTo>
                          <a:pt x="228" y="372"/>
                        </a:lnTo>
                        <a:lnTo>
                          <a:pt x="222" y="384"/>
                        </a:lnTo>
                        <a:lnTo>
                          <a:pt x="216" y="390"/>
                        </a:lnTo>
                        <a:lnTo>
                          <a:pt x="180" y="420"/>
                        </a:lnTo>
                        <a:lnTo>
                          <a:pt x="144" y="432"/>
                        </a:lnTo>
                        <a:lnTo>
                          <a:pt x="138" y="438"/>
                        </a:lnTo>
                        <a:lnTo>
                          <a:pt x="126" y="444"/>
                        </a:lnTo>
                        <a:lnTo>
                          <a:pt x="120" y="456"/>
                        </a:lnTo>
                        <a:lnTo>
                          <a:pt x="120" y="462"/>
                        </a:lnTo>
                        <a:lnTo>
                          <a:pt x="108" y="474"/>
                        </a:lnTo>
                        <a:lnTo>
                          <a:pt x="90" y="474"/>
                        </a:lnTo>
                        <a:lnTo>
                          <a:pt x="66" y="504"/>
                        </a:lnTo>
                        <a:lnTo>
                          <a:pt x="66" y="534"/>
                        </a:lnTo>
                        <a:lnTo>
                          <a:pt x="72" y="540"/>
                        </a:lnTo>
                        <a:lnTo>
                          <a:pt x="72" y="570"/>
                        </a:lnTo>
                        <a:lnTo>
                          <a:pt x="96" y="588"/>
                        </a:lnTo>
                        <a:lnTo>
                          <a:pt x="96" y="594"/>
                        </a:lnTo>
                        <a:lnTo>
                          <a:pt x="90" y="600"/>
                        </a:lnTo>
                        <a:lnTo>
                          <a:pt x="90" y="612"/>
                        </a:lnTo>
                        <a:lnTo>
                          <a:pt x="84" y="630"/>
                        </a:lnTo>
                        <a:lnTo>
                          <a:pt x="84" y="648"/>
                        </a:lnTo>
                        <a:lnTo>
                          <a:pt x="90" y="654"/>
                        </a:lnTo>
                        <a:lnTo>
                          <a:pt x="96" y="666"/>
                        </a:lnTo>
                        <a:lnTo>
                          <a:pt x="108" y="678"/>
                        </a:lnTo>
                        <a:lnTo>
                          <a:pt x="132" y="690"/>
                        </a:lnTo>
                        <a:lnTo>
                          <a:pt x="174" y="690"/>
                        </a:lnTo>
                        <a:lnTo>
                          <a:pt x="174" y="696"/>
                        </a:lnTo>
                        <a:lnTo>
                          <a:pt x="168" y="702"/>
                        </a:lnTo>
                        <a:lnTo>
                          <a:pt x="168" y="708"/>
                        </a:lnTo>
                        <a:lnTo>
                          <a:pt x="174" y="714"/>
                        </a:lnTo>
                        <a:lnTo>
                          <a:pt x="240" y="714"/>
                        </a:lnTo>
                        <a:lnTo>
                          <a:pt x="252" y="708"/>
                        </a:lnTo>
                        <a:lnTo>
                          <a:pt x="270" y="708"/>
                        </a:lnTo>
                        <a:lnTo>
                          <a:pt x="300" y="696"/>
                        </a:lnTo>
                        <a:lnTo>
                          <a:pt x="336" y="696"/>
                        </a:lnTo>
                        <a:lnTo>
                          <a:pt x="384" y="672"/>
                        </a:lnTo>
                        <a:lnTo>
                          <a:pt x="462" y="672"/>
                        </a:lnTo>
                        <a:lnTo>
                          <a:pt x="456" y="660"/>
                        </a:lnTo>
                        <a:lnTo>
                          <a:pt x="516" y="630"/>
                        </a:lnTo>
                        <a:lnTo>
                          <a:pt x="576" y="570"/>
                        </a:lnTo>
                        <a:lnTo>
                          <a:pt x="582" y="570"/>
                        </a:lnTo>
                        <a:lnTo>
                          <a:pt x="618" y="534"/>
                        </a:lnTo>
                        <a:lnTo>
                          <a:pt x="624" y="522"/>
                        </a:lnTo>
                        <a:lnTo>
                          <a:pt x="630" y="516"/>
                        </a:lnTo>
                        <a:lnTo>
                          <a:pt x="630" y="504"/>
                        </a:lnTo>
                        <a:lnTo>
                          <a:pt x="624" y="492"/>
                        </a:lnTo>
                        <a:lnTo>
                          <a:pt x="618" y="486"/>
                        </a:lnTo>
                        <a:lnTo>
                          <a:pt x="612" y="474"/>
                        </a:lnTo>
                        <a:lnTo>
                          <a:pt x="540" y="438"/>
                        </a:lnTo>
                        <a:lnTo>
                          <a:pt x="546" y="438"/>
                        </a:lnTo>
                        <a:lnTo>
                          <a:pt x="570" y="414"/>
                        </a:lnTo>
                        <a:lnTo>
                          <a:pt x="570" y="408"/>
                        </a:lnTo>
                        <a:lnTo>
                          <a:pt x="564" y="402"/>
                        </a:lnTo>
                        <a:lnTo>
                          <a:pt x="552" y="396"/>
                        </a:lnTo>
                        <a:lnTo>
                          <a:pt x="528" y="390"/>
                        </a:lnTo>
                        <a:lnTo>
                          <a:pt x="534" y="378"/>
                        </a:lnTo>
                        <a:lnTo>
                          <a:pt x="540" y="372"/>
                        </a:lnTo>
                        <a:lnTo>
                          <a:pt x="540" y="366"/>
                        </a:lnTo>
                        <a:lnTo>
                          <a:pt x="534" y="360"/>
                        </a:lnTo>
                        <a:lnTo>
                          <a:pt x="528" y="360"/>
                        </a:lnTo>
                        <a:lnTo>
                          <a:pt x="522" y="354"/>
                        </a:lnTo>
                        <a:lnTo>
                          <a:pt x="510" y="354"/>
                        </a:lnTo>
                        <a:lnTo>
                          <a:pt x="510" y="342"/>
                        </a:lnTo>
                        <a:lnTo>
                          <a:pt x="498" y="330"/>
                        </a:lnTo>
                        <a:lnTo>
                          <a:pt x="504" y="300"/>
                        </a:lnTo>
                        <a:lnTo>
                          <a:pt x="510" y="300"/>
                        </a:lnTo>
                        <a:lnTo>
                          <a:pt x="522" y="306"/>
                        </a:lnTo>
                        <a:lnTo>
                          <a:pt x="534" y="306"/>
                        </a:lnTo>
                        <a:lnTo>
                          <a:pt x="540" y="300"/>
                        </a:lnTo>
                        <a:lnTo>
                          <a:pt x="540" y="294"/>
                        </a:lnTo>
                        <a:lnTo>
                          <a:pt x="534" y="288"/>
                        </a:lnTo>
                        <a:lnTo>
                          <a:pt x="522" y="282"/>
                        </a:lnTo>
                        <a:lnTo>
                          <a:pt x="498" y="258"/>
                        </a:lnTo>
                        <a:lnTo>
                          <a:pt x="486" y="252"/>
                        </a:lnTo>
                        <a:lnTo>
                          <a:pt x="480" y="240"/>
                        </a:lnTo>
                        <a:lnTo>
                          <a:pt x="468" y="234"/>
                        </a:lnTo>
                        <a:lnTo>
                          <a:pt x="450" y="216"/>
                        </a:lnTo>
                        <a:lnTo>
                          <a:pt x="456" y="210"/>
                        </a:lnTo>
                        <a:lnTo>
                          <a:pt x="468" y="204"/>
                        </a:lnTo>
                        <a:lnTo>
                          <a:pt x="474" y="204"/>
                        </a:lnTo>
                        <a:lnTo>
                          <a:pt x="474" y="192"/>
                        </a:lnTo>
                        <a:lnTo>
                          <a:pt x="480" y="192"/>
                        </a:lnTo>
                        <a:lnTo>
                          <a:pt x="492" y="186"/>
                        </a:lnTo>
                        <a:lnTo>
                          <a:pt x="498" y="186"/>
                        </a:lnTo>
                        <a:lnTo>
                          <a:pt x="498" y="174"/>
                        </a:lnTo>
                        <a:lnTo>
                          <a:pt x="450" y="126"/>
                        </a:lnTo>
                        <a:lnTo>
                          <a:pt x="432" y="126"/>
                        </a:lnTo>
                        <a:lnTo>
                          <a:pt x="426" y="132"/>
                        </a:lnTo>
                        <a:lnTo>
                          <a:pt x="420" y="132"/>
                        </a:lnTo>
                        <a:lnTo>
                          <a:pt x="414" y="126"/>
                        </a:lnTo>
                        <a:lnTo>
                          <a:pt x="414" y="120"/>
                        </a:lnTo>
                        <a:lnTo>
                          <a:pt x="408" y="108"/>
                        </a:lnTo>
                        <a:lnTo>
                          <a:pt x="408" y="96"/>
                        </a:lnTo>
                        <a:lnTo>
                          <a:pt x="426" y="96"/>
                        </a:lnTo>
                        <a:lnTo>
                          <a:pt x="426" y="90"/>
                        </a:lnTo>
                        <a:lnTo>
                          <a:pt x="414" y="78"/>
                        </a:lnTo>
                        <a:lnTo>
                          <a:pt x="420" y="54"/>
                        </a:lnTo>
                        <a:lnTo>
                          <a:pt x="426" y="54"/>
                        </a:lnTo>
                        <a:lnTo>
                          <a:pt x="426" y="60"/>
                        </a:lnTo>
                        <a:lnTo>
                          <a:pt x="432" y="60"/>
                        </a:lnTo>
                        <a:lnTo>
                          <a:pt x="432" y="42"/>
                        </a:lnTo>
                        <a:lnTo>
                          <a:pt x="426" y="30"/>
                        </a:lnTo>
                        <a:lnTo>
                          <a:pt x="414" y="18"/>
                        </a:lnTo>
                        <a:lnTo>
                          <a:pt x="408" y="18"/>
                        </a:lnTo>
                        <a:lnTo>
                          <a:pt x="372" y="12"/>
                        </a:lnTo>
                        <a:lnTo>
                          <a:pt x="372" y="0"/>
                        </a:lnTo>
                        <a:lnTo>
                          <a:pt x="336" y="0"/>
                        </a:lnTo>
                        <a:lnTo>
                          <a:pt x="324" y="6"/>
                        </a:lnTo>
                        <a:lnTo>
                          <a:pt x="294" y="6"/>
                        </a:lnTo>
                        <a:lnTo>
                          <a:pt x="282" y="12"/>
                        </a:lnTo>
                        <a:lnTo>
                          <a:pt x="276" y="12"/>
                        </a:lnTo>
                        <a:lnTo>
                          <a:pt x="264" y="18"/>
                        </a:lnTo>
                        <a:lnTo>
                          <a:pt x="264" y="30"/>
                        </a:lnTo>
                        <a:lnTo>
                          <a:pt x="258" y="36"/>
                        </a:lnTo>
                        <a:lnTo>
                          <a:pt x="258" y="72"/>
                        </a:lnTo>
                        <a:lnTo>
                          <a:pt x="234" y="72"/>
                        </a:lnTo>
                        <a:lnTo>
                          <a:pt x="234" y="78"/>
                        </a:lnTo>
                        <a:lnTo>
                          <a:pt x="228" y="84"/>
                        </a:lnTo>
                        <a:lnTo>
                          <a:pt x="228" y="96"/>
                        </a:lnTo>
                        <a:lnTo>
                          <a:pt x="210" y="96"/>
                        </a:lnTo>
                        <a:lnTo>
                          <a:pt x="204" y="90"/>
                        </a:lnTo>
                        <a:lnTo>
                          <a:pt x="192" y="84"/>
                        </a:lnTo>
                        <a:lnTo>
                          <a:pt x="162" y="8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40" name="Estonia" descr="© INSCALE GmbH, 05.05.2010&#10;http://www.presentationload.com/">
                    <a:extLst>
                      <a:ext uri="{FF2B5EF4-FFF2-40B4-BE49-F238E27FC236}">
                        <a16:creationId xmlns:a16="http://schemas.microsoft.com/office/drawing/2014/main" id="{6AB87A67-E1D8-48DB-C6F9-37194B67E2BD}"/>
                      </a:ext>
                    </a:extLst>
                  </p:cNvPr>
                  <p:cNvSpPr>
                    <a:spLocks noEditPoints="1"/>
                  </p:cNvSpPr>
                  <p:nvPr/>
                </p:nvSpPr>
                <p:spPr bwMode="gray">
                  <a:xfrm>
                    <a:off x="3008" y="1365"/>
                    <a:ext cx="88" cy="39"/>
                  </a:xfrm>
                  <a:custGeom>
                    <a:avLst/>
                    <a:gdLst>
                      <a:gd name="T0" fmla="*/ 2147483647 w 348"/>
                      <a:gd name="T1" fmla="*/ 2147483647 h 156"/>
                      <a:gd name="T2" fmla="*/ 2147483647 w 348"/>
                      <a:gd name="T3" fmla="*/ 2147483647 h 156"/>
                      <a:gd name="T4" fmla="*/ 2147483647 w 348"/>
                      <a:gd name="T5" fmla="*/ 2147483647 h 156"/>
                      <a:gd name="T6" fmla="*/ 2147483647 w 348"/>
                      <a:gd name="T7" fmla="*/ 2147483647 h 156"/>
                      <a:gd name="T8" fmla="*/ 2147483647 w 348"/>
                      <a:gd name="T9" fmla="*/ 2147483647 h 156"/>
                      <a:gd name="T10" fmla="*/ 2147483647 w 348"/>
                      <a:gd name="T11" fmla="*/ 2147483647 h 156"/>
                      <a:gd name="T12" fmla="*/ 2147483647 w 348"/>
                      <a:gd name="T13" fmla="*/ 2147483647 h 156"/>
                      <a:gd name="T14" fmla="*/ 2147483647 w 348"/>
                      <a:gd name="T15" fmla="*/ 0 h 156"/>
                      <a:gd name="T16" fmla="*/ 2147483647 w 348"/>
                      <a:gd name="T17" fmla="*/ 2147483647 h 156"/>
                      <a:gd name="T18" fmla="*/ 2147483647 w 348"/>
                      <a:gd name="T19" fmla="*/ 2147483647 h 156"/>
                      <a:gd name="T20" fmla="*/ 2147483647 w 348"/>
                      <a:gd name="T21" fmla="*/ 2147483647 h 156"/>
                      <a:gd name="T22" fmla="*/ 2147483647 w 348"/>
                      <a:gd name="T23" fmla="*/ 2147483647 h 156"/>
                      <a:gd name="T24" fmla="*/ 2147483647 w 348"/>
                      <a:gd name="T25" fmla="*/ 2147483647 h 156"/>
                      <a:gd name="T26" fmla="*/ 2147483647 w 348"/>
                      <a:gd name="T27" fmla="*/ 2147483647 h 156"/>
                      <a:gd name="T28" fmla="*/ 2147483647 w 348"/>
                      <a:gd name="T29" fmla="*/ 2147483647 h 156"/>
                      <a:gd name="T30" fmla="*/ 2147483647 w 348"/>
                      <a:gd name="T31" fmla="*/ 2147483647 h 156"/>
                      <a:gd name="T32" fmla="*/ 2147483647 w 348"/>
                      <a:gd name="T33" fmla="*/ 2147483647 h 156"/>
                      <a:gd name="T34" fmla="*/ 2147483647 w 348"/>
                      <a:gd name="T35" fmla="*/ 2147483647 h 156"/>
                      <a:gd name="T36" fmla="*/ 2147483647 w 348"/>
                      <a:gd name="T37" fmla="*/ 2147483647 h 156"/>
                      <a:gd name="T38" fmla="*/ 2147483647 w 348"/>
                      <a:gd name="T39" fmla="*/ 2147483647 h 156"/>
                      <a:gd name="T40" fmla="*/ 2147483647 w 348"/>
                      <a:gd name="T41" fmla="*/ 2147483647 h 156"/>
                      <a:gd name="T42" fmla="*/ 2147483647 w 348"/>
                      <a:gd name="T43" fmla="*/ 2147483647 h 156"/>
                      <a:gd name="T44" fmla="*/ 2147483647 w 348"/>
                      <a:gd name="T45" fmla="*/ 2147483647 h 156"/>
                      <a:gd name="T46" fmla="*/ 2147483647 w 348"/>
                      <a:gd name="T47" fmla="*/ 2147483647 h 156"/>
                      <a:gd name="T48" fmla="*/ 0 w 348"/>
                      <a:gd name="T49" fmla="*/ 2147483647 h 156"/>
                      <a:gd name="T50" fmla="*/ 2147483647 w 348"/>
                      <a:gd name="T51" fmla="*/ 2147483647 h 156"/>
                      <a:gd name="T52" fmla="*/ 2147483647 w 348"/>
                      <a:gd name="T53" fmla="*/ 2147483647 h 156"/>
                      <a:gd name="T54" fmla="*/ 2147483647 w 348"/>
                      <a:gd name="T55" fmla="*/ 2147483647 h 156"/>
                      <a:gd name="T56" fmla="*/ 2147483647 w 348"/>
                      <a:gd name="T57" fmla="*/ 2147483647 h 156"/>
                      <a:gd name="T58" fmla="*/ 2147483647 w 348"/>
                      <a:gd name="T59" fmla="*/ 2147483647 h 156"/>
                      <a:gd name="T60" fmla="*/ 2147483647 w 348"/>
                      <a:gd name="T61" fmla="*/ 2147483647 h 156"/>
                      <a:gd name="T62" fmla="*/ 2147483647 w 348"/>
                      <a:gd name="T63" fmla="*/ 2147483647 h 156"/>
                      <a:gd name="T64" fmla="*/ 2147483647 w 348"/>
                      <a:gd name="T65" fmla="*/ 2147483647 h 156"/>
                      <a:gd name="T66" fmla="*/ 2147483647 w 348"/>
                      <a:gd name="T67" fmla="*/ 2147483647 h 156"/>
                      <a:gd name="T68" fmla="*/ 2147483647 w 348"/>
                      <a:gd name="T69" fmla="*/ 2147483647 h 156"/>
                      <a:gd name="T70" fmla="*/ 2147483647 w 348"/>
                      <a:gd name="T71" fmla="*/ 2147483647 h 15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348"/>
                      <a:gd name="T109" fmla="*/ 0 h 156"/>
                      <a:gd name="T110" fmla="*/ 348 w 348"/>
                      <a:gd name="T111" fmla="*/ 156 h 156"/>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348" h="156">
                        <a:moveTo>
                          <a:pt x="336" y="114"/>
                        </a:moveTo>
                        <a:lnTo>
                          <a:pt x="324" y="108"/>
                        </a:lnTo>
                        <a:lnTo>
                          <a:pt x="336" y="84"/>
                        </a:lnTo>
                        <a:lnTo>
                          <a:pt x="318" y="78"/>
                        </a:lnTo>
                        <a:lnTo>
                          <a:pt x="318" y="60"/>
                        </a:lnTo>
                        <a:lnTo>
                          <a:pt x="330" y="48"/>
                        </a:lnTo>
                        <a:lnTo>
                          <a:pt x="336" y="48"/>
                        </a:lnTo>
                        <a:lnTo>
                          <a:pt x="342" y="42"/>
                        </a:lnTo>
                        <a:lnTo>
                          <a:pt x="336" y="30"/>
                        </a:lnTo>
                        <a:lnTo>
                          <a:pt x="342" y="18"/>
                        </a:lnTo>
                        <a:lnTo>
                          <a:pt x="330" y="12"/>
                        </a:lnTo>
                        <a:lnTo>
                          <a:pt x="312" y="12"/>
                        </a:lnTo>
                        <a:lnTo>
                          <a:pt x="294" y="6"/>
                        </a:lnTo>
                        <a:lnTo>
                          <a:pt x="276" y="6"/>
                        </a:lnTo>
                        <a:lnTo>
                          <a:pt x="264" y="0"/>
                        </a:lnTo>
                        <a:lnTo>
                          <a:pt x="204" y="0"/>
                        </a:lnTo>
                        <a:lnTo>
                          <a:pt x="192" y="6"/>
                        </a:lnTo>
                        <a:lnTo>
                          <a:pt x="156" y="6"/>
                        </a:lnTo>
                        <a:lnTo>
                          <a:pt x="150" y="12"/>
                        </a:lnTo>
                        <a:lnTo>
                          <a:pt x="126" y="24"/>
                        </a:lnTo>
                        <a:lnTo>
                          <a:pt x="108" y="30"/>
                        </a:lnTo>
                        <a:lnTo>
                          <a:pt x="96" y="36"/>
                        </a:lnTo>
                        <a:lnTo>
                          <a:pt x="90" y="36"/>
                        </a:lnTo>
                        <a:lnTo>
                          <a:pt x="84" y="42"/>
                        </a:lnTo>
                        <a:lnTo>
                          <a:pt x="84" y="48"/>
                        </a:lnTo>
                        <a:lnTo>
                          <a:pt x="90" y="60"/>
                        </a:lnTo>
                        <a:lnTo>
                          <a:pt x="90" y="72"/>
                        </a:lnTo>
                        <a:lnTo>
                          <a:pt x="96" y="78"/>
                        </a:lnTo>
                        <a:lnTo>
                          <a:pt x="96" y="84"/>
                        </a:lnTo>
                        <a:lnTo>
                          <a:pt x="150" y="90"/>
                        </a:lnTo>
                        <a:lnTo>
                          <a:pt x="138" y="126"/>
                        </a:lnTo>
                        <a:lnTo>
                          <a:pt x="150" y="126"/>
                        </a:lnTo>
                        <a:lnTo>
                          <a:pt x="180" y="114"/>
                        </a:lnTo>
                        <a:lnTo>
                          <a:pt x="210" y="114"/>
                        </a:lnTo>
                        <a:lnTo>
                          <a:pt x="234" y="126"/>
                        </a:lnTo>
                        <a:lnTo>
                          <a:pt x="240" y="132"/>
                        </a:lnTo>
                        <a:lnTo>
                          <a:pt x="252" y="138"/>
                        </a:lnTo>
                        <a:lnTo>
                          <a:pt x="270" y="156"/>
                        </a:lnTo>
                        <a:lnTo>
                          <a:pt x="288" y="156"/>
                        </a:lnTo>
                        <a:lnTo>
                          <a:pt x="294" y="150"/>
                        </a:lnTo>
                        <a:lnTo>
                          <a:pt x="312" y="150"/>
                        </a:lnTo>
                        <a:lnTo>
                          <a:pt x="318" y="156"/>
                        </a:lnTo>
                        <a:lnTo>
                          <a:pt x="330" y="156"/>
                        </a:lnTo>
                        <a:lnTo>
                          <a:pt x="330" y="144"/>
                        </a:lnTo>
                        <a:lnTo>
                          <a:pt x="348" y="132"/>
                        </a:lnTo>
                        <a:lnTo>
                          <a:pt x="336" y="114"/>
                        </a:lnTo>
                        <a:close/>
                        <a:moveTo>
                          <a:pt x="36" y="78"/>
                        </a:moveTo>
                        <a:lnTo>
                          <a:pt x="6" y="78"/>
                        </a:lnTo>
                        <a:lnTo>
                          <a:pt x="0" y="84"/>
                        </a:lnTo>
                        <a:lnTo>
                          <a:pt x="0" y="102"/>
                        </a:lnTo>
                        <a:lnTo>
                          <a:pt x="6" y="108"/>
                        </a:lnTo>
                        <a:lnTo>
                          <a:pt x="18" y="132"/>
                        </a:lnTo>
                        <a:lnTo>
                          <a:pt x="24" y="126"/>
                        </a:lnTo>
                        <a:lnTo>
                          <a:pt x="30" y="114"/>
                        </a:lnTo>
                        <a:lnTo>
                          <a:pt x="42" y="108"/>
                        </a:lnTo>
                        <a:lnTo>
                          <a:pt x="54" y="108"/>
                        </a:lnTo>
                        <a:lnTo>
                          <a:pt x="60" y="102"/>
                        </a:lnTo>
                        <a:lnTo>
                          <a:pt x="72" y="96"/>
                        </a:lnTo>
                        <a:lnTo>
                          <a:pt x="78" y="90"/>
                        </a:lnTo>
                        <a:lnTo>
                          <a:pt x="72" y="72"/>
                        </a:lnTo>
                        <a:lnTo>
                          <a:pt x="36" y="78"/>
                        </a:lnTo>
                        <a:close/>
                        <a:moveTo>
                          <a:pt x="36" y="66"/>
                        </a:moveTo>
                        <a:lnTo>
                          <a:pt x="48" y="66"/>
                        </a:lnTo>
                        <a:lnTo>
                          <a:pt x="54" y="54"/>
                        </a:lnTo>
                        <a:lnTo>
                          <a:pt x="60" y="48"/>
                        </a:lnTo>
                        <a:lnTo>
                          <a:pt x="60" y="42"/>
                        </a:lnTo>
                        <a:lnTo>
                          <a:pt x="54" y="36"/>
                        </a:lnTo>
                        <a:lnTo>
                          <a:pt x="48" y="36"/>
                        </a:lnTo>
                        <a:lnTo>
                          <a:pt x="36" y="42"/>
                        </a:lnTo>
                        <a:lnTo>
                          <a:pt x="30" y="48"/>
                        </a:lnTo>
                        <a:lnTo>
                          <a:pt x="24" y="60"/>
                        </a:lnTo>
                        <a:lnTo>
                          <a:pt x="30" y="66"/>
                        </a:lnTo>
                        <a:lnTo>
                          <a:pt x="36" y="66"/>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41" name="Denmark" descr="© INSCALE GmbH, 05.05.2010&#10;http://www.presentationload.com/">
                    <a:extLst>
                      <a:ext uri="{FF2B5EF4-FFF2-40B4-BE49-F238E27FC236}">
                        <a16:creationId xmlns:a16="http://schemas.microsoft.com/office/drawing/2014/main" id="{EDAF028C-3419-DAFA-1B6E-06F60D849FFC}"/>
                      </a:ext>
                    </a:extLst>
                  </p:cNvPr>
                  <p:cNvSpPr>
                    <a:spLocks noEditPoints="1"/>
                  </p:cNvSpPr>
                  <p:nvPr/>
                </p:nvSpPr>
                <p:spPr bwMode="gray">
                  <a:xfrm>
                    <a:off x="2806" y="1403"/>
                    <a:ext cx="70" cy="59"/>
                  </a:xfrm>
                  <a:custGeom>
                    <a:avLst/>
                    <a:gdLst>
                      <a:gd name="T0" fmla="*/ 2147483647 w 71"/>
                      <a:gd name="T1" fmla="*/ 2147483647 h 60"/>
                      <a:gd name="T2" fmla="*/ 2147483647 w 71"/>
                      <a:gd name="T3" fmla="*/ 2147483647 h 60"/>
                      <a:gd name="T4" fmla="*/ 2147483647 w 71"/>
                      <a:gd name="T5" fmla="*/ 2147483647 h 60"/>
                      <a:gd name="T6" fmla="*/ 2147483647 w 71"/>
                      <a:gd name="T7" fmla="*/ 2147483647 h 60"/>
                      <a:gd name="T8" fmla="*/ 2147483647 w 71"/>
                      <a:gd name="T9" fmla="*/ 2147483647 h 60"/>
                      <a:gd name="T10" fmla="*/ 2147483647 w 71"/>
                      <a:gd name="T11" fmla="*/ 2147483647 h 60"/>
                      <a:gd name="T12" fmla="*/ 2147483647 w 71"/>
                      <a:gd name="T13" fmla="*/ 2147483647 h 60"/>
                      <a:gd name="T14" fmla="*/ 2147483647 w 71"/>
                      <a:gd name="T15" fmla="*/ 2147483647 h 60"/>
                      <a:gd name="T16" fmla="*/ 2147483647 w 71"/>
                      <a:gd name="T17" fmla="*/ 2147483647 h 60"/>
                      <a:gd name="T18" fmla="*/ 2147483647 w 71"/>
                      <a:gd name="T19" fmla="*/ 2147483647 h 60"/>
                      <a:gd name="T20" fmla="*/ 2147483647 w 71"/>
                      <a:gd name="T21" fmla="*/ 2147483647 h 60"/>
                      <a:gd name="T22" fmla="*/ 2147483647 w 71"/>
                      <a:gd name="T23" fmla="*/ 2147483647 h 60"/>
                      <a:gd name="T24" fmla="*/ 2147483647 w 71"/>
                      <a:gd name="T25" fmla="*/ 2147483647 h 60"/>
                      <a:gd name="T26" fmla="*/ 2147483647 w 71"/>
                      <a:gd name="T27" fmla="*/ 2147483647 h 60"/>
                      <a:gd name="T28" fmla="*/ 2147483647 w 71"/>
                      <a:gd name="T29" fmla="*/ 2147483647 h 60"/>
                      <a:gd name="T30" fmla="*/ 2147483647 w 71"/>
                      <a:gd name="T31" fmla="*/ 2147483647 h 60"/>
                      <a:gd name="T32" fmla="*/ 2147483647 w 71"/>
                      <a:gd name="T33" fmla="*/ 2147483647 h 60"/>
                      <a:gd name="T34" fmla="*/ 2147483647 w 71"/>
                      <a:gd name="T35" fmla="*/ 2147483647 h 60"/>
                      <a:gd name="T36" fmla="*/ 2147483647 w 71"/>
                      <a:gd name="T37" fmla="*/ 2147483647 h 60"/>
                      <a:gd name="T38" fmla="*/ 2147483647 w 71"/>
                      <a:gd name="T39" fmla="*/ 2147483647 h 60"/>
                      <a:gd name="T40" fmla="*/ 2147483647 w 71"/>
                      <a:gd name="T41" fmla="*/ 2147483647 h 60"/>
                      <a:gd name="T42" fmla="*/ 2147483647 w 71"/>
                      <a:gd name="T43" fmla="*/ 2147483647 h 60"/>
                      <a:gd name="T44" fmla="*/ 2147483647 w 71"/>
                      <a:gd name="T45" fmla="*/ 2147483647 h 60"/>
                      <a:gd name="T46" fmla="*/ 2147483647 w 71"/>
                      <a:gd name="T47" fmla="*/ 2147483647 h 60"/>
                      <a:gd name="T48" fmla="*/ 2147483647 w 71"/>
                      <a:gd name="T49" fmla="*/ 2147483647 h 60"/>
                      <a:gd name="T50" fmla="*/ 2147483647 w 71"/>
                      <a:gd name="T51" fmla="*/ 2147483647 h 60"/>
                      <a:gd name="T52" fmla="*/ 2147483647 w 71"/>
                      <a:gd name="T53" fmla="*/ 2147483647 h 60"/>
                      <a:gd name="T54" fmla="*/ 2147483647 w 71"/>
                      <a:gd name="T55" fmla="*/ 2147483647 h 60"/>
                      <a:gd name="T56" fmla="*/ 2147483647 w 71"/>
                      <a:gd name="T57" fmla="*/ 2147483647 h 60"/>
                      <a:gd name="T58" fmla="*/ 2147483647 w 71"/>
                      <a:gd name="T59" fmla="*/ 2147483647 h 60"/>
                      <a:gd name="T60" fmla="*/ 2147483647 w 71"/>
                      <a:gd name="T61" fmla="*/ 2147483647 h 60"/>
                      <a:gd name="T62" fmla="*/ 2147483647 w 71"/>
                      <a:gd name="T63" fmla="*/ 0 h 60"/>
                      <a:gd name="T64" fmla="*/ 2147483647 w 71"/>
                      <a:gd name="T65" fmla="*/ 2147483647 h 60"/>
                      <a:gd name="T66" fmla="*/ 2147483647 w 71"/>
                      <a:gd name="T67" fmla="*/ 2147483647 h 60"/>
                      <a:gd name="T68" fmla="*/ 2147483647 w 71"/>
                      <a:gd name="T69" fmla="*/ 2147483647 h 60"/>
                      <a:gd name="T70" fmla="*/ 2147483647 w 71"/>
                      <a:gd name="T71" fmla="*/ 2147483647 h 60"/>
                      <a:gd name="T72" fmla="*/ 2147483647 w 71"/>
                      <a:gd name="T73" fmla="*/ 2147483647 h 60"/>
                      <a:gd name="T74" fmla="*/ 2147483647 w 71"/>
                      <a:gd name="T75" fmla="*/ 2147483647 h 60"/>
                      <a:gd name="T76" fmla="*/ 2147483647 w 71"/>
                      <a:gd name="T77" fmla="*/ 2147483647 h 60"/>
                      <a:gd name="T78" fmla="*/ 2147483647 w 71"/>
                      <a:gd name="T79" fmla="*/ 2147483647 h 60"/>
                      <a:gd name="T80" fmla="*/ 2147483647 w 71"/>
                      <a:gd name="T81" fmla="*/ 2147483647 h 60"/>
                      <a:gd name="T82" fmla="*/ 0 w 71"/>
                      <a:gd name="T83" fmla="*/ 2147483647 h 60"/>
                      <a:gd name="T84" fmla="*/ 0 w 71"/>
                      <a:gd name="T85" fmla="*/ 2147483647 h 60"/>
                      <a:gd name="T86" fmla="*/ 2147483647 w 71"/>
                      <a:gd name="T87" fmla="*/ 2147483647 h 60"/>
                      <a:gd name="T88" fmla="*/ 2147483647 w 71"/>
                      <a:gd name="T89" fmla="*/ 2147483647 h 60"/>
                      <a:gd name="T90" fmla="*/ 2147483647 w 71"/>
                      <a:gd name="T91" fmla="*/ 2147483647 h 60"/>
                      <a:gd name="T92" fmla="*/ 2147483647 w 71"/>
                      <a:gd name="T93" fmla="*/ 2147483647 h 60"/>
                      <a:gd name="T94" fmla="*/ 2147483647 w 71"/>
                      <a:gd name="T95" fmla="*/ 2147483647 h 60"/>
                      <a:gd name="T96" fmla="*/ 2147483647 w 71"/>
                      <a:gd name="T97" fmla="*/ 2147483647 h 60"/>
                      <a:gd name="T98" fmla="*/ 2147483647 w 71"/>
                      <a:gd name="T99" fmla="*/ 2147483647 h 60"/>
                      <a:gd name="T100" fmla="*/ 2147483647 w 71"/>
                      <a:gd name="T101" fmla="*/ 2147483647 h 60"/>
                      <a:gd name="T102" fmla="*/ 2147483647 w 71"/>
                      <a:gd name="T103" fmla="*/ 2147483647 h 60"/>
                      <a:gd name="T104" fmla="*/ 2147483647 w 71"/>
                      <a:gd name="T105" fmla="*/ 2147483647 h 60"/>
                      <a:gd name="T106" fmla="*/ 2147483647 w 71"/>
                      <a:gd name="T107" fmla="*/ 2147483647 h 60"/>
                      <a:gd name="T108" fmla="*/ 2147483647 w 71"/>
                      <a:gd name="T109" fmla="*/ 2147483647 h 60"/>
                      <a:gd name="T110" fmla="*/ 2147483647 w 71"/>
                      <a:gd name="T111" fmla="*/ 2147483647 h 60"/>
                      <a:gd name="T112" fmla="*/ 2147483647 w 71"/>
                      <a:gd name="T113" fmla="*/ 2147483647 h 60"/>
                      <a:gd name="T114" fmla="*/ 2147483647 w 71"/>
                      <a:gd name="T115" fmla="*/ 2147483647 h 60"/>
                      <a:gd name="T116" fmla="*/ 2147483647 w 71"/>
                      <a:gd name="T117" fmla="*/ 2147483647 h 60"/>
                      <a:gd name="T118" fmla="*/ 2147483647 w 71"/>
                      <a:gd name="T119" fmla="*/ 2147483647 h 60"/>
                      <a:gd name="T120" fmla="*/ 2147483647 w 71"/>
                      <a:gd name="T121" fmla="*/ 2147483647 h 60"/>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71"/>
                      <a:gd name="T184" fmla="*/ 0 h 60"/>
                      <a:gd name="T185" fmla="*/ 71 w 71"/>
                      <a:gd name="T186" fmla="*/ 60 h 60"/>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71" h="60">
                        <a:moveTo>
                          <a:pt x="62" y="48"/>
                        </a:moveTo>
                        <a:lnTo>
                          <a:pt x="67" y="46"/>
                        </a:lnTo>
                        <a:lnTo>
                          <a:pt x="69" y="46"/>
                        </a:lnTo>
                        <a:lnTo>
                          <a:pt x="69" y="43"/>
                        </a:lnTo>
                        <a:lnTo>
                          <a:pt x="67" y="43"/>
                        </a:lnTo>
                        <a:lnTo>
                          <a:pt x="62" y="41"/>
                        </a:lnTo>
                        <a:lnTo>
                          <a:pt x="62" y="38"/>
                        </a:lnTo>
                        <a:lnTo>
                          <a:pt x="64" y="38"/>
                        </a:lnTo>
                        <a:lnTo>
                          <a:pt x="64" y="36"/>
                        </a:lnTo>
                        <a:lnTo>
                          <a:pt x="67" y="34"/>
                        </a:lnTo>
                        <a:lnTo>
                          <a:pt x="67" y="29"/>
                        </a:lnTo>
                        <a:lnTo>
                          <a:pt x="64" y="29"/>
                        </a:lnTo>
                        <a:lnTo>
                          <a:pt x="62" y="29"/>
                        </a:lnTo>
                        <a:lnTo>
                          <a:pt x="60" y="31"/>
                        </a:lnTo>
                        <a:lnTo>
                          <a:pt x="60" y="34"/>
                        </a:lnTo>
                        <a:lnTo>
                          <a:pt x="57" y="36"/>
                        </a:lnTo>
                        <a:lnTo>
                          <a:pt x="57" y="34"/>
                        </a:lnTo>
                        <a:lnTo>
                          <a:pt x="55" y="31"/>
                        </a:lnTo>
                        <a:lnTo>
                          <a:pt x="52" y="34"/>
                        </a:lnTo>
                        <a:lnTo>
                          <a:pt x="45" y="38"/>
                        </a:lnTo>
                        <a:lnTo>
                          <a:pt x="48" y="38"/>
                        </a:lnTo>
                        <a:lnTo>
                          <a:pt x="50" y="41"/>
                        </a:lnTo>
                        <a:lnTo>
                          <a:pt x="50" y="43"/>
                        </a:lnTo>
                        <a:lnTo>
                          <a:pt x="50" y="46"/>
                        </a:lnTo>
                        <a:lnTo>
                          <a:pt x="50" y="48"/>
                        </a:lnTo>
                        <a:lnTo>
                          <a:pt x="48" y="48"/>
                        </a:lnTo>
                        <a:lnTo>
                          <a:pt x="50" y="48"/>
                        </a:lnTo>
                        <a:lnTo>
                          <a:pt x="50" y="50"/>
                        </a:lnTo>
                        <a:lnTo>
                          <a:pt x="55" y="50"/>
                        </a:lnTo>
                        <a:lnTo>
                          <a:pt x="55" y="48"/>
                        </a:lnTo>
                        <a:lnTo>
                          <a:pt x="57" y="48"/>
                        </a:lnTo>
                        <a:lnTo>
                          <a:pt x="57" y="50"/>
                        </a:lnTo>
                        <a:lnTo>
                          <a:pt x="60" y="53"/>
                        </a:lnTo>
                        <a:lnTo>
                          <a:pt x="60" y="55"/>
                        </a:lnTo>
                        <a:lnTo>
                          <a:pt x="62" y="55"/>
                        </a:lnTo>
                        <a:lnTo>
                          <a:pt x="62" y="53"/>
                        </a:lnTo>
                        <a:lnTo>
                          <a:pt x="62" y="48"/>
                        </a:lnTo>
                        <a:close/>
                        <a:moveTo>
                          <a:pt x="71" y="53"/>
                        </a:moveTo>
                        <a:lnTo>
                          <a:pt x="62" y="55"/>
                        </a:lnTo>
                        <a:lnTo>
                          <a:pt x="60" y="58"/>
                        </a:lnTo>
                        <a:lnTo>
                          <a:pt x="57" y="58"/>
                        </a:lnTo>
                        <a:lnTo>
                          <a:pt x="57" y="55"/>
                        </a:lnTo>
                        <a:lnTo>
                          <a:pt x="55" y="55"/>
                        </a:lnTo>
                        <a:lnTo>
                          <a:pt x="50" y="53"/>
                        </a:lnTo>
                        <a:lnTo>
                          <a:pt x="45" y="53"/>
                        </a:lnTo>
                        <a:lnTo>
                          <a:pt x="45" y="58"/>
                        </a:lnTo>
                        <a:lnTo>
                          <a:pt x="50" y="58"/>
                        </a:lnTo>
                        <a:lnTo>
                          <a:pt x="52" y="58"/>
                        </a:lnTo>
                        <a:lnTo>
                          <a:pt x="55" y="60"/>
                        </a:lnTo>
                        <a:lnTo>
                          <a:pt x="57" y="60"/>
                        </a:lnTo>
                        <a:lnTo>
                          <a:pt x="60" y="60"/>
                        </a:lnTo>
                        <a:lnTo>
                          <a:pt x="62" y="60"/>
                        </a:lnTo>
                        <a:lnTo>
                          <a:pt x="69" y="58"/>
                        </a:lnTo>
                        <a:lnTo>
                          <a:pt x="71" y="58"/>
                        </a:lnTo>
                        <a:lnTo>
                          <a:pt x="71" y="53"/>
                        </a:lnTo>
                        <a:close/>
                        <a:moveTo>
                          <a:pt x="31" y="12"/>
                        </a:moveTo>
                        <a:lnTo>
                          <a:pt x="36" y="7"/>
                        </a:lnTo>
                        <a:lnTo>
                          <a:pt x="36" y="3"/>
                        </a:lnTo>
                        <a:lnTo>
                          <a:pt x="36" y="0"/>
                        </a:lnTo>
                        <a:lnTo>
                          <a:pt x="26" y="0"/>
                        </a:lnTo>
                        <a:lnTo>
                          <a:pt x="26" y="3"/>
                        </a:lnTo>
                        <a:lnTo>
                          <a:pt x="21" y="7"/>
                        </a:lnTo>
                        <a:lnTo>
                          <a:pt x="21" y="10"/>
                        </a:lnTo>
                        <a:lnTo>
                          <a:pt x="19" y="10"/>
                        </a:lnTo>
                        <a:lnTo>
                          <a:pt x="19" y="19"/>
                        </a:lnTo>
                        <a:lnTo>
                          <a:pt x="14" y="14"/>
                        </a:lnTo>
                        <a:lnTo>
                          <a:pt x="12" y="7"/>
                        </a:lnTo>
                        <a:lnTo>
                          <a:pt x="7" y="10"/>
                        </a:lnTo>
                        <a:lnTo>
                          <a:pt x="5" y="10"/>
                        </a:lnTo>
                        <a:lnTo>
                          <a:pt x="5" y="12"/>
                        </a:lnTo>
                        <a:lnTo>
                          <a:pt x="5" y="14"/>
                        </a:lnTo>
                        <a:lnTo>
                          <a:pt x="7" y="14"/>
                        </a:lnTo>
                        <a:lnTo>
                          <a:pt x="12" y="19"/>
                        </a:lnTo>
                        <a:lnTo>
                          <a:pt x="12" y="22"/>
                        </a:lnTo>
                        <a:lnTo>
                          <a:pt x="5" y="19"/>
                        </a:lnTo>
                        <a:lnTo>
                          <a:pt x="2" y="24"/>
                        </a:lnTo>
                        <a:lnTo>
                          <a:pt x="0" y="24"/>
                        </a:lnTo>
                        <a:lnTo>
                          <a:pt x="0" y="29"/>
                        </a:lnTo>
                        <a:lnTo>
                          <a:pt x="0" y="31"/>
                        </a:lnTo>
                        <a:lnTo>
                          <a:pt x="5" y="34"/>
                        </a:lnTo>
                        <a:lnTo>
                          <a:pt x="7" y="34"/>
                        </a:lnTo>
                        <a:lnTo>
                          <a:pt x="2" y="38"/>
                        </a:lnTo>
                        <a:lnTo>
                          <a:pt x="2" y="41"/>
                        </a:lnTo>
                        <a:lnTo>
                          <a:pt x="5" y="43"/>
                        </a:lnTo>
                        <a:lnTo>
                          <a:pt x="7" y="43"/>
                        </a:lnTo>
                        <a:lnTo>
                          <a:pt x="7" y="48"/>
                        </a:lnTo>
                        <a:lnTo>
                          <a:pt x="5" y="53"/>
                        </a:lnTo>
                        <a:lnTo>
                          <a:pt x="7" y="53"/>
                        </a:lnTo>
                        <a:lnTo>
                          <a:pt x="17" y="53"/>
                        </a:lnTo>
                        <a:lnTo>
                          <a:pt x="17" y="55"/>
                        </a:lnTo>
                        <a:lnTo>
                          <a:pt x="24" y="55"/>
                        </a:lnTo>
                        <a:lnTo>
                          <a:pt x="26" y="58"/>
                        </a:lnTo>
                        <a:lnTo>
                          <a:pt x="26" y="55"/>
                        </a:lnTo>
                        <a:lnTo>
                          <a:pt x="24" y="53"/>
                        </a:lnTo>
                        <a:lnTo>
                          <a:pt x="24" y="48"/>
                        </a:lnTo>
                        <a:lnTo>
                          <a:pt x="26" y="43"/>
                        </a:lnTo>
                        <a:lnTo>
                          <a:pt x="24" y="41"/>
                        </a:lnTo>
                        <a:lnTo>
                          <a:pt x="24" y="38"/>
                        </a:lnTo>
                        <a:lnTo>
                          <a:pt x="21" y="38"/>
                        </a:lnTo>
                        <a:lnTo>
                          <a:pt x="24" y="38"/>
                        </a:lnTo>
                        <a:lnTo>
                          <a:pt x="31" y="34"/>
                        </a:lnTo>
                        <a:lnTo>
                          <a:pt x="33" y="26"/>
                        </a:lnTo>
                        <a:lnTo>
                          <a:pt x="38" y="26"/>
                        </a:lnTo>
                        <a:lnTo>
                          <a:pt x="41" y="19"/>
                        </a:lnTo>
                        <a:lnTo>
                          <a:pt x="31" y="19"/>
                        </a:lnTo>
                        <a:lnTo>
                          <a:pt x="31" y="12"/>
                        </a:lnTo>
                        <a:close/>
                        <a:moveTo>
                          <a:pt x="29" y="38"/>
                        </a:moveTo>
                        <a:lnTo>
                          <a:pt x="31" y="48"/>
                        </a:lnTo>
                        <a:lnTo>
                          <a:pt x="36" y="53"/>
                        </a:lnTo>
                        <a:lnTo>
                          <a:pt x="38" y="46"/>
                        </a:lnTo>
                        <a:lnTo>
                          <a:pt x="33" y="41"/>
                        </a:lnTo>
                        <a:lnTo>
                          <a:pt x="29" y="38"/>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42" name="Czech Republic" descr="© INSCALE GmbH, 05.05.2010&#10;http://www.presentationload.com/">
                    <a:extLst>
                      <a:ext uri="{FF2B5EF4-FFF2-40B4-BE49-F238E27FC236}">
                        <a16:creationId xmlns:a16="http://schemas.microsoft.com/office/drawing/2014/main" id="{8B2929FA-0601-B62D-DB0B-C56993F2B77A}"/>
                      </a:ext>
                    </a:extLst>
                  </p:cNvPr>
                  <p:cNvSpPr>
                    <a:spLocks/>
                  </p:cNvSpPr>
                  <p:nvPr/>
                </p:nvSpPr>
                <p:spPr bwMode="gray">
                  <a:xfrm>
                    <a:off x="2869" y="1530"/>
                    <a:ext cx="107" cy="49"/>
                  </a:xfrm>
                  <a:custGeom>
                    <a:avLst/>
                    <a:gdLst>
                      <a:gd name="T0" fmla="*/ 2147483647 w 420"/>
                      <a:gd name="T1" fmla="*/ 2147483647 h 192"/>
                      <a:gd name="T2" fmla="*/ 2147483647 w 420"/>
                      <a:gd name="T3" fmla="*/ 2147483647 h 192"/>
                      <a:gd name="T4" fmla="*/ 2147483647 w 420"/>
                      <a:gd name="T5" fmla="*/ 2147483647 h 192"/>
                      <a:gd name="T6" fmla="*/ 2147483647 w 420"/>
                      <a:gd name="T7" fmla="*/ 2147483647 h 192"/>
                      <a:gd name="T8" fmla="*/ 2147483647 w 420"/>
                      <a:gd name="T9" fmla="*/ 2147483647 h 192"/>
                      <a:gd name="T10" fmla="*/ 2147483647 w 420"/>
                      <a:gd name="T11" fmla="*/ 2147483647 h 192"/>
                      <a:gd name="T12" fmla="*/ 2147483647 w 420"/>
                      <a:gd name="T13" fmla="*/ 2147483647 h 192"/>
                      <a:gd name="T14" fmla="*/ 2147483647 w 420"/>
                      <a:gd name="T15" fmla="*/ 2147483647 h 192"/>
                      <a:gd name="T16" fmla="*/ 2147483647 w 420"/>
                      <a:gd name="T17" fmla="*/ 2147483647 h 192"/>
                      <a:gd name="T18" fmla="*/ 2147483647 w 420"/>
                      <a:gd name="T19" fmla="*/ 2147483647 h 192"/>
                      <a:gd name="T20" fmla="*/ 2147483647 w 420"/>
                      <a:gd name="T21" fmla="*/ 2147483647 h 192"/>
                      <a:gd name="T22" fmla="*/ 2147483647 w 420"/>
                      <a:gd name="T23" fmla="*/ 2147483647 h 192"/>
                      <a:gd name="T24" fmla="*/ 2147483647 w 420"/>
                      <a:gd name="T25" fmla="*/ 2147483647 h 192"/>
                      <a:gd name="T26" fmla="*/ 2147483647 w 420"/>
                      <a:gd name="T27" fmla="*/ 2147483647 h 192"/>
                      <a:gd name="T28" fmla="*/ 2147483647 w 420"/>
                      <a:gd name="T29" fmla="*/ 0 h 192"/>
                      <a:gd name="T30" fmla="*/ 2147483647 w 420"/>
                      <a:gd name="T31" fmla="*/ 2147483647 h 192"/>
                      <a:gd name="T32" fmla="*/ 2147483647 w 420"/>
                      <a:gd name="T33" fmla="*/ 0 h 192"/>
                      <a:gd name="T34" fmla="*/ 2147483647 w 420"/>
                      <a:gd name="T35" fmla="*/ 2147483647 h 192"/>
                      <a:gd name="T36" fmla="*/ 2147483647 w 420"/>
                      <a:gd name="T37" fmla="*/ 2147483647 h 192"/>
                      <a:gd name="T38" fmla="*/ 2147483647 w 420"/>
                      <a:gd name="T39" fmla="*/ 2147483647 h 192"/>
                      <a:gd name="T40" fmla="*/ 2147483647 w 420"/>
                      <a:gd name="T41" fmla="*/ 2147483647 h 192"/>
                      <a:gd name="T42" fmla="*/ 2147483647 w 420"/>
                      <a:gd name="T43" fmla="*/ 2147483647 h 192"/>
                      <a:gd name="T44" fmla="*/ 2147483647 w 420"/>
                      <a:gd name="T45" fmla="*/ 2147483647 h 192"/>
                      <a:gd name="T46" fmla="*/ 2147483647 w 420"/>
                      <a:gd name="T47" fmla="*/ 2147483647 h 192"/>
                      <a:gd name="T48" fmla="*/ 2147483647 w 420"/>
                      <a:gd name="T49" fmla="*/ 2147483647 h 192"/>
                      <a:gd name="T50" fmla="*/ 2147483647 w 420"/>
                      <a:gd name="T51" fmla="*/ 2147483647 h 192"/>
                      <a:gd name="T52" fmla="*/ 0 w 420"/>
                      <a:gd name="T53" fmla="*/ 2147483647 h 192"/>
                      <a:gd name="T54" fmla="*/ 2147483647 w 420"/>
                      <a:gd name="T55" fmla="*/ 2147483647 h 192"/>
                      <a:gd name="T56" fmla="*/ 2147483647 w 420"/>
                      <a:gd name="T57" fmla="*/ 2147483647 h 192"/>
                      <a:gd name="T58" fmla="*/ 2147483647 w 420"/>
                      <a:gd name="T59" fmla="*/ 2147483647 h 192"/>
                      <a:gd name="T60" fmla="*/ 2147483647 w 420"/>
                      <a:gd name="T61" fmla="*/ 2147483647 h 192"/>
                      <a:gd name="T62" fmla="*/ 2147483647 w 420"/>
                      <a:gd name="T63" fmla="*/ 2147483647 h 192"/>
                      <a:gd name="T64" fmla="*/ 2147483647 w 420"/>
                      <a:gd name="T65" fmla="*/ 2147483647 h 192"/>
                      <a:gd name="T66" fmla="*/ 2147483647 w 420"/>
                      <a:gd name="T67" fmla="*/ 2147483647 h 192"/>
                      <a:gd name="T68" fmla="*/ 2147483647 w 420"/>
                      <a:gd name="T69" fmla="*/ 2147483647 h 192"/>
                      <a:gd name="T70" fmla="*/ 2147483647 w 420"/>
                      <a:gd name="T71" fmla="*/ 2147483647 h 192"/>
                      <a:gd name="T72" fmla="*/ 2147483647 w 420"/>
                      <a:gd name="T73" fmla="*/ 2147483647 h 192"/>
                      <a:gd name="T74" fmla="*/ 2147483647 w 420"/>
                      <a:gd name="T75" fmla="*/ 2147483647 h 192"/>
                      <a:gd name="T76" fmla="*/ 2147483647 w 420"/>
                      <a:gd name="T77" fmla="*/ 2147483647 h 192"/>
                      <a:gd name="T78" fmla="*/ 2147483647 w 420"/>
                      <a:gd name="T79" fmla="*/ 2147483647 h 192"/>
                      <a:gd name="T80" fmla="*/ 2147483647 w 420"/>
                      <a:gd name="T81" fmla="*/ 2147483647 h 192"/>
                      <a:gd name="T82" fmla="*/ 2147483647 w 420"/>
                      <a:gd name="T83" fmla="*/ 2147483647 h 192"/>
                      <a:gd name="T84" fmla="*/ 2147483647 w 420"/>
                      <a:gd name="T85" fmla="*/ 2147483647 h 192"/>
                      <a:gd name="T86" fmla="*/ 2147483647 w 420"/>
                      <a:gd name="T87" fmla="*/ 2147483647 h 192"/>
                      <a:gd name="T88" fmla="*/ 2147483647 w 420"/>
                      <a:gd name="T89" fmla="*/ 2147483647 h 192"/>
                      <a:gd name="T90" fmla="*/ 2147483647 w 420"/>
                      <a:gd name="T91" fmla="*/ 2147483647 h 192"/>
                      <a:gd name="T92" fmla="*/ 2147483647 w 420"/>
                      <a:gd name="T93" fmla="*/ 2147483647 h 192"/>
                      <a:gd name="T94" fmla="*/ 2147483647 w 420"/>
                      <a:gd name="T95" fmla="*/ 2147483647 h 192"/>
                      <a:gd name="T96" fmla="*/ 2147483647 w 420"/>
                      <a:gd name="T97" fmla="*/ 2147483647 h 192"/>
                      <a:gd name="T98" fmla="*/ 2147483647 w 420"/>
                      <a:gd name="T99" fmla="*/ 2147483647 h 192"/>
                      <a:gd name="T100" fmla="*/ 2147483647 w 420"/>
                      <a:gd name="T101" fmla="*/ 2147483647 h 192"/>
                      <a:gd name="T102" fmla="*/ 2147483647 w 420"/>
                      <a:gd name="T103" fmla="*/ 2147483647 h 192"/>
                      <a:gd name="T104" fmla="*/ 2147483647 w 420"/>
                      <a:gd name="T105" fmla="*/ 2147483647 h 19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420"/>
                      <a:gd name="T160" fmla="*/ 0 h 192"/>
                      <a:gd name="T161" fmla="*/ 420 w 420"/>
                      <a:gd name="T162" fmla="*/ 192 h 19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420" h="192">
                        <a:moveTo>
                          <a:pt x="408" y="108"/>
                        </a:moveTo>
                        <a:lnTo>
                          <a:pt x="402" y="96"/>
                        </a:lnTo>
                        <a:lnTo>
                          <a:pt x="402" y="90"/>
                        </a:lnTo>
                        <a:lnTo>
                          <a:pt x="390" y="84"/>
                        </a:lnTo>
                        <a:lnTo>
                          <a:pt x="372" y="84"/>
                        </a:lnTo>
                        <a:lnTo>
                          <a:pt x="372" y="78"/>
                        </a:lnTo>
                        <a:lnTo>
                          <a:pt x="366" y="72"/>
                        </a:lnTo>
                        <a:lnTo>
                          <a:pt x="360" y="84"/>
                        </a:lnTo>
                        <a:lnTo>
                          <a:pt x="354" y="78"/>
                        </a:lnTo>
                        <a:lnTo>
                          <a:pt x="348" y="66"/>
                        </a:lnTo>
                        <a:lnTo>
                          <a:pt x="342" y="60"/>
                        </a:lnTo>
                        <a:lnTo>
                          <a:pt x="324" y="60"/>
                        </a:lnTo>
                        <a:lnTo>
                          <a:pt x="330" y="54"/>
                        </a:lnTo>
                        <a:lnTo>
                          <a:pt x="312" y="54"/>
                        </a:lnTo>
                        <a:lnTo>
                          <a:pt x="300" y="60"/>
                        </a:lnTo>
                        <a:lnTo>
                          <a:pt x="294" y="60"/>
                        </a:lnTo>
                        <a:lnTo>
                          <a:pt x="294" y="66"/>
                        </a:lnTo>
                        <a:lnTo>
                          <a:pt x="276" y="66"/>
                        </a:lnTo>
                        <a:lnTo>
                          <a:pt x="270" y="60"/>
                        </a:lnTo>
                        <a:lnTo>
                          <a:pt x="264" y="60"/>
                        </a:lnTo>
                        <a:lnTo>
                          <a:pt x="264" y="48"/>
                        </a:lnTo>
                        <a:lnTo>
                          <a:pt x="252" y="42"/>
                        </a:lnTo>
                        <a:lnTo>
                          <a:pt x="264" y="36"/>
                        </a:lnTo>
                        <a:lnTo>
                          <a:pt x="258" y="30"/>
                        </a:lnTo>
                        <a:lnTo>
                          <a:pt x="234" y="30"/>
                        </a:lnTo>
                        <a:lnTo>
                          <a:pt x="234" y="24"/>
                        </a:lnTo>
                        <a:lnTo>
                          <a:pt x="228" y="24"/>
                        </a:lnTo>
                        <a:lnTo>
                          <a:pt x="216" y="18"/>
                        </a:lnTo>
                        <a:lnTo>
                          <a:pt x="198" y="18"/>
                        </a:lnTo>
                        <a:lnTo>
                          <a:pt x="192" y="0"/>
                        </a:lnTo>
                        <a:lnTo>
                          <a:pt x="174" y="0"/>
                        </a:lnTo>
                        <a:lnTo>
                          <a:pt x="162" y="12"/>
                        </a:lnTo>
                        <a:lnTo>
                          <a:pt x="156" y="12"/>
                        </a:lnTo>
                        <a:lnTo>
                          <a:pt x="144" y="0"/>
                        </a:lnTo>
                        <a:lnTo>
                          <a:pt x="138" y="6"/>
                        </a:lnTo>
                        <a:lnTo>
                          <a:pt x="132" y="6"/>
                        </a:lnTo>
                        <a:lnTo>
                          <a:pt x="126" y="12"/>
                        </a:lnTo>
                        <a:lnTo>
                          <a:pt x="126" y="18"/>
                        </a:lnTo>
                        <a:lnTo>
                          <a:pt x="108" y="18"/>
                        </a:lnTo>
                        <a:lnTo>
                          <a:pt x="108" y="24"/>
                        </a:lnTo>
                        <a:lnTo>
                          <a:pt x="84" y="24"/>
                        </a:lnTo>
                        <a:lnTo>
                          <a:pt x="84" y="30"/>
                        </a:lnTo>
                        <a:lnTo>
                          <a:pt x="66" y="36"/>
                        </a:lnTo>
                        <a:lnTo>
                          <a:pt x="54" y="48"/>
                        </a:lnTo>
                        <a:lnTo>
                          <a:pt x="42" y="42"/>
                        </a:lnTo>
                        <a:lnTo>
                          <a:pt x="36" y="42"/>
                        </a:lnTo>
                        <a:lnTo>
                          <a:pt x="30" y="48"/>
                        </a:lnTo>
                        <a:lnTo>
                          <a:pt x="30" y="54"/>
                        </a:lnTo>
                        <a:lnTo>
                          <a:pt x="18" y="54"/>
                        </a:lnTo>
                        <a:lnTo>
                          <a:pt x="18" y="60"/>
                        </a:lnTo>
                        <a:lnTo>
                          <a:pt x="6" y="60"/>
                        </a:lnTo>
                        <a:lnTo>
                          <a:pt x="6" y="54"/>
                        </a:lnTo>
                        <a:lnTo>
                          <a:pt x="0" y="54"/>
                        </a:lnTo>
                        <a:lnTo>
                          <a:pt x="0" y="66"/>
                        </a:lnTo>
                        <a:lnTo>
                          <a:pt x="6" y="72"/>
                        </a:lnTo>
                        <a:lnTo>
                          <a:pt x="12" y="72"/>
                        </a:lnTo>
                        <a:lnTo>
                          <a:pt x="24" y="84"/>
                        </a:lnTo>
                        <a:lnTo>
                          <a:pt x="18" y="90"/>
                        </a:lnTo>
                        <a:lnTo>
                          <a:pt x="12" y="90"/>
                        </a:lnTo>
                        <a:lnTo>
                          <a:pt x="12" y="96"/>
                        </a:lnTo>
                        <a:lnTo>
                          <a:pt x="24" y="108"/>
                        </a:lnTo>
                        <a:lnTo>
                          <a:pt x="30" y="120"/>
                        </a:lnTo>
                        <a:lnTo>
                          <a:pt x="36" y="120"/>
                        </a:lnTo>
                        <a:lnTo>
                          <a:pt x="36" y="126"/>
                        </a:lnTo>
                        <a:lnTo>
                          <a:pt x="48" y="132"/>
                        </a:lnTo>
                        <a:lnTo>
                          <a:pt x="60" y="132"/>
                        </a:lnTo>
                        <a:lnTo>
                          <a:pt x="66" y="144"/>
                        </a:lnTo>
                        <a:lnTo>
                          <a:pt x="72" y="144"/>
                        </a:lnTo>
                        <a:lnTo>
                          <a:pt x="78" y="156"/>
                        </a:lnTo>
                        <a:lnTo>
                          <a:pt x="90" y="156"/>
                        </a:lnTo>
                        <a:lnTo>
                          <a:pt x="96" y="162"/>
                        </a:lnTo>
                        <a:lnTo>
                          <a:pt x="102" y="162"/>
                        </a:lnTo>
                        <a:lnTo>
                          <a:pt x="102" y="174"/>
                        </a:lnTo>
                        <a:lnTo>
                          <a:pt x="120" y="192"/>
                        </a:lnTo>
                        <a:lnTo>
                          <a:pt x="132" y="192"/>
                        </a:lnTo>
                        <a:lnTo>
                          <a:pt x="144" y="186"/>
                        </a:lnTo>
                        <a:lnTo>
                          <a:pt x="150" y="186"/>
                        </a:lnTo>
                        <a:lnTo>
                          <a:pt x="162" y="192"/>
                        </a:lnTo>
                        <a:lnTo>
                          <a:pt x="162" y="174"/>
                        </a:lnTo>
                        <a:lnTo>
                          <a:pt x="168" y="174"/>
                        </a:lnTo>
                        <a:lnTo>
                          <a:pt x="174" y="162"/>
                        </a:lnTo>
                        <a:lnTo>
                          <a:pt x="180" y="156"/>
                        </a:lnTo>
                        <a:lnTo>
                          <a:pt x="198" y="156"/>
                        </a:lnTo>
                        <a:lnTo>
                          <a:pt x="210" y="162"/>
                        </a:lnTo>
                        <a:lnTo>
                          <a:pt x="222" y="174"/>
                        </a:lnTo>
                        <a:lnTo>
                          <a:pt x="234" y="168"/>
                        </a:lnTo>
                        <a:lnTo>
                          <a:pt x="246" y="180"/>
                        </a:lnTo>
                        <a:lnTo>
                          <a:pt x="258" y="174"/>
                        </a:lnTo>
                        <a:lnTo>
                          <a:pt x="264" y="168"/>
                        </a:lnTo>
                        <a:lnTo>
                          <a:pt x="276" y="168"/>
                        </a:lnTo>
                        <a:lnTo>
                          <a:pt x="282" y="174"/>
                        </a:lnTo>
                        <a:lnTo>
                          <a:pt x="288" y="174"/>
                        </a:lnTo>
                        <a:lnTo>
                          <a:pt x="300" y="180"/>
                        </a:lnTo>
                        <a:lnTo>
                          <a:pt x="306" y="174"/>
                        </a:lnTo>
                        <a:lnTo>
                          <a:pt x="324" y="174"/>
                        </a:lnTo>
                        <a:lnTo>
                          <a:pt x="330" y="168"/>
                        </a:lnTo>
                        <a:lnTo>
                          <a:pt x="330" y="174"/>
                        </a:lnTo>
                        <a:lnTo>
                          <a:pt x="348" y="174"/>
                        </a:lnTo>
                        <a:lnTo>
                          <a:pt x="360" y="168"/>
                        </a:lnTo>
                        <a:lnTo>
                          <a:pt x="366" y="162"/>
                        </a:lnTo>
                        <a:lnTo>
                          <a:pt x="378" y="156"/>
                        </a:lnTo>
                        <a:lnTo>
                          <a:pt x="378" y="132"/>
                        </a:lnTo>
                        <a:lnTo>
                          <a:pt x="402" y="126"/>
                        </a:lnTo>
                        <a:lnTo>
                          <a:pt x="420" y="114"/>
                        </a:lnTo>
                        <a:lnTo>
                          <a:pt x="414" y="108"/>
                        </a:lnTo>
                        <a:lnTo>
                          <a:pt x="408" y="108"/>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43" name="Cyprus" descr="© INSCALE GmbH, 05.05.2010&#10;http://www.presentationload.com/">
                    <a:extLst>
                      <a:ext uri="{FF2B5EF4-FFF2-40B4-BE49-F238E27FC236}">
                        <a16:creationId xmlns:a16="http://schemas.microsoft.com/office/drawing/2014/main" id="{86AB471C-0ECB-8002-64BE-9897E6FA0E23}"/>
                      </a:ext>
                    </a:extLst>
                  </p:cNvPr>
                  <p:cNvSpPr>
                    <a:spLocks/>
                  </p:cNvSpPr>
                  <p:nvPr/>
                </p:nvSpPr>
                <p:spPr bwMode="gray">
                  <a:xfrm>
                    <a:off x="3212" y="1841"/>
                    <a:ext cx="38" cy="22"/>
                  </a:xfrm>
                  <a:custGeom>
                    <a:avLst/>
                    <a:gdLst>
                      <a:gd name="T0" fmla="*/ 0 w 150"/>
                      <a:gd name="T1" fmla="*/ 2147483647 h 84"/>
                      <a:gd name="T2" fmla="*/ 2147483647 w 150"/>
                      <a:gd name="T3" fmla="*/ 2147483647 h 84"/>
                      <a:gd name="T4" fmla="*/ 2147483647 w 150"/>
                      <a:gd name="T5" fmla="*/ 2147483647 h 84"/>
                      <a:gd name="T6" fmla="*/ 2147483647 w 150"/>
                      <a:gd name="T7" fmla="*/ 2147483647 h 84"/>
                      <a:gd name="T8" fmla="*/ 2147483647 w 150"/>
                      <a:gd name="T9" fmla="*/ 2147483647 h 84"/>
                      <a:gd name="T10" fmla="*/ 2147483647 w 150"/>
                      <a:gd name="T11" fmla="*/ 2147483647 h 84"/>
                      <a:gd name="T12" fmla="*/ 2147483647 w 150"/>
                      <a:gd name="T13" fmla="*/ 2147483647 h 84"/>
                      <a:gd name="T14" fmla="*/ 2147483647 w 150"/>
                      <a:gd name="T15" fmla="*/ 2147483647 h 84"/>
                      <a:gd name="T16" fmla="*/ 2147483647 w 150"/>
                      <a:gd name="T17" fmla="*/ 2147483647 h 84"/>
                      <a:gd name="T18" fmla="*/ 2147483647 w 150"/>
                      <a:gd name="T19" fmla="*/ 2147483647 h 84"/>
                      <a:gd name="T20" fmla="*/ 2147483647 w 150"/>
                      <a:gd name="T21" fmla="*/ 2147483647 h 84"/>
                      <a:gd name="T22" fmla="*/ 2147483647 w 150"/>
                      <a:gd name="T23" fmla="*/ 2147483647 h 84"/>
                      <a:gd name="T24" fmla="*/ 2147483647 w 150"/>
                      <a:gd name="T25" fmla="*/ 2147483647 h 84"/>
                      <a:gd name="T26" fmla="*/ 2147483647 w 150"/>
                      <a:gd name="T27" fmla="*/ 0 h 84"/>
                      <a:gd name="T28" fmla="*/ 2147483647 w 150"/>
                      <a:gd name="T29" fmla="*/ 2147483647 h 84"/>
                      <a:gd name="T30" fmla="*/ 2147483647 w 150"/>
                      <a:gd name="T31" fmla="*/ 2147483647 h 84"/>
                      <a:gd name="T32" fmla="*/ 2147483647 w 150"/>
                      <a:gd name="T33" fmla="*/ 2147483647 h 84"/>
                      <a:gd name="T34" fmla="*/ 2147483647 w 150"/>
                      <a:gd name="T35" fmla="*/ 2147483647 h 84"/>
                      <a:gd name="T36" fmla="*/ 2147483647 w 150"/>
                      <a:gd name="T37" fmla="*/ 2147483647 h 84"/>
                      <a:gd name="T38" fmla="*/ 0 w 150"/>
                      <a:gd name="T39" fmla="*/ 2147483647 h 84"/>
                      <a:gd name="T40" fmla="*/ 0 w 150"/>
                      <a:gd name="T41" fmla="*/ 2147483647 h 84"/>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w 150"/>
                      <a:gd name="T64" fmla="*/ 0 h 84"/>
                      <a:gd name="T65" fmla="*/ 150 w 150"/>
                      <a:gd name="T66" fmla="*/ 84 h 84"/>
                    </a:gdLst>
                    <a:ahLst/>
                    <a:cxnLst>
                      <a:cxn ang="T42">
                        <a:pos x="T0" y="T1"/>
                      </a:cxn>
                      <a:cxn ang="T43">
                        <a:pos x="T2" y="T3"/>
                      </a:cxn>
                      <a:cxn ang="T44">
                        <a:pos x="T4" y="T5"/>
                      </a:cxn>
                      <a:cxn ang="T45">
                        <a:pos x="T6" y="T7"/>
                      </a:cxn>
                      <a:cxn ang="T46">
                        <a:pos x="T8" y="T9"/>
                      </a:cxn>
                      <a:cxn ang="T47">
                        <a:pos x="T10" y="T11"/>
                      </a:cxn>
                      <a:cxn ang="T48">
                        <a:pos x="T12" y="T13"/>
                      </a:cxn>
                      <a:cxn ang="T49">
                        <a:pos x="T14" y="T15"/>
                      </a:cxn>
                      <a:cxn ang="T50">
                        <a:pos x="T16" y="T17"/>
                      </a:cxn>
                      <a:cxn ang="T51">
                        <a:pos x="T18" y="T19"/>
                      </a:cxn>
                      <a:cxn ang="T52">
                        <a:pos x="T20" y="T21"/>
                      </a:cxn>
                      <a:cxn ang="T53">
                        <a:pos x="T22" y="T23"/>
                      </a:cxn>
                      <a:cxn ang="T54">
                        <a:pos x="T24" y="T25"/>
                      </a:cxn>
                      <a:cxn ang="T55">
                        <a:pos x="T26" y="T27"/>
                      </a:cxn>
                      <a:cxn ang="T56">
                        <a:pos x="T28" y="T29"/>
                      </a:cxn>
                      <a:cxn ang="T57">
                        <a:pos x="T30" y="T31"/>
                      </a:cxn>
                      <a:cxn ang="T58">
                        <a:pos x="T32" y="T33"/>
                      </a:cxn>
                      <a:cxn ang="T59">
                        <a:pos x="T34" y="T35"/>
                      </a:cxn>
                      <a:cxn ang="T60">
                        <a:pos x="T36" y="T37"/>
                      </a:cxn>
                      <a:cxn ang="T61">
                        <a:pos x="T38" y="T39"/>
                      </a:cxn>
                      <a:cxn ang="T62">
                        <a:pos x="T40" y="T41"/>
                      </a:cxn>
                    </a:cxnLst>
                    <a:rect l="T63" t="T64" r="T65" b="T66"/>
                    <a:pathLst>
                      <a:path w="150" h="84">
                        <a:moveTo>
                          <a:pt x="0" y="48"/>
                        </a:moveTo>
                        <a:lnTo>
                          <a:pt x="6" y="60"/>
                        </a:lnTo>
                        <a:lnTo>
                          <a:pt x="30" y="72"/>
                        </a:lnTo>
                        <a:lnTo>
                          <a:pt x="36" y="84"/>
                        </a:lnTo>
                        <a:lnTo>
                          <a:pt x="54" y="84"/>
                        </a:lnTo>
                        <a:lnTo>
                          <a:pt x="60" y="78"/>
                        </a:lnTo>
                        <a:lnTo>
                          <a:pt x="72" y="72"/>
                        </a:lnTo>
                        <a:lnTo>
                          <a:pt x="78" y="66"/>
                        </a:lnTo>
                        <a:lnTo>
                          <a:pt x="90" y="60"/>
                        </a:lnTo>
                        <a:lnTo>
                          <a:pt x="96" y="54"/>
                        </a:lnTo>
                        <a:lnTo>
                          <a:pt x="102" y="60"/>
                        </a:lnTo>
                        <a:lnTo>
                          <a:pt x="120" y="60"/>
                        </a:lnTo>
                        <a:lnTo>
                          <a:pt x="120" y="36"/>
                        </a:lnTo>
                        <a:lnTo>
                          <a:pt x="150" y="0"/>
                        </a:lnTo>
                        <a:lnTo>
                          <a:pt x="108" y="24"/>
                        </a:lnTo>
                        <a:lnTo>
                          <a:pt x="54" y="24"/>
                        </a:lnTo>
                        <a:lnTo>
                          <a:pt x="48" y="30"/>
                        </a:lnTo>
                        <a:lnTo>
                          <a:pt x="48" y="36"/>
                        </a:lnTo>
                        <a:lnTo>
                          <a:pt x="12" y="36"/>
                        </a:lnTo>
                        <a:lnTo>
                          <a:pt x="0" y="42"/>
                        </a:lnTo>
                        <a:lnTo>
                          <a:pt x="0" y="48"/>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44" name="Croatia" descr="© INSCALE GmbH, 05.05.2010&#10;http://www.presentationload.com/">
                    <a:extLst>
                      <a:ext uri="{FF2B5EF4-FFF2-40B4-BE49-F238E27FC236}">
                        <a16:creationId xmlns:a16="http://schemas.microsoft.com/office/drawing/2014/main" id="{7AA0FD91-BB67-F9A1-72DB-714A9E84E969}"/>
                      </a:ext>
                    </a:extLst>
                  </p:cNvPr>
                  <p:cNvSpPr>
                    <a:spLocks/>
                  </p:cNvSpPr>
                  <p:nvPr/>
                </p:nvSpPr>
                <p:spPr bwMode="gray">
                  <a:xfrm>
                    <a:off x="2894" y="1621"/>
                    <a:ext cx="93" cy="69"/>
                  </a:xfrm>
                  <a:custGeom>
                    <a:avLst/>
                    <a:gdLst>
                      <a:gd name="T0" fmla="*/ 2147483647 w 366"/>
                      <a:gd name="T1" fmla="*/ 2147483647 h 276"/>
                      <a:gd name="T2" fmla="*/ 2147483647 w 366"/>
                      <a:gd name="T3" fmla="*/ 2147483647 h 276"/>
                      <a:gd name="T4" fmla="*/ 2147483647 w 366"/>
                      <a:gd name="T5" fmla="*/ 2147483647 h 276"/>
                      <a:gd name="T6" fmla="*/ 2147483647 w 366"/>
                      <a:gd name="T7" fmla="*/ 2147483647 h 276"/>
                      <a:gd name="T8" fmla="*/ 2147483647 w 366"/>
                      <a:gd name="T9" fmla="*/ 2147483647 h 276"/>
                      <a:gd name="T10" fmla="*/ 2147483647 w 366"/>
                      <a:gd name="T11" fmla="*/ 2147483647 h 276"/>
                      <a:gd name="T12" fmla="*/ 2147483647 w 366"/>
                      <a:gd name="T13" fmla="*/ 2147483647 h 276"/>
                      <a:gd name="T14" fmla="*/ 2147483647 w 366"/>
                      <a:gd name="T15" fmla="*/ 2147483647 h 276"/>
                      <a:gd name="T16" fmla="*/ 2147483647 w 366"/>
                      <a:gd name="T17" fmla="*/ 2147483647 h 276"/>
                      <a:gd name="T18" fmla="*/ 2147483647 w 366"/>
                      <a:gd name="T19" fmla="*/ 2147483647 h 276"/>
                      <a:gd name="T20" fmla="*/ 2147483647 w 366"/>
                      <a:gd name="T21" fmla="*/ 2147483647 h 276"/>
                      <a:gd name="T22" fmla="*/ 2147483647 w 366"/>
                      <a:gd name="T23" fmla="*/ 0 h 276"/>
                      <a:gd name="T24" fmla="*/ 2147483647 w 366"/>
                      <a:gd name="T25" fmla="*/ 2147483647 h 276"/>
                      <a:gd name="T26" fmla="*/ 2147483647 w 366"/>
                      <a:gd name="T27" fmla="*/ 2147483647 h 276"/>
                      <a:gd name="T28" fmla="*/ 2147483647 w 366"/>
                      <a:gd name="T29" fmla="*/ 2147483647 h 276"/>
                      <a:gd name="T30" fmla="*/ 2147483647 w 366"/>
                      <a:gd name="T31" fmla="*/ 2147483647 h 276"/>
                      <a:gd name="T32" fmla="*/ 2147483647 w 366"/>
                      <a:gd name="T33" fmla="*/ 2147483647 h 276"/>
                      <a:gd name="T34" fmla="*/ 2147483647 w 366"/>
                      <a:gd name="T35" fmla="*/ 2147483647 h 276"/>
                      <a:gd name="T36" fmla="*/ 2147483647 w 366"/>
                      <a:gd name="T37" fmla="*/ 2147483647 h 276"/>
                      <a:gd name="T38" fmla="*/ 2147483647 w 366"/>
                      <a:gd name="T39" fmla="*/ 2147483647 h 276"/>
                      <a:gd name="T40" fmla="*/ 0 w 366"/>
                      <a:gd name="T41" fmla="*/ 2147483647 h 276"/>
                      <a:gd name="T42" fmla="*/ 2147483647 w 366"/>
                      <a:gd name="T43" fmla="*/ 2147483647 h 276"/>
                      <a:gd name="T44" fmla="*/ 2147483647 w 366"/>
                      <a:gd name="T45" fmla="*/ 2147483647 h 276"/>
                      <a:gd name="T46" fmla="*/ 2147483647 w 366"/>
                      <a:gd name="T47" fmla="*/ 2147483647 h 276"/>
                      <a:gd name="T48" fmla="*/ 2147483647 w 366"/>
                      <a:gd name="T49" fmla="*/ 2147483647 h 276"/>
                      <a:gd name="T50" fmla="*/ 2147483647 w 366"/>
                      <a:gd name="T51" fmla="*/ 2147483647 h 276"/>
                      <a:gd name="T52" fmla="*/ 2147483647 w 366"/>
                      <a:gd name="T53" fmla="*/ 2147483647 h 276"/>
                      <a:gd name="T54" fmla="*/ 2147483647 w 366"/>
                      <a:gd name="T55" fmla="*/ 2147483647 h 276"/>
                      <a:gd name="T56" fmla="*/ 2147483647 w 366"/>
                      <a:gd name="T57" fmla="*/ 2147483647 h 276"/>
                      <a:gd name="T58" fmla="*/ 2147483647 w 366"/>
                      <a:gd name="T59" fmla="*/ 2147483647 h 276"/>
                      <a:gd name="T60" fmla="*/ 2147483647 w 366"/>
                      <a:gd name="T61" fmla="*/ 2147483647 h 276"/>
                      <a:gd name="T62" fmla="*/ 2147483647 w 366"/>
                      <a:gd name="T63" fmla="*/ 2147483647 h 276"/>
                      <a:gd name="T64" fmla="*/ 2147483647 w 366"/>
                      <a:gd name="T65" fmla="*/ 2147483647 h 276"/>
                      <a:gd name="T66" fmla="*/ 2147483647 w 366"/>
                      <a:gd name="T67" fmla="*/ 2147483647 h 276"/>
                      <a:gd name="T68" fmla="*/ 2147483647 w 366"/>
                      <a:gd name="T69" fmla="*/ 2147483647 h 276"/>
                      <a:gd name="T70" fmla="*/ 2147483647 w 366"/>
                      <a:gd name="T71" fmla="*/ 2147483647 h 276"/>
                      <a:gd name="T72" fmla="*/ 2147483647 w 366"/>
                      <a:gd name="T73" fmla="*/ 2147483647 h 276"/>
                      <a:gd name="T74" fmla="*/ 2147483647 w 366"/>
                      <a:gd name="T75" fmla="*/ 2147483647 h 276"/>
                      <a:gd name="T76" fmla="*/ 2147483647 w 366"/>
                      <a:gd name="T77" fmla="*/ 2147483647 h 276"/>
                      <a:gd name="T78" fmla="*/ 2147483647 w 366"/>
                      <a:gd name="T79" fmla="*/ 2147483647 h 276"/>
                      <a:gd name="T80" fmla="*/ 2147483647 w 366"/>
                      <a:gd name="T81" fmla="*/ 2147483647 h 276"/>
                      <a:gd name="T82" fmla="*/ 2147483647 w 366"/>
                      <a:gd name="T83" fmla="*/ 2147483647 h 276"/>
                      <a:gd name="T84" fmla="*/ 2147483647 w 366"/>
                      <a:gd name="T85" fmla="*/ 2147483647 h 276"/>
                      <a:gd name="T86" fmla="*/ 2147483647 w 366"/>
                      <a:gd name="T87" fmla="*/ 2147483647 h 276"/>
                      <a:gd name="T88" fmla="*/ 2147483647 w 366"/>
                      <a:gd name="T89" fmla="*/ 2147483647 h 276"/>
                      <a:gd name="T90" fmla="*/ 2147483647 w 366"/>
                      <a:gd name="T91" fmla="*/ 2147483647 h 27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366"/>
                      <a:gd name="T139" fmla="*/ 0 h 276"/>
                      <a:gd name="T140" fmla="*/ 366 w 366"/>
                      <a:gd name="T141" fmla="*/ 276 h 276"/>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366" h="276">
                        <a:moveTo>
                          <a:pt x="342" y="126"/>
                        </a:moveTo>
                        <a:lnTo>
                          <a:pt x="342" y="114"/>
                        </a:lnTo>
                        <a:lnTo>
                          <a:pt x="348" y="114"/>
                        </a:lnTo>
                        <a:lnTo>
                          <a:pt x="354" y="108"/>
                        </a:lnTo>
                        <a:lnTo>
                          <a:pt x="360" y="108"/>
                        </a:lnTo>
                        <a:lnTo>
                          <a:pt x="366" y="102"/>
                        </a:lnTo>
                        <a:lnTo>
                          <a:pt x="360" y="102"/>
                        </a:lnTo>
                        <a:lnTo>
                          <a:pt x="348" y="96"/>
                        </a:lnTo>
                        <a:lnTo>
                          <a:pt x="336" y="96"/>
                        </a:lnTo>
                        <a:lnTo>
                          <a:pt x="342" y="78"/>
                        </a:lnTo>
                        <a:lnTo>
                          <a:pt x="336" y="78"/>
                        </a:lnTo>
                        <a:lnTo>
                          <a:pt x="330" y="48"/>
                        </a:lnTo>
                        <a:lnTo>
                          <a:pt x="324" y="48"/>
                        </a:lnTo>
                        <a:lnTo>
                          <a:pt x="312" y="54"/>
                        </a:lnTo>
                        <a:lnTo>
                          <a:pt x="270" y="60"/>
                        </a:lnTo>
                        <a:lnTo>
                          <a:pt x="264" y="48"/>
                        </a:lnTo>
                        <a:lnTo>
                          <a:pt x="246" y="48"/>
                        </a:lnTo>
                        <a:lnTo>
                          <a:pt x="234" y="42"/>
                        </a:lnTo>
                        <a:lnTo>
                          <a:pt x="228" y="36"/>
                        </a:lnTo>
                        <a:lnTo>
                          <a:pt x="216" y="30"/>
                        </a:lnTo>
                        <a:lnTo>
                          <a:pt x="204" y="18"/>
                        </a:lnTo>
                        <a:lnTo>
                          <a:pt x="204" y="12"/>
                        </a:lnTo>
                        <a:lnTo>
                          <a:pt x="198" y="6"/>
                        </a:lnTo>
                        <a:lnTo>
                          <a:pt x="186" y="0"/>
                        </a:lnTo>
                        <a:lnTo>
                          <a:pt x="162" y="0"/>
                        </a:lnTo>
                        <a:lnTo>
                          <a:pt x="162" y="12"/>
                        </a:lnTo>
                        <a:lnTo>
                          <a:pt x="150" y="18"/>
                        </a:lnTo>
                        <a:lnTo>
                          <a:pt x="120" y="18"/>
                        </a:lnTo>
                        <a:lnTo>
                          <a:pt x="120" y="30"/>
                        </a:lnTo>
                        <a:lnTo>
                          <a:pt x="126" y="36"/>
                        </a:lnTo>
                        <a:lnTo>
                          <a:pt x="126" y="42"/>
                        </a:lnTo>
                        <a:lnTo>
                          <a:pt x="114" y="54"/>
                        </a:lnTo>
                        <a:lnTo>
                          <a:pt x="102" y="60"/>
                        </a:lnTo>
                        <a:lnTo>
                          <a:pt x="102" y="78"/>
                        </a:lnTo>
                        <a:lnTo>
                          <a:pt x="60" y="78"/>
                        </a:lnTo>
                        <a:lnTo>
                          <a:pt x="54" y="72"/>
                        </a:lnTo>
                        <a:lnTo>
                          <a:pt x="54" y="66"/>
                        </a:lnTo>
                        <a:lnTo>
                          <a:pt x="48" y="78"/>
                        </a:lnTo>
                        <a:lnTo>
                          <a:pt x="30" y="78"/>
                        </a:lnTo>
                        <a:lnTo>
                          <a:pt x="18" y="72"/>
                        </a:lnTo>
                        <a:lnTo>
                          <a:pt x="18" y="84"/>
                        </a:lnTo>
                        <a:lnTo>
                          <a:pt x="0" y="84"/>
                        </a:lnTo>
                        <a:lnTo>
                          <a:pt x="0" y="132"/>
                        </a:lnTo>
                        <a:lnTo>
                          <a:pt x="6" y="132"/>
                        </a:lnTo>
                        <a:lnTo>
                          <a:pt x="12" y="120"/>
                        </a:lnTo>
                        <a:lnTo>
                          <a:pt x="24" y="114"/>
                        </a:lnTo>
                        <a:lnTo>
                          <a:pt x="30" y="102"/>
                        </a:lnTo>
                        <a:lnTo>
                          <a:pt x="42" y="102"/>
                        </a:lnTo>
                        <a:lnTo>
                          <a:pt x="48" y="114"/>
                        </a:lnTo>
                        <a:lnTo>
                          <a:pt x="48" y="132"/>
                        </a:lnTo>
                        <a:lnTo>
                          <a:pt x="78" y="126"/>
                        </a:lnTo>
                        <a:lnTo>
                          <a:pt x="78" y="132"/>
                        </a:lnTo>
                        <a:lnTo>
                          <a:pt x="72" y="144"/>
                        </a:lnTo>
                        <a:lnTo>
                          <a:pt x="72" y="150"/>
                        </a:lnTo>
                        <a:lnTo>
                          <a:pt x="84" y="162"/>
                        </a:lnTo>
                        <a:lnTo>
                          <a:pt x="96" y="168"/>
                        </a:lnTo>
                        <a:lnTo>
                          <a:pt x="96" y="180"/>
                        </a:lnTo>
                        <a:lnTo>
                          <a:pt x="144" y="216"/>
                        </a:lnTo>
                        <a:lnTo>
                          <a:pt x="144" y="240"/>
                        </a:lnTo>
                        <a:lnTo>
                          <a:pt x="198" y="240"/>
                        </a:lnTo>
                        <a:lnTo>
                          <a:pt x="210" y="246"/>
                        </a:lnTo>
                        <a:lnTo>
                          <a:pt x="216" y="252"/>
                        </a:lnTo>
                        <a:lnTo>
                          <a:pt x="216" y="276"/>
                        </a:lnTo>
                        <a:lnTo>
                          <a:pt x="246" y="276"/>
                        </a:lnTo>
                        <a:lnTo>
                          <a:pt x="252" y="270"/>
                        </a:lnTo>
                        <a:lnTo>
                          <a:pt x="252" y="264"/>
                        </a:lnTo>
                        <a:lnTo>
                          <a:pt x="246" y="252"/>
                        </a:lnTo>
                        <a:lnTo>
                          <a:pt x="234" y="246"/>
                        </a:lnTo>
                        <a:lnTo>
                          <a:pt x="216" y="234"/>
                        </a:lnTo>
                        <a:lnTo>
                          <a:pt x="204" y="228"/>
                        </a:lnTo>
                        <a:lnTo>
                          <a:pt x="192" y="216"/>
                        </a:lnTo>
                        <a:lnTo>
                          <a:pt x="180" y="186"/>
                        </a:lnTo>
                        <a:lnTo>
                          <a:pt x="162" y="180"/>
                        </a:lnTo>
                        <a:lnTo>
                          <a:pt x="162" y="162"/>
                        </a:lnTo>
                        <a:lnTo>
                          <a:pt x="156" y="156"/>
                        </a:lnTo>
                        <a:lnTo>
                          <a:pt x="150" y="156"/>
                        </a:lnTo>
                        <a:lnTo>
                          <a:pt x="150" y="144"/>
                        </a:lnTo>
                        <a:lnTo>
                          <a:pt x="132" y="138"/>
                        </a:lnTo>
                        <a:lnTo>
                          <a:pt x="120" y="126"/>
                        </a:lnTo>
                        <a:lnTo>
                          <a:pt x="138" y="120"/>
                        </a:lnTo>
                        <a:lnTo>
                          <a:pt x="138" y="96"/>
                        </a:lnTo>
                        <a:lnTo>
                          <a:pt x="144" y="96"/>
                        </a:lnTo>
                        <a:lnTo>
                          <a:pt x="150" y="102"/>
                        </a:lnTo>
                        <a:lnTo>
                          <a:pt x="162" y="108"/>
                        </a:lnTo>
                        <a:lnTo>
                          <a:pt x="186" y="102"/>
                        </a:lnTo>
                        <a:lnTo>
                          <a:pt x="210" y="102"/>
                        </a:lnTo>
                        <a:lnTo>
                          <a:pt x="228" y="108"/>
                        </a:lnTo>
                        <a:lnTo>
                          <a:pt x="240" y="102"/>
                        </a:lnTo>
                        <a:lnTo>
                          <a:pt x="252" y="102"/>
                        </a:lnTo>
                        <a:lnTo>
                          <a:pt x="258" y="108"/>
                        </a:lnTo>
                        <a:lnTo>
                          <a:pt x="312" y="108"/>
                        </a:lnTo>
                        <a:lnTo>
                          <a:pt x="324" y="126"/>
                        </a:lnTo>
                        <a:lnTo>
                          <a:pt x="342" y="126"/>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45" name="Bulgaria" descr="© INSCALE GmbH, 05.05.2010&#10;http://www.presentationload.com/">
                    <a:extLst>
                      <a:ext uri="{FF2B5EF4-FFF2-40B4-BE49-F238E27FC236}">
                        <a16:creationId xmlns:a16="http://schemas.microsoft.com/office/drawing/2014/main" id="{1AD0E2F8-FDD5-24ED-57AE-FE8886BE530A}"/>
                      </a:ext>
                    </a:extLst>
                  </p:cNvPr>
                  <p:cNvSpPr>
                    <a:spLocks/>
                  </p:cNvSpPr>
                  <p:nvPr/>
                </p:nvSpPr>
                <p:spPr bwMode="gray">
                  <a:xfrm>
                    <a:off x="3038" y="1667"/>
                    <a:ext cx="100" cy="58"/>
                  </a:xfrm>
                  <a:custGeom>
                    <a:avLst/>
                    <a:gdLst>
                      <a:gd name="T0" fmla="*/ 2147483647 w 396"/>
                      <a:gd name="T1" fmla="*/ 2147483647 h 228"/>
                      <a:gd name="T2" fmla="*/ 2147483647 w 396"/>
                      <a:gd name="T3" fmla="*/ 2147483647 h 228"/>
                      <a:gd name="T4" fmla="*/ 2147483647 w 396"/>
                      <a:gd name="T5" fmla="*/ 2147483647 h 228"/>
                      <a:gd name="T6" fmla="*/ 2147483647 w 396"/>
                      <a:gd name="T7" fmla="*/ 2147483647 h 228"/>
                      <a:gd name="T8" fmla="*/ 2147483647 w 396"/>
                      <a:gd name="T9" fmla="*/ 2147483647 h 228"/>
                      <a:gd name="T10" fmla="*/ 2147483647 w 396"/>
                      <a:gd name="T11" fmla="*/ 2147483647 h 228"/>
                      <a:gd name="T12" fmla="*/ 2147483647 w 396"/>
                      <a:gd name="T13" fmla="*/ 2147483647 h 228"/>
                      <a:gd name="T14" fmla="*/ 2147483647 w 396"/>
                      <a:gd name="T15" fmla="*/ 0 h 228"/>
                      <a:gd name="T16" fmla="*/ 2147483647 w 396"/>
                      <a:gd name="T17" fmla="*/ 2147483647 h 228"/>
                      <a:gd name="T18" fmla="*/ 2147483647 w 396"/>
                      <a:gd name="T19" fmla="*/ 2147483647 h 228"/>
                      <a:gd name="T20" fmla="*/ 2147483647 w 396"/>
                      <a:gd name="T21" fmla="*/ 2147483647 h 228"/>
                      <a:gd name="T22" fmla="*/ 2147483647 w 396"/>
                      <a:gd name="T23" fmla="*/ 2147483647 h 228"/>
                      <a:gd name="T24" fmla="*/ 2147483647 w 396"/>
                      <a:gd name="T25" fmla="*/ 2147483647 h 228"/>
                      <a:gd name="T26" fmla="*/ 2147483647 w 396"/>
                      <a:gd name="T27" fmla="*/ 2147483647 h 228"/>
                      <a:gd name="T28" fmla="*/ 2147483647 w 396"/>
                      <a:gd name="T29" fmla="*/ 2147483647 h 228"/>
                      <a:gd name="T30" fmla="*/ 2147483647 w 396"/>
                      <a:gd name="T31" fmla="*/ 2147483647 h 228"/>
                      <a:gd name="T32" fmla="*/ 2147483647 w 396"/>
                      <a:gd name="T33" fmla="*/ 2147483647 h 228"/>
                      <a:gd name="T34" fmla="*/ 2147483647 w 396"/>
                      <a:gd name="T35" fmla="*/ 2147483647 h 228"/>
                      <a:gd name="T36" fmla="*/ 2147483647 w 396"/>
                      <a:gd name="T37" fmla="*/ 2147483647 h 228"/>
                      <a:gd name="T38" fmla="*/ 2147483647 w 396"/>
                      <a:gd name="T39" fmla="*/ 2147483647 h 228"/>
                      <a:gd name="T40" fmla="*/ 2147483647 w 396"/>
                      <a:gd name="T41" fmla="*/ 2147483647 h 228"/>
                      <a:gd name="T42" fmla="*/ 2147483647 w 396"/>
                      <a:gd name="T43" fmla="*/ 0 h 228"/>
                      <a:gd name="T44" fmla="*/ 0 w 396"/>
                      <a:gd name="T45" fmla="*/ 2147483647 h 228"/>
                      <a:gd name="T46" fmla="*/ 2147483647 w 396"/>
                      <a:gd name="T47" fmla="*/ 2147483647 h 228"/>
                      <a:gd name="T48" fmla="*/ 2147483647 w 396"/>
                      <a:gd name="T49" fmla="*/ 2147483647 h 228"/>
                      <a:gd name="T50" fmla="*/ 2147483647 w 396"/>
                      <a:gd name="T51" fmla="*/ 2147483647 h 228"/>
                      <a:gd name="T52" fmla="*/ 2147483647 w 396"/>
                      <a:gd name="T53" fmla="*/ 2147483647 h 228"/>
                      <a:gd name="T54" fmla="*/ 2147483647 w 396"/>
                      <a:gd name="T55" fmla="*/ 2147483647 h 228"/>
                      <a:gd name="T56" fmla="*/ 0 w 396"/>
                      <a:gd name="T57" fmla="*/ 2147483647 h 228"/>
                      <a:gd name="T58" fmla="*/ 2147483647 w 396"/>
                      <a:gd name="T59" fmla="*/ 2147483647 h 228"/>
                      <a:gd name="T60" fmla="*/ 2147483647 w 396"/>
                      <a:gd name="T61" fmla="*/ 2147483647 h 228"/>
                      <a:gd name="T62" fmla="*/ 2147483647 w 396"/>
                      <a:gd name="T63" fmla="*/ 2147483647 h 228"/>
                      <a:gd name="T64" fmla="*/ 2147483647 w 396"/>
                      <a:gd name="T65" fmla="*/ 2147483647 h 228"/>
                      <a:gd name="T66" fmla="*/ 2147483647 w 396"/>
                      <a:gd name="T67" fmla="*/ 2147483647 h 228"/>
                      <a:gd name="T68" fmla="*/ 2147483647 w 396"/>
                      <a:gd name="T69" fmla="*/ 2147483647 h 228"/>
                      <a:gd name="T70" fmla="*/ 2147483647 w 396"/>
                      <a:gd name="T71" fmla="*/ 2147483647 h 228"/>
                      <a:gd name="T72" fmla="*/ 2147483647 w 396"/>
                      <a:gd name="T73" fmla="*/ 2147483647 h 228"/>
                      <a:gd name="T74" fmla="*/ 2147483647 w 396"/>
                      <a:gd name="T75" fmla="*/ 2147483647 h 228"/>
                      <a:gd name="T76" fmla="*/ 2147483647 w 396"/>
                      <a:gd name="T77" fmla="*/ 2147483647 h 228"/>
                      <a:gd name="T78" fmla="*/ 2147483647 w 396"/>
                      <a:gd name="T79" fmla="*/ 2147483647 h 228"/>
                      <a:gd name="T80" fmla="*/ 2147483647 w 396"/>
                      <a:gd name="T81" fmla="*/ 2147483647 h 228"/>
                      <a:gd name="T82" fmla="*/ 2147483647 w 396"/>
                      <a:gd name="T83" fmla="*/ 2147483647 h 228"/>
                      <a:gd name="T84" fmla="*/ 2147483647 w 396"/>
                      <a:gd name="T85" fmla="*/ 2147483647 h 228"/>
                      <a:gd name="T86" fmla="*/ 2147483647 w 396"/>
                      <a:gd name="T87" fmla="*/ 2147483647 h 228"/>
                      <a:gd name="T88" fmla="*/ 2147483647 w 396"/>
                      <a:gd name="T89" fmla="*/ 2147483647 h 228"/>
                      <a:gd name="T90" fmla="*/ 2147483647 w 396"/>
                      <a:gd name="T91" fmla="*/ 2147483647 h 228"/>
                      <a:gd name="T92" fmla="*/ 2147483647 w 396"/>
                      <a:gd name="T93" fmla="*/ 2147483647 h 228"/>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396"/>
                      <a:gd name="T142" fmla="*/ 0 h 228"/>
                      <a:gd name="T143" fmla="*/ 396 w 396"/>
                      <a:gd name="T144" fmla="*/ 228 h 228"/>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396" h="228">
                        <a:moveTo>
                          <a:pt x="372" y="168"/>
                        </a:moveTo>
                        <a:lnTo>
                          <a:pt x="336" y="126"/>
                        </a:lnTo>
                        <a:lnTo>
                          <a:pt x="354" y="108"/>
                        </a:lnTo>
                        <a:lnTo>
                          <a:pt x="354" y="78"/>
                        </a:lnTo>
                        <a:lnTo>
                          <a:pt x="360" y="72"/>
                        </a:lnTo>
                        <a:lnTo>
                          <a:pt x="372" y="66"/>
                        </a:lnTo>
                        <a:lnTo>
                          <a:pt x="396" y="66"/>
                        </a:lnTo>
                        <a:lnTo>
                          <a:pt x="396" y="48"/>
                        </a:lnTo>
                        <a:lnTo>
                          <a:pt x="390" y="36"/>
                        </a:lnTo>
                        <a:lnTo>
                          <a:pt x="372" y="36"/>
                        </a:lnTo>
                        <a:lnTo>
                          <a:pt x="348" y="12"/>
                        </a:lnTo>
                        <a:lnTo>
                          <a:pt x="324" y="12"/>
                        </a:lnTo>
                        <a:lnTo>
                          <a:pt x="312" y="6"/>
                        </a:lnTo>
                        <a:lnTo>
                          <a:pt x="300" y="6"/>
                        </a:lnTo>
                        <a:lnTo>
                          <a:pt x="288" y="0"/>
                        </a:lnTo>
                        <a:lnTo>
                          <a:pt x="282" y="0"/>
                        </a:lnTo>
                        <a:lnTo>
                          <a:pt x="282" y="12"/>
                        </a:lnTo>
                        <a:lnTo>
                          <a:pt x="252" y="6"/>
                        </a:lnTo>
                        <a:lnTo>
                          <a:pt x="252" y="12"/>
                        </a:lnTo>
                        <a:lnTo>
                          <a:pt x="246" y="12"/>
                        </a:lnTo>
                        <a:lnTo>
                          <a:pt x="234" y="18"/>
                        </a:lnTo>
                        <a:lnTo>
                          <a:pt x="228" y="18"/>
                        </a:lnTo>
                        <a:lnTo>
                          <a:pt x="222" y="24"/>
                        </a:lnTo>
                        <a:lnTo>
                          <a:pt x="222" y="36"/>
                        </a:lnTo>
                        <a:lnTo>
                          <a:pt x="216" y="42"/>
                        </a:lnTo>
                        <a:lnTo>
                          <a:pt x="198" y="42"/>
                        </a:lnTo>
                        <a:lnTo>
                          <a:pt x="186" y="36"/>
                        </a:lnTo>
                        <a:lnTo>
                          <a:pt x="180" y="30"/>
                        </a:lnTo>
                        <a:lnTo>
                          <a:pt x="156" y="30"/>
                        </a:lnTo>
                        <a:lnTo>
                          <a:pt x="138" y="24"/>
                        </a:lnTo>
                        <a:lnTo>
                          <a:pt x="138" y="30"/>
                        </a:lnTo>
                        <a:lnTo>
                          <a:pt x="132" y="36"/>
                        </a:lnTo>
                        <a:lnTo>
                          <a:pt x="108" y="36"/>
                        </a:lnTo>
                        <a:lnTo>
                          <a:pt x="102" y="30"/>
                        </a:lnTo>
                        <a:lnTo>
                          <a:pt x="90" y="30"/>
                        </a:lnTo>
                        <a:lnTo>
                          <a:pt x="66" y="18"/>
                        </a:lnTo>
                        <a:lnTo>
                          <a:pt x="54" y="30"/>
                        </a:lnTo>
                        <a:lnTo>
                          <a:pt x="36" y="30"/>
                        </a:lnTo>
                        <a:lnTo>
                          <a:pt x="30" y="24"/>
                        </a:lnTo>
                        <a:lnTo>
                          <a:pt x="36" y="18"/>
                        </a:lnTo>
                        <a:lnTo>
                          <a:pt x="36" y="12"/>
                        </a:lnTo>
                        <a:lnTo>
                          <a:pt x="42" y="6"/>
                        </a:lnTo>
                        <a:lnTo>
                          <a:pt x="36" y="0"/>
                        </a:lnTo>
                        <a:lnTo>
                          <a:pt x="12" y="0"/>
                        </a:lnTo>
                        <a:lnTo>
                          <a:pt x="12" y="12"/>
                        </a:lnTo>
                        <a:lnTo>
                          <a:pt x="0" y="24"/>
                        </a:lnTo>
                        <a:lnTo>
                          <a:pt x="0" y="42"/>
                        </a:lnTo>
                        <a:lnTo>
                          <a:pt x="18" y="48"/>
                        </a:lnTo>
                        <a:lnTo>
                          <a:pt x="12" y="60"/>
                        </a:lnTo>
                        <a:lnTo>
                          <a:pt x="30" y="66"/>
                        </a:lnTo>
                        <a:lnTo>
                          <a:pt x="36" y="72"/>
                        </a:lnTo>
                        <a:lnTo>
                          <a:pt x="36" y="96"/>
                        </a:lnTo>
                        <a:lnTo>
                          <a:pt x="30" y="102"/>
                        </a:lnTo>
                        <a:lnTo>
                          <a:pt x="6" y="102"/>
                        </a:lnTo>
                        <a:lnTo>
                          <a:pt x="6" y="108"/>
                        </a:lnTo>
                        <a:lnTo>
                          <a:pt x="12" y="114"/>
                        </a:lnTo>
                        <a:lnTo>
                          <a:pt x="12" y="138"/>
                        </a:lnTo>
                        <a:lnTo>
                          <a:pt x="0" y="138"/>
                        </a:lnTo>
                        <a:lnTo>
                          <a:pt x="12" y="156"/>
                        </a:lnTo>
                        <a:lnTo>
                          <a:pt x="18" y="156"/>
                        </a:lnTo>
                        <a:lnTo>
                          <a:pt x="18" y="168"/>
                        </a:lnTo>
                        <a:lnTo>
                          <a:pt x="36" y="180"/>
                        </a:lnTo>
                        <a:lnTo>
                          <a:pt x="42" y="186"/>
                        </a:lnTo>
                        <a:lnTo>
                          <a:pt x="48" y="198"/>
                        </a:lnTo>
                        <a:lnTo>
                          <a:pt x="48" y="210"/>
                        </a:lnTo>
                        <a:lnTo>
                          <a:pt x="42" y="222"/>
                        </a:lnTo>
                        <a:lnTo>
                          <a:pt x="48" y="222"/>
                        </a:lnTo>
                        <a:lnTo>
                          <a:pt x="54" y="228"/>
                        </a:lnTo>
                        <a:lnTo>
                          <a:pt x="66" y="228"/>
                        </a:lnTo>
                        <a:lnTo>
                          <a:pt x="78" y="222"/>
                        </a:lnTo>
                        <a:lnTo>
                          <a:pt x="84" y="216"/>
                        </a:lnTo>
                        <a:lnTo>
                          <a:pt x="108" y="222"/>
                        </a:lnTo>
                        <a:lnTo>
                          <a:pt x="114" y="204"/>
                        </a:lnTo>
                        <a:lnTo>
                          <a:pt x="144" y="198"/>
                        </a:lnTo>
                        <a:lnTo>
                          <a:pt x="144" y="204"/>
                        </a:lnTo>
                        <a:lnTo>
                          <a:pt x="162" y="222"/>
                        </a:lnTo>
                        <a:lnTo>
                          <a:pt x="174" y="222"/>
                        </a:lnTo>
                        <a:lnTo>
                          <a:pt x="180" y="216"/>
                        </a:lnTo>
                        <a:lnTo>
                          <a:pt x="192" y="228"/>
                        </a:lnTo>
                        <a:lnTo>
                          <a:pt x="204" y="228"/>
                        </a:lnTo>
                        <a:lnTo>
                          <a:pt x="216" y="216"/>
                        </a:lnTo>
                        <a:lnTo>
                          <a:pt x="228" y="228"/>
                        </a:lnTo>
                        <a:lnTo>
                          <a:pt x="246" y="228"/>
                        </a:lnTo>
                        <a:lnTo>
                          <a:pt x="252" y="222"/>
                        </a:lnTo>
                        <a:lnTo>
                          <a:pt x="252" y="204"/>
                        </a:lnTo>
                        <a:lnTo>
                          <a:pt x="246" y="198"/>
                        </a:lnTo>
                        <a:lnTo>
                          <a:pt x="264" y="192"/>
                        </a:lnTo>
                        <a:lnTo>
                          <a:pt x="282" y="168"/>
                        </a:lnTo>
                        <a:lnTo>
                          <a:pt x="312" y="174"/>
                        </a:lnTo>
                        <a:lnTo>
                          <a:pt x="324" y="156"/>
                        </a:lnTo>
                        <a:lnTo>
                          <a:pt x="336" y="174"/>
                        </a:lnTo>
                        <a:lnTo>
                          <a:pt x="348" y="174"/>
                        </a:lnTo>
                        <a:lnTo>
                          <a:pt x="360" y="180"/>
                        </a:lnTo>
                        <a:lnTo>
                          <a:pt x="372" y="180"/>
                        </a:lnTo>
                        <a:lnTo>
                          <a:pt x="372" y="168"/>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46" name="Bosnia and Herzegovina" descr="© INSCALE GmbH, 05.05.2010&#10;http://www.presentationload.com/">
                    <a:extLst>
                      <a:ext uri="{FF2B5EF4-FFF2-40B4-BE49-F238E27FC236}">
                        <a16:creationId xmlns:a16="http://schemas.microsoft.com/office/drawing/2014/main" id="{E9142502-74F3-C03E-CCBC-ECC099189DFE}"/>
                      </a:ext>
                    </a:extLst>
                  </p:cNvPr>
                  <p:cNvSpPr>
                    <a:spLocks/>
                  </p:cNvSpPr>
                  <p:nvPr/>
                </p:nvSpPr>
                <p:spPr bwMode="gray">
                  <a:xfrm>
                    <a:off x="2925" y="1644"/>
                    <a:ext cx="67" cy="60"/>
                  </a:xfrm>
                  <a:custGeom>
                    <a:avLst/>
                    <a:gdLst>
                      <a:gd name="T0" fmla="*/ 2147483647 w 264"/>
                      <a:gd name="T1" fmla="*/ 2147483647 h 234"/>
                      <a:gd name="T2" fmla="*/ 2147483647 w 264"/>
                      <a:gd name="T3" fmla="*/ 2147483647 h 234"/>
                      <a:gd name="T4" fmla="*/ 2147483647 w 264"/>
                      <a:gd name="T5" fmla="*/ 2147483647 h 234"/>
                      <a:gd name="T6" fmla="*/ 2147483647 w 264"/>
                      <a:gd name="T7" fmla="*/ 2147483647 h 234"/>
                      <a:gd name="T8" fmla="*/ 2147483647 w 264"/>
                      <a:gd name="T9" fmla="*/ 2147483647 h 234"/>
                      <a:gd name="T10" fmla="*/ 2147483647 w 264"/>
                      <a:gd name="T11" fmla="*/ 2147483647 h 234"/>
                      <a:gd name="T12" fmla="*/ 2147483647 w 264"/>
                      <a:gd name="T13" fmla="*/ 2147483647 h 234"/>
                      <a:gd name="T14" fmla="*/ 2147483647 w 264"/>
                      <a:gd name="T15" fmla="*/ 2147483647 h 234"/>
                      <a:gd name="T16" fmla="*/ 2147483647 w 264"/>
                      <a:gd name="T17" fmla="*/ 2147483647 h 234"/>
                      <a:gd name="T18" fmla="*/ 2147483647 w 264"/>
                      <a:gd name="T19" fmla="*/ 2147483647 h 234"/>
                      <a:gd name="T20" fmla="*/ 2147483647 w 264"/>
                      <a:gd name="T21" fmla="*/ 2147483647 h 234"/>
                      <a:gd name="T22" fmla="*/ 2147483647 w 264"/>
                      <a:gd name="T23" fmla="*/ 2147483647 h 234"/>
                      <a:gd name="T24" fmla="*/ 2147483647 w 264"/>
                      <a:gd name="T25" fmla="*/ 2147483647 h 234"/>
                      <a:gd name="T26" fmla="*/ 2147483647 w 264"/>
                      <a:gd name="T27" fmla="*/ 2147483647 h 234"/>
                      <a:gd name="T28" fmla="*/ 2147483647 w 264"/>
                      <a:gd name="T29" fmla="*/ 2147483647 h 234"/>
                      <a:gd name="T30" fmla="*/ 2147483647 w 264"/>
                      <a:gd name="T31" fmla="*/ 2147483647 h 234"/>
                      <a:gd name="T32" fmla="*/ 2147483647 w 264"/>
                      <a:gd name="T33" fmla="*/ 2147483647 h 234"/>
                      <a:gd name="T34" fmla="*/ 2147483647 w 264"/>
                      <a:gd name="T35" fmla="*/ 2147483647 h 234"/>
                      <a:gd name="T36" fmla="*/ 2147483647 w 264"/>
                      <a:gd name="T37" fmla="*/ 2147483647 h 234"/>
                      <a:gd name="T38" fmla="*/ 2147483647 w 264"/>
                      <a:gd name="T39" fmla="*/ 0 h 234"/>
                      <a:gd name="T40" fmla="*/ 2147483647 w 264"/>
                      <a:gd name="T41" fmla="*/ 0 h 234"/>
                      <a:gd name="T42" fmla="*/ 2147483647 w 264"/>
                      <a:gd name="T43" fmla="*/ 2147483647 h 234"/>
                      <a:gd name="T44" fmla="*/ 0 w 264"/>
                      <a:gd name="T45" fmla="*/ 2147483647 h 234"/>
                      <a:gd name="T46" fmla="*/ 2147483647 w 264"/>
                      <a:gd name="T47" fmla="*/ 2147483647 h 234"/>
                      <a:gd name="T48" fmla="*/ 2147483647 w 264"/>
                      <a:gd name="T49" fmla="*/ 2147483647 h 234"/>
                      <a:gd name="T50" fmla="*/ 2147483647 w 264"/>
                      <a:gd name="T51" fmla="*/ 2147483647 h 234"/>
                      <a:gd name="T52" fmla="*/ 2147483647 w 264"/>
                      <a:gd name="T53" fmla="*/ 2147483647 h 234"/>
                      <a:gd name="T54" fmla="*/ 2147483647 w 264"/>
                      <a:gd name="T55" fmla="*/ 2147483647 h 234"/>
                      <a:gd name="T56" fmla="*/ 2147483647 w 264"/>
                      <a:gd name="T57" fmla="*/ 2147483647 h 234"/>
                      <a:gd name="T58" fmla="*/ 2147483647 w 264"/>
                      <a:gd name="T59" fmla="*/ 2147483647 h 234"/>
                      <a:gd name="T60" fmla="*/ 2147483647 w 264"/>
                      <a:gd name="T61" fmla="*/ 2147483647 h 234"/>
                      <a:gd name="T62" fmla="*/ 2147483647 w 264"/>
                      <a:gd name="T63" fmla="*/ 2147483647 h 234"/>
                      <a:gd name="T64" fmla="*/ 2147483647 w 264"/>
                      <a:gd name="T65" fmla="*/ 2147483647 h 234"/>
                      <a:gd name="T66" fmla="*/ 2147483647 w 264"/>
                      <a:gd name="T67" fmla="*/ 2147483647 h 234"/>
                      <a:gd name="T68" fmla="*/ 2147483647 w 264"/>
                      <a:gd name="T69" fmla="*/ 2147483647 h 234"/>
                      <a:gd name="T70" fmla="*/ 2147483647 w 264"/>
                      <a:gd name="T71" fmla="*/ 2147483647 h 234"/>
                      <a:gd name="T72" fmla="*/ 2147483647 w 264"/>
                      <a:gd name="T73" fmla="*/ 2147483647 h 234"/>
                      <a:gd name="T74" fmla="*/ 2147483647 w 264"/>
                      <a:gd name="T75" fmla="*/ 2147483647 h 234"/>
                      <a:gd name="T76" fmla="*/ 2147483647 w 264"/>
                      <a:gd name="T77" fmla="*/ 2147483647 h 234"/>
                      <a:gd name="T78" fmla="*/ 2147483647 w 264"/>
                      <a:gd name="T79" fmla="*/ 2147483647 h 234"/>
                      <a:gd name="T80" fmla="*/ 2147483647 w 264"/>
                      <a:gd name="T81" fmla="*/ 2147483647 h 234"/>
                      <a:gd name="T82" fmla="*/ 2147483647 w 264"/>
                      <a:gd name="T83" fmla="*/ 2147483647 h 234"/>
                      <a:gd name="T84" fmla="*/ 2147483647 w 264"/>
                      <a:gd name="T85" fmla="*/ 2147483647 h 234"/>
                      <a:gd name="T86" fmla="*/ 2147483647 w 264"/>
                      <a:gd name="T87" fmla="*/ 2147483647 h 234"/>
                      <a:gd name="T88" fmla="*/ 2147483647 w 264"/>
                      <a:gd name="T89" fmla="*/ 2147483647 h 234"/>
                      <a:gd name="T90" fmla="*/ 2147483647 w 264"/>
                      <a:gd name="T91" fmla="*/ 2147483647 h 234"/>
                      <a:gd name="T92" fmla="*/ 2147483647 w 264"/>
                      <a:gd name="T93" fmla="*/ 2147483647 h 234"/>
                      <a:gd name="T94" fmla="*/ 2147483647 w 264"/>
                      <a:gd name="T95" fmla="*/ 2147483647 h 234"/>
                      <a:gd name="T96" fmla="*/ 2147483647 w 264"/>
                      <a:gd name="T97" fmla="*/ 2147483647 h 234"/>
                      <a:gd name="T98" fmla="*/ 2147483647 w 264"/>
                      <a:gd name="T99" fmla="*/ 2147483647 h 234"/>
                      <a:gd name="T100" fmla="*/ 2147483647 w 264"/>
                      <a:gd name="T101" fmla="*/ 2147483647 h 234"/>
                      <a:gd name="T102" fmla="*/ 2147483647 w 264"/>
                      <a:gd name="T103" fmla="*/ 2147483647 h 234"/>
                      <a:gd name="T104" fmla="*/ 2147483647 w 264"/>
                      <a:gd name="T105" fmla="*/ 2147483647 h 234"/>
                      <a:gd name="T106" fmla="*/ 2147483647 w 264"/>
                      <a:gd name="T107" fmla="*/ 2147483647 h 234"/>
                      <a:gd name="T108" fmla="*/ 2147483647 w 264"/>
                      <a:gd name="T109" fmla="*/ 2147483647 h 234"/>
                      <a:gd name="T110" fmla="*/ 2147483647 w 264"/>
                      <a:gd name="T111" fmla="*/ 2147483647 h 234"/>
                      <a:gd name="T112" fmla="*/ 2147483647 w 264"/>
                      <a:gd name="T113" fmla="*/ 2147483647 h 234"/>
                      <a:gd name="T114" fmla="*/ 2147483647 w 264"/>
                      <a:gd name="T115" fmla="*/ 2147483647 h 234"/>
                      <a:gd name="T116" fmla="*/ 2147483647 w 264"/>
                      <a:gd name="T117" fmla="*/ 2147483647 h 234"/>
                      <a:gd name="T118" fmla="*/ 2147483647 w 264"/>
                      <a:gd name="T119" fmla="*/ 2147483647 h 234"/>
                      <a:gd name="T120" fmla="*/ 2147483647 w 264"/>
                      <a:gd name="T121" fmla="*/ 2147483647 h 234"/>
                      <a:gd name="T122" fmla="*/ 2147483647 w 264"/>
                      <a:gd name="T123" fmla="*/ 2147483647 h 234"/>
                      <a:gd name="T124" fmla="*/ 2147483647 w 264"/>
                      <a:gd name="T125" fmla="*/ 2147483647 h 234"/>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264"/>
                      <a:gd name="T190" fmla="*/ 0 h 234"/>
                      <a:gd name="T191" fmla="*/ 264 w 264"/>
                      <a:gd name="T192" fmla="*/ 234 h 234"/>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264" h="234">
                        <a:moveTo>
                          <a:pt x="246" y="78"/>
                        </a:moveTo>
                        <a:lnTo>
                          <a:pt x="228" y="78"/>
                        </a:lnTo>
                        <a:lnTo>
                          <a:pt x="228" y="60"/>
                        </a:lnTo>
                        <a:lnTo>
                          <a:pt x="246" y="42"/>
                        </a:lnTo>
                        <a:lnTo>
                          <a:pt x="246" y="30"/>
                        </a:lnTo>
                        <a:lnTo>
                          <a:pt x="234" y="30"/>
                        </a:lnTo>
                        <a:lnTo>
                          <a:pt x="222" y="36"/>
                        </a:lnTo>
                        <a:lnTo>
                          <a:pt x="216" y="36"/>
                        </a:lnTo>
                        <a:lnTo>
                          <a:pt x="216" y="30"/>
                        </a:lnTo>
                        <a:lnTo>
                          <a:pt x="204" y="30"/>
                        </a:lnTo>
                        <a:lnTo>
                          <a:pt x="192" y="12"/>
                        </a:lnTo>
                        <a:lnTo>
                          <a:pt x="138" y="12"/>
                        </a:lnTo>
                        <a:lnTo>
                          <a:pt x="132" y="6"/>
                        </a:lnTo>
                        <a:lnTo>
                          <a:pt x="120" y="6"/>
                        </a:lnTo>
                        <a:lnTo>
                          <a:pt x="108" y="12"/>
                        </a:lnTo>
                        <a:lnTo>
                          <a:pt x="90" y="6"/>
                        </a:lnTo>
                        <a:lnTo>
                          <a:pt x="66" y="6"/>
                        </a:lnTo>
                        <a:lnTo>
                          <a:pt x="42" y="12"/>
                        </a:lnTo>
                        <a:lnTo>
                          <a:pt x="30" y="6"/>
                        </a:lnTo>
                        <a:lnTo>
                          <a:pt x="24" y="0"/>
                        </a:lnTo>
                        <a:lnTo>
                          <a:pt x="18" y="0"/>
                        </a:lnTo>
                        <a:lnTo>
                          <a:pt x="18" y="24"/>
                        </a:lnTo>
                        <a:lnTo>
                          <a:pt x="0" y="30"/>
                        </a:lnTo>
                        <a:lnTo>
                          <a:pt x="12" y="42"/>
                        </a:lnTo>
                        <a:lnTo>
                          <a:pt x="30" y="48"/>
                        </a:lnTo>
                        <a:lnTo>
                          <a:pt x="30" y="60"/>
                        </a:lnTo>
                        <a:lnTo>
                          <a:pt x="36" y="60"/>
                        </a:lnTo>
                        <a:lnTo>
                          <a:pt x="42" y="66"/>
                        </a:lnTo>
                        <a:lnTo>
                          <a:pt x="42" y="84"/>
                        </a:lnTo>
                        <a:lnTo>
                          <a:pt x="60" y="90"/>
                        </a:lnTo>
                        <a:lnTo>
                          <a:pt x="72" y="120"/>
                        </a:lnTo>
                        <a:lnTo>
                          <a:pt x="84" y="132"/>
                        </a:lnTo>
                        <a:lnTo>
                          <a:pt x="96" y="138"/>
                        </a:lnTo>
                        <a:lnTo>
                          <a:pt x="114" y="150"/>
                        </a:lnTo>
                        <a:lnTo>
                          <a:pt x="126" y="156"/>
                        </a:lnTo>
                        <a:lnTo>
                          <a:pt x="132" y="168"/>
                        </a:lnTo>
                        <a:lnTo>
                          <a:pt x="132" y="174"/>
                        </a:lnTo>
                        <a:lnTo>
                          <a:pt x="126" y="180"/>
                        </a:lnTo>
                        <a:lnTo>
                          <a:pt x="138" y="180"/>
                        </a:lnTo>
                        <a:lnTo>
                          <a:pt x="156" y="198"/>
                        </a:lnTo>
                        <a:lnTo>
                          <a:pt x="162" y="210"/>
                        </a:lnTo>
                        <a:lnTo>
                          <a:pt x="174" y="216"/>
                        </a:lnTo>
                        <a:lnTo>
                          <a:pt x="192" y="234"/>
                        </a:lnTo>
                        <a:lnTo>
                          <a:pt x="210" y="204"/>
                        </a:lnTo>
                        <a:lnTo>
                          <a:pt x="198" y="198"/>
                        </a:lnTo>
                        <a:lnTo>
                          <a:pt x="192" y="198"/>
                        </a:lnTo>
                        <a:lnTo>
                          <a:pt x="186" y="192"/>
                        </a:lnTo>
                        <a:lnTo>
                          <a:pt x="186" y="186"/>
                        </a:lnTo>
                        <a:lnTo>
                          <a:pt x="192" y="180"/>
                        </a:lnTo>
                        <a:lnTo>
                          <a:pt x="198" y="180"/>
                        </a:lnTo>
                        <a:lnTo>
                          <a:pt x="204" y="168"/>
                        </a:lnTo>
                        <a:lnTo>
                          <a:pt x="204" y="162"/>
                        </a:lnTo>
                        <a:lnTo>
                          <a:pt x="210" y="156"/>
                        </a:lnTo>
                        <a:lnTo>
                          <a:pt x="228" y="156"/>
                        </a:lnTo>
                        <a:lnTo>
                          <a:pt x="228" y="132"/>
                        </a:lnTo>
                        <a:lnTo>
                          <a:pt x="258" y="132"/>
                        </a:lnTo>
                        <a:lnTo>
                          <a:pt x="258" y="126"/>
                        </a:lnTo>
                        <a:lnTo>
                          <a:pt x="252" y="114"/>
                        </a:lnTo>
                        <a:lnTo>
                          <a:pt x="240" y="102"/>
                        </a:lnTo>
                        <a:lnTo>
                          <a:pt x="264" y="96"/>
                        </a:lnTo>
                        <a:lnTo>
                          <a:pt x="258" y="84"/>
                        </a:lnTo>
                        <a:lnTo>
                          <a:pt x="252" y="78"/>
                        </a:lnTo>
                        <a:lnTo>
                          <a:pt x="246" y="78"/>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47" name="Belgium" descr="© INSCALE GmbH, 05.05.2010&#10;http://www.presentationload.com/">
                    <a:extLst>
                      <a:ext uri="{FF2B5EF4-FFF2-40B4-BE49-F238E27FC236}">
                        <a16:creationId xmlns:a16="http://schemas.microsoft.com/office/drawing/2014/main" id="{D5099793-97CC-94C6-B23A-7BBC877F546D}"/>
                      </a:ext>
                    </a:extLst>
                  </p:cNvPr>
                  <p:cNvSpPr>
                    <a:spLocks/>
                  </p:cNvSpPr>
                  <p:nvPr/>
                </p:nvSpPr>
                <p:spPr bwMode="gray">
                  <a:xfrm>
                    <a:off x="2723" y="1522"/>
                    <a:ext cx="56" cy="39"/>
                  </a:xfrm>
                  <a:custGeom>
                    <a:avLst/>
                    <a:gdLst>
                      <a:gd name="T0" fmla="*/ 0 w 222"/>
                      <a:gd name="T1" fmla="*/ 2147483647 h 150"/>
                      <a:gd name="T2" fmla="*/ 2147483647 w 222"/>
                      <a:gd name="T3" fmla="*/ 2147483647 h 150"/>
                      <a:gd name="T4" fmla="*/ 2147483647 w 222"/>
                      <a:gd name="T5" fmla="*/ 2147483647 h 150"/>
                      <a:gd name="T6" fmla="*/ 2147483647 w 222"/>
                      <a:gd name="T7" fmla="*/ 2147483647 h 150"/>
                      <a:gd name="T8" fmla="*/ 2147483647 w 222"/>
                      <a:gd name="T9" fmla="*/ 2147483647 h 150"/>
                      <a:gd name="T10" fmla="*/ 2147483647 w 222"/>
                      <a:gd name="T11" fmla="*/ 2147483647 h 150"/>
                      <a:gd name="T12" fmla="*/ 2147483647 w 222"/>
                      <a:gd name="T13" fmla="*/ 2147483647 h 150"/>
                      <a:gd name="T14" fmla="*/ 2147483647 w 222"/>
                      <a:gd name="T15" fmla="*/ 2147483647 h 150"/>
                      <a:gd name="T16" fmla="*/ 2147483647 w 222"/>
                      <a:gd name="T17" fmla="*/ 2147483647 h 150"/>
                      <a:gd name="T18" fmla="*/ 2147483647 w 222"/>
                      <a:gd name="T19" fmla="*/ 2147483647 h 150"/>
                      <a:gd name="T20" fmla="*/ 2147483647 w 222"/>
                      <a:gd name="T21" fmla="*/ 2147483647 h 150"/>
                      <a:gd name="T22" fmla="*/ 2147483647 w 222"/>
                      <a:gd name="T23" fmla="*/ 2147483647 h 150"/>
                      <a:gd name="T24" fmla="*/ 2147483647 w 222"/>
                      <a:gd name="T25" fmla="*/ 2147483647 h 150"/>
                      <a:gd name="T26" fmla="*/ 2147483647 w 222"/>
                      <a:gd name="T27" fmla="*/ 2147483647 h 150"/>
                      <a:gd name="T28" fmla="*/ 2147483647 w 222"/>
                      <a:gd name="T29" fmla="*/ 2147483647 h 150"/>
                      <a:gd name="T30" fmla="*/ 2147483647 w 222"/>
                      <a:gd name="T31" fmla="*/ 2147483647 h 150"/>
                      <a:gd name="T32" fmla="*/ 2147483647 w 222"/>
                      <a:gd name="T33" fmla="*/ 2147483647 h 150"/>
                      <a:gd name="T34" fmla="*/ 2147483647 w 222"/>
                      <a:gd name="T35" fmla="*/ 2147483647 h 150"/>
                      <a:gd name="T36" fmla="*/ 2147483647 w 222"/>
                      <a:gd name="T37" fmla="*/ 2147483647 h 150"/>
                      <a:gd name="T38" fmla="*/ 2147483647 w 222"/>
                      <a:gd name="T39" fmla="*/ 2147483647 h 150"/>
                      <a:gd name="T40" fmla="*/ 2147483647 w 222"/>
                      <a:gd name="T41" fmla="*/ 2147483647 h 150"/>
                      <a:gd name="T42" fmla="*/ 2147483647 w 222"/>
                      <a:gd name="T43" fmla="*/ 2147483647 h 150"/>
                      <a:gd name="T44" fmla="*/ 2147483647 w 222"/>
                      <a:gd name="T45" fmla="*/ 2147483647 h 150"/>
                      <a:gd name="T46" fmla="*/ 2147483647 w 222"/>
                      <a:gd name="T47" fmla="*/ 2147483647 h 150"/>
                      <a:gd name="T48" fmla="*/ 2147483647 w 222"/>
                      <a:gd name="T49" fmla="*/ 2147483647 h 150"/>
                      <a:gd name="T50" fmla="*/ 2147483647 w 222"/>
                      <a:gd name="T51" fmla="*/ 2147483647 h 150"/>
                      <a:gd name="T52" fmla="*/ 2147483647 w 222"/>
                      <a:gd name="T53" fmla="*/ 2147483647 h 150"/>
                      <a:gd name="T54" fmla="*/ 2147483647 w 222"/>
                      <a:gd name="T55" fmla="*/ 2147483647 h 150"/>
                      <a:gd name="T56" fmla="*/ 2147483647 w 222"/>
                      <a:gd name="T57" fmla="*/ 2147483647 h 150"/>
                      <a:gd name="T58" fmla="*/ 2147483647 w 222"/>
                      <a:gd name="T59" fmla="*/ 2147483647 h 150"/>
                      <a:gd name="T60" fmla="*/ 2147483647 w 222"/>
                      <a:gd name="T61" fmla="*/ 2147483647 h 150"/>
                      <a:gd name="T62" fmla="*/ 2147483647 w 222"/>
                      <a:gd name="T63" fmla="*/ 2147483647 h 150"/>
                      <a:gd name="T64" fmla="*/ 2147483647 w 222"/>
                      <a:gd name="T65" fmla="*/ 2147483647 h 150"/>
                      <a:gd name="T66" fmla="*/ 2147483647 w 222"/>
                      <a:gd name="T67" fmla="*/ 2147483647 h 150"/>
                      <a:gd name="T68" fmla="*/ 2147483647 w 222"/>
                      <a:gd name="T69" fmla="*/ 2147483647 h 150"/>
                      <a:gd name="T70" fmla="*/ 2147483647 w 222"/>
                      <a:gd name="T71" fmla="*/ 2147483647 h 150"/>
                      <a:gd name="T72" fmla="*/ 2147483647 w 222"/>
                      <a:gd name="T73" fmla="*/ 2147483647 h 150"/>
                      <a:gd name="T74" fmla="*/ 2147483647 w 222"/>
                      <a:gd name="T75" fmla="*/ 2147483647 h 150"/>
                      <a:gd name="T76" fmla="*/ 2147483647 w 222"/>
                      <a:gd name="T77" fmla="*/ 2147483647 h 150"/>
                      <a:gd name="T78" fmla="*/ 2147483647 w 222"/>
                      <a:gd name="T79" fmla="*/ 2147483647 h 150"/>
                      <a:gd name="T80" fmla="*/ 2147483647 w 222"/>
                      <a:gd name="T81" fmla="*/ 0 h 150"/>
                      <a:gd name="T82" fmla="*/ 2147483647 w 222"/>
                      <a:gd name="T83" fmla="*/ 0 h 150"/>
                      <a:gd name="T84" fmla="*/ 2147483647 w 222"/>
                      <a:gd name="T85" fmla="*/ 2147483647 h 150"/>
                      <a:gd name="T86" fmla="*/ 2147483647 w 222"/>
                      <a:gd name="T87" fmla="*/ 0 h 150"/>
                      <a:gd name="T88" fmla="*/ 2147483647 w 222"/>
                      <a:gd name="T89" fmla="*/ 2147483647 h 150"/>
                      <a:gd name="T90" fmla="*/ 2147483647 w 222"/>
                      <a:gd name="T91" fmla="*/ 2147483647 h 150"/>
                      <a:gd name="T92" fmla="*/ 2147483647 w 222"/>
                      <a:gd name="T93" fmla="*/ 2147483647 h 150"/>
                      <a:gd name="T94" fmla="*/ 2147483647 w 222"/>
                      <a:gd name="T95" fmla="*/ 2147483647 h 150"/>
                      <a:gd name="T96" fmla="*/ 2147483647 w 222"/>
                      <a:gd name="T97" fmla="*/ 2147483647 h 150"/>
                      <a:gd name="T98" fmla="*/ 2147483647 w 222"/>
                      <a:gd name="T99" fmla="*/ 2147483647 h 150"/>
                      <a:gd name="T100" fmla="*/ 2147483647 w 222"/>
                      <a:gd name="T101" fmla="*/ 2147483647 h 150"/>
                      <a:gd name="T102" fmla="*/ 0 w 222"/>
                      <a:gd name="T103" fmla="*/ 2147483647 h 150"/>
                      <a:gd name="T104" fmla="*/ 0 w 222"/>
                      <a:gd name="T105" fmla="*/ 2147483647 h 150"/>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222"/>
                      <a:gd name="T160" fmla="*/ 0 h 150"/>
                      <a:gd name="T161" fmla="*/ 222 w 222"/>
                      <a:gd name="T162" fmla="*/ 150 h 150"/>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222" h="150">
                        <a:moveTo>
                          <a:pt x="0" y="42"/>
                        </a:moveTo>
                        <a:lnTo>
                          <a:pt x="6" y="60"/>
                        </a:lnTo>
                        <a:lnTo>
                          <a:pt x="30" y="66"/>
                        </a:lnTo>
                        <a:lnTo>
                          <a:pt x="42" y="78"/>
                        </a:lnTo>
                        <a:lnTo>
                          <a:pt x="66" y="78"/>
                        </a:lnTo>
                        <a:lnTo>
                          <a:pt x="78" y="84"/>
                        </a:lnTo>
                        <a:lnTo>
                          <a:pt x="84" y="90"/>
                        </a:lnTo>
                        <a:lnTo>
                          <a:pt x="84" y="114"/>
                        </a:lnTo>
                        <a:lnTo>
                          <a:pt x="108" y="114"/>
                        </a:lnTo>
                        <a:lnTo>
                          <a:pt x="120" y="102"/>
                        </a:lnTo>
                        <a:lnTo>
                          <a:pt x="120" y="126"/>
                        </a:lnTo>
                        <a:lnTo>
                          <a:pt x="132" y="126"/>
                        </a:lnTo>
                        <a:lnTo>
                          <a:pt x="144" y="132"/>
                        </a:lnTo>
                        <a:lnTo>
                          <a:pt x="150" y="132"/>
                        </a:lnTo>
                        <a:lnTo>
                          <a:pt x="162" y="144"/>
                        </a:lnTo>
                        <a:lnTo>
                          <a:pt x="180" y="144"/>
                        </a:lnTo>
                        <a:lnTo>
                          <a:pt x="192" y="150"/>
                        </a:lnTo>
                        <a:lnTo>
                          <a:pt x="192" y="144"/>
                        </a:lnTo>
                        <a:lnTo>
                          <a:pt x="186" y="132"/>
                        </a:lnTo>
                        <a:lnTo>
                          <a:pt x="174" y="120"/>
                        </a:lnTo>
                        <a:lnTo>
                          <a:pt x="174" y="114"/>
                        </a:lnTo>
                        <a:lnTo>
                          <a:pt x="180" y="114"/>
                        </a:lnTo>
                        <a:lnTo>
                          <a:pt x="192" y="108"/>
                        </a:lnTo>
                        <a:lnTo>
                          <a:pt x="198" y="102"/>
                        </a:lnTo>
                        <a:lnTo>
                          <a:pt x="204" y="102"/>
                        </a:lnTo>
                        <a:lnTo>
                          <a:pt x="204" y="96"/>
                        </a:lnTo>
                        <a:lnTo>
                          <a:pt x="210" y="90"/>
                        </a:lnTo>
                        <a:lnTo>
                          <a:pt x="222" y="90"/>
                        </a:lnTo>
                        <a:lnTo>
                          <a:pt x="216" y="84"/>
                        </a:lnTo>
                        <a:lnTo>
                          <a:pt x="216" y="66"/>
                        </a:lnTo>
                        <a:lnTo>
                          <a:pt x="204" y="54"/>
                        </a:lnTo>
                        <a:lnTo>
                          <a:pt x="180" y="54"/>
                        </a:lnTo>
                        <a:lnTo>
                          <a:pt x="180" y="42"/>
                        </a:lnTo>
                        <a:lnTo>
                          <a:pt x="186" y="36"/>
                        </a:lnTo>
                        <a:lnTo>
                          <a:pt x="186" y="18"/>
                        </a:lnTo>
                        <a:lnTo>
                          <a:pt x="180" y="12"/>
                        </a:lnTo>
                        <a:lnTo>
                          <a:pt x="174" y="12"/>
                        </a:lnTo>
                        <a:lnTo>
                          <a:pt x="162" y="18"/>
                        </a:lnTo>
                        <a:lnTo>
                          <a:pt x="150" y="18"/>
                        </a:lnTo>
                        <a:lnTo>
                          <a:pt x="144" y="12"/>
                        </a:lnTo>
                        <a:lnTo>
                          <a:pt x="144" y="0"/>
                        </a:lnTo>
                        <a:lnTo>
                          <a:pt x="108" y="0"/>
                        </a:lnTo>
                        <a:lnTo>
                          <a:pt x="108" y="6"/>
                        </a:lnTo>
                        <a:lnTo>
                          <a:pt x="96" y="0"/>
                        </a:lnTo>
                        <a:lnTo>
                          <a:pt x="96" y="12"/>
                        </a:lnTo>
                        <a:lnTo>
                          <a:pt x="78" y="6"/>
                        </a:lnTo>
                        <a:lnTo>
                          <a:pt x="72" y="18"/>
                        </a:lnTo>
                        <a:lnTo>
                          <a:pt x="66" y="12"/>
                        </a:lnTo>
                        <a:lnTo>
                          <a:pt x="42" y="12"/>
                        </a:lnTo>
                        <a:lnTo>
                          <a:pt x="36" y="6"/>
                        </a:lnTo>
                        <a:lnTo>
                          <a:pt x="24" y="6"/>
                        </a:lnTo>
                        <a:lnTo>
                          <a:pt x="0" y="24"/>
                        </a:lnTo>
                        <a:lnTo>
                          <a:pt x="0" y="4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48" name="Belarus" descr="© INSCALE GmbH, 05.05.2010&#10;http://www.presentationload.com/">
                    <a:extLst>
                      <a:ext uri="{FF2B5EF4-FFF2-40B4-BE49-F238E27FC236}">
                        <a16:creationId xmlns:a16="http://schemas.microsoft.com/office/drawing/2014/main" id="{0EB08681-9F10-19C7-99AA-1D2C1B467A85}"/>
                      </a:ext>
                    </a:extLst>
                  </p:cNvPr>
                  <p:cNvSpPr>
                    <a:spLocks/>
                  </p:cNvSpPr>
                  <p:nvPr/>
                </p:nvSpPr>
                <p:spPr bwMode="gray">
                  <a:xfrm>
                    <a:off x="3039" y="1430"/>
                    <a:ext cx="145" cy="94"/>
                  </a:xfrm>
                  <a:custGeom>
                    <a:avLst/>
                    <a:gdLst>
                      <a:gd name="T0" fmla="*/ 2147483647 w 570"/>
                      <a:gd name="T1" fmla="*/ 2147483647 h 372"/>
                      <a:gd name="T2" fmla="*/ 2147483647 w 570"/>
                      <a:gd name="T3" fmla="*/ 2147483647 h 372"/>
                      <a:gd name="T4" fmla="*/ 2147483647 w 570"/>
                      <a:gd name="T5" fmla="*/ 2147483647 h 372"/>
                      <a:gd name="T6" fmla="*/ 2147483647 w 570"/>
                      <a:gd name="T7" fmla="*/ 2147483647 h 372"/>
                      <a:gd name="T8" fmla="*/ 2147483647 w 570"/>
                      <a:gd name="T9" fmla="*/ 2147483647 h 372"/>
                      <a:gd name="T10" fmla="*/ 2147483647 w 570"/>
                      <a:gd name="T11" fmla="*/ 2147483647 h 372"/>
                      <a:gd name="T12" fmla="*/ 2147483647 w 570"/>
                      <a:gd name="T13" fmla="*/ 2147483647 h 372"/>
                      <a:gd name="T14" fmla="*/ 2147483647 w 570"/>
                      <a:gd name="T15" fmla="*/ 2147483647 h 372"/>
                      <a:gd name="T16" fmla="*/ 2147483647 w 570"/>
                      <a:gd name="T17" fmla="*/ 2147483647 h 372"/>
                      <a:gd name="T18" fmla="*/ 2147483647 w 570"/>
                      <a:gd name="T19" fmla="*/ 2147483647 h 372"/>
                      <a:gd name="T20" fmla="*/ 2147483647 w 570"/>
                      <a:gd name="T21" fmla="*/ 2147483647 h 372"/>
                      <a:gd name="T22" fmla="*/ 2147483647 w 570"/>
                      <a:gd name="T23" fmla="*/ 2147483647 h 372"/>
                      <a:gd name="T24" fmla="*/ 2147483647 w 570"/>
                      <a:gd name="T25" fmla="*/ 2147483647 h 372"/>
                      <a:gd name="T26" fmla="*/ 2147483647 w 570"/>
                      <a:gd name="T27" fmla="*/ 2147483647 h 372"/>
                      <a:gd name="T28" fmla="*/ 2147483647 w 570"/>
                      <a:gd name="T29" fmla="*/ 2147483647 h 372"/>
                      <a:gd name="T30" fmla="*/ 2147483647 w 570"/>
                      <a:gd name="T31" fmla="*/ 2147483647 h 372"/>
                      <a:gd name="T32" fmla="*/ 2147483647 w 570"/>
                      <a:gd name="T33" fmla="*/ 2147483647 h 372"/>
                      <a:gd name="T34" fmla="*/ 2147483647 w 570"/>
                      <a:gd name="T35" fmla="*/ 2147483647 h 372"/>
                      <a:gd name="T36" fmla="*/ 2147483647 w 570"/>
                      <a:gd name="T37" fmla="*/ 2147483647 h 372"/>
                      <a:gd name="T38" fmla="*/ 2147483647 w 570"/>
                      <a:gd name="T39" fmla="*/ 2147483647 h 372"/>
                      <a:gd name="T40" fmla="*/ 2147483647 w 570"/>
                      <a:gd name="T41" fmla="*/ 2147483647 h 372"/>
                      <a:gd name="T42" fmla="*/ 2147483647 w 570"/>
                      <a:gd name="T43" fmla="*/ 2147483647 h 372"/>
                      <a:gd name="T44" fmla="*/ 2147483647 w 570"/>
                      <a:gd name="T45" fmla="*/ 2147483647 h 372"/>
                      <a:gd name="T46" fmla="*/ 2147483647 w 570"/>
                      <a:gd name="T47" fmla="*/ 2147483647 h 372"/>
                      <a:gd name="T48" fmla="*/ 2147483647 w 570"/>
                      <a:gd name="T49" fmla="*/ 2147483647 h 372"/>
                      <a:gd name="T50" fmla="*/ 2147483647 w 570"/>
                      <a:gd name="T51" fmla="*/ 2147483647 h 372"/>
                      <a:gd name="T52" fmla="*/ 2147483647 w 570"/>
                      <a:gd name="T53" fmla="*/ 2147483647 h 372"/>
                      <a:gd name="T54" fmla="*/ 2147483647 w 570"/>
                      <a:gd name="T55" fmla="*/ 2147483647 h 372"/>
                      <a:gd name="T56" fmla="*/ 2147483647 w 570"/>
                      <a:gd name="T57" fmla="*/ 0 h 372"/>
                      <a:gd name="T58" fmla="*/ 2147483647 w 570"/>
                      <a:gd name="T59" fmla="*/ 2147483647 h 372"/>
                      <a:gd name="T60" fmla="*/ 2147483647 w 570"/>
                      <a:gd name="T61" fmla="*/ 2147483647 h 372"/>
                      <a:gd name="T62" fmla="*/ 2147483647 w 570"/>
                      <a:gd name="T63" fmla="*/ 2147483647 h 372"/>
                      <a:gd name="T64" fmla="*/ 2147483647 w 570"/>
                      <a:gd name="T65" fmla="*/ 2147483647 h 372"/>
                      <a:gd name="T66" fmla="*/ 2147483647 w 570"/>
                      <a:gd name="T67" fmla="*/ 2147483647 h 372"/>
                      <a:gd name="T68" fmla="*/ 2147483647 w 570"/>
                      <a:gd name="T69" fmla="*/ 2147483647 h 372"/>
                      <a:gd name="T70" fmla="*/ 2147483647 w 570"/>
                      <a:gd name="T71" fmla="*/ 2147483647 h 372"/>
                      <a:gd name="T72" fmla="*/ 2147483647 w 570"/>
                      <a:gd name="T73" fmla="*/ 2147483647 h 372"/>
                      <a:gd name="T74" fmla="*/ 2147483647 w 570"/>
                      <a:gd name="T75" fmla="*/ 2147483647 h 372"/>
                      <a:gd name="T76" fmla="*/ 2147483647 w 570"/>
                      <a:gd name="T77" fmla="*/ 2147483647 h 372"/>
                      <a:gd name="T78" fmla="*/ 2147483647 w 570"/>
                      <a:gd name="T79" fmla="*/ 2147483647 h 372"/>
                      <a:gd name="T80" fmla="*/ 2147483647 w 570"/>
                      <a:gd name="T81" fmla="*/ 2147483647 h 372"/>
                      <a:gd name="T82" fmla="*/ 2147483647 w 570"/>
                      <a:gd name="T83" fmla="*/ 2147483647 h 372"/>
                      <a:gd name="T84" fmla="*/ 2147483647 w 570"/>
                      <a:gd name="T85" fmla="*/ 2147483647 h 372"/>
                      <a:gd name="T86" fmla="*/ 2147483647 w 570"/>
                      <a:gd name="T87" fmla="*/ 2147483647 h 372"/>
                      <a:gd name="T88" fmla="*/ 2147483647 w 570"/>
                      <a:gd name="T89" fmla="*/ 2147483647 h 372"/>
                      <a:gd name="T90" fmla="*/ 2147483647 w 570"/>
                      <a:gd name="T91" fmla="*/ 2147483647 h 372"/>
                      <a:gd name="T92" fmla="*/ 2147483647 w 570"/>
                      <a:gd name="T93" fmla="*/ 2147483647 h 372"/>
                      <a:gd name="T94" fmla="*/ 2147483647 w 570"/>
                      <a:gd name="T95" fmla="*/ 2147483647 h 372"/>
                      <a:gd name="T96" fmla="*/ 2147483647 w 570"/>
                      <a:gd name="T97" fmla="*/ 2147483647 h 372"/>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w 570"/>
                      <a:gd name="T148" fmla="*/ 0 h 372"/>
                      <a:gd name="T149" fmla="*/ 570 w 570"/>
                      <a:gd name="T150" fmla="*/ 372 h 372"/>
                    </a:gdLst>
                    <a:ahLst/>
                    <a:cxnLst>
                      <a:cxn ang="T98">
                        <a:pos x="T0" y="T1"/>
                      </a:cxn>
                      <a:cxn ang="T99">
                        <a:pos x="T2" y="T3"/>
                      </a:cxn>
                      <a:cxn ang="T100">
                        <a:pos x="T4" y="T5"/>
                      </a:cxn>
                      <a:cxn ang="T101">
                        <a:pos x="T6" y="T7"/>
                      </a:cxn>
                      <a:cxn ang="T102">
                        <a:pos x="T8" y="T9"/>
                      </a:cxn>
                      <a:cxn ang="T103">
                        <a:pos x="T10" y="T11"/>
                      </a:cxn>
                      <a:cxn ang="T104">
                        <a:pos x="T12" y="T13"/>
                      </a:cxn>
                      <a:cxn ang="T105">
                        <a:pos x="T14" y="T15"/>
                      </a:cxn>
                      <a:cxn ang="T106">
                        <a:pos x="T16" y="T17"/>
                      </a:cxn>
                      <a:cxn ang="T107">
                        <a:pos x="T18" y="T19"/>
                      </a:cxn>
                      <a:cxn ang="T108">
                        <a:pos x="T20" y="T21"/>
                      </a:cxn>
                      <a:cxn ang="T109">
                        <a:pos x="T22" y="T23"/>
                      </a:cxn>
                      <a:cxn ang="T110">
                        <a:pos x="T24" y="T25"/>
                      </a:cxn>
                      <a:cxn ang="T111">
                        <a:pos x="T26" y="T27"/>
                      </a:cxn>
                      <a:cxn ang="T112">
                        <a:pos x="T28" y="T29"/>
                      </a:cxn>
                      <a:cxn ang="T113">
                        <a:pos x="T30" y="T31"/>
                      </a:cxn>
                      <a:cxn ang="T114">
                        <a:pos x="T32" y="T33"/>
                      </a:cxn>
                      <a:cxn ang="T115">
                        <a:pos x="T34" y="T35"/>
                      </a:cxn>
                      <a:cxn ang="T116">
                        <a:pos x="T36" y="T37"/>
                      </a:cxn>
                      <a:cxn ang="T117">
                        <a:pos x="T38" y="T39"/>
                      </a:cxn>
                      <a:cxn ang="T118">
                        <a:pos x="T40" y="T41"/>
                      </a:cxn>
                      <a:cxn ang="T119">
                        <a:pos x="T42" y="T43"/>
                      </a:cxn>
                      <a:cxn ang="T120">
                        <a:pos x="T44" y="T45"/>
                      </a:cxn>
                      <a:cxn ang="T121">
                        <a:pos x="T46" y="T47"/>
                      </a:cxn>
                      <a:cxn ang="T122">
                        <a:pos x="T48" y="T49"/>
                      </a:cxn>
                      <a:cxn ang="T123">
                        <a:pos x="T50" y="T51"/>
                      </a:cxn>
                      <a:cxn ang="T124">
                        <a:pos x="T52" y="T53"/>
                      </a:cxn>
                      <a:cxn ang="T125">
                        <a:pos x="T54" y="T55"/>
                      </a:cxn>
                      <a:cxn ang="T126">
                        <a:pos x="T56" y="T57"/>
                      </a:cxn>
                      <a:cxn ang="T127">
                        <a:pos x="T58" y="T59"/>
                      </a:cxn>
                      <a:cxn ang="T128">
                        <a:pos x="T60" y="T61"/>
                      </a:cxn>
                      <a:cxn ang="T129">
                        <a:pos x="T62" y="T63"/>
                      </a:cxn>
                      <a:cxn ang="T130">
                        <a:pos x="T64" y="T65"/>
                      </a:cxn>
                      <a:cxn ang="T131">
                        <a:pos x="T66" y="T67"/>
                      </a:cxn>
                      <a:cxn ang="T132">
                        <a:pos x="T68" y="T69"/>
                      </a:cxn>
                      <a:cxn ang="T133">
                        <a:pos x="T70" y="T71"/>
                      </a:cxn>
                      <a:cxn ang="T134">
                        <a:pos x="T72" y="T73"/>
                      </a:cxn>
                      <a:cxn ang="T135">
                        <a:pos x="T74" y="T75"/>
                      </a:cxn>
                      <a:cxn ang="T136">
                        <a:pos x="T76" y="T77"/>
                      </a:cxn>
                      <a:cxn ang="T137">
                        <a:pos x="T78" y="T79"/>
                      </a:cxn>
                      <a:cxn ang="T138">
                        <a:pos x="T80" y="T81"/>
                      </a:cxn>
                      <a:cxn ang="T139">
                        <a:pos x="T82" y="T83"/>
                      </a:cxn>
                      <a:cxn ang="T140">
                        <a:pos x="T84" y="T85"/>
                      </a:cxn>
                      <a:cxn ang="T141">
                        <a:pos x="T86" y="T87"/>
                      </a:cxn>
                      <a:cxn ang="T142">
                        <a:pos x="T88" y="T89"/>
                      </a:cxn>
                      <a:cxn ang="T143">
                        <a:pos x="T90" y="T91"/>
                      </a:cxn>
                      <a:cxn ang="T144">
                        <a:pos x="T92" y="T93"/>
                      </a:cxn>
                      <a:cxn ang="T145">
                        <a:pos x="T94" y="T95"/>
                      </a:cxn>
                      <a:cxn ang="T146">
                        <a:pos x="T96" y="T97"/>
                      </a:cxn>
                    </a:cxnLst>
                    <a:rect l="T147" t="T148" r="T149" b="T150"/>
                    <a:pathLst>
                      <a:path w="570" h="372">
                        <a:moveTo>
                          <a:pt x="24" y="312"/>
                        </a:moveTo>
                        <a:lnTo>
                          <a:pt x="24" y="342"/>
                        </a:lnTo>
                        <a:lnTo>
                          <a:pt x="30" y="354"/>
                        </a:lnTo>
                        <a:lnTo>
                          <a:pt x="36" y="360"/>
                        </a:lnTo>
                        <a:lnTo>
                          <a:pt x="48" y="360"/>
                        </a:lnTo>
                        <a:lnTo>
                          <a:pt x="60" y="354"/>
                        </a:lnTo>
                        <a:lnTo>
                          <a:pt x="72" y="342"/>
                        </a:lnTo>
                        <a:lnTo>
                          <a:pt x="72" y="336"/>
                        </a:lnTo>
                        <a:lnTo>
                          <a:pt x="108" y="336"/>
                        </a:lnTo>
                        <a:lnTo>
                          <a:pt x="120" y="330"/>
                        </a:lnTo>
                        <a:lnTo>
                          <a:pt x="126" y="324"/>
                        </a:lnTo>
                        <a:lnTo>
                          <a:pt x="174" y="324"/>
                        </a:lnTo>
                        <a:lnTo>
                          <a:pt x="174" y="330"/>
                        </a:lnTo>
                        <a:lnTo>
                          <a:pt x="180" y="336"/>
                        </a:lnTo>
                        <a:lnTo>
                          <a:pt x="216" y="336"/>
                        </a:lnTo>
                        <a:lnTo>
                          <a:pt x="240" y="342"/>
                        </a:lnTo>
                        <a:lnTo>
                          <a:pt x="258" y="354"/>
                        </a:lnTo>
                        <a:lnTo>
                          <a:pt x="264" y="348"/>
                        </a:lnTo>
                        <a:lnTo>
                          <a:pt x="282" y="360"/>
                        </a:lnTo>
                        <a:lnTo>
                          <a:pt x="294" y="348"/>
                        </a:lnTo>
                        <a:lnTo>
                          <a:pt x="300" y="360"/>
                        </a:lnTo>
                        <a:lnTo>
                          <a:pt x="318" y="354"/>
                        </a:lnTo>
                        <a:lnTo>
                          <a:pt x="324" y="360"/>
                        </a:lnTo>
                        <a:lnTo>
                          <a:pt x="336" y="354"/>
                        </a:lnTo>
                        <a:lnTo>
                          <a:pt x="348" y="366"/>
                        </a:lnTo>
                        <a:lnTo>
                          <a:pt x="348" y="360"/>
                        </a:lnTo>
                        <a:lnTo>
                          <a:pt x="354" y="354"/>
                        </a:lnTo>
                        <a:lnTo>
                          <a:pt x="372" y="354"/>
                        </a:lnTo>
                        <a:lnTo>
                          <a:pt x="378" y="360"/>
                        </a:lnTo>
                        <a:lnTo>
                          <a:pt x="378" y="372"/>
                        </a:lnTo>
                        <a:lnTo>
                          <a:pt x="384" y="372"/>
                        </a:lnTo>
                        <a:lnTo>
                          <a:pt x="396" y="366"/>
                        </a:lnTo>
                        <a:lnTo>
                          <a:pt x="420" y="366"/>
                        </a:lnTo>
                        <a:lnTo>
                          <a:pt x="426" y="372"/>
                        </a:lnTo>
                        <a:lnTo>
                          <a:pt x="444" y="372"/>
                        </a:lnTo>
                        <a:lnTo>
                          <a:pt x="450" y="366"/>
                        </a:lnTo>
                        <a:lnTo>
                          <a:pt x="450" y="354"/>
                        </a:lnTo>
                        <a:lnTo>
                          <a:pt x="444" y="348"/>
                        </a:lnTo>
                        <a:lnTo>
                          <a:pt x="450" y="336"/>
                        </a:lnTo>
                        <a:lnTo>
                          <a:pt x="456" y="330"/>
                        </a:lnTo>
                        <a:lnTo>
                          <a:pt x="468" y="324"/>
                        </a:lnTo>
                        <a:lnTo>
                          <a:pt x="474" y="312"/>
                        </a:lnTo>
                        <a:lnTo>
                          <a:pt x="498" y="312"/>
                        </a:lnTo>
                        <a:lnTo>
                          <a:pt x="516" y="318"/>
                        </a:lnTo>
                        <a:lnTo>
                          <a:pt x="516" y="300"/>
                        </a:lnTo>
                        <a:lnTo>
                          <a:pt x="510" y="288"/>
                        </a:lnTo>
                        <a:lnTo>
                          <a:pt x="504" y="282"/>
                        </a:lnTo>
                        <a:lnTo>
                          <a:pt x="504" y="264"/>
                        </a:lnTo>
                        <a:lnTo>
                          <a:pt x="480" y="240"/>
                        </a:lnTo>
                        <a:lnTo>
                          <a:pt x="480" y="234"/>
                        </a:lnTo>
                        <a:lnTo>
                          <a:pt x="486" y="228"/>
                        </a:lnTo>
                        <a:lnTo>
                          <a:pt x="510" y="228"/>
                        </a:lnTo>
                        <a:lnTo>
                          <a:pt x="510" y="234"/>
                        </a:lnTo>
                        <a:lnTo>
                          <a:pt x="516" y="234"/>
                        </a:lnTo>
                        <a:lnTo>
                          <a:pt x="522" y="240"/>
                        </a:lnTo>
                        <a:lnTo>
                          <a:pt x="528" y="240"/>
                        </a:lnTo>
                        <a:lnTo>
                          <a:pt x="552" y="228"/>
                        </a:lnTo>
                        <a:lnTo>
                          <a:pt x="558" y="216"/>
                        </a:lnTo>
                        <a:lnTo>
                          <a:pt x="570" y="210"/>
                        </a:lnTo>
                        <a:lnTo>
                          <a:pt x="546" y="198"/>
                        </a:lnTo>
                        <a:lnTo>
                          <a:pt x="552" y="192"/>
                        </a:lnTo>
                        <a:lnTo>
                          <a:pt x="552" y="186"/>
                        </a:lnTo>
                        <a:lnTo>
                          <a:pt x="546" y="186"/>
                        </a:lnTo>
                        <a:lnTo>
                          <a:pt x="540" y="180"/>
                        </a:lnTo>
                        <a:lnTo>
                          <a:pt x="504" y="180"/>
                        </a:lnTo>
                        <a:lnTo>
                          <a:pt x="504" y="156"/>
                        </a:lnTo>
                        <a:lnTo>
                          <a:pt x="474" y="144"/>
                        </a:lnTo>
                        <a:lnTo>
                          <a:pt x="474" y="132"/>
                        </a:lnTo>
                        <a:lnTo>
                          <a:pt x="456" y="114"/>
                        </a:lnTo>
                        <a:lnTo>
                          <a:pt x="444" y="108"/>
                        </a:lnTo>
                        <a:lnTo>
                          <a:pt x="438" y="102"/>
                        </a:lnTo>
                        <a:lnTo>
                          <a:pt x="444" y="84"/>
                        </a:lnTo>
                        <a:lnTo>
                          <a:pt x="432" y="66"/>
                        </a:lnTo>
                        <a:lnTo>
                          <a:pt x="438" y="60"/>
                        </a:lnTo>
                        <a:lnTo>
                          <a:pt x="438" y="48"/>
                        </a:lnTo>
                        <a:lnTo>
                          <a:pt x="432" y="42"/>
                        </a:lnTo>
                        <a:lnTo>
                          <a:pt x="396" y="24"/>
                        </a:lnTo>
                        <a:lnTo>
                          <a:pt x="390" y="18"/>
                        </a:lnTo>
                        <a:lnTo>
                          <a:pt x="384" y="18"/>
                        </a:lnTo>
                        <a:lnTo>
                          <a:pt x="354" y="36"/>
                        </a:lnTo>
                        <a:lnTo>
                          <a:pt x="348" y="18"/>
                        </a:lnTo>
                        <a:lnTo>
                          <a:pt x="312" y="12"/>
                        </a:lnTo>
                        <a:lnTo>
                          <a:pt x="300" y="18"/>
                        </a:lnTo>
                        <a:lnTo>
                          <a:pt x="300" y="12"/>
                        </a:lnTo>
                        <a:lnTo>
                          <a:pt x="294" y="6"/>
                        </a:lnTo>
                        <a:lnTo>
                          <a:pt x="276" y="6"/>
                        </a:lnTo>
                        <a:lnTo>
                          <a:pt x="270" y="0"/>
                        </a:lnTo>
                        <a:lnTo>
                          <a:pt x="258" y="0"/>
                        </a:lnTo>
                        <a:lnTo>
                          <a:pt x="252" y="6"/>
                        </a:lnTo>
                        <a:lnTo>
                          <a:pt x="246" y="18"/>
                        </a:lnTo>
                        <a:lnTo>
                          <a:pt x="240" y="24"/>
                        </a:lnTo>
                        <a:lnTo>
                          <a:pt x="234" y="24"/>
                        </a:lnTo>
                        <a:lnTo>
                          <a:pt x="228" y="30"/>
                        </a:lnTo>
                        <a:lnTo>
                          <a:pt x="222" y="24"/>
                        </a:lnTo>
                        <a:lnTo>
                          <a:pt x="198" y="24"/>
                        </a:lnTo>
                        <a:lnTo>
                          <a:pt x="192" y="30"/>
                        </a:lnTo>
                        <a:lnTo>
                          <a:pt x="180" y="36"/>
                        </a:lnTo>
                        <a:lnTo>
                          <a:pt x="174" y="42"/>
                        </a:lnTo>
                        <a:lnTo>
                          <a:pt x="174" y="54"/>
                        </a:lnTo>
                        <a:lnTo>
                          <a:pt x="192" y="72"/>
                        </a:lnTo>
                        <a:lnTo>
                          <a:pt x="186" y="78"/>
                        </a:lnTo>
                        <a:lnTo>
                          <a:pt x="168" y="78"/>
                        </a:lnTo>
                        <a:lnTo>
                          <a:pt x="162" y="72"/>
                        </a:lnTo>
                        <a:lnTo>
                          <a:pt x="156" y="72"/>
                        </a:lnTo>
                        <a:lnTo>
                          <a:pt x="162" y="90"/>
                        </a:lnTo>
                        <a:lnTo>
                          <a:pt x="144" y="90"/>
                        </a:lnTo>
                        <a:lnTo>
                          <a:pt x="138" y="96"/>
                        </a:lnTo>
                        <a:lnTo>
                          <a:pt x="138" y="102"/>
                        </a:lnTo>
                        <a:lnTo>
                          <a:pt x="144" y="114"/>
                        </a:lnTo>
                        <a:lnTo>
                          <a:pt x="144" y="120"/>
                        </a:lnTo>
                        <a:lnTo>
                          <a:pt x="132" y="120"/>
                        </a:lnTo>
                        <a:lnTo>
                          <a:pt x="132" y="126"/>
                        </a:lnTo>
                        <a:lnTo>
                          <a:pt x="138" y="132"/>
                        </a:lnTo>
                        <a:lnTo>
                          <a:pt x="138" y="144"/>
                        </a:lnTo>
                        <a:lnTo>
                          <a:pt x="144" y="150"/>
                        </a:lnTo>
                        <a:lnTo>
                          <a:pt x="144" y="156"/>
                        </a:lnTo>
                        <a:lnTo>
                          <a:pt x="132" y="156"/>
                        </a:lnTo>
                        <a:lnTo>
                          <a:pt x="138" y="150"/>
                        </a:lnTo>
                        <a:lnTo>
                          <a:pt x="138" y="144"/>
                        </a:lnTo>
                        <a:lnTo>
                          <a:pt x="120" y="144"/>
                        </a:lnTo>
                        <a:lnTo>
                          <a:pt x="108" y="150"/>
                        </a:lnTo>
                        <a:lnTo>
                          <a:pt x="102" y="156"/>
                        </a:lnTo>
                        <a:lnTo>
                          <a:pt x="96" y="168"/>
                        </a:lnTo>
                        <a:lnTo>
                          <a:pt x="84" y="156"/>
                        </a:lnTo>
                        <a:lnTo>
                          <a:pt x="84" y="174"/>
                        </a:lnTo>
                        <a:lnTo>
                          <a:pt x="54" y="174"/>
                        </a:lnTo>
                        <a:lnTo>
                          <a:pt x="54" y="168"/>
                        </a:lnTo>
                        <a:lnTo>
                          <a:pt x="48" y="162"/>
                        </a:lnTo>
                        <a:lnTo>
                          <a:pt x="42" y="162"/>
                        </a:lnTo>
                        <a:lnTo>
                          <a:pt x="30" y="168"/>
                        </a:lnTo>
                        <a:lnTo>
                          <a:pt x="18" y="168"/>
                        </a:lnTo>
                        <a:lnTo>
                          <a:pt x="12" y="174"/>
                        </a:lnTo>
                        <a:lnTo>
                          <a:pt x="6" y="174"/>
                        </a:lnTo>
                        <a:lnTo>
                          <a:pt x="12" y="186"/>
                        </a:lnTo>
                        <a:lnTo>
                          <a:pt x="18" y="192"/>
                        </a:lnTo>
                        <a:lnTo>
                          <a:pt x="18" y="204"/>
                        </a:lnTo>
                        <a:lnTo>
                          <a:pt x="24" y="210"/>
                        </a:lnTo>
                        <a:lnTo>
                          <a:pt x="36" y="234"/>
                        </a:lnTo>
                        <a:lnTo>
                          <a:pt x="42" y="240"/>
                        </a:lnTo>
                        <a:lnTo>
                          <a:pt x="42" y="246"/>
                        </a:lnTo>
                        <a:lnTo>
                          <a:pt x="36" y="252"/>
                        </a:lnTo>
                        <a:lnTo>
                          <a:pt x="36" y="264"/>
                        </a:lnTo>
                        <a:lnTo>
                          <a:pt x="12" y="270"/>
                        </a:lnTo>
                        <a:lnTo>
                          <a:pt x="12" y="288"/>
                        </a:lnTo>
                        <a:lnTo>
                          <a:pt x="0" y="288"/>
                        </a:lnTo>
                        <a:lnTo>
                          <a:pt x="0" y="294"/>
                        </a:lnTo>
                        <a:lnTo>
                          <a:pt x="6" y="300"/>
                        </a:lnTo>
                        <a:lnTo>
                          <a:pt x="12" y="300"/>
                        </a:lnTo>
                        <a:lnTo>
                          <a:pt x="24" y="31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49" name="Azerbaijan" descr="© INSCALE GmbH, 05.05.2010&#10;http://www.presentationload.com/">
                    <a:extLst>
                      <a:ext uri="{FF2B5EF4-FFF2-40B4-BE49-F238E27FC236}">
                        <a16:creationId xmlns:a16="http://schemas.microsoft.com/office/drawing/2014/main" id="{D14C3259-E9D9-945E-83B4-DC7EDC5DCD22}"/>
                      </a:ext>
                    </a:extLst>
                  </p:cNvPr>
                  <p:cNvSpPr>
                    <a:spLocks noEditPoints="1"/>
                  </p:cNvSpPr>
                  <p:nvPr/>
                </p:nvSpPr>
                <p:spPr bwMode="gray">
                  <a:xfrm>
                    <a:off x="3415" y="1713"/>
                    <a:ext cx="91" cy="73"/>
                  </a:xfrm>
                  <a:custGeom>
                    <a:avLst/>
                    <a:gdLst>
                      <a:gd name="T0" fmla="*/ 2147483647 w 360"/>
                      <a:gd name="T1" fmla="*/ 2147483647 h 288"/>
                      <a:gd name="T2" fmla="*/ 2147483647 w 360"/>
                      <a:gd name="T3" fmla="*/ 2147483647 h 288"/>
                      <a:gd name="T4" fmla="*/ 2147483647 w 360"/>
                      <a:gd name="T5" fmla="*/ 2147483647 h 288"/>
                      <a:gd name="T6" fmla="*/ 2147483647 w 360"/>
                      <a:gd name="T7" fmla="*/ 2147483647 h 288"/>
                      <a:gd name="T8" fmla="*/ 2147483647 w 360"/>
                      <a:gd name="T9" fmla="*/ 2147483647 h 288"/>
                      <a:gd name="T10" fmla="*/ 2147483647 w 360"/>
                      <a:gd name="T11" fmla="*/ 2147483647 h 288"/>
                      <a:gd name="T12" fmla="*/ 2147483647 w 360"/>
                      <a:gd name="T13" fmla="*/ 2147483647 h 288"/>
                      <a:gd name="T14" fmla="*/ 2147483647 w 360"/>
                      <a:gd name="T15" fmla="*/ 2147483647 h 288"/>
                      <a:gd name="T16" fmla="*/ 2147483647 w 360"/>
                      <a:gd name="T17" fmla="*/ 2147483647 h 288"/>
                      <a:gd name="T18" fmla="*/ 2147483647 w 360"/>
                      <a:gd name="T19" fmla="*/ 2147483647 h 288"/>
                      <a:gd name="T20" fmla="*/ 2147483647 w 360"/>
                      <a:gd name="T21" fmla="*/ 2147483647 h 288"/>
                      <a:gd name="T22" fmla="*/ 2147483647 w 360"/>
                      <a:gd name="T23" fmla="*/ 2147483647 h 288"/>
                      <a:gd name="T24" fmla="*/ 2147483647 w 360"/>
                      <a:gd name="T25" fmla="*/ 2147483647 h 288"/>
                      <a:gd name="T26" fmla="*/ 2147483647 w 360"/>
                      <a:gd name="T27" fmla="*/ 0 h 288"/>
                      <a:gd name="T28" fmla="*/ 2147483647 w 360"/>
                      <a:gd name="T29" fmla="*/ 2147483647 h 288"/>
                      <a:gd name="T30" fmla="*/ 2147483647 w 360"/>
                      <a:gd name="T31" fmla="*/ 2147483647 h 288"/>
                      <a:gd name="T32" fmla="*/ 2147483647 w 360"/>
                      <a:gd name="T33" fmla="*/ 2147483647 h 288"/>
                      <a:gd name="T34" fmla="*/ 2147483647 w 360"/>
                      <a:gd name="T35" fmla="*/ 2147483647 h 288"/>
                      <a:gd name="T36" fmla="*/ 2147483647 w 360"/>
                      <a:gd name="T37" fmla="*/ 2147483647 h 288"/>
                      <a:gd name="T38" fmla="*/ 2147483647 w 360"/>
                      <a:gd name="T39" fmla="*/ 0 h 288"/>
                      <a:gd name="T40" fmla="*/ 2147483647 w 360"/>
                      <a:gd name="T41" fmla="*/ 2147483647 h 288"/>
                      <a:gd name="T42" fmla="*/ 2147483647 w 360"/>
                      <a:gd name="T43" fmla="*/ 2147483647 h 288"/>
                      <a:gd name="T44" fmla="*/ 2147483647 w 360"/>
                      <a:gd name="T45" fmla="*/ 2147483647 h 288"/>
                      <a:gd name="T46" fmla="*/ 2147483647 w 360"/>
                      <a:gd name="T47" fmla="*/ 2147483647 h 288"/>
                      <a:gd name="T48" fmla="*/ 2147483647 w 360"/>
                      <a:gd name="T49" fmla="*/ 2147483647 h 288"/>
                      <a:gd name="T50" fmla="*/ 2147483647 w 360"/>
                      <a:gd name="T51" fmla="*/ 2147483647 h 288"/>
                      <a:gd name="T52" fmla="*/ 2147483647 w 360"/>
                      <a:gd name="T53" fmla="*/ 2147483647 h 288"/>
                      <a:gd name="T54" fmla="*/ 0 w 360"/>
                      <a:gd name="T55" fmla="*/ 2147483647 h 288"/>
                      <a:gd name="T56" fmla="*/ 2147483647 w 360"/>
                      <a:gd name="T57" fmla="*/ 2147483647 h 288"/>
                      <a:gd name="T58" fmla="*/ 2147483647 w 360"/>
                      <a:gd name="T59" fmla="*/ 2147483647 h 288"/>
                      <a:gd name="T60" fmla="*/ 2147483647 w 360"/>
                      <a:gd name="T61" fmla="*/ 2147483647 h 288"/>
                      <a:gd name="T62" fmla="*/ 2147483647 w 360"/>
                      <a:gd name="T63" fmla="*/ 2147483647 h 288"/>
                      <a:gd name="T64" fmla="*/ 2147483647 w 360"/>
                      <a:gd name="T65" fmla="*/ 2147483647 h 288"/>
                      <a:gd name="T66" fmla="*/ 2147483647 w 360"/>
                      <a:gd name="T67" fmla="*/ 2147483647 h 288"/>
                      <a:gd name="T68" fmla="*/ 2147483647 w 360"/>
                      <a:gd name="T69" fmla="*/ 2147483647 h 288"/>
                      <a:gd name="T70" fmla="*/ 2147483647 w 360"/>
                      <a:gd name="T71" fmla="*/ 2147483647 h 288"/>
                      <a:gd name="T72" fmla="*/ 2147483647 w 360"/>
                      <a:gd name="T73" fmla="*/ 2147483647 h 288"/>
                      <a:gd name="T74" fmla="*/ 2147483647 w 360"/>
                      <a:gd name="T75" fmla="*/ 2147483647 h 288"/>
                      <a:gd name="T76" fmla="*/ 2147483647 w 360"/>
                      <a:gd name="T77" fmla="*/ 2147483647 h 288"/>
                      <a:gd name="T78" fmla="*/ 2147483647 w 360"/>
                      <a:gd name="T79" fmla="*/ 2147483647 h 288"/>
                      <a:gd name="T80" fmla="*/ 2147483647 w 360"/>
                      <a:gd name="T81" fmla="*/ 2147483647 h 288"/>
                      <a:gd name="T82" fmla="*/ 2147483647 w 360"/>
                      <a:gd name="T83" fmla="*/ 2147483647 h 288"/>
                      <a:gd name="T84" fmla="*/ 2147483647 w 360"/>
                      <a:gd name="T85" fmla="*/ 2147483647 h 288"/>
                      <a:gd name="T86" fmla="*/ 2147483647 w 360"/>
                      <a:gd name="T87" fmla="*/ 2147483647 h 288"/>
                      <a:gd name="T88" fmla="*/ 2147483647 w 360"/>
                      <a:gd name="T89" fmla="*/ 2147483647 h 288"/>
                      <a:gd name="T90" fmla="*/ 2147483647 w 360"/>
                      <a:gd name="T91" fmla="*/ 2147483647 h 288"/>
                      <a:gd name="T92" fmla="*/ 2147483647 w 360"/>
                      <a:gd name="T93" fmla="*/ 2147483647 h 288"/>
                      <a:gd name="T94" fmla="*/ 2147483647 w 360"/>
                      <a:gd name="T95" fmla="*/ 2147483647 h 288"/>
                      <a:gd name="T96" fmla="*/ 2147483647 w 360"/>
                      <a:gd name="T97" fmla="*/ 2147483647 h 288"/>
                      <a:gd name="T98" fmla="*/ 2147483647 w 360"/>
                      <a:gd name="T99" fmla="*/ 2147483647 h 288"/>
                      <a:gd name="T100" fmla="*/ 2147483647 w 360"/>
                      <a:gd name="T101" fmla="*/ 2147483647 h 288"/>
                      <a:gd name="T102" fmla="*/ 2147483647 w 360"/>
                      <a:gd name="T103" fmla="*/ 2147483647 h 288"/>
                      <a:gd name="T104" fmla="*/ 2147483647 w 360"/>
                      <a:gd name="T105" fmla="*/ 2147483647 h 288"/>
                      <a:gd name="T106" fmla="*/ 2147483647 w 360"/>
                      <a:gd name="T107" fmla="*/ 2147483647 h 288"/>
                      <a:gd name="T108" fmla="*/ 2147483647 w 360"/>
                      <a:gd name="T109" fmla="*/ 2147483647 h 288"/>
                      <a:gd name="T110" fmla="*/ 2147483647 w 360"/>
                      <a:gd name="T111" fmla="*/ 2147483647 h 288"/>
                      <a:gd name="T112" fmla="*/ 2147483647 w 360"/>
                      <a:gd name="T113" fmla="*/ 2147483647 h 288"/>
                      <a:gd name="T114" fmla="*/ 2147483647 w 360"/>
                      <a:gd name="T115" fmla="*/ 2147483647 h 288"/>
                      <a:gd name="T116" fmla="*/ 2147483647 w 360"/>
                      <a:gd name="T117" fmla="*/ 2147483647 h 288"/>
                      <a:gd name="T118" fmla="*/ 2147483647 w 360"/>
                      <a:gd name="T119" fmla="*/ 2147483647 h 288"/>
                      <a:gd name="T120" fmla="*/ 2147483647 w 360"/>
                      <a:gd name="T121" fmla="*/ 2147483647 h 288"/>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60"/>
                      <a:gd name="T184" fmla="*/ 0 h 288"/>
                      <a:gd name="T185" fmla="*/ 360 w 360"/>
                      <a:gd name="T186" fmla="*/ 288 h 288"/>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60" h="288">
                        <a:moveTo>
                          <a:pt x="66" y="186"/>
                        </a:moveTo>
                        <a:lnTo>
                          <a:pt x="36" y="186"/>
                        </a:lnTo>
                        <a:lnTo>
                          <a:pt x="24" y="174"/>
                        </a:lnTo>
                        <a:lnTo>
                          <a:pt x="6" y="174"/>
                        </a:lnTo>
                        <a:lnTo>
                          <a:pt x="12" y="186"/>
                        </a:lnTo>
                        <a:lnTo>
                          <a:pt x="12" y="192"/>
                        </a:lnTo>
                        <a:lnTo>
                          <a:pt x="18" y="204"/>
                        </a:lnTo>
                        <a:lnTo>
                          <a:pt x="36" y="222"/>
                        </a:lnTo>
                        <a:lnTo>
                          <a:pt x="48" y="228"/>
                        </a:lnTo>
                        <a:lnTo>
                          <a:pt x="84" y="240"/>
                        </a:lnTo>
                        <a:lnTo>
                          <a:pt x="90" y="240"/>
                        </a:lnTo>
                        <a:lnTo>
                          <a:pt x="84" y="234"/>
                        </a:lnTo>
                        <a:lnTo>
                          <a:pt x="84" y="222"/>
                        </a:lnTo>
                        <a:lnTo>
                          <a:pt x="78" y="216"/>
                        </a:lnTo>
                        <a:lnTo>
                          <a:pt x="78" y="204"/>
                        </a:lnTo>
                        <a:lnTo>
                          <a:pt x="72" y="198"/>
                        </a:lnTo>
                        <a:lnTo>
                          <a:pt x="72" y="186"/>
                        </a:lnTo>
                        <a:lnTo>
                          <a:pt x="66" y="186"/>
                        </a:lnTo>
                        <a:close/>
                        <a:moveTo>
                          <a:pt x="354" y="108"/>
                        </a:moveTo>
                        <a:lnTo>
                          <a:pt x="348" y="102"/>
                        </a:lnTo>
                        <a:lnTo>
                          <a:pt x="330" y="102"/>
                        </a:lnTo>
                        <a:lnTo>
                          <a:pt x="318" y="108"/>
                        </a:lnTo>
                        <a:lnTo>
                          <a:pt x="306" y="108"/>
                        </a:lnTo>
                        <a:lnTo>
                          <a:pt x="288" y="90"/>
                        </a:lnTo>
                        <a:lnTo>
                          <a:pt x="288" y="84"/>
                        </a:lnTo>
                        <a:lnTo>
                          <a:pt x="264" y="54"/>
                        </a:lnTo>
                        <a:lnTo>
                          <a:pt x="264" y="42"/>
                        </a:lnTo>
                        <a:lnTo>
                          <a:pt x="216" y="0"/>
                        </a:lnTo>
                        <a:lnTo>
                          <a:pt x="216" y="30"/>
                        </a:lnTo>
                        <a:lnTo>
                          <a:pt x="210" y="36"/>
                        </a:lnTo>
                        <a:lnTo>
                          <a:pt x="192" y="36"/>
                        </a:lnTo>
                        <a:lnTo>
                          <a:pt x="192" y="48"/>
                        </a:lnTo>
                        <a:lnTo>
                          <a:pt x="186" y="54"/>
                        </a:lnTo>
                        <a:lnTo>
                          <a:pt x="162" y="54"/>
                        </a:lnTo>
                        <a:lnTo>
                          <a:pt x="156" y="48"/>
                        </a:lnTo>
                        <a:lnTo>
                          <a:pt x="144" y="42"/>
                        </a:lnTo>
                        <a:lnTo>
                          <a:pt x="138" y="30"/>
                        </a:lnTo>
                        <a:lnTo>
                          <a:pt x="120" y="12"/>
                        </a:lnTo>
                        <a:lnTo>
                          <a:pt x="84" y="0"/>
                        </a:lnTo>
                        <a:lnTo>
                          <a:pt x="72" y="0"/>
                        </a:lnTo>
                        <a:lnTo>
                          <a:pt x="60" y="12"/>
                        </a:lnTo>
                        <a:lnTo>
                          <a:pt x="78" y="30"/>
                        </a:lnTo>
                        <a:lnTo>
                          <a:pt x="84" y="30"/>
                        </a:lnTo>
                        <a:lnTo>
                          <a:pt x="90" y="36"/>
                        </a:lnTo>
                        <a:lnTo>
                          <a:pt x="96" y="48"/>
                        </a:lnTo>
                        <a:lnTo>
                          <a:pt x="102" y="54"/>
                        </a:lnTo>
                        <a:lnTo>
                          <a:pt x="108" y="66"/>
                        </a:lnTo>
                        <a:lnTo>
                          <a:pt x="102" y="72"/>
                        </a:lnTo>
                        <a:lnTo>
                          <a:pt x="84" y="54"/>
                        </a:lnTo>
                        <a:lnTo>
                          <a:pt x="72" y="54"/>
                        </a:lnTo>
                        <a:lnTo>
                          <a:pt x="60" y="60"/>
                        </a:lnTo>
                        <a:lnTo>
                          <a:pt x="42" y="42"/>
                        </a:lnTo>
                        <a:lnTo>
                          <a:pt x="42" y="36"/>
                        </a:lnTo>
                        <a:lnTo>
                          <a:pt x="36" y="30"/>
                        </a:lnTo>
                        <a:lnTo>
                          <a:pt x="12" y="30"/>
                        </a:lnTo>
                        <a:lnTo>
                          <a:pt x="0" y="42"/>
                        </a:lnTo>
                        <a:lnTo>
                          <a:pt x="0" y="48"/>
                        </a:lnTo>
                        <a:lnTo>
                          <a:pt x="6" y="48"/>
                        </a:lnTo>
                        <a:lnTo>
                          <a:pt x="12" y="54"/>
                        </a:lnTo>
                        <a:lnTo>
                          <a:pt x="12" y="66"/>
                        </a:lnTo>
                        <a:lnTo>
                          <a:pt x="30" y="66"/>
                        </a:lnTo>
                        <a:lnTo>
                          <a:pt x="36" y="72"/>
                        </a:lnTo>
                        <a:lnTo>
                          <a:pt x="36" y="96"/>
                        </a:lnTo>
                        <a:lnTo>
                          <a:pt x="30" y="102"/>
                        </a:lnTo>
                        <a:lnTo>
                          <a:pt x="36" y="102"/>
                        </a:lnTo>
                        <a:lnTo>
                          <a:pt x="42" y="108"/>
                        </a:lnTo>
                        <a:lnTo>
                          <a:pt x="66" y="120"/>
                        </a:lnTo>
                        <a:lnTo>
                          <a:pt x="72" y="126"/>
                        </a:lnTo>
                        <a:lnTo>
                          <a:pt x="72" y="132"/>
                        </a:lnTo>
                        <a:lnTo>
                          <a:pt x="54" y="150"/>
                        </a:lnTo>
                        <a:lnTo>
                          <a:pt x="42" y="150"/>
                        </a:lnTo>
                        <a:lnTo>
                          <a:pt x="72" y="162"/>
                        </a:lnTo>
                        <a:lnTo>
                          <a:pt x="84" y="180"/>
                        </a:lnTo>
                        <a:lnTo>
                          <a:pt x="114" y="186"/>
                        </a:lnTo>
                        <a:lnTo>
                          <a:pt x="114" y="198"/>
                        </a:lnTo>
                        <a:lnTo>
                          <a:pt x="120" y="210"/>
                        </a:lnTo>
                        <a:lnTo>
                          <a:pt x="120" y="240"/>
                        </a:lnTo>
                        <a:lnTo>
                          <a:pt x="132" y="240"/>
                        </a:lnTo>
                        <a:lnTo>
                          <a:pt x="138" y="228"/>
                        </a:lnTo>
                        <a:lnTo>
                          <a:pt x="144" y="222"/>
                        </a:lnTo>
                        <a:lnTo>
                          <a:pt x="144" y="216"/>
                        </a:lnTo>
                        <a:lnTo>
                          <a:pt x="156" y="204"/>
                        </a:lnTo>
                        <a:lnTo>
                          <a:pt x="174" y="192"/>
                        </a:lnTo>
                        <a:lnTo>
                          <a:pt x="186" y="186"/>
                        </a:lnTo>
                        <a:lnTo>
                          <a:pt x="198" y="174"/>
                        </a:lnTo>
                        <a:lnTo>
                          <a:pt x="210" y="168"/>
                        </a:lnTo>
                        <a:lnTo>
                          <a:pt x="222" y="168"/>
                        </a:lnTo>
                        <a:lnTo>
                          <a:pt x="228" y="180"/>
                        </a:lnTo>
                        <a:lnTo>
                          <a:pt x="234" y="186"/>
                        </a:lnTo>
                        <a:lnTo>
                          <a:pt x="234" y="204"/>
                        </a:lnTo>
                        <a:lnTo>
                          <a:pt x="228" y="210"/>
                        </a:lnTo>
                        <a:lnTo>
                          <a:pt x="228" y="222"/>
                        </a:lnTo>
                        <a:lnTo>
                          <a:pt x="234" y="222"/>
                        </a:lnTo>
                        <a:lnTo>
                          <a:pt x="240" y="228"/>
                        </a:lnTo>
                        <a:lnTo>
                          <a:pt x="240" y="234"/>
                        </a:lnTo>
                        <a:lnTo>
                          <a:pt x="234" y="240"/>
                        </a:lnTo>
                        <a:lnTo>
                          <a:pt x="222" y="240"/>
                        </a:lnTo>
                        <a:lnTo>
                          <a:pt x="222" y="246"/>
                        </a:lnTo>
                        <a:lnTo>
                          <a:pt x="234" y="258"/>
                        </a:lnTo>
                        <a:lnTo>
                          <a:pt x="246" y="264"/>
                        </a:lnTo>
                        <a:lnTo>
                          <a:pt x="252" y="270"/>
                        </a:lnTo>
                        <a:lnTo>
                          <a:pt x="258" y="270"/>
                        </a:lnTo>
                        <a:lnTo>
                          <a:pt x="264" y="276"/>
                        </a:lnTo>
                        <a:lnTo>
                          <a:pt x="264" y="282"/>
                        </a:lnTo>
                        <a:lnTo>
                          <a:pt x="282" y="282"/>
                        </a:lnTo>
                        <a:lnTo>
                          <a:pt x="282" y="288"/>
                        </a:lnTo>
                        <a:lnTo>
                          <a:pt x="288" y="282"/>
                        </a:lnTo>
                        <a:lnTo>
                          <a:pt x="288" y="258"/>
                        </a:lnTo>
                        <a:lnTo>
                          <a:pt x="282" y="252"/>
                        </a:lnTo>
                        <a:lnTo>
                          <a:pt x="276" y="252"/>
                        </a:lnTo>
                        <a:lnTo>
                          <a:pt x="270" y="246"/>
                        </a:lnTo>
                        <a:lnTo>
                          <a:pt x="288" y="240"/>
                        </a:lnTo>
                        <a:lnTo>
                          <a:pt x="288" y="210"/>
                        </a:lnTo>
                        <a:lnTo>
                          <a:pt x="300" y="222"/>
                        </a:lnTo>
                        <a:lnTo>
                          <a:pt x="306" y="222"/>
                        </a:lnTo>
                        <a:lnTo>
                          <a:pt x="318" y="210"/>
                        </a:lnTo>
                        <a:lnTo>
                          <a:pt x="300" y="192"/>
                        </a:lnTo>
                        <a:lnTo>
                          <a:pt x="300" y="138"/>
                        </a:lnTo>
                        <a:lnTo>
                          <a:pt x="318" y="138"/>
                        </a:lnTo>
                        <a:lnTo>
                          <a:pt x="330" y="126"/>
                        </a:lnTo>
                        <a:lnTo>
                          <a:pt x="360" y="132"/>
                        </a:lnTo>
                        <a:lnTo>
                          <a:pt x="360" y="120"/>
                        </a:lnTo>
                        <a:lnTo>
                          <a:pt x="354" y="108"/>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50" name="Austria" descr="© INSCALE GmbH, 05.05.2010&#10;http://www.presentationload.com/">
                    <a:extLst>
                      <a:ext uri="{FF2B5EF4-FFF2-40B4-BE49-F238E27FC236}">
                        <a16:creationId xmlns:a16="http://schemas.microsoft.com/office/drawing/2014/main" id="{DBCC11AE-0BC3-BAFC-7C84-DBA652C98E19}"/>
                      </a:ext>
                    </a:extLst>
                  </p:cNvPr>
                  <p:cNvSpPr>
                    <a:spLocks/>
                  </p:cNvSpPr>
                  <p:nvPr/>
                </p:nvSpPr>
                <p:spPr bwMode="gray">
                  <a:xfrm>
                    <a:off x="2829" y="1570"/>
                    <a:ext cx="116" cy="52"/>
                  </a:xfrm>
                  <a:custGeom>
                    <a:avLst/>
                    <a:gdLst>
                      <a:gd name="T0" fmla="*/ 2147483647 w 456"/>
                      <a:gd name="T1" fmla="*/ 2147483647 h 204"/>
                      <a:gd name="T2" fmla="*/ 2147483647 w 456"/>
                      <a:gd name="T3" fmla="*/ 2147483647 h 204"/>
                      <a:gd name="T4" fmla="*/ 2147483647 w 456"/>
                      <a:gd name="T5" fmla="*/ 2147483647 h 204"/>
                      <a:gd name="T6" fmla="*/ 2147483647 w 456"/>
                      <a:gd name="T7" fmla="*/ 2147483647 h 204"/>
                      <a:gd name="T8" fmla="*/ 2147483647 w 456"/>
                      <a:gd name="T9" fmla="*/ 2147483647 h 204"/>
                      <a:gd name="T10" fmla="*/ 2147483647 w 456"/>
                      <a:gd name="T11" fmla="*/ 2147483647 h 204"/>
                      <a:gd name="T12" fmla="*/ 2147483647 w 456"/>
                      <a:gd name="T13" fmla="*/ 2147483647 h 204"/>
                      <a:gd name="T14" fmla="*/ 2147483647 w 456"/>
                      <a:gd name="T15" fmla="*/ 0 h 204"/>
                      <a:gd name="T16" fmla="*/ 2147483647 w 456"/>
                      <a:gd name="T17" fmla="*/ 2147483647 h 204"/>
                      <a:gd name="T18" fmla="*/ 2147483647 w 456"/>
                      <a:gd name="T19" fmla="*/ 2147483647 h 204"/>
                      <a:gd name="T20" fmla="*/ 2147483647 w 456"/>
                      <a:gd name="T21" fmla="*/ 2147483647 h 204"/>
                      <a:gd name="T22" fmla="*/ 2147483647 w 456"/>
                      <a:gd name="T23" fmla="*/ 2147483647 h 204"/>
                      <a:gd name="T24" fmla="*/ 2147483647 w 456"/>
                      <a:gd name="T25" fmla="*/ 2147483647 h 204"/>
                      <a:gd name="T26" fmla="*/ 2147483647 w 456"/>
                      <a:gd name="T27" fmla="*/ 2147483647 h 204"/>
                      <a:gd name="T28" fmla="*/ 2147483647 w 456"/>
                      <a:gd name="T29" fmla="*/ 2147483647 h 204"/>
                      <a:gd name="T30" fmla="*/ 2147483647 w 456"/>
                      <a:gd name="T31" fmla="*/ 2147483647 h 204"/>
                      <a:gd name="T32" fmla="*/ 2147483647 w 456"/>
                      <a:gd name="T33" fmla="*/ 2147483647 h 204"/>
                      <a:gd name="T34" fmla="*/ 2147483647 w 456"/>
                      <a:gd name="T35" fmla="*/ 2147483647 h 204"/>
                      <a:gd name="T36" fmla="*/ 2147483647 w 456"/>
                      <a:gd name="T37" fmla="*/ 2147483647 h 204"/>
                      <a:gd name="T38" fmla="*/ 2147483647 w 456"/>
                      <a:gd name="T39" fmla="*/ 2147483647 h 204"/>
                      <a:gd name="T40" fmla="*/ 2147483647 w 456"/>
                      <a:gd name="T41" fmla="*/ 2147483647 h 204"/>
                      <a:gd name="T42" fmla="*/ 2147483647 w 456"/>
                      <a:gd name="T43" fmla="*/ 2147483647 h 204"/>
                      <a:gd name="T44" fmla="*/ 2147483647 w 456"/>
                      <a:gd name="T45" fmla="*/ 2147483647 h 204"/>
                      <a:gd name="T46" fmla="*/ 2147483647 w 456"/>
                      <a:gd name="T47" fmla="*/ 2147483647 h 204"/>
                      <a:gd name="T48" fmla="*/ 2147483647 w 456"/>
                      <a:gd name="T49" fmla="*/ 2147483647 h 204"/>
                      <a:gd name="T50" fmla="*/ 2147483647 w 456"/>
                      <a:gd name="T51" fmla="*/ 2147483647 h 204"/>
                      <a:gd name="T52" fmla="*/ 2147483647 w 456"/>
                      <a:gd name="T53" fmla="*/ 2147483647 h 204"/>
                      <a:gd name="T54" fmla="*/ 0 w 456"/>
                      <a:gd name="T55" fmla="*/ 2147483647 h 204"/>
                      <a:gd name="T56" fmla="*/ 2147483647 w 456"/>
                      <a:gd name="T57" fmla="*/ 2147483647 h 204"/>
                      <a:gd name="T58" fmla="*/ 2147483647 w 456"/>
                      <a:gd name="T59" fmla="*/ 2147483647 h 204"/>
                      <a:gd name="T60" fmla="*/ 2147483647 w 456"/>
                      <a:gd name="T61" fmla="*/ 2147483647 h 204"/>
                      <a:gd name="T62" fmla="*/ 2147483647 w 456"/>
                      <a:gd name="T63" fmla="*/ 2147483647 h 204"/>
                      <a:gd name="T64" fmla="*/ 2147483647 w 456"/>
                      <a:gd name="T65" fmla="*/ 2147483647 h 204"/>
                      <a:gd name="T66" fmla="*/ 2147483647 w 456"/>
                      <a:gd name="T67" fmla="*/ 2147483647 h 204"/>
                      <a:gd name="T68" fmla="*/ 2147483647 w 456"/>
                      <a:gd name="T69" fmla="*/ 2147483647 h 204"/>
                      <a:gd name="T70" fmla="*/ 2147483647 w 456"/>
                      <a:gd name="T71" fmla="*/ 2147483647 h 204"/>
                      <a:gd name="T72" fmla="*/ 2147483647 w 456"/>
                      <a:gd name="T73" fmla="*/ 2147483647 h 204"/>
                      <a:gd name="T74" fmla="*/ 2147483647 w 456"/>
                      <a:gd name="T75" fmla="*/ 2147483647 h 204"/>
                      <a:gd name="T76" fmla="*/ 2147483647 w 456"/>
                      <a:gd name="T77" fmla="*/ 2147483647 h 204"/>
                      <a:gd name="T78" fmla="*/ 2147483647 w 456"/>
                      <a:gd name="T79" fmla="*/ 2147483647 h 204"/>
                      <a:gd name="T80" fmla="*/ 2147483647 w 456"/>
                      <a:gd name="T81" fmla="*/ 2147483647 h 204"/>
                      <a:gd name="T82" fmla="*/ 2147483647 w 456"/>
                      <a:gd name="T83" fmla="*/ 2147483647 h 204"/>
                      <a:gd name="T84" fmla="*/ 2147483647 w 456"/>
                      <a:gd name="T85" fmla="*/ 2147483647 h 204"/>
                      <a:gd name="T86" fmla="*/ 2147483647 w 456"/>
                      <a:gd name="T87" fmla="*/ 2147483647 h 204"/>
                      <a:gd name="T88" fmla="*/ 2147483647 w 456"/>
                      <a:gd name="T89" fmla="*/ 2147483647 h 204"/>
                      <a:gd name="T90" fmla="*/ 2147483647 w 456"/>
                      <a:gd name="T91" fmla="*/ 2147483647 h 20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456"/>
                      <a:gd name="T139" fmla="*/ 0 h 204"/>
                      <a:gd name="T140" fmla="*/ 456 w 456"/>
                      <a:gd name="T141" fmla="*/ 204 h 20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456" h="204">
                        <a:moveTo>
                          <a:pt x="456" y="102"/>
                        </a:moveTo>
                        <a:lnTo>
                          <a:pt x="456" y="60"/>
                        </a:lnTo>
                        <a:lnTo>
                          <a:pt x="450" y="60"/>
                        </a:lnTo>
                        <a:lnTo>
                          <a:pt x="450" y="48"/>
                        </a:lnTo>
                        <a:lnTo>
                          <a:pt x="456" y="24"/>
                        </a:lnTo>
                        <a:lnTo>
                          <a:pt x="444" y="18"/>
                        </a:lnTo>
                        <a:lnTo>
                          <a:pt x="438" y="18"/>
                        </a:lnTo>
                        <a:lnTo>
                          <a:pt x="432" y="12"/>
                        </a:lnTo>
                        <a:lnTo>
                          <a:pt x="420" y="12"/>
                        </a:lnTo>
                        <a:lnTo>
                          <a:pt x="414" y="18"/>
                        </a:lnTo>
                        <a:lnTo>
                          <a:pt x="402" y="24"/>
                        </a:lnTo>
                        <a:lnTo>
                          <a:pt x="390" y="12"/>
                        </a:lnTo>
                        <a:lnTo>
                          <a:pt x="378" y="18"/>
                        </a:lnTo>
                        <a:lnTo>
                          <a:pt x="366" y="6"/>
                        </a:lnTo>
                        <a:lnTo>
                          <a:pt x="354" y="0"/>
                        </a:lnTo>
                        <a:lnTo>
                          <a:pt x="336" y="0"/>
                        </a:lnTo>
                        <a:lnTo>
                          <a:pt x="330" y="6"/>
                        </a:lnTo>
                        <a:lnTo>
                          <a:pt x="324" y="18"/>
                        </a:lnTo>
                        <a:lnTo>
                          <a:pt x="318" y="18"/>
                        </a:lnTo>
                        <a:lnTo>
                          <a:pt x="318" y="36"/>
                        </a:lnTo>
                        <a:lnTo>
                          <a:pt x="306" y="30"/>
                        </a:lnTo>
                        <a:lnTo>
                          <a:pt x="300" y="30"/>
                        </a:lnTo>
                        <a:lnTo>
                          <a:pt x="288" y="36"/>
                        </a:lnTo>
                        <a:lnTo>
                          <a:pt x="276" y="36"/>
                        </a:lnTo>
                        <a:lnTo>
                          <a:pt x="258" y="18"/>
                        </a:lnTo>
                        <a:lnTo>
                          <a:pt x="252" y="36"/>
                        </a:lnTo>
                        <a:lnTo>
                          <a:pt x="234" y="36"/>
                        </a:lnTo>
                        <a:lnTo>
                          <a:pt x="240" y="48"/>
                        </a:lnTo>
                        <a:lnTo>
                          <a:pt x="240" y="66"/>
                        </a:lnTo>
                        <a:lnTo>
                          <a:pt x="234" y="66"/>
                        </a:lnTo>
                        <a:lnTo>
                          <a:pt x="228" y="60"/>
                        </a:lnTo>
                        <a:lnTo>
                          <a:pt x="210" y="60"/>
                        </a:lnTo>
                        <a:lnTo>
                          <a:pt x="204" y="66"/>
                        </a:lnTo>
                        <a:lnTo>
                          <a:pt x="204" y="72"/>
                        </a:lnTo>
                        <a:lnTo>
                          <a:pt x="198" y="78"/>
                        </a:lnTo>
                        <a:lnTo>
                          <a:pt x="198" y="84"/>
                        </a:lnTo>
                        <a:lnTo>
                          <a:pt x="210" y="84"/>
                        </a:lnTo>
                        <a:lnTo>
                          <a:pt x="210" y="126"/>
                        </a:lnTo>
                        <a:lnTo>
                          <a:pt x="204" y="126"/>
                        </a:lnTo>
                        <a:lnTo>
                          <a:pt x="192" y="114"/>
                        </a:lnTo>
                        <a:lnTo>
                          <a:pt x="174" y="108"/>
                        </a:lnTo>
                        <a:lnTo>
                          <a:pt x="162" y="102"/>
                        </a:lnTo>
                        <a:lnTo>
                          <a:pt x="144" y="114"/>
                        </a:lnTo>
                        <a:lnTo>
                          <a:pt x="126" y="114"/>
                        </a:lnTo>
                        <a:lnTo>
                          <a:pt x="108" y="126"/>
                        </a:lnTo>
                        <a:lnTo>
                          <a:pt x="102" y="132"/>
                        </a:lnTo>
                        <a:lnTo>
                          <a:pt x="84" y="132"/>
                        </a:lnTo>
                        <a:lnTo>
                          <a:pt x="66" y="114"/>
                        </a:lnTo>
                        <a:lnTo>
                          <a:pt x="48" y="114"/>
                        </a:lnTo>
                        <a:lnTo>
                          <a:pt x="48" y="126"/>
                        </a:lnTo>
                        <a:lnTo>
                          <a:pt x="42" y="132"/>
                        </a:lnTo>
                        <a:lnTo>
                          <a:pt x="30" y="132"/>
                        </a:lnTo>
                        <a:lnTo>
                          <a:pt x="30" y="126"/>
                        </a:lnTo>
                        <a:lnTo>
                          <a:pt x="24" y="120"/>
                        </a:lnTo>
                        <a:lnTo>
                          <a:pt x="0" y="120"/>
                        </a:lnTo>
                        <a:lnTo>
                          <a:pt x="0" y="156"/>
                        </a:lnTo>
                        <a:lnTo>
                          <a:pt x="18" y="156"/>
                        </a:lnTo>
                        <a:lnTo>
                          <a:pt x="18" y="174"/>
                        </a:lnTo>
                        <a:lnTo>
                          <a:pt x="24" y="174"/>
                        </a:lnTo>
                        <a:lnTo>
                          <a:pt x="42" y="156"/>
                        </a:lnTo>
                        <a:lnTo>
                          <a:pt x="48" y="156"/>
                        </a:lnTo>
                        <a:lnTo>
                          <a:pt x="60" y="168"/>
                        </a:lnTo>
                        <a:lnTo>
                          <a:pt x="60" y="174"/>
                        </a:lnTo>
                        <a:lnTo>
                          <a:pt x="72" y="174"/>
                        </a:lnTo>
                        <a:lnTo>
                          <a:pt x="84" y="180"/>
                        </a:lnTo>
                        <a:lnTo>
                          <a:pt x="96" y="162"/>
                        </a:lnTo>
                        <a:lnTo>
                          <a:pt x="138" y="162"/>
                        </a:lnTo>
                        <a:lnTo>
                          <a:pt x="138" y="156"/>
                        </a:lnTo>
                        <a:lnTo>
                          <a:pt x="144" y="150"/>
                        </a:lnTo>
                        <a:lnTo>
                          <a:pt x="162" y="150"/>
                        </a:lnTo>
                        <a:lnTo>
                          <a:pt x="168" y="156"/>
                        </a:lnTo>
                        <a:lnTo>
                          <a:pt x="168" y="174"/>
                        </a:lnTo>
                        <a:lnTo>
                          <a:pt x="180" y="174"/>
                        </a:lnTo>
                        <a:lnTo>
                          <a:pt x="186" y="192"/>
                        </a:lnTo>
                        <a:lnTo>
                          <a:pt x="240" y="192"/>
                        </a:lnTo>
                        <a:lnTo>
                          <a:pt x="240" y="204"/>
                        </a:lnTo>
                        <a:lnTo>
                          <a:pt x="258" y="204"/>
                        </a:lnTo>
                        <a:lnTo>
                          <a:pt x="264" y="198"/>
                        </a:lnTo>
                        <a:lnTo>
                          <a:pt x="282" y="198"/>
                        </a:lnTo>
                        <a:lnTo>
                          <a:pt x="288" y="204"/>
                        </a:lnTo>
                        <a:lnTo>
                          <a:pt x="318" y="204"/>
                        </a:lnTo>
                        <a:lnTo>
                          <a:pt x="318" y="192"/>
                        </a:lnTo>
                        <a:lnTo>
                          <a:pt x="366" y="192"/>
                        </a:lnTo>
                        <a:lnTo>
                          <a:pt x="378" y="186"/>
                        </a:lnTo>
                        <a:lnTo>
                          <a:pt x="402" y="192"/>
                        </a:lnTo>
                        <a:lnTo>
                          <a:pt x="414" y="156"/>
                        </a:lnTo>
                        <a:lnTo>
                          <a:pt x="432" y="156"/>
                        </a:lnTo>
                        <a:lnTo>
                          <a:pt x="432" y="132"/>
                        </a:lnTo>
                        <a:lnTo>
                          <a:pt x="444" y="114"/>
                        </a:lnTo>
                        <a:lnTo>
                          <a:pt x="432" y="114"/>
                        </a:lnTo>
                        <a:lnTo>
                          <a:pt x="438" y="102"/>
                        </a:lnTo>
                        <a:lnTo>
                          <a:pt x="456" y="10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51" name="Armenia" descr="© INSCALE GmbH, 05.05.2010&#10;http://www.presentationload.com/">
                    <a:extLst>
                      <a:ext uri="{FF2B5EF4-FFF2-40B4-BE49-F238E27FC236}">
                        <a16:creationId xmlns:a16="http://schemas.microsoft.com/office/drawing/2014/main" id="{2C20F167-7948-1F92-A3D8-1E6E2BB0ADE7}"/>
                      </a:ext>
                    </a:extLst>
                  </p:cNvPr>
                  <p:cNvSpPr>
                    <a:spLocks/>
                  </p:cNvSpPr>
                  <p:nvPr/>
                </p:nvSpPr>
                <p:spPr bwMode="gray">
                  <a:xfrm>
                    <a:off x="3389" y="1724"/>
                    <a:ext cx="56" cy="53"/>
                  </a:xfrm>
                  <a:custGeom>
                    <a:avLst/>
                    <a:gdLst>
                      <a:gd name="T0" fmla="*/ 2147483647 w 222"/>
                      <a:gd name="T1" fmla="*/ 2147483647 h 210"/>
                      <a:gd name="T2" fmla="*/ 2147483647 w 222"/>
                      <a:gd name="T3" fmla="*/ 2147483647 h 210"/>
                      <a:gd name="T4" fmla="*/ 2147483647 w 222"/>
                      <a:gd name="T5" fmla="*/ 2147483647 h 210"/>
                      <a:gd name="T6" fmla="*/ 2147483647 w 222"/>
                      <a:gd name="T7" fmla="*/ 2147483647 h 210"/>
                      <a:gd name="T8" fmla="*/ 2147483647 w 222"/>
                      <a:gd name="T9" fmla="*/ 2147483647 h 210"/>
                      <a:gd name="T10" fmla="*/ 2147483647 w 222"/>
                      <a:gd name="T11" fmla="*/ 2147483647 h 210"/>
                      <a:gd name="T12" fmla="*/ 2147483647 w 222"/>
                      <a:gd name="T13" fmla="*/ 2147483647 h 210"/>
                      <a:gd name="T14" fmla="*/ 2147483647 w 222"/>
                      <a:gd name="T15" fmla="*/ 2147483647 h 210"/>
                      <a:gd name="T16" fmla="*/ 2147483647 w 222"/>
                      <a:gd name="T17" fmla="*/ 2147483647 h 210"/>
                      <a:gd name="T18" fmla="*/ 2147483647 w 222"/>
                      <a:gd name="T19" fmla="*/ 2147483647 h 210"/>
                      <a:gd name="T20" fmla="*/ 2147483647 w 222"/>
                      <a:gd name="T21" fmla="*/ 2147483647 h 210"/>
                      <a:gd name="T22" fmla="*/ 2147483647 w 222"/>
                      <a:gd name="T23" fmla="*/ 2147483647 h 210"/>
                      <a:gd name="T24" fmla="*/ 2147483647 w 222"/>
                      <a:gd name="T25" fmla="*/ 2147483647 h 210"/>
                      <a:gd name="T26" fmla="*/ 2147483647 w 222"/>
                      <a:gd name="T27" fmla="*/ 2147483647 h 210"/>
                      <a:gd name="T28" fmla="*/ 2147483647 w 222"/>
                      <a:gd name="T29" fmla="*/ 2147483647 h 210"/>
                      <a:gd name="T30" fmla="*/ 2147483647 w 222"/>
                      <a:gd name="T31" fmla="*/ 2147483647 h 210"/>
                      <a:gd name="T32" fmla="*/ 2147483647 w 222"/>
                      <a:gd name="T33" fmla="*/ 2147483647 h 210"/>
                      <a:gd name="T34" fmla="*/ 2147483647 w 222"/>
                      <a:gd name="T35" fmla="*/ 2147483647 h 210"/>
                      <a:gd name="T36" fmla="*/ 2147483647 w 222"/>
                      <a:gd name="T37" fmla="*/ 2147483647 h 210"/>
                      <a:gd name="T38" fmla="*/ 2147483647 w 222"/>
                      <a:gd name="T39" fmla="*/ 0 h 210"/>
                      <a:gd name="T40" fmla="*/ 2147483647 w 222"/>
                      <a:gd name="T41" fmla="*/ 0 h 210"/>
                      <a:gd name="T42" fmla="*/ 2147483647 w 222"/>
                      <a:gd name="T43" fmla="*/ 2147483647 h 210"/>
                      <a:gd name="T44" fmla="*/ 2147483647 w 222"/>
                      <a:gd name="T45" fmla="*/ 2147483647 h 210"/>
                      <a:gd name="T46" fmla="*/ 2147483647 w 222"/>
                      <a:gd name="T47" fmla="*/ 2147483647 h 210"/>
                      <a:gd name="T48" fmla="*/ 0 w 222"/>
                      <a:gd name="T49" fmla="*/ 2147483647 h 210"/>
                      <a:gd name="T50" fmla="*/ 2147483647 w 222"/>
                      <a:gd name="T51" fmla="*/ 2147483647 h 210"/>
                      <a:gd name="T52" fmla="*/ 2147483647 w 222"/>
                      <a:gd name="T53" fmla="*/ 2147483647 h 210"/>
                      <a:gd name="T54" fmla="*/ 2147483647 w 222"/>
                      <a:gd name="T55" fmla="*/ 2147483647 h 210"/>
                      <a:gd name="T56" fmla="*/ 2147483647 w 222"/>
                      <a:gd name="T57" fmla="*/ 2147483647 h 210"/>
                      <a:gd name="T58" fmla="*/ 2147483647 w 222"/>
                      <a:gd name="T59" fmla="*/ 2147483647 h 210"/>
                      <a:gd name="T60" fmla="*/ 2147483647 w 222"/>
                      <a:gd name="T61" fmla="*/ 2147483647 h 210"/>
                      <a:gd name="T62" fmla="*/ 2147483647 w 222"/>
                      <a:gd name="T63" fmla="*/ 2147483647 h 210"/>
                      <a:gd name="T64" fmla="*/ 2147483647 w 222"/>
                      <a:gd name="T65" fmla="*/ 2147483647 h 210"/>
                      <a:gd name="T66" fmla="*/ 2147483647 w 222"/>
                      <a:gd name="T67" fmla="*/ 2147483647 h 210"/>
                      <a:gd name="T68" fmla="*/ 2147483647 w 222"/>
                      <a:gd name="T69" fmla="*/ 2147483647 h 210"/>
                      <a:gd name="T70" fmla="*/ 2147483647 w 222"/>
                      <a:gd name="T71" fmla="*/ 2147483647 h 210"/>
                      <a:gd name="T72" fmla="*/ 2147483647 w 222"/>
                      <a:gd name="T73" fmla="*/ 2147483647 h 210"/>
                      <a:gd name="T74" fmla="*/ 2147483647 w 222"/>
                      <a:gd name="T75" fmla="*/ 2147483647 h 210"/>
                      <a:gd name="T76" fmla="*/ 2147483647 w 222"/>
                      <a:gd name="T77" fmla="*/ 2147483647 h 210"/>
                      <a:gd name="T78" fmla="*/ 2147483647 w 222"/>
                      <a:gd name="T79" fmla="*/ 2147483647 h 210"/>
                      <a:gd name="T80" fmla="*/ 2147483647 w 222"/>
                      <a:gd name="T81" fmla="*/ 2147483647 h 210"/>
                      <a:gd name="T82" fmla="*/ 2147483647 w 222"/>
                      <a:gd name="T83" fmla="*/ 2147483647 h 210"/>
                      <a:gd name="T84" fmla="*/ 2147483647 w 222"/>
                      <a:gd name="T85" fmla="*/ 2147483647 h 210"/>
                      <a:gd name="T86" fmla="*/ 2147483647 w 222"/>
                      <a:gd name="T87" fmla="*/ 2147483647 h 210"/>
                      <a:gd name="T88" fmla="*/ 2147483647 w 222"/>
                      <a:gd name="T89" fmla="*/ 2147483647 h 210"/>
                      <a:gd name="T90" fmla="*/ 2147483647 w 222"/>
                      <a:gd name="T91" fmla="*/ 2147483647 h 210"/>
                      <a:gd name="T92" fmla="*/ 2147483647 w 222"/>
                      <a:gd name="T93" fmla="*/ 2147483647 h 210"/>
                      <a:gd name="T94" fmla="*/ 2147483647 w 222"/>
                      <a:gd name="T95" fmla="*/ 2147483647 h 210"/>
                      <a:gd name="T96" fmla="*/ 2147483647 w 222"/>
                      <a:gd name="T97" fmla="*/ 2147483647 h 210"/>
                      <a:gd name="T98" fmla="*/ 2147483647 w 222"/>
                      <a:gd name="T99" fmla="*/ 2147483647 h 210"/>
                      <a:gd name="T100" fmla="*/ 2147483647 w 222"/>
                      <a:gd name="T101" fmla="*/ 2147483647 h 210"/>
                      <a:gd name="T102" fmla="*/ 2147483647 w 222"/>
                      <a:gd name="T103" fmla="*/ 2147483647 h 210"/>
                      <a:gd name="T104" fmla="*/ 2147483647 w 222"/>
                      <a:gd name="T105" fmla="*/ 2147483647 h 210"/>
                      <a:gd name="T106" fmla="*/ 2147483647 w 222"/>
                      <a:gd name="T107" fmla="*/ 2147483647 h 21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222"/>
                      <a:gd name="T163" fmla="*/ 0 h 210"/>
                      <a:gd name="T164" fmla="*/ 222 w 222"/>
                      <a:gd name="T165" fmla="*/ 210 h 21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222" h="210">
                        <a:moveTo>
                          <a:pt x="222" y="168"/>
                        </a:moveTo>
                        <a:lnTo>
                          <a:pt x="216" y="156"/>
                        </a:lnTo>
                        <a:lnTo>
                          <a:pt x="216" y="144"/>
                        </a:lnTo>
                        <a:lnTo>
                          <a:pt x="186" y="138"/>
                        </a:lnTo>
                        <a:lnTo>
                          <a:pt x="174" y="120"/>
                        </a:lnTo>
                        <a:lnTo>
                          <a:pt x="144" y="108"/>
                        </a:lnTo>
                        <a:lnTo>
                          <a:pt x="156" y="108"/>
                        </a:lnTo>
                        <a:lnTo>
                          <a:pt x="174" y="90"/>
                        </a:lnTo>
                        <a:lnTo>
                          <a:pt x="174" y="84"/>
                        </a:lnTo>
                        <a:lnTo>
                          <a:pt x="168" y="78"/>
                        </a:lnTo>
                        <a:lnTo>
                          <a:pt x="144" y="66"/>
                        </a:lnTo>
                        <a:lnTo>
                          <a:pt x="138" y="60"/>
                        </a:lnTo>
                        <a:lnTo>
                          <a:pt x="132" y="60"/>
                        </a:lnTo>
                        <a:lnTo>
                          <a:pt x="138" y="54"/>
                        </a:lnTo>
                        <a:lnTo>
                          <a:pt x="138" y="30"/>
                        </a:lnTo>
                        <a:lnTo>
                          <a:pt x="132" y="24"/>
                        </a:lnTo>
                        <a:lnTo>
                          <a:pt x="114" y="24"/>
                        </a:lnTo>
                        <a:lnTo>
                          <a:pt x="114" y="12"/>
                        </a:lnTo>
                        <a:lnTo>
                          <a:pt x="102" y="6"/>
                        </a:lnTo>
                        <a:lnTo>
                          <a:pt x="96" y="0"/>
                        </a:lnTo>
                        <a:lnTo>
                          <a:pt x="84" y="0"/>
                        </a:lnTo>
                        <a:lnTo>
                          <a:pt x="84" y="18"/>
                        </a:lnTo>
                        <a:lnTo>
                          <a:pt x="30" y="12"/>
                        </a:lnTo>
                        <a:lnTo>
                          <a:pt x="24" y="18"/>
                        </a:lnTo>
                        <a:lnTo>
                          <a:pt x="0" y="24"/>
                        </a:lnTo>
                        <a:lnTo>
                          <a:pt x="6" y="30"/>
                        </a:lnTo>
                        <a:lnTo>
                          <a:pt x="6" y="42"/>
                        </a:lnTo>
                        <a:lnTo>
                          <a:pt x="18" y="78"/>
                        </a:lnTo>
                        <a:lnTo>
                          <a:pt x="18" y="90"/>
                        </a:lnTo>
                        <a:lnTo>
                          <a:pt x="24" y="102"/>
                        </a:lnTo>
                        <a:lnTo>
                          <a:pt x="30" y="108"/>
                        </a:lnTo>
                        <a:lnTo>
                          <a:pt x="42" y="114"/>
                        </a:lnTo>
                        <a:lnTo>
                          <a:pt x="54" y="114"/>
                        </a:lnTo>
                        <a:lnTo>
                          <a:pt x="66" y="108"/>
                        </a:lnTo>
                        <a:lnTo>
                          <a:pt x="72" y="108"/>
                        </a:lnTo>
                        <a:lnTo>
                          <a:pt x="72" y="114"/>
                        </a:lnTo>
                        <a:lnTo>
                          <a:pt x="78" y="120"/>
                        </a:lnTo>
                        <a:lnTo>
                          <a:pt x="78" y="132"/>
                        </a:lnTo>
                        <a:lnTo>
                          <a:pt x="84" y="144"/>
                        </a:lnTo>
                        <a:lnTo>
                          <a:pt x="84" y="150"/>
                        </a:lnTo>
                        <a:lnTo>
                          <a:pt x="90" y="156"/>
                        </a:lnTo>
                        <a:lnTo>
                          <a:pt x="108" y="132"/>
                        </a:lnTo>
                        <a:lnTo>
                          <a:pt x="126" y="132"/>
                        </a:lnTo>
                        <a:lnTo>
                          <a:pt x="138" y="144"/>
                        </a:lnTo>
                        <a:lnTo>
                          <a:pt x="174" y="144"/>
                        </a:lnTo>
                        <a:lnTo>
                          <a:pt x="174" y="156"/>
                        </a:lnTo>
                        <a:lnTo>
                          <a:pt x="180" y="162"/>
                        </a:lnTo>
                        <a:lnTo>
                          <a:pt x="180" y="174"/>
                        </a:lnTo>
                        <a:lnTo>
                          <a:pt x="186" y="186"/>
                        </a:lnTo>
                        <a:lnTo>
                          <a:pt x="186" y="198"/>
                        </a:lnTo>
                        <a:lnTo>
                          <a:pt x="192" y="204"/>
                        </a:lnTo>
                        <a:lnTo>
                          <a:pt x="192" y="210"/>
                        </a:lnTo>
                        <a:lnTo>
                          <a:pt x="222" y="210"/>
                        </a:lnTo>
                        <a:lnTo>
                          <a:pt x="222" y="168"/>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52" name="Andorra" descr="© INSCALE GmbH, 05.05.2010&#10;http://www.presentationload.com/">
                    <a:extLst>
                      <a:ext uri="{FF2B5EF4-FFF2-40B4-BE49-F238E27FC236}">
                        <a16:creationId xmlns:a16="http://schemas.microsoft.com/office/drawing/2014/main" id="{68620595-AA30-81D8-3DB2-8BCFDA1F87AC}"/>
                      </a:ext>
                    </a:extLst>
                  </p:cNvPr>
                  <p:cNvSpPr>
                    <a:spLocks/>
                  </p:cNvSpPr>
                  <p:nvPr/>
                </p:nvSpPr>
                <p:spPr bwMode="gray">
                  <a:xfrm>
                    <a:off x="2694" y="1698"/>
                    <a:ext cx="8" cy="4"/>
                  </a:xfrm>
                  <a:custGeom>
                    <a:avLst/>
                    <a:gdLst>
                      <a:gd name="T0" fmla="*/ 2147483647 w 30"/>
                      <a:gd name="T1" fmla="*/ 2147483647 h 18"/>
                      <a:gd name="T2" fmla="*/ 2147483647 w 30"/>
                      <a:gd name="T3" fmla="*/ 2147483647 h 18"/>
                      <a:gd name="T4" fmla="*/ 2147483647 w 30"/>
                      <a:gd name="T5" fmla="*/ 2147483647 h 18"/>
                      <a:gd name="T6" fmla="*/ 2147483647 w 30"/>
                      <a:gd name="T7" fmla="*/ 0 h 18"/>
                      <a:gd name="T8" fmla="*/ 0 w 30"/>
                      <a:gd name="T9" fmla="*/ 0 h 18"/>
                      <a:gd name="T10" fmla="*/ 2147483647 w 30"/>
                      <a:gd name="T11" fmla="*/ 2147483647 h 18"/>
                      <a:gd name="T12" fmla="*/ 0 60000 65536"/>
                      <a:gd name="T13" fmla="*/ 0 60000 65536"/>
                      <a:gd name="T14" fmla="*/ 0 60000 65536"/>
                      <a:gd name="T15" fmla="*/ 0 60000 65536"/>
                      <a:gd name="T16" fmla="*/ 0 60000 65536"/>
                      <a:gd name="T17" fmla="*/ 0 60000 65536"/>
                      <a:gd name="T18" fmla="*/ 0 w 30"/>
                      <a:gd name="T19" fmla="*/ 0 h 18"/>
                      <a:gd name="T20" fmla="*/ 30 w 30"/>
                      <a:gd name="T21" fmla="*/ 18 h 18"/>
                    </a:gdLst>
                    <a:ahLst/>
                    <a:cxnLst>
                      <a:cxn ang="T12">
                        <a:pos x="T0" y="T1"/>
                      </a:cxn>
                      <a:cxn ang="T13">
                        <a:pos x="T2" y="T3"/>
                      </a:cxn>
                      <a:cxn ang="T14">
                        <a:pos x="T4" y="T5"/>
                      </a:cxn>
                      <a:cxn ang="T15">
                        <a:pos x="T6" y="T7"/>
                      </a:cxn>
                      <a:cxn ang="T16">
                        <a:pos x="T8" y="T9"/>
                      </a:cxn>
                      <a:cxn ang="T17">
                        <a:pos x="T10" y="T11"/>
                      </a:cxn>
                    </a:cxnLst>
                    <a:rect l="T18" t="T19" r="T20" b="T21"/>
                    <a:pathLst>
                      <a:path w="30" h="18">
                        <a:moveTo>
                          <a:pt x="6" y="18"/>
                        </a:moveTo>
                        <a:lnTo>
                          <a:pt x="18" y="12"/>
                        </a:lnTo>
                        <a:lnTo>
                          <a:pt x="30" y="12"/>
                        </a:lnTo>
                        <a:lnTo>
                          <a:pt x="30" y="0"/>
                        </a:lnTo>
                        <a:lnTo>
                          <a:pt x="0" y="0"/>
                        </a:lnTo>
                        <a:lnTo>
                          <a:pt x="6" y="18"/>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53" name="Albania" descr="© INSCALE GmbH, 05.05.2010&#10;http://www.presentationload.com/">
                    <a:extLst>
                      <a:ext uri="{FF2B5EF4-FFF2-40B4-BE49-F238E27FC236}">
                        <a16:creationId xmlns:a16="http://schemas.microsoft.com/office/drawing/2014/main" id="{FEFAD6AE-68A1-1017-455D-FCE5B47F3D13}"/>
                      </a:ext>
                    </a:extLst>
                  </p:cNvPr>
                  <p:cNvSpPr>
                    <a:spLocks/>
                  </p:cNvSpPr>
                  <p:nvPr/>
                </p:nvSpPr>
                <p:spPr bwMode="gray">
                  <a:xfrm>
                    <a:off x="2983" y="1698"/>
                    <a:ext cx="36" cy="62"/>
                  </a:xfrm>
                  <a:custGeom>
                    <a:avLst/>
                    <a:gdLst>
                      <a:gd name="T0" fmla="*/ 2147483647 w 144"/>
                      <a:gd name="T1" fmla="*/ 2147483647 h 246"/>
                      <a:gd name="T2" fmla="*/ 2147483647 w 144"/>
                      <a:gd name="T3" fmla="*/ 2147483647 h 246"/>
                      <a:gd name="T4" fmla="*/ 2147483647 w 144"/>
                      <a:gd name="T5" fmla="*/ 2147483647 h 246"/>
                      <a:gd name="T6" fmla="*/ 2147483647 w 144"/>
                      <a:gd name="T7" fmla="*/ 2147483647 h 246"/>
                      <a:gd name="T8" fmla="*/ 2147483647 w 144"/>
                      <a:gd name="T9" fmla="*/ 2147483647 h 246"/>
                      <a:gd name="T10" fmla="*/ 2147483647 w 144"/>
                      <a:gd name="T11" fmla="*/ 2147483647 h 246"/>
                      <a:gd name="T12" fmla="*/ 2147483647 w 144"/>
                      <a:gd name="T13" fmla="*/ 2147483647 h 246"/>
                      <a:gd name="T14" fmla="*/ 2147483647 w 144"/>
                      <a:gd name="T15" fmla="*/ 2147483647 h 246"/>
                      <a:gd name="T16" fmla="*/ 2147483647 w 144"/>
                      <a:gd name="T17" fmla="*/ 2147483647 h 246"/>
                      <a:gd name="T18" fmla="*/ 2147483647 w 144"/>
                      <a:gd name="T19" fmla="*/ 2147483647 h 246"/>
                      <a:gd name="T20" fmla="*/ 2147483647 w 144"/>
                      <a:gd name="T21" fmla="*/ 2147483647 h 246"/>
                      <a:gd name="T22" fmla="*/ 2147483647 w 144"/>
                      <a:gd name="T23" fmla="*/ 2147483647 h 246"/>
                      <a:gd name="T24" fmla="*/ 2147483647 w 144"/>
                      <a:gd name="T25" fmla="*/ 2147483647 h 246"/>
                      <a:gd name="T26" fmla="*/ 2147483647 w 144"/>
                      <a:gd name="T27" fmla="*/ 2147483647 h 246"/>
                      <a:gd name="T28" fmla="*/ 2147483647 w 144"/>
                      <a:gd name="T29" fmla="*/ 2147483647 h 246"/>
                      <a:gd name="T30" fmla="*/ 2147483647 w 144"/>
                      <a:gd name="T31" fmla="*/ 2147483647 h 246"/>
                      <a:gd name="T32" fmla="*/ 2147483647 w 144"/>
                      <a:gd name="T33" fmla="*/ 2147483647 h 246"/>
                      <a:gd name="T34" fmla="*/ 2147483647 w 144"/>
                      <a:gd name="T35" fmla="*/ 2147483647 h 246"/>
                      <a:gd name="T36" fmla="*/ 2147483647 w 144"/>
                      <a:gd name="T37" fmla="*/ 2147483647 h 246"/>
                      <a:gd name="T38" fmla="*/ 2147483647 w 144"/>
                      <a:gd name="T39" fmla="*/ 0 h 246"/>
                      <a:gd name="T40" fmla="*/ 2147483647 w 144"/>
                      <a:gd name="T41" fmla="*/ 2147483647 h 246"/>
                      <a:gd name="T42" fmla="*/ 2147483647 w 144"/>
                      <a:gd name="T43" fmla="*/ 2147483647 h 246"/>
                      <a:gd name="T44" fmla="*/ 0 w 144"/>
                      <a:gd name="T45" fmla="*/ 2147483647 h 246"/>
                      <a:gd name="T46" fmla="*/ 2147483647 w 144"/>
                      <a:gd name="T47" fmla="*/ 2147483647 h 246"/>
                      <a:gd name="T48" fmla="*/ 2147483647 w 144"/>
                      <a:gd name="T49" fmla="*/ 2147483647 h 246"/>
                      <a:gd name="T50" fmla="*/ 2147483647 w 144"/>
                      <a:gd name="T51" fmla="*/ 2147483647 h 246"/>
                      <a:gd name="T52" fmla="*/ 2147483647 w 144"/>
                      <a:gd name="T53" fmla="*/ 2147483647 h 246"/>
                      <a:gd name="T54" fmla="*/ 2147483647 w 144"/>
                      <a:gd name="T55" fmla="*/ 2147483647 h 246"/>
                      <a:gd name="T56" fmla="*/ 2147483647 w 144"/>
                      <a:gd name="T57" fmla="*/ 2147483647 h 246"/>
                      <a:gd name="T58" fmla="*/ 2147483647 w 144"/>
                      <a:gd name="T59" fmla="*/ 2147483647 h 246"/>
                      <a:gd name="T60" fmla="*/ 2147483647 w 144"/>
                      <a:gd name="T61" fmla="*/ 2147483647 h 246"/>
                      <a:gd name="T62" fmla="*/ 2147483647 w 144"/>
                      <a:gd name="T63" fmla="*/ 2147483647 h 246"/>
                      <a:gd name="T64" fmla="*/ 2147483647 w 144"/>
                      <a:gd name="T65" fmla="*/ 2147483647 h 246"/>
                      <a:gd name="T66" fmla="*/ 2147483647 w 144"/>
                      <a:gd name="T67" fmla="*/ 2147483647 h 246"/>
                      <a:gd name="T68" fmla="*/ 2147483647 w 144"/>
                      <a:gd name="T69" fmla="*/ 2147483647 h 246"/>
                      <a:gd name="T70" fmla="*/ 2147483647 w 144"/>
                      <a:gd name="T71" fmla="*/ 2147483647 h 246"/>
                      <a:gd name="T72" fmla="*/ 2147483647 w 144"/>
                      <a:gd name="T73" fmla="*/ 2147483647 h 246"/>
                      <a:gd name="T74" fmla="*/ 2147483647 w 144"/>
                      <a:gd name="T75" fmla="*/ 2147483647 h 246"/>
                      <a:gd name="T76" fmla="*/ 2147483647 w 144"/>
                      <a:gd name="T77" fmla="*/ 2147483647 h 246"/>
                      <a:gd name="T78" fmla="*/ 2147483647 w 144"/>
                      <a:gd name="T79" fmla="*/ 2147483647 h 246"/>
                      <a:gd name="T80" fmla="*/ 2147483647 w 144"/>
                      <a:gd name="T81" fmla="*/ 2147483647 h 246"/>
                      <a:gd name="T82" fmla="*/ 2147483647 w 144"/>
                      <a:gd name="T83" fmla="*/ 2147483647 h 246"/>
                      <a:gd name="T84" fmla="*/ 2147483647 w 144"/>
                      <a:gd name="T85" fmla="*/ 2147483647 h 246"/>
                      <a:gd name="T86" fmla="*/ 2147483647 w 144"/>
                      <a:gd name="T87" fmla="*/ 2147483647 h 246"/>
                      <a:gd name="T88" fmla="*/ 2147483647 w 144"/>
                      <a:gd name="T89" fmla="*/ 2147483647 h 24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144"/>
                      <a:gd name="T136" fmla="*/ 0 h 246"/>
                      <a:gd name="T137" fmla="*/ 144 w 144"/>
                      <a:gd name="T138" fmla="*/ 246 h 24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144" h="246">
                        <a:moveTo>
                          <a:pt x="96" y="210"/>
                        </a:moveTo>
                        <a:lnTo>
                          <a:pt x="96" y="204"/>
                        </a:lnTo>
                        <a:lnTo>
                          <a:pt x="108" y="204"/>
                        </a:lnTo>
                        <a:lnTo>
                          <a:pt x="120" y="198"/>
                        </a:lnTo>
                        <a:lnTo>
                          <a:pt x="120" y="174"/>
                        </a:lnTo>
                        <a:lnTo>
                          <a:pt x="138" y="174"/>
                        </a:lnTo>
                        <a:lnTo>
                          <a:pt x="144" y="168"/>
                        </a:lnTo>
                        <a:lnTo>
                          <a:pt x="144" y="138"/>
                        </a:lnTo>
                        <a:lnTo>
                          <a:pt x="120" y="144"/>
                        </a:lnTo>
                        <a:lnTo>
                          <a:pt x="120" y="126"/>
                        </a:lnTo>
                        <a:lnTo>
                          <a:pt x="114" y="126"/>
                        </a:lnTo>
                        <a:lnTo>
                          <a:pt x="108" y="120"/>
                        </a:lnTo>
                        <a:lnTo>
                          <a:pt x="108" y="96"/>
                        </a:lnTo>
                        <a:lnTo>
                          <a:pt x="102" y="84"/>
                        </a:lnTo>
                        <a:lnTo>
                          <a:pt x="102" y="42"/>
                        </a:lnTo>
                        <a:lnTo>
                          <a:pt x="96" y="24"/>
                        </a:lnTo>
                        <a:lnTo>
                          <a:pt x="84" y="24"/>
                        </a:lnTo>
                        <a:lnTo>
                          <a:pt x="72" y="6"/>
                        </a:lnTo>
                        <a:lnTo>
                          <a:pt x="66" y="12"/>
                        </a:lnTo>
                        <a:lnTo>
                          <a:pt x="36" y="0"/>
                        </a:lnTo>
                        <a:lnTo>
                          <a:pt x="36" y="18"/>
                        </a:lnTo>
                        <a:lnTo>
                          <a:pt x="24" y="24"/>
                        </a:lnTo>
                        <a:lnTo>
                          <a:pt x="0" y="24"/>
                        </a:lnTo>
                        <a:lnTo>
                          <a:pt x="18" y="36"/>
                        </a:lnTo>
                        <a:lnTo>
                          <a:pt x="24" y="30"/>
                        </a:lnTo>
                        <a:lnTo>
                          <a:pt x="30" y="48"/>
                        </a:lnTo>
                        <a:lnTo>
                          <a:pt x="18" y="60"/>
                        </a:lnTo>
                        <a:lnTo>
                          <a:pt x="24" y="66"/>
                        </a:lnTo>
                        <a:lnTo>
                          <a:pt x="48" y="66"/>
                        </a:lnTo>
                        <a:lnTo>
                          <a:pt x="48" y="84"/>
                        </a:lnTo>
                        <a:lnTo>
                          <a:pt x="42" y="96"/>
                        </a:lnTo>
                        <a:lnTo>
                          <a:pt x="42" y="114"/>
                        </a:lnTo>
                        <a:lnTo>
                          <a:pt x="36" y="132"/>
                        </a:lnTo>
                        <a:lnTo>
                          <a:pt x="36" y="156"/>
                        </a:lnTo>
                        <a:lnTo>
                          <a:pt x="24" y="180"/>
                        </a:lnTo>
                        <a:lnTo>
                          <a:pt x="24" y="186"/>
                        </a:lnTo>
                        <a:lnTo>
                          <a:pt x="42" y="204"/>
                        </a:lnTo>
                        <a:lnTo>
                          <a:pt x="54" y="210"/>
                        </a:lnTo>
                        <a:lnTo>
                          <a:pt x="60" y="216"/>
                        </a:lnTo>
                        <a:lnTo>
                          <a:pt x="60" y="234"/>
                        </a:lnTo>
                        <a:lnTo>
                          <a:pt x="66" y="240"/>
                        </a:lnTo>
                        <a:lnTo>
                          <a:pt x="84" y="240"/>
                        </a:lnTo>
                        <a:lnTo>
                          <a:pt x="90" y="246"/>
                        </a:lnTo>
                        <a:lnTo>
                          <a:pt x="96" y="246"/>
                        </a:lnTo>
                        <a:lnTo>
                          <a:pt x="96" y="21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54" name="Zimbabwe" descr="© INSCALE GmbH, 05.05.2010&#10;http://www.presentationload.com/">
                    <a:extLst>
                      <a:ext uri="{FF2B5EF4-FFF2-40B4-BE49-F238E27FC236}">
                        <a16:creationId xmlns:a16="http://schemas.microsoft.com/office/drawing/2014/main" id="{CAC43AFA-68FE-F4C3-BC62-55AD7195DBDC}"/>
                      </a:ext>
                    </a:extLst>
                  </p:cNvPr>
                  <p:cNvSpPr>
                    <a:spLocks/>
                  </p:cNvSpPr>
                  <p:nvPr/>
                </p:nvSpPr>
                <p:spPr bwMode="gray">
                  <a:xfrm>
                    <a:off x="3107" y="2888"/>
                    <a:ext cx="139" cy="140"/>
                  </a:xfrm>
                  <a:custGeom>
                    <a:avLst/>
                    <a:gdLst>
                      <a:gd name="T0" fmla="*/ 2147483647 w 552"/>
                      <a:gd name="T1" fmla="*/ 2147483647 h 552"/>
                      <a:gd name="T2" fmla="*/ 2147483647 w 552"/>
                      <a:gd name="T3" fmla="*/ 2147483647 h 552"/>
                      <a:gd name="T4" fmla="*/ 2147483647 w 552"/>
                      <a:gd name="T5" fmla="*/ 2147483647 h 552"/>
                      <a:gd name="T6" fmla="*/ 2147483647 w 552"/>
                      <a:gd name="T7" fmla="*/ 2147483647 h 552"/>
                      <a:gd name="T8" fmla="*/ 2147483647 w 552"/>
                      <a:gd name="T9" fmla="*/ 2147483647 h 552"/>
                      <a:gd name="T10" fmla="*/ 2147483647 w 552"/>
                      <a:gd name="T11" fmla="*/ 2147483647 h 552"/>
                      <a:gd name="T12" fmla="*/ 2147483647 w 552"/>
                      <a:gd name="T13" fmla="*/ 2147483647 h 552"/>
                      <a:gd name="T14" fmla="*/ 2147483647 w 552"/>
                      <a:gd name="T15" fmla="*/ 2147483647 h 552"/>
                      <a:gd name="T16" fmla="*/ 2147483647 w 552"/>
                      <a:gd name="T17" fmla="*/ 2147483647 h 552"/>
                      <a:gd name="T18" fmla="*/ 2147483647 w 552"/>
                      <a:gd name="T19" fmla="*/ 2147483647 h 552"/>
                      <a:gd name="T20" fmla="*/ 2147483647 w 552"/>
                      <a:gd name="T21" fmla="*/ 2147483647 h 552"/>
                      <a:gd name="T22" fmla="*/ 2147483647 w 552"/>
                      <a:gd name="T23" fmla="*/ 2147483647 h 552"/>
                      <a:gd name="T24" fmla="*/ 2147483647 w 552"/>
                      <a:gd name="T25" fmla="*/ 2147483647 h 552"/>
                      <a:gd name="T26" fmla="*/ 2147483647 w 552"/>
                      <a:gd name="T27" fmla="*/ 2147483647 h 552"/>
                      <a:gd name="T28" fmla="*/ 2147483647 w 552"/>
                      <a:gd name="T29" fmla="*/ 2147483647 h 552"/>
                      <a:gd name="T30" fmla="*/ 2147483647 w 552"/>
                      <a:gd name="T31" fmla="*/ 2147483647 h 552"/>
                      <a:gd name="T32" fmla="*/ 2147483647 w 552"/>
                      <a:gd name="T33" fmla="*/ 2147483647 h 552"/>
                      <a:gd name="T34" fmla="*/ 2147483647 w 552"/>
                      <a:gd name="T35" fmla="*/ 2147483647 h 552"/>
                      <a:gd name="T36" fmla="*/ 2147483647 w 552"/>
                      <a:gd name="T37" fmla="*/ 2147483647 h 552"/>
                      <a:gd name="T38" fmla="*/ 2147483647 w 552"/>
                      <a:gd name="T39" fmla="*/ 2147483647 h 552"/>
                      <a:gd name="T40" fmla="*/ 2147483647 w 552"/>
                      <a:gd name="T41" fmla="*/ 2147483647 h 552"/>
                      <a:gd name="T42" fmla="*/ 2147483647 w 552"/>
                      <a:gd name="T43" fmla="*/ 2147483647 h 552"/>
                      <a:gd name="T44" fmla="*/ 2147483647 w 552"/>
                      <a:gd name="T45" fmla="*/ 2147483647 h 552"/>
                      <a:gd name="T46" fmla="*/ 2147483647 w 552"/>
                      <a:gd name="T47" fmla="*/ 2147483647 h 552"/>
                      <a:gd name="T48" fmla="*/ 2147483647 w 552"/>
                      <a:gd name="T49" fmla="*/ 2147483647 h 552"/>
                      <a:gd name="T50" fmla="*/ 2147483647 w 552"/>
                      <a:gd name="T51" fmla="*/ 2147483647 h 552"/>
                      <a:gd name="T52" fmla="*/ 2147483647 w 552"/>
                      <a:gd name="T53" fmla="*/ 2147483647 h 552"/>
                      <a:gd name="T54" fmla="*/ 2147483647 w 552"/>
                      <a:gd name="T55" fmla="*/ 2147483647 h 552"/>
                      <a:gd name="T56" fmla="*/ 2147483647 w 552"/>
                      <a:gd name="T57" fmla="*/ 2147483647 h 552"/>
                      <a:gd name="T58" fmla="*/ 2147483647 w 552"/>
                      <a:gd name="T59" fmla="*/ 2147483647 h 552"/>
                      <a:gd name="T60" fmla="*/ 2147483647 w 552"/>
                      <a:gd name="T61" fmla="*/ 2147483647 h 552"/>
                      <a:gd name="T62" fmla="*/ 2147483647 w 552"/>
                      <a:gd name="T63" fmla="*/ 2147483647 h 552"/>
                      <a:gd name="T64" fmla="*/ 2147483647 w 552"/>
                      <a:gd name="T65" fmla="*/ 2147483647 h 552"/>
                      <a:gd name="T66" fmla="*/ 2147483647 w 552"/>
                      <a:gd name="T67" fmla="*/ 2147483647 h 552"/>
                      <a:gd name="T68" fmla="*/ 2147483647 w 552"/>
                      <a:gd name="T69" fmla="*/ 2147483647 h 552"/>
                      <a:gd name="T70" fmla="*/ 2147483647 w 552"/>
                      <a:gd name="T71" fmla="*/ 2147483647 h 552"/>
                      <a:gd name="T72" fmla="*/ 2147483647 w 552"/>
                      <a:gd name="T73" fmla="*/ 2147483647 h 552"/>
                      <a:gd name="T74" fmla="*/ 2147483647 w 552"/>
                      <a:gd name="T75" fmla="*/ 0 h 552"/>
                      <a:gd name="T76" fmla="*/ 2147483647 w 552"/>
                      <a:gd name="T77" fmla="*/ 2147483647 h 552"/>
                      <a:gd name="T78" fmla="*/ 2147483647 w 552"/>
                      <a:gd name="T79" fmla="*/ 2147483647 h 552"/>
                      <a:gd name="T80" fmla="*/ 2147483647 w 552"/>
                      <a:gd name="T81" fmla="*/ 2147483647 h 552"/>
                      <a:gd name="T82" fmla="*/ 2147483647 w 552"/>
                      <a:gd name="T83" fmla="*/ 2147483647 h 552"/>
                      <a:gd name="T84" fmla="*/ 2147483647 w 552"/>
                      <a:gd name="T85" fmla="*/ 2147483647 h 552"/>
                      <a:gd name="T86" fmla="*/ 2147483647 w 552"/>
                      <a:gd name="T87" fmla="*/ 2147483647 h 552"/>
                      <a:gd name="T88" fmla="*/ 2147483647 w 552"/>
                      <a:gd name="T89" fmla="*/ 2147483647 h 552"/>
                      <a:gd name="T90" fmla="*/ 2147483647 w 552"/>
                      <a:gd name="T91" fmla="*/ 2147483647 h 552"/>
                      <a:gd name="T92" fmla="*/ 2147483647 w 552"/>
                      <a:gd name="T93" fmla="*/ 2147483647 h 552"/>
                      <a:gd name="T94" fmla="*/ 2147483647 w 552"/>
                      <a:gd name="T95" fmla="*/ 2147483647 h 552"/>
                      <a:gd name="T96" fmla="*/ 2147483647 w 552"/>
                      <a:gd name="T97" fmla="*/ 2147483647 h 552"/>
                      <a:gd name="T98" fmla="*/ 2147483647 w 552"/>
                      <a:gd name="T99" fmla="*/ 2147483647 h 552"/>
                      <a:gd name="T100" fmla="*/ 2147483647 w 552"/>
                      <a:gd name="T101" fmla="*/ 2147483647 h 552"/>
                      <a:gd name="T102" fmla="*/ 2147483647 w 552"/>
                      <a:gd name="T103" fmla="*/ 2147483647 h 55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52"/>
                      <a:gd name="T157" fmla="*/ 0 h 552"/>
                      <a:gd name="T158" fmla="*/ 552 w 552"/>
                      <a:gd name="T159" fmla="*/ 552 h 55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52" h="552">
                        <a:moveTo>
                          <a:pt x="18" y="204"/>
                        </a:moveTo>
                        <a:lnTo>
                          <a:pt x="18" y="234"/>
                        </a:lnTo>
                        <a:lnTo>
                          <a:pt x="30" y="234"/>
                        </a:lnTo>
                        <a:lnTo>
                          <a:pt x="36" y="240"/>
                        </a:lnTo>
                        <a:lnTo>
                          <a:pt x="48" y="264"/>
                        </a:lnTo>
                        <a:lnTo>
                          <a:pt x="54" y="270"/>
                        </a:lnTo>
                        <a:lnTo>
                          <a:pt x="54" y="294"/>
                        </a:lnTo>
                        <a:lnTo>
                          <a:pt x="72" y="330"/>
                        </a:lnTo>
                        <a:lnTo>
                          <a:pt x="84" y="336"/>
                        </a:lnTo>
                        <a:lnTo>
                          <a:pt x="102" y="354"/>
                        </a:lnTo>
                        <a:lnTo>
                          <a:pt x="132" y="354"/>
                        </a:lnTo>
                        <a:lnTo>
                          <a:pt x="138" y="360"/>
                        </a:lnTo>
                        <a:lnTo>
                          <a:pt x="138" y="390"/>
                        </a:lnTo>
                        <a:lnTo>
                          <a:pt x="168" y="390"/>
                        </a:lnTo>
                        <a:lnTo>
                          <a:pt x="174" y="414"/>
                        </a:lnTo>
                        <a:lnTo>
                          <a:pt x="168" y="420"/>
                        </a:lnTo>
                        <a:lnTo>
                          <a:pt x="168" y="450"/>
                        </a:lnTo>
                        <a:lnTo>
                          <a:pt x="186" y="450"/>
                        </a:lnTo>
                        <a:lnTo>
                          <a:pt x="186" y="480"/>
                        </a:lnTo>
                        <a:lnTo>
                          <a:pt x="198" y="480"/>
                        </a:lnTo>
                        <a:lnTo>
                          <a:pt x="216" y="486"/>
                        </a:lnTo>
                        <a:lnTo>
                          <a:pt x="228" y="486"/>
                        </a:lnTo>
                        <a:lnTo>
                          <a:pt x="246" y="492"/>
                        </a:lnTo>
                        <a:lnTo>
                          <a:pt x="264" y="510"/>
                        </a:lnTo>
                        <a:lnTo>
                          <a:pt x="270" y="522"/>
                        </a:lnTo>
                        <a:lnTo>
                          <a:pt x="270" y="528"/>
                        </a:lnTo>
                        <a:lnTo>
                          <a:pt x="252" y="528"/>
                        </a:lnTo>
                        <a:lnTo>
                          <a:pt x="312" y="528"/>
                        </a:lnTo>
                        <a:lnTo>
                          <a:pt x="324" y="534"/>
                        </a:lnTo>
                        <a:lnTo>
                          <a:pt x="330" y="534"/>
                        </a:lnTo>
                        <a:lnTo>
                          <a:pt x="342" y="540"/>
                        </a:lnTo>
                        <a:lnTo>
                          <a:pt x="402" y="540"/>
                        </a:lnTo>
                        <a:lnTo>
                          <a:pt x="420" y="552"/>
                        </a:lnTo>
                        <a:lnTo>
                          <a:pt x="486" y="468"/>
                        </a:lnTo>
                        <a:lnTo>
                          <a:pt x="504" y="462"/>
                        </a:lnTo>
                        <a:lnTo>
                          <a:pt x="492" y="444"/>
                        </a:lnTo>
                        <a:lnTo>
                          <a:pt x="504" y="432"/>
                        </a:lnTo>
                        <a:lnTo>
                          <a:pt x="504" y="402"/>
                        </a:lnTo>
                        <a:lnTo>
                          <a:pt x="516" y="396"/>
                        </a:lnTo>
                        <a:lnTo>
                          <a:pt x="528" y="384"/>
                        </a:lnTo>
                        <a:lnTo>
                          <a:pt x="528" y="372"/>
                        </a:lnTo>
                        <a:lnTo>
                          <a:pt x="540" y="360"/>
                        </a:lnTo>
                        <a:lnTo>
                          <a:pt x="546" y="348"/>
                        </a:lnTo>
                        <a:lnTo>
                          <a:pt x="546" y="342"/>
                        </a:lnTo>
                        <a:lnTo>
                          <a:pt x="522" y="318"/>
                        </a:lnTo>
                        <a:lnTo>
                          <a:pt x="522" y="306"/>
                        </a:lnTo>
                        <a:lnTo>
                          <a:pt x="540" y="288"/>
                        </a:lnTo>
                        <a:lnTo>
                          <a:pt x="522" y="264"/>
                        </a:lnTo>
                        <a:lnTo>
                          <a:pt x="540" y="252"/>
                        </a:lnTo>
                        <a:lnTo>
                          <a:pt x="540" y="240"/>
                        </a:lnTo>
                        <a:lnTo>
                          <a:pt x="546" y="240"/>
                        </a:lnTo>
                        <a:lnTo>
                          <a:pt x="546" y="234"/>
                        </a:lnTo>
                        <a:lnTo>
                          <a:pt x="552" y="228"/>
                        </a:lnTo>
                        <a:lnTo>
                          <a:pt x="552" y="216"/>
                        </a:lnTo>
                        <a:lnTo>
                          <a:pt x="540" y="192"/>
                        </a:lnTo>
                        <a:lnTo>
                          <a:pt x="540" y="180"/>
                        </a:lnTo>
                        <a:lnTo>
                          <a:pt x="546" y="174"/>
                        </a:lnTo>
                        <a:lnTo>
                          <a:pt x="546" y="168"/>
                        </a:lnTo>
                        <a:lnTo>
                          <a:pt x="552" y="162"/>
                        </a:lnTo>
                        <a:lnTo>
                          <a:pt x="540" y="150"/>
                        </a:lnTo>
                        <a:lnTo>
                          <a:pt x="552" y="138"/>
                        </a:lnTo>
                        <a:lnTo>
                          <a:pt x="540" y="120"/>
                        </a:lnTo>
                        <a:lnTo>
                          <a:pt x="546" y="114"/>
                        </a:lnTo>
                        <a:lnTo>
                          <a:pt x="552" y="102"/>
                        </a:lnTo>
                        <a:lnTo>
                          <a:pt x="552" y="96"/>
                        </a:lnTo>
                        <a:lnTo>
                          <a:pt x="540" y="84"/>
                        </a:lnTo>
                        <a:lnTo>
                          <a:pt x="528" y="84"/>
                        </a:lnTo>
                        <a:lnTo>
                          <a:pt x="510" y="66"/>
                        </a:lnTo>
                        <a:lnTo>
                          <a:pt x="498" y="66"/>
                        </a:lnTo>
                        <a:lnTo>
                          <a:pt x="486" y="72"/>
                        </a:lnTo>
                        <a:lnTo>
                          <a:pt x="480" y="72"/>
                        </a:lnTo>
                        <a:lnTo>
                          <a:pt x="462" y="48"/>
                        </a:lnTo>
                        <a:lnTo>
                          <a:pt x="444" y="48"/>
                        </a:lnTo>
                        <a:lnTo>
                          <a:pt x="432" y="30"/>
                        </a:lnTo>
                        <a:lnTo>
                          <a:pt x="372" y="30"/>
                        </a:lnTo>
                        <a:lnTo>
                          <a:pt x="366" y="0"/>
                        </a:lnTo>
                        <a:lnTo>
                          <a:pt x="330" y="0"/>
                        </a:lnTo>
                        <a:lnTo>
                          <a:pt x="294" y="12"/>
                        </a:lnTo>
                        <a:lnTo>
                          <a:pt x="282" y="24"/>
                        </a:lnTo>
                        <a:lnTo>
                          <a:pt x="258" y="36"/>
                        </a:lnTo>
                        <a:lnTo>
                          <a:pt x="258" y="72"/>
                        </a:lnTo>
                        <a:lnTo>
                          <a:pt x="252" y="78"/>
                        </a:lnTo>
                        <a:lnTo>
                          <a:pt x="240" y="78"/>
                        </a:lnTo>
                        <a:lnTo>
                          <a:pt x="228" y="84"/>
                        </a:lnTo>
                        <a:lnTo>
                          <a:pt x="210" y="90"/>
                        </a:lnTo>
                        <a:lnTo>
                          <a:pt x="198" y="96"/>
                        </a:lnTo>
                        <a:lnTo>
                          <a:pt x="192" y="102"/>
                        </a:lnTo>
                        <a:lnTo>
                          <a:pt x="180" y="126"/>
                        </a:lnTo>
                        <a:lnTo>
                          <a:pt x="174" y="132"/>
                        </a:lnTo>
                        <a:lnTo>
                          <a:pt x="174" y="138"/>
                        </a:lnTo>
                        <a:lnTo>
                          <a:pt x="168" y="144"/>
                        </a:lnTo>
                        <a:lnTo>
                          <a:pt x="162" y="156"/>
                        </a:lnTo>
                        <a:lnTo>
                          <a:pt x="132" y="186"/>
                        </a:lnTo>
                        <a:lnTo>
                          <a:pt x="108" y="198"/>
                        </a:lnTo>
                        <a:lnTo>
                          <a:pt x="90" y="198"/>
                        </a:lnTo>
                        <a:lnTo>
                          <a:pt x="90" y="192"/>
                        </a:lnTo>
                        <a:lnTo>
                          <a:pt x="78" y="180"/>
                        </a:lnTo>
                        <a:lnTo>
                          <a:pt x="66" y="180"/>
                        </a:lnTo>
                        <a:lnTo>
                          <a:pt x="66" y="192"/>
                        </a:lnTo>
                        <a:lnTo>
                          <a:pt x="54" y="192"/>
                        </a:lnTo>
                        <a:lnTo>
                          <a:pt x="42" y="180"/>
                        </a:lnTo>
                        <a:lnTo>
                          <a:pt x="42" y="174"/>
                        </a:lnTo>
                        <a:lnTo>
                          <a:pt x="0" y="174"/>
                        </a:lnTo>
                        <a:lnTo>
                          <a:pt x="6" y="192"/>
                        </a:lnTo>
                        <a:lnTo>
                          <a:pt x="18" y="20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55" name="Zambia" descr="© INSCALE GmbH, 05.05.2010&#10;http://www.presentationload.com/">
                    <a:extLst>
                      <a:ext uri="{FF2B5EF4-FFF2-40B4-BE49-F238E27FC236}">
                        <a16:creationId xmlns:a16="http://schemas.microsoft.com/office/drawing/2014/main" id="{C4A3D627-ABA3-1C8A-0AD6-FBA00E7F077D}"/>
                      </a:ext>
                    </a:extLst>
                  </p:cNvPr>
                  <p:cNvSpPr>
                    <a:spLocks/>
                  </p:cNvSpPr>
                  <p:nvPr/>
                </p:nvSpPr>
                <p:spPr bwMode="gray">
                  <a:xfrm>
                    <a:off x="3050" y="2735"/>
                    <a:ext cx="211" cy="202"/>
                  </a:xfrm>
                  <a:custGeom>
                    <a:avLst/>
                    <a:gdLst>
                      <a:gd name="T0" fmla="*/ 2147483647 w 834"/>
                      <a:gd name="T1" fmla="*/ 2147483647 h 798"/>
                      <a:gd name="T2" fmla="*/ 2147483647 w 834"/>
                      <a:gd name="T3" fmla="*/ 2147483647 h 798"/>
                      <a:gd name="T4" fmla="*/ 2147483647 w 834"/>
                      <a:gd name="T5" fmla="*/ 2147483647 h 798"/>
                      <a:gd name="T6" fmla="*/ 2147483647 w 834"/>
                      <a:gd name="T7" fmla="*/ 2147483647 h 798"/>
                      <a:gd name="T8" fmla="*/ 2147483647 w 834"/>
                      <a:gd name="T9" fmla="*/ 2147483647 h 798"/>
                      <a:gd name="T10" fmla="*/ 2147483647 w 834"/>
                      <a:gd name="T11" fmla="*/ 2147483647 h 798"/>
                      <a:gd name="T12" fmla="*/ 2147483647 w 834"/>
                      <a:gd name="T13" fmla="*/ 2147483647 h 798"/>
                      <a:gd name="T14" fmla="*/ 2147483647 w 834"/>
                      <a:gd name="T15" fmla="*/ 2147483647 h 798"/>
                      <a:gd name="T16" fmla="*/ 2147483647 w 834"/>
                      <a:gd name="T17" fmla="*/ 2147483647 h 798"/>
                      <a:gd name="T18" fmla="*/ 2147483647 w 834"/>
                      <a:gd name="T19" fmla="*/ 2147483647 h 798"/>
                      <a:gd name="T20" fmla="*/ 2147483647 w 834"/>
                      <a:gd name="T21" fmla="*/ 2147483647 h 798"/>
                      <a:gd name="T22" fmla="*/ 2147483647 w 834"/>
                      <a:gd name="T23" fmla="*/ 2147483647 h 798"/>
                      <a:gd name="T24" fmla="*/ 2147483647 w 834"/>
                      <a:gd name="T25" fmla="*/ 2147483647 h 798"/>
                      <a:gd name="T26" fmla="*/ 2147483647 w 834"/>
                      <a:gd name="T27" fmla="*/ 2147483647 h 798"/>
                      <a:gd name="T28" fmla="*/ 2147483647 w 834"/>
                      <a:gd name="T29" fmla="*/ 2147483647 h 798"/>
                      <a:gd name="T30" fmla="*/ 2147483647 w 834"/>
                      <a:gd name="T31" fmla="*/ 2147483647 h 798"/>
                      <a:gd name="T32" fmla="*/ 2147483647 w 834"/>
                      <a:gd name="T33" fmla="*/ 2147483647 h 798"/>
                      <a:gd name="T34" fmla="*/ 2147483647 w 834"/>
                      <a:gd name="T35" fmla="*/ 2147483647 h 798"/>
                      <a:gd name="T36" fmla="*/ 2147483647 w 834"/>
                      <a:gd name="T37" fmla="*/ 2147483647 h 798"/>
                      <a:gd name="T38" fmla="*/ 2147483647 w 834"/>
                      <a:gd name="T39" fmla="*/ 2147483647 h 798"/>
                      <a:gd name="T40" fmla="*/ 2147483647 w 834"/>
                      <a:gd name="T41" fmla="*/ 2147483647 h 798"/>
                      <a:gd name="T42" fmla="*/ 2147483647 w 834"/>
                      <a:gd name="T43" fmla="*/ 2147483647 h 798"/>
                      <a:gd name="T44" fmla="*/ 2147483647 w 834"/>
                      <a:gd name="T45" fmla="*/ 2147483647 h 798"/>
                      <a:gd name="T46" fmla="*/ 2147483647 w 834"/>
                      <a:gd name="T47" fmla="*/ 2147483647 h 798"/>
                      <a:gd name="T48" fmla="*/ 2147483647 w 834"/>
                      <a:gd name="T49" fmla="*/ 2147483647 h 798"/>
                      <a:gd name="T50" fmla="*/ 2147483647 w 834"/>
                      <a:gd name="T51" fmla="*/ 2147483647 h 798"/>
                      <a:gd name="T52" fmla="*/ 2147483647 w 834"/>
                      <a:gd name="T53" fmla="*/ 2147483647 h 798"/>
                      <a:gd name="T54" fmla="*/ 2147483647 w 834"/>
                      <a:gd name="T55" fmla="*/ 2147483647 h 798"/>
                      <a:gd name="T56" fmla="*/ 2147483647 w 834"/>
                      <a:gd name="T57" fmla="*/ 2147483647 h 798"/>
                      <a:gd name="T58" fmla="*/ 2147483647 w 834"/>
                      <a:gd name="T59" fmla="*/ 2147483647 h 798"/>
                      <a:gd name="T60" fmla="*/ 2147483647 w 834"/>
                      <a:gd name="T61" fmla="*/ 2147483647 h 798"/>
                      <a:gd name="T62" fmla="*/ 2147483647 w 834"/>
                      <a:gd name="T63" fmla="*/ 2147483647 h 798"/>
                      <a:gd name="T64" fmla="*/ 2147483647 w 834"/>
                      <a:gd name="T65" fmla="*/ 2147483647 h 798"/>
                      <a:gd name="T66" fmla="*/ 2147483647 w 834"/>
                      <a:gd name="T67" fmla="*/ 2147483647 h 798"/>
                      <a:gd name="T68" fmla="*/ 2147483647 w 834"/>
                      <a:gd name="T69" fmla="*/ 2147483647 h 798"/>
                      <a:gd name="T70" fmla="*/ 2147483647 w 834"/>
                      <a:gd name="T71" fmla="*/ 2147483647 h 798"/>
                      <a:gd name="T72" fmla="*/ 2147483647 w 834"/>
                      <a:gd name="T73" fmla="*/ 2147483647 h 798"/>
                      <a:gd name="T74" fmla="*/ 2147483647 w 834"/>
                      <a:gd name="T75" fmla="*/ 2147483647 h 798"/>
                      <a:gd name="T76" fmla="*/ 2147483647 w 834"/>
                      <a:gd name="T77" fmla="*/ 2147483647 h 798"/>
                      <a:gd name="T78" fmla="*/ 2147483647 w 834"/>
                      <a:gd name="T79" fmla="*/ 2147483647 h 798"/>
                      <a:gd name="T80" fmla="*/ 2147483647 w 834"/>
                      <a:gd name="T81" fmla="*/ 2147483647 h 798"/>
                      <a:gd name="T82" fmla="*/ 2147483647 w 834"/>
                      <a:gd name="T83" fmla="*/ 2147483647 h 798"/>
                      <a:gd name="T84" fmla="*/ 2147483647 w 834"/>
                      <a:gd name="T85" fmla="*/ 2147483647 h 798"/>
                      <a:gd name="T86" fmla="*/ 2147483647 w 834"/>
                      <a:gd name="T87" fmla="*/ 2147483647 h 798"/>
                      <a:gd name="T88" fmla="*/ 2147483647 w 834"/>
                      <a:gd name="T89" fmla="*/ 2147483647 h 798"/>
                      <a:gd name="T90" fmla="*/ 2147483647 w 834"/>
                      <a:gd name="T91" fmla="*/ 2147483647 h 798"/>
                      <a:gd name="T92" fmla="*/ 2147483647 w 834"/>
                      <a:gd name="T93" fmla="*/ 2147483647 h 798"/>
                      <a:gd name="T94" fmla="*/ 2147483647 w 834"/>
                      <a:gd name="T95" fmla="*/ 2147483647 h 798"/>
                      <a:gd name="T96" fmla="*/ 2147483647 w 834"/>
                      <a:gd name="T97" fmla="*/ 2147483647 h 798"/>
                      <a:gd name="T98" fmla="*/ 2147483647 w 834"/>
                      <a:gd name="T99" fmla="*/ 2147483647 h 798"/>
                      <a:gd name="T100" fmla="*/ 2147483647 w 834"/>
                      <a:gd name="T101" fmla="*/ 2147483647 h 798"/>
                      <a:gd name="T102" fmla="*/ 2147483647 w 834"/>
                      <a:gd name="T103" fmla="*/ 2147483647 h 798"/>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834"/>
                      <a:gd name="T157" fmla="*/ 0 h 798"/>
                      <a:gd name="T158" fmla="*/ 834 w 834"/>
                      <a:gd name="T159" fmla="*/ 798 h 798"/>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834" h="798">
                        <a:moveTo>
                          <a:pt x="822" y="186"/>
                        </a:moveTo>
                        <a:lnTo>
                          <a:pt x="822" y="162"/>
                        </a:lnTo>
                        <a:lnTo>
                          <a:pt x="816" y="168"/>
                        </a:lnTo>
                        <a:lnTo>
                          <a:pt x="810" y="168"/>
                        </a:lnTo>
                        <a:lnTo>
                          <a:pt x="810" y="126"/>
                        </a:lnTo>
                        <a:lnTo>
                          <a:pt x="798" y="114"/>
                        </a:lnTo>
                        <a:lnTo>
                          <a:pt x="786" y="114"/>
                        </a:lnTo>
                        <a:lnTo>
                          <a:pt x="786" y="102"/>
                        </a:lnTo>
                        <a:lnTo>
                          <a:pt x="768" y="90"/>
                        </a:lnTo>
                        <a:lnTo>
                          <a:pt x="750" y="90"/>
                        </a:lnTo>
                        <a:lnTo>
                          <a:pt x="750" y="72"/>
                        </a:lnTo>
                        <a:lnTo>
                          <a:pt x="738" y="78"/>
                        </a:lnTo>
                        <a:lnTo>
                          <a:pt x="726" y="78"/>
                        </a:lnTo>
                        <a:lnTo>
                          <a:pt x="708" y="60"/>
                        </a:lnTo>
                        <a:lnTo>
                          <a:pt x="690" y="60"/>
                        </a:lnTo>
                        <a:lnTo>
                          <a:pt x="684" y="54"/>
                        </a:lnTo>
                        <a:lnTo>
                          <a:pt x="684" y="36"/>
                        </a:lnTo>
                        <a:lnTo>
                          <a:pt x="672" y="42"/>
                        </a:lnTo>
                        <a:lnTo>
                          <a:pt x="654" y="42"/>
                        </a:lnTo>
                        <a:lnTo>
                          <a:pt x="648" y="54"/>
                        </a:lnTo>
                        <a:lnTo>
                          <a:pt x="642" y="60"/>
                        </a:lnTo>
                        <a:lnTo>
                          <a:pt x="636" y="60"/>
                        </a:lnTo>
                        <a:lnTo>
                          <a:pt x="624" y="48"/>
                        </a:lnTo>
                        <a:lnTo>
                          <a:pt x="624" y="36"/>
                        </a:lnTo>
                        <a:lnTo>
                          <a:pt x="618" y="30"/>
                        </a:lnTo>
                        <a:lnTo>
                          <a:pt x="606" y="30"/>
                        </a:lnTo>
                        <a:lnTo>
                          <a:pt x="600" y="24"/>
                        </a:lnTo>
                        <a:lnTo>
                          <a:pt x="594" y="24"/>
                        </a:lnTo>
                        <a:lnTo>
                          <a:pt x="594" y="6"/>
                        </a:lnTo>
                        <a:lnTo>
                          <a:pt x="600" y="0"/>
                        </a:lnTo>
                        <a:lnTo>
                          <a:pt x="576" y="12"/>
                        </a:lnTo>
                        <a:lnTo>
                          <a:pt x="558" y="12"/>
                        </a:lnTo>
                        <a:lnTo>
                          <a:pt x="546" y="18"/>
                        </a:lnTo>
                        <a:lnTo>
                          <a:pt x="528" y="18"/>
                        </a:lnTo>
                        <a:lnTo>
                          <a:pt x="510" y="24"/>
                        </a:lnTo>
                        <a:lnTo>
                          <a:pt x="498" y="24"/>
                        </a:lnTo>
                        <a:lnTo>
                          <a:pt x="498" y="54"/>
                        </a:lnTo>
                        <a:lnTo>
                          <a:pt x="480" y="72"/>
                        </a:lnTo>
                        <a:lnTo>
                          <a:pt x="468" y="78"/>
                        </a:lnTo>
                        <a:lnTo>
                          <a:pt x="462" y="84"/>
                        </a:lnTo>
                        <a:lnTo>
                          <a:pt x="456" y="84"/>
                        </a:lnTo>
                        <a:lnTo>
                          <a:pt x="468" y="96"/>
                        </a:lnTo>
                        <a:lnTo>
                          <a:pt x="468" y="102"/>
                        </a:lnTo>
                        <a:lnTo>
                          <a:pt x="474" y="108"/>
                        </a:lnTo>
                        <a:lnTo>
                          <a:pt x="474" y="114"/>
                        </a:lnTo>
                        <a:lnTo>
                          <a:pt x="480" y="120"/>
                        </a:lnTo>
                        <a:lnTo>
                          <a:pt x="480" y="144"/>
                        </a:lnTo>
                        <a:lnTo>
                          <a:pt x="486" y="162"/>
                        </a:lnTo>
                        <a:lnTo>
                          <a:pt x="486" y="216"/>
                        </a:lnTo>
                        <a:lnTo>
                          <a:pt x="474" y="228"/>
                        </a:lnTo>
                        <a:lnTo>
                          <a:pt x="468" y="240"/>
                        </a:lnTo>
                        <a:lnTo>
                          <a:pt x="462" y="258"/>
                        </a:lnTo>
                        <a:lnTo>
                          <a:pt x="456" y="270"/>
                        </a:lnTo>
                        <a:lnTo>
                          <a:pt x="456" y="294"/>
                        </a:lnTo>
                        <a:lnTo>
                          <a:pt x="468" y="306"/>
                        </a:lnTo>
                        <a:lnTo>
                          <a:pt x="474" y="306"/>
                        </a:lnTo>
                        <a:lnTo>
                          <a:pt x="474" y="312"/>
                        </a:lnTo>
                        <a:lnTo>
                          <a:pt x="480" y="312"/>
                        </a:lnTo>
                        <a:lnTo>
                          <a:pt x="510" y="342"/>
                        </a:lnTo>
                        <a:lnTo>
                          <a:pt x="522" y="348"/>
                        </a:lnTo>
                        <a:lnTo>
                          <a:pt x="528" y="348"/>
                        </a:lnTo>
                        <a:lnTo>
                          <a:pt x="534" y="342"/>
                        </a:lnTo>
                        <a:lnTo>
                          <a:pt x="534" y="324"/>
                        </a:lnTo>
                        <a:lnTo>
                          <a:pt x="558" y="324"/>
                        </a:lnTo>
                        <a:lnTo>
                          <a:pt x="558" y="372"/>
                        </a:lnTo>
                        <a:lnTo>
                          <a:pt x="552" y="408"/>
                        </a:lnTo>
                        <a:lnTo>
                          <a:pt x="546" y="426"/>
                        </a:lnTo>
                        <a:lnTo>
                          <a:pt x="540" y="426"/>
                        </a:lnTo>
                        <a:lnTo>
                          <a:pt x="540" y="420"/>
                        </a:lnTo>
                        <a:lnTo>
                          <a:pt x="534" y="408"/>
                        </a:lnTo>
                        <a:lnTo>
                          <a:pt x="516" y="420"/>
                        </a:lnTo>
                        <a:lnTo>
                          <a:pt x="498" y="420"/>
                        </a:lnTo>
                        <a:lnTo>
                          <a:pt x="498" y="408"/>
                        </a:lnTo>
                        <a:lnTo>
                          <a:pt x="492" y="396"/>
                        </a:lnTo>
                        <a:lnTo>
                          <a:pt x="492" y="384"/>
                        </a:lnTo>
                        <a:lnTo>
                          <a:pt x="480" y="372"/>
                        </a:lnTo>
                        <a:lnTo>
                          <a:pt x="468" y="372"/>
                        </a:lnTo>
                        <a:lnTo>
                          <a:pt x="462" y="360"/>
                        </a:lnTo>
                        <a:lnTo>
                          <a:pt x="462" y="354"/>
                        </a:lnTo>
                        <a:lnTo>
                          <a:pt x="456" y="342"/>
                        </a:lnTo>
                        <a:lnTo>
                          <a:pt x="450" y="336"/>
                        </a:lnTo>
                        <a:lnTo>
                          <a:pt x="444" y="336"/>
                        </a:lnTo>
                        <a:lnTo>
                          <a:pt x="438" y="342"/>
                        </a:lnTo>
                        <a:lnTo>
                          <a:pt x="426" y="342"/>
                        </a:lnTo>
                        <a:lnTo>
                          <a:pt x="426" y="330"/>
                        </a:lnTo>
                        <a:lnTo>
                          <a:pt x="420" y="324"/>
                        </a:lnTo>
                        <a:lnTo>
                          <a:pt x="390" y="324"/>
                        </a:lnTo>
                        <a:lnTo>
                          <a:pt x="390" y="312"/>
                        </a:lnTo>
                        <a:lnTo>
                          <a:pt x="396" y="312"/>
                        </a:lnTo>
                        <a:lnTo>
                          <a:pt x="396" y="300"/>
                        </a:lnTo>
                        <a:lnTo>
                          <a:pt x="384" y="300"/>
                        </a:lnTo>
                        <a:lnTo>
                          <a:pt x="378" y="294"/>
                        </a:lnTo>
                        <a:lnTo>
                          <a:pt x="378" y="282"/>
                        </a:lnTo>
                        <a:lnTo>
                          <a:pt x="366" y="270"/>
                        </a:lnTo>
                        <a:lnTo>
                          <a:pt x="360" y="270"/>
                        </a:lnTo>
                        <a:lnTo>
                          <a:pt x="354" y="276"/>
                        </a:lnTo>
                        <a:lnTo>
                          <a:pt x="354" y="294"/>
                        </a:lnTo>
                        <a:lnTo>
                          <a:pt x="348" y="300"/>
                        </a:lnTo>
                        <a:lnTo>
                          <a:pt x="348" y="306"/>
                        </a:lnTo>
                        <a:lnTo>
                          <a:pt x="330" y="306"/>
                        </a:lnTo>
                        <a:lnTo>
                          <a:pt x="300" y="300"/>
                        </a:lnTo>
                        <a:lnTo>
                          <a:pt x="264" y="294"/>
                        </a:lnTo>
                        <a:lnTo>
                          <a:pt x="246" y="282"/>
                        </a:lnTo>
                        <a:lnTo>
                          <a:pt x="240" y="276"/>
                        </a:lnTo>
                        <a:lnTo>
                          <a:pt x="234" y="264"/>
                        </a:lnTo>
                        <a:lnTo>
                          <a:pt x="234" y="246"/>
                        </a:lnTo>
                        <a:lnTo>
                          <a:pt x="192" y="252"/>
                        </a:lnTo>
                        <a:lnTo>
                          <a:pt x="198" y="258"/>
                        </a:lnTo>
                        <a:lnTo>
                          <a:pt x="198" y="264"/>
                        </a:lnTo>
                        <a:lnTo>
                          <a:pt x="180" y="264"/>
                        </a:lnTo>
                        <a:lnTo>
                          <a:pt x="174" y="258"/>
                        </a:lnTo>
                        <a:lnTo>
                          <a:pt x="174" y="228"/>
                        </a:lnTo>
                        <a:lnTo>
                          <a:pt x="156" y="228"/>
                        </a:lnTo>
                        <a:lnTo>
                          <a:pt x="150" y="216"/>
                        </a:lnTo>
                        <a:lnTo>
                          <a:pt x="144" y="234"/>
                        </a:lnTo>
                        <a:lnTo>
                          <a:pt x="144" y="240"/>
                        </a:lnTo>
                        <a:lnTo>
                          <a:pt x="156" y="252"/>
                        </a:lnTo>
                        <a:lnTo>
                          <a:pt x="156" y="270"/>
                        </a:lnTo>
                        <a:lnTo>
                          <a:pt x="150" y="276"/>
                        </a:lnTo>
                        <a:lnTo>
                          <a:pt x="144" y="276"/>
                        </a:lnTo>
                        <a:lnTo>
                          <a:pt x="144" y="330"/>
                        </a:lnTo>
                        <a:lnTo>
                          <a:pt x="156" y="342"/>
                        </a:lnTo>
                        <a:lnTo>
                          <a:pt x="138" y="348"/>
                        </a:lnTo>
                        <a:lnTo>
                          <a:pt x="138" y="354"/>
                        </a:lnTo>
                        <a:lnTo>
                          <a:pt x="144" y="360"/>
                        </a:lnTo>
                        <a:lnTo>
                          <a:pt x="144" y="384"/>
                        </a:lnTo>
                        <a:lnTo>
                          <a:pt x="132" y="396"/>
                        </a:lnTo>
                        <a:lnTo>
                          <a:pt x="126" y="396"/>
                        </a:lnTo>
                        <a:lnTo>
                          <a:pt x="0" y="390"/>
                        </a:lnTo>
                        <a:lnTo>
                          <a:pt x="0" y="642"/>
                        </a:lnTo>
                        <a:lnTo>
                          <a:pt x="6" y="654"/>
                        </a:lnTo>
                        <a:lnTo>
                          <a:pt x="6" y="672"/>
                        </a:lnTo>
                        <a:lnTo>
                          <a:pt x="96" y="762"/>
                        </a:lnTo>
                        <a:lnTo>
                          <a:pt x="114" y="768"/>
                        </a:lnTo>
                        <a:lnTo>
                          <a:pt x="138" y="756"/>
                        </a:lnTo>
                        <a:lnTo>
                          <a:pt x="144" y="756"/>
                        </a:lnTo>
                        <a:lnTo>
                          <a:pt x="150" y="750"/>
                        </a:lnTo>
                        <a:lnTo>
                          <a:pt x="168" y="750"/>
                        </a:lnTo>
                        <a:lnTo>
                          <a:pt x="174" y="756"/>
                        </a:lnTo>
                        <a:lnTo>
                          <a:pt x="174" y="762"/>
                        </a:lnTo>
                        <a:lnTo>
                          <a:pt x="204" y="756"/>
                        </a:lnTo>
                        <a:lnTo>
                          <a:pt x="222" y="774"/>
                        </a:lnTo>
                        <a:lnTo>
                          <a:pt x="264" y="774"/>
                        </a:lnTo>
                        <a:lnTo>
                          <a:pt x="264" y="780"/>
                        </a:lnTo>
                        <a:lnTo>
                          <a:pt x="276" y="792"/>
                        </a:lnTo>
                        <a:lnTo>
                          <a:pt x="288" y="792"/>
                        </a:lnTo>
                        <a:lnTo>
                          <a:pt x="288" y="780"/>
                        </a:lnTo>
                        <a:lnTo>
                          <a:pt x="300" y="780"/>
                        </a:lnTo>
                        <a:lnTo>
                          <a:pt x="312" y="792"/>
                        </a:lnTo>
                        <a:lnTo>
                          <a:pt x="312" y="798"/>
                        </a:lnTo>
                        <a:lnTo>
                          <a:pt x="330" y="798"/>
                        </a:lnTo>
                        <a:lnTo>
                          <a:pt x="354" y="786"/>
                        </a:lnTo>
                        <a:lnTo>
                          <a:pt x="384" y="756"/>
                        </a:lnTo>
                        <a:lnTo>
                          <a:pt x="390" y="744"/>
                        </a:lnTo>
                        <a:lnTo>
                          <a:pt x="396" y="738"/>
                        </a:lnTo>
                        <a:lnTo>
                          <a:pt x="396" y="732"/>
                        </a:lnTo>
                        <a:lnTo>
                          <a:pt x="402" y="726"/>
                        </a:lnTo>
                        <a:lnTo>
                          <a:pt x="414" y="702"/>
                        </a:lnTo>
                        <a:lnTo>
                          <a:pt x="420" y="696"/>
                        </a:lnTo>
                        <a:lnTo>
                          <a:pt x="432" y="690"/>
                        </a:lnTo>
                        <a:lnTo>
                          <a:pt x="450" y="684"/>
                        </a:lnTo>
                        <a:lnTo>
                          <a:pt x="462" y="678"/>
                        </a:lnTo>
                        <a:lnTo>
                          <a:pt x="474" y="678"/>
                        </a:lnTo>
                        <a:lnTo>
                          <a:pt x="480" y="672"/>
                        </a:lnTo>
                        <a:lnTo>
                          <a:pt x="480" y="636"/>
                        </a:lnTo>
                        <a:lnTo>
                          <a:pt x="504" y="624"/>
                        </a:lnTo>
                        <a:lnTo>
                          <a:pt x="516" y="612"/>
                        </a:lnTo>
                        <a:lnTo>
                          <a:pt x="552" y="600"/>
                        </a:lnTo>
                        <a:lnTo>
                          <a:pt x="588" y="600"/>
                        </a:lnTo>
                        <a:lnTo>
                          <a:pt x="588" y="576"/>
                        </a:lnTo>
                        <a:lnTo>
                          <a:pt x="570" y="558"/>
                        </a:lnTo>
                        <a:lnTo>
                          <a:pt x="582" y="546"/>
                        </a:lnTo>
                        <a:lnTo>
                          <a:pt x="612" y="546"/>
                        </a:lnTo>
                        <a:lnTo>
                          <a:pt x="630" y="528"/>
                        </a:lnTo>
                        <a:lnTo>
                          <a:pt x="642" y="528"/>
                        </a:lnTo>
                        <a:lnTo>
                          <a:pt x="654" y="522"/>
                        </a:lnTo>
                        <a:lnTo>
                          <a:pt x="672" y="522"/>
                        </a:lnTo>
                        <a:lnTo>
                          <a:pt x="690" y="516"/>
                        </a:lnTo>
                        <a:lnTo>
                          <a:pt x="702" y="510"/>
                        </a:lnTo>
                        <a:lnTo>
                          <a:pt x="708" y="510"/>
                        </a:lnTo>
                        <a:lnTo>
                          <a:pt x="732" y="498"/>
                        </a:lnTo>
                        <a:lnTo>
                          <a:pt x="750" y="486"/>
                        </a:lnTo>
                        <a:lnTo>
                          <a:pt x="762" y="480"/>
                        </a:lnTo>
                        <a:lnTo>
                          <a:pt x="780" y="474"/>
                        </a:lnTo>
                        <a:lnTo>
                          <a:pt x="786" y="468"/>
                        </a:lnTo>
                        <a:lnTo>
                          <a:pt x="792" y="468"/>
                        </a:lnTo>
                        <a:lnTo>
                          <a:pt x="780" y="462"/>
                        </a:lnTo>
                        <a:lnTo>
                          <a:pt x="768" y="450"/>
                        </a:lnTo>
                        <a:lnTo>
                          <a:pt x="756" y="444"/>
                        </a:lnTo>
                        <a:lnTo>
                          <a:pt x="756" y="438"/>
                        </a:lnTo>
                        <a:lnTo>
                          <a:pt x="762" y="432"/>
                        </a:lnTo>
                        <a:lnTo>
                          <a:pt x="768" y="420"/>
                        </a:lnTo>
                        <a:lnTo>
                          <a:pt x="774" y="414"/>
                        </a:lnTo>
                        <a:lnTo>
                          <a:pt x="780" y="402"/>
                        </a:lnTo>
                        <a:lnTo>
                          <a:pt x="774" y="366"/>
                        </a:lnTo>
                        <a:lnTo>
                          <a:pt x="780" y="366"/>
                        </a:lnTo>
                        <a:lnTo>
                          <a:pt x="786" y="360"/>
                        </a:lnTo>
                        <a:lnTo>
                          <a:pt x="798" y="354"/>
                        </a:lnTo>
                        <a:lnTo>
                          <a:pt x="816" y="336"/>
                        </a:lnTo>
                        <a:lnTo>
                          <a:pt x="816" y="330"/>
                        </a:lnTo>
                        <a:lnTo>
                          <a:pt x="804" y="330"/>
                        </a:lnTo>
                        <a:lnTo>
                          <a:pt x="804" y="258"/>
                        </a:lnTo>
                        <a:lnTo>
                          <a:pt x="810" y="240"/>
                        </a:lnTo>
                        <a:lnTo>
                          <a:pt x="798" y="234"/>
                        </a:lnTo>
                        <a:lnTo>
                          <a:pt x="798" y="216"/>
                        </a:lnTo>
                        <a:lnTo>
                          <a:pt x="804" y="216"/>
                        </a:lnTo>
                        <a:lnTo>
                          <a:pt x="810" y="210"/>
                        </a:lnTo>
                        <a:lnTo>
                          <a:pt x="834" y="198"/>
                        </a:lnTo>
                        <a:lnTo>
                          <a:pt x="834" y="186"/>
                        </a:lnTo>
                        <a:lnTo>
                          <a:pt x="822" y="186"/>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56" name="Yemen" descr="© INSCALE GmbH, 05.05.2010&#10;http://www.presentationload.com/">
                    <a:extLst>
                      <a:ext uri="{FF2B5EF4-FFF2-40B4-BE49-F238E27FC236}">
                        <a16:creationId xmlns:a16="http://schemas.microsoft.com/office/drawing/2014/main" id="{8294DE2C-8BC6-A902-8749-CEC7BBCC9149}"/>
                      </a:ext>
                    </a:extLst>
                  </p:cNvPr>
                  <p:cNvSpPr>
                    <a:spLocks/>
                  </p:cNvSpPr>
                  <p:nvPr/>
                </p:nvSpPr>
                <p:spPr bwMode="gray">
                  <a:xfrm>
                    <a:off x="3418" y="2180"/>
                    <a:ext cx="185" cy="127"/>
                  </a:xfrm>
                  <a:custGeom>
                    <a:avLst/>
                    <a:gdLst>
                      <a:gd name="T0" fmla="*/ 2147483647 w 732"/>
                      <a:gd name="T1" fmla="*/ 2147483647 h 498"/>
                      <a:gd name="T2" fmla="*/ 2147483647 w 732"/>
                      <a:gd name="T3" fmla="*/ 2147483647 h 498"/>
                      <a:gd name="T4" fmla="*/ 2147483647 w 732"/>
                      <a:gd name="T5" fmla="*/ 2147483647 h 498"/>
                      <a:gd name="T6" fmla="*/ 2147483647 w 732"/>
                      <a:gd name="T7" fmla="*/ 2147483647 h 498"/>
                      <a:gd name="T8" fmla="*/ 2147483647 w 732"/>
                      <a:gd name="T9" fmla="*/ 2147483647 h 498"/>
                      <a:gd name="T10" fmla="*/ 2147483647 w 732"/>
                      <a:gd name="T11" fmla="*/ 2147483647 h 498"/>
                      <a:gd name="T12" fmla="*/ 2147483647 w 732"/>
                      <a:gd name="T13" fmla="*/ 2147483647 h 498"/>
                      <a:gd name="T14" fmla="*/ 2147483647 w 732"/>
                      <a:gd name="T15" fmla="*/ 2147483647 h 498"/>
                      <a:gd name="T16" fmla="*/ 2147483647 w 732"/>
                      <a:gd name="T17" fmla="*/ 2147483647 h 498"/>
                      <a:gd name="T18" fmla="*/ 2147483647 w 732"/>
                      <a:gd name="T19" fmla="*/ 2147483647 h 498"/>
                      <a:gd name="T20" fmla="*/ 2147483647 w 732"/>
                      <a:gd name="T21" fmla="*/ 2147483647 h 498"/>
                      <a:gd name="T22" fmla="*/ 2147483647 w 732"/>
                      <a:gd name="T23" fmla="*/ 2147483647 h 498"/>
                      <a:gd name="T24" fmla="*/ 2147483647 w 732"/>
                      <a:gd name="T25" fmla="*/ 2147483647 h 498"/>
                      <a:gd name="T26" fmla="*/ 2147483647 w 732"/>
                      <a:gd name="T27" fmla="*/ 2147483647 h 498"/>
                      <a:gd name="T28" fmla="*/ 2147483647 w 732"/>
                      <a:gd name="T29" fmla="*/ 2147483647 h 498"/>
                      <a:gd name="T30" fmla="*/ 0 w 732"/>
                      <a:gd name="T31" fmla="*/ 2147483647 h 498"/>
                      <a:gd name="T32" fmla="*/ 2147483647 w 732"/>
                      <a:gd name="T33" fmla="*/ 2147483647 h 498"/>
                      <a:gd name="T34" fmla="*/ 2147483647 w 732"/>
                      <a:gd name="T35" fmla="*/ 2147483647 h 498"/>
                      <a:gd name="T36" fmla="*/ 2147483647 w 732"/>
                      <a:gd name="T37" fmla="*/ 2147483647 h 498"/>
                      <a:gd name="T38" fmla="*/ 2147483647 w 732"/>
                      <a:gd name="T39" fmla="*/ 2147483647 h 498"/>
                      <a:gd name="T40" fmla="*/ 2147483647 w 732"/>
                      <a:gd name="T41" fmla="*/ 2147483647 h 498"/>
                      <a:gd name="T42" fmla="*/ 2147483647 w 732"/>
                      <a:gd name="T43" fmla="*/ 2147483647 h 498"/>
                      <a:gd name="T44" fmla="*/ 2147483647 w 732"/>
                      <a:gd name="T45" fmla="*/ 2147483647 h 498"/>
                      <a:gd name="T46" fmla="*/ 2147483647 w 732"/>
                      <a:gd name="T47" fmla="*/ 2147483647 h 498"/>
                      <a:gd name="T48" fmla="*/ 2147483647 w 732"/>
                      <a:gd name="T49" fmla="*/ 2147483647 h 498"/>
                      <a:gd name="T50" fmla="*/ 2147483647 w 732"/>
                      <a:gd name="T51" fmla="*/ 2147483647 h 498"/>
                      <a:gd name="T52" fmla="*/ 2147483647 w 732"/>
                      <a:gd name="T53" fmla="*/ 2147483647 h 498"/>
                      <a:gd name="T54" fmla="*/ 2147483647 w 732"/>
                      <a:gd name="T55" fmla="*/ 2147483647 h 498"/>
                      <a:gd name="T56" fmla="*/ 2147483647 w 732"/>
                      <a:gd name="T57" fmla="*/ 2147483647 h 498"/>
                      <a:gd name="T58" fmla="*/ 2147483647 w 732"/>
                      <a:gd name="T59" fmla="*/ 2147483647 h 498"/>
                      <a:gd name="T60" fmla="*/ 2147483647 w 732"/>
                      <a:gd name="T61" fmla="*/ 2147483647 h 498"/>
                      <a:gd name="T62" fmla="*/ 2147483647 w 732"/>
                      <a:gd name="T63" fmla="*/ 2147483647 h 498"/>
                      <a:gd name="T64" fmla="*/ 2147483647 w 732"/>
                      <a:gd name="T65" fmla="*/ 2147483647 h 498"/>
                      <a:gd name="T66" fmla="*/ 2147483647 w 732"/>
                      <a:gd name="T67" fmla="*/ 2147483647 h 498"/>
                      <a:gd name="T68" fmla="*/ 2147483647 w 732"/>
                      <a:gd name="T69" fmla="*/ 2147483647 h 498"/>
                      <a:gd name="T70" fmla="*/ 2147483647 w 732"/>
                      <a:gd name="T71" fmla="*/ 2147483647 h 498"/>
                      <a:gd name="T72" fmla="*/ 2147483647 w 732"/>
                      <a:gd name="T73" fmla="*/ 2147483647 h 498"/>
                      <a:gd name="T74" fmla="*/ 2147483647 w 732"/>
                      <a:gd name="T75" fmla="*/ 2147483647 h 498"/>
                      <a:gd name="T76" fmla="*/ 2147483647 w 732"/>
                      <a:gd name="T77" fmla="*/ 0 h 498"/>
                      <a:gd name="T78" fmla="*/ 2147483647 w 732"/>
                      <a:gd name="T79" fmla="*/ 2147483647 h 498"/>
                      <a:gd name="T80" fmla="*/ 2147483647 w 732"/>
                      <a:gd name="T81" fmla="*/ 2147483647 h 49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732"/>
                      <a:gd name="T124" fmla="*/ 0 h 498"/>
                      <a:gd name="T125" fmla="*/ 732 w 732"/>
                      <a:gd name="T126" fmla="*/ 498 h 49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732" h="498">
                        <a:moveTo>
                          <a:pt x="468" y="24"/>
                        </a:moveTo>
                        <a:lnTo>
                          <a:pt x="450" y="30"/>
                        </a:lnTo>
                        <a:lnTo>
                          <a:pt x="420" y="36"/>
                        </a:lnTo>
                        <a:lnTo>
                          <a:pt x="390" y="54"/>
                        </a:lnTo>
                        <a:lnTo>
                          <a:pt x="372" y="72"/>
                        </a:lnTo>
                        <a:lnTo>
                          <a:pt x="366" y="84"/>
                        </a:lnTo>
                        <a:lnTo>
                          <a:pt x="354" y="96"/>
                        </a:lnTo>
                        <a:lnTo>
                          <a:pt x="348" y="108"/>
                        </a:lnTo>
                        <a:lnTo>
                          <a:pt x="342" y="114"/>
                        </a:lnTo>
                        <a:lnTo>
                          <a:pt x="336" y="126"/>
                        </a:lnTo>
                        <a:lnTo>
                          <a:pt x="336" y="144"/>
                        </a:lnTo>
                        <a:lnTo>
                          <a:pt x="330" y="150"/>
                        </a:lnTo>
                        <a:lnTo>
                          <a:pt x="324" y="162"/>
                        </a:lnTo>
                        <a:lnTo>
                          <a:pt x="312" y="162"/>
                        </a:lnTo>
                        <a:lnTo>
                          <a:pt x="300" y="156"/>
                        </a:lnTo>
                        <a:lnTo>
                          <a:pt x="294" y="144"/>
                        </a:lnTo>
                        <a:lnTo>
                          <a:pt x="288" y="138"/>
                        </a:lnTo>
                        <a:lnTo>
                          <a:pt x="210" y="138"/>
                        </a:lnTo>
                        <a:lnTo>
                          <a:pt x="204" y="132"/>
                        </a:lnTo>
                        <a:lnTo>
                          <a:pt x="192" y="126"/>
                        </a:lnTo>
                        <a:lnTo>
                          <a:pt x="102" y="126"/>
                        </a:lnTo>
                        <a:lnTo>
                          <a:pt x="96" y="132"/>
                        </a:lnTo>
                        <a:lnTo>
                          <a:pt x="72" y="138"/>
                        </a:lnTo>
                        <a:lnTo>
                          <a:pt x="54" y="120"/>
                        </a:lnTo>
                        <a:lnTo>
                          <a:pt x="48" y="120"/>
                        </a:lnTo>
                        <a:lnTo>
                          <a:pt x="42" y="126"/>
                        </a:lnTo>
                        <a:lnTo>
                          <a:pt x="36" y="138"/>
                        </a:lnTo>
                        <a:lnTo>
                          <a:pt x="36" y="186"/>
                        </a:lnTo>
                        <a:lnTo>
                          <a:pt x="30" y="192"/>
                        </a:lnTo>
                        <a:lnTo>
                          <a:pt x="24" y="204"/>
                        </a:lnTo>
                        <a:lnTo>
                          <a:pt x="12" y="216"/>
                        </a:lnTo>
                        <a:lnTo>
                          <a:pt x="0" y="252"/>
                        </a:lnTo>
                        <a:lnTo>
                          <a:pt x="0" y="258"/>
                        </a:lnTo>
                        <a:lnTo>
                          <a:pt x="18" y="276"/>
                        </a:lnTo>
                        <a:lnTo>
                          <a:pt x="24" y="288"/>
                        </a:lnTo>
                        <a:lnTo>
                          <a:pt x="36" y="294"/>
                        </a:lnTo>
                        <a:lnTo>
                          <a:pt x="24" y="408"/>
                        </a:lnTo>
                        <a:lnTo>
                          <a:pt x="54" y="444"/>
                        </a:lnTo>
                        <a:lnTo>
                          <a:pt x="54" y="456"/>
                        </a:lnTo>
                        <a:lnTo>
                          <a:pt x="60" y="468"/>
                        </a:lnTo>
                        <a:lnTo>
                          <a:pt x="78" y="486"/>
                        </a:lnTo>
                        <a:lnTo>
                          <a:pt x="90" y="492"/>
                        </a:lnTo>
                        <a:lnTo>
                          <a:pt x="114" y="498"/>
                        </a:lnTo>
                        <a:lnTo>
                          <a:pt x="132" y="498"/>
                        </a:lnTo>
                        <a:lnTo>
                          <a:pt x="150" y="492"/>
                        </a:lnTo>
                        <a:lnTo>
                          <a:pt x="162" y="486"/>
                        </a:lnTo>
                        <a:lnTo>
                          <a:pt x="168" y="480"/>
                        </a:lnTo>
                        <a:lnTo>
                          <a:pt x="186" y="444"/>
                        </a:lnTo>
                        <a:lnTo>
                          <a:pt x="198" y="432"/>
                        </a:lnTo>
                        <a:lnTo>
                          <a:pt x="210" y="432"/>
                        </a:lnTo>
                        <a:lnTo>
                          <a:pt x="228" y="438"/>
                        </a:lnTo>
                        <a:lnTo>
                          <a:pt x="270" y="438"/>
                        </a:lnTo>
                        <a:lnTo>
                          <a:pt x="324" y="432"/>
                        </a:lnTo>
                        <a:lnTo>
                          <a:pt x="366" y="426"/>
                        </a:lnTo>
                        <a:lnTo>
                          <a:pt x="390" y="414"/>
                        </a:lnTo>
                        <a:lnTo>
                          <a:pt x="402" y="402"/>
                        </a:lnTo>
                        <a:lnTo>
                          <a:pt x="414" y="384"/>
                        </a:lnTo>
                        <a:lnTo>
                          <a:pt x="426" y="372"/>
                        </a:lnTo>
                        <a:lnTo>
                          <a:pt x="450" y="360"/>
                        </a:lnTo>
                        <a:lnTo>
                          <a:pt x="462" y="348"/>
                        </a:lnTo>
                        <a:lnTo>
                          <a:pt x="474" y="342"/>
                        </a:lnTo>
                        <a:lnTo>
                          <a:pt x="486" y="330"/>
                        </a:lnTo>
                        <a:lnTo>
                          <a:pt x="504" y="324"/>
                        </a:lnTo>
                        <a:lnTo>
                          <a:pt x="528" y="312"/>
                        </a:lnTo>
                        <a:lnTo>
                          <a:pt x="546" y="306"/>
                        </a:lnTo>
                        <a:lnTo>
                          <a:pt x="558" y="294"/>
                        </a:lnTo>
                        <a:lnTo>
                          <a:pt x="594" y="276"/>
                        </a:lnTo>
                        <a:lnTo>
                          <a:pt x="666" y="276"/>
                        </a:lnTo>
                        <a:lnTo>
                          <a:pt x="666" y="270"/>
                        </a:lnTo>
                        <a:lnTo>
                          <a:pt x="672" y="264"/>
                        </a:lnTo>
                        <a:lnTo>
                          <a:pt x="684" y="240"/>
                        </a:lnTo>
                        <a:lnTo>
                          <a:pt x="690" y="222"/>
                        </a:lnTo>
                        <a:lnTo>
                          <a:pt x="702" y="210"/>
                        </a:lnTo>
                        <a:lnTo>
                          <a:pt x="708" y="198"/>
                        </a:lnTo>
                        <a:lnTo>
                          <a:pt x="720" y="192"/>
                        </a:lnTo>
                        <a:lnTo>
                          <a:pt x="720" y="186"/>
                        </a:lnTo>
                        <a:lnTo>
                          <a:pt x="732" y="186"/>
                        </a:lnTo>
                        <a:lnTo>
                          <a:pt x="648" y="0"/>
                        </a:lnTo>
                        <a:lnTo>
                          <a:pt x="630" y="0"/>
                        </a:lnTo>
                        <a:lnTo>
                          <a:pt x="588" y="6"/>
                        </a:lnTo>
                        <a:lnTo>
                          <a:pt x="540" y="18"/>
                        </a:lnTo>
                        <a:lnTo>
                          <a:pt x="492" y="24"/>
                        </a:lnTo>
                        <a:lnTo>
                          <a:pt x="468" y="2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57" name="Western Sahara" descr="© INSCALE GmbH, 05.05.2010&#10;http://www.presentationload.com/">
                    <a:extLst>
                      <a:ext uri="{FF2B5EF4-FFF2-40B4-BE49-F238E27FC236}">
                        <a16:creationId xmlns:a16="http://schemas.microsoft.com/office/drawing/2014/main" id="{AED028D9-DDDE-FF11-39B2-FBE26E562E1F}"/>
                      </a:ext>
                    </a:extLst>
                  </p:cNvPr>
                  <p:cNvSpPr>
                    <a:spLocks/>
                  </p:cNvSpPr>
                  <p:nvPr/>
                </p:nvSpPr>
                <p:spPr bwMode="gray">
                  <a:xfrm>
                    <a:off x="2358" y="2003"/>
                    <a:ext cx="152" cy="130"/>
                  </a:xfrm>
                  <a:custGeom>
                    <a:avLst/>
                    <a:gdLst>
                      <a:gd name="T0" fmla="*/ 2147483647 w 600"/>
                      <a:gd name="T1" fmla="*/ 0 h 510"/>
                      <a:gd name="T2" fmla="*/ 2147483647 w 600"/>
                      <a:gd name="T3" fmla="*/ 0 h 510"/>
                      <a:gd name="T4" fmla="*/ 2147483647 w 600"/>
                      <a:gd name="T5" fmla="*/ 2147483647 h 510"/>
                      <a:gd name="T6" fmla="*/ 2147483647 w 600"/>
                      <a:gd name="T7" fmla="*/ 2147483647 h 510"/>
                      <a:gd name="T8" fmla="*/ 2147483647 w 600"/>
                      <a:gd name="T9" fmla="*/ 2147483647 h 510"/>
                      <a:gd name="T10" fmla="*/ 2147483647 w 600"/>
                      <a:gd name="T11" fmla="*/ 2147483647 h 510"/>
                      <a:gd name="T12" fmla="*/ 2147483647 w 600"/>
                      <a:gd name="T13" fmla="*/ 2147483647 h 510"/>
                      <a:gd name="T14" fmla="*/ 2147483647 w 600"/>
                      <a:gd name="T15" fmla="*/ 2147483647 h 510"/>
                      <a:gd name="T16" fmla="*/ 2147483647 w 600"/>
                      <a:gd name="T17" fmla="*/ 2147483647 h 510"/>
                      <a:gd name="T18" fmla="*/ 2147483647 w 600"/>
                      <a:gd name="T19" fmla="*/ 2147483647 h 510"/>
                      <a:gd name="T20" fmla="*/ 2147483647 w 600"/>
                      <a:gd name="T21" fmla="*/ 2147483647 h 510"/>
                      <a:gd name="T22" fmla="*/ 2147483647 w 600"/>
                      <a:gd name="T23" fmla="*/ 2147483647 h 510"/>
                      <a:gd name="T24" fmla="*/ 2147483647 w 600"/>
                      <a:gd name="T25" fmla="*/ 2147483647 h 510"/>
                      <a:gd name="T26" fmla="*/ 2147483647 w 600"/>
                      <a:gd name="T27" fmla="*/ 2147483647 h 510"/>
                      <a:gd name="T28" fmla="*/ 2147483647 w 600"/>
                      <a:gd name="T29" fmla="*/ 2147483647 h 510"/>
                      <a:gd name="T30" fmla="*/ 2147483647 w 600"/>
                      <a:gd name="T31" fmla="*/ 2147483647 h 510"/>
                      <a:gd name="T32" fmla="*/ 2147483647 w 600"/>
                      <a:gd name="T33" fmla="*/ 2147483647 h 510"/>
                      <a:gd name="T34" fmla="*/ 2147483647 w 600"/>
                      <a:gd name="T35" fmla="*/ 2147483647 h 510"/>
                      <a:gd name="T36" fmla="*/ 2147483647 w 600"/>
                      <a:gd name="T37" fmla="*/ 2147483647 h 510"/>
                      <a:gd name="T38" fmla="*/ 2147483647 w 600"/>
                      <a:gd name="T39" fmla="*/ 2147483647 h 510"/>
                      <a:gd name="T40" fmla="*/ 2147483647 w 600"/>
                      <a:gd name="T41" fmla="*/ 2147483647 h 510"/>
                      <a:gd name="T42" fmla="*/ 2147483647 w 600"/>
                      <a:gd name="T43" fmla="*/ 2147483647 h 510"/>
                      <a:gd name="T44" fmla="*/ 2147483647 w 600"/>
                      <a:gd name="T45" fmla="*/ 2147483647 h 510"/>
                      <a:gd name="T46" fmla="*/ 2147483647 w 600"/>
                      <a:gd name="T47" fmla="*/ 2147483647 h 510"/>
                      <a:gd name="T48" fmla="*/ 2147483647 w 600"/>
                      <a:gd name="T49" fmla="*/ 2147483647 h 510"/>
                      <a:gd name="T50" fmla="*/ 2147483647 w 600"/>
                      <a:gd name="T51" fmla="*/ 2147483647 h 510"/>
                      <a:gd name="T52" fmla="*/ 2147483647 w 600"/>
                      <a:gd name="T53" fmla="*/ 2147483647 h 510"/>
                      <a:gd name="T54" fmla="*/ 2147483647 w 600"/>
                      <a:gd name="T55" fmla="*/ 2147483647 h 510"/>
                      <a:gd name="T56" fmla="*/ 2147483647 w 600"/>
                      <a:gd name="T57" fmla="*/ 2147483647 h 510"/>
                      <a:gd name="T58" fmla="*/ 2147483647 w 600"/>
                      <a:gd name="T59" fmla="*/ 2147483647 h 510"/>
                      <a:gd name="T60" fmla="*/ 2147483647 w 600"/>
                      <a:gd name="T61" fmla="*/ 2147483647 h 510"/>
                      <a:gd name="T62" fmla="*/ 2147483647 w 600"/>
                      <a:gd name="T63" fmla="*/ 2147483647 h 510"/>
                      <a:gd name="T64" fmla="*/ 2147483647 w 600"/>
                      <a:gd name="T65" fmla="*/ 2147483647 h 510"/>
                      <a:gd name="T66" fmla="*/ 2147483647 w 600"/>
                      <a:gd name="T67" fmla="*/ 2147483647 h 510"/>
                      <a:gd name="T68" fmla="*/ 2147483647 w 600"/>
                      <a:gd name="T69" fmla="*/ 2147483647 h 510"/>
                      <a:gd name="T70" fmla="*/ 2147483647 w 600"/>
                      <a:gd name="T71" fmla="*/ 2147483647 h 510"/>
                      <a:gd name="T72" fmla="*/ 2147483647 w 600"/>
                      <a:gd name="T73" fmla="*/ 2147483647 h 510"/>
                      <a:gd name="T74" fmla="*/ 2147483647 w 600"/>
                      <a:gd name="T75" fmla="*/ 2147483647 h 510"/>
                      <a:gd name="T76" fmla="*/ 2147483647 w 600"/>
                      <a:gd name="T77" fmla="*/ 2147483647 h 510"/>
                      <a:gd name="T78" fmla="*/ 0 w 600"/>
                      <a:gd name="T79" fmla="*/ 2147483647 h 510"/>
                      <a:gd name="T80" fmla="*/ 0 w 600"/>
                      <a:gd name="T81" fmla="*/ 2147483647 h 510"/>
                      <a:gd name="T82" fmla="*/ 2147483647 w 600"/>
                      <a:gd name="T83" fmla="*/ 2147483647 h 510"/>
                      <a:gd name="T84" fmla="*/ 2147483647 w 600"/>
                      <a:gd name="T85" fmla="*/ 2147483647 h 510"/>
                      <a:gd name="T86" fmla="*/ 2147483647 w 600"/>
                      <a:gd name="T87" fmla="*/ 2147483647 h 510"/>
                      <a:gd name="T88" fmla="*/ 2147483647 w 600"/>
                      <a:gd name="T89" fmla="*/ 2147483647 h 510"/>
                      <a:gd name="T90" fmla="*/ 2147483647 w 600"/>
                      <a:gd name="T91" fmla="*/ 2147483647 h 510"/>
                      <a:gd name="T92" fmla="*/ 2147483647 w 600"/>
                      <a:gd name="T93" fmla="*/ 2147483647 h 510"/>
                      <a:gd name="T94" fmla="*/ 2147483647 w 600"/>
                      <a:gd name="T95" fmla="*/ 2147483647 h 510"/>
                      <a:gd name="T96" fmla="*/ 2147483647 w 600"/>
                      <a:gd name="T97" fmla="*/ 2147483647 h 510"/>
                      <a:gd name="T98" fmla="*/ 2147483647 w 600"/>
                      <a:gd name="T99" fmla="*/ 2147483647 h 510"/>
                      <a:gd name="T100" fmla="*/ 2147483647 w 600"/>
                      <a:gd name="T101" fmla="*/ 2147483647 h 510"/>
                      <a:gd name="T102" fmla="*/ 2147483647 w 600"/>
                      <a:gd name="T103" fmla="*/ 2147483647 h 510"/>
                      <a:gd name="T104" fmla="*/ 2147483647 w 600"/>
                      <a:gd name="T105" fmla="*/ 2147483647 h 510"/>
                      <a:gd name="T106" fmla="*/ 2147483647 w 600"/>
                      <a:gd name="T107" fmla="*/ 2147483647 h 510"/>
                      <a:gd name="T108" fmla="*/ 2147483647 w 600"/>
                      <a:gd name="T109" fmla="*/ 2147483647 h 510"/>
                      <a:gd name="T110" fmla="*/ 2147483647 w 600"/>
                      <a:gd name="T111" fmla="*/ 2147483647 h 510"/>
                      <a:gd name="T112" fmla="*/ 2147483647 w 600"/>
                      <a:gd name="T113" fmla="*/ 0 h 510"/>
                      <a:gd name="T114" fmla="*/ 2147483647 w 600"/>
                      <a:gd name="T115" fmla="*/ 0 h 51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00"/>
                      <a:gd name="T175" fmla="*/ 0 h 510"/>
                      <a:gd name="T176" fmla="*/ 600 w 600"/>
                      <a:gd name="T177" fmla="*/ 510 h 51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00" h="510">
                        <a:moveTo>
                          <a:pt x="546" y="0"/>
                        </a:moveTo>
                        <a:lnTo>
                          <a:pt x="288" y="0"/>
                        </a:lnTo>
                        <a:lnTo>
                          <a:pt x="282" y="6"/>
                        </a:lnTo>
                        <a:lnTo>
                          <a:pt x="270" y="30"/>
                        </a:lnTo>
                        <a:lnTo>
                          <a:pt x="270" y="42"/>
                        </a:lnTo>
                        <a:lnTo>
                          <a:pt x="264" y="54"/>
                        </a:lnTo>
                        <a:lnTo>
                          <a:pt x="264" y="66"/>
                        </a:lnTo>
                        <a:lnTo>
                          <a:pt x="234" y="96"/>
                        </a:lnTo>
                        <a:lnTo>
                          <a:pt x="198" y="96"/>
                        </a:lnTo>
                        <a:lnTo>
                          <a:pt x="186" y="108"/>
                        </a:lnTo>
                        <a:lnTo>
                          <a:pt x="186" y="144"/>
                        </a:lnTo>
                        <a:lnTo>
                          <a:pt x="156" y="174"/>
                        </a:lnTo>
                        <a:lnTo>
                          <a:pt x="156" y="186"/>
                        </a:lnTo>
                        <a:lnTo>
                          <a:pt x="168" y="210"/>
                        </a:lnTo>
                        <a:lnTo>
                          <a:pt x="168" y="222"/>
                        </a:lnTo>
                        <a:lnTo>
                          <a:pt x="156" y="246"/>
                        </a:lnTo>
                        <a:lnTo>
                          <a:pt x="144" y="252"/>
                        </a:lnTo>
                        <a:lnTo>
                          <a:pt x="138" y="252"/>
                        </a:lnTo>
                        <a:lnTo>
                          <a:pt x="132" y="258"/>
                        </a:lnTo>
                        <a:lnTo>
                          <a:pt x="126" y="270"/>
                        </a:lnTo>
                        <a:lnTo>
                          <a:pt x="114" y="282"/>
                        </a:lnTo>
                        <a:lnTo>
                          <a:pt x="102" y="288"/>
                        </a:lnTo>
                        <a:lnTo>
                          <a:pt x="96" y="294"/>
                        </a:lnTo>
                        <a:lnTo>
                          <a:pt x="84" y="300"/>
                        </a:lnTo>
                        <a:lnTo>
                          <a:pt x="78" y="306"/>
                        </a:lnTo>
                        <a:lnTo>
                          <a:pt x="78" y="318"/>
                        </a:lnTo>
                        <a:lnTo>
                          <a:pt x="90" y="324"/>
                        </a:lnTo>
                        <a:lnTo>
                          <a:pt x="78" y="330"/>
                        </a:lnTo>
                        <a:lnTo>
                          <a:pt x="60" y="366"/>
                        </a:lnTo>
                        <a:lnTo>
                          <a:pt x="60" y="384"/>
                        </a:lnTo>
                        <a:lnTo>
                          <a:pt x="48" y="384"/>
                        </a:lnTo>
                        <a:lnTo>
                          <a:pt x="48" y="390"/>
                        </a:lnTo>
                        <a:lnTo>
                          <a:pt x="54" y="396"/>
                        </a:lnTo>
                        <a:lnTo>
                          <a:pt x="54" y="408"/>
                        </a:lnTo>
                        <a:lnTo>
                          <a:pt x="48" y="420"/>
                        </a:lnTo>
                        <a:lnTo>
                          <a:pt x="36" y="426"/>
                        </a:lnTo>
                        <a:lnTo>
                          <a:pt x="24" y="426"/>
                        </a:lnTo>
                        <a:lnTo>
                          <a:pt x="18" y="432"/>
                        </a:lnTo>
                        <a:lnTo>
                          <a:pt x="6" y="456"/>
                        </a:lnTo>
                        <a:lnTo>
                          <a:pt x="0" y="462"/>
                        </a:lnTo>
                        <a:lnTo>
                          <a:pt x="0" y="510"/>
                        </a:lnTo>
                        <a:lnTo>
                          <a:pt x="276" y="510"/>
                        </a:lnTo>
                        <a:lnTo>
                          <a:pt x="282" y="408"/>
                        </a:lnTo>
                        <a:lnTo>
                          <a:pt x="276" y="396"/>
                        </a:lnTo>
                        <a:lnTo>
                          <a:pt x="276" y="378"/>
                        </a:lnTo>
                        <a:lnTo>
                          <a:pt x="282" y="366"/>
                        </a:lnTo>
                        <a:lnTo>
                          <a:pt x="306" y="354"/>
                        </a:lnTo>
                        <a:lnTo>
                          <a:pt x="336" y="354"/>
                        </a:lnTo>
                        <a:lnTo>
                          <a:pt x="348" y="348"/>
                        </a:lnTo>
                        <a:lnTo>
                          <a:pt x="354" y="342"/>
                        </a:lnTo>
                        <a:lnTo>
                          <a:pt x="354" y="150"/>
                        </a:lnTo>
                        <a:lnTo>
                          <a:pt x="366" y="144"/>
                        </a:lnTo>
                        <a:lnTo>
                          <a:pt x="366" y="132"/>
                        </a:lnTo>
                        <a:lnTo>
                          <a:pt x="588" y="126"/>
                        </a:lnTo>
                        <a:lnTo>
                          <a:pt x="588" y="90"/>
                        </a:lnTo>
                        <a:lnTo>
                          <a:pt x="594" y="84"/>
                        </a:lnTo>
                        <a:lnTo>
                          <a:pt x="600" y="0"/>
                        </a:lnTo>
                        <a:lnTo>
                          <a:pt x="546" y="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58" name="United Arab Emirates" descr="© INSCALE GmbH, 05.05.2010&#10;http://www.presentationload.com/">
                    <a:extLst>
                      <a:ext uri="{FF2B5EF4-FFF2-40B4-BE49-F238E27FC236}">
                        <a16:creationId xmlns:a16="http://schemas.microsoft.com/office/drawing/2014/main" id="{63FF31AD-89EB-D016-6697-4271DFEAEC21}"/>
                      </a:ext>
                    </a:extLst>
                  </p:cNvPr>
                  <p:cNvSpPr>
                    <a:spLocks/>
                  </p:cNvSpPr>
                  <p:nvPr/>
                </p:nvSpPr>
                <p:spPr bwMode="gray">
                  <a:xfrm>
                    <a:off x="3567" y="2026"/>
                    <a:ext cx="86" cy="81"/>
                  </a:xfrm>
                  <a:custGeom>
                    <a:avLst/>
                    <a:gdLst>
                      <a:gd name="T0" fmla="*/ 2147483647 w 336"/>
                      <a:gd name="T1" fmla="*/ 2147483647 h 318"/>
                      <a:gd name="T2" fmla="*/ 2147483647 w 336"/>
                      <a:gd name="T3" fmla="*/ 2147483647 h 318"/>
                      <a:gd name="T4" fmla="*/ 2147483647 w 336"/>
                      <a:gd name="T5" fmla="*/ 2147483647 h 318"/>
                      <a:gd name="T6" fmla="*/ 2147483647 w 336"/>
                      <a:gd name="T7" fmla="*/ 2147483647 h 318"/>
                      <a:gd name="T8" fmla="*/ 2147483647 w 336"/>
                      <a:gd name="T9" fmla="*/ 2147483647 h 318"/>
                      <a:gd name="T10" fmla="*/ 2147483647 w 336"/>
                      <a:gd name="T11" fmla="*/ 0 h 318"/>
                      <a:gd name="T12" fmla="*/ 2147483647 w 336"/>
                      <a:gd name="T13" fmla="*/ 2147483647 h 318"/>
                      <a:gd name="T14" fmla="*/ 2147483647 w 336"/>
                      <a:gd name="T15" fmla="*/ 2147483647 h 318"/>
                      <a:gd name="T16" fmla="*/ 2147483647 w 336"/>
                      <a:gd name="T17" fmla="*/ 2147483647 h 318"/>
                      <a:gd name="T18" fmla="*/ 2147483647 w 336"/>
                      <a:gd name="T19" fmla="*/ 2147483647 h 318"/>
                      <a:gd name="T20" fmla="*/ 2147483647 w 336"/>
                      <a:gd name="T21" fmla="*/ 2147483647 h 318"/>
                      <a:gd name="T22" fmla="*/ 2147483647 w 336"/>
                      <a:gd name="T23" fmla="*/ 2147483647 h 318"/>
                      <a:gd name="T24" fmla="*/ 2147483647 w 336"/>
                      <a:gd name="T25" fmla="*/ 2147483647 h 318"/>
                      <a:gd name="T26" fmla="*/ 2147483647 w 336"/>
                      <a:gd name="T27" fmla="*/ 2147483647 h 318"/>
                      <a:gd name="T28" fmla="*/ 2147483647 w 336"/>
                      <a:gd name="T29" fmla="*/ 2147483647 h 318"/>
                      <a:gd name="T30" fmla="*/ 2147483647 w 336"/>
                      <a:gd name="T31" fmla="*/ 2147483647 h 318"/>
                      <a:gd name="T32" fmla="*/ 2147483647 w 336"/>
                      <a:gd name="T33" fmla="*/ 2147483647 h 318"/>
                      <a:gd name="T34" fmla="*/ 2147483647 w 336"/>
                      <a:gd name="T35" fmla="*/ 2147483647 h 318"/>
                      <a:gd name="T36" fmla="*/ 0 w 336"/>
                      <a:gd name="T37" fmla="*/ 2147483647 h 318"/>
                      <a:gd name="T38" fmla="*/ 2147483647 w 336"/>
                      <a:gd name="T39" fmla="*/ 2147483647 h 318"/>
                      <a:gd name="T40" fmla="*/ 2147483647 w 336"/>
                      <a:gd name="T41" fmla="*/ 2147483647 h 318"/>
                      <a:gd name="T42" fmla="*/ 2147483647 w 336"/>
                      <a:gd name="T43" fmla="*/ 2147483647 h 318"/>
                      <a:gd name="T44" fmla="*/ 2147483647 w 336"/>
                      <a:gd name="T45" fmla="*/ 2147483647 h 318"/>
                      <a:gd name="T46" fmla="*/ 2147483647 w 336"/>
                      <a:gd name="T47" fmla="*/ 2147483647 h 318"/>
                      <a:gd name="T48" fmla="*/ 2147483647 w 336"/>
                      <a:gd name="T49" fmla="*/ 2147483647 h 318"/>
                      <a:gd name="T50" fmla="*/ 2147483647 w 336"/>
                      <a:gd name="T51" fmla="*/ 2147483647 h 318"/>
                      <a:gd name="T52" fmla="*/ 2147483647 w 336"/>
                      <a:gd name="T53" fmla="*/ 2147483647 h 318"/>
                      <a:gd name="T54" fmla="*/ 2147483647 w 336"/>
                      <a:gd name="T55" fmla="*/ 2147483647 h 318"/>
                      <a:gd name="T56" fmla="*/ 2147483647 w 336"/>
                      <a:gd name="T57" fmla="*/ 2147483647 h 318"/>
                      <a:gd name="T58" fmla="*/ 2147483647 w 336"/>
                      <a:gd name="T59" fmla="*/ 2147483647 h 318"/>
                      <a:gd name="T60" fmla="*/ 2147483647 w 336"/>
                      <a:gd name="T61" fmla="*/ 2147483647 h 318"/>
                      <a:gd name="T62" fmla="*/ 2147483647 w 336"/>
                      <a:gd name="T63" fmla="*/ 2147483647 h 318"/>
                      <a:gd name="T64" fmla="*/ 2147483647 w 336"/>
                      <a:gd name="T65" fmla="*/ 2147483647 h 318"/>
                      <a:gd name="T66" fmla="*/ 2147483647 w 336"/>
                      <a:gd name="T67" fmla="*/ 2147483647 h 318"/>
                      <a:gd name="T68" fmla="*/ 2147483647 w 336"/>
                      <a:gd name="T69" fmla="*/ 2147483647 h 31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336"/>
                      <a:gd name="T106" fmla="*/ 0 h 318"/>
                      <a:gd name="T107" fmla="*/ 336 w 336"/>
                      <a:gd name="T108" fmla="*/ 318 h 31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336" h="318">
                        <a:moveTo>
                          <a:pt x="300" y="120"/>
                        </a:moveTo>
                        <a:lnTo>
                          <a:pt x="306" y="120"/>
                        </a:lnTo>
                        <a:lnTo>
                          <a:pt x="306" y="126"/>
                        </a:lnTo>
                        <a:lnTo>
                          <a:pt x="312" y="138"/>
                        </a:lnTo>
                        <a:lnTo>
                          <a:pt x="336" y="132"/>
                        </a:lnTo>
                        <a:lnTo>
                          <a:pt x="330" y="120"/>
                        </a:lnTo>
                        <a:lnTo>
                          <a:pt x="324" y="102"/>
                        </a:lnTo>
                        <a:lnTo>
                          <a:pt x="324" y="60"/>
                        </a:lnTo>
                        <a:lnTo>
                          <a:pt x="330" y="42"/>
                        </a:lnTo>
                        <a:lnTo>
                          <a:pt x="330" y="6"/>
                        </a:lnTo>
                        <a:lnTo>
                          <a:pt x="324" y="0"/>
                        </a:lnTo>
                        <a:lnTo>
                          <a:pt x="318" y="0"/>
                        </a:lnTo>
                        <a:lnTo>
                          <a:pt x="312" y="6"/>
                        </a:lnTo>
                        <a:lnTo>
                          <a:pt x="306" y="18"/>
                        </a:lnTo>
                        <a:lnTo>
                          <a:pt x="300" y="36"/>
                        </a:lnTo>
                        <a:lnTo>
                          <a:pt x="288" y="60"/>
                        </a:lnTo>
                        <a:lnTo>
                          <a:pt x="282" y="66"/>
                        </a:lnTo>
                        <a:lnTo>
                          <a:pt x="282" y="72"/>
                        </a:lnTo>
                        <a:lnTo>
                          <a:pt x="276" y="72"/>
                        </a:lnTo>
                        <a:lnTo>
                          <a:pt x="264" y="78"/>
                        </a:lnTo>
                        <a:lnTo>
                          <a:pt x="234" y="108"/>
                        </a:lnTo>
                        <a:lnTo>
                          <a:pt x="228" y="120"/>
                        </a:lnTo>
                        <a:lnTo>
                          <a:pt x="216" y="132"/>
                        </a:lnTo>
                        <a:lnTo>
                          <a:pt x="204" y="138"/>
                        </a:lnTo>
                        <a:lnTo>
                          <a:pt x="198" y="150"/>
                        </a:lnTo>
                        <a:lnTo>
                          <a:pt x="198" y="168"/>
                        </a:lnTo>
                        <a:lnTo>
                          <a:pt x="192" y="180"/>
                        </a:lnTo>
                        <a:lnTo>
                          <a:pt x="192" y="186"/>
                        </a:lnTo>
                        <a:lnTo>
                          <a:pt x="186" y="192"/>
                        </a:lnTo>
                        <a:lnTo>
                          <a:pt x="150" y="192"/>
                        </a:lnTo>
                        <a:lnTo>
                          <a:pt x="132" y="186"/>
                        </a:lnTo>
                        <a:lnTo>
                          <a:pt x="90" y="186"/>
                        </a:lnTo>
                        <a:lnTo>
                          <a:pt x="72" y="192"/>
                        </a:lnTo>
                        <a:lnTo>
                          <a:pt x="48" y="204"/>
                        </a:lnTo>
                        <a:lnTo>
                          <a:pt x="24" y="204"/>
                        </a:lnTo>
                        <a:lnTo>
                          <a:pt x="12" y="192"/>
                        </a:lnTo>
                        <a:lnTo>
                          <a:pt x="0" y="186"/>
                        </a:lnTo>
                        <a:lnTo>
                          <a:pt x="0" y="198"/>
                        </a:lnTo>
                        <a:lnTo>
                          <a:pt x="18" y="216"/>
                        </a:lnTo>
                        <a:lnTo>
                          <a:pt x="30" y="240"/>
                        </a:lnTo>
                        <a:lnTo>
                          <a:pt x="54" y="264"/>
                        </a:lnTo>
                        <a:lnTo>
                          <a:pt x="60" y="276"/>
                        </a:lnTo>
                        <a:lnTo>
                          <a:pt x="72" y="282"/>
                        </a:lnTo>
                        <a:lnTo>
                          <a:pt x="78" y="294"/>
                        </a:lnTo>
                        <a:lnTo>
                          <a:pt x="96" y="294"/>
                        </a:lnTo>
                        <a:lnTo>
                          <a:pt x="132" y="300"/>
                        </a:lnTo>
                        <a:lnTo>
                          <a:pt x="228" y="312"/>
                        </a:lnTo>
                        <a:lnTo>
                          <a:pt x="270" y="318"/>
                        </a:lnTo>
                        <a:lnTo>
                          <a:pt x="264" y="306"/>
                        </a:lnTo>
                        <a:lnTo>
                          <a:pt x="258" y="300"/>
                        </a:lnTo>
                        <a:lnTo>
                          <a:pt x="252" y="288"/>
                        </a:lnTo>
                        <a:lnTo>
                          <a:pt x="252" y="276"/>
                        </a:lnTo>
                        <a:lnTo>
                          <a:pt x="258" y="270"/>
                        </a:lnTo>
                        <a:lnTo>
                          <a:pt x="264" y="258"/>
                        </a:lnTo>
                        <a:lnTo>
                          <a:pt x="270" y="252"/>
                        </a:lnTo>
                        <a:lnTo>
                          <a:pt x="276" y="240"/>
                        </a:lnTo>
                        <a:lnTo>
                          <a:pt x="276" y="228"/>
                        </a:lnTo>
                        <a:lnTo>
                          <a:pt x="282" y="216"/>
                        </a:lnTo>
                        <a:lnTo>
                          <a:pt x="282" y="204"/>
                        </a:lnTo>
                        <a:lnTo>
                          <a:pt x="288" y="198"/>
                        </a:lnTo>
                        <a:lnTo>
                          <a:pt x="288" y="192"/>
                        </a:lnTo>
                        <a:lnTo>
                          <a:pt x="300" y="192"/>
                        </a:lnTo>
                        <a:lnTo>
                          <a:pt x="300" y="198"/>
                        </a:lnTo>
                        <a:lnTo>
                          <a:pt x="306" y="198"/>
                        </a:lnTo>
                        <a:lnTo>
                          <a:pt x="306" y="192"/>
                        </a:lnTo>
                        <a:lnTo>
                          <a:pt x="288" y="174"/>
                        </a:lnTo>
                        <a:lnTo>
                          <a:pt x="288" y="144"/>
                        </a:lnTo>
                        <a:lnTo>
                          <a:pt x="294" y="132"/>
                        </a:lnTo>
                        <a:lnTo>
                          <a:pt x="294" y="126"/>
                        </a:lnTo>
                        <a:lnTo>
                          <a:pt x="300" y="12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59" name="Uganda" descr="© INSCALE GmbH, 05.05.2010&#10;http://www.presentationload.com/">
                    <a:extLst>
                      <a:ext uri="{FF2B5EF4-FFF2-40B4-BE49-F238E27FC236}">
                        <a16:creationId xmlns:a16="http://schemas.microsoft.com/office/drawing/2014/main" id="{149B079D-E66C-E54A-E516-64A664EF9EFE}"/>
                      </a:ext>
                    </a:extLst>
                  </p:cNvPr>
                  <p:cNvSpPr>
                    <a:spLocks noEditPoints="1"/>
                  </p:cNvSpPr>
                  <p:nvPr/>
                </p:nvSpPr>
                <p:spPr bwMode="gray">
                  <a:xfrm>
                    <a:off x="3190" y="2483"/>
                    <a:ext cx="99" cy="117"/>
                  </a:xfrm>
                  <a:custGeom>
                    <a:avLst/>
                    <a:gdLst>
                      <a:gd name="T0" fmla="*/ 2147483647 w 390"/>
                      <a:gd name="T1" fmla="*/ 2147483647 h 462"/>
                      <a:gd name="T2" fmla="*/ 2147483647 w 390"/>
                      <a:gd name="T3" fmla="*/ 2147483647 h 462"/>
                      <a:gd name="T4" fmla="*/ 2147483647 w 390"/>
                      <a:gd name="T5" fmla="*/ 2147483647 h 462"/>
                      <a:gd name="T6" fmla="*/ 2147483647 w 390"/>
                      <a:gd name="T7" fmla="*/ 2147483647 h 462"/>
                      <a:gd name="T8" fmla="*/ 2147483647 w 390"/>
                      <a:gd name="T9" fmla="*/ 2147483647 h 462"/>
                      <a:gd name="T10" fmla="*/ 2147483647 w 390"/>
                      <a:gd name="T11" fmla="*/ 2147483647 h 462"/>
                      <a:gd name="T12" fmla="*/ 2147483647 w 390"/>
                      <a:gd name="T13" fmla="*/ 2147483647 h 462"/>
                      <a:gd name="T14" fmla="*/ 2147483647 w 390"/>
                      <a:gd name="T15" fmla="*/ 2147483647 h 462"/>
                      <a:gd name="T16" fmla="*/ 2147483647 w 390"/>
                      <a:gd name="T17" fmla="*/ 2147483647 h 462"/>
                      <a:gd name="T18" fmla="*/ 2147483647 w 390"/>
                      <a:gd name="T19" fmla="*/ 2147483647 h 462"/>
                      <a:gd name="T20" fmla="*/ 2147483647 w 390"/>
                      <a:gd name="T21" fmla="*/ 2147483647 h 462"/>
                      <a:gd name="T22" fmla="*/ 2147483647 w 390"/>
                      <a:gd name="T23" fmla="*/ 2147483647 h 462"/>
                      <a:gd name="T24" fmla="*/ 2147483647 w 390"/>
                      <a:gd name="T25" fmla="*/ 0 h 462"/>
                      <a:gd name="T26" fmla="*/ 2147483647 w 390"/>
                      <a:gd name="T27" fmla="*/ 2147483647 h 462"/>
                      <a:gd name="T28" fmla="*/ 2147483647 w 390"/>
                      <a:gd name="T29" fmla="*/ 2147483647 h 462"/>
                      <a:gd name="T30" fmla="*/ 2147483647 w 390"/>
                      <a:gd name="T31" fmla="*/ 2147483647 h 462"/>
                      <a:gd name="T32" fmla="*/ 2147483647 w 390"/>
                      <a:gd name="T33" fmla="*/ 2147483647 h 462"/>
                      <a:gd name="T34" fmla="*/ 2147483647 w 390"/>
                      <a:gd name="T35" fmla="*/ 2147483647 h 462"/>
                      <a:gd name="T36" fmla="*/ 2147483647 w 390"/>
                      <a:gd name="T37" fmla="*/ 2147483647 h 462"/>
                      <a:gd name="T38" fmla="*/ 2147483647 w 390"/>
                      <a:gd name="T39" fmla="*/ 2147483647 h 462"/>
                      <a:gd name="T40" fmla="*/ 2147483647 w 390"/>
                      <a:gd name="T41" fmla="*/ 2147483647 h 462"/>
                      <a:gd name="T42" fmla="*/ 2147483647 w 390"/>
                      <a:gd name="T43" fmla="*/ 2147483647 h 462"/>
                      <a:gd name="T44" fmla="*/ 2147483647 w 390"/>
                      <a:gd name="T45" fmla="*/ 2147483647 h 462"/>
                      <a:gd name="T46" fmla="*/ 2147483647 w 390"/>
                      <a:gd name="T47" fmla="*/ 2147483647 h 462"/>
                      <a:gd name="T48" fmla="*/ 2147483647 w 390"/>
                      <a:gd name="T49" fmla="*/ 2147483647 h 462"/>
                      <a:gd name="T50" fmla="*/ 2147483647 w 390"/>
                      <a:gd name="T51" fmla="*/ 2147483647 h 462"/>
                      <a:gd name="T52" fmla="*/ 2147483647 w 390"/>
                      <a:gd name="T53" fmla="*/ 2147483647 h 462"/>
                      <a:gd name="T54" fmla="*/ 2147483647 w 390"/>
                      <a:gd name="T55" fmla="*/ 2147483647 h 462"/>
                      <a:gd name="T56" fmla="*/ 2147483647 w 390"/>
                      <a:gd name="T57" fmla="*/ 2147483647 h 462"/>
                      <a:gd name="T58" fmla="*/ 2147483647 w 390"/>
                      <a:gd name="T59" fmla="*/ 2147483647 h 462"/>
                      <a:gd name="T60" fmla="*/ 2147483647 w 390"/>
                      <a:gd name="T61" fmla="*/ 2147483647 h 462"/>
                      <a:gd name="T62" fmla="*/ 2147483647 w 390"/>
                      <a:gd name="T63" fmla="*/ 2147483647 h 462"/>
                      <a:gd name="T64" fmla="*/ 2147483647 w 390"/>
                      <a:gd name="T65" fmla="*/ 2147483647 h 462"/>
                      <a:gd name="T66" fmla="*/ 2147483647 w 390"/>
                      <a:gd name="T67" fmla="*/ 2147483647 h 462"/>
                      <a:gd name="T68" fmla="*/ 2147483647 w 390"/>
                      <a:gd name="T69" fmla="*/ 2147483647 h 462"/>
                      <a:gd name="T70" fmla="*/ 2147483647 w 390"/>
                      <a:gd name="T71" fmla="*/ 2147483647 h 462"/>
                      <a:gd name="T72" fmla="*/ 2147483647 w 390"/>
                      <a:gd name="T73" fmla="*/ 2147483647 h 462"/>
                      <a:gd name="T74" fmla="*/ 2147483647 w 390"/>
                      <a:gd name="T75" fmla="*/ 2147483647 h 462"/>
                      <a:gd name="T76" fmla="*/ 2147483647 w 390"/>
                      <a:gd name="T77" fmla="*/ 2147483647 h 462"/>
                      <a:gd name="T78" fmla="*/ 2147483647 w 390"/>
                      <a:gd name="T79" fmla="*/ 2147483647 h 462"/>
                      <a:gd name="T80" fmla="*/ 2147483647 w 390"/>
                      <a:gd name="T81" fmla="*/ 2147483647 h 462"/>
                      <a:gd name="T82" fmla="*/ 2147483647 w 390"/>
                      <a:gd name="T83" fmla="*/ 2147483647 h 462"/>
                      <a:gd name="T84" fmla="*/ 2147483647 w 390"/>
                      <a:gd name="T85" fmla="*/ 2147483647 h 462"/>
                      <a:gd name="T86" fmla="*/ 2147483647 w 390"/>
                      <a:gd name="T87" fmla="*/ 2147483647 h 462"/>
                      <a:gd name="T88" fmla="*/ 2147483647 w 390"/>
                      <a:gd name="T89" fmla="*/ 2147483647 h 462"/>
                      <a:gd name="T90" fmla="*/ 2147483647 w 390"/>
                      <a:gd name="T91" fmla="*/ 2147483647 h 462"/>
                      <a:gd name="T92" fmla="*/ 2147483647 w 390"/>
                      <a:gd name="T93" fmla="*/ 2147483647 h 462"/>
                      <a:gd name="T94" fmla="*/ 2147483647 w 390"/>
                      <a:gd name="T95" fmla="*/ 2147483647 h 462"/>
                      <a:gd name="T96" fmla="*/ 2147483647 w 390"/>
                      <a:gd name="T97" fmla="*/ 2147483647 h 462"/>
                      <a:gd name="T98" fmla="*/ 2147483647 w 390"/>
                      <a:gd name="T99" fmla="*/ 2147483647 h 462"/>
                      <a:gd name="T100" fmla="*/ 2147483647 w 390"/>
                      <a:gd name="T101" fmla="*/ 2147483647 h 462"/>
                      <a:gd name="T102" fmla="*/ 2147483647 w 390"/>
                      <a:gd name="T103" fmla="*/ 2147483647 h 462"/>
                      <a:gd name="T104" fmla="*/ 2147483647 w 390"/>
                      <a:gd name="T105" fmla="*/ 2147483647 h 462"/>
                      <a:gd name="T106" fmla="*/ 2147483647 w 390"/>
                      <a:gd name="T107" fmla="*/ 2147483647 h 462"/>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390"/>
                      <a:gd name="T163" fmla="*/ 0 h 462"/>
                      <a:gd name="T164" fmla="*/ 390 w 390"/>
                      <a:gd name="T165" fmla="*/ 462 h 462"/>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390" h="462">
                        <a:moveTo>
                          <a:pt x="306" y="426"/>
                        </a:moveTo>
                        <a:lnTo>
                          <a:pt x="318" y="426"/>
                        </a:lnTo>
                        <a:lnTo>
                          <a:pt x="318" y="420"/>
                        </a:lnTo>
                        <a:lnTo>
                          <a:pt x="306" y="420"/>
                        </a:lnTo>
                        <a:lnTo>
                          <a:pt x="306" y="426"/>
                        </a:lnTo>
                        <a:close/>
                        <a:moveTo>
                          <a:pt x="390" y="192"/>
                        </a:moveTo>
                        <a:lnTo>
                          <a:pt x="384" y="180"/>
                        </a:lnTo>
                        <a:lnTo>
                          <a:pt x="378" y="174"/>
                        </a:lnTo>
                        <a:lnTo>
                          <a:pt x="366" y="150"/>
                        </a:lnTo>
                        <a:lnTo>
                          <a:pt x="366" y="144"/>
                        </a:lnTo>
                        <a:lnTo>
                          <a:pt x="372" y="138"/>
                        </a:lnTo>
                        <a:lnTo>
                          <a:pt x="378" y="138"/>
                        </a:lnTo>
                        <a:lnTo>
                          <a:pt x="384" y="132"/>
                        </a:lnTo>
                        <a:lnTo>
                          <a:pt x="348" y="90"/>
                        </a:lnTo>
                        <a:lnTo>
                          <a:pt x="354" y="84"/>
                        </a:lnTo>
                        <a:lnTo>
                          <a:pt x="336" y="66"/>
                        </a:lnTo>
                        <a:lnTo>
                          <a:pt x="336" y="60"/>
                        </a:lnTo>
                        <a:lnTo>
                          <a:pt x="342" y="54"/>
                        </a:lnTo>
                        <a:lnTo>
                          <a:pt x="342" y="42"/>
                        </a:lnTo>
                        <a:lnTo>
                          <a:pt x="336" y="42"/>
                        </a:lnTo>
                        <a:lnTo>
                          <a:pt x="336" y="48"/>
                        </a:lnTo>
                        <a:lnTo>
                          <a:pt x="330" y="42"/>
                        </a:lnTo>
                        <a:lnTo>
                          <a:pt x="324" y="42"/>
                        </a:lnTo>
                        <a:lnTo>
                          <a:pt x="324" y="18"/>
                        </a:lnTo>
                        <a:lnTo>
                          <a:pt x="318" y="6"/>
                        </a:lnTo>
                        <a:lnTo>
                          <a:pt x="312" y="0"/>
                        </a:lnTo>
                        <a:lnTo>
                          <a:pt x="300" y="0"/>
                        </a:lnTo>
                        <a:lnTo>
                          <a:pt x="300" y="6"/>
                        </a:lnTo>
                        <a:lnTo>
                          <a:pt x="294" y="12"/>
                        </a:lnTo>
                        <a:lnTo>
                          <a:pt x="294" y="18"/>
                        </a:lnTo>
                        <a:lnTo>
                          <a:pt x="276" y="36"/>
                        </a:lnTo>
                        <a:lnTo>
                          <a:pt x="252" y="36"/>
                        </a:lnTo>
                        <a:lnTo>
                          <a:pt x="246" y="30"/>
                        </a:lnTo>
                        <a:lnTo>
                          <a:pt x="246" y="24"/>
                        </a:lnTo>
                        <a:lnTo>
                          <a:pt x="234" y="24"/>
                        </a:lnTo>
                        <a:lnTo>
                          <a:pt x="222" y="36"/>
                        </a:lnTo>
                        <a:lnTo>
                          <a:pt x="198" y="36"/>
                        </a:lnTo>
                        <a:lnTo>
                          <a:pt x="180" y="60"/>
                        </a:lnTo>
                        <a:lnTo>
                          <a:pt x="156" y="30"/>
                        </a:lnTo>
                        <a:lnTo>
                          <a:pt x="150" y="30"/>
                        </a:lnTo>
                        <a:lnTo>
                          <a:pt x="144" y="36"/>
                        </a:lnTo>
                        <a:lnTo>
                          <a:pt x="144" y="42"/>
                        </a:lnTo>
                        <a:lnTo>
                          <a:pt x="132" y="42"/>
                        </a:lnTo>
                        <a:lnTo>
                          <a:pt x="120" y="36"/>
                        </a:lnTo>
                        <a:lnTo>
                          <a:pt x="114" y="30"/>
                        </a:lnTo>
                        <a:lnTo>
                          <a:pt x="102" y="30"/>
                        </a:lnTo>
                        <a:lnTo>
                          <a:pt x="84" y="48"/>
                        </a:lnTo>
                        <a:lnTo>
                          <a:pt x="90" y="72"/>
                        </a:lnTo>
                        <a:lnTo>
                          <a:pt x="72" y="90"/>
                        </a:lnTo>
                        <a:lnTo>
                          <a:pt x="84" y="96"/>
                        </a:lnTo>
                        <a:lnTo>
                          <a:pt x="90" y="102"/>
                        </a:lnTo>
                        <a:lnTo>
                          <a:pt x="90" y="108"/>
                        </a:lnTo>
                        <a:lnTo>
                          <a:pt x="84" y="114"/>
                        </a:lnTo>
                        <a:lnTo>
                          <a:pt x="78" y="126"/>
                        </a:lnTo>
                        <a:lnTo>
                          <a:pt x="78" y="138"/>
                        </a:lnTo>
                        <a:lnTo>
                          <a:pt x="84" y="144"/>
                        </a:lnTo>
                        <a:lnTo>
                          <a:pt x="96" y="144"/>
                        </a:lnTo>
                        <a:lnTo>
                          <a:pt x="108" y="150"/>
                        </a:lnTo>
                        <a:lnTo>
                          <a:pt x="114" y="156"/>
                        </a:lnTo>
                        <a:lnTo>
                          <a:pt x="114" y="168"/>
                        </a:lnTo>
                        <a:lnTo>
                          <a:pt x="108" y="180"/>
                        </a:lnTo>
                        <a:lnTo>
                          <a:pt x="96" y="192"/>
                        </a:lnTo>
                        <a:lnTo>
                          <a:pt x="84" y="216"/>
                        </a:lnTo>
                        <a:lnTo>
                          <a:pt x="72" y="222"/>
                        </a:lnTo>
                        <a:lnTo>
                          <a:pt x="66" y="234"/>
                        </a:lnTo>
                        <a:lnTo>
                          <a:pt x="42" y="246"/>
                        </a:lnTo>
                        <a:lnTo>
                          <a:pt x="42" y="258"/>
                        </a:lnTo>
                        <a:lnTo>
                          <a:pt x="24" y="270"/>
                        </a:lnTo>
                        <a:lnTo>
                          <a:pt x="6" y="342"/>
                        </a:lnTo>
                        <a:lnTo>
                          <a:pt x="6" y="372"/>
                        </a:lnTo>
                        <a:lnTo>
                          <a:pt x="0" y="450"/>
                        </a:lnTo>
                        <a:lnTo>
                          <a:pt x="12" y="450"/>
                        </a:lnTo>
                        <a:lnTo>
                          <a:pt x="24" y="462"/>
                        </a:lnTo>
                        <a:lnTo>
                          <a:pt x="30" y="462"/>
                        </a:lnTo>
                        <a:lnTo>
                          <a:pt x="42" y="438"/>
                        </a:lnTo>
                        <a:lnTo>
                          <a:pt x="48" y="432"/>
                        </a:lnTo>
                        <a:lnTo>
                          <a:pt x="48" y="426"/>
                        </a:lnTo>
                        <a:lnTo>
                          <a:pt x="72" y="420"/>
                        </a:lnTo>
                        <a:lnTo>
                          <a:pt x="162" y="426"/>
                        </a:lnTo>
                        <a:lnTo>
                          <a:pt x="162" y="414"/>
                        </a:lnTo>
                        <a:lnTo>
                          <a:pt x="156" y="408"/>
                        </a:lnTo>
                        <a:lnTo>
                          <a:pt x="150" y="396"/>
                        </a:lnTo>
                        <a:lnTo>
                          <a:pt x="162" y="372"/>
                        </a:lnTo>
                        <a:lnTo>
                          <a:pt x="168" y="366"/>
                        </a:lnTo>
                        <a:lnTo>
                          <a:pt x="168" y="342"/>
                        </a:lnTo>
                        <a:lnTo>
                          <a:pt x="174" y="336"/>
                        </a:lnTo>
                        <a:lnTo>
                          <a:pt x="186" y="330"/>
                        </a:lnTo>
                        <a:lnTo>
                          <a:pt x="204" y="324"/>
                        </a:lnTo>
                        <a:lnTo>
                          <a:pt x="240" y="324"/>
                        </a:lnTo>
                        <a:lnTo>
                          <a:pt x="252" y="312"/>
                        </a:lnTo>
                        <a:lnTo>
                          <a:pt x="258" y="300"/>
                        </a:lnTo>
                        <a:lnTo>
                          <a:pt x="264" y="300"/>
                        </a:lnTo>
                        <a:lnTo>
                          <a:pt x="264" y="306"/>
                        </a:lnTo>
                        <a:lnTo>
                          <a:pt x="270" y="312"/>
                        </a:lnTo>
                        <a:lnTo>
                          <a:pt x="270" y="330"/>
                        </a:lnTo>
                        <a:lnTo>
                          <a:pt x="276" y="324"/>
                        </a:lnTo>
                        <a:lnTo>
                          <a:pt x="312" y="324"/>
                        </a:lnTo>
                        <a:lnTo>
                          <a:pt x="312" y="330"/>
                        </a:lnTo>
                        <a:lnTo>
                          <a:pt x="312" y="318"/>
                        </a:lnTo>
                        <a:lnTo>
                          <a:pt x="318" y="306"/>
                        </a:lnTo>
                        <a:lnTo>
                          <a:pt x="324" y="300"/>
                        </a:lnTo>
                        <a:lnTo>
                          <a:pt x="330" y="282"/>
                        </a:lnTo>
                        <a:lnTo>
                          <a:pt x="348" y="270"/>
                        </a:lnTo>
                        <a:lnTo>
                          <a:pt x="348" y="246"/>
                        </a:lnTo>
                        <a:lnTo>
                          <a:pt x="354" y="240"/>
                        </a:lnTo>
                        <a:lnTo>
                          <a:pt x="372" y="240"/>
                        </a:lnTo>
                        <a:lnTo>
                          <a:pt x="378" y="216"/>
                        </a:lnTo>
                        <a:lnTo>
                          <a:pt x="390" y="204"/>
                        </a:lnTo>
                        <a:lnTo>
                          <a:pt x="390" y="19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60" name="Tunisia" descr="© INSCALE GmbH, 05.05.2010&#10;http://www.presentationload.com/">
                    <a:extLst>
                      <a:ext uri="{FF2B5EF4-FFF2-40B4-BE49-F238E27FC236}">
                        <a16:creationId xmlns:a16="http://schemas.microsoft.com/office/drawing/2014/main" id="{40E5C9B8-17B4-5CED-58B9-9B9969241E74}"/>
                      </a:ext>
                    </a:extLst>
                  </p:cNvPr>
                  <p:cNvSpPr>
                    <a:spLocks/>
                  </p:cNvSpPr>
                  <p:nvPr/>
                </p:nvSpPr>
                <p:spPr bwMode="gray">
                  <a:xfrm>
                    <a:off x="2793" y="1806"/>
                    <a:ext cx="70" cy="145"/>
                  </a:xfrm>
                  <a:custGeom>
                    <a:avLst/>
                    <a:gdLst>
                      <a:gd name="T0" fmla="*/ 2147483647 w 276"/>
                      <a:gd name="T1" fmla="*/ 2147483647 h 570"/>
                      <a:gd name="T2" fmla="*/ 2147483647 w 276"/>
                      <a:gd name="T3" fmla="*/ 2147483647 h 570"/>
                      <a:gd name="T4" fmla="*/ 2147483647 w 276"/>
                      <a:gd name="T5" fmla="*/ 2147483647 h 570"/>
                      <a:gd name="T6" fmla="*/ 2147483647 w 276"/>
                      <a:gd name="T7" fmla="*/ 2147483647 h 570"/>
                      <a:gd name="T8" fmla="*/ 2147483647 w 276"/>
                      <a:gd name="T9" fmla="*/ 2147483647 h 570"/>
                      <a:gd name="T10" fmla="*/ 2147483647 w 276"/>
                      <a:gd name="T11" fmla="*/ 2147483647 h 570"/>
                      <a:gd name="T12" fmla="*/ 0 w 276"/>
                      <a:gd name="T13" fmla="*/ 2147483647 h 570"/>
                      <a:gd name="T14" fmla="*/ 2147483647 w 276"/>
                      <a:gd name="T15" fmla="*/ 2147483647 h 570"/>
                      <a:gd name="T16" fmla="*/ 2147483647 w 276"/>
                      <a:gd name="T17" fmla="*/ 2147483647 h 570"/>
                      <a:gd name="T18" fmla="*/ 2147483647 w 276"/>
                      <a:gd name="T19" fmla="*/ 2147483647 h 570"/>
                      <a:gd name="T20" fmla="*/ 2147483647 w 276"/>
                      <a:gd name="T21" fmla="*/ 2147483647 h 570"/>
                      <a:gd name="T22" fmla="*/ 2147483647 w 276"/>
                      <a:gd name="T23" fmla="*/ 2147483647 h 570"/>
                      <a:gd name="T24" fmla="*/ 2147483647 w 276"/>
                      <a:gd name="T25" fmla="*/ 2147483647 h 570"/>
                      <a:gd name="T26" fmla="*/ 2147483647 w 276"/>
                      <a:gd name="T27" fmla="*/ 2147483647 h 570"/>
                      <a:gd name="T28" fmla="*/ 2147483647 w 276"/>
                      <a:gd name="T29" fmla="*/ 2147483647 h 570"/>
                      <a:gd name="T30" fmla="*/ 2147483647 w 276"/>
                      <a:gd name="T31" fmla="*/ 2147483647 h 570"/>
                      <a:gd name="T32" fmla="*/ 2147483647 w 276"/>
                      <a:gd name="T33" fmla="*/ 2147483647 h 570"/>
                      <a:gd name="T34" fmla="*/ 2147483647 w 276"/>
                      <a:gd name="T35" fmla="*/ 2147483647 h 570"/>
                      <a:gd name="T36" fmla="*/ 2147483647 w 276"/>
                      <a:gd name="T37" fmla="*/ 2147483647 h 570"/>
                      <a:gd name="T38" fmla="*/ 2147483647 w 276"/>
                      <a:gd name="T39" fmla="*/ 2147483647 h 570"/>
                      <a:gd name="T40" fmla="*/ 2147483647 w 276"/>
                      <a:gd name="T41" fmla="*/ 2147483647 h 570"/>
                      <a:gd name="T42" fmla="*/ 2147483647 w 276"/>
                      <a:gd name="T43" fmla="*/ 2147483647 h 570"/>
                      <a:gd name="T44" fmla="*/ 2147483647 w 276"/>
                      <a:gd name="T45" fmla="*/ 2147483647 h 570"/>
                      <a:gd name="T46" fmla="*/ 2147483647 w 276"/>
                      <a:gd name="T47" fmla="*/ 2147483647 h 570"/>
                      <a:gd name="T48" fmla="*/ 2147483647 w 276"/>
                      <a:gd name="T49" fmla="*/ 2147483647 h 570"/>
                      <a:gd name="T50" fmla="*/ 2147483647 w 276"/>
                      <a:gd name="T51" fmla="*/ 2147483647 h 570"/>
                      <a:gd name="T52" fmla="*/ 2147483647 w 276"/>
                      <a:gd name="T53" fmla="*/ 2147483647 h 570"/>
                      <a:gd name="T54" fmla="*/ 2147483647 w 276"/>
                      <a:gd name="T55" fmla="*/ 2147483647 h 570"/>
                      <a:gd name="T56" fmla="*/ 2147483647 w 276"/>
                      <a:gd name="T57" fmla="*/ 2147483647 h 570"/>
                      <a:gd name="T58" fmla="*/ 2147483647 w 276"/>
                      <a:gd name="T59" fmla="*/ 2147483647 h 570"/>
                      <a:gd name="T60" fmla="*/ 2147483647 w 276"/>
                      <a:gd name="T61" fmla="*/ 2147483647 h 570"/>
                      <a:gd name="T62" fmla="*/ 2147483647 w 276"/>
                      <a:gd name="T63" fmla="*/ 2147483647 h 570"/>
                      <a:gd name="T64" fmla="*/ 2147483647 w 276"/>
                      <a:gd name="T65" fmla="*/ 2147483647 h 570"/>
                      <a:gd name="T66" fmla="*/ 2147483647 w 276"/>
                      <a:gd name="T67" fmla="*/ 2147483647 h 570"/>
                      <a:gd name="T68" fmla="*/ 2147483647 w 276"/>
                      <a:gd name="T69" fmla="*/ 2147483647 h 570"/>
                      <a:gd name="T70" fmla="*/ 2147483647 w 276"/>
                      <a:gd name="T71" fmla="*/ 2147483647 h 570"/>
                      <a:gd name="T72" fmla="*/ 2147483647 w 276"/>
                      <a:gd name="T73" fmla="*/ 2147483647 h 570"/>
                      <a:gd name="T74" fmla="*/ 2147483647 w 276"/>
                      <a:gd name="T75" fmla="*/ 2147483647 h 570"/>
                      <a:gd name="T76" fmla="*/ 2147483647 w 276"/>
                      <a:gd name="T77" fmla="*/ 2147483647 h 570"/>
                      <a:gd name="T78" fmla="*/ 2147483647 w 276"/>
                      <a:gd name="T79" fmla="*/ 2147483647 h 570"/>
                      <a:gd name="T80" fmla="*/ 2147483647 w 276"/>
                      <a:gd name="T81" fmla="*/ 2147483647 h 570"/>
                      <a:gd name="T82" fmla="*/ 2147483647 w 276"/>
                      <a:gd name="T83" fmla="*/ 2147483647 h 570"/>
                      <a:gd name="T84" fmla="*/ 2147483647 w 276"/>
                      <a:gd name="T85" fmla="*/ 2147483647 h 570"/>
                      <a:gd name="T86" fmla="*/ 2147483647 w 276"/>
                      <a:gd name="T87" fmla="*/ 2147483647 h 570"/>
                      <a:gd name="T88" fmla="*/ 2147483647 w 276"/>
                      <a:gd name="T89" fmla="*/ 0 h 570"/>
                      <a:gd name="T90" fmla="*/ 2147483647 w 276"/>
                      <a:gd name="T91" fmla="*/ 2147483647 h 570"/>
                      <a:gd name="T92" fmla="*/ 2147483647 w 276"/>
                      <a:gd name="T93" fmla="*/ 2147483647 h 570"/>
                      <a:gd name="T94" fmla="*/ 2147483647 w 276"/>
                      <a:gd name="T95" fmla="*/ 2147483647 h 57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76"/>
                      <a:gd name="T145" fmla="*/ 0 h 570"/>
                      <a:gd name="T146" fmla="*/ 276 w 276"/>
                      <a:gd name="T147" fmla="*/ 570 h 57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76" h="570">
                        <a:moveTo>
                          <a:pt x="42" y="60"/>
                        </a:moveTo>
                        <a:lnTo>
                          <a:pt x="60" y="66"/>
                        </a:lnTo>
                        <a:lnTo>
                          <a:pt x="60" y="78"/>
                        </a:lnTo>
                        <a:lnTo>
                          <a:pt x="54" y="90"/>
                        </a:lnTo>
                        <a:lnTo>
                          <a:pt x="54" y="126"/>
                        </a:lnTo>
                        <a:lnTo>
                          <a:pt x="60" y="138"/>
                        </a:lnTo>
                        <a:lnTo>
                          <a:pt x="60" y="180"/>
                        </a:lnTo>
                        <a:lnTo>
                          <a:pt x="54" y="192"/>
                        </a:lnTo>
                        <a:lnTo>
                          <a:pt x="54" y="204"/>
                        </a:lnTo>
                        <a:lnTo>
                          <a:pt x="48" y="210"/>
                        </a:lnTo>
                        <a:lnTo>
                          <a:pt x="48" y="216"/>
                        </a:lnTo>
                        <a:lnTo>
                          <a:pt x="24" y="234"/>
                        </a:lnTo>
                        <a:lnTo>
                          <a:pt x="0" y="258"/>
                        </a:lnTo>
                        <a:lnTo>
                          <a:pt x="0" y="300"/>
                        </a:lnTo>
                        <a:lnTo>
                          <a:pt x="12" y="300"/>
                        </a:lnTo>
                        <a:lnTo>
                          <a:pt x="12" y="330"/>
                        </a:lnTo>
                        <a:lnTo>
                          <a:pt x="24" y="330"/>
                        </a:lnTo>
                        <a:lnTo>
                          <a:pt x="42" y="336"/>
                        </a:lnTo>
                        <a:lnTo>
                          <a:pt x="54" y="348"/>
                        </a:lnTo>
                        <a:lnTo>
                          <a:pt x="54" y="390"/>
                        </a:lnTo>
                        <a:lnTo>
                          <a:pt x="60" y="390"/>
                        </a:lnTo>
                        <a:lnTo>
                          <a:pt x="66" y="396"/>
                        </a:lnTo>
                        <a:lnTo>
                          <a:pt x="90" y="408"/>
                        </a:lnTo>
                        <a:lnTo>
                          <a:pt x="96" y="420"/>
                        </a:lnTo>
                        <a:lnTo>
                          <a:pt x="102" y="426"/>
                        </a:lnTo>
                        <a:lnTo>
                          <a:pt x="108" y="450"/>
                        </a:lnTo>
                        <a:lnTo>
                          <a:pt x="114" y="492"/>
                        </a:lnTo>
                        <a:lnTo>
                          <a:pt x="126" y="540"/>
                        </a:lnTo>
                        <a:lnTo>
                          <a:pt x="138" y="570"/>
                        </a:lnTo>
                        <a:lnTo>
                          <a:pt x="144" y="564"/>
                        </a:lnTo>
                        <a:lnTo>
                          <a:pt x="156" y="564"/>
                        </a:lnTo>
                        <a:lnTo>
                          <a:pt x="186" y="534"/>
                        </a:lnTo>
                        <a:lnTo>
                          <a:pt x="186" y="510"/>
                        </a:lnTo>
                        <a:lnTo>
                          <a:pt x="174" y="486"/>
                        </a:lnTo>
                        <a:lnTo>
                          <a:pt x="174" y="468"/>
                        </a:lnTo>
                        <a:lnTo>
                          <a:pt x="192" y="450"/>
                        </a:lnTo>
                        <a:lnTo>
                          <a:pt x="198" y="450"/>
                        </a:lnTo>
                        <a:lnTo>
                          <a:pt x="204" y="438"/>
                        </a:lnTo>
                        <a:lnTo>
                          <a:pt x="210" y="432"/>
                        </a:lnTo>
                        <a:lnTo>
                          <a:pt x="216" y="420"/>
                        </a:lnTo>
                        <a:lnTo>
                          <a:pt x="222" y="414"/>
                        </a:lnTo>
                        <a:lnTo>
                          <a:pt x="234" y="408"/>
                        </a:lnTo>
                        <a:lnTo>
                          <a:pt x="246" y="408"/>
                        </a:lnTo>
                        <a:lnTo>
                          <a:pt x="270" y="396"/>
                        </a:lnTo>
                        <a:lnTo>
                          <a:pt x="276" y="390"/>
                        </a:lnTo>
                        <a:lnTo>
                          <a:pt x="276" y="384"/>
                        </a:lnTo>
                        <a:lnTo>
                          <a:pt x="264" y="372"/>
                        </a:lnTo>
                        <a:lnTo>
                          <a:pt x="258" y="372"/>
                        </a:lnTo>
                        <a:lnTo>
                          <a:pt x="264" y="330"/>
                        </a:lnTo>
                        <a:lnTo>
                          <a:pt x="252" y="330"/>
                        </a:lnTo>
                        <a:lnTo>
                          <a:pt x="240" y="300"/>
                        </a:lnTo>
                        <a:lnTo>
                          <a:pt x="228" y="294"/>
                        </a:lnTo>
                        <a:lnTo>
                          <a:pt x="222" y="306"/>
                        </a:lnTo>
                        <a:lnTo>
                          <a:pt x="216" y="294"/>
                        </a:lnTo>
                        <a:lnTo>
                          <a:pt x="198" y="294"/>
                        </a:lnTo>
                        <a:lnTo>
                          <a:pt x="186" y="288"/>
                        </a:lnTo>
                        <a:lnTo>
                          <a:pt x="180" y="282"/>
                        </a:lnTo>
                        <a:lnTo>
                          <a:pt x="168" y="276"/>
                        </a:lnTo>
                        <a:lnTo>
                          <a:pt x="168" y="246"/>
                        </a:lnTo>
                        <a:lnTo>
                          <a:pt x="174" y="240"/>
                        </a:lnTo>
                        <a:lnTo>
                          <a:pt x="180" y="240"/>
                        </a:lnTo>
                        <a:lnTo>
                          <a:pt x="234" y="186"/>
                        </a:lnTo>
                        <a:lnTo>
                          <a:pt x="240" y="174"/>
                        </a:lnTo>
                        <a:lnTo>
                          <a:pt x="240" y="156"/>
                        </a:lnTo>
                        <a:lnTo>
                          <a:pt x="234" y="144"/>
                        </a:lnTo>
                        <a:lnTo>
                          <a:pt x="216" y="126"/>
                        </a:lnTo>
                        <a:lnTo>
                          <a:pt x="204" y="120"/>
                        </a:lnTo>
                        <a:lnTo>
                          <a:pt x="198" y="120"/>
                        </a:lnTo>
                        <a:lnTo>
                          <a:pt x="198" y="102"/>
                        </a:lnTo>
                        <a:lnTo>
                          <a:pt x="204" y="90"/>
                        </a:lnTo>
                        <a:lnTo>
                          <a:pt x="204" y="78"/>
                        </a:lnTo>
                        <a:lnTo>
                          <a:pt x="210" y="72"/>
                        </a:lnTo>
                        <a:lnTo>
                          <a:pt x="222" y="66"/>
                        </a:lnTo>
                        <a:lnTo>
                          <a:pt x="228" y="60"/>
                        </a:lnTo>
                        <a:lnTo>
                          <a:pt x="234" y="48"/>
                        </a:lnTo>
                        <a:lnTo>
                          <a:pt x="234" y="36"/>
                        </a:lnTo>
                        <a:lnTo>
                          <a:pt x="240" y="30"/>
                        </a:lnTo>
                        <a:lnTo>
                          <a:pt x="240" y="18"/>
                        </a:lnTo>
                        <a:lnTo>
                          <a:pt x="228" y="18"/>
                        </a:lnTo>
                        <a:lnTo>
                          <a:pt x="222" y="30"/>
                        </a:lnTo>
                        <a:lnTo>
                          <a:pt x="210" y="36"/>
                        </a:lnTo>
                        <a:lnTo>
                          <a:pt x="204" y="48"/>
                        </a:lnTo>
                        <a:lnTo>
                          <a:pt x="192" y="60"/>
                        </a:lnTo>
                        <a:lnTo>
                          <a:pt x="186" y="60"/>
                        </a:lnTo>
                        <a:lnTo>
                          <a:pt x="174" y="54"/>
                        </a:lnTo>
                        <a:lnTo>
                          <a:pt x="162" y="42"/>
                        </a:lnTo>
                        <a:lnTo>
                          <a:pt x="174" y="30"/>
                        </a:lnTo>
                        <a:lnTo>
                          <a:pt x="174" y="24"/>
                        </a:lnTo>
                        <a:lnTo>
                          <a:pt x="180" y="12"/>
                        </a:lnTo>
                        <a:lnTo>
                          <a:pt x="168" y="0"/>
                        </a:lnTo>
                        <a:lnTo>
                          <a:pt x="138" y="0"/>
                        </a:lnTo>
                        <a:lnTo>
                          <a:pt x="126" y="6"/>
                        </a:lnTo>
                        <a:lnTo>
                          <a:pt x="108" y="12"/>
                        </a:lnTo>
                        <a:lnTo>
                          <a:pt x="96" y="18"/>
                        </a:lnTo>
                        <a:lnTo>
                          <a:pt x="84" y="30"/>
                        </a:lnTo>
                        <a:lnTo>
                          <a:pt x="84" y="42"/>
                        </a:lnTo>
                        <a:lnTo>
                          <a:pt x="42" y="6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61" name="Togo" descr="© INSCALE GmbH, 05.05.2010&#10;http://www.presentationload.com/">
                    <a:extLst>
                      <a:ext uri="{FF2B5EF4-FFF2-40B4-BE49-F238E27FC236}">
                        <a16:creationId xmlns:a16="http://schemas.microsoft.com/office/drawing/2014/main" id="{4F365B17-DE09-6170-E7CF-DD93729F2E3A}"/>
                      </a:ext>
                    </a:extLst>
                  </p:cNvPr>
                  <p:cNvSpPr>
                    <a:spLocks/>
                  </p:cNvSpPr>
                  <p:nvPr/>
                </p:nvSpPr>
                <p:spPr bwMode="gray">
                  <a:xfrm>
                    <a:off x="2652" y="2342"/>
                    <a:ext cx="36" cy="103"/>
                  </a:xfrm>
                  <a:custGeom>
                    <a:avLst/>
                    <a:gdLst>
                      <a:gd name="T0" fmla="*/ 2147483647 w 138"/>
                      <a:gd name="T1" fmla="*/ 2147483647 h 402"/>
                      <a:gd name="T2" fmla="*/ 2147483647 w 138"/>
                      <a:gd name="T3" fmla="*/ 2147483647 h 402"/>
                      <a:gd name="T4" fmla="*/ 2147483647 w 138"/>
                      <a:gd name="T5" fmla="*/ 2147483647 h 402"/>
                      <a:gd name="T6" fmla="*/ 2147483647 w 138"/>
                      <a:gd name="T7" fmla="*/ 2147483647 h 402"/>
                      <a:gd name="T8" fmla="*/ 2147483647 w 138"/>
                      <a:gd name="T9" fmla="*/ 2147483647 h 402"/>
                      <a:gd name="T10" fmla="*/ 2147483647 w 138"/>
                      <a:gd name="T11" fmla="*/ 2147483647 h 402"/>
                      <a:gd name="T12" fmla="*/ 2147483647 w 138"/>
                      <a:gd name="T13" fmla="*/ 2147483647 h 402"/>
                      <a:gd name="T14" fmla="*/ 2147483647 w 138"/>
                      <a:gd name="T15" fmla="*/ 2147483647 h 402"/>
                      <a:gd name="T16" fmla="*/ 2147483647 w 138"/>
                      <a:gd name="T17" fmla="*/ 2147483647 h 402"/>
                      <a:gd name="T18" fmla="*/ 2147483647 w 138"/>
                      <a:gd name="T19" fmla="*/ 2147483647 h 402"/>
                      <a:gd name="T20" fmla="*/ 2147483647 w 138"/>
                      <a:gd name="T21" fmla="*/ 2147483647 h 402"/>
                      <a:gd name="T22" fmla="*/ 2147483647 w 138"/>
                      <a:gd name="T23" fmla="*/ 2147483647 h 402"/>
                      <a:gd name="T24" fmla="*/ 2147483647 w 138"/>
                      <a:gd name="T25" fmla="*/ 2147483647 h 402"/>
                      <a:gd name="T26" fmla="*/ 2147483647 w 138"/>
                      <a:gd name="T27" fmla="*/ 2147483647 h 402"/>
                      <a:gd name="T28" fmla="*/ 2147483647 w 138"/>
                      <a:gd name="T29" fmla="*/ 2147483647 h 402"/>
                      <a:gd name="T30" fmla="*/ 2147483647 w 138"/>
                      <a:gd name="T31" fmla="*/ 2147483647 h 402"/>
                      <a:gd name="T32" fmla="*/ 2147483647 w 138"/>
                      <a:gd name="T33" fmla="*/ 0 h 402"/>
                      <a:gd name="T34" fmla="*/ 2147483647 w 138"/>
                      <a:gd name="T35" fmla="*/ 0 h 402"/>
                      <a:gd name="T36" fmla="*/ 2147483647 w 138"/>
                      <a:gd name="T37" fmla="*/ 2147483647 h 402"/>
                      <a:gd name="T38" fmla="*/ 0 w 138"/>
                      <a:gd name="T39" fmla="*/ 2147483647 h 402"/>
                      <a:gd name="T40" fmla="*/ 2147483647 w 138"/>
                      <a:gd name="T41" fmla="*/ 2147483647 h 402"/>
                      <a:gd name="T42" fmla="*/ 2147483647 w 138"/>
                      <a:gd name="T43" fmla="*/ 2147483647 h 402"/>
                      <a:gd name="T44" fmla="*/ 2147483647 w 138"/>
                      <a:gd name="T45" fmla="*/ 2147483647 h 402"/>
                      <a:gd name="T46" fmla="*/ 2147483647 w 138"/>
                      <a:gd name="T47" fmla="*/ 2147483647 h 402"/>
                      <a:gd name="T48" fmla="*/ 2147483647 w 138"/>
                      <a:gd name="T49" fmla="*/ 2147483647 h 402"/>
                      <a:gd name="T50" fmla="*/ 2147483647 w 138"/>
                      <a:gd name="T51" fmla="*/ 2147483647 h 402"/>
                      <a:gd name="T52" fmla="*/ 2147483647 w 138"/>
                      <a:gd name="T53" fmla="*/ 2147483647 h 402"/>
                      <a:gd name="T54" fmla="*/ 2147483647 w 138"/>
                      <a:gd name="T55" fmla="*/ 2147483647 h 402"/>
                      <a:gd name="T56" fmla="*/ 2147483647 w 138"/>
                      <a:gd name="T57" fmla="*/ 2147483647 h 402"/>
                      <a:gd name="T58" fmla="*/ 2147483647 w 138"/>
                      <a:gd name="T59" fmla="*/ 2147483647 h 402"/>
                      <a:gd name="T60" fmla="*/ 2147483647 w 138"/>
                      <a:gd name="T61" fmla="*/ 2147483647 h 402"/>
                      <a:gd name="T62" fmla="*/ 2147483647 w 138"/>
                      <a:gd name="T63" fmla="*/ 2147483647 h 402"/>
                      <a:gd name="T64" fmla="*/ 2147483647 w 138"/>
                      <a:gd name="T65" fmla="*/ 2147483647 h 402"/>
                      <a:gd name="T66" fmla="*/ 2147483647 w 138"/>
                      <a:gd name="T67" fmla="*/ 2147483647 h 402"/>
                      <a:gd name="T68" fmla="*/ 2147483647 w 138"/>
                      <a:gd name="T69" fmla="*/ 2147483647 h 402"/>
                      <a:gd name="T70" fmla="*/ 2147483647 w 138"/>
                      <a:gd name="T71" fmla="*/ 2147483647 h 402"/>
                      <a:gd name="T72" fmla="*/ 2147483647 w 138"/>
                      <a:gd name="T73" fmla="*/ 2147483647 h 402"/>
                      <a:gd name="T74" fmla="*/ 2147483647 w 138"/>
                      <a:gd name="T75" fmla="*/ 2147483647 h 402"/>
                      <a:gd name="T76" fmla="*/ 2147483647 w 138"/>
                      <a:gd name="T77" fmla="*/ 2147483647 h 402"/>
                      <a:gd name="T78" fmla="*/ 2147483647 w 138"/>
                      <a:gd name="T79" fmla="*/ 2147483647 h 402"/>
                      <a:gd name="T80" fmla="*/ 2147483647 w 138"/>
                      <a:gd name="T81" fmla="*/ 2147483647 h 402"/>
                      <a:gd name="T82" fmla="*/ 2147483647 w 138"/>
                      <a:gd name="T83" fmla="*/ 2147483647 h 402"/>
                      <a:gd name="T84" fmla="*/ 2147483647 w 138"/>
                      <a:gd name="T85" fmla="*/ 2147483647 h 402"/>
                      <a:gd name="T86" fmla="*/ 2147483647 w 138"/>
                      <a:gd name="T87" fmla="*/ 2147483647 h 402"/>
                      <a:gd name="T88" fmla="*/ 2147483647 w 138"/>
                      <a:gd name="T89" fmla="*/ 2147483647 h 402"/>
                      <a:gd name="T90" fmla="*/ 2147483647 w 138"/>
                      <a:gd name="T91" fmla="*/ 2147483647 h 402"/>
                      <a:gd name="T92" fmla="*/ 2147483647 w 138"/>
                      <a:gd name="T93" fmla="*/ 2147483647 h 402"/>
                      <a:gd name="T94" fmla="*/ 2147483647 w 138"/>
                      <a:gd name="T95" fmla="*/ 2147483647 h 402"/>
                      <a:gd name="T96" fmla="*/ 2147483647 w 138"/>
                      <a:gd name="T97" fmla="*/ 2147483647 h 402"/>
                      <a:gd name="T98" fmla="*/ 2147483647 w 138"/>
                      <a:gd name="T99" fmla="*/ 2147483647 h 402"/>
                      <a:gd name="T100" fmla="*/ 2147483647 w 138"/>
                      <a:gd name="T101" fmla="*/ 2147483647 h 402"/>
                      <a:gd name="T102" fmla="*/ 2147483647 w 138"/>
                      <a:gd name="T103" fmla="*/ 2147483647 h 40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138"/>
                      <a:gd name="T157" fmla="*/ 0 h 402"/>
                      <a:gd name="T158" fmla="*/ 138 w 138"/>
                      <a:gd name="T159" fmla="*/ 402 h 40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138" h="402">
                        <a:moveTo>
                          <a:pt x="126" y="354"/>
                        </a:moveTo>
                        <a:lnTo>
                          <a:pt x="120" y="288"/>
                        </a:lnTo>
                        <a:lnTo>
                          <a:pt x="132" y="282"/>
                        </a:lnTo>
                        <a:lnTo>
                          <a:pt x="120" y="270"/>
                        </a:lnTo>
                        <a:lnTo>
                          <a:pt x="120" y="210"/>
                        </a:lnTo>
                        <a:lnTo>
                          <a:pt x="132" y="198"/>
                        </a:lnTo>
                        <a:lnTo>
                          <a:pt x="126" y="186"/>
                        </a:lnTo>
                        <a:lnTo>
                          <a:pt x="126" y="156"/>
                        </a:lnTo>
                        <a:lnTo>
                          <a:pt x="120" y="144"/>
                        </a:lnTo>
                        <a:lnTo>
                          <a:pt x="108" y="132"/>
                        </a:lnTo>
                        <a:lnTo>
                          <a:pt x="108" y="90"/>
                        </a:lnTo>
                        <a:lnTo>
                          <a:pt x="78" y="60"/>
                        </a:lnTo>
                        <a:lnTo>
                          <a:pt x="66" y="54"/>
                        </a:lnTo>
                        <a:lnTo>
                          <a:pt x="66" y="24"/>
                        </a:lnTo>
                        <a:lnTo>
                          <a:pt x="72" y="6"/>
                        </a:lnTo>
                        <a:lnTo>
                          <a:pt x="54" y="6"/>
                        </a:lnTo>
                        <a:lnTo>
                          <a:pt x="30" y="0"/>
                        </a:lnTo>
                        <a:lnTo>
                          <a:pt x="12" y="0"/>
                        </a:lnTo>
                        <a:lnTo>
                          <a:pt x="12" y="18"/>
                        </a:lnTo>
                        <a:lnTo>
                          <a:pt x="0" y="30"/>
                        </a:lnTo>
                        <a:lnTo>
                          <a:pt x="36" y="54"/>
                        </a:lnTo>
                        <a:lnTo>
                          <a:pt x="24" y="132"/>
                        </a:lnTo>
                        <a:lnTo>
                          <a:pt x="36" y="120"/>
                        </a:lnTo>
                        <a:lnTo>
                          <a:pt x="42" y="120"/>
                        </a:lnTo>
                        <a:lnTo>
                          <a:pt x="48" y="126"/>
                        </a:lnTo>
                        <a:lnTo>
                          <a:pt x="48" y="150"/>
                        </a:lnTo>
                        <a:lnTo>
                          <a:pt x="42" y="162"/>
                        </a:lnTo>
                        <a:lnTo>
                          <a:pt x="54" y="174"/>
                        </a:lnTo>
                        <a:lnTo>
                          <a:pt x="54" y="180"/>
                        </a:lnTo>
                        <a:lnTo>
                          <a:pt x="48" y="180"/>
                        </a:lnTo>
                        <a:lnTo>
                          <a:pt x="36" y="192"/>
                        </a:lnTo>
                        <a:lnTo>
                          <a:pt x="42" y="198"/>
                        </a:lnTo>
                        <a:lnTo>
                          <a:pt x="54" y="204"/>
                        </a:lnTo>
                        <a:lnTo>
                          <a:pt x="60" y="210"/>
                        </a:lnTo>
                        <a:lnTo>
                          <a:pt x="60" y="222"/>
                        </a:lnTo>
                        <a:lnTo>
                          <a:pt x="54" y="228"/>
                        </a:lnTo>
                        <a:lnTo>
                          <a:pt x="54" y="270"/>
                        </a:lnTo>
                        <a:lnTo>
                          <a:pt x="48" y="276"/>
                        </a:lnTo>
                        <a:lnTo>
                          <a:pt x="48" y="294"/>
                        </a:lnTo>
                        <a:lnTo>
                          <a:pt x="54" y="294"/>
                        </a:lnTo>
                        <a:lnTo>
                          <a:pt x="60" y="300"/>
                        </a:lnTo>
                        <a:lnTo>
                          <a:pt x="60" y="312"/>
                        </a:lnTo>
                        <a:lnTo>
                          <a:pt x="54" y="324"/>
                        </a:lnTo>
                        <a:lnTo>
                          <a:pt x="54" y="336"/>
                        </a:lnTo>
                        <a:lnTo>
                          <a:pt x="66" y="378"/>
                        </a:lnTo>
                        <a:lnTo>
                          <a:pt x="96" y="402"/>
                        </a:lnTo>
                        <a:lnTo>
                          <a:pt x="108" y="396"/>
                        </a:lnTo>
                        <a:lnTo>
                          <a:pt x="120" y="384"/>
                        </a:lnTo>
                        <a:lnTo>
                          <a:pt x="138" y="384"/>
                        </a:lnTo>
                        <a:lnTo>
                          <a:pt x="138" y="372"/>
                        </a:lnTo>
                        <a:lnTo>
                          <a:pt x="126" y="360"/>
                        </a:lnTo>
                        <a:lnTo>
                          <a:pt x="126" y="35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62" name="Tanzania" descr="© INSCALE GmbH, 05.05.2010&#10;http://www.presentationload.com/">
                    <a:extLst>
                      <a:ext uri="{FF2B5EF4-FFF2-40B4-BE49-F238E27FC236}">
                        <a16:creationId xmlns:a16="http://schemas.microsoft.com/office/drawing/2014/main" id="{CC858F80-750F-E91F-9C96-53C335C15C1E}"/>
                      </a:ext>
                    </a:extLst>
                  </p:cNvPr>
                  <p:cNvSpPr>
                    <a:spLocks noEditPoints="1"/>
                  </p:cNvSpPr>
                  <p:nvPr/>
                </p:nvSpPr>
                <p:spPr bwMode="gray">
                  <a:xfrm>
                    <a:off x="3189" y="2589"/>
                    <a:ext cx="194" cy="220"/>
                  </a:xfrm>
                  <a:custGeom>
                    <a:avLst/>
                    <a:gdLst>
                      <a:gd name="T0" fmla="*/ 2147483647 w 768"/>
                      <a:gd name="T1" fmla="*/ 2147483647 h 870"/>
                      <a:gd name="T2" fmla="*/ 2147483647 w 768"/>
                      <a:gd name="T3" fmla="*/ 2147483647 h 870"/>
                      <a:gd name="T4" fmla="*/ 2147483647 w 768"/>
                      <a:gd name="T5" fmla="*/ 2147483647 h 870"/>
                      <a:gd name="T6" fmla="*/ 2147483647 w 768"/>
                      <a:gd name="T7" fmla="*/ 2147483647 h 870"/>
                      <a:gd name="T8" fmla="*/ 2147483647 w 768"/>
                      <a:gd name="T9" fmla="*/ 2147483647 h 870"/>
                      <a:gd name="T10" fmla="*/ 2147483647 w 768"/>
                      <a:gd name="T11" fmla="*/ 2147483647 h 870"/>
                      <a:gd name="T12" fmla="*/ 2147483647 w 768"/>
                      <a:gd name="T13" fmla="*/ 2147483647 h 870"/>
                      <a:gd name="T14" fmla="*/ 2147483647 w 768"/>
                      <a:gd name="T15" fmla="*/ 2147483647 h 870"/>
                      <a:gd name="T16" fmla="*/ 2147483647 w 768"/>
                      <a:gd name="T17" fmla="*/ 2147483647 h 870"/>
                      <a:gd name="T18" fmla="*/ 2147483647 w 768"/>
                      <a:gd name="T19" fmla="*/ 2147483647 h 870"/>
                      <a:gd name="T20" fmla="*/ 2147483647 w 768"/>
                      <a:gd name="T21" fmla="*/ 2147483647 h 870"/>
                      <a:gd name="T22" fmla="*/ 2147483647 w 768"/>
                      <a:gd name="T23" fmla="*/ 2147483647 h 870"/>
                      <a:gd name="T24" fmla="*/ 2147483647 w 768"/>
                      <a:gd name="T25" fmla="*/ 2147483647 h 870"/>
                      <a:gd name="T26" fmla="*/ 2147483647 w 768"/>
                      <a:gd name="T27" fmla="*/ 2147483647 h 870"/>
                      <a:gd name="T28" fmla="*/ 2147483647 w 768"/>
                      <a:gd name="T29" fmla="*/ 2147483647 h 870"/>
                      <a:gd name="T30" fmla="*/ 2147483647 w 768"/>
                      <a:gd name="T31" fmla="*/ 2147483647 h 870"/>
                      <a:gd name="T32" fmla="*/ 2147483647 w 768"/>
                      <a:gd name="T33" fmla="*/ 2147483647 h 870"/>
                      <a:gd name="T34" fmla="*/ 2147483647 w 768"/>
                      <a:gd name="T35" fmla="*/ 2147483647 h 870"/>
                      <a:gd name="T36" fmla="*/ 2147483647 w 768"/>
                      <a:gd name="T37" fmla="*/ 2147483647 h 870"/>
                      <a:gd name="T38" fmla="*/ 2147483647 w 768"/>
                      <a:gd name="T39" fmla="*/ 2147483647 h 870"/>
                      <a:gd name="T40" fmla="*/ 2147483647 w 768"/>
                      <a:gd name="T41" fmla="*/ 2147483647 h 870"/>
                      <a:gd name="T42" fmla="*/ 2147483647 w 768"/>
                      <a:gd name="T43" fmla="*/ 2147483647 h 870"/>
                      <a:gd name="T44" fmla="*/ 2147483647 w 768"/>
                      <a:gd name="T45" fmla="*/ 2147483647 h 870"/>
                      <a:gd name="T46" fmla="*/ 2147483647 w 768"/>
                      <a:gd name="T47" fmla="*/ 2147483647 h 870"/>
                      <a:gd name="T48" fmla="*/ 2147483647 w 768"/>
                      <a:gd name="T49" fmla="*/ 2147483647 h 870"/>
                      <a:gd name="T50" fmla="*/ 2147483647 w 768"/>
                      <a:gd name="T51" fmla="*/ 2147483647 h 870"/>
                      <a:gd name="T52" fmla="*/ 2147483647 w 768"/>
                      <a:gd name="T53" fmla="*/ 2147483647 h 870"/>
                      <a:gd name="T54" fmla="*/ 2147483647 w 768"/>
                      <a:gd name="T55" fmla="*/ 2147483647 h 870"/>
                      <a:gd name="T56" fmla="*/ 2147483647 w 768"/>
                      <a:gd name="T57" fmla="*/ 2147483647 h 870"/>
                      <a:gd name="T58" fmla="*/ 2147483647 w 768"/>
                      <a:gd name="T59" fmla="*/ 2147483647 h 870"/>
                      <a:gd name="T60" fmla="*/ 2147483647 w 768"/>
                      <a:gd name="T61" fmla="*/ 2147483647 h 870"/>
                      <a:gd name="T62" fmla="*/ 2147483647 w 768"/>
                      <a:gd name="T63" fmla="*/ 2147483647 h 870"/>
                      <a:gd name="T64" fmla="*/ 2147483647 w 768"/>
                      <a:gd name="T65" fmla="*/ 2147483647 h 870"/>
                      <a:gd name="T66" fmla="*/ 2147483647 w 768"/>
                      <a:gd name="T67" fmla="*/ 2147483647 h 870"/>
                      <a:gd name="T68" fmla="*/ 2147483647 w 768"/>
                      <a:gd name="T69" fmla="*/ 2147483647 h 870"/>
                      <a:gd name="T70" fmla="*/ 2147483647 w 768"/>
                      <a:gd name="T71" fmla="*/ 2147483647 h 870"/>
                      <a:gd name="T72" fmla="*/ 2147483647 w 768"/>
                      <a:gd name="T73" fmla="*/ 2147483647 h 870"/>
                      <a:gd name="T74" fmla="*/ 2147483647 w 768"/>
                      <a:gd name="T75" fmla="*/ 2147483647 h 870"/>
                      <a:gd name="T76" fmla="*/ 2147483647 w 768"/>
                      <a:gd name="T77" fmla="*/ 2147483647 h 870"/>
                      <a:gd name="T78" fmla="*/ 2147483647 w 768"/>
                      <a:gd name="T79" fmla="*/ 2147483647 h 870"/>
                      <a:gd name="T80" fmla="*/ 2147483647 w 768"/>
                      <a:gd name="T81" fmla="*/ 2147483647 h 870"/>
                      <a:gd name="T82" fmla="*/ 2147483647 w 768"/>
                      <a:gd name="T83" fmla="*/ 2147483647 h 870"/>
                      <a:gd name="T84" fmla="*/ 2147483647 w 768"/>
                      <a:gd name="T85" fmla="*/ 2147483647 h 870"/>
                      <a:gd name="T86" fmla="*/ 2147483647 w 768"/>
                      <a:gd name="T87" fmla="*/ 2147483647 h 870"/>
                      <a:gd name="T88" fmla="*/ 2147483647 w 768"/>
                      <a:gd name="T89" fmla="*/ 2147483647 h 870"/>
                      <a:gd name="T90" fmla="*/ 2147483647 w 768"/>
                      <a:gd name="T91" fmla="*/ 2147483647 h 870"/>
                      <a:gd name="T92" fmla="*/ 2147483647 w 768"/>
                      <a:gd name="T93" fmla="*/ 2147483647 h 870"/>
                      <a:gd name="T94" fmla="*/ 2147483647 w 768"/>
                      <a:gd name="T95" fmla="*/ 2147483647 h 870"/>
                      <a:gd name="T96" fmla="*/ 2147483647 w 768"/>
                      <a:gd name="T97" fmla="*/ 2147483647 h 870"/>
                      <a:gd name="T98" fmla="*/ 2147483647 w 768"/>
                      <a:gd name="T99" fmla="*/ 2147483647 h 870"/>
                      <a:gd name="T100" fmla="*/ 2147483647 w 768"/>
                      <a:gd name="T101" fmla="*/ 2147483647 h 870"/>
                      <a:gd name="T102" fmla="*/ 2147483647 w 768"/>
                      <a:gd name="T103" fmla="*/ 2147483647 h 87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768"/>
                      <a:gd name="T157" fmla="*/ 0 h 870"/>
                      <a:gd name="T158" fmla="*/ 768 w 768"/>
                      <a:gd name="T159" fmla="*/ 870 h 870"/>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768" h="870">
                        <a:moveTo>
                          <a:pt x="762" y="744"/>
                        </a:moveTo>
                        <a:lnTo>
                          <a:pt x="750" y="744"/>
                        </a:lnTo>
                        <a:lnTo>
                          <a:pt x="744" y="738"/>
                        </a:lnTo>
                        <a:lnTo>
                          <a:pt x="732" y="732"/>
                        </a:lnTo>
                        <a:lnTo>
                          <a:pt x="720" y="720"/>
                        </a:lnTo>
                        <a:lnTo>
                          <a:pt x="720" y="708"/>
                        </a:lnTo>
                        <a:lnTo>
                          <a:pt x="714" y="690"/>
                        </a:lnTo>
                        <a:lnTo>
                          <a:pt x="714" y="654"/>
                        </a:lnTo>
                        <a:lnTo>
                          <a:pt x="690" y="612"/>
                        </a:lnTo>
                        <a:lnTo>
                          <a:pt x="702" y="564"/>
                        </a:lnTo>
                        <a:lnTo>
                          <a:pt x="684" y="540"/>
                        </a:lnTo>
                        <a:lnTo>
                          <a:pt x="690" y="528"/>
                        </a:lnTo>
                        <a:lnTo>
                          <a:pt x="696" y="522"/>
                        </a:lnTo>
                        <a:lnTo>
                          <a:pt x="708" y="498"/>
                        </a:lnTo>
                        <a:lnTo>
                          <a:pt x="708" y="480"/>
                        </a:lnTo>
                        <a:lnTo>
                          <a:pt x="702" y="474"/>
                        </a:lnTo>
                        <a:lnTo>
                          <a:pt x="690" y="468"/>
                        </a:lnTo>
                        <a:lnTo>
                          <a:pt x="672" y="456"/>
                        </a:lnTo>
                        <a:lnTo>
                          <a:pt x="660" y="450"/>
                        </a:lnTo>
                        <a:lnTo>
                          <a:pt x="654" y="438"/>
                        </a:lnTo>
                        <a:lnTo>
                          <a:pt x="654" y="426"/>
                        </a:lnTo>
                        <a:lnTo>
                          <a:pt x="660" y="414"/>
                        </a:lnTo>
                        <a:lnTo>
                          <a:pt x="666" y="396"/>
                        </a:lnTo>
                        <a:lnTo>
                          <a:pt x="666" y="384"/>
                        </a:lnTo>
                        <a:lnTo>
                          <a:pt x="672" y="366"/>
                        </a:lnTo>
                        <a:lnTo>
                          <a:pt x="678" y="354"/>
                        </a:lnTo>
                        <a:lnTo>
                          <a:pt x="678" y="330"/>
                        </a:lnTo>
                        <a:lnTo>
                          <a:pt x="684" y="318"/>
                        </a:lnTo>
                        <a:lnTo>
                          <a:pt x="684" y="300"/>
                        </a:lnTo>
                        <a:lnTo>
                          <a:pt x="570" y="192"/>
                        </a:lnTo>
                        <a:lnTo>
                          <a:pt x="576" y="186"/>
                        </a:lnTo>
                        <a:lnTo>
                          <a:pt x="582" y="186"/>
                        </a:lnTo>
                        <a:lnTo>
                          <a:pt x="588" y="180"/>
                        </a:lnTo>
                        <a:lnTo>
                          <a:pt x="588" y="174"/>
                        </a:lnTo>
                        <a:lnTo>
                          <a:pt x="576" y="162"/>
                        </a:lnTo>
                        <a:lnTo>
                          <a:pt x="324" y="6"/>
                        </a:lnTo>
                        <a:lnTo>
                          <a:pt x="312" y="6"/>
                        </a:lnTo>
                        <a:lnTo>
                          <a:pt x="312" y="18"/>
                        </a:lnTo>
                        <a:lnTo>
                          <a:pt x="318" y="24"/>
                        </a:lnTo>
                        <a:lnTo>
                          <a:pt x="318" y="36"/>
                        </a:lnTo>
                        <a:lnTo>
                          <a:pt x="294" y="48"/>
                        </a:lnTo>
                        <a:lnTo>
                          <a:pt x="276" y="66"/>
                        </a:lnTo>
                        <a:lnTo>
                          <a:pt x="264" y="84"/>
                        </a:lnTo>
                        <a:lnTo>
                          <a:pt x="264" y="90"/>
                        </a:lnTo>
                        <a:lnTo>
                          <a:pt x="270" y="96"/>
                        </a:lnTo>
                        <a:lnTo>
                          <a:pt x="294" y="96"/>
                        </a:lnTo>
                        <a:lnTo>
                          <a:pt x="306" y="90"/>
                        </a:lnTo>
                        <a:lnTo>
                          <a:pt x="312" y="90"/>
                        </a:lnTo>
                        <a:lnTo>
                          <a:pt x="306" y="96"/>
                        </a:lnTo>
                        <a:lnTo>
                          <a:pt x="294" y="102"/>
                        </a:lnTo>
                        <a:lnTo>
                          <a:pt x="276" y="120"/>
                        </a:lnTo>
                        <a:lnTo>
                          <a:pt x="270" y="120"/>
                        </a:lnTo>
                        <a:lnTo>
                          <a:pt x="264" y="114"/>
                        </a:lnTo>
                        <a:lnTo>
                          <a:pt x="252" y="108"/>
                        </a:lnTo>
                        <a:lnTo>
                          <a:pt x="246" y="108"/>
                        </a:lnTo>
                        <a:lnTo>
                          <a:pt x="234" y="120"/>
                        </a:lnTo>
                        <a:lnTo>
                          <a:pt x="234" y="138"/>
                        </a:lnTo>
                        <a:lnTo>
                          <a:pt x="246" y="150"/>
                        </a:lnTo>
                        <a:lnTo>
                          <a:pt x="216" y="150"/>
                        </a:lnTo>
                        <a:lnTo>
                          <a:pt x="216" y="138"/>
                        </a:lnTo>
                        <a:lnTo>
                          <a:pt x="222" y="132"/>
                        </a:lnTo>
                        <a:lnTo>
                          <a:pt x="222" y="126"/>
                        </a:lnTo>
                        <a:lnTo>
                          <a:pt x="228" y="114"/>
                        </a:lnTo>
                        <a:lnTo>
                          <a:pt x="210" y="120"/>
                        </a:lnTo>
                        <a:lnTo>
                          <a:pt x="192" y="102"/>
                        </a:lnTo>
                        <a:lnTo>
                          <a:pt x="186" y="102"/>
                        </a:lnTo>
                        <a:lnTo>
                          <a:pt x="174" y="114"/>
                        </a:lnTo>
                        <a:lnTo>
                          <a:pt x="174" y="132"/>
                        </a:lnTo>
                        <a:lnTo>
                          <a:pt x="168" y="138"/>
                        </a:lnTo>
                        <a:lnTo>
                          <a:pt x="162" y="138"/>
                        </a:lnTo>
                        <a:lnTo>
                          <a:pt x="156" y="132"/>
                        </a:lnTo>
                        <a:lnTo>
                          <a:pt x="156" y="48"/>
                        </a:lnTo>
                        <a:lnTo>
                          <a:pt x="162" y="36"/>
                        </a:lnTo>
                        <a:lnTo>
                          <a:pt x="162" y="24"/>
                        </a:lnTo>
                        <a:lnTo>
                          <a:pt x="168" y="12"/>
                        </a:lnTo>
                        <a:lnTo>
                          <a:pt x="168" y="6"/>
                        </a:lnTo>
                        <a:lnTo>
                          <a:pt x="78" y="0"/>
                        </a:lnTo>
                        <a:lnTo>
                          <a:pt x="72" y="24"/>
                        </a:lnTo>
                        <a:lnTo>
                          <a:pt x="78" y="30"/>
                        </a:lnTo>
                        <a:lnTo>
                          <a:pt x="84" y="42"/>
                        </a:lnTo>
                        <a:lnTo>
                          <a:pt x="90" y="48"/>
                        </a:lnTo>
                        <a:lnTo>
                          <a:pt x="90" y="66"/>
                        </a:lnTo>
                        <a:lnTo>
                          <a:pt x="96" y="72"/>
                        </a:lnTo>
                        <a:lnTo>
                          <a:pt x="96" y="96"/>
                        </a:lnTo>
                        <a:lnTo>
                          <a:pt x="78" y="114"/>
                        </a:lnTo>
                        <a:lnTo>
                          <a:pt x="66" y="114"/>
                        </a:lnTo>
                        <a:lnTo>
                          <a:pt x="66" y="126"/>
                        </a:lnTo>
                        <a:lnTo>
                          <a:pt x="60" y="138"/>
                        </a:lnTo>
                        <a:lnTo>
                          <a:pt x="60" y="156"/>
                        </a:lnTo>
                        <a:lnTo>
                          <a:pt x="66" y="156"/>
                        </a:lnTo>
                        <a:lnTo>
                          <a:pt x="72" y="162"/>
                        </a:lnTo>
                        <a:lnTo>
                          <a:pt x="90" y="162"/>
                        </a:lnTo>
                        <a:lnTo>
                          <a:pt x="90" y="180"/>
                        </a:lnTo>
                        <a:lnTo>
                          <a:pt x="78" y="186"/>
                        </a:lnTo>
                        <a:lnTo>
                          <a:pt x="84" y="198"/>
                        </a:lnTo>
                        <a:lnTo>
                          <a:pt x="72" y="198"/>
                        </a:lnTo>
                        <a:lnTo>
                          <a:pt x="54" y="216"/>
                        </a:lnTo>
                        <a:lnTo>
                          <a:pt x="48" y="228"/>
                        </a:lnTo>
                        <a:lnTo>
                          <a:pt x="48" y="246"/>
                        </a:lnTo>
                        <a:lnTo>
                          <a:pt x="42" y="258"/>
                        </a:lnTo>
                        <a:lnTo>
                          <a:pt x="30" y="270"/>
                        </a:lnTo>
                        <a:lnTo>
                          <a:pt x="6" y="282"/>
                        </a:lnTo>
                        <a:lnTo>
                          <a:pt x="0" y="294"/>
                        </a:lnTo>
                        <a:lnTo>
                          <a:pt x="6" y="306"/>
                        </a:lnTo>
                        <a:lnTo>
                          <a:pt x="18" y="318"/>
                        </a:lnTo>
                        <a:lnTo>
                          <a:pt x="18" y="330"/>
                        </a:lnTo>
                        <a:lnTo>
                          <a:pt x="12" y="342"/>
                        </a:lnTo>
                        <a:lnTo>
                          <a:pt x="12" y="348"/>
                        </a:lnTo>
                        <a:lnTo>
                          <a:pt x="18" y="354"/>
                        </a:lnTo>
                        <a:lnTo>
                          <a:pt x="18" y="366"/>
                        </a:lnTo>
                        <a:lnTo>
                          <a:pt x="24" y="378"/>
                        </a:lnTo>
                        <a:lnTo>
                          <a:pt x="24" y="396"/>
                        </a:lnTo>
                        <a:lnTo>
                          <a:pt x="18" y="402"/>
                        </a:lnTo>
                        <a:lnTo>
                          <a:pt x="18" y="432"/>
                        </a:lnTo>
                        <a:lnTo>
                          <a:pt x="30" y="444"/>
                        </a:lnTo>
                        <a:lnTo>
                          <a:pt x="36" y="444"/>
                        </a:lnTo>
                        <a:lnTo>
                          <a:pt x="48" y="450"/>
                        </a:lnTo>
                        <a:lnTo>
                          <a:pt x="72" y="474"/>
                        </a:lnTo>
                        <a:lnTo>
                          <a:pt x="78" y="486"/>
                        </a:lnTo>
                        <a:lnTo>
                          <a:pt x="78" y="546"/>
                        </a:lnTo>
                        <a:lnTo>
                          <a:pt x="84" y="558"/>
                        </a:lnTo>
                        <a:lnTo>
                          <a:pt x="114" y="594"/>
                        </a:lnTo>
                        <a:lnTo>
                          <a:pt x="114" y="600"/>
                        </a:lnTo>
                        <a:lnTo>
                          <a:pt x="108" y="612"/>
                        </a:lnTo>
                        <a:lnTo>
                          <a:pt x="108" y="618"/>
                        </a:lnTo>
                        <a:lnTo>
                          <a:pt x="126" y="618"/>
                        </a:lnTo>
                        <a:lnTo>
                          <a:pt x="138" y="612"/>
                        </a:lnTo>
                        <a:lnTo>
                          <a:pt x="138" y="630"/>
                        </a:lnTo>
                        <a:lnTo>
                          <a:pt x="144" y="636"/>
                        </a:lnTo>
                        <a:lnTo>
                          <a:pt x="162" y="636"/>
                        </a:lnTo>
                        <a:lnTo>
                          <a:pt x="180" y="654"/>
                        </a:lnTo>
                        <a:lnTo>
                          <a:pt x="192" y="654"/>
                        </a:lnTo>
                        <a:lnTo>
                          <a:pt x="204" y="648"/>
                        </a:lnTo>
                        <a:lnTo>
                          <a:pt x="204" y="666"/>
                        </a:lnTo>
                        <a:lnTo>
                          <a:pt x="222" y="666"/>
                        </a:lnTo>
                        <a:lnTo>
                          <a:pt x="240" y="678"/>
                        </a:lnTo>
                        <a:lnTo>
                          <a:pt x="264" y="678"/>
                        </a:lnTo>
                        <a:lnTo>
                          <a:pt x="270" y="696"/>
                        </a:lnTo>
                        <a:lnTo>
                          <a:pt x="300" y="696"/>
                        </a:lnTo>
                        <a:lnTo>
                          <a:pt x="300" y="690"/>
                        </a:lnTo>
                        <a:lnTo>
                          <a:pt x="312" y="678"/>
                        </a:lnTo>
                        <a:lnTo>
                          <a:pt x="318" y="684"/>
                        </a:lnTo>
                        <a:lnTo>
                          <a:pt x="330" y="690"/>
                        </a:lnTo>
                        <a:lnTo>
                          <a:pt x="336" y="702"/>
                        </a:lnTo>
                        <a:lnTo>
                          <a:pt x="348" y="714"/>
                        </a:lnTo>
                        <a:lnTo>
                          <a:pt x="348" y="774"/>
                        </a:lnTo>
                        <a:lnTo>
                          <a:pt x="354" y="774"/>
                        </a:lnTo>
                        <a:lnTo>
                          <a:pt x="360" y="780"/>
                        </a:lnTo>
                        <a:lnTo>
                          <a:pt x="360" y="792"/>
                        </a:lnTo>
                        <a:lnTo>
                          <a:pt x="354" y="798"/>
                        </a:lnTo>
                        <a:lnTo>
                          <a:pt x="354" y="804"/>
                        </a:lnTo>
                        <a:lnTo>
                          <a:pt x="348" y="810"/>
                        </a:lnTo>
                        <a:lnTo>
                          <a:pt x="348" y="816"/>
                        </a:lnTo>
                        <a:lnTo>
                          <a:pt x="366" y="834"/>
                        </a:lnTo>
                        <a:lnTo>
                          <a:pt x="378" y="840"/>
                        </a:lnTo>
                        <a:lnTo>
                          <a:pt x="372" y="858"/>
                        </a:lnTo>
                        <a:lnTo>
                          <a:pt x="408" y="858"/>
                        </a:lnTo>
                        <a:lnTo>
                          <a:pt x="414" y="852"/>
                        </a:lnTo>
                        <a:lnTo>
                          <a:pt x="420" y="852"/>
                        </a:lnTo>
                        <a:lnTo>
                          <a:pt x="432" y="840"/>
                        </a:lnTo>
                        <a:lnTo>
                          <a:pt x="444" y="840"/>
                        </a:lnTo>
                        <a:lnTo>
                          <a:pt x="456" y="846"/>
                        </a:lnTo>
                        <a:lnTo>
                          <a:pt x="462" y="858"/>
                        </a:lnTo>
                        <a:lnTo>
                          <a:pt x="474" y="864"/>
                        </a:lnTo>
                        <a:lnTo>
                          <a:pt x="480" y="870"/>
                        </a:lnTo>
                        <a:lnTo>
                          <a:pt x="492" y="870"/>
                        </a:lnTo>
                        <a:lnTo>
                          <a:pt x="510" y="852"/>
                        </a:lnTo>
                        <a:lnTo>
                          <a:pt x="516" y="852"/>
                        </a:lnTo>
                        <a:lnTo>
                          <a:pt x="522" y="858"/>
                        </a:lnTo>
                        <a:lnTo>
                          <a:pt x="534" y="864"/>
                        </a:lnTo>
                        <a:lnTo>
                          <a:pt x="552" y="864"/>
                        </a:lnTo>
                        <a:lnTo>
                          <a:pt x="564" y="852"/>
                        </a:lnTo>
                        <a:lnTo>
                          <a:pt x="576" y="846"/>
                        </a:lnTo>
                        <a:lnTo>
                          <a:pt x="582" y="834"/>
                        </a:lnTo>
                        <a:lnTo>
                          <a:pt x="588" y="828"/>
                        </a:lnTo>
                        <a:lnTo>
                          <a:pt x="612" y="828"/>
                        </a:lnTo>
                        <a:lnTo>
                          <a:pt x="618" y="834"/>
                        </a:lnTo>
                        <a:lnTo>
                          <a:pt x="618" y="840"/>
                        </a:lnTo>
                        <a:lnTo>
                          <a:pt x="630" y="840"/>
                        </a:lnTo>
                        <a:lnTo>
                          <a:pt x="642" y="834"/>
                        </a:lnTo>
                        <a:lnTo>
                          <a:pt x="654" y="822"/>
                        </a:lnTo>
                        <a:lnTo>
                          <a:pt x="660" y="822"/>
                        </a:lnTo>
                        <a:lnTo>
                          <a:pt x="690" y="816"/>
                        </a:lnTo>
                        <a:lnTo>
                          <a:pt x="768" y="762"/>
                        </a:lnTo>
                        <a:lnTo>
                          <a:pt x="762" y="744"/>
                        </a:lnTo>
                        <a:close/>
                        <a:moveTo>
                          <a:pt x="726" y="360"/>
                        </a:moveTo>
                        <a:lnTo>
                          <a:pt x="732" y="354"/>
                        </a:lnTo>
                        <a:lnTo>
                          <a:pt x="732" y="324"/>
                        </a:lnTo>
                        <a:lnTo>
                          <a:pt x="720" y="312"/>
                        </a:lnTo>
                        <a:lnTo>
                          <a:pt x="714" y="312"/>
                        </a:lnTo>
                        <a:lnTo>
                          <a:pt x="708" y="318"/>
                        </a:lnTo>
                        <a:lnTo>
                          <a:pt x="708" y="348"/>
                        </a:lnTo>
                        <a:lnTo>
                          <a:pt x="714" y="354"/>
                        </a:lnTo>
                        <a:lnTo>
                          <a:pt x="726" y="360"/>
                        </a:lnTo>
                        <a:close/>
                        <a:moveTo>
                          <a:pt x="678" y="420"/>
                        </a:moveTo>
                        <a:lnTo>
                          <a:pt x="690" y="426"/>
                        </a:lnTo>
                        <a:lnTo>
                          <a:pt x="696" y="438"/>
                        </a:lnTo>
                        <a:lnTo>
                          <a:pt x="708" y="444"/>
                        </a:lnTo>
                        <a:lnTo>
                          <a:pt x="720" y="444"/>
                        </a:lnTo>
                        <a:lnTo>
                          <a:pt x="726" y="438"/>
                        </a:lnTo>
                        <a:lnTo>
                          <a:pt x="720" y="432"/>
                        </a:lnTo>
                        <a:lnTo>
                          <a:pt x="720" y="426"/>
                        </a:lnTo>
                        <a:lnTo>
                          <a:pt x="708" y="414"/>
                        </a:lnTo>
                        <a:lnTo>
                          <a:pt x="708" y="390"/>
                        </a:lnTo>
                        <a:lnTo>
                          <a:pt x="702" y="378"/>
                        </a:lnTo>
                        <a:lnTo>
                          <a:pt x="684" y="378"/>
                        </a:lnTo>
                        <a:lnTo>
                          <a:pt x="678" y="384"/>
                        </a:lnTo>
                        <a:lnTo>
                          <a:pt x="678" y="42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63" name="Swaziland" descr="© INSCALE GmbH, 05.05.2010&#10;http://www.presentationload.com/">
                    <a:extLst>
                      <a:ext uri="{FF2B5EF4-FFF2-40B4-BE49-F238E27FC236}">
                        <a16:creationId xmlns:a16="http://schemas.microsoft.com/office/drawing/2014/main" id="{539C54FC-D18E-C648-AE3F-AABDAB9AB28E}"/>
                      </a:ext>
                    </a:extLst>
                  </p:cNvPr>
                  <p:cNvSpPr>
                    <a:spLocks/>
                  </p:cNvSpPr>
                  <p:nvPr/>
                </p:nvSpPr>
                <p:spPr bwMode="gray">
                  <a:xfrm>
                    <a:off x="3201" y="3094"/>
                    <a:ext cx="25" cy="34"/>
                  </a:xfrm>
                  <a:custGeom>
                    <a:avLst/>
                    <a:gdLst>
                      <a:gd name="T0" fmla="*/ 2147483647 w 102"/>
                      <a:gd name="T1" fmla="*/ 2147483647 h 132"/>
                      <a:gd name="T2" fmla="*/ 2147483647 w 102"/>
                      <a:gd name="T3" fmla="*/ 2147483647 h 132"/>
                      <a:gd name="T4" fmla="*/ 2147483647 w 102"/>
                      <a:gd name="T5" fmla="*/ 2147483647 h 132"/>
                      <a:gd name="T6" fmla="*/ 2147483647 w 102"/>
                      <a:gd name="T7" fmla="*/ 2147483647 h 132"/>
                      <a:gd name="T8" fmla="*/ 2147483647 w 102"/>
                      <a:gd name="T9" fmla="*/ 2147483647 h 132"/>
                      <a:gd name="T10" fmla="*/ 2147483647 w 102"/>
                      <a:gd name="T11" fmla="*/ 0 h 132"/>
                      <a:gd name="T12" fmla="*/ 2147483647 w 102"/>
                      <a:gd name="T13" fmla="*/ 0 h 132"/>
                      <a:gd name="T14" fmla="*/ 2147483647 w 102"/>
                      <a:gd name="T15" fmla="*/ 2147483647 h 132"/>
                      <a:gd name="T16" fmla="*/ 2147483647 w 102"/>
                      <a:gd name="T17" fmla="*/ 2147483647 h 132"/>
                      <a:gd name="T18" fmla="*/ 2147483647 w 102"/>
                      <a:gd name="T19" fmla="*/ 2147483647 h 132"/>
                      <a:gd name="T20" fmla="*/ 2147483647 w 102"/>
                      <a:gd name="T21" fmla="*/ 2147483647 h 132"/>
                      <a:gd name="T22" fmla="*/ 0 w 102"/>
                      <a:gd name="T23" fmla="*/ 2147483647 h 132"/>
                      <a:gd name="T24" fmla="*/ 0 w 102"/>
                      <a:gd name="T25" fmla="*/ 2147483647 h 132"/>
                      <a:gd name="T26" fmla="*/ 2147483647 w 102"/>
                      <a:gd name="T27" fmla="*/ 2147483647 h 132"/>
                      <a:gd name="T28" fmla="*/ 2147483647 w 102"/>
                      <a:gd name="T29" fmla="*/ 2147483647 h 132"/>
                      <a:gd name="T30" fmla="*/ 2147483647 w 102"/>
                      <a:gd name="T31" fmla="*/ 2147483647 h 132"/>
                      <a:gd name="T32" fmla="*/ 2147483647 w 102"/>
                      <a:gd name="T33" fmla="*/ 2147483647 h 132"/>
                      <a:gd name="T34" fmla="*/ 2147483647 w 102"/>
                      <a:gd name="T35" fmla="*/ 2147483647 h 132"/>
                      <a:gd name="T36" fmla="*/ 2147483647 w 102"/>
                      <a:gd name="T37" fmla="*/ 2147483647 h 132"/>
                      <a:gd name="T38" fmla="*/ 2147483647 w 102"/>
                      <a:gd name="T39" fmla="*/ 2147483647 h 132"/>
                      <a:gd name="T40" fmla="*/ 2147483647 w 102"/>
                      <a:gd name="T41" fmla="*/ 2147483647 h 132"/>
                      <a:gd name="T42" fmla="*/ 2147483647 w 102"/>
                      <a:gd name="T43" fmla="*/ 2147483647 h 132"/>
                      <a:gd name="T44" fmla="*/ 2147483647 w 102"/>
                      <a:gd name="T45" fmla="*/ 2147483647 h 132"/>
                      <a:gd name="T46" fmla="*/ 2147483647 w 102"/>
                      <a:gd name="T47" fmla="*/ 2147483647 h 132"/>
                      <a:gd name="T48" fmla="*/ 2147483647 w 102"/>
                      <a:gd name="T49" fmla="*/ 2147483647 h 13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102"/>
                      <a:gd name="T76" fmla="*/ 0 h 132"/>
                      <a:gd name="T77" fmla="*/ 102 w 102"/>
                      <a:gd name="T78" fmla="*/ 132 h 13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102" h="132">
                        <a:moveTo>
                          <a:pt x="84" y="54"/>
                        </a:moveTo>
                        <a:lnTo>
                          <a:pt x="84" y="30"/>
                        </a:lnTo>
                        <a:lnTo>
                          <a:pt x="90" y="18"/>
                        </a:lnTo>
                        <a:lnTo>
                          <a:pt x="66" y="18"/>
                        </a:lnTo>
                        <a:lnTo>
                          <a:pt x="54" y="6"/>
                        </a:lnTo>
                        <a:lnTo>
                          <a:pt x="42" y="0"/>
                        </a:lnTo>
                        <a:lnTo>
                          <a:pt x="36" y="0"/>
                        </a:lnTo>
                        <a:lnTo>
                          <a:pt x="24" y="12"/>
                        </a:lnTo>
                        <a:lnTo>
                          <a:pt x="18" y="24"/>
                        </a:lnTo>
                        <a:lnTo>
                          <a:pt x="18" y="36"/>
                        </a:lnTo>
                        <a:lnTo>
                          <a:pt x="6" y="48"/>
                        </a:lnTo>
                        <a:lnTo>
                          <a:pt x="0" y="60"/>
                        </a:lnTo>
                        <a:lnTo>
                          <a:pt x="0" y="84"/>
                        </a:lnTo>
                        <a:lnTo>
                          <a:pt x="12" y="108"/>
                        </a:lnTo>
                        <a:lnTo>
                          <a:pt x="24" y="114"/>
                        </a:lnTo>
                        <a:lnTo>
                          <a:pt x="36" y="126"/>
                        </a:lnTo>
                        <a:lnTo>
                          <a:pt x="54" y="126"/>
                        </a:lnTo>
                        <a:lnTo>
                          <a:pt x="66" y="132"/>
                        </a:lnTo>
                        <a:lnTo>
                          <a:pt x="78" y="132"/>
                        </a:lnTo>
                        <a:lnTo>
                          <a:pt x="90" y="90"/>
                        </a:lnTo>
                        <a:lnTo>
                          <a:pt x="96" y="90"/>
                        </a:lnTo>
                        <a:lnTo>
                          <a:pt x="102" y="84"/>
                        </a:lnTo>
                        <a:lnTo>
                          <a:pt x="96" y="60"/>
                        </a:lnTo>
                        <a:lnTo>
                          <a:pt x="90" y="60"/>
                        </a:lnTo>
                        <a:lnTo>
                          <a:pt x="84" y="5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64" name="Sudan" descr="© INSCALE GmbH, 05.05.2010&#10;http://www.presentationload.com/">
                    <a:extLst>
                      <a:ext uri="{FF2B5EF4-FFF2-40B4-BE49-F238E27FC236}">
                        <a16:creationId xmlns:a16="http://schemas.microsoft.com/office/drawing/2014/main" id="{B4C4D763-0765-FB7B-D1BA-C699BC5DA574}"/>
                      </a:ext>
                    </a:extLst>
                  </p:cNvPr>
                  <p:cNvSpPr>
                    <a:spLocks/>
                  </p:cNvSpPr>
                  <p:nvPr/>
                </p:nvSpPr>
                <p:spPr bwMode="gray">
                  <a:xfrm>
                    <a:off x="3048" y="2097"/>
                    <a:ext cx="295" cy="401"/>
                  </a:xfrm>
                  <a:custGeom>
                    <a:avLst/>
                    <a:gdLst>
                      <a:gd name="T0" fmla="*/ 2147483647 w 1164"/>
                      <a:gd name="T1" fmla="*/ 2147483647 h 1584"/>
                      <a:gd name="T2" fmla="*/ 2147483647 w 1164"/>
                      <a:gd name="T3" fmla="*/ 2147483647 h 1584"/>
                      <a:gd name="T4" fmla="*/ 2147483647 w 1164"/>
                      <a:gd name="T5" fmla="*/ 2147483647 h 1584"/>
                      <a:gd name="T6" fmla="*/ 2147483647 w 1164"/>
                      <a:gd name="T7" fmla="*/ 2147483647 h 1584"/>
                      <a:gd name="T8" fmla="*/ 2147483647 w 1164"/>
                      <a:gd name="T9" fmla="*/ 2147483647 h 1584"/>
                      <a:gd name="T10" fmla="*/ 2147483647 w 1164"/>
                      <a:gd name="T11" fmla="*/ 2147483647 h 1584"/>
                      <a:gd name="T12" fmla="*/ 2147483647 w 1164"/>
                      <a:gd name="T13" fmla="*/ 2147483647 h 1584"/>
                      <a:gd name="T14" fmla="*/ 2147483647 w 1164"/>
                      <a:gd name="T15" fmla="*/ 2147483647 h 1584"/>
                      <a:gd name="T16" fmla="*/ 0 w 1164"/>
                      <a:gd name="T17" fmla="*/ 2147483647 h 1584"/>
                      <a:gd name="T18" fmla="*/ 2147483647 w 1164"/>
                      <a:gd name="T19" fmla="*/ 2147483647 h 1584"/>
                      <a:gd name="T20" fmla="*/ 2147483647 w 1164"/>
                      <a:gd name="T21" fmla="*/ 2147483647 h 1584"/>
                      <a:gd name="T22" fmla="*/ 2147483647 w 1164"/>
                      <a:gd name="T23" fmla="*/ 2147483647 h 1584"/>
                      <a:gd name="T24" fmla="*/ 2147483647 w 1164"/>
                      <a:gd name="T25" fmla="*/ 2147483647 h 1584"/>
                      <a:gd name="T26" fmla="*/ 2147483647 w 1164"/>
                      <a:gd name="T27" fmla="*/ 2147483647 h 1584"/>
                      <a:gd name="T28" fmla="*/ 2147483647 w 1164"/>
                      <a:gd name="T29" fmla="*/ 2147483647 h 1584"/>
                      <a:gd name="T30" fmla="*/ 2147483647 w 1164"/>
                      <a:gd name="T31" fmla="*/ 2147483647 h 1584"/>
                      <a:gd name="T32" fmla="*/ 2147483647 w 1164"/>
                      <a:gd name="T33" fmla="*/ 2147483647 h 1584"/>
                      <a:gd name="T34" fmla="*/ 2147483647 w 1164"/>
                      <a:gd name="T35" fmla="*/ 2147483647 h 1584"/>
                      <a:gd name="T36" fmla="*/ 2147483647 w 1164"/>
                      <a:gd name="T37" fmla="*/ 2147483647 h 1584"/>
                      <a:gd name="T38" fmla="*/ 2147483647 w 1164"/>
                      <a:gd name="T39" fmla="*/ 2147483647 h 1584"/>
                      <a:gd name="T40" fmla="*/ 2147483647 w 1164"/>
                      <a:gd name="T41" fmla="*/ 2147483647 h 1584"/>
                      <a:gd name="T42" fmla="*/ 2147483647 w 1164"/>
                      <a:gd name="T43" fmla="*/ 2147483647 h 1584"/>
                      <a:gd name="T44" fmla="*/ 2147483647 w 1164"/>
                      <a:gd name="T45" fmla="*/ 2147483647 h 1584"/>
                      <a:gd name="T46" fmla="*/ 2147483647 w 1164"/>
                      <a:gd name="T47" fmla="*/ 2147483647 h 1584"/>
                      <a:gd name="T48" fmla="*/ 2147483647 w 1164"/>
                      <a:gd name="T49" fmla="*/ 2147483647 h 1584"/>
                      <a:gd name="T50" fmla="*/ 2147483647 w 1164"/>
                      <a:gd name="T51" fmla="*/ 2147483647 h 1584"/>
                      <a:gd name="T52" fmla="*/ 2147483647 w 1164"/>
                      <a:gd name="T53" fmla="*/ 2147483647 h 1584"/>
                      <a:gd name="T54" fmla="*/ 2147483647 w 1164"/>
                      <a:gd name="T55" fmla="*/ 2147483647 h 1584"/>
                      <a:gd name="T56" fmla="*/ 2147483647 w 1164"/>
                      <a:gd name="T57" fmla="*/ 2147483647 h 1584"/>
                      <a:gd name="T58" fmla="*/ 2147483647 w 1164"/>
                      <a:gd name="T59" fmla="*/ 2147483647 h 1584"/>
                      <a:gd name="T60" fmla="*/ 2147483647 w 1164"/>
                      <a:gd name="T61" fmla="*/ 2147483647 h 1584"/>
                      <a:gd name="T62" fmla="*/ 2147483647 w 1164"/>
                      <a:gd name="T63" fmla="*/ 2147483647 h 1584"/>
                      <a:gd name="T64" fmla="*/ 2147483647 w 1164"/>
                      <a:gd name="T65" fmla="*/ 2147483647 h 1584"/>
                      <a:gd name="T66" fmla="*/ 2147483647 w 1164"/>
                      <a:gd name="T67" fmla="*/ 2147483647 h 1584"/>
                      <a:gd name="T68" fmla="*/ 2147483647 w 1164"/>
                      <a:gd name="T69" fmla="*/ 2147483647 h 1584"/>
                      <a:gd name="T70" fmla="*/ 2147483647 w 1164"/>
                      <a:gd name="T71" fmla="*/ 2147483647 h 1584"/>
                      <a:gd name="T72" fmla="*/ 2147483647 w 1164"/>
                      <a:gd name="T73" fmla="*/ 2147483647 h 1584"/>
                      <a:gd name="T74" fmla="*/ 2147483647 w 1164"/>
                      <a:gd name="T75" fmla="*/ 2147483647 h 1584"/>
                      <a:gd name="T76" fmla="*/ 2147483647 w 1164"/>
                      <a:gd name="T77" fmla="*/ 2147483647 h 1584"/>
                      <a:gd name="T78" fmla="*/ 2147483647 w 1164"/>
                      <a:gd name="T79" fmla="*/ 2147483647 h 1584"/>
                      <a:gd name="T80" fmla="*/ 2147483647 w 1164"/>
                      <a:gd name="T81" fmla="*/ 2147483647 h 1584"/>
                      <a:gd name="T82" fmla="*/ 2147483647 w 1164"/>
                      <a:gd name="T83" fmla="*/ 2147483647 h 1584"/>
                      <a:gd name="T84" fmla="*/ 2147483647 w 1164"/>
                      <a:gd name="T85" fmla="*/ 2147483647 h 1584"/>
                      <a:gd name="T86" fmla="*/ 2147483647 w 1164"/>
                      <a:gd name="T87" fmla="*/ 2147483647 h 1584"/>
                      <a:gd name="T88" fmla="*/ 2147483647 w 1164"/>
                      <a:gd name="T89" fmla="*/ 2147483647 h 1584"/>
                      <a:gd name="T90" fmla="*/ 2147483647 w 1164"/>
                      <a:gd name="T91" fmla="*/ 2147483647 h 1584"/>
                      <a:gd name="T92" fmla="*/ 2147483647 w 1164"/>
                      <a:gd name="T93" fmla="*/ 2147483647 h 1584"/>
                      <a:gd name="T94" fmla="*/ 2147483647 w 1164"/>
                      <a:gd name="T95" fmla="*/ 2147483647 h 1584"/>
                      <a:gd name="T96" fmla="*/ 2147483647 w 1164"/>
                      <a:gd name="T97" fmla="*/ 2147483647 h 1584"/>
                      <a:gd name="T98" fmla="*/ 2147483647 w 1164"/>
                      <a:gd name="T99" fmla="*/ 2147483647 h 1584"/>
                      <a:gd name="T100" fmla="*/ 2147483647 w 1164"/>
                      <a:gd name="T101" fmla="*/ 2147483647 h 1584"/>
                      <a:gd name="T102" fmla="*/ 2147483647 w 1164"/>
                      <a:gd name="T103" fmla="*/ 2147483647 h 1584"/>
                      <a:gd name="T104" fmla="*/ 2147483647 w 1164"/>
                      <a:gd name="T105" fmla="*/ 2147483647 h 1584"/>
                      <a:gd name="T106" fmla="*/ 2147483647 w 1164"/>
                      <a:gd name="T107" fmla="*/ 2147483647 h 1584"/>
                      <a:gd name="T108" fmla="*/ 2147483647 w 1164"/>
                      <a:gd name="T109" fmla="*/ 2147483647 h 1584"/>
                      <a:gd name="T110" fmla="*/ 2147483647 w 1164"/>
                      <a:gd name="T111" fmla="*/ 2147483647 h 158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164"/>
                      <a:gd name="T169" fmla="*/ 0 h 1584"/>
                      <a:gd name="T170" fmla="*/ 1164 w 1164"/>
                      <a:gd name="T171" fmla="*/ 1584 h 158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164" h="1584">
                        <a:moveTo>
                          <a:pt x="894" y="24"/>
                        </a:moveTo>
                        <a:lnTo>
                          <a:pt x="894" y="48"/>
                        </a:lnTo>
                        <a:lnTo>
                          <a:pt x="888" y="60"/>
                        </a:lnTo>
                        <a:lnTo>
                          <a:pt x="882" y="66"/>
                        </a:lnTo>
                        <a:lnTo>
                          <a:pt x="864" y="66"/>
                        </a:lnTo>
                        <a:lnTo>
                          <a:pt x="858" y="72"/>
                        </a:lnTo>
                        <a:lnTo>
                          <a:pt x="846" y="72"/>
                        </a:lnTo>
                        <a:lnTo>
                          <a:pt x="834" y="84"/>
                        </a:lnTo>
                        <a:lnTo>
                          <a:pt x="822" y="108"/>
                        </a:lnTo>
                        <a:lnTo>
                          <a:pt x="816" y="114"/>
                        </a:lnTo>
                        <a:lnTo>
                          <a:pt x="798" y="114"/>
                        </a:lnTo>
                        <a:lnTo>
                          <a:pt x="792" y="108"/>
                        </a:lnTo>
                        <a:lnTo>
                          <a:pt x="786" y="96"/>
                        </a:lnTo>
                        <a:lnTo>
                          <a:pt x="780" y="90"/>
                        </a:lnTo>
                        <a:lnTo>
                          <a:pt x="660" y="84"/>
                        </a:lnTo>
                        <a:lnTo>
                          <a:pt x="660" y="72"/>
                        </a:lnTo>
                        <a:lnTo>
                          <a:pt x="654" y="72"/>
                        </a:lnTo>
                        <a:lnTo>
                          <a:pt x="636" y="90"/>
                        </a:lnTo>
                        <a:lnTo>
                          <a:pt x="210" y="84"/>
                        </a:lnTo>
                        <a:lnTo>
                          <a:pt x="210" y="246"/>
                        </a:lnTo>
                        <a:lnTo>
                          <a:pt x="138" y="246"/>
                        </a:lnTo>
                        <a:lnTo>
                          <a:pt x="144" y="600"/>
                        </a:lnTo>
                        <a:lnTo>
                          <a:pt x="132" y="600"/>
                        </a:lnTo>
                        <a:lnTo>
                          <a:pt x="120" y="594"/>
                        </a:lnTo>
                        <a:lnTo>
                          <a:pt x="78" y="594"/>
                        </a:lnTo>
                        <a:lnTo>
                          <a:pt x="66" y="606"/>
                        </a:lnTo>
                        <a:lnTo>
                          <a:pt x="72" y="612"/>
                        </a:lnTo>
                        <a:lnTo>
                          <a:pt x="72" y="624"/>
                        </a:lnTo>
                        <a:lnTo>
                          <a:pt x="78" y="630"/>
                        </a:lnTo>
                        <a:lnTo>
                          <a:pt x="78" y="636"/>
                        </a:lnTo>
                        <a:lnTo>
                          <a:pt x="72" y="642"/>
                        </a:lnTo>
                        <a:lnTo>
                          <a:pt x="60" y="648"/>
                        </a:lnTo>
                        <a:lnTo>
                          <a:pt x="48" y="660"/>
                        </a:lnTo>
                        <a:lnTo>
                          <a:pt x="48" y="678"/>
                        </a:lnTo>
                        <a:lnTo>
                          <a:pt x="36" y="678"/>
                        </a:lnTo>
                        <a:lnTo>
                          <a:pt x="42" y="702"/>
                        </a:lnTo>
                        <a:lnTo>
                          <a:pt x="48" y="720"/>
                        </a:lnTo>
                        <a:lnTo>
                          <a:pt x="30" y="732"/>
                        </a:lnTo>
                        <a:lnTo>
                          <a:pt x="12" y="750"/>
                        </a:lnTo>
                        <a:lnTo>
                          <a:pt x="18" y="756"/>
                        </a:lnTo>
                        <a:lnTo>
                          <a:pt x="30" y="780"/>
                        </a:lnTo>
                        <a:lnTo>
                          <a:pt x="30" y="792"/>
                        </a:lnTo>
                        <a:lnTo>
                          <a:pt x="18" y="804"/>
                        </a:lnTo>
                        <a:lnTo>
                          <a:pt x="6" y="810"/>
                        </a:lnTo>
                        <a:lnTo>
                          <a:pt x="0" y="822"/>
                        </a:lnTo>
                        <a:lnTo>
                          <a:pt x="0" y="840"/>
                        </a:lnTo>
                        <a:lnTo>
                          <a:pt x="6" y="846"/>
                        </a:lnTo>
                        <a:lnTo>
                          <a:pt x="18" y="846"/>
                        </a:lnTo>
                        <a:lnTo>
                          <a:pt x="24" y="840"/>
                        </a:lnTo>
                        <a:lnTo>
                          <a:pt x="36" y="840"/>
                        </a:lnTo>
                        <a:lnTo>
                          <a:pt x="42" y="846"/>
                        </a:lnTo>
                        <a:lnTo>
                          <a:pt x="42" y="888"/>
                        </a:lnTo>
                        <a:lnTo>
                          <a:pt x="60" y="900"/>
                        </a:lnTo>
                        <a:lnTo>
                          <a:pt x="42" y="906"/>
                        </a:lnTo>
                        <a:lnTo>
                          <a:pt x="48" y="930"/>
                        </a:lnTo>
                        <a:lnTo>
                          <a:pt x="54" y="930"/>
                        </a:lnTo>
                        <a:lnTo>
                          <a:pt x="66" y="936"/>
                        </a:lnTo>
                        <a:lnTo>
                          <a:pt x="78" y="954"/>
                        </a:lnTo>
                        <a:lnTo>
                          <a:pt x="84" y="960"/>
                        </a:lnTo>
                        <a:lnTo>
                          <a:pt x="84" y="966"/>
                        </a:lnTo>
                        <a:lnTo>
                          <a:pt x="72" y="966"/>
                        </a:lnTo>
                        <a:lnTo>
                          <a:pt x="72" y="990"/>
                        </a:lnTo>
                        <a:lnTo>
                          <a:pt x="102" y="1020"/>
                        </a:lnTo>
                        <a:lnTo>
                          <a:pt x="108" y="1032"/>
                        </a:lnTo>
                        <a:lnTo>
                          <a:pt x="120" y="1044"/>
                        </a:lnTo>
                        <a:lnTo>
                          <a:pt x="126" y="1062"/>
                        </a:lnTo>
                        <a:lnTo>
                          <a:pt x="132" y="1074"/>
                        </a:lnTo>
                        <a:lnTo>
                          <a:pt x="132" y="1104"/>
                        </a:lnTo>
                        <a:lnTo>
                          <a:pt x="126" y="1110"/>
                        </a:lnTo>
                        <a:lnTo>
                          <a:pt x="120" y="1122"/>
                        </a:lnTo>
                        <a:lnTo>
                          <a:pt x="114" y="1128"/>
                        </a:lnTo>
                        <a:lnTo>
                          <a:pt x="114" y="1134"/>
                        </a:lnTo>
                        <a:lnTo>
                          <a:pt x="120" y="1140"/>
                        </a:lnTo>
                        <a:lnTo>
                          <a:pt x="126" y="1140"/>
                        </a:lnTo>
                        <a:lnTo>
                          <a:pt x="120" y="1158"/>
                        </a:lnTo>
                        <a:lnTo>
                          <a:pt x="168" y="1164"/>
                        </a:lnTo>
                        <a:lnTo>
                          <a:pt x="168" y="1194"/>
                        </a:lnTo>
                        <a:lnTo>
                          <a:pt x="192" y="1206"/>
                        </a:lnTo>
                        <a:lnTo>
                          <a:pt x="222" y="1206"/>
                        </a:lnTo>
                        <a:lnTo>
                          <a:pt x="222" y="1224"/>
                        </a:lnTo>
                        <a:lnTo>
                          <a:pt x="228" y="1224"/>
                        </a:lnTo>
                        <a:lnTo>
                          <a:pt x="240" y="1230"/>
                        </a:lnTo>
                        <a:lnTo>
                          <a:pt x="252" y="1242"/>
                        </a:lnTo>
                        <a:lnTo>
                          <a:pt x="252" y="1248"/>
                        </a:lnTo>
                        <a:lnTo>
                          <a:pt x="246" y="1248"/>
                        </a:lnTo>
                        <a:lnTo>
                          <a:pt x="246" y="1254"/>
                        </a:lnTo>
                        <a:lnTo>
                          <a:pt x="240" y="1254"/>
                        </a:lnTo>
                        <a:lnTo>
                          <a:pt x="240" y="1260"/>
                        </a:lnTo>
                        <a:lnTo>
                          <a:pt x="252" y="1272"/>
                        </a:lnTo>
                        <a:lnTo>
                          <a:pt x="264" y="1278"/>
                        </a:lnTo>
                        <a:lnTo>
                          <a:pt x="270" y="1278"/>
                        </a:lnTo>
                        <a:lnTo>
                          <a:pt x="282" y="1284"/>
                        </a:lnTo>
                        <a:lnTo>
                          <a:pt x="294" y="1296"/>
                        </a:lnTo>
                        <a:lnTo>
                          <a:pt x="300" y="1308"/>
                        </a:lnTo>
                        <a:lnTo>
                          <a:pt x="306" y="1314"/>
                        </a:lnTo>
                        <a:lnTo>
                          <a:pt x="306" y="1320"/>
                        </a:lnTo>
                        <a:lnTo>
                          <a:pt x="324" y="1320"/>
                        </a:lnTo>
                        <a:lnTo>
                          <a:pt x="330" y="1326"/>
                        </a:lnTo>
                        <a:lnTo>
                          <a:pt x="330" y="1338"/>
                        </a:lnTo>
                        <a:lnTo>
                          <a:pt x="318" y="1338"/>
                        </a:lnTo>
                        <a:lnTo>
                          <a:pt x="318" y="1344"/>
                        </a:lnTo>
                        <a:lnTo>
                          <a:pt x="330" y="1356"/>
                        </a:lnTo>
                        <a:lnTo>
                          <a:pt x="330" y="1374"/>
                        </a:lnTo>
                        <a:lnTo>
                          <a:pt x="354" y="1380"/>
                        </a:lnTo>
                        <a:lnTo>
                          <a:pt x="360" y="1386"/>
                        </a:lnTo>
                        <a:lnTo>
                          <a:pt x="372" y="1392"/>
                        </a:lnTo>
                        <a:lnTo>
                          <a:pt x="378" y="1398"/>
                        </a:lnTo>
                        <a:lnTo>
                          <a:pt x="384" y="1410"/>
                        </a:lnTo>
                        <a:lnTo>
                          <a:pt x="384" y="1434"/>
                        </a:lnTo>
                        <a:lnTo>
                          <a:pt x="390" y="1446"/>
                        </a:lnTo>
                        <a:lnTo>
                          <a:pt x="420" y="1470"/>
                        </a:lnTo>
                        <a:lnTo>
                          <a:pt x="420" y="1494"/>
                        </a:lnTo>
                        <a:lnTo>
                          <a:pt x="468" y="1518"/>
                        </a:lnTo>
                        <a:lnTo>
                          <a:pt x="474" y="1512"/>
                        </a:lnTo>
                        <a:lnTo>
                          <a:pt x="480" y="1500"/>
                        </a:lnTo>
                        <a:lnTo>
                          <a:pt x="486" y="1494"/>
                        </a:lnTo>
                        <a:lnTo>
                          <a:pt x="498" y="1494"/>
                        </a:lnTo>
                        <a:lnTo>
                          <a:pt x="510" y="1500"/>
                        </a:lnTo>
                        <a:lnTo>
                          <a:pt x="510" y="1506"/>
                        </a:lnTo>
                        <a:lnTo>
                          <a:pt x="522" y="1512"/>
                        </a:lnTo>
                        <a:lnTo>
                          <a:pt x="528" y="1512"/>
                        </a:lnTo>
                        <a:lnTo>
                          <a:pt x="540" y="1500"/>
                        </a:lnTo>
                        <a:lnTo>
                          <a:pt x="540" y="1494"/>
                        </a:lnTo>
                        <a:lnTo>
                          <a:pt x="552" y="1482"/>
                        </a:lnTo>
                        <a:lnTo>
                          <a:pt x="558" y="1488"/>
                        </a:lnTo>
                        <a:lnTo>
                          <a:pt x="570" y="1494"/>
                        </a:lnTo>
                        <a:lnTo>
                          <a:pt x="576" y="1512"/>
                        </a:lnTo>
                        <a:lnTo>
                          <a:pt x="582" y="1524"/>
                        </a:lnTo>
                        <a:lnTo>
                          <a:pt x="594" y="1536"/>
                        </a:lnTo>
                        <a:lnTo>
                          <a:pt x="606" y="1542"/>
                        </a:lnTo>
                        <a:lnTo>
                          <a:pt x="612" y="1548"/>
                        </a:lnTo>
                        <a:lnTo>
                          <a:pt x="618" y="1548"/>
                        </a:lnTo>
                        <a:lnTo>
                          <a:pt x="624" y="1572"/>
                        </a:lnTo>
                        <a:lnTo>
                          <a:pt x="642" y="1572"/>
                        </a:lnTo>
                        <a:lnTo>
                          <a:pt x="660" y="1554"/>
                        </a:lnTo>
                        <a:lnTo>
                          <a:pt x="672" y="1554"/>
                        </a:lnTo>
                        <a:lnTo>
                          <a:pt x="678" y="1560"/>
                        </a:lnTo>
                        <a:lnTo>
                          <a:pt x="690" y="1566"/>
                        </a:lnTo>
                        <a:lnTo>
                          <a:pt x="702" y="1566"/>
                        </a:lnTo>
                        <a:lnTo>
                          <a:pt x="702" y="1560"/>
                        </a:lnTo>
                        <a:lnTo>
                          <a:pt x="708" y="1554"/>
                        </a:lnTo>
                        <a:lnTo>
                          <a:pt x="714" y="1554"/>
                        </a:lnTo>
                        <a:lnTo>
                          <a:pt x="738" y="1584"/>
                        </a:lnTo>
                        <a:lnTo>
                          <a:pt x="756" y="1560"/>
                        </a:lnTo>
                        <a:lnTo>
                          <a:pt x="780" y="1560"/>
                        </a:lnTo>
                        <a:lnTo>
                          <a:pt x="792" y="1548"/>
                        </a:lnTo>
                        <a:lnTo>
                          <a:pt x="804" y="1548"/>
                        </a:lnTo>
                        <a:lnTo>
                          <a:pt x="804" y="1554"/>
                        </a:lnTo>
                        <a:lnTo>
                          <a:pt x="810" y="1560"/>
                        </a:lnTo>
                        <a:lnTo>
                          <a:pt x="834" y="1560"/>
                        </a:lnTo>
                        <a:lnTo>
                          <a:pt x="852" y="1542"/>
                        </a:lnTo>
                        <a:lnTo>
                          <a:pt x="852" y="1536"/>
                        </a:lnTo>
                        <a:lnTo>
                          <a:pt x="858" y="1530"/>
                        </a:lnTo>
                        <a:lnTo>
                          <a:pt x="858" y="1524"/>
                        </a:lnTo>
                        <a:lnTo>
                          <a:pt x="870" y="1524"/>
                        </a:lnTo>
                        <a:lnTo>
                          <a:pt x="888" y="1494"/>
                        </a:lnTo>
                        <a:lnTo>
                          <a:pt x="978" y="1494"/>
                        </a:lnTo>
                        <a:lnTo>
                          <a:pt x="1002" y="1482"/>
                        </a:lnTo>
                        <a:lnTo>
                          <a:pt x="996" y="1464"/>
                        </a:lnTo>
                        <a:lnTo>
                          <a:pt x="996" y="1446"/>
                        </a:lnTo>
                        <a:lnTo>
                          <a:pt x="990" y="1434"/>
                        </a:lnTo>
                        <a:lnTo>
                          <a:pt x="984" y="1428"/>
                        </a:lnTo>
                        <a:lnTo>
                          <a:pt x="966" y="1428"/>
                        </a:lnTo>
                        <a:lnTo>
                          <a:pt x="954" y="1422"/>
                        </a:lnTo>
                        <a:lnTo>
                          <a:pt x="936" y="1386"/>
                        </a:lnTo>
                        <a:lnTo>
                          <a:pt x="936" y="1368"/>
                        </a:lnTo>
                        <a:lnTo>
                          <a:pt x="924" y="1362"/>
                        </a:lnTo>
                        <a:lnTo>
                          <a:pt x="924" y="1326"/>
                        </a:lnTo>
                        <a:lnTo>
                          <a:pt x="912" y="1326"/>
                        </a:lnTo>
                        <a:lnTo>
                          <a:pt x="906" y="1302"/>
                        </a:lnTo>
                        <a:lnTo>
                          <a:pt x="882" y="1302"/>
                        </a:lnTo>
                        <a:lnTo>
                          <a:pt x="876" y="1290"/>
                        </a:lnTo>
                        <a:lnTo>
                          <a:pt x="876" y="1272"/>
                        </a:lnTo>
                        <a:lnTo>
                          <a:pt x="864" y="1266"/>
                        </a:lnTo>
                        <a:lnTo>
                          <a:pt x="858" y="1254"/>
                        </a:lnTo>
                        <a:lnTo>
                          <a:pt x="846" y="1248"/>
                        </a:lnTo>
                        <a:lnTo>
                          <a:pt x="840" y="1242"/>
                        </a:lnTo>
                        <a:lnTo>
                          <a:pt x="816" y="1242"/>
                        </a:lnTo>
                        <a:lnTo>
                          <a:pt x="804" y="1236"/>
                        </a:lnTo>
                        <a:lnTo>
                          <a:pt x="798" y="1236"/>
                        </a:lnTo>
                        <a:lnTo>
                          <a:pt x="798" y="1224"/>
                        </a:lnTo>
                        <a:lnTo>
                          <a:pt x="804" y="1212"/>
                        </a:lnTo>
                        <a:lnTo>
                          <a:pt x="810" y="1206"/>
                        </a:lnTo>
                        <a:lnTo>
                          <a:pt x="804" y="1182"/>
                        </a:lnTo>
                        <a:lnTo>
                          <a:pt x="840" y="1182"/>
                        </a:lnTo>
                        <a:lnTo>
                          <a:pt x="846" y="1188"/>
                        </a:lnTo>
                        <a:lnTo>
                          <a:pt x="852" y="1182"/>
                        </a:lnTo>
                        <a:lnTo>
                          <a:pt x="864" y="1182"/>
                        </a:lnTo>
                        <a:lnTo>
                          <a:pt x="870" y="1176"/>
                        </a:lnTo>
                        <a:lnTo>
                          <a:pt x="870" y="1164"/>
                        </a:lnTo>
                        <a:lnTo>
                          <a:pt x="876" y="1152"/>
                        </a:lnTo>
                        <a:lnTo>
                          <a:pt x="876" y="1116"/>
                        </a:lnTo>
                        <a:lnTo>
                          <a:pt x="870" y="1110"/>
                        </a:lnTo>
                        <a:lnTo>
                          <a:pt x="870" y="1098"/>
                        </a:lnTo>
                        <a:lnTo>
                          <a:pt x="864" y="1086"/>
                        </a:lnTo>
                        <a:lnTo>
                          <a:pt x="864" y="1074"/>
                        </a:lnTo>
                        <a:lnTo>
                          <a:pt x="870" y="1062"/>
                        </a:lnTo>
                        <a:lnTo>
                          <a:pt x="882" y="1056"/>
                        </a:lnTo>
                        <a:lnTo>
                          <a:pt x="888" y="1050"/>
                        </a:lnTo>
                        <a:lnTo>
                          <a:pt x="888" y="1032"/>
                        </a:lnTo>
                        <a:lnTo>
                          <a:pt x="882" y="1020"/>
                        </a:lnTo>
                        <a:lnTo>
                          <a:pt x="882" y="1002"/>
                        </a:lnTo>
                        <a:lnTo>
                          <a:pt x="900" y="984"/>
                        </a:lnTo>
                        <a:lnTo>
                          <a:pt x="906" y="984"/>
                        </a:lnTo>
                        <a:lnTo>
                          <a:pt x="906" y="996"/>
                        </a:lnTo>
                        <a:lnTo>
                          <a:pt x="912" y="1002"/>
                        </a:lnTo>
                        <a:lnTo>
                          <a:pt x="924" y="1002"/>
                        </a:lnTo>
                        <a:lnTo>
                          <a:pt x="930" y="996"/>
                        </a:lnTo>
                        <a:lnTo>
                          <a:pt x="930" y="960"/>
                        </a:lnTo>
                        <a:lnTo>
                          <a:pt x="924" y="954"/>
                        </a:lnTo>
                        <a:lnTo>
                          <a:pt x="924" y="948"/>
                        </a:lnTo>
                        <a:lnTo>
                          <a:pt x="936" y="930"/>
                        </a:lnTo>
                        <a:lnTo>
                          <a:pt x="936" y="906"/>
                        </a:lnTo>
                        <a:lnTo>
                          <a:pt x="942" y="900"/>
                        </a:lnTo>
                        <a:lnTo>
                          <a:pt x="954" y="900"/>
                        </a:lnTo>
                        <a:lnTo>
                          <a:pt x="960" y="894"/>
                        </a:lnTo>
                        <a:lnTo>
                          <a:pt x="960" y="858"/>
                        </a:lnTo>
                        <a:lnTo>
                          <a:pt x="966" y="852"/>
                        </a:lnTo>
                        <a:lnTo>
                          <a:pt x="972" y="840"/>
                        </a:lnTo>
                        <a:lnTo>
                          <a:pt x="978" y="834"/>
                        </a:lnTo>
                        <a:lnTo>
                          <a:pt x="1008" y="834"/>
                        </a:lnTo>
                        <a:lnTo>
                          <a:pt x="1008" y="786"/>
                        </a:lnTo>
                        <a:lnTo>
                          <a:pt x="1014" y="774"/>
                        </a:lnTo>
                        <a:lnTo>
                          <a:pt x="1020" y="768"/>
                        </a:lnTo>
                        <a:lnTo>
                          <a:pt x="1026" y="756"/>
                        </a:lnTo>
                        <a:lnTo>
                          <a:pt x="1032" y="750"/>
                        </a:lnTo>
                        <a:lnTo>
                          <a:pt x="1032" y="708"/>
                        </a:lnTo>
                        <a:lnTo>
                          <a:pt x="1026" y="660"/>
                        </a:lnTo>
                        <a:lnTo>
                          <a:pt x="1020" y="654"/>
                        </a:lnTo>
                        <a:lnTo>
                          <a:pt x="1020" y="636"/>
                        </a:lnTo>
                        <a:lnTo>
                          <a:pt x="1032" y="630"/>
                        </a:lnTo>
                        <a:lnTo>
                          <a:pt x="1038" y="630"/>
                        </a:lnTo>
                        <a:lnTo>
                          <a:pt x="1038" y="594"/>
                        </a:lnTo>
                        <a:lnTo>
                          <a:pt x="1044" y="594"/>
                        </a:lnTo>
                        <a:lnTo>
                          <a:pt x="1050" y="588"/>
                        </a:lnTo>
                        <a:lnTo>
                          <a:pt x="1056" y="576"/>
                        </a:lnTo>
                        <a:lnTo>
                          <a:pt x="1056" y="534"/>
                        </a:lnTo>
                        <a:lnTo>
                          <a:pt x="1050" y="528"/>
                        </a:lnTo>
                        <a:lnTo>
                          <a:pt x="1050" y="516"/>
                        </a:lnTo>
                        <a:lnTo>
                          <a:pt x="1062" y="516"/>
                        </a:lnTo>
                        <a:lnTo>
                          <a:pt x="1068" y="510"/>
                        </a:lnTo>
                        <a:lnTo>
                          <a:pt x="1068" y="492"/>
                        </a:lnTo>
                        <a:lnTo>
                          <a:pt x="1086" y="492"/>
                        </a:lnTo>
                        <a:lnTo>
                          <a:pt x="1092" y="486"/>
                        </a:lnTo>
                        <a:lnTo>
                          <a:pt x="1092" y="480"/>
                        </a:lnTo>
                        <a:lnTo>
                          <a:pt x="1098" y="474"/>
                        </a:lnTo>
                        <a:lnTo>
                          <a:pt x="1098" y="462"/>
                        </a:lnTo>
                        <a:lnTo>
                          <a:pt x="1110" y="462"/>
                        </a:lnTo>
                        <a:lnTo>
                          <a:pt x="1128" y="456"/>
                        </a:lnTo>
                        <a:lnTo>
                          <a:pt x="1152" y="444"/>
                        </a:lnTo>
                        <a:lnTo>
                          <a:pt x="1164" y="420"/>
                        </a:lnTo>
                        <a:lnTo>
                          <a:pt x="1164" y="408"/>
                        </a:lnTo>
                        <a:lnTo>
                          <a:pt x="1128" y="384"/>
                        </a:lnTo>
                        <a:lnTo>
                          <a:pt x="1128" y="378"/>
                        </a:lnTo>
                        <a:lnTo>
                          <a:pt x="1122" y="372"/>
                        </a:lnTo>
                        <a:lnTo>
                          <a:pt x="1122" y="360"/>
                        </a:lnTo>
                        <a:lnTo>
                          <a:pt x="1116" y="354"/>
                        </a:lnTo>
                        <a:lnTo>
                          <a:pt x="1092" y="354"/>
                        </a:lnTo>
                        <a:lnTo>
                          <a:pt x="1080" y="342"/>
                        </a:lnTo>
                        <a:lnTo>
                          <a:pt x="1080" y="330"/>
                        </a:lnTo>
                        <a:lnTo>
                          <a:pt x="1074" y="312"/>
                        </a:lnTo>
                        <a:lnTo>
                          <a:pt x="1074" y="294"/>
                        </a:lnTo>
                        <a:lnTo>
                          <a:pt x="1068" y="282"/>
                        </a:lnTo>
                        <a:lnTo>
                          <a:pt x="1068" y="264"/>
                        </a:lnTo>
                        <a:lnTo>
                          <a:pt x="1062" y="264"/>
                        </a:lnTo>
                        <a:lnTo>
                          <a:pt x="1062" y="240"/>
                        </a:lnTo>
                        <a:lnTo>
                          <a:pt x="1056" y="222"/>
                        </a:lnTo>
                        <a:lnTo>
                          <a:pt x="1056" y="180"/>
                        </a:lnTo>
                        <a:lnTo>
                          <a:pt x="1050" y="168"/>
                        </a:lnTo>
                        <a:lnTo>
                          <a:pt x="1068" y="162"/>
                        </a:lnTo>
                        <a:lnTo>
                          <a:pt x="1038" y="132"/>
                        </a:lnTo>
                        <a:lnTo>
                          <a:pt x="1038" y="90"/>
                        </a:lnTo>
                        <a:lnTo>
                          <a:pt x="1032" y="78"/>
                        </a:lnTo>
                        <a:lnTo>
                          <a:pt x="1026" y="72"/>
                        </a:lnTo>
                        <a:lnTo>
                          <a:pt x="1014" y="66"/>
                        </a:lnTo>
                        <a:lnTo>
                          <a:pt x="984" y="36"/>
                        </a:lnTo>
                        <a:lnTo>
                          <a:pt x="972" y="36"/>
                        </a:lnTo>
                        <a:lnTo>
                          <a:pt x="954" y="18"/>
                        </a:lnTo>
                        <a:lnTo>
                          <a:pt x="948" y="0"/>
                        </a:lnTo>
                        <a:lnTo>
                          <a:pt x="924" y="24"/>
                        </a:lnTo>
                        <a:lnTo>
                          <a:pt x="894" y="2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65" name="Somalia" descr="© INSCALE GmbH, 05.05.2010&#10;http://www.presentationload.com/">
                    <a:extLst>
                      <a:ext uri="{FF2B5EF4-FFF2-40B4-BE49-F238E27FC236}">
                        <a16:creationId xmlns:a16="http://schemas.microsoft.com/office/drawing/2014/main" id="{1558AD10-04F5-4A5A-8CD8-05FF6097B227}"/>
                      </a:ext>
                    </a:extLst>
                  </p:cNvPr>
                  <p:cNvSpPr>
                    <a:spLocks/>
                  </p:cNvSpPr>
                  <p:nvPr/>
                </p:nvSpPr>
                <p:spPr bwMode="gray">
                  <a:xfrm>
                    <a:off x="3395" y="2323"/>
                    <a:ext cx="181" cy="280"/>
                  </a:xfrm>
                  <a:custGeom>
                    <a:avLst/>
                    <a:gdLst>
                      <a:gd name="T0" fmla="*/ 2147483647 w 714"/>
                      <a:gd name="T1" fmla="*/ 2147483647 h 1104"/>
                      <a:gd name="T2" fmla="*/ 2147483647 w 714"/>
                      <a:gd name="T3" fmla="*/ 2147483647 h 1104"/>
                      <a:gd name="T4" fmla="*/ 2147483647 w 714"/>
                      <a:gd name="T5" fmla="*/ 2147483647 h 1104"/>
                      <a:gd name="T6" fmla="*/ 2147483647 w 714"/>
                      <a:gd name="T7" fmla="*/ 2147483647 h 1104"/>
                      <a:gd name="T8" fmla="*/ 2147483647 w 714"/>
                      <a:gd name="T9" fmla="*/ 2147483647 h 1104"/>
                      <a:gd name="T10" fmla="*/ 2147483647 w 714"/>
                      <a:gd name="T11" fmla="*/ 2147483647 h 1104"/>
                      <a:gd name="T12" fmla="*/ 2147483647 w 714"/>
                      <a:gd name="T13" fmla="*/ 2147483647 h 1104"/>
                      <a:gd name="T14" fmla="*/ 2147483647 w 714"/>
                      <a:gd name="T15" fmla="*/ 2147483647 h 1104"/>
                      <a:gd name="T16" fmla="*/ 2147483647 w 714"/>
                      <a:gd name="T17" fmla="*/ 2147483647 h 1104"/>
                      <a:gd name="T18" fmla="*/ 2147483647 w 714"/>
                      <a:gd name="T19" fmla="*/ 2147483647 h 1104"/>
                      <a:gd name="T20" fmla="*/ 2147483647 w 714"/>
                      <a:gd name="T21" fmla="*/ 2147483647 h 1104"/>
                      <a:gd name="T22" fmla="*/ 2147483647 w 714"/>
                      <a:gd name="T23" fmla="*/ 2147483647 h 1104"/>
                      <a:gd name="T24" fmla="*/ 0 w 714"/>
                      <a:gd name="T25" fmla="*/ 2147483647 h 1104"/>
                      <a:gd name="T26" fmla="*/ 2147483647 w 714"/>
                      <a:gd name="T27" fmla="*/ 2147483647 h 1104"/>
                      <a:gd name="T28" fmla="*/ 2147483647 w 714"/>
                      <a:gd name="T29" fmla="*/ 2147483647 h 1104"/>
                      <a:gd name="T30" fmla="*/ 2147483647 w 714"/>
                      <a:gd name="T31" fmla="*/ 2147483647 h 1104"/>
                      <a:gd name="T32" fmla="*/ 2147483647 w 714"/>
                      <a:gd name="T33" fmla="*/ 2147483647 h 1104"/>
                      <a:gd name="T34" fmla="*/ 2147483647 w 714"/>
                      <a:gd name="T35" fmla="*/ 2147483647 h 1104"/>
                      <a:gd name="T36" fmla="*/ 2147483647 w 714"/>
                      <a:gd name="T37" fmla="*/ 2147483647 h 1104"/>
                      <a:gd name="T38" fmla="*/ 2147483647 w 714"/>
                      <a:gd name="T39" fmla="*/ 2147483647 h 1104"/>
                      <a:gd name="T40" fmla="*/ 2147483647 w 714"/>
                      <a:gd name="T41" fmla="*/ 2147483647 h 1104"/>
                      <a:gd name="T42" fmla="*/ 2147483647 w 714"/>
                      <a:gd name="T43" fmla="*/ 2147483647 h 1104"/>
                      <a:gd name="T44" fmla="*/ 2147483647 w 714"/>
                      <a:gd name="T45" fmla="*/ 2147483647 h 1104"/>
                      <a:gd name="T46" fmla="*/ 2147483647 w 714"/>
                      <a:gd name="T47" fmla="*/ 2147483647 h 1104"/>
                      <a:gd name="T48" fmla="*/ 2147483647 w 714"/>
                      <a:gd name="T49" fmla="*/ 2147483647 h 1104"/>
                      <a:gd name="T50" fmla="*/ 2147483647 w 714"/>
                      <a:gd name="T51" fmla="*/ 2147483647 h 1104"/>
                      <a:gd name="T52" fmla="*/ 2147483647 w 714"/>
                      <a:gd name="T53" fmla="*/ 2147483647 h 1104"/>
                      <a:gd name="T54" fmla="*/ 2147483647 w 714"/>
                      <a:gd name="T55" fmla="*/ 2147483647 h 1104"/>
                      <a:gd name="T56" fmla="*/ 2147483647 w 714"/>
                      <a:gd name="T57" fmla="*/ 2147483647 h 1104"/>
                      <a:gd name="T58" fmla="*/ 2147483647 w 714"/>
                      <a:gd name="T59" fmla="*/ 2147483647 h 1104"/>
                      <a:gd name="T60" fmla="*/ 2147483647 w 714"/>
                      <a:gd name="T61" fmla="*/ 2147483647 h 1104"/>
                      <a:gd name="T62" fmla="*/ 2147483647 w 714"/>
                      <a:gd name="T63" fmla="*/ 2147483647 h 1104"/>
                      <a:gd name="T64" fmla="*/ 2147483647 w 714"/>
                      <a:gd name="T65" fmla="*/ 2147483647 h 1104"/>
                      <a:gd name="T66" fmla="*/ 2147483647 w 714"/>
                      <a:gd name="T67" fmla="*/ 2147483647 h 1104"/>
                      <a:gd name="T68" fmla="*/ 2147483647 w 714"/>
                      <a:gd name="T69" fmla="*/ 2147483647 h 1104"/>
                      <a:gd name="T70" fmla="*/ 2147483647 w 714"/>
                      <a:gd name="T71" fmla="*/ 2147483647 h 1104"/>
                      <a:gd name="T72" fmla="*/ 2147483647 w 714"/>
                      <a:gd name="T73" fmla="*/ 2147483647 h 1104"/>
                      <a:gd name="T74" fmla="*/ 2147483647 w 714"/>
                      <a:gd name="T75" fmla="*/ 2147483647 h 1104"/>
                      <a:gd name="T76" fmla="*/ 2147483647 w 714"/>
                      <a:gd name="T77" fmla="*/ 2147483647 h 1104"/>
                      <a:gd name="T78" fmla="*/ 2147483647 w 714"/>
                      <a:gd name="T79" fmla="*/ 2147483647 h 1104"/>
                      <a:gd name="T80" fmla="*/ 2147483647 w 714"/>
                      <a:gd name="T81" fmla="*/ 2147483647 h 1104"/>
                      <a:gd name="T82" fmla="*/ 2147483647 w 714"/>
                      <a:gd name="T83" fmla="*/ 2147483647 h 1104"/>
                      <a:gd name="T84" fmla="*/ 2147483647 w 714"/>
                      <a:gd name="T85" fmla="*/ 2147483647 h 1104"/>
                      <a:gd name="T86" fmla="*/ 2147483647 w 714"/>
                      <a:gd name="T87" fmla="*/ 2147483647 h 1104"/>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714"/>
                      <a:gd name="T133" fmla="*/ 0 h 1104"/>
                      <a:gd name="T134" fmla="*/ 714 w 714"/>
                      <a:gd name="T135" fmla="*/ 1104 h 1104"/>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714" h="1104">
                        <a:moveTo>
                          <a:pt x="108" y="114"/>
                        </a:moveTo>
                        <a:lnTo>
                          <a:pt x="120" y="126"/>
                        </a:lnTo>
                        <a:lnTo>
                          <a:pt x="120" y="138"/>
                        </a:lnTo>
                        <a:lnTo>
                          <a:pt x="126" y="150"/>
                        </a:lnTo>
                        <a:lnTo>
                          <a:pt x="132" y="156"/>
                        </a:lnTo>
                        <a:lnTo>
                          <a:pt x="138" y="168"/>
                        </a:lnTo>
                        <a:lnTo>
                          <a:pt x="144" y="174"/>
                        </a:lnTo>
                        <a:lnTo>
                          <a:pt x="156" y="198"/>
                        </a:lnTo>
                        <a:lnTo>
                          <a:pt x="162" y="204"/>
                        </a:lnTo>
                        <a:lnTo>
                          <a:pt x="162" y="210"/>
                        </a:lnTo>
                        <a:lnTo>
                          <a:pt x="186" y="210"/>
                        </a:lnTo>
                        <a:lnTo>
                          <a:pt x="192" y="222"/>
                        </a:lnTo>
                        <a:lnTo>
                          <a:pt x="198" y="228"/>
                        </a:lnTo>
                        <a:lnTo>
                          <a:pt x="204" y="240"/>
                        </a:lnTo>
                        <a:lnTo>
                          <a:pt x="240" y="258"/>
                        </a:lnTo>
                        <a:lnTo>
                          <a:pt x="312" y="282"/>
                        </a:lnTo>
                        <a:lnTo>
                          <a:pt x="336" y="288"/>
                        </a:lnTo>
                        <a:lnTo>
                          <a:pt x="348" y="294"/>
                        </a:lnTo>
                        <a:lnTo>
                          <a:pt x="366" y="300"/>
                        </a:lnTo>
                        <a:lnTo>
                          <a:pt x="378" y="312"/>
                        </a:lnTo>
                        <a:lnTo>
                          <a:pt x="414" y="330"/>
                        </a:lnTo>
                        <a:lnTo>
                          <a:pt x="486" y="324"/>
                        </a:lnTo>
                        <a:lnTo>
                          <a:pt x="276" y="570"/>
                        </a:lnTo>
                        <a:lnTo>
                          <a:pt x="192" y="570"/>
                        </a:lnTo>
                        <a:lnTo>
                          <a:pt x="186" y="576"/>
                        </a:lnTo>
                        <a:lnTo>
                          <a:pt x="174" y="576"/>
                        </a:lnTo>
                        <a:lnTo>
                          <a:pt x="162" y="582"/>
                        </a:lnTo>
                        <a:lnTo>
                          <a:pt x="156" y="588"/>
                        </a:lnTo>
                        <a:lnTo>
                          <a:pt x="144" y="594"/>
                        </a:lnTo>
                        <a:lnTo>
                          <a:pt x="144" y="606"/>
                        </a:lnTo>
                        <a:lnTo>
                          <a:pt x="126" y="624"/>
                        </a:lnTo>
                        <a:lnTo>
                          <a:pt x="102" y="624"/>
                        </a:lnTo>
                        <a:lnTo>
                          <a:pt x="90" y="630"/>
                        </a:lnTo>
                        <a:lnTo>
                          <a:pt x="78" y="630"/>
                        </a:lnTo>
                        <a:lnTo>
                          <a:pt x="66" y="642"/>
                        </a:lnTo>
                        <a:lnTo>
                          <a:pt x="66" y="654"/>
                        </a:lnTo>
                        <a:lnTo>
                          <a:pt x="60" y="660"/>
                        </a:lnTo>
                        <a:lnTo>
                          <a:pt x="42" y="696"/>
                        </a:lnTo>
                        <a:lnTo>
                          <a:pt x="0" y="738"/>
                        </a:lnTo>
                        <a:lnTo>
                          <a:pt x="0" y="1038"/>
                        </a:lnTo>
                        <a:lnTo>
                          <a:pt x="42" y="1104"/>
                        </a:lnTo>
                        <a:lnTo>
                          <a:pt x="48" y="1086"/>
                        </a:lnTo>
                        <a:lnTo>
                          <a:pt x="84" y="1032"/>
                        </a:lnTo>
                        <a:lnTo>
                          <a:pt x="96" y="1008"/>
                        </a:lnTo>
                        <a:lnTo>
                          <a:pt x="114" y="996"/>
                        </a:lnTo>
                        <a:lnTo>
                          <a:pt x="144" y="966"/>
                        </a:lnTo>
                        <a:lnTo>
                          <a:pt x="150" y="954"/>
                        </a:lnTo>
                        <a:lnTo>
                          <a:pt x="162" y="936"/>
                        </a:lnTo>
                        <a:lnTo>
                          <a:pt x="192" y="906"/>
                        </a:lnTo>
                        <a:lnTo>
                          <a:pt x="216" y="876"/>
                        </a:lnTo>
                        <a:lnTo>
                          <a:pt x="246" y="846"/>
                        </a:lnTo>
                        <a:lnTo>
                          <a:pt x="264" y="840"/>
                        </a:lnTo>
                        <a:lnTo>
                          <a:pt x="276" y="828"/>
                        </a:lnTo>
                        <a:lnTo>
                          <a:pt x="294" y="816"/>
                        </a:lnTo>
                        <a:lnTo>
                          <a:pt x="318" y="804"/>
                        </a:lnTo>
                        <a:lnTo>
                          <a:pt x="336" y="786"/>
                        </a:lnTo>
                        <a:lnTo>
                          <a:pt x="372" y="756"/>
                        </a:lnTo>
                        <a:lnTo>
                          <a:pt x="420" y="708"/>
                        </a:lnTo>
                        <a:lnTo>
                          <a:pt x="438" y="684"/>
                        </a:lnTo>
                        <a:lnTo>
                          <a:pt x="462" y="654"/>
                        </a:lnTo>
                        <a:lnTo>
                          <a:pt x="492" y="618"/>
                        </a:lnTo>
                        <a:lnTo>
                          <a:pt x="516" y="570"/>
                        </a:lnTo>
                        <a:lnTo>
                          <a:pt x="528" y="540"/>
                        </a:lnTo>
                        <a:lnTo>
                          <a:pt x="546" y="516"/>
                        </a:lnTo>
                        <a:lnTo>
                          <a:pt x="558" y="498"/>
                        </a:lnTo>
                        <a:lnTo>
                          <a:pt x="564" y="492"/>
                        </a:lnTo>
                        <a:lnTo>
                          <a:pt x="570" y="480"/>
                        </a:lnTo>
                        <a:lnTo>
                          <a:pt x="576" y="474"/>
                        </a:lnTo>
                        <a:lnTo>
                          <a:pt x="576" y="450"/>
                        </a:lnTo>
                        <a:lnTo>
                          <a:pt x="582" y="432"/>
                        </a:lnTo>
                        <a:lnTo>
                          <a:pt x="588" y="420"/>
                        </a:lnTo>
                        <a:lnTo>
                          <a:pt x="588" y="402"/>
                        </a:lnTo>
                        <a:lnTo>
                          <a:pt x="594" y="390"/>
                        </a:lnTo>
                        <a:lnTo>
                          <a:pt x="606" y="378"/>
                        </a:lnTo>
                        <a:lnTo>
                          <a:pt x="612" y="366"/>
                        </a:lnTo>
                        <a:lnTo>
                          <a:pt x="624" y="354"/>
                        </a:lnTo>
                        <a:lnTo>
                          <a:pt x="624" y="324"/>
                        </a:lnTo>
                        <a:lnTo>
                          <a:pt x="636" y="318"/>
                        </a:lnTo>
                        <a:lnTo>
                          <a:pt x="642" y="306"/>
                        </a:lnTo>
                        <a:lnTo>
                          <a:pt x="660" y="252"/>
                        </a:lnTo>
                        <a:lnTo>
                          <a:pt x="672" y="252"/>
                        </a:lnTo>
                        <a:lnTo>
                          <a:pt x="672" y="246"/>
                        </a:lnTo>
                        <a:lnTo>
                          <a:pt x="684" y="234"/>
                        </a:lnTo>
                        <a:lnTo>
                          <a:pt x="684" y="138"/>
                        </a:lnTo>
                        <a:lnTo>
                          <a:pt x="708" y="126"/>
                        </a:lnTo>
                        <a:lnTo>
                          <a:pt x="702" y="54"/>
                        </a:lnTo>
                        <a:lnTo>
                          <a:pt x="708" y="42"/>
                        </a:lnTo>
                        <a:lnTo>
                          <a:pt x="708" y="36"/>
                        </a:lnTo>
                        <a:lnTo>
                          <a:pt x="714" y="24"/>
                        </a:lnTo>
                        <a:lnTo>
                          <a:pt x="714" y="12"/>
                        </a:lnTo>
                        <a:lnTo>
                          <a:pt x="690" y="0"/>
                        </a:lnTo>
                        <a:lnTo>
                          <a:pt x="672" y="0"/>
                        </a:lnTo>
                        <a:lnTo>
                          <a:pt x="666" y="12"/>
                        </a:lnTo>
                        <a:lnTo>
                          <a:pt x="654" y="18"/>
                        </a:lnTo>
                        <a:lnTo>
                          <a:pt x="648" y="30"/>
                        </a:lnTo>
                        <a:lnTo>
                          <a:pt x="624" y="42"/>
                        </a:lnTo>
                        <a:lnTo>
                          <a:pt x="612" y="42"/>
                        </a:lnTo>
                        <a:lnTo>
                          <a:pt x="594" y="48"/>
                        </a:lnTo>
                        <a:lnTo>
                          <a:pt x="582" y="54"/>
                        </a:lnTo>
                        <a:lnTo>
                          <a:pt x="564" y="54"/>
                        </a:lnTo>
                        <a:lnTo>
                          <a:pt x="546" y="48"/>
                        </a:lnTo>
                        <a:lnTo>
                          <a:pt x="534" y="42"/>
                        </a:lnTo>
                        <a:lnTo>
                          <a:pt x="516" y="48"/>
                        </a:lnTo>
                        <a:lnTo>
                          <a:pt x="510" y="54"/>
                        </a:lnTo>
                        <a:lnTo>
                          <a:pt x="498" y="60"/>
                        </a:lnTo>
                        <a:lnTo>
                          <a:pt x="492" y="72"/>
                        </a:lnTo>
                        <a:lnTo>
                          <a:pt x="486" y="78"/>
                        </a:lnTo>
                        <a:lnTo>
                          <a:pt x="474" y="78"/>
                        </a:lnTo>
                        <a:lnTo>
                          <a:pt x="462" y="72"/>
                        </a:lnTo>
                        <a:lnTo>
                          <a:pt x="456" y="60"/>
                        </a:lnTo>
                        <a:lnTo>
                          <a:pt x="444" y="60"/>
                        </a:lnTo>
                        <a:lnTo>
                          <a:pt x="438" y="66"/>
                        </a:lnTo>
                        <a:lnTo>
                          <a:pt x="426" y="72"/>
                        </a:lnTo>
                        <a:lnTo>
                          <a:pt x="396" y="102"/>
                        </a:lnTo>
                        <a:lnTo>
                          <a:pt x="384" y="108"/>
                        </a:lnTo>
                        <a:lnTo>
                          <a:pt x="372" y="108"/>
                        </a:lnTo>
                        <a:lnTo>
                          <a:pt x="360" y="102"/>
                        </a:lnTo>
                        <a:lnTo>
                          <a:pt x="354" y="96"/>
                        </a:lnTo>
                        <a:lnTo>
                          <a:pt x="342" y="90"/>
                        </a:lnTo>
                        <a:lnTo>
                          <a:pt x="330" y="90"/>
                        </a:lnTo>
                        <a:lnTo>
                          <a:pt x="306" y="102"/>
                        </a:lnTo>
                        <a:lnTo>
                          <a:pt x="294" y="114"/>
                        </a:lnTo>
                        <a:lnTo>
                          <a:pt x="270" y="126"/>
                        </a:lnTo>
                        <a:lnTo>
                          <a:pt x="210" y="126"/>
                        </a:lnTo>
                        <a:lnTo>
                          <a:pt x="192" y="108"/>
                        </a:lnTo>
                        <a:lnTo>
                          <a:pt x="186" y="96"/>
                        </a:lnTo>
                        <a:lnTo>
                          <a:pt x="174" y="90"/>
                        </a:lnTo>
                        <a:lnTo>
                          <a:pt x="168" y="78"/>
                        </a:lnTo>
                        <a:lnTo>
                          <a:pt x="168" y="66"/>
                        </a:lnTo>
                        <a:lnTo>
                          <a:pt x="156" y="54"/>
                        </a:lnTo>
                        <a:lnTo>
                          <a:pt x="150" y="54"/>
                        </a:lnTo>
                        <a:lnTo>
                          <a:pt x="126" y="78"/>
                        </a:lnTo>
                        <a:lnTo>
                          <a:pt x="108" y="11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66" name="Sierra Leone" descr="© INSCALE GmbH, 05.05.2010&#10;http://www.presentationload.com/">
                    <a:extLst>
                      <a:ext uri="{FF2B5EF4-FFF2-40B4-BE49-F238E27FC236}">
                        <a16:creationId xmlns:a16="http://schemas.microsoft.com/office/drawing/2014/main" id="{963894B7-8D5C-5C58-8E5B-FC654D8D46E9}"/>
                      </a:ext>
                    </a:extLst>
                  </p:cNvPr>
                  <p:cNvSpPr>
                    <a:spLocks/>
                  </p:cNvSpPr>
                  <p:nvPr/>
                </p:nvSpPr>
                <p:spPr bwMode="gray">
                  <a:xfrm>
                    <a:off x="2418" y="2362"/>
                    <a:ext cx="52" cy="69"/>
                  </a:xfrm>
                  <a:custGeom>
                    <a:avLst/>
                    <a:gdLst>
                      <a:gd name="T0" fmla="*/ 2147483647 w 210"/>
                      <a:gd name="T1" fmla="*/ 2147483647 h 270"/>
                      <a:gd name="T2" fmla="*/ 2147483647 w 210"/>
                      <a:gd name="T3" fmla="*/ 2147483647 h 270"/>
                      <a:gd name="T4" fmla="*/ 2147483647 w 210"/>
                      <a:gd name="T5" fmla="*/ 2147483647 h 270"/>
                      <a:gd name="T6" fmla="*/ 2147483647 w 210"/>
                      <a:gd name="T7" fmla="*/ 2147483647 h 270"/>
                      <a:gd name="T8" fmla="*/ 2147483647 w 210"/>
                      <a:gd name="T9" fmla="*/ 2147483647 h 270"/>
                      <a:gd name="T10" fmla="*/ 2147483647 w 210"/>
                      <a:gd name="T11" fmla="*/ 2147483647 h 270"/>
                      <a:gd name="T12" fmla="*/ 2147483647 w 210"/>
                      <a:gd name="T13" fmla="*/ 2147483647 h 270"/>
                      <a:gd name="T14" fmla="*/ 2147483647 w 210"/>
                      <a:gd name="T15" fmla="*/ 2147483647 h 270"/>
                      <a:gd name="T16" fmla="*/ 2147483647 w 210"/>
                      <a:gd name="T17" fmla="*/ 2147483647 h 270"/>
                      <a:gd name="T18" fmla="*/ 2147483647 w 210"/>
                      <a:gd name="T19" fmla="*/ 2147483647 h 270"/>
                      <a:gd name="T20" fmla="*/ 2147483647 w 210"/>
                      <a:gd name="T21" fmla="*/ 2147483647 h 270"/>
                      <a:gd name="T22" fmla="*/ 2147483647 w 210"/>
                      <a:gd name="T23" fmla="*/ 0 h 270"/>
                      <a:gd name="T24" fmla="*/ 2147483647 w 210"/>
                      <a:gd name="T25" fmla="*/ 0 h 270"/>
                      <a:gd name="T26" fmla="*/ 2147483647 w 210"/>
                      <a:gd name="T27" fmla="*/ 2147483647 h 270"/>
                      <a:gd name="T28" fmla="*/ 2147483647 w 210"/>
                      <a:gd name="T29" fmla="*/ 2147483647 h 270"/>
                      <a:gd name="T30" fmla="*/ 2147483647 w 210"/>
                      <a:gd name="T31" fmla="*/ 2147483647 h 270"/>
                      <a:gd name="T32" fmla="*/ 2147483647 w 210"/>
                      <a:gd name="T33" fmla="*/ 2147483647 h 270"/>
                      <a:gd name="T34" fmla="*/ 2147483647 w 210"/>
                      <a:gd name="T35" fmla="*/ 2147483647 h 270"/>
                      <a:gd name="T36" fmla="*/ 2147483647 w 210"/>
                      <a:gd name="T37" fmla="*/ 2147483647 h 270"/>
                      <a:gd name="T38" fmla="*/ 2147483647 w 210"/>
                      <a:gd name="T39" fmla="*/ 2147483647 h 270"/>
                      <a:gd name="T40" fmla="*/ 2147483647 w 210"/>
                      <a:gd name="T41" fmla="*/ 2147483647 h 270"/>
                      <a:gd name="T42" fmla="*/ 2147483647 w 210"/>
                      <a:gd name="T43" fmla="*/ 2147483647 h 270"/>
                      <a:gd name="T44" fmla="*/ 0 w 210"/>
                      <a:gd name="T45" fmla="*/ 2147483647 h 270"/>
                      <a:gd name="T46" fmla="*/ 2147483647 w 210"/>
                      <a:gd name="T47" fmla="*/ 2147483647 h 270"/>
                      <a:gd name="T48" fmla="*/ 2147483647 w 210"/>
                      <a:gd name="T49" fmla="*/ 2147483647 h 270"/>
                      <a:gd name="T50" fmla="*/ 0 w 210"/>
                      <a:gd name="T51" fmla="*/ 2147483647 h 270"/>
                      <a:gd name="T52" fmla="*/ 0 w 210"/>
                      <a:gd name="T53" fmla="*/ 2147483647 h 270"/>
                      <a:gd name="T54" fmla="*/ 2147483647 w 210"/>
                      <a:gd name="T55" fmla="*/ 2147483647 h 270"/>
                      <a:gd name="T56" fmla="*/ 2147483647 w 210"/>
                      <a:gd name="T57" fmla="*/ 2147483647 h 270"/>
                      <a:gd name="T58" fmla="*/ 2147483647 w 210"/>
                      <a:gd name="T59" fmla="*/ 2147483647 h 270"/>
                      <a:gd name="T60" fmla="*/ 2147483647 w 210"/>
                      <a:gd name="T61" fmla="*/ 2147483647 h 270"/>
                      <a:gd name="T62" fmla="*/ 2147483647 w 210"/>
                      <a:gd name="T63" fmla="*/ 2147483647 h 270"/>
                      <a:gd name="T64" fmla="*/ 2147483647 w 210"/>
                      <a:gd name="T65" fmla="*/ 2147483647 h 270"/>
                      <a:gd name="T66" fmla="*/ 2147483647 w 210"/>
                      <a:gd name="T67" fmla="*/ 2147483647 h 270"/>
                      <a:gd name="T68" fmla="*/ 2147483647 w 210"/>
                      <a:gd name="T69" fmla="*/ 2147483647 h 270"/>
                      <a:gd name="T70" fmla="*/ 2147483647 w 210"/>
                      <a:gd name="T71" fmla="*/ 2147483647 h 270"/>
                      <a:gd name="T72" fmla="*/ 2147483647 w 210"/>
                      <a:gd name="T73" fmla="*/ 2147483647 h 270"/>
                      <a:gd name="T74" fmla="*/ 2147483647 w 210"/>
                      <a:gd name="T75" fmla="*/ 2147483647 h 270"/>
                      <a:gd name="T76" fmla="*/ 2147483647 w 210"/>
                      <a:gd name="T77" fmla="*/ 2147483647 h 270"/>
                      <a:gd name="T78" fmla="*/ 2147483647 w 210"/>
                      <a:gd name="T79" fmla="*/ 2147483647 h 270"/>
                      <a:gd name="T80" fmla="*/ 2147483647 w 210"/>
                      <a:gd name="T81" fmla="*/ 2147483647 h 270"/>
                      <a:gd name="T82" fmla="*/ 2147483647 w 210"/>
                      <a:gd name="T83" fmla="*/ 2147483647 h 270"/>
                      <a:gd name="T84" fmla="*/ 2147483647 w 210"/>
                      <a:gd name="T85" fmla="*/ 2147483647 h 270"/>
                      <a:gd name="T86" fmla="*/ 2147483647 w 210"/>
                      <a:gd name="T87" fmla="*/ 2147483647 h 270"/>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210"/>
                      <a:gd name="T133" fmla="*/ 0 h 270"/>
                      <a:gd name="T134" fmla="*/ 210 w 210"/>
                      <a:gd name="T135" fmla="*/ 270 h 270"/>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210" h="270">
                        <a:moveTo>
                          <a:pt x="186" y="180"/>
                        </a:moveTo>
                        <a:lnTo>
                          <a:pt x="186" y="162"/>
                        </a:lnTo>
                        <a:lnTo>
                          <a:pt x="210" y="156"/>
                        </a:lnTo>
                        <a:lnTo>
                          <a:pt x="204" y="132"/>
                        </a:lnTo>
                        <a:lnTo>
                          <a:pt x="174" y="144"/>
                        </a:lnTo>
                        <a:lnTo>
                          <a:pt x="180" y="126"/>
                        </a:lnTo>
                        <a:lnTo>
                          <a:pt x="186" y="120"/>
                        </a:lnTo>
                        <a:lnTo>
                          <a:pt x="192" y="108"/>
                        </a:lnTo>
                        <a:lnTo>
                          <a:pt x="192" y="90"/>
                        </a:lnTo>
                        <a:lnTo>
                          <a:pt x="180" y="78"/>
                        </a:lnTo>
                        <a:lnTo>
                          <a:pt x="180" y="60"/>
                        </a:lnTo>
                        <a:lnTo>
                          <a:pt x="138" y="0"/>
                        </a:lnTo>
                        <a:lnTo>
                          <a:pt x="102" y="0"/>
                        </a:lnTo>
                        <a:lnTo>
                          <a:pt x="96" y="18"/>
                        </a:lnTo>
                        <a:lnTo>
                          <a:pt x="60" y="18"/>
                        </a:lnTo>
                        <a:lnTo>
                          <a:pt x="60" y="24"/>
                        </a:lnTo>
                        <a:lnTo>
                          <a:pt x="54" y="30"/>
                        </a:lnTo>
                        <a:lnTo>
                          <a:pt x="48" y="42"/>
                        </a:lnTo>
                        <a:lnTo>
                          <a:pt x="36" y="54"/>
                        </a:lnTo>
                        <a:lnTo>
                          <a:pt x="30" y="66"/>
                        </a:lnTo>
                        <a:lnTo>
                          <a:pt x="18" y="72"/>
                        </a:lnTo>
                        <a:lnTo>
                          <a:pt x="12" y="78"/>
                        </a:lnTo>
                        <a:lnTo>
                          <a:pt x="0" y="84"/>
                        </a:lnTo>
                        <a:lnTo>
                          <a:pt x="12" y="96"/>
                        </a:lnTo>
                        <a:lnTo>
                          <a:pt x="6" y="102"/>
                        </a:lnTo>
                        <a:lnTo>
                          <a:pt x="0" y="114"/>
                        </a:lnTo>
                        <a:lnTo>
                          <a:pt x="0" y="132"/>
                        </a:lnTo>
                        <a:lnTo>
                          <a:pt x="6" y="138"/>
                        </a:lnTo>
                        <a:lnTo>
                          <a:pt x="18" y="144"/>
                        </a:lnTo>
                        <a:lnTo>
                          <a:pt x="24" y="150"/>
                        </a:lnTo>
                        <a:lnTo>
                          <a:pt x="18" y="180"/>
                        </a:lnTo>
                        <a:lnTo>
                          <a:pt x="42" y="198"/>
                        </a:lnTo>
                        <a:lnTo>
                          <a:pt x="42" y="204"/>
                        </a:lnTo>
                        <a:lnTo>
                          <a:pt x="48" y="210"/>
                        </a:lnTo>
                        <a:lnTo>
                          <a:pt x="54" y="222"/>
                        </a:lnTo>
                        <a:lnTo>
                          <a:pt x="78" y="234"/>
                        </a:lnTo>
                        <a:lnTo>
                          <a:pt x="96" y="234"/>
                        </a:lnTo>
                        <a:lnTo>
                          <a:pt x="126" y="270"/>
                        </a:lnTo>
                        <a:lnTo>
                          <a:pt x="126" y="234"/>
                        </a:lnTo>
                        <a:lnTo>
                          <a:pt x="144" y="216"/>
                        </a:lnTo>
                        <a:lnTo>
                          <a:pt x="156" y="210"/>
                        </a:lnTo>
                        <a:lnTo>
                          <a:pt x="168" y="198"/>
                        </a:lnTo>
                        <a:lnTo>
                          <a:pt x="180" y="192"/>
                        </a:lnTo>
                        <a:lnTo>
                          <a:pt x="186" y="18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67" name="Senegal" descr="© INSCALE GmbH, 05.05.2010&#10;http://www.presentationload.com/">
                    <a:extLst>
                      <a:ext uri="{FF2B5EF4-FFF2-40B4-BE49-F238E27FC236}">
                        <a16:creationId xmlns:a16="http://schemas.microsoft.com/office/drawing/2014/main" id="{AA46ADEE-0708-AFF1-A880-5AD37F3C51B1}"/>
                      </a:ext>
                    </a:extLst>
                  </p:cNvPr>
                  <p:cNvSpPr>
                    <a:spLocks/>
                  </p:cNvSpPr>
                  <p:nvPr/>
                </p:nvSpPr>
                <p:spPr bwMode="gray">
                  <a:xfrm>
                    <a:off x="2365" y="2224"/>
                    <a:ext cx="105" cy="94"/>
                  </a:xfrm>
                  <a:custGeom>
                    <a:avLst/>
                    <a:gdLst>
                      <a:gd name="T0" fmla="*/ 2147483647 w 414"/>
                      <a:gd name="T1" fmla="*/ 2147483647 h 366"/>
                      <a:gd name="T2" fmla="*/ 2147483647 w 414"/>
                      <a:gd name="T3" fmla="*/ 2147483647 h 366"/>
                      <a:gd name="T4" fmla="*/ 2147483647 w 414"/>
                      <a:gd name="T5" fmla="*/ 2147483647 h 366"/>
                      <a:gd name="T6" fmla="*/ 2147483647 w 414"/>
                      <a:gd name="T7" fmla="*/ 2147483647 h 366"/>
                      <a:gd name="T8" fmla="*/ 2147483647 w 414"/>
                      <a:gd name="T9" fmla="*/ 2147483647 h 366"/>
                      <a:gd name="T10" fmla="*/ 2147483647 w 414"/>
                      <a:gd name="T11" fmla="*/ 2147483647 h 366"/>
                      <a:gd name="T12" fmla="*/ 2147483647 w 414"/>
                      <a:gd name="T13" fmla="*/ 2147483647 h 366"/>
                      <a:gd name="T14" fmla="*/ 2147483647 w 414"/>
                      <a:gd name="T15" fmla="*/ 2147483647 h 366"/>
                      <a:gd name="T16" fmla="*/ 2147483647 w 414"/>
                      <a:gd name="T17" fmla="*/ 2147483647 h 366"/>
                      <a:gd name="T18" fmla="*/ 2147483647 w 414"/>
                      <a:gd name="T19" fmla="*/ 2147483647 h 366"/>
                      <a:gd name="T20" fmla="*/ 2147483647 w 414"/>
                      <a:gd name="T21" fmla="*/ 2147483647 h 366"/>
                      <a:gd name="T22" fmla="*/ 2147483647 w 414"/>
                      <a:gd name="T23" fmla="*/ 2147483647 h 366"/>
                      <a:gd name="T24" fmla="*/ 2147483647 w 414"/>
                      <a:gd name="T25" fmla="*/ 2147483647 h 366"/>
                      <a:gd name="T26" fmla="*/ 2147483647 w 414"/>
                      <a:gd name="T27" fmla="*/ 2147483647 h 366"/>
                      <a:gd name="T28" fmla="*/ 2147483647 w 414"/>
                      <a:gd name="T29" fmla="*/ 0 h 366"/>
                      <a:gd name="T30" fmla="*/ 2147483647 w 414"/>
                      <a:gd name="T31" fmla="*/ 2147483647 h 366"/>
                      <a:gd name="T32" fmla="*/ 2147483647 w 414"/>
                      <a:gd name="T33" fmla="*/ 2147483647 h 366"/>
                      <a:gd name="T34" fmla="*/ 2147483647 w 414"/>
                      <a:gd name="T35" fmla="*/ 2147483647 h 366"/>
                      <a:gd name="T36" fmla="*/ 2147483647 w 414"/>
                      <a:gd name="T37" fmla="*/ 2147483647 h 366"/>
                      <a:gd name="T38" fmla="*/ 2147483647 w 414"/>
                      <a:gd name="T39" fmla="*/ 2147483647 h 366"/>
                      <a:gd name="T40" fmla="*/ 2147483647 w 414"/>
                      <a:gd name="T41" fmla="*/ 2147483647 h 366"/>
                      <a:gd name="T42" fmla="*/ 0 w 414"/>
                      <a:gd name="T43" fmla="*/ 2147483647 h 366"/>
                      <a:gd name="T44" fmla="*/ 2147483647 w 414"/>
                      <a:gd name="T45" fmla="*/ 2147483647 h 366"/>
                      <a:gd name="T46" fmla="*/ 2147483647 w 414"/>
                      <a:gd name="T47" fmla="*/ 2147483647 h 366"/>
                      <a:gd name="T48" fmla="*/ 2147483647 w 414"/>
                      <a:gd name="T49" fmla="*/ 2147483647 h 366"/>
                      <a:gd name="T50" fmla="*/ 2147483647 w 414"/>
                      <a:gd name="T51" fmla="*/ 2147483647 h 366"/>
                      <a:gd name="T52" fmla="*/ 2147483647 w 414"/>
                      <a:gd name="T53" fmla="*/ 2147483647 h 366"/>
                      <a:gd name="T54" fmla="*/ 2147483647 w 414"/>
                      <a:gd name="T55" fmla="*/ 2147483647 h 366"/>
                      <a:gd name="T56" fmla="*/ 2147483647 w 414"/>
                      <a:gd name="T57" fmla="*/ 2147483647 h 366"/>
                      <a:gd name="T58" fmla="*/ 2147483647 w 414"/>
                      <a:gd name="T59" fmla="*/ 2147483647 h 366"/>
                      <a:gd name="T60" fmla="*/ 2147483647 w 414"/>
                      <a:gd name="T61" fmla="*/ 2147483647 h 366"/>
                      <a:gd name="T62" fmla="*/ 2147483647 w 414"/>
                      <a:gd name="T63" fmla="*/ 2147483647 h 366"/>
                      <a:gd name="T64" fmla="*/ 2147483647 w 414"/>
                      <a:gd name="T65" fmla="*/ 2147483647 h 366"/>
                      <a:gd name="T66" fmla="*/ 2147483647 w 414"/>
                      <a:gd name="T67" fmla="*/ 2147483647 h 366"/>
                      <a:gd name="T68" fmla="*/ 2147483647 w 414"/>
                      <a:gd name="T69" fmla="*/ 2147483647 h 366"/>
                      <a:gd name="T70" fmla="*/ 2147483647 w 414"/>
                      <a:gd name="T71" fmla="*/ 2147483647 h 366"/>
                      <a:gd name="T72" fmla="*/ 2147483647 w 414"/>
                      <a:gd name="T73" fmla="*/ 2147483647 h 366"/>
                      <a:gd name="T74" fmla="*/ 2147483647 w 414"/>
                      <a:gd name="T75" fmla="*/ 2147483647 h 366"/>
                      <a:gd name="T76" fmla="*/ 2147483647 w 414"/>
                      <a:gd name="T77" fmla="*/ 2147483647 h 366"/>
                      <a:gd name="T78" fmla="*/ 2147483647 w 414"/>
                      <a:gd name="T79" fmla="*/ 2147483647 h 366"/>
                      <a:gd name="T80" fmla="*/ 2147483647 w 414"/>
                      <a:gd name="T81" fmla="*/ 2147483647 h 366"/>
                      <a:gd name="T82" fmla="*/ 2147483647 w 414"/>
                      <a:gd name="T83" fmla="*/ 2147483647 h 366"/>
                      <a:gd name="T84" fmla="*/ 2147483647 w 414"/>
                      <a:gd name="T85" fmla="*/ 2147483647 h 366"/>
                      <a:gd name="T86" fmla="*/ 2147483647 w 414"/>
                      <a:gd name="T87" fmla="*/ 2147483647 h 366"/>
                      <a:gd name="T88" fmla="*/ 2147483647 w 414"/>
                      <a:gd name="T89" fmla="*/ 2147483647 h 366"/>
                      <a:gd name="T90" fmla="*/ 2147483647 w 414"/>
                      <a:gd name="T91" fmla="*/ 2147483647 h 366"/>
                      <a:gd name="T92" fmla="*/ 2147483647 w 414"/>
                      <a:gd name="T93" fmla="*/ 2147483647 h 366"/>
                      <a:gd name="T94" fmla="*/ 2147483647 w 414"/>
                      <a:gd name="T95" fmla="*/ 2147483647 h 366"/>
                      <a:gd name="T96" fmla="*/ 2147483647 w 414"/>
                      <a:gd name="T97" fmla="*/ 2147483647 h 366"/>
                      <a:gd name="T98" fmla="*/ 2147483647 w 414"/>
                      <a:gd name="T99" fmla="*/ 2147483647 h 366"/>
                      <a:gd name="T100" fmla="*/ 2147483647 w 414"/>
                      <a:gd name="T101" fmla="*/ 2147483647 h 366"/>
                      <a:gd name="T102" fmla="*/ 2147483647 w 414"/>
                      <a:gd name="T103" fmla="*/ 2147483647 h 366"/>
                      <a:gd name="T104" fmla="*/ 2147483647 w 414"/>
                      <a:gd name="T105" fmla="*/ 2147483647 h 36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414"/>
                      <a:gd name="T160" fmla="*/ 0 h 366"/>
                      <a:gd name="T161" fmla="*/ 414 w 414"/>
                      <a:gd name="T162" fmla="*/ 366 h 366"/>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414" h="366">
                        <a:moveTo>
                          <a:pt x="402" y="270"/>
                        </a:moveTo>
                        <a:lnTo>
                          <a:pt x="396" y="270"/>
                        </a:lnTo>
                        <a:lnTo>
                          <a:pt x="396" y="276"/>
                        </a:lnTo>
                        <a:lnTo>
                          <a:pt x="384" y="276"/>
                        </a:lnTo>
                        <a:lnTo>
                          <a:pt x="378" y="270"/>
                        </a:lnTo>
                        <a:lnTo>
                          <a:pt x="378" y="246"/>
                        </a:lnTo>
                        <a:lnTo>
                          <a:pt x="384" y="240"/>
                        </a:lnTo>
                        <a:lnTo>
                          <a:pt x="384" y="222"/>
                        </a:lnTo>
                        <a:lnTo>
                          <a:pt x="372" y="210"/>
                        </a:lnTo>
                        <a:lnTo>
                          <a:pt x="372" y="204"/>
                        </a:lnTo>
                        <a:lnTo>
                          <a:pt x="360" y="186"/>
                        </a:lnTo>
                        <a:lnTo>
                          <a:pt x="360" y="162"/>
                        </a:lnTo>
                        <a:lnTo>
                          <a:pt x="348" y="138"/>
                        </a:lnTo>
                        <a:lnTo>
                          <a:pt x="318" y="132"/>
                        </a:lnTo>
                        <a:lnTo>
                          <a:pt x="318" y="108"/>
                        </a:lnTo>
                        <a:lnTo>
                          <a:pt x="312" y="102"/>
                        </a:lnTo>
                        <a:lnTo>
                          <a:pt x="294" y="102"/>
                        </a:lnTo>
                        <a:lnTo>
                          <a:pt x="294" y="72"/>
                        </a:lnTo>
                        <a:lnTo>
                          <a:pt x="288" y="60"/>
                        </a:lnTo>
                        <a:lnTo>
                          <a:pt x="288" y="54"/>
                        </a:lnTo>
                        <a:lnTo>
                          <a:pt x="282" y="48"/>
                        </a:lnTo>
                        <a:lnTo>
                          <a:pt x="264" y="48"/>
                        </a:lnTo>
                        <a:lnTo>
                          <a:pt x="252" y="54"/>
                        </a:lnTo>
                        <a:lnTo>
                          <a:pt x="246" y="42"/>
                        </a:lnTo>
                        <a:lnTo>
                          <a:pt x="234" y="30"/>
                        </a:lnTo>
                        <a:lnTo>
                          <a:pt x="228" y="18"/>
                        </a:lnTo>
                        <a:lnTo>
                          <a:pt x="222" y="18"/>
                        </a:lnTo>
                        <a:lnTo>
                          <a:pt x="210" y="12"/>
                        </a:lnTo>
                        <a:lnTo>
                          <a:pt x="186" y="12"/>
                        </a:lnTo>
                        <a:lnTo>
                          <a:pt x="162" y="0"/>
                        </a:lnTo>
                        <a:lnTo>
                          <a:pt x="162" y="18"/>
                        </a:lnTo>
                        <a:lnTo>
                          <a:pt x="132" y="12"/>
                        </a:lnTo>
                        <a:lnTo>
                          <a:pt x="120" y="18"/>
                        </a:lnTo>
                        <a:lnTo>
                          <a:pt x="114" y="18"/>
                        </a:lnTo>
                        <a:lnTo>
                          <a:pt x="108" y="12"/>
                        </a:lnTo>
                        <a:lnTo>
                          <a:pt x="102" y="12"/>
                        </a:lnTo>
                        <a:lnTo>
                          <a:pt x="90" y="18"/>
                        </a:lnTo>
                        <a:lnTo>
                          <a:pt x="84" y="24"/>
                        </a:lnTo>
                        <a:lnTo>
                          <a:pt x="66" y="60"/>
                        </a:lnTo>
                        <a:lnTo>
                          <a:pt x="60" y="66"/>
                        </a:lnTo>
                        <a:lnTo>
                          <a:pt x="60" y="90"/>
                        </a:lnTo>
                        <a:lnTo>
                          <a:pt x="48" y="96"/>
                        </a:lnTo>
                        <a:lnTo>
                          <a:pt x="30" y="132"/>
                        </a:lnTo>
                        <a:lnTo>
                          <a:pt x="0" y="162"/>
                        </a:lnTo>
                        <a:lnTo>
                          <a:pt x="6" y="168"/>
                        </a:lnTo>
                        <a:lnTo>
                          <a:pt x="12" y="168"/>
                        </a:lnTo>
                        <a:lnTo>
                          <a:pt x="18" y="174"/>
                        </a:lnTo>
                        <a:lnTo>
                          <a:pt x="24" y="186"/>
                        </a:lnTo>
                        <a:lnTo>
                          <a:pt x="24" y="204"/>
                        </a:lnTo>
                        <a:lnTo>
                          <a:pt x="42" y="222"/>
                        </a:lnTo>
                        <a:lnTo>
                          <a:pt x="42" y="246"/>
                        </a:lnTo>
                        <a:lnTo>
                          <a:pt x="48" y="252"/>
                        </a:lnTo>
                        <a:lnTo>
                          <a:pt x="126" y="252"/>
                        </a:lnTo>
                        <a:lnTo>
                          <a:pt x="126" y="240"/>
                        </a:lnTo>
                        <a:lnTo>
                          <a:pt x="180" y="240"/>
                        </a:lnTo>
                        <a:lnTo>
                          <a:pt x="180" y="252"/>
                        </a:lnTo>
                        <a:lnTo>
                          <a:pt x="192" y="246"/>
                        </a:lnTo>
                        <a:lnTo>
                          <a:pt x="198" y="252"/>
                        </a:lnTo>
                        <a:lnTo>
                          <a:pt x="204" y="264"/>
                        </a:lnTo>
                        <a:lnTo>
                          <a:pt x="216" y="264"/>
                        </a:lnTo>
                        <a:lnTo>
                          <a:pt x="222" y="258"/>
                        </a:lnTo>
                        <a:lnTo>
                          <a:pt x="246" y="258"/>
                        </a:lnTo>
                        <a:lnTo>
                          <a:pt x="252" y="264"/>
                        </a:lnTo>
                        <a:lnTo>
                          <a:pt x="252" y="270"/>
                        </a:lnTo>
                        <a:lnTo>
                          <a:pt x="246" y="276"/>
                        </a:lnTo>
                        <a:lnTo>
                          <a:pt x="234" y="282"/>
                        </a:lnTo>
                        <a:lnTo>
                          <a:pt x="228" y="288"/>
                        </a:lnTo>
                        <a:lnTo>
                          <a:pt x="204" y="288"/>
                        </a:lnTo>
                        <a:lnTo>
                          <a:pt x="186" y="282"/>
                        </a:lnTo>
                        <a:lnTo>
                          <a:pt x="180" y="270"/>
                        </a:lnTo>
                        <a:lnTo>
                          <a:pt x="168" y="264"/>
                        </a:lnTo>
                        <a:lnTo>
                          <a:pt x="162" y="258"/>
                        </a:lnTo>
                        <a:lnTo>
                          <a:pt x="156" y="264"/>
                        </a:lnTo>
                        <a:lnTo>
                          <a:pt x="150" y="276"/>
                        </a:lnTo>
                        <a:lnTo>
                          <a:pt x="126" y="276"/>
                        </a:lnTo>
                        <a:lnTo>
                          <a:pt x="120" y="282"/>
                        </a:lnTo>
                        <a:lnTo>
                          <a:pt x="108" y="282"/>
                        </a:lnTo>
                        <a:lnTo>
                          <a:pt x="108" y="294"/>
                        </a:lnTo>
                        <a:lnTo>
                          <a:pt x="36" y="294"/>
                        </a:lnTo>
                        <a:lnTo>
                          <a:pt x="36" y="318"/>
                        </a:lnTo>
                        <a:lnTo>
                          <a:pt x="30" y="324"/>
                        </a:lnTo>
                        <a:lnTo>
                          <a:pt x="30" y="336"/>
                        </a:lnTo>
                        <a:lnTo>
                          <a:pt x="36" y="342"/>
                        </a:lnTo>
                        <a:lnTo>
                          <a:pt x="42" y="354"/>
                        </a:lnTo>
                        <a:lnTo>
                          <a:pt x="48" y="360"/>
                        </a:lnTo>
                        <a:lnTo>
                          <a:pt x="60" y="366"/>
                        </a:lnTo>
                        <a:lnTo>
                          <a:pt x="66" y="366"/>
                        </a:lnTo>
                        <a:lnTo>
                          <a:pt x="72" y="360"/>
                        </a:lnTo>
                        <a:lnTo>
                          <a:pt x="78" y="360"/>
                        </a:lnTo>
                        <a:lnTo>
                          <a:pt x="90" y="348"/>
                        </a:lnTo>
                        <a:lnTo>
                          <a:pt x="126" y="348"/>
                        </a:lnTo>
                        <a:lnTo>
                          <a:pt x="156" y="324"/>
                        </a:lnTo>
                        <a:lnTo>
                          <a:pt x="294" y="330"/>
                        </a:lnTo>
                        <a:lnTo>
                          <a:pt x="294" y="336"/>
                        </a:lnTo>
                        <a:lnTo>
                          <a:pt x="300" y="348"/>
                        </a:lnTo>
                        <a:lnTo>
                          <a:pt x="318" y="348"/>
                        </a:lnTo>
                        <a:lnTo>
                          <a:pt x="324" y="342"/>
                        </a:lnTo>
                        <a:lnTo>
                          <a:pt x="330" y="348"/>
                        </a:lnTo>
                        <a:lnTo>
                          <a:pt x="336" y="360"/>
                        </a:lnTo>
                        <a:lnTo>
                          <a:pt x="342" y="366"/>
                        </a:lnTo>
                        <a:lnTo>
                          <a:pt x="354" y="366"/>
                        </a:lnTo>
                        <a:lnTo>
                          <a:pt x="366" y="360"/>
                        </a:lnTo>
                        <a:lnTo>
                          <a:pt x="372" y="354"/>
                        </a:lnTo>
                        <a:lnTo>
                          <a:pt x="414" y="354"/>
                        </a:lnTo>
                        <a:lnTo>
                          <a:pt x="414" y="288"/>
                        </a:lnTo>
                        <a:lnTo>
                          <a:pt x="408" y="276"/>
                        </a:lnTo>
                        <a:lnTo>
                          <a:pt x="402" y="27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68" name="Saudi Arabia" descr="© INSCALE GmbH, 05.05.2010&#10;http://www.presentationload.com/">
                    <a:extLst>
                      <a:ext uri="{FF2B5EF4-FFF2-40B4-BE49-F238E27FC236}">
                        <a16:creationId xmlns:a16="http://schemas.microsoft.com/office/drawing/2014/main" id="{EADC7AAC-8455-A5A9-21E3-E99C814A28CD}"/>
                      </a:ext>
                    </a:extLst>
                  </p:cNvPr>
                  <p:cNvSpPr>
                    <a:spLocks/>
                  </p:cNvSpPr>
                  <p:nvPr/>
                </p:nvSpPr>
                <p:spPr bwMode="gray">
                  <a:xfrm>
                    <a:off x="3266" y="1911"/>
                    <a:ext cx="377" cy="323"/>
                  </a:xfrm>
                  <a:custGeom>
                    <a:avLst/>
                    <a:gdLst>
                      <a:gd name="T0" fmla="*/ 2147483647 w 1488"/>
                      <a:gd name="T1" fmla="*/ 2147483647 h 1278"/>
                      <a:gd name="T2" fmla="*/ 2147483647 w 1488"/>
                      <a:gd name="T3" fmla="*/ 2147483647 h 1278"/>
                      <a:gd name="T4" fmla="*/ 2147483647 w 1488"/>
                      <a:gd name="T5" fmla="*/ 2147483647 h 1278"/>
                      <a:gd name="T6" fmla="*/ 2147483647 w 1488"/>
                      <a:gd name="T7" fmla="*/ 2147483647 h 1278"/>
                      <a:gd name="T8" fmla="*/ 2147483647 w 1488"/>
                      <a:gd name="T9" fmla="*/ 2147483647 h 1278"/>
                      <a:gd name="T10" fmla="*/ 2147483647 w 1488"/>
                      <a:gd name="T11" fmla="*/ 2147483647 h 1278"/>
                      <a:gd name="T12" fmla="*/ 2147483647 w 1488"/>
                      <a:gd name="T13" fmla="*/ 2147483647 h 1278"/>
                      <a:gd name="T14" fmla="*/ 2147483647 w 1488"/>
                      <a:gd name="T15" fmla="*/ 2147483647 h 1278"/>
                      <a:gd name="T16" fmla="*/ 2147483647 w 1488"/>
                      <a:gd name="T17" fmla="*/ 2147483647 h 1278"/>
                      <a:gd name="T18" fmla="*/ 2147483647 w 1488"/>
                      <a:gd name="T19" fmla="*/ 2147483647 h 1278"/>
                      <a:gd name="T20" fmla="*/ 2147483647 w 1488"/>
                      <a:gd name="T21" fmla="*/ 2147483647 h 1278"/>
                      <a:gd name="T22" fmla="*/ 2147483647 w 1488"/>
                      <a:gd name="T23" fmla="*/ 2147483647 h 1278"/>
                      <a:gd name="T24" fmla="*/ 2147483647 w 1488"/>
                      <a:gd name="T25" fmla="*/ 2147483647 h 1278"/>
                      <a:gd name="T26" fmla="*/ 2147483647 w 1488"/>
                      <a:gd name="T27" fmla="*/ 2147483647 h 1278"/>
                      <a:gd name="T28" fmla="*/ 2147483647 w 1488"/>
                      <a:gd name="T29" fmla="*/ 2147483647 h 1278"/>
                      <a:gd name="T30" fmla="*/ 2147483647 w 1488"/>
                      <a:gd name="T31" fmla="*/ 2147483647 h 1278"/>
                      <a:gd name="T32" fmla="*/ 2147483647 w 1488"/>
                      <a:gd name="T33" fmla="*/ 2147483647 h 1278"/>
                      <a:gd name="T34" fmla="*/ 2147483647 w 1488"/>
                      <a:gd name="T35" fmla="*/ 2147483647 h 1278"/>
                      <a:gd name="T36" fmla="*/ 2147483647 w 1488"/>
                      <a:gd name="T37" fmla="*/ 2147483647 h 1278"/>
                      <a:gd name="T38" fmla="*/ 2147483647 w 1488"/>
                      <a:gd name="T39" fmla="*/ 0 h 1278"/>
                      <a:gd name="T40" fmla="*/ 2147483647 w 1488"/>
                      <a:gd name="T41" fmla="*/ 2147483647 h 1278"/>
                      <a:gd name="T42" fmla="*/ 2147483647 w 1488"/>
                      <a:gd name="T43" fmla="*/ 2147483647 h 1278"/>
                      <a:gd name="T44" fmla="*/ 2147483647 w 1488"/>
                      <a:gd name="T45" fmla="*/ 2147483647 h 1278"/>
                      <a:gd name="T46" fmla="*/ 2147483647 w 1488"/>
                      <a:gd name="T47" fmla="*/ 2147483647 h 1278"/>
                      <a:gd name="T48" fmla="*/ 2147483647 w 1488"/>
                      <a:gd name="T49" fmla="*/ 2147483647 h 1278"/>
                      <a:gd name="T50" fmla="*/ 2147483647 w 1488"/>
                      <a:gd name="T51" fmla="*/ 2147483647 h 1278"/>
                      <a:gd name="T52" fmla="*/ 2147483647 w 1488"/>
                      <a:gd name="T53" fmla="*/ 2147483647 h 1278"/>
                      <a:gd name="T54" fmla="*/ 2147483647 w 1488"/>
                      <a:gd name="T55" fmla="*/ 2147483647 h 1278"/>
                      <a:gd name="T56" fmla="*/ 2147483647 w 1488"/>
                      <a:gd name="T57" fmla="*/ 2147483647 h 1278"/>
                      <a:gd name="T58" fmla="*/ 2147483647 w 1488"/>
                      <a:gd name="T59" fmla="*/ 2147483647 h 1278"/>
                      <a:gd name="T60" fmla="*/ 2147483647 w 1488"/>
                      <a:gd name="T61" fmla="*/ 2147483647 h 1278"/>
                      <a:gd name="T62" fmla="*/ 0 w 1488"/>
                      <a:gd name="T63" fmla="*/ 2147483647 h 1278"/>
                      <a:gd name="T64" fmla="*/ 2147483647 w 1488"/>
                      <a:gd name="T65" fmla="*/ 2147483647 h 1278"/>
                      <a:gd name="T66" fmla="*/ 2147483647 w 1488"/>
                      <a:gd name="T67" fmla="*/ 2147483647 h 1278"/>
                      <a:gd name="T68" fmla="*/ 2147483647 w 1488"/>
                      <a:gd name="T69" fmla="*/ 2147483647 h 1278"/>
                      <a:gd name="T70" fmla="*/ 2147483647 w 1488"/>
                      <a:gd name="T71" fmla="*/ 2147483647 h 1278"/>
                      <a:gd name="T72" fmla="*/ 2147483647 w 1488"/>
                      <a:gd name="T73" fmla="*/ 2147483647 h 1278"/>
                      <a:gd name="T74" fmla="*/ 2147483647 w 1488"/>
                      <a:gd name="T75" fmla="*/ 2147483647 h 1278"/>
                      <a:gd name="T76" fmla="*/ 2147483647 w 1488"/>
                      <a:gd name="T77" fmla="*/ 2147483647 h 1278"/>
                      <a:gd name="T78" fmla="*/ 2147483647 w 1488"/>
                      <a:gd name="T79" fmla="*/ 2147483647 h 1278"/>
                      <a:gd name="T80" fmla="*/ 2147483647 w 1488"/>
                      <a:gd name="T81" fmla="*/ 2147483647 h 1278"/>
                      <a:gd name="T82" fmla="*/ 2147483647 w 1488"/>
                      <a:gd name="T83" fmla="*/ 2147483647 h 1278"/>
                      <a:gd name="T84" fmla="*/ 2147483647 w 1488"/>
                      <a:gd name="T85" fmla="*/ 2147483647 h 1278"/>
                      <a:gd name="T86" fmla="*/ 2147483647 w 1488"/>
                      <a:gd name="T87" fmla="*/ 2147483647 h 1278"/>
                      <a:gd name="T88" fmla="*/ 2147483647 w 1488"/>
                      <a:gd name="T89" fmla="*/ 2147483647 h 1278"/>
                      <a:gd name="T90" fmla="*/ 2147483647 w 1488"/>
                      <a:gd name="T91" fmla="*/ 2147483647 h 1278"/>
                      <a:gd name="T92" fmla="*/ 2147483647 w 1488"/>
                      <a:gd name="T93" fmla="*/ 2147483647 h 1278"/>
                      <a:gd name="T94" fmla="*/ 2147483647 w 1488"/>
                      <a:gd name="T95" fmla="*/ 2147483647 h 1278"/>
                      <a:gd name="T96" fmla="*/ 2147483647 w 1488"/>
                      <a:gd name="T97" fmla="*/ 2147483647 h 1278"/>
                      <a:gd name="T98" fmla="*/ 2147483647 w 1488"/>
                      <a:gd name="T99" fmla="*/ 2147483647 h 1278"/>
                      <a:gd name="T100" fmla="*/ 2147483647 w 1488"/>
                      <a:gd name="T101" fmla="*/ 2147483647 h 1278"/>
                      <a:gd name="T102" fmla="*/ 2147483647 w 1488"/>
                      <a:gd name="T103" fmla="*/ 2147483647 h 1278"/>
                      <a:gd name="T104" fmla="*/ 2147483647 w 1488"/>
                      <a:gd name="T105" fmla="*/ 2147483647 h 1278"/>
                      <a:gd name="T106" fmla="*/ 2147483647 w 1488"/>
                      <a:gd name="T107" fmla="*/ 2147483647 h 1278"/>
                      <a:gd name="T108" fmla="*/ 2147483647 w 1488"/>
                      <a:gd name="T109" fmla="*/ 2147483647 h 1278"/>
                      <a:gd name="T110" fmla="*/ 2147483647 w 1488"/>
                      <a:gd name="T111" fmla="*/ 2147483647 h 1278"/>
                      <a:gd name="T112" fmla="*/ 2147483647 w 1488"/>
                      <a:gd name="T113" fmla="*/ 2147483647 h 1278"/>
                      <a:gd name="T114" fmla="*/ 2147483647 w 1488"/>
                      <a:gd name="T115" fmla="*/ 2147483647 h 1278"/>
                      <a:gd name="T116" fmla="*/ 2147483647 w 1488"/>
                      <a:gd name="T117" fmla="*/ 2147483647 h 1278"/>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488"/>
                      <a:gd name="T178" fmla="*/ 0 h 1278"/>
                      <a:gd name="T179" fmla="*/ 1488 w 1488"/>
                      <a:gd name="T180" fmla="*/ 1278 h 1278"/>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488" h="1278">
                        <a:moveTo>
                          <a:pt x="1464" y="792"/>
                        </a:moveTo>
                        <a:lnTo>
                          <a:pt x="1464" y="780"/>
                        </a:lnTo>
                        <a:lnTo>
                          <a:pt x="1458" y="774"/>
                        </a:lnTo>
                        <a:lnTo>
                          <a:pt x="1416" y="768"/>
                        </a:lnTo>
                        <a:lnTo>
                          <a:pt x="1320" y="756"/>
                        </a:lnTo>
                        <a:lnTo>
                          <a:pt x="1284" y="750"/>
                        </a:lnTo>
                        <a:lnTo>
                          <a:pt x="1266" y="750"/>
                        </a:lnTo>
                        <a:lnTo>
                          <a:pt x="1260" y="738"/>
                        </a:lnTo>
                        <a:lnTo>
                          <a:pt x="1248" y="732"/>
                        </a:lnTo>
                        <a:lnTo>
                          <a:pt x="1242" y="720"/>
                        </a:lnTo>
                        <a:lnTo>
                          <a:pt x="1218" y="696"/>
                        </a:lnTo>
                        <a:lnTo>
                          <a:pt x="1206" y="672"/>
                        </a:lnTo>
                        <a:lnTo>
                          <a:pt x="1188" y="654"/>
                        </a:lnTo>
                        <a:lnTo>
                          <a:pt x="1188" y="642"/>
                        </a:lnTo>
                        <a:lnTo>
                          <a:pt x="1182" y="636"/>
                        </a:lnTo>
                        <a:lnTo>
                          <a:pt x="1182" y="618"/>
                        </a:lnTo>
                        <a:lnTo>
                          <a:pt x="1176" y="624"/>
                        </a:lnTo>
                        <a:lnTo>
                          <a:pt x="1164" y="612"/>
                        </a:lnTo>
                        <a:lnTo>
                          <a:pt x="1146" y="612"/>
                        </a:lnTo>
                        <a:lnTo>
                          <a:pt x="1140" y="600"/>
                        </a:lnTo>
                        <a:lnTo>
                          <a:pt x="1134" y="594"/>
                        </a:lnTo>
                        <a:lnTo>
                          <a:pt x="1128" y="582"/>
                        </a:lnTo>
                        <a:lnTo>
                          <a:pt x="1122" y="564"/>
                        </a:lnTo>
                        <a:lnTo>
                          <a:pt x="1116" y="552"/>
                        </a:lnTo>
                        <a:lnTo>
                          <a:pt x="1116" y="540"/>
                        </a:lnTo>
                        <a:lnTo>
                          <a:pt x="1110" y="534"/>
                        </a:lnTo>
                        <a:lnTo>
                          <a:pt x="1098" y="528"/>
                        </a:lnTo>
                        <a:lnTo>
                          <a:pt x="1086" y="516"/>
                        </a:lnTo>
                        <a:lnTo>
                          <a:pt x="1074" y="510"/>
                        </a:lnTo>
                        <a:lnTo>
                          <a:pt x="1068" y="498"/>
                        </a:lnTo>
                        <a:lnTo>
                          <a:pt x="1068" y="462"/>
                        </a:lnTo>
                        <a:lnTo>
                          <a:pt x="1062" y="450"/>
                        </a:lnTo>
                        <a:lnTo>
                          <a:pt x="1062" y="438"/>
                        </a:lnTo>
                        <a:lnTo>
                          <a:pt x="1050" y="426"/>
                        </a:lnTo>
                        <a:lnTo>
                          <a:pt x="1002" y="402"/>
                        </a:lnTo>
                        <a:lnTo>
                          <a:pt x="996" y="396"/>
                        </a:lnTo>
                        <a:lnTo>
                          <a:pt x="990" y="384"/>
                        </a:lnTo>
                        <a:lnTo>
                          <a:pt x="990" y="360"/>
                        </a:lnTo>
                        <a:lnTo>
                          <a:pt x="972" y="342"/>
                        </a:lnTo>
                        <a:lnTo>
                          <a:pt x="966" y="330"/>
                        </a:lnTo>
                        <a:lnTo>
                          <a:pt x="960" y="324"/>
                        </a:lnTo>
                        <a:lnTo>
                          <a:pt x="960" y="300"/>
                        </a:lnTo>
                        <a:lnTo>
                          <a:pt x="954" y="300"/>
                        </a:lnTo>
                        <a:lnTo>
                          <a:pt x="948" y="294"/>
                        </a:lnTo>
                        <a:lnTo>
                          <a:pt x="882" y="294"/>
                        </a:lnTo>
                        <a:lnTo>
                          <a:pt x="876" y="288"/>
                        </a:lnTo>
                        <a:lnTo>
                          <a:pt x="876" y="252"/>
                        </a:lnTo>
                        <a:lnTo>
                          <a:pt x="852" y="246"/>
                        </a:lnTo>
                        <a:lnTo>
                          <a:pt x="804" y="246"/>
                        </a:lnTo>
                        <a:lnTo>
                          <a:pt x="750" y="240"/>
                        </a:lnTo>
                        <a:lnTo>
                          <a:pt x="684" y="240"/>
                        </a:lnTo>
                        <a:lnTo>
                          <a:pt x="492" y="96"/>
                        </a:lnTo>
                        <a:lnTo>
                          <a:pt x="480" y="90"/>
                        </a:lnTo>
                        <a:lnTo>
                          <a:pt x="474" y="84"/>
                        </a:lnTo>
                        <a:lnTo>
                          <a:pt x="426" y="60"/>
                        </a:lnTo>
                        <a:lnTo>
                          <a:pt x="414" y="48"/>
                        </a:lnTo>
                        <a:lnTo>
                          <a:pt x="402" y="42"/>
                        </a:lnTo>
                        <a:lnTo>
                          <a:pt x="372" y="12"/>
                        </a:lnTo>
                        <a:lnTo>
                          <a:pt x="306" y="12"/>
                        </a:lnTo>
                        <a:lnTo>
                          <a:pt x="294" y="0"/>
                        </a:lnTo>
                        <a:lnTo>
                          <a:pt x="288" y="6"/>
                        </a:lnTo>
                        <a:lnTo>
                          <a:pt x="276" y="12"/>
                        </a:lnTo>
                        <a:lnTo>
                          <a:pt x="270" y="12"/>
                        </a:lnTo>
                        <a:lnTo>
                          <a:pt x="264" y="18"/>
                        </a:lnTo>
                        <a:lnTo>
                          <a:pt x="252" y="24"/>
                        </a:lnTo>
                        <a:lnTo>
                          <a:pt x="210" y="24"/>
                        </a:lnTo>
                        <a:lnTo>
                          <a:pt x="198" y="48"/>
                        </a:lnTo>
                        <a:lnTo>
                          <a:pt x="132" y="48"/>
                        </a:lnTo>
                        <a:lnTo>
                          <a:pt x="120" y="54"/>
                        </a:lnTo>
                        <a:lnTo>
                          <a:pt x="108" y="54"/>
                        </a:lnTo>
                        <a:lnTo>
                          <a:pt x="108" y="60"/>
                        </a:lnTo>
                        <a:lnTo>
                          <a:pt x="132" y="60"/>
                        </a:lnTo>
                        <a:lnTo>
                          <a:pt x="144" y="66"/>
                        </a:lnTo>
                        <a:lnTo>
                          <a:pt x="156" y="66"/>
                        </a:lnTo>
                        <a:lnTo>
                          <a:pt x="180" y="90"/>
                        </a:lnTo>
                        <a:lnTo>
                          <a:pt x="192" y="114"/>
                        </a:lnTo>
                        <a:lnTo>
                          <a:pt x="198" y="120"/>
                        </a:lnTo>
                        <a:lnTo>
                          <a:pt x="198" y="132"/>
                        </a:lnTo>
                        <a:lnTo>
                          <a:pt x="192" y="138"/>
                        </a:lnTo>
                        <a:lnTo>
                          <a:pt x="192" y="150"/>
                        </a:lnTo>
                        <a:lnTo>
                          <a:pt x="186" y="156"/>
                        </a:lnTo>
                        <a:lnTo>
                          <a:pt x="180" y="168"/>
                        </a:lnTo>
                        <a:lnTo>
                          <a:pt x="174" y="174"/>
                        </a:lnTo>
                        <a:lnTo>
                          <a:pt x="162" y="180"/>
                        </a:lnTo>
                        <a:lnTo>
                          <a:pt x="150" y="180"/>
                        </a:lnTo>
                        <a:lnTo>
                          <a:pt x="138" y="186"/>
                        </a:lnTo>
                        <a:lnTo>
                          <a:pt x="132" y="186"/>
                        </a:lnTo>
                        <a:lnTo>
                          <a:pt x="120" y="198"/>
                        </a:lnTo>
                        <a:lnTo>
                          <a:pt x="120" y="210"/>
                        </a:lnTo>
                        <a:lnTo>
                          <a:pt x="108" y="234"/>
                        </a:lnTo>
                        <a:lnTo>
                          <a:pt x="96" y="246"/>
                        </a:lnTo>
                        <a:lnTo>
                          <a:pt x="60" y="246"/>
                        </a:lnTo>
                        <a:lnTo>
                          <a:pt x="36" y="234"/>
                        </a:lnTo>
                        <a:lnTo>
                          <a:pt x="6" y="234"/>
                        </a:lnTo>
                        <a:lnTo>
                          <a:pt x="6" y="264"/>
                        </a:lnTo>
                        <a:lnTo>
                          <a:pt x="0" y="306"/>
                        </a:lnTo>
                        <a:lnTo>
                          <a:pt x="0" y="348"/>
                        </a:lnTo>
                        <a:lnTo>
                          <a:pt x="6" y="372"/>
                        </a:lnTo>
                        <a:lnTo>
                          <a:pt x="24" y="378"/>
                        </a:lnTo>
                        <a:lnTo>
                          <a:pt x="36" y="390"/>
                        </a:lnTo>
                        <a:lnTo>
                          <a:pt x="54" y="390"/>
                        </a:lnTo>
                        <a:lnTo>
                          <a:pt x="72" y="408"/>
                        </a:lnTo>
                        <a:lnTo>
                          <a:pt x="90" y="438"/>
                        </a:lnTo>
                        <a:lnTo>
                          <a:pt x="102" y="474"/>
                        </a:lnTo>
                        <a:lnTo>
                          <a:pt x="120" y="504"/>
                        </a:lnTo>
                        <a:lnTo>
                          <a:pt x="132" y="516"/>
                        </a:lnTo>
                        <a:lnTo>
                          <a:pt x="150" y="528"/>
                        </a:lnTo>
                        <a:lnTo>
                          <a:pt x="162" y="540"/>
                        </a:lnTo>
                        <a:lnTo>
                          <a:pt x="174" y="558"/>
                        </a:lnTo>
                        <a:lnTo>
                          <a:pt x="180" y="570"/>
                        </a:lnTo>
                        <a:lnTo>
                          <a:pt x="186" y="594"/>
                        </a:lnTo>
                        <a:lnTo>
                          <a:pt x="192" y="612"/>
                        </a:lnTo>
                        <a:lnTo>
                          <a:pt x="198" y="636"/>
                        </a:lnTo>
                        <a:lnTo>
                          <a:pt x="210" y="648"/>
                        </a:lnTo>
                        <a:lnTo>
                          <a:pt x="234" y="660"/>
                        </a:lnTo>
                        <a:lnTo>
                          <a:pt x="264" y="660"/>
                        </a:lnTo>
                        <a:lnTo>
                          <a:pt x="282" y="666"/>
                        </a:lnTo>
                        <a:lnTo>
                          <a:pt x="294" y="678"/>
                        </a:lnTo>
                        <a:lnTo>
                          <a:pt x="312" y="708"/>
                        </a:lnTo>
                        <a:lnTo>
                          <a:pt x="330" y="756"/>
                        </a:lnTo>
                        <a:lnTo>
                          <a:pt x="336" y="804"/>
                        </a:lnTo>
                        <a:lnTo>
                          <a:pt x="342" y="840"/>
                        </a:lnTo>
                        <a:lnTo>
                          <a:pt x="348" y="870"/>
                        </a:lnTo>
                        <a:lnTo>
                          <a:pt x="366" y="906"/>
                        </a:lnTo>
                        <a:lnTo>
                          <a:pt x="384" y="924"/>
                        </a:lnTo>
                        <a:lnTo>
                          <a:pt x="390" y="936"/>
                        </a:lnTo>
                        <a:lnTo>
                          <a:pt x="414" y="936"/>
                        </a:lnTo>
                        <a:lnTo>
                          <a:pt x="438" y="948"/>
                        </a:lnTo>
                        <a:lnTo>
                          <a:pt x="456" y="972"/>
                        </a:lnTo>
                        <a:lnTo>
                          <a:pt x="480" y="1008"/>
                        </a:lnTo>
                        <a:lnTo>
                          <a:pt x="504" y="1056"/>
                        </a:lnTo>
                        <a:lnTo>
                          <a:pt x="552" y="1128"/>
                        </a:lnTo>
                        <a:lnTo>
                          <a:pt x="582" y="1170"/>
                        </a:lnTo>
                        <a:lnTo>
                          <a:pt x="606" y="1206"/>
                        </a:lnTo>
                        <a:lnTo>
                          <a:pt x="618" y="1236"/>
                        </a:lnTo>
                        <a:lnTo>
                          <a:pt x="618" y="1266"/>
                        </a:lnTo>
                        <a:lnTo>
                          <a:pt x="612" y="1278"/>
                        </a:lnTo>
                        <a:lnTo>
                          <a:pt x="624" y="1266"/>
                        </a:lnTo>
                        <a:lnTo>
                          <a:pt x="630" y="1254"/>
                        </a:lnTo>
                        <a:lnTo>
                          <a:pt x="636" y="1248"/>
                        </a:lnTo>
                        <a:lnTo>
                          <a:pt x="636" y="1200"/>
                        </a:lnTo>
                        <a:lnTo>
                          <a:pt x="642" y="1188"/>
                        </a:lnTo>
                        <a:lnTo>
                          <a:pt x="648" y="1182"/>
                        </a:lnTo>
                        <a:lnTo>
                          <a:pt x="654" y="1182"/>
                        </a:lnTo>
                        <a:lnTo>
                          <a:pt x="672" y="1200"/>
                        </a:lnTo>
                        <a:lnTo>
                          <a:pt x="696" y="1194"/>
                        </a:lnTo>
                        <a:lnTo>
                          <a:pt x="702" y="1188"/>
                        </a:lnTo>
                        <a:lnTo>
                          <a:pt x="792" y="1188"/>
                        </a:lnTo>
                        <a:lnTo>
                          <a:pt x="804" y="1194"/>
                        </a:lnTo>
                        <a:lnTo>
                          <a:pt x="810" y="1200"/>
                        </a:lnTo>
                        <a:lnTo>
                          <a:pt x="888" y="1200"/>
                        </a:lnTo>
                        <a:lnTo>
                          <a:pt x="894" y="1206"/>
                        </a:lnTo>
                        <a:lnTo>
                          <a:pt x="900" y="1218"/>
                        </a:lnTo>
                        <a:lnTo>
                          <a:pt x="912" y="1224"/>
                        </a:lnTo>
                        <a:lnTo>
                          <a:pt x="924" y="1224"/>
                        </a:lnTo>
                        <a:lnTo>
                          <a:pt x="930" y="1212"/>
                        </a:lnTo>
                        <a:lnTo>
                          <a:pt x="936" y="1206"/>
                        </a:lnTo>
                        <a:lnTo>
                          <a:pt x="936" y="1188"/>
                        </a:lnTo>
                        <a:lnTo>
                          <a:pt x="942" y="1176"/>
                        </a:lnTo>
                        <a:lnTo>
                          <a:pt x="948" y="1170"/>
                        </a:lnTo>
                        <a:lnTo>
                          <a:pt x="954" y="1158"/>
                        </a:lnTo>
                        <a:lnTo>
                          <a:pt x="966" y="1146"/>
                        </a:lnTo>
                        <a:lnTo>
                          <a:pt x="972" y="1134"/>
                        </a:lnTo>
                        <a:lnTo>
                          <a:pt x="990" y="1116"/>
                        </a:lnTo>
                        <a:lnTo>
                          <a:pt x="1020" y="1098"/>
                        </a:lnTo>
                        <a:lnTo>
                          <a:pt x="1050" y="1092"/>
                        </a:lnTo>
                        <a:lnTo>
                          <a:pt x="1068" y="1086"/>
                        </a:lnTo>
                        <a:lnTo>
                          <a:pt x="1092" y="1086"/>
                        </a:lnTo>
                        <a:lnTo>
                          <a:pt x="1140" y="1080"/>
                        </a:lnTo>
                        <a:lnTo>
                          <a:pt x="1188" y="1068"/>
                        </a:lnTo>
                        <a:lnTo>
                          <a:pt x="1230" y="1062"/>
                        </a:lnTo>
                        <a:lnTo>
                          <a:pt x="1248" y="1062"/>
                        </a:lnTo>
                        <a:lnTo>
                          <a:pt x="1452" y="990"/>
                        </a:lnTo>
                        <a:lnTo>
                          <a:pt x="1488" y="816"/>
                        </a:lnTo>
                        <a:lnTo>
                          <a:pt x="1482" y="810"/>
                        </a:lnTo>
                        <a:lnTo>
                          <a:pt x="1470" y="804"/>
                        </a:lnTo>
                        <a:lnTo>
                          <a:pt x="1464" y="798"/>
                        </a:lnTo>
                        <a:lnTo>
                          <a:pt x="1464" y="79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69" name="Rwanda" descr="© INSCALE GmbH, 05.05.2010&#10;http://www.presentationload.com/">
                    <a:extLst>
                      <a:ext uri="{FF2B5EF4-FFF2-40B4-BE49-F238E27FC236}">
                        <a16:creationId xmlns:a16="http://schemas.microsoft.com/office/drawing/2014/main" id="{B143BBDB-0CA9-7B17-20AD-D7BC99E8C2A4}"/>
                      </a:ext>
                    </a:extLst>
                  </p:cNvPr>
                  <p:cNvSpPr>
                    <a:spLocks/>
                  </p:cNvSpPr>
                  <p:nvPr/>
                </p:nvSpPr>
                <p:spPr bwMode="gray">
                  <a:xfrm>
                    <a:off x="3175" y="2589"/>
                    <a:ext cx="38" cy="38"/>
                  </a:xfrm>
                  <a:custGeom>
                    <a:avLst/>
                    <a:gdLst>
                      <a:gd name="T0" fmla="*/ 2147483647 w 150"/>
                      <a:gd name="T1" fmla="*/ 2147483647 h 150"/>
                      <a:gd name="T2" fmla="*/ 2147483647 w 150"/>
                      <a:gd name="T3" fmla="*/ 2147483647 h 150"/>
                      <a:gd name="T4" fmla="*/ 2147483647 w 150"/>
                      <a:gd name="T5" fmla="*/ 2147483647 h 150"/>
                      <a:gd name="T6" fmla="*/ 2147483647 w 150"/>
                      <a:gd name="T7" fmla="*/ 2147483647 h 150"/>
                      <a:gd name="T8" fmla="*/ 2147483647 w 150"/>
                      <a:gd name="T9" fmla="*/ 2147483647 h 150"/>
                      <a:gd name="T10" fmla="*/ 2147483647 w 150"/>
                      <a:gd name="T11" fmla="*/ 2147483647 h 150"/>
                      <a:gd name="T12" fmla="*/ 2147483647 w 150"/>
                      <a:gd name="T13" fmla="*/ 2147483647 h 150"/>
                      <a:gd name="T14" fmla="*/ 2147483647 w 150"/>
                      <a:gd name="T15" fmla="*/ 2147483647 h 150"/>
                      <a:gd name="T16" fmla="*/ 2147483647 w 150"/>
                      <a:gd name="T17" fmla="*/ 2147483647 h 150"/>
                      <a:gd name="T18" fmla="*/ 2147483647 w 150"/>
                      <a:gd name="T19" fmla="*/ 2147483647 h 150"/>
                      <a:gd name="T20" fmla="*/ 2147483647 w 150"/>
                      <a:gd name="T21" fmla="*/ 2147483647 h 150"/>
                      <a:gd name="T22" fmla="*/ 2147483647 w 150"/>
                      <a:gd name="T23" fmla="*/ 2147483647 h 150"/>
                      <a:gd name="T24" fmla="*/ 2147483647 w 150"/>
                      <a:gd name="T25" fmla="*/ 2147483647 h 150"/>
                      <a:gd name="T26" fmla="*/ 2147483647 w 150"/>
                      <a:gd name="T27" fmla="*/ 0 h 150"/>
                      <a:gd name="T28" fmla="*/ 2147483647 w 150"/>
                      <a:gd name="T29" fmla="*/ 2147483647 h 150"/>
                      <a:gd name="T30" fmla="*/ 2147483647 w 150"/>
                      <a:gd name="T31" fmla="*/ 2147483647 h 150"/>
                      <a:gd name="T32" fmla="*/ 2147483647 w 150"/>
                      <a:gd name="T33" fmla="*/ 2147483647 h 150"/>
                      <a:gd name="T34" fmla="*/ 2147483647 w 150"/>
                      <a:gd name="T35" fmla="*/ 2147483647 h 150"/>
                      <a:gd name="T36" fmla="*/ 2147483647 w 150"/>
                      <a:gd name="T37" fmla="*/ 2147483647 h 150"/>
                      <a:gd name="T38" fmla="*/ 2147483647 w 150"/>
                      <a:gd name="T39" fmla="*/ 2147483647 h 150"/>
                      <a:gd name="T40" fmla="*/ 2147483647 w 150"/>
                      <a:gd name="T41" fmla="*/ 2147483647 h 150"/>
                      <a:gd name="T42" fmla="*/ 2147483647 w 150"/>
                      <a:gd name="T43" fmla="*/ 2147483647 h 150"/>
                      <a:gd name="T44" fmla="*/ 2147483647 w 150"/>
                      <a:gd name="T45" fmla="*/ 2147483647 h 150"/>
                      <a:gd name="T46" fmla="*/ 2147483647 w 150"/>
                      <a:gd name="T47" fmla="*/ 2147483647 h 150"/>
                      <a:gd name="T48" fmla="*/ 2147483647 w 150"/>
                      <a:gd name="T49" fmla="*/ 2147483647 h 150"/>
                      <a:gd name="T50" fmla="*/ 2147483647 w 150"/>
                      <a:gd name="T51" fmla="*/ 2147483647 h 150"/>
                      <a:gd name="T52" fmla="*/ 2147483647 w 150"/>
                      <a:gd name="T53" fmla="*/ 2147483647 h 150"/>
                      <a:gd name="T54" fmla="*/ 2147483647 w 150"/>
                      <a:gd name="T55" fmla="*/ 2147483647 h 150"/>
                      <a:gd name="T56" fmla="*/ 2147483647 w 150"/>
                      <a:gd name="T57" fmla="*/ 2147483647 h 150"/>
                      <a:gd name="T58" fmla="*/ 2147483647 w 150"/>
                      <a:gd name="T59" fmla="*/ 2147483647 h 150"/>
                      <a:gd name="T60" fmla="*/ 0 w 150"/>
                      <a:gd name="T61" fmla="*/ 2147483647 h 150"/>
                      <a:gd name="T62" fmla="*/ 0 w 150"/>
                      <a:gd name="T63" fmla="*/ 2147483647 h 150"/>
                      <a:gd name="T64" fmla="*/ 2147483647 w 150"/>
                      <a:gd name="T65" fmla="*/ 2147483647 h 150"/>
                      <a:gd name="T66" fmla="*/ 2147483647 w 150"/>
                      <a:gd name="T67" fmla="*/ 2147483647 h 150"/>
                      <a:gd name="T68" fmla="*/ 2147483647 w 150"/>
                      <a:gd name="T69" fmla="*/ 2147483647 h 150"/>
                      <a:gd name="T70" fmla="*/ 2147483647 w 150"/>
                      <a:gd name="T71" fmla="*/ 2147483647 h 150"/>
                      <a:gd name="T72" fmla="*/ 2147483647 w 150"/>
                      <a:gd name="T73" fmla="*/ 2147483647 h 150"/>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50"/>
                      <a:gd name="T112" fmla="*/ 0 h 150"/>
                      <a:gd name="T113" fmla="*/ 150 w 150"/>
                      <a:gd name="T114" fmla="*/ 150 h 150"/>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50" h="150">
                        <a:moveTo>
                          <a:pt x="48" y="150"/>
                        </a:moveTo>
                        <a:lnTo>
                          <a:pt x="54" y="150"/>
                        </a:lnTo>
                        <a:lnTo>
                          <a:pt x="60" y="144"/>
                        </a:lnTo>
                        <a:lnTo>
                          <a:pt x="72" y="138"/>
                        </a:lnTo>
                        <a:lnTo>
                          <a:pt x="78" y="114"/>
                        </a:lnTo>
                        <a:lnTo>
                          <a:pt x="138" y="114"/>
                        </a:lnTo>
                        <a:lnTo>
                          <a:pt x="150" y="102"/>
                        </a:lnTo>
                        <a:lnTo>
                          <a:pt x="150" y="72"/>
                        </a:lnTo>
                        <a:lnTo>
                          <a:pt x="144" y="66"/>
                        </a:lnTo>
                        <a:lnTo>
                          <a:pt x="144" y="48"/>
                        </a:lnTo>
                        <a:lnTo>
                          <a:pt x="138" y="42"/>
                        </a:lnTo>
                        <a:lnTo>
                          <a:pt x="132" y="30"/>
                        </a:lnTo>
                        <a:lnTo>
                          <a:pt x="126" y="24"/>
                        </a:lnTo>
                        <a:lnTo>
                          <a:pt x="132" y="0"/>
                        </a:lnTo>
                        <a:lnTo>
                          <a:pt x="108" y="6"/>
                        </a:lnTo>
                        <a:lnTo>
                          <a:pt x="108" y="12"/>
                        </a:lnTo>
                        <a:lnTo>
                          <a:pt x="102" y="18"/>
                        </a:lnTo>
                        <a:lnTo>
                          <a:pt x="90" y="42"/>
                        </a:lnTo>
                        <a:lnTo>
                          <a:pt x="84" y="42"/>
                        </a:lnTo>
                        <a:lnTo>
                          <a:pt x="72" y="30"/>
                        </a:lnTo>
                        <a:lnTo>
                          <a:pt x="54" y="30"/>
                        </a:lnTo>
                        <a:lnTo>
                          <a:pt x="48" y="36"/>
                        </a:lnTo>
                        <a:lnTo>
                          <a:pt x="24" y="48"/>
                        </a:lnTo>
                        <a:lnTo>
                          <a:pt x="18" y="54"/>
                        </a:lnTo>
                        <a:lnTo>
                          <a:pt x="18" y="60"/>
                        </a:lnTo>
                        <a:lnTo>
                          <a:pt x="24" y="72"/>
                        </a:lnTo>
                        <a:lnTo>
                          <a:pt x="30" y="78"/>
                        </a:lnTo>
                        <a:lnTo>
                          <a:pt x="30" y="90"/>
                        </a:lnTo>
                        <a:lnTo>
                          <a:pt x="18" y="102"/>
                        </a:lnTo>
                        <a:lnTo>
                          <a:pt x="6" y="108"/>
                        </a:lnTo>
                        <a:lnTo>
                          <a:pt x="0" y="120"/>
                        </a:lnTo>
                        <a:lnTo>
                          <a:pt x="0" y="126"/>
                        </a:lnTo>
                        <a:lnTo>
                          <a:pt x="6" y="132"/>
                        </a:lnTo>
                        <a:lnTo>
                          <a:pt x="30" y="132"/>
                        </a:lnTo>
                        <a:lnTo>
                          <a:pt x="36" y="144"/>
                        </a:lnTo>
                        <a:lnTo>
                          <a:pt x="42" y="150"/>
                        </a:lnTo>
                        <a:lnTo>
                          <a:pt x="48" y="15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70" name="Qatar" descr="© INSCALE GmbH, 05.05.2010&#10;http://www.presentationload.com/">
                    <a:extLst>
                      <a:ext uri="{FF2B5EF4-FFF2-40B4-BE49-F238E27FC236}">
                        <a16:creationId xmlns:a16="http://schemas.microsoft.com/office/drawing/2014/main" id="{79B4E28F-5075-64AE-8E4B-D399C97FC9CA}"/>
                      </a:ext>
                    </a:extLst>
                  </p:cNvPr>
                  <p:cNvSpPr>
                    <a:spLocks/>
                  </p:cNvSpPr>
                  <p:nvPr/>
                </p:nvSpPr>
                <p:spPr bwMode="gray">
                  <a:xfrm>
                    <a:off x="3555" y="2032"/>
                    <a:ext cx="16" cy="37"/>
                  </a:xfrm>
                  <a:custGeom>
                    <a:avLst/>
                    <a:gdLst>
                      <a:gd name="T0" fmla="*/ 2147483647 w 66"/>
                      <a:gd name="T1" fmla="*/ 2147483647 h 144"/>
                      <a:gd name="T2" fmla="*/ 2147483647 w 66"/>
                      <a:gd name="T3" fmla="*/ 2147483647 h 144"/>
                      <a:gd name="T4" fmla="*/ 2147483647 w 66"/>
                      <a:gd name="T5" fmla="*/ 2147483647 h 144"/>
                      <a:gd name="T6" fmla="*/ 2147483647 w 66"/>
                      <a:gd name="T7" fmla="*/ 2147483647 h 144"/>
                      <a:gd name="T8" fmla="*/ 2147483647 w 66"/>
                      <a:gd name="T9" fmla="*/ 2147483647 h 144"/>
                      <a:gd name="T10" fmla="*/ 2147483647 w 66"/>
                      <a:gd name="T11" fmla="*/ 2147483647 h 144"/>
                      <a:gd name="T12" fmla="*/ 2147483647 w 66"/>
                      <a:gd name="T13" fmla="*/ 2147483647 h 144"/>
                      <a:gd name="T14" fmla="*/ 2147483647 w 66"/>
                      <a:gd name="T15" fmla="*/ 2147483647 h 144"/>
                      <a:gd name="T16" fmla="*/ 2147483647 w 66"/>
                      <a:gd name="T17" fmla="*/ 2147483647 h 144"/>
                      <a:gd name="T18" fmla="*/ 2147483647 w 66"/>
                      <a:gd name="T19" fmla="*/ 0 h 144"/>
                      <a:gd name="T20" fmla="*/ 2147483647 w 66"/>
                      <a:gd name="T21" fmla="*/ 0 h 144"/>
                      <a:gd name="T22" fmla="*/ 2147483647 w 66"/>
                      <a:gd name="T23" fmla="*/ 2147483647 h 144"/>
                      <a:gd name="T24" fmla="*/ 2147483647 w 66"/>
                      <a:gd name="T25" fmla="*/ 2147483647 h 144"/>
                      <a:gd name="T26" fmla="*/ 2147483647 w 66"/>
                      <a:gd name="T27" fmla="*/ 2147483647 h 144"/>
                      <a:gd name="T28" fmla="*/ 2147483647 w 66"/>
                      <a:gd name="T29" fmla="*/ 2147483647 h 144"/>
                      <a:gd name="T30" fmla="*/ 0 w 66"/>
                      <a:gd name="T31" fmla="*/ 2147483647 h 144"/>
                      <a:gd name="T32" fmla="*/ 2147483647 w 66"/>
                      <a:gd name="T33" fmla="*/ 2147483647 h 144"/>
                      <a:gd name="T34" fmla="*/ 2147483647 w 66"/>
                      <a:gd name="T35" fmla="*/ 2147483647 h 144"/>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66"/>
                      <a:gd name="T55" fmla="*/ 0 h 144"/>
                      <a:gd name="T56" fmla="*/ 66 w 66"/>
                      <a:gd name="T57" fmla="*/ 144 h 144"/>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66" h="144">
                        <a:moveTo>
                          <a:pt x="24" y="132"/>
                        </a:moveTo>
                        <a:lnTo>
                          <a:pt x="36" y="144"/>
                        </a:lnTo>
                        <a:lnTo>
                          <a:pt x="48" y="132"/>
                        </a:lnTo>
                        <a:lnTo>
                          <a:pt x="54" y="114"/>
                        </a:lnTo>
                        <a:lnTo>
                          <a:pt x="60" y="102"/>
                        </a:lnTo>
                        <a:lnTo>
                          <a:pt x="66" y="84"/>
                        </a:lnTo>
                        <a:lnTo>
                          <a:pt x="66" y="30"/>
                        </a:lnTo>
                        <a:lnTo>
                          <a:pt x="54" y="18"/>
                        </a:lnTo>
                        <a:lnTo>
                          <a:pt x="48" y="6"/>
                        </a:lnTo>
                        <a:lnTo>
                          <a:pt x="36" y="0"/>
                        </a:lnTo>
                        <a:lnTo>
                          <a:pt x="30" y="0"/>
                        </a:lnTo>
                        <a:lnTo>
                          <a:pt x="24" y="6"/>
                        </a:lnTo>
                        <a:lnTo>
                          <a:pt x="18" y="18"/>
                        </a:lnTo>
                        <a:lnTo>
                          <a:pt x="12" y="36"/>
                        </a:lnTo>
                        <a:lnTo>
                          <a:pt x="12" y="108"/>
                        </a:lnTo>
                        <a:lnTo>
                          <a:pt x="0" y="120"/>
                        </a:lnTo>
                        <a:lnTo>
                          <a:pt x="6" y="132"/>
                        </a:lnTo>
                        <a:lnTo>
                          <a:pt x="24" y="13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71" name="Oman" descr="© INSCALE GmbH, 05.05.2010&#10;http://www.presentationload.com/">
                    <a:extLst>
                      <a:ext uri="{FF2B5EF4-FFF2-40B4-BE49-F238E27FC236}">
                        <a16:creationId xmlns:a16="http://schemas.microsoft.com/office/drawing/2014/main" id="{1F0E29E6-A866-FC34-36DE-B5E3FE9AECA3}"/>
                      </a:ext>
                    </a:extLst>
                  </p:cNvPr>
                  <p:cNvSpPr>
                    <a:spLocks/>
                  </p:cNvSpPr>
                  <p:nvPr/>
                </p:nvSpPr>
                <p:spPr bwMode="gray">
                  <a:xfrm>
                    <a:off x="3582" y="2057"/>
                    <a:ext cx="137" cy="170"/>
                  </a:xfrm>
                  <a:custGeom>
                    <a:avLst/>
                    <a:gdLst>
                      <a:gd name="T0" fmla="*/ 2147483647 w 540"/>
                      <a:gd name="T1" fmla="*/ 2147483647 h 672"/>
                      <a:gd name="T2" fmla="*/ 2147483647 w 540"/>
                      <a:gd name="T3" fmla="*/ 2147483647 h 672"/>
                      <a:gd name="T4" fmla="*/ 2147483647 w 540"/>
                      <a:gd name="T5" fmla="*/ 2147483647 h 672"/>
                      <a:gd name="T6" fmla="*/ 2147483647 w 540"/>
                      <a:gd name="T7" fmla="*/ 2147483647 h 672"/>
                      <a:gd name="T8" fmla="*/ 2147483647 w 540"/>
                      <a:gd name="T9" fmla="*/ 2147483647 h 672"/>
                      <a:gd name="T10" fmla="*/ 2147483647 w 540"/>
                      <a:gd name="T11" fmla="*/ 2147483647 h 672"/>
                      <a:gd name="T12" fmla="*/ 2147483647 w 540"/>
                      <a:gd name="T13" fmla="*/ 2147483647 h 672"/>
                      <a:gd name="T14" fmla="*/ 2147483647 w 540"/>
                      <a:gd name="T15" fmla="*/ 2147483647 h 672"/>
                      <a:gd name="T16" fmla="*/ 2147483647 w 540"/>
                      <a:gd name="T17" fmla="*/ 2147483647 h 672"/>
                      <a:gd name="T18" fmla="*/ 2147483647 w 540"/>
                      <a:gd name="T19" fmla="*/ 2147483647 h 672"/>
                      <a:gd name="T20" fmla="*/ 2147483647 w 540"/>
                      <a:gd name="T21" fmla="*/ 2147483647 h 672"/>
                      <a:gd name="T22" fmla="*/ 2147483647 w 540"/>
                      <a:gd name="T23" fmla="*/ 2147483647 h 672"/>
                      <a:gd name="T24" fmla="*/ 2147483647 w 540"/>
                      <a:gd name="T25" fmla="*/ 2147483647 h 672"/>
                      <a:gd name="T26" fmla="*/ 2147483647 w 540"/>
                      <a:gd name="T27" fmla="*/ 2147483647 h 672"/>
                      <a:gd name="T28" fmla="*/ 2147483647 w 540"/>
                      <a:gd name="T29" fmla="*/ 2147483647 h 672"/>
                      <a:gd name="T30" fmla="*/ 2147483647 w 540"/>
                      <a:gd name="T31" fmla="*/ 2147483647 h 672"/>
                      <a:gd name="T32" fmla="*/ 2147483647 w 540"/>
                      <a:gd name="T33" fmla="*/ 2147483647 h 672"/>
                      <a:gd name="T34" fmla="*/ 2147483647 w 540"/>
                      <a:gd name="T35" fmla="*/ 2147483647 h 672"/>
                      <a:gd name="T36" fmla="*/ 2147483647 w 540"/>
                      <a:gd name="T37" fmla="*/ 2147483647 h 672"/>
                      <a:gd name="T38" fmla="*/ 2147483647 w 540"/>
                      <a:gd name="T39" fmla="*/ 2147483647 h 672"/>
                      <a:gd name="T40" fmla="*/ 2147483647 w 540"/>
                      <a:gd name="T41" fmla="*/ 2147483647 h 672"/>
                      <a:gd name="T42" fmla="*/ 2147483647 w 540"/>
                      <a:gd name="T43" fmla="*/ 2147483647 h 672"/>
                      <a:gd name="T44" fmla="*/ 2147483647 w 540"/>
                      <a:gd name="T45" fmla="*/ 2147483647 h 672"/>
                      <a:gd name="T46" fmla="*/ 2147483647 w 540"/>
                      <a:gd name="T47" fmla="*/ 2147483647 h 672"/>
                      <a:gd name="T48" fmla="*/ 2147483647 w 540"/>
                      <a:gd name="T49" fmla="*/ 2147483647 h 672"/>
                      <a:gd name="T50" fmla="*/ 2147483647 w 540"/>
                      <a:gd name="T51" fmla="*/ 0 h 672"/>
                      <a:gd name="T52" fmla="*/ 2147483647 w 540"/>
                      <a:gd name="T53" fmla="*/ 2147483647 h 672"/>
                      <a:gd name="T54" fmla="*/ 2147483647 w 540"/>
                      <a:gd name="T55" fmla="*/ 2147483647 h 672"/>
                      <a:gd name="T56" fmla="*/ 2147483647 w 540"/>
                      <a:gd name="T57" fmla="*/ 2147483647 h 672"/>
                      <a:gd name="T58" fmla="*/ 2147483647 w 540"/>
                      <a:gd name="T59" fmla="*/ 2147483647 h 672"/>
                      <a:gd name="T60" fmla="*/ 2147483647 w 540"/>
                      <a:gd name="T61" fmla="*/ 2147483647 h 672"/>
                      <a:gd name="T62" fmla="*/ 2147483647 w 540"/>
                      <a:gd name="T63" fmla="*/ 2147483647 h 672"/>
                      <a:gd name="T64" fmla="*/ 2147483647 w 540"/>
                      <a:gd name="T65" fmla="*/ 2147483647 h 672"/>
                      <a:gd name="T66" fmla="*/ 2147483647 w 540"/>
                      <a:gd name="T67" fmla="*/ 2147483647 h 672"/>
                      <a:gd name="T68" fmla="*/ 2147483647 w 540"/>
                      <a:gd name="T69" fmla="*/ 2147483647 h 672"/>
                      <a:gd name="T70" fmla="*/ 2147483647 w 540"/>
                      <a:gd name="T71" fmla="*/ 2147483647 h 672"/>
                      <a:gd name="T72" fmla="*/ 2147483647 w 540"/>
                      <a:gd name="T73" fmla="*/ 2147483647 h 672"/>
                      <a:gd name="T74" fmla="*/ 2147483647 w 540"/>
                      <a:gd name="T75" fmla="*/ 2147483647 h 672"/>
                      <a:gd name="T76" fmla="*/ 2147483647 w 540"/>
                      <a:gd name="T77" fmla="*/ 2147483647 h 672"/>
                      <a:gd name="T78" fmla="*/ 2147483647 w 540"/>
                      <a:gd name="T79" fmla="*/ 2147483647 h 672"/>
                      <a:gd name="T80" fmla="*/ 2147483647 w 540"/>
                      <a:gd name="T81" fmla="*/ 2147483647 h 672"/>
                      <a:gd name="T82" fmla="*/ 2147483647 w 540"/>
                      <a:gd name="T83" fmla="*/ 2147483647 h 672"/>
                      <a:gd name="T84" fmla="*/ 2147483647 w 540"/>
                      <a:gd name="T85" fmla="*/ 2147483647 h 672"/>
                      <a:gd name="T86" fmla="*/ 2147483647 w 540"/>
                      <a:gd name="T87" fmla="*/ 2147483647 h 672"/>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540"/>
                      <a:gd name="T133" fmla="*/ 0 h 672"/>
                      <a:gd name="T134" fmla="*/ 540 w 540"/>
                      <a:gd name="T135" fmla="*/ 672 h 672"/>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540" h="672">
                        <a:moveTo>
                          <a:pt x="258" y="564"/>
                        </a:moveTo>
                        <a:lnTo>
                          <a:pt x="276" y="564"/>
                        </a:lnTo>
                        <a:lnTo>
                          <a:pt x="288" y="558"/>
                        </a:lnTo>
                        <a:lnTo>
                          <a:pt x="306" y="552"/>
                        </a:lnTo>
                        <a:lnTo>
                          <a:pt x="330" y="540"/>
                        </a:lnTo>
                        <a:lnTo>
                          <a:pt x="336" y="528"/>
                        </a:lnTo>
                        <a:lnTo>
                          <a:pt x="342" y="510"/>
                        </a:lnTo>
                        <a:lnTo>
                          <a:pt x="342" y="498"/>
                        </a:lnTo>
                        <a:lnTo>
                          <a:pt x="348" y="498"/>
                        </a:lnTo>
                        <a:lnTo>
                          <a:pt x="354" y="492"/>
                        </a:lnTo>
                        <a:lnTo>
                          <a:pt x="366" y="486"/>
                        </a:lnTo>
                        <a:lnTo>
                          <a:pt x="384" y="480"/>
                        </a:lnTo>
                        <a:lnTo>
                          <a:pt x="408" y="456"/>
                        </a:lnTo>
                        <a:lnTo>
                          <a:pt x="414" y="444"/>
                        </a:lnTo>
                        <a:lnTo>
                          <a:pt x="414" y="426"/>
                        </a:lnTo>
                        <a:lnTo>
                          <a:pt x="420" y="408"/>
                        </a:lnTo>
                        <a:lnTo>
                          <a:pt x="420" y="378"/>
                        </a:lnTo>
                        <a:lnTo>
                          <a:pt x="426" y="372"/>
                        </a:lnTo>
                        <a:lnTo>
                          <a:pt x="432" y="372"/>
                        </a:lnTo>
                        <a:lnTo>
                          <a:pt x="444" y="378"/>
                        </a:lnTo>
                        <a:lnTo>
                          <a:pt x="450" y="384"/>
                        </a:lnTo>
                        <a:lnTo>
                          <a:pt x="462" y="384"/>
                        </a:lnTo>
                        <a:lnTo>
                          <a:pt x="468" y="378"/>
                        </a:lnTo>
                        <a:lnTo>
                          <a:pt x="480" y="354"/>
                        </a:lnTo>
                        <a:lnTo>
                          <a:pt x="480" y="330"/>
                        </a:lnTo>
                        <a:lnTo>
                          <a:pt x="534" y="276"/>
                        </a:lnTo>
                        <a:lnTo>
                          <a:pt x="534" y="264"/>
                        </a:lnTo>
                        <a:lnTo>
                          <a:pt x="540" y="252"/>
                        </a:lnTo>
                        <a:lnTo>
                          <a:pt x="540" y="204"/>
                        </a:lnTo>
                        <a:lnTo>
                          <a:pt x="528" y="192"/>
                        </a:lnTo>
                        <a:lnTo>
                          <a:pt x="510" y="192"/>
                        </a:lnTo>
                        <a:lnTo>
                          <a:pt x="510" y="186"/>
                        </a:lnTo>
                        <a:lnTo>
                          <a:pt x="492" y="168"/>
                        </a:lnTo>
                        <a:lnTo>
                          <a:pt x="486" y="150"/>
                        </a:lnTo>
                        <a:lnTo>
                          <a:pt x="462" y="126"/>
                        </a:lnTo>
                        <a:lnTo>
                          <a:pt x="456" y="114"/>
                        </a:lnTo>
                        <a:lnTo>
                          <a:pt x="432" y="96"/>
                        </a:lnTo>
                        <a:lnTo>
                          <a:pt x="396" y="84"/>
                        </a:lnTo>
                        <a:lnTo>
                          <a:pt x="366" y="78"/>
                        </a:lnTo>
                        <a:lnTo>
                          <a:pt x="348" y="78"/>
                        </a:lnTo>
                        <a:lnTo>
                          <a:pt x="342" y="72"/>
                        </a:lnTo>
                        <a:lnTo>
                          <a:pt x="330" y="72"/>
                        </a:lnTo>
                        <a:lnTo>
                          <a:pt x="318" y="60"/>
                        </a:lnTo>
                        <a:lnTo>
                          <a:pt x="294" y="48"/>
                        </a:lnTo>
                        <a:lnTo>
                          <a:pt x="288" y="36"/>
                        </a:lnTo>
                        <a:lnTo>
                          <a:pt x="288" y="30"/>
                        </a:lnTo>
                        <a:lnTo>
                          <a:pt x="282" y="18"/>
                        </a:lnTo>
                        <a:lnTo>
                          <a:pt x="276" y="12"/>
                        </a:lnTo>
                        <a:lnTo>
                          <a:pt x="252" y="18"/>
                        </a:lnTo>
                        <a:lnTo>
                          <a:pt x="246" y="6"/>
                        </a:lnTo>
                        <a:lnTo>
                          <a:pt x="246" y="0"/>
                        </a:lnTo>
                        <a:lnTo>
                          <a:pt x="240" y="0"/>
                        </a:lnTo>
                        <a:lnTo>
                          <a:pt x="234" y="6"/>
                        </a:lnTo>
                        <a:lnTo>
                          <a:pt x="234" y="12"/>
                        </a:lnTo>
                        <a:lnTo>
                          <a:pt x="228" y="24"/>
                        </a:lnTo>
                        <a:lnTo>
                          <a:pt x="228" y="54"/>
                        </a:lnTo>
                        <a:lnTo>
                          <a:pt x="246" y="72"/>
                        </a:lnTo>
                        <a:lnTo>
                          <a:pt x="246" y="78"/>
                        </a:lnTo>
                        <a:lnTo>
                          <a:pt x="240" y="78"/>
                        </a:lnTo>
                        <a:lnTo>
                          <a:pt x="240" y="72"/>
                        </a:lnTo>
                        <a:lnTo>
                          <a:pt x="228" y="72"/>
                        </a:lnTo>
                        <a:lnTo>
                          <a:pt x="228" y="78"/>
                        </a:lnTo>
                        <a:lnTo>
                          <a:pt x="222" y="84"/>
                        </a:lnTo>
                        <a:lnTo>
                          <a:pt x="222" y="96"/>
                        </a:lnTo>
                        <a:lnTo>
                          <a:pt x="216" y="108"/>
                        </a:lnTo>
                        <a:lnTo>
                          <a:pt x="216" y="120"/>
                        </a:lnTo>
                        <a:lnTo>
                          <a:pt x="210" y="132"/>
                        </a:lnTo>
                        <a:lnTo>
                          <a:pt x="204" y="138"/>
                        </a:lnTo>
                        <a:lnTo>
                          <a:pt x="198" y="150"/>
                        </a:lnTo>
                        <a:lnTo>
                          <a:pt x="192" y="156"/>
                        </a:lnTo>
                        <a:lnTo>
                          <a:pt x="192" y="168"/>
                        </a:lnTo>
                        <a:lnTo>
                          <a:pt x="210" y="204"/>
                        </a:lnTo>
                        <a:lnTo>
                          <a:pt x="216" y="210"/>
                        </a:lnTo>
                        <a:lnTo>
                          <a:pt x="216" y="222"/>
                        </a:lnTo>
                        <a:lnTo>
                          <a:pt x="222" y="228"/>
                        </a:lnTo>
                        <a:lnTo>
                          <a:pt x="234" y="234"/>
                        </a:lnTo>
                        <a:lnTo>
                          <a:pt x="240" y="240"/>
                        </a:lnTo>
                        <a:lnTo>
                          <a:pt x="204" y="414"/>
                        </a:lnTo>
                        <a:lnTo>
                          <a:pt x="0" y="486"/>
                        </a:lnTo>
                        <a:lnTo>
                          <a:pt x="84" y="672"/>
                        </a:lnTo>
                        <a:lnTo>
                          <a:pt x="114" y="660"/>
                        </a:lnTo>
                        <a:lnTo>
                          <a:pt x="198" y="636"/>
                        </a:lnTo>
                        <a:lnTo>
                          <a:pt x="228" y="624"/>
                        </a:lnTo>
                        <a:lnTo>
                          <a:pt x="246" y="618"/>
                        </a:lnTo>
                        <a:lnTo>
                          <a:pt x="252" y="606"/>
                        </a:lnTo>
                        <a:lnTo>
                          <a:pt x="252" y="594"/>
                        </a:lnTo>
                        <a:lnTo>
                          <a:pt x="258" y="582"/>
                        </a:lnTo>
                        <a:lnTo>
                          <a:pt x="258" y="56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72" name="Nigeria" descr="© INSCALE GmbH, 05.05.2010&#10;http://www.presentationload.com/">
                    <a:extLst>
                      <a:ext uri="{FF2B5EF4-FFF2-40B4-BE49-F238E27FC236}">
                        <a16:creationId xmlns:a16="http://schemas.microsoft.com/office/drawing/2014/main" id="{C4A0344D-A5D4-0251-6B93-2B03737DBCFD}"/>
                      </a:ext>
                    </a:extLst>
                  </p:cNvPr>
                  <p:cNvSpPr>
                    <a:spLocks/>
                  </p:cNvSpPr>
                  <p:nvPr/>
                </p:nvSpPr>
                <p:spPr bwMode="gray">
                  <a:xfrm>
                    <a:off x="2705" y="2285"/>
                    <a:ext cx="212" cy="195"/>
                  </a:xfrm>
                  <a:custGeom>
                    <a:avLst/>
                    <a:gdLst>
                      <a:gd name="T0" fmla="*/ 2147483647 w 840"/>
                      <a:gd name="T1" fmla="*/ 2147483647 h 768"/>
                      <a:gd name="T2" fmla="*/ 2147483647 w 840"/>
                      <a:gd name="T3" fmla="*/ 2147483647 h 768"/>
                      <a:gd name="T4" fmla="*/ 2147483647 w 840"/>
                      <a:gd name="T5" fmla="*/ 2147483647 h 768"/>
                      <a:gd name="T6" fmla="*/ 2147483647 w 840"/>
                      <a:gd name="T7" fmla="*/ 2147483647 h 768"/>
                      <a:gd name="T8" fmla="*/ 2147483647 w 840"/>
                      <a:gd name="T9" fmla="*/ 2147483647 h 768"/>
                      <a:gd name="T10" fmla="*/ 2147483647 w 840"/>
                      <a:gd name="T11" fmla="*/ 2147483647 h 768"/>
                      <a:gd name="T12" fmla="*/ 2147483647 w 840"/>
                      <a:gd name="T13" fmla="*/ 2147483647 h 768"/>
                      <a:gd name="T14" fmla="*/ 2147483647 w 840"/>
                      <a:gd name="T15" fmla="*/ 2147483647 h 768"/>
                      <a:gd name="T16" fmla="*/ 2147483647 w 840"/>
                      <a:gd name="T17" fmla="*/ 2147483647 h 768"/>
                      <a:gd name="T18" fmla="*/ 2147483647 w 840"/>
                      <a:gd name="T19" fmla="*/ 2147483647 h 768"/>
                      <a:gd name="T20" fmla="*/ 2147483647 w 840"/>
                      <a:gd name="T21" fmla="*/ 2147483647 h 768"/>
                      <a:gd name="T22" fmla="*/ 2147483647 w 840"/>
                      <a:gd name="T23" fmla="*/ 2147483647 h 768"/>
                      <a:gd name="T24" fmla="*/ 2147483647 w 840"/>
                      <a:gd name="T25" fmla="*/ 2147483647 h 768"/>
                      <a:gd name="T26" fmla="*/ 2147483647 w 840"/>
                      <a:gd name="T27" fmla="*/ 2147483647 h 768"/>
                      <a:gd name="T28" fmla="*/ 2147483647 w 840"/>
                      <a:gd name="T29" fmla="*/ 2147483647 h 768"/>
                      <a:gd name="T30" fmla="*/ 2147483647 w 840"/>
                      <a:gd name="T31" fmla="*/ 2147483647 h 768"/>
                      <a:gd name="T32" fmla="*/ 2147483647 w 840"/>
                      <a:gd name="T33" fmla="*/ 2147483647 h 768"/>
                      <a:gd name="T34" fmla="*/ 2147483647 w 840"/>
                      <a:gd name="T35" fmla="*/ 2147483647 h 768"/>
                      <a:gd name="T36" fmla="*/ 2147483647 w 840"/>
                      <a:gd name="T37" fmla="*/ 2147483647 h 768"/>
                      <a:gd name="T38" fmla="*/ 2147483647 w 840"/>
                      <a:gd name="T39" fmla="*/ 2147483647 h 768"/>
                      <a:gd name="T40" fmla="*/ 2147483647 w 840"/>
                      <a:gd name="T41" fmla="*/ 2147483647 h 768"/>
                      <a:gd name="T42" fmla="*/ 2147483647 w 840"/>
                      <a:gd name="T43" fmla="*/ 2147483647 h 768"/>
                      <a:gd name="T44" fmla="*/ 2147483647 w 840"/>
                      <a:gd name="T45" fmla="*/ 2147483647 h 768"/>
                      <a:gd name="T46" fmla="*/ 2147483647 w 840"/>
                      <a:gd name="T47" fmla="*/ 2147483647 h 768"/>
                      <a:gd name="T48" fmla="*/ 2147483647 w 840"/>
                      <a:gd name="T49" fmla="*/ 2147483647 h 768"/>
                      <a:gd name="T50" fmla="*/ 2147483647 w 840"/>
                      <a:gd name="T51" fmla="*/ 2147483647 h 768"/>
                      <a:gd name="T52" fmla="*/ 2147483647 w 840"/>
                      <a:gd name="T53" fmla="*/ 2147483647 h 768"/>
                      <a:gd name="T54" fmla="*/ 2147483647 w 840"/>
                      <a:gd name="T55" fmla="*/ 2147483647 h 768"/>
                      <a:gd name="T56" fmla="*/ 2147483647 w 840"/>
                      <a:gd name="T57" fmla="*/ 2147483647 h 768"/>
                      <a:gd name="T58" fmla="*/ 2147483647 w 840"/>
                      <a:gd name="T59" fmla="*/ 2147483647 h 768"/>
                      <a:gd name="T60" fmla="*/ 2147483647 w 840"/>
                      <a:gd name="T61" fmla="*/ 2147483647 h 768"/>
                      <a:gd name="T62" fmla="*/ 2147483647 w 840"/>
                      <a:gd name="T63" fmla="*/ 2147483647 h 768"/>
                      <a:gd name="T64" fmla="*/ 2147483647 w 840"/>
                      <a:gd name="T65" fmla="*/ 2147483647 h 768"/>
                      <a:gd name="T66" fmla="*/ 2147483647 w 840"/>
                      <a:gd name="T67" fmla="*/ 2147483647 h 768"/>
                      <a:gd name="T68" fmla="*/ 2147483647 w 840"/>
                      <a:gd name="T69" fmla="*/ 2147483647 h 768"/>
                      <a:gd name="T70" fmla="*/ 2147483647 w 840"/>
                      <a:gd name="T71" fmla="*/ 2147483647 h 768"/>
                      <a:gd name="T72" fmla="*/ 2147483647 w 840"/>
                      <a:gd name="T73" fmla="*/ 2147483647 h 768"/>
                      <a:gd name="T74" fmla="*/ 2147483647 w 840"/>
                      <a:gd name="T75" fmla="*/ 2147483647 h 768"/>
                      <a:gd name="T76" fmla="*/ 2147483647 w 840"/>
                      <a:gd name="T77" fmla="*/ 2147483647 h 768"/>
                      <a:gd name="T78" fmla="*/ 2147483647 w 840"/>
                      <a:gd name="T79" fmla="*/ 2147483647 h 768"/>
                      <a:gd name="T80" fmla="*/ 2147483647 w 840"/>
                      <a:gd name="T81" fmla="*/ 2147483647 h 768"/>
                      <a:gd name="T82" fmla="*/ 2147483647 w 840"/>
                      <a:gd name="T83" fmla="*/ 2147483647 h 768"/>
                      <a:gd name="T84" fmla="*/ 2147483647 w 840"/>
                      <a:gd name="T85" fmla="*/ 2147483647 h 768"/>
                      <a:gd name="T86" fmla="*/ 2147483647 w 840"/>
                      <a:gd name="T87" fmla="*/ 2147483647 h 768"/>
                      <a:gd name="T88" fmla="*/ 2147483647 w 840"/>
                      <a:gd name="T89" fmla="*/ 2147483647 h 768"/>
                      <a:gd name="T90" fmla="*/ 2147483647 w 840"/>
                      <a:gd name="T91" fmla="*/ 2147483647 h 768"/>
                      <a:gd name="T92" fmla="*/ 2147483647 w 840"/>
                      <a:gd name="T93" fmla="*/ 2147483647 h 768"/>
                      <a:gd name="T94" fmla="*/ 2147483647 w 840"/>
                      <a:gd name="T95" fmla="*/ 2147483647 h 768"/>
                      <a:gd name="T96" fmla="*/ 2147483647 w 840"/>
                      <a:gd name="T97" fmla="*/ 2147483647 h 768"/>
                      <a:gd name="T98" fmla="*/ 2147483647 w 840"/>
                      <a:gd name="T99" fmla="*/ 2147483647 h 768"/>
                      <a:gd name="T100" fmla="*/ 2147483647 w 840"/>
                      <a:gd name="T101" fmla="*/ 2147483647 h 768"/>
                      <a:gd name="T102" fmla="*/ 2147483647 w 840"/>
                      <a:gd name="T103" fmla="*/ 2147483647 h 768"/>
                      <a:gd name="T104" fmla="*/ 2147483647 w 840"/>
                      <a:gd name="T105" fmla="*/ 2147483647 h 768"/>
                      <a:gd name="T106" fmla="*/ 2147483647 w 840"/>
                      <a:gd name="T107" fmla="*/ 2147483647 h 768"/>
                      <a:gd name="T108" fmla="*/ 2147483647 w 840"/>
                      <a:gd name="T109" fmla="*/ 2147483647 h 768"/>
                      <a:gd name="T110" fmla="*/ 2147483647 w 840"/>
                      <a:gd name="T111" fmla="*/ 2147483647 h 768"/>
                      <a:gd name="T112" fmla="*/ 2147483647 w 840"/>
                      <a:gd name="T113" fmla="*/ 2147483647 h 768"/>
                      <a:gd name="T114" fmla="*/ 2147483647 w 840"/>
                      <a:gd name="T115" fmla="*/ 2147483647 h 768"/>
                      <a:gd name="T116" fmla="*/ 2147483647 w 840"/>
                      <a:gd name="T117" fmla="*/ 2147483647 h 768"/>
                      <a:gd name="T118" fmla="*/ 2147483647 w 840"/>
                      <a:gd name="T119" fmla="*/ 2147483647 h 76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840"/>
                      <a:gd name="T181" fmla="*/ 0 h 768"/>
                      <a:gd name="T182" fmla="*/ 840 w 840"/>
                      <a:gd name="T183" fmla="*/ 768 h 76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840" h="768">
                        <a:moveTo>
                          <a:pt x="420" y="738"/>
                        </a:moveTo>
                        <a:lnTo>
                          <a:pt x="420" y="732"/>
                        </a:lnTo>
                        <a:lnTo>
                          <a:pt x="426" y="726"/>
                        </a:lnTo>
                        <a:lnTo>
                          <a:pt x="426" y="714"/>
                        </a:lnTo>
                        <a:lnTo>
                          <a:pt x="432" y="702"/>
                        </a:lnTo>
                        <a:lnTo>
                          <a:pt x="432" y="648"/>
                        </a:lnTo>
                        <a:lnTo>
                          <a:pt x="498" y="594"/>
                        </a:lnTo>
                        <a:lnTo>
                          <a:pt x="498" y="588"/>
                        </a:lnTo>
                        <a:lnTo>
                          <a:pt x="504" y="582"/>
                        </a:lnTo>
                        <a:lnTo>
                          <a:pt x="516" y="558"/>
                        </a:lnTo>
                        <a:lnTo>
                          <a:pt x="522" y="552"/>
                        </a:lnTo>
                        <a:lnTo>
                          <a:pt x="528" y="552"/>
                        </a:lnTo>
                        <a:lnTo>
                          <a:pt x="534" y="558"/>
                        </a:lnTo>
                        <a:lnTo>
                          <a:pt x="546" y="564"/>
                        </a:lnTo>
                        <a:lnTo>
                          <a:pt x="552" y="564"/>
                        </a:lnTo>
                        <a:lnTo>
                          <a:pt x="558" y="558"/>
                        </a:lnTo>
                        <a:lnTo>
                          <a:pt x="558" y="546"/>
                        </a:lnTo>
                        <a:lnTo>
                          <a:pt x="552" y="540"/>
                        </a:lnTo>
                        <a:lnTo>
                          <a:pt x="564" y="540"/>
                        </a:lnTo>
                        <a:lnTo>
                          <a:pt x="570" y="552"/>
                        </a:lnTo>
                        <a:lnTo>
                          <a:pt x="582" y="564"/>
                        </a:lnTo>
                        <a:lnTo>
                          <a:pt x="588" y="576"/>
                        </a:lnTo>
                        <a:lnTo>
                          <a:pt x="588" y="582"/>
                        </a:lnTo>
                        <a:lnTo>
                          <a:pt x="594" y="594"/>
                        </a:lnTo>
                        <a:lnTo>
                          <a:pt x="600" y="600"/>
                        </a:lnTo>
                        <a:lnTo>
                          <a:pt x="606" y="600"/>
                        </a:lnTo>
                        <a:lnTo>
                          <a:pt x="624" y="582"/>
                        </a:lnTo>
                        <a:lnTo>
                          <a:pt x="624" y="570"/>
                        </a:lnTo>
                        <a:lnTo>
                          <a:pt x="630" y="558"/>
                        </a:lnTo>
                        <a:lnTo>
                          <a:pt x="642" y="552"/>
                        </a:lnTo>
                        <a:lnTo>
                          <a:pt x="648" y="546"/>
                        </a:lnTo>
                        <a:lnTo>
                          <a:pt x="648" y="516"/>
                        </a:lnTo>
                        <a:lnTo>
                          <a:pt x="672" y="486"/>
                        </a:lnTo>
                        <a:lnTo>
                          <a:pt x="684" y="438"/>
                        </a:lnTo>
                        <a:lnTo>
                          <a:pt x="696" y="432"/>
                        </a:lnTo>
                        <a:lnTo>
                          <a:pt x="702" y="426"/>
                        </a:lnTo>
                        <a:lnTo>
                          <a:pt x="714" y="420"/>
                        </a:lnTo>
                        <a:lnTo>
                          <a:pt x="720" y="414"/>
                        </a:lnTo>
                        <a:lnTo>
                          <a:pt x="720" y="402"/>
                        </a:lnTo>
                        <a:lnTo>
                          <a:pt x="726" y="384"/>
                        </a:lnTo>
                        <a:lnTo>
                          <a:pt x="726" y="354"/>
                        </a:lnTo>
                        <a:lnTo>
                          <a:pt x="744" y="354"/>
                        </a:lnTo>
                        <a:lnTo>
                          <a:pt x="750" y="348"/>
                        </a:lnTo>
                        <a:lnTo>
                          <a:pt x="756" y="330"/>
                        </a:lnTo>
                        <a:lnTo>
                          <a:pt x="756" y="300"/>
                        </a:lnTo>
                        <a:lnTo>
                          <a:pt x="762" y="294"/>
                        </a:lnTo>
                        <a:lnTo>
                          <a:pt x="768" y="264"/>
                        </a:lnTo>
                        <a:lnTo>
                          <a:pt x="774" y="252"/>
                        </a:lnTo>
                        <a:lnTo>
                          <a:pt x="786" y="240"/>
                        </a:lnTo>
                        <a:lnTo>
                          <a:pt x="786" y="234"/>
                        </a:lnTo>
                        <a:lnTo>
                          <a:pt x="792" y="228"/>
                        </a:lnTo>
                        <a:lnTo>
                          <a:pt x="792" y="222"/>
                        </a:lnTo>
                        <a:lnTo>
                          <a:pt x="798" y="216"/>
                        </a:lnTo>
                        <a:lnTo>
                          <a:pt x="798" y="210"/>
                        </a:lnTo>
                        <a:lnTo>
                          <a:pt x="810" y="210"/>
                        </a:lnTo>
                        <a:lnTo>
                          <a:pt x="822" y="204"/>
                        </a:lnTo>
                        <a:lnTo>
                          <a:pt x="840" y="186"/>
                        </a:lnTo>
                        <a:lnTo>
                          <a:pt x="840" y="174"/>
                        </a:lnTo>
                        <a:lnTo>
                          <a:pt x="834" y="168"/>
                        </a:lnTo>
                        <a:lnTo>
                          <a:pt x="834" y="162"/>
                        </a:lnTo>
                        <a:lnTo>
                          <a:pt x="840" y="156"/>
                        </a:lnTo>
                        <a:lnTo>
                          <a:pt x="840" y="126"/>
                        </a:lnTo>
                        <a:lnTo>
                          <a:pt x="810" y="126"/>
                        </a:lnTo>
                        <a:lnTo>
                          <a:pt x="810" y="120"/>
                        </a:lnTo>
                        <a:lnTo>
                          <a:pt x="804" y="108"/>
                        </a:lnTo>
                        <a:lnTo>
                          <a:pt x="804" y="60"/>
                        </a:lnTo>
                        <a:lnTo>
                          <a:pt x="774" y="12"/>
                        </a:lnTo>
                        <a:lnTo>
                          <a:pt x="756" y="12"/>
                        </a:lnTo>
                        <a:lnTo>
                          <a:pt x="750" y="18"/>
                        </a:lnTo>
                        <a:lnTo>
                          <a:pt x="750" y="24"/>
                        </a:lnTo>
                        <a:lnTo>
                          <a:pt x="744" y="30"/>
                        </a:lnTo>
                        <a:lnTo>
                          <a:pt x="744" y="36"/>
                        </a:lnTo>
                        <a:lnTo>
                          <a:pt x="720" y="36"/>
                        </a:lnTo>
                        <a:lnTo>
                          <a:pt x="714" y="42"/>
                        </a:lnTo>
                        <a:lnTo>
                          <a:pt x="702" y="48"/>
                        </a:lnTo>
                        <a:lnTo>
                          <a:pt x="696" y="54"/>
                        </a:lnTo>
                        <a:lnTo>
                          <a:pt x="684" y="60"/>
                        </a:lnTo>
                        <a:lnTo>
                          <a:pt x="654" y="60"/>
                        </a:lnTo>
                        <a:lnTo>
                          <a:pt x="648" y="54"/>
                        </a:lnTo>
                        <a:lnTo>
                          <a:pt x="636" y="48"/>
                        </a:lnTo>
                        <a:lnTo>
                          <a:pt x="600" y="36"/>
                        </a:lnTo>
                        <a:lnTo>
                          <a:pt x="546" y="36"/>
                        </a:lnTo>
                        <a:lnTo>
                          <a:pt x="528" y="42"/>
                        </a:lnTo>
                        <a:lnTo>
                          <a:pt x="516" y="54"/>
                        </a:lnTo>
                        <a:lnTo>
                          <a:pt x="504" y="60"/>
                        </a:lnTo>
                        <a:lnTo>
                          <a:pt x="492" y="84"/>
                        </a:lnTo>
                        <a:lnTo>
                          <a:pt x="486" y="90"/>
                        </a:lnTo>
                        <a:lnTo>
                          <a:pt x="480" y="90"/>
                        </a:lnTo>
                        <a:lnTo>
                          <a:pt x="468" y="84"/>
                        </a:lnTo>
                        <a:lnTo>
                          <a:pt x="438" y="84"/>
                        </a:lnTo>
                        <a:lnTo>
                          <a:pt x="414" y="72"/>
                        </a:lnTo>
                        <a:lnTo>
                          <a:pt x="402" y="60"/>
                        </a:lnTo>
                        <a:lnTo>
                          <a:pt x="390" y="54"/>
                        </a:lnTo>
                        <a:lnTo>
                          <a:pt x="384" y="48"/>
                        </a:lnTo>
                        <a:lnTo>
                          <a:pt x="372" y="42"/>
                        </a:lnTo>
                        <a:lnTo>
                          <a:pt x="360" y="42"/>
                        </a:lnTo>
                        <a:lnTo>
                          <a:pt x="336" y="54"/>
                        </a:lnTo>
                        <a:lnTo>
                          <a:pt x="324" y="66"/>
                        </a:lnTo>
                        <a:lnTo>
                          <a:pt x="312" y="72"/>
                        </a:lnTo>
                        <a:lnTo>
                          <a:pt x="306" y="72"/>
                        </a:lnTo>
                        <a:lnTo>
                          <a:pt x="294" y="66"/>
                        </a:lnTo>
                        <a:lnTo>
                          <a:pt x="288" y="60"/>
                        </a:lnTo>
                        <a:lnTo>
                          <a:pt x="288" y="54"/>
                        </a:lnTo>
                        <a:lnTo>
                          <a:pt x="282" y="48"/>
                        </a:lnTo>
                        <a:lnTo>
                          <a:pt x="282" y="42"/>
                        </a:lnTo>
                        <a:lnTo>
                          <a:pt x="258" y="18"/>
                        </a:lnTo>
                        <a:lnTo>
                          <a:pt x="222" y="18"/>
                        </a:lnTo>
                        <a:lnTo>
                          <a:pt x="222" y="12"/>
                        </a:lnTo>
                        <a:lnTo>
                          <a:pt x="210" y="0"/>
                        </a:lnTo>
                        <a:lnTo>
                          <a:pt x="198" y="0"/>
                        </a:lnTo>
                        <a:lnTo>
                          <a:pt x="186" y="6"/>
                        </a:lnTo>
                        <a:lnTo>
                          <a:pt x="180" y="6"/>
                        </a:lnTo>
                        <a:lnTo>
                          <a:pt x="180" y="12"/>
                        </a:lnTo>
                        <a:lnTo>
                          <a:pt x="126" y="12"/>
                        </a:lnTo>
                        <a:lnTo>
                          <a:pt x="102" y="36"/>
                        </a:lnTo>
                        <a:lnTo>
                          <a:pt x="102" y="60"/>
                        </a:lnTo>
                        <a:lnTo>
                          <a:pt x="96" y="78"/>
                        </a:lnTo>
                        <a:lnTo>
                          <a:pt x="90" y="90"/>
                        </a:lnTo>
                        <a:lnTo>
                          <a:pt x="84" y="96"/>
                        </a:lnTo>
                        <a:lnTo>
                          <a:pt x="78" y="108"/>
                        </a:lnTo>
                        <a:lnTo>
                          <a:pt x="72" y="114"/>
                        </a:lnTo>
                        <a:lnTo>
                          <a:pt x="66" y="114"/>
                        </a:lnTo>
                        <a:lnTo>
                          <a:pt x="66" y="168"/>
                        </a:lnTo>
                        <a:lnTo>
                          <a:pt x="60" y="180"/>
                        </a:lnTo>
                        <a:lnTo>
                          <a:pt x="60" y="186"/>
                        </a:lnTo>
                        <a:lnTo>
                          <a:pt x="54" y="192"/>
                        </a:lnTo>
                        <a:lnTo>
                          <a:pt x="66" y="216"/>
                        </a:lnTo>
                        <a:lnTo>
                          <a:pt x="72" y="222"/>
                        </a:lnTo>
                        <a:lnTo>
                          <a:pt x="78" y="234"/>
                        </a:lnTo>
                        <a:lnTo>
                          <a:pt x="78" y="246"/>
                        </a:lnTo>
                        <a:lnTo>
                          <a:pt x="84" y="252"/>
                        </a:lnTo>
                        <a:lnTo>
                          <a:pt x="84" y="264"/>
                        </a:lnTo>
                        <a:lnTo>
                          <a:pt x="78" y="270"/>
                        </a:lnTo>
                        <a:lnTo>
                          <a:pt x="72" y="270"/>
                        </a:lnTo>
                        <a:lnTo>
                          <a:pt x="60" y="276"/>
                        </a:lnTo>
                        <a:lnTo>
                          <a:pt x="60" y="318"/>
                        </a:lnTo>
                        <a:lnTo>
                          <a:pt x="48" y="324"/>
                        </a:lnTo>
                        <a:lnTo>
                          <a:pt x="42" y="336"/>
                        </a:lnTo>
                        <a:lnTo>
                          <a:pt x="36" y="342"/>
                        </a:lnTo>
                        <a:lnTo>
                          <a:pt x="36" y="372"/>
                        </a:lnTo>
                        <a:lnTo>
                          <a:pt x="24" y="396"/>
                        </a:lnTo>
                        <a:lnTo>
                          <a:pt x="6" y="396"/>
                        </a:lnTo>
                        <a:lnTo>
                          <a:pt x="0" y="426"/>
                        </a:lnTo>
                        <a:lnTo>
                          <a:pt x="6" y="462"/>
                        </a:lnTo>
                        <a:lnTo>
                          <a:pt x="0" y="492"/>
                        </a:lnTo>
                        <a:lnTo>
                          <a:pt x="0" y="606"/>
                        </a:lnTo>
                        <a:lnTo>
                          <a:pt x="6" y="612"/>
                        </a:lnTo>
                        <a:lnTo>
                          <a:pt x="30" y="612"/>
                        </a:lnTo>
                        <a:lnTo>
                          <a:pt x="54" y="600"/>
                        </a:lnTo>
                        <a:lnTo>
                          <a:pt x="60" y="594"/>
                        </a:lnTo>
                        <a:lnTo>
                          <a:pt x="66" y="600"/>
                        </a:lnTo>
                        <a:lnTo>
                          <a:pt x="108" y="600"/>
                        </a:lnTo>
                        <a:lnTo>
                          <a:pt x="126" y="606"/>
                        </a:lnTo>
                        <a:lnTo>
                          <a:pt x="138" y="618"/>
                        </a:lnTo>
                        <a:lnTo>
                          <a:pt x="150" y="636"/>
                        </a:lnTo>
                        <a:lnTo>
                          <a:pt x="156" y="648"/>
                        </a:lnTo>
                        <a:lnTo>
                          <a:pt x="168" y="660"/>
                        </a:lnTo>
                        <a:lnTo>
                          <a:pt x="186" y="660"/>
                        </a:lnTo>
                        <a:lnTo>
                          <a:pt x="180" y="666"/>
                        </a:lnTo>
                        <a:lnTo>
                          <a:pt x="180" y="678"/>
                        </a:lnTo>
                        <a:lnTo>
                          <a:pt x="174" y="684"/>
                        </a:lnTo>
                        <a:lnTo>
                          <a:pt x="186" y="684"/>
                        </a:lnTo>
                        <a:lnTo>
                          <a:pt x="198" y="678"/>
                        </a:lnTo>
                        <a:lnTo>
                          <a:pt x="198" y="684"/>
                        </a:lnTo>
                        <a:lnTo>
                          <a:pt x="192" y="690"/>
                        </a:lnTo>
                        <a:lnTo>
                          <a:pt x="186" y="702"/>
                        </a:lnTo>
                        <a:lnTo>
                          <a:pt x="186" y="714"/>
                        </a:lnTo>
                        <a:lnTo>
                          <a:pt x="204" y="750"/>
                        </a:lnTo>
                        <a:lnTo>
                          <a:pt x="216" y="762"/>
                        </a:lnTo>
                        <a:lnTo>
                          <a:pt x="234" y="768"/>
                        </a:lnTo>
                        <a:lnTo>
                          <a:pt x="270" y="768"/>
                        </a:lnTo>
                        <a:lnTo>
                          <a:pt x="276" y="762"/>
                        </a:lnTo>
                        <a:lnTo>
                          <a:pt x="282" y="762"/>
                        </a:lnTo>
                        <a:lnTo>
                          <a:pt x="288" y="738"/>
                        </a:lnTo>
                        <a:lnTo>
                          <a:pt x="312" y="750"/>
                        </a:lnTo>
                        <a:lnTo>
                          <a:pt x="336" y="744"/>
                        </a:lnTo>
                        <a:lnTo>
                          <a:pt x="354" y="756"/>
                        </a:lnTo>
                        <a:lnTo>
                          <a:pt x="396" y="756"/>
                        </a:lnTo>
                        <a:lnTo>
                          <a:pt x="396" y="732"/>
                        </a:lnTo>
                        <a:lnTo>
                          <a:pt x="420" y="732"/>
                        </a:lnTo>
                        <a:lnTo>
                          <a:pt x="420" y="738"/>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73" name="Niger" descr="© INSCALE GmbH, 05.05.2010&#10;http://www.presentationload.com/">
                    <a:extLst>
                      <a:ext uri="{FF2B5EF4-FFF2-40B4-BE49-F238E27FC236}">
                        <a16:creationId xmlns:a16="http://schemas.microsoft.com/office/drawing/2014/main" id="{A72DBAF1-F4E0-2FEF-005E-C40CC8EA6709}"/>
                      </a:ext>
                    </a:extLst>
                  </p:cNvPr>
                  <p:cNvSpPr>
                    <a:spLocks/>
                  </p:cNvSpPr>
                  <p:nvPr/>
                </p:nvSpPr>
                <p:spPr bwMode="gray">
                  <a:xfrm>
                    <a:off x="2660" y="2089"/>
                    <a:ext cx="282" cy="239"/>
                  </a:xfrm>
                  <a:custGeom>
                    <a:avLst/>
                    <a:gdLst>
                      <a:gd name="T0" fmla="*/ 2147483647 w 1110"/>
                      <a:gd name="T1" fmla="*/ 2147483647 h 942"/>
                      <a:gd name="T2" fmla="*/ 2147483647 w 1110"/>
                      <a:gd name="T3" fmla="*/ 2147483647 h 942"/>
                      <a:gd name="T4" fmla="*/ 2147483647 w 1110"/>
                      <a:gd name="T5" fmla="*/ 2147483647 h 942"/>
                      <a:gd name="T6" fmla="*/ 2147483647 w 1110"/>
                      <a:gd name="T7" fmla="*/ 2147483647 h 942"/>
                      <a:gd name="T8" fmla="*/ 2147483647 w 1110"/>
                      <a:gd name="T9" fmla="*/ 2147483647 h 942"/>
                      <a:gd name="T10" fmla="*/ 2147483647 w 1110"/>
                      <a:gd name="T11" fmla="*/ 2147483647 h 942"/>
                      <a:gd name="T12" fmla="*/ 2147483647 w 1110"/>
                      <a:gd name="T13" fmla="*/ 2147483647 h 942"/>
                      <a:gd name="T14" fmla="*/ 2147483647 w 1110"/>
                      <a:gd name="T15" fmla="*/ 2147483647 h 942"/>
                      <a:gd name="T16" fmla="*/ 2147483647 w 1110"/>
                      <a:gd name="T17" fmla="*/ 2147483647 h 942"/>
                      <a:gd name="T18" fmla="*/ 2147483647 w 1110"/>
                      <a:gd name="T19" fmla="*/ 2147483647 h 942"/>
                      <a:gd name="T20" fmla="*/ 2147483647 w 1110"/>
                      <a:gd name="T21" fmla="*/ 2147483647 h 942"/>
                      <a:gd name="T22" fmla="*/ 2147483647 w 1110"/>
                      <a:gd name="T23" fmla="*/ 2147483647 h 942"/>
                      <a:gd name="T24" fmla="*/ 2147483647 w 1110"/>
                      <a:gd name="T25" fmla="*/ 2147483647 h 942"/>
                      <a:gd name="T26" fmla="*/ 2147483647 w 1110"/>
                      <a:gd name="T27" fmla="*/ 2147483647 h 942"/>
                      <a:gd name="T28" fmla="*/ 2147483647 w 1110"/>
                      <a:gd name="T29" fmla="*/ 2147483647 h 942"/>
                      <a:gd name="T30" fmla="*/ 2147483647 w 1110"/>
                      <a:gd name="T31" fmla="*/ 2147483647 h 942"/>
                      <a:gd name="T32" fmla="*/ 2147483647 w 1110"/>
                      <a:gd name="T33" fmla="*/ 2147483647 h 942"/>
                      <a:gd name="T34" fmla="*/ 2147483647 w 1110"/>
                      <a:gd name="T35" fmla="*/ 2147483647 h 942"/>
                      <a:gd name="T36" fmla="*/ 2147483647 w 1110"/>
                      <a:gd name="T37" fmla="*/ 2147483647 h 942"/>
                      <a:gd name="T38" fmla="*/ 2147483647 w 1110"/>
                      <a:gd name="T39" fmla="*/ 2147483647 h 942"/>
                      <a:gd name="T40" fmla="*/ 2147483647 w 1110"/>
                      <a:gd name="T41" fmla="*/ 2147483647 h 942"/>
                      <a:gd name="T42" fmla="*/ 2147483647 w 1110"/>
                      <a:gd name="T43" fmla="*/ 2147483647 h 942"/>
                      <a:gd name="T44" fmla="*/ 2147483647 w 1110"/>
                      <a:gd name="T45" fmla="*/ 2147483647 h 942"/>
                      <a:gd name="T46" fmla="*/ 2147483647 w 1110"/>
                      <a:gd name="T47" fmla="*/ 2147483647 h 942"/>
                      <a:gd name="T48" fmla="*/ 2147483647 w 1110"/>
                      <a:gd name="T49" fmla="*/ 2147483647 h 942"/>
                      <a:gd name="T50" fmla="*/ 2147483647 w 1110"/>
                      <a:gd name="T51" fmla="*/ 2147483647 h 942"/>
                      <a:gd name="T52" fmla="*/ 2147483647 w 1110"/>
                      <a:gd name="T53" fmla="*/ 2147483647 h 942"/>
                      <a:gd name="T54" fmla="*/ 2147483647 w 1110"/>
                      <a:gd name="T55" fmla="*/ 2147483647 h 942"/>
                      <a:gd name="T56" fmla="*/ 2147483647 w 1110"/>
                      <a:gd name="T57" fmla="*/ 2147483647 h 942"/>
                      <a:gd name="T58" fmla="*/ 2147483647 w 1110"/>
                      <a:gd name="T59" fmla="*/ 2147483647 h 942"/>
                      <a:gd name="T60" fmla="*/ 2147483647 w 1110"/>
                      <a:gd name="T61" fmla="*/ 2147483647 h 942"/>
                      <a:gd name="T62" fmla="*/ 2147483647 w 1110"/>
                      <a:gd name="T63" fmla="*/ 2147483647 h 942"/>
                      <a:gd name="T64" fmla="*/ 2147483647 w 1110"/>
                      <a:gd name="T65" fmla="*/ 2147483647 h 942"/>
                      <a:gd name="T66" fmla="*/ 2147483647 w 1110"/>
                      <a:gd name="T67" fmla="*/ 2147483647 h 942"/>
                      <a:gd name="T68" fmla="*/ 2147483647 w 1110"/>
                      <a:gd name="T69" fmla="*/ 2147483647 h 942"/>
                      <a:gd name="T70" fmla="*/ 2147483647 w 1110"/>
                      <a:gd name="T71" fmla="*/ 2147483647 h 942"/>
                      <a:gd name="T72" fmla="*/ 2147483647 w 1110"/>
                      <a:gd name="T73" fmla="*/ 2147483647 h 942"/>
                      <a:gd name="T74" fmla="*/ 2147483647 w 1110"/>
                      <a:gd name="T75" fmla="*/ 2147483647 h 942"/>
                      <a:gd name="T76" fmla="*/ 2147483647 w 1110"/>
                      <a:gd name="T77" fmla="*/ 2147483647 h 942"/>
                      <a:gd name="T78" fmla="*/ 2147483647 w 1110"/>
                      <a:gd name="T79" fmla="*/ 2147483647 h 942"/>
                      <a:gd name="T80" fmla="*/ 2147483647 w 1110"/>
                      <a:gd name="T81" fmla="*/ 2147483647 h 942"/>
                      <a:gd name="T82" fmla="*/ 2147483647 w 1110"/>
                      <a:gd name="T83" fmla="*/ 2147483647 h 942"/>
                      <a:gd name="T84" fmla="*/ 2147483647 w 1110"/>
                      <a:gd name="T85" fmla="*/ 2147483647 h 942"/>
                      <a:gd name="T86" fmla="*/ 2147483647 w 1110"/>
                      <a:gd name="T87" fmla="*/ 2147483647 h 942"/>
                      <a:gd name="T88" fmla="*/ 2147483647 w 1110"/>
                      <a:gd name="T89" fmla="*/ 2147483647 h 942"/>
                      <a:gd name="T90" fmla="*/ 2147483647 w 1110"/>
                      <a:gd name="T91" fmla="*/ 2147483647 h 942"/>
                      <a:gd name="T92" fmla="*/ 2147483647 w 1110"/>
                      <a:gd name="T93" fmla="*/ 2147483647 h 942"/>
                      <a:gd name="T94" fmla="*/ 2147483647 w 1110"/>
                      <a:gd name="T95" fmla="*/ 2147483647 h 942"/>
                      <a:gd name="T96" fmla="*/ 2147483647 w 1110"/>
                      <a:gd name="T97" fmla="*/ 2147483647 h 942"/>
                      <a:gd name="T98" fmla="*/ 0 w 1110"/>
                      <a:gd name="T99" fmla="*/ 2147483647 h 942"/>
                      <a:gd name="T100" fmla="*/ 2147483647 w 1110"/>
                      <a:gd name="T101" fmla="*/ 2147483647 h 94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110"/>
                      <a:gd name="T154" fmla="*/ 0 h 942"/>
                      <a:gd name="T155" fmla="*/ 1110 w 1110"/>
                      <a:gd name="T156" fmla="*/ 942 h 94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110" h="942">
                        <a:moveTo>
                          <a:pt x="54" y="792"/>
                        </a:moveTo>
                        <a:lnTo>
                          <a:pt x="54" y="810"/>
                        </a:lnTo>
                        <a:lnTo>
                          <a:pt x="66" y="810"/>
                        </a:lnTo>
                        <a:lnTo>
                          <a:pt x="48" y="828"/>
                        </a:lnTo>
                        <a:lnTo>
                          <a:pt x="48" y="834"/>
                        </a:lnTo>
                        <a:lnTo>
                          <a:pt x="72" y="858"/>
                        </a:lnTo>
                        <a:lnTo>
                          <a:pt x="84" y="864"/>
                        </a:lnTo>
                        <a:lnTo>
                          <a:pt x="90" y="876"/>
                        </a:lnTo>
                        <a:lnTo>
                          <a:pt x="108" y="876"/>
                        </a:lnTo>
                        <a:lnTo>
                          <a:pt x="120" y="864"/>
                        </a:lnTo>
                        <a:lnTo>
                          <a:pt x="132" y="864"/>
                        </a:lnTo>
                        <a:lnTo>
                          <a:pt x="144" y="876"/>
                        </a:lnTo>
                        <a:lnTo>
                          <a:pt x="150" y="888"/>
                        </a:lnTo>
                        <a:lnTo>
                          <a:pt x="126" y="894"/>
                        </a:lnTo>
                        <a:lnTo>
                          <a:pt x="150" y="930"/>
                        </a:lnTo>
                        <a:lnTo>
                          <a:pt x="150" y="906"/>
                        </a:lnTo>
                        <a:lnTo>
                          <a:pt x="180" y="894"/>
                        </a:lnTo>
                        <a:lnTo>
                          <a:pt x="192" y="906"/>
                        </a:lnTo>
                        <a:lnTo>
                          <a:pt x="198" y="918"/>
                        </a:lnTo>
                        <a:lnTo>
                          <a:pt x="204" y="924"/>
                        </a:lnTo>
                        <a:lnTo>
                          <a:pt x="210" y="924"/>
                        </a:lnTo>
                        <a:lnTo>
                          <a:pt x="216" y="930"/>
                        </a:lnTo>
                        <a:lnTo>
                          <a:pt x="222" y="930"/>
                        </a:lnTo>
                        <a:lnTo>
                          <a:pt x="234" y="936"/>
                        </a:lnTo>
                        <a:lnTo>
                          <a:pt x="240" y="942"/>
                        </a:lnTo>
                        <a:lnTo>
                          <a:pt x="240" y="888"/>
                        </a:lnTo>
                        <a:lnTo>
                          <a:pt x="246" y="888"/>
                        </a:lnTo>
                        <a:lnTo>
                          <a:pt x="252" y="882"/>
                        </a:lnTo>
                        <a:lnTo>
                          <a:pt x="258" y="870"/>
                        </a:lnTo>
                        <a:lnTo>
                          <a:pt x="264" y="864"/>
                        </a:lnTo>
                        <a:lnTo>
                          <a:pt x="270" y="852"/>
                        </a:lnTo>
                        <a:lnTo>
                          <a:pt x="276" y="834"/>
                        </a:lnTo>
                        <a:lnTo>
                          <a:pt x="276" y="810"/>
                        </a:lnTo>
                        <a:lnTo>
                          <a:pt x="300" y="786"/>
                        </a:lnTo>
                        <a:lnTo>
                          <a:pt x="354" y="786"/>
                        </a:lnTo>
                        <a:lnTo>
                          <a:pt x="354" y="780"/>
                        </a:lnTo>
                        <a:lnTo>
                          <a:pt x="360" y="780"/>
                        </a:lnTo>
                        <a:lnTo>
                          <a:pt x="372" y="774"/>
                        </a:lnTo>
                        <a:lnTo>
                          <a:pt x="384" y="774"/>
                        </a:lnTo>
                        <a:lnTo>
                          <a:pt x="396" y="786"/>
                        </a:lnTo>
                        <a:lnTo>
                          <a:pt x="396" y="792"/>
                        </a:lnTo>
                        <a:lnTo>
                          <a:pt x="432" y="792"/>
                        </a:lnTo>
                        <a:lnTo>
                          <a:pt x="456" y="816"/>
                        </a:lnTo>
                        <a:lnTo>
                          <a:pt x="456" y="822"/>
                        </a:lnTo>
                        <a:lnTo>
                          <a:pt x="462" y="828"/>
                        </a:lnTo>
                        <a:lnTo>
                          <a:pt x="462" y="834"/>
                        </a:lnTo>
                        <a:lnTo>
                          <a:pt x="468" y="840"/>
                        </a:lnTo>
                        <a:lnTo>
                          <a:pt x="480" y="846"/>
                        </a:lnTo>
                        <a:lnTo>
                          <a:pt x="486" y="846"/>
                        </a:lnTo>
                        <a:lnTo>
                          <a:pt x="498" y="840"/>
                        </a:lnTo>
                        <a:lnTo>
                          <a:pt x="510" y="828"/>
                        </a:lnTo>
                        <a:lnTo>
                          <a:pt x="534" y="816"/>
                        </a:lnTo>
                        <a:lnTo>
                          <a:pt x="546" y="816"/>
                        </a:lnTo>
                        <a:lnTo>
                          <a:pt x="558" y="822"/>
                        </a:lnTo>
                        <a:lnTo>
                          <a:pt x="564" y="828"/>
                        </a:lnTo>
                        <a:lnTo>
                          <a:pt x="576" y="834"/>
                        </a:lnTo>
                        <a:lnTo>
                          <a:pt x="588" y="846"/>
                        </a:lnTo>
                        <a:lnTo>
                          <a:pt x="612" y="858"/>
                        </a:lnTo>
                        <a:lnTo>
                          <a:pt x="642" y="858"/>
                        </a:lnTo>
                        <a:lnTo>
                          <a:pt x="654" y="864"/>
                        </a:lnTo>
                        <a:lnTo>
                          <a:pt x="660" y="864"/>
                        </a:lnTo>
                        <a:lnTo>
                          <a:pt x="666" y="858"/>
                        </a:lnTo>
                        <a:lnTo>
                          <a:pt x="678" y="834"/>
                        </a:lnTo>
                        <a:lnTo>
                          <a:pt x="690" y="828"/>
                        </a:lnTo>
                        <a:lnTo>
                          <a:pt x="702" y="816"/>
                        </a:lnTo>
                        <a:lnTo>
                          <a:pt x="720" y="810"/>
                        </a:lnTo>
                        <a:lnTo>
                          <a:pt x="774" y="810"/>
                        </a:lnTo>
                        <a:lnTo>
                          <a:pt x="810" y="822"/>
                        </a:lnTo>
                        <a:lnTo>
                          <a:pt x="822" y="828"/>
                        </a:lnTo>
                        <a:lnTo>
                          <a:pt x="828" y="834"/>
                        </a:lnTo>
                        <a:lnTo>
                          <a:pt x="858" y="834"/>
                        </a:lnTo>
                        <a:lnTo>
                          <a:pt x="870" y="828"/>
                        </a:lnTo>
                        <a:lnTo>
                          <a:pt x="876" y="822"/>
                        </a:lnTo>
                        <a:lnTo>
                          <a:pt x="888" y="816"/>
                        </a:lnTo>
                        <a:lnTo>
                          <a:pt x="894" y="810"/>
                        </a:lnTo>
                        <a:lnTo>
                          <a:pt x="918" y="810"/>
                        </a:lnTo>
                        <a:lnTo>
                          <a:pt x="918" y="804"/>
                        </a:lnTo>
                        <a:lnTo>
                          <a:pt x="924" y="798"/>
                        </a:lnTo>
                        <a:lnTo>
                          <a:pt x="924" y="792"/>
                        </a:lnTo>
                        <a:lnTo>
                          <a:pt x="930" y="786"/>
                        </a:lnTo>
                        <a:lnTo>
                          <a:pt x="936" y="786"/>
                        </a:lnTo>
                        <a:lnTo>
                          <a:pt x="930" y="726"/>
                        </a:lnTo>
                        <a:lnTo>
                          <a:pt x="948" y="720"/>
                        </a:lnTo>
                        <a:lnTo>
                          <a:pt x="948" y="714"/>
                        </a:lnTo>
                        <a:lnTo>
                          <a:pt x="954" y="708"/>
                        </a:lnTo>
                        <a:lnTo>
                          <a:pt x="954" y="696"/>
                        </a:lnTo>
                        <a:lnTo>
                          <a:pt x="960" y="678"/>
                        </a:lnTo>
                        <a:lnTo>
                          <a:pt x="966" y="666"/>
                        </a:lnTo>
                        <a:lnTo>
                          <a:pt x="978" y="648"/>
                        </a:lnTo>
                        <a:lnTo>
                          <a:pt x="984" y="636"/>
                        </a:lnTo>
                        <a:lnTo>
                          <a:pt x="1002" y="618"/>
                        </a:lnTo>
                        <a:lnTo>
                          <a:pt x="1026" y="588"/>
                        </a:lnTo>
                        <a:lnTo>
                          <a:pt x="1050" y="564"/>
                        </a:lnTo>
                        <a:lnTo>
                          <a:pt x="1068" y="540"/>
                        </a:lnTo>
                        <a:lnTo>
                          <a:pt x="1074" y="534"/>
                        </a:lnTo>
                        <a:lnTo>
                          <a:pt x="1092" y="288"/>
                        </a:lnTo>
                        <a:lnTo>
                          <a:pt x="1110" y="252"/>
                        </a:lnTo>
                        <a:lnTo>
                          <a:pt x="1080" y="216"/>
                        </a:lnTo>
                        <a:lnTo>
                          <a:pt x="1074" y="192"/>
                        </a:lnTo>
                        <a:lnTo>
                          <a:pt x="1044" y="156"/>
                        </a:lnTo>
                        <a:lnTo>
                          <a:pt x="1056" y="108"/>
                        </a:lnTo>
                        <a:lnTo>
                          <a:pt x="1038" y="42"/>
                        </a:lnTo>
                        <a:lnTo>
                          <a:pt x="1020" y="48"/>
                        </a:lnTo>
                        <a:lnTo>
                          <a:pt x="1002" y="60"/>
                        </a:lnTo>
                        <a:lnTo>
                          <a:pt x="990" y="66"/>
                        </a:lnTo>
                        <a:lnTo>
                          <a:pt x="984" y="66"/>
                        </a:lnTo>
                        <a:lnTo>
                          <a:pt x="978" y="60"/>
                        </a:lnTo>
                        <a:lnTo>
                          <a:pt x="966" y="54"/>
                        </a:lnTo>
                        <a:lnTo>
                          <a:pt x="960" y="42"/>
                        </a:lnTo>
                        <a:lnTo>
                          <a:pt x="954" y="36"/>
                        </a:lnTo>
                        <a:lnTo>
                          <a:pt x="942" y="30"/>
                        </a:lnTo>
                        <a:lnTo>
                          <a:pt x="936" y="24"/>
                        </a:lnTo>
                        <a:lnTo>
                          <a:pt x="930" y="24"/>
                        </a:lnTo>
                        <a:lnTo>
                          <a:pt x="918" y="18"/>
                        </a:lnTo>
                        <a:lnTo>
                          <a:pt x="900" y="12"/>
                        </a:lnTo>
                        <a:lnTo>
                          <a:pt x="888" y="12"/>
                        </a:lnTo>
                        <a:lnTo>
                          <a:pt x="876" y="6"/>
                        </a:lnTo>
                        <a:lnTo>
                          <a:pt x="864" y="6"/>
                        </a:lnTo>
                        <a:lnTo>
                          <a:pt x="828" y="0"/>
                        </a:lnTo>
                        <a:lnTo>
                          <a:pt x="816" y="6"/>
                        </a:lnTo>
                        <a:lnTo>
                          <a:pt x="786" y="30"/>
                        </a:lnTo>
                        <a:lnTo>
                          <a:pt x="738" y="66"/>
                        </a:lnTo>
                        <a:lnTo>
                          <a:pt x="684" y="102"/>
                        </a:lnTo>
                        <a:lnTo>
                          <a:pt x="624" y="144"/>
                        </a:lnTo>
                        <a:lnTo>
                          <a:pt x="576" y="180"/>
                        </a:lnTo>
                        <a:lnTo>
                          <a:pt x="534" y="210"/>
                        </a:lnTo>
                        <a:lnTo>
                          <a:pt x="510" y="222"/>
                        </a:lnTo>
                        <a:lnTo>
                          <a:pt x="480" y="246"/>
                        </a:lnTo>
                        <a:lnTo>
                          <a:pt x="450" y="282"/>
                        </a:lnTo>
                        <a:lnTo>
                          <a:pt x="414" y="312"/>
                        </a:lnTo>
                        <a:lnTo>
                          <a:pt x="390" y="330"/>
                        </a:lnTo>
                        <a:lnTo>
                          <a:pt x="366" y="336"/>
                        </a:lnTo>
                        <a:lnTo>
                          <a:pt x="324" y="342"/>
                        </a:lnTo>
                        <a:lnTo>
                          <a:pt x="282" y="354"/>
                        </a:lnTo>
                        <a:lnTo>
                          <a:pt x="282" y="558"/>
                        </a:lnTo>
                        <a:lnTo>
                          <a:pt x="264" y="582"/>
                        </a:lnTo>
                        <a:lnTo>
                          <a:pt x="264" y="594"/>
                        </a:lnTo>
                        <a:lnTo>
                          <a:pt x="258" y="606"/>
                        </a:lnTo>
                        <a:lnTo>
                          <a:pt x="258" y="624"/>
                        </a:lnTo>
                        <a:lnTo>
                          <a:pt x="252" y="636"/>
                        </a:lnTo>
                        <a:lnTo>
                          <a:pt x="240" y="642"/>
                        </a:lnTo>
                        <a:lnTo>
                          <a:pt x="222" y="648"/>
                        </a:lnTo>
                        <a:lnTo>
                          <a:pt x="198" y="648"/>
                        </a:lnTo>
                        <a:lnTo>
                          <a:pt x="186" y="654"/>
                        </a:lnTo>
                        <a:lnTo>
                          <a:pt x="138" y="648"/>
                        </a:lnTo>
                        <a:lnTo>
                          <a:pt x="138" y="666"/>
                        </a:lnTo>
                        <a:lnTo>
                          <a:pt x="72" y="660"/>
                        </a:lnTo>
                        <a:lnTo>
                          <a:pt x="48" y="678"/>
                        </a:lnTo>
                        <a:lnTo>
                          <a:pt x="0" y="690"/>
                        </a:lnTo>
                        <a:lnTo>
                          <a:pt x="0" y="726"/>
                        </a:lnTo>
                        <a:lnTo>
                          <a:pt x="6" y="738"/>
                        </a:lnTo>
                        <a:lnTo>
                          <a:pt x="6" y="762"/>
                        </a:lnTo>
                        <a:lnTo>
                          <a:pt x="18" y="786"/>
                        </a:lnTo>
                        <a:lnTo>
                          <a:pt x="30" y="792"/>
                        </a:lnTo>
                        <a:lnTo>
                          <a:pt x="54" y="79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74" name="Namibia" descr="© INSCALE GmbH, 05.05.2010&#10;http://www.presentationload.com/">
                    <a:extLst>
                      <a:ext uri="{FF2B5EF4-FFF2-40B4-BE49-F238E27FC236}">
                        <a16:creationId xmlns:a16="http://schemas.microsoft.com/office/drawing/2014/main" id="{86F5731D-4B0A-8938-996E-78F31EFA60E0}"/>
                      </a:ext>
                    </a:extLst>
                  </p:cNvPr>
                  <p:cNvSpPr>
                    <a:spLocks/>
                  </p:cNvSpPr>
                  <p:nvPr/>
                </p:nvSpPr>
                <p:spPr bwMode="gray">
                  <a:xfrm>
                    <a:off x="2865" y="2915"/>
                    <a:ext cx="242" cy="247"/>
                  </a:xfrm>
                  <a:custGeom>
                    <a:avLst/>
                    <a:gdLst>
                      <a:gd name="T0" fmla="*/ 2147483647 w 954"/>
                      <a:gd name="T1" fmla="*/ 2147483647 h 972"/>
                      <a:gd name="T2" fmla="*/ 2147483647 w 954"/>
                      <a:gd name="T3" fmla="*/ 2147483647 h 972"/>
                      <a:gd name="T4" fmla="*/ 2147483647 w 954"/>
                      <a:gd name="T5" fmla="*/ 2147483647 h 972"/>
                      <a:gd name="T6" fmla="*/ 2147483647 w 954"/>
                      <a:gd name="T7" fmla="*/ 2147483647 h 972"/>
                      <a:gd name="T8" fmla="*/ 2147483647 w 954"/>
                      <a:gd name="T9" fmla="*/ 2147483647 h 972"/>
                      <a:gd name="T10" fmla="*/ 2147483647 w 954"/>
                      <a:gd name="T11" fmla="*/ 2147483647 h 972"/>
                      <a:gd name="T12" fmla="*/ 2147483647 w 954"/>
                      <a:gd name="T13" fmla="*/ 2147483647 h 972"/>
                      <a:gd name="T14" fmla="*/ 2147483647 w 954"/>
                      <a:gd name="T15" fmla="*/ 2147483647 h 972"/>
                      <a:gd name="T16" fmla="*/ 2147483647 w 954"/>
                      <a:gd name="T17" fmla="*/ 2147483647 h 972"/>
                      <a:gd name="T18" fmla="*/ 2147483647 w 954"/>
                      <a:gd name="T19" fmla="*/ 2147483647 h 972"/>
                      <a:gd name="T20" fmla="*/ 2147483647 w 954"/>
                      <a:gd name="T21" fmla="*/ 2147483647 h 972"/>
                      <a:gd name="T22" fmla="*/ 2147483647 w 954"/>
                      <a:gd name="T23" fmla="*/ 2147483647 h 972"/>
                      <a:gd name="T24" fmla="*/ 2147483647 w 954"/>
                      <a:gd name="T25" fmla="*/ 2147483647 h 972"/>
                      <a:gd name="T26" fmla="*/ 2147483647 w 954"/>
                      <a:gd name="T27" fmla="*/ 2147483647 h 972"/>
                      <a:gd name="T28" fmla="*/ 2147483647 w 954"/>
                      <a:gd name="T29" fmla="*/ 2147483647 h 972"/>
                      <a:gd name="T30" fmla="*/ 2147483647 w 954"/>
                      <a:gd name="T31" fmla="*/ 2147483647 h 972"/>
                      <a:gd name="T32" fmla="*/ 2147483647 w 954"/>
                      <a:gd name="T33" fmla="*/ 2147483647 h 972"/>
                      <a:gd name="T34" fmla="*/ 2147483647 w 954"/>
                      <a:gd name="T35" fmla="*/ 2147483647 h 972"/>
                      <a:gd name="T36" fmla="*/ 2147483647 w 954"/>
                      <a:gd name="T37" fmla="*/ 2147483647 h 972"/>
                      <a:gd name="T38" fmla="*/ 2147483647 w 954"/>
                      <a:gd name="T39" fmla="*/ 2147483647 h 972"/>
                      <a:gd name="T40" fmla="*/ 2147483647 w 954"/>
                      <a:gd name="T41" fmla="*/ 2147483647 h 972"/>
                      <a:gd name="T42" fmla="*/ 2147483647 w 954"/>
                      <a:gd name="T43" fmla="*/ 2147483647 h 972"/>
                      <a:gd name="T44" fmla="*/ 2147483647 w 954"/>
                      <a:gd name="T45" fmla="*/ 2147483647 h 972"/>
                      <a:gd name="T46" fmla="*/ 2147483647 w 954"/>
                      <a:gd name="T47" fmla="*/ 2147483647 h 972"/>
                      <a:gd name="T48" fmla="*/ 2147483647 w 954"/>
                      <a:gd name="T49" fmla="*/ 2147483647 h 972"/>
                      <a:gd name="T50" fmla="*/ 2147483647 w 954"/>
                      <a:gd name="T51" fmla="*/ 2147483647 h 972"/>
                      <a:gd name="T52" fmla="*/ 2147483647 w 954"/>
                      <a:gd name="T53" fmla="*/ 2147483647 h 972"/>
                      <a:gd name="T54" fmla="*/ 2147483647 w 954"/>
                      <a:gd name="T55" fmla="*/ 2147483647 h 972"/>
                      <a:gd name="T56" fmla="*/ 2147483647 w 954"/>
                      <a:gd name="T57" fmla="*/ 2147483647 h 972"/>
                      <a:gd name="T58" fmla="*/ 2147483647 w 954"/>
                      <a:gd name="T59" fmla="*/ 2147483647 h 972"/>
                      <a:gd name="T60" fmla="*/ 2147483647 w 954"/>
                      <a:gd name="T61" fmla="*/ 2147483647 h 972"/>
                      <a:gd name="T62" fmla="*/ 2147483647 w 954"/>
                      <a:gd name="T63" fmla="*/ 2147483647 h 972"/>
                      <a:gd name="T64" fmla="*/ 2147483647 w 954"/>
                      <a:gd name="T65" fmla="*/ 2147483647 h 972"/>
                      <a:gd name="T66" fmla="*/ 2147483647 w 954"/>
                      <a:gd name="T67" fmla="*/ 0 h 972"/>
                      <a:gd name="T68" fmla="*/ 2147483647 w 954"/>
                      <a:gd name="T69" fmla="*/ 2147483647 h 972"/>
                      <a:gd name="T70" fmla="*/ 2147483647 w 954"/>
                      <a:gd name="T71" fmla="*/ 2147483647 h 972"/>
                      <a:gd name="T72" fmla="*/ 0 w 954"/>
                      <a:gd name="T73" fmla="*/ 2147483647 h 972"/>
                      <a:gd name="T74" fmla="*/ 2147483647 w 954"/>
                      <a:gd name="T75" fmla="*/ 2147483647 h 972"/>
                      <a:gd name="T76" fmla="*/ 2147483647 w 954"/>
                      <a:gd name="T77" fmla="*/ 2147483647 h 972"/>
                      <a:gd name="T78" fmla="*/ 2147483647 w 954"/>
                      <a:gd name="T79" fmla="*/ 2147483647 h 972"/>
                      <a:gd name="T80" fmla="*/ 2147483647 w 954"/>
                      <a:gd name="T81" fmla="*/ 2147483647 h 972"/>
                      <a:gd name="T82" fmla="*/ 2147483647 w 954"/>
                      <a:gd name="T83" fmla="*/ 2147483647 h 972"/>
                      <a:gd name="T84" fmla="*/ 2147483647 w 954"/>
                      <a:gd name="T85" fmla="*/ 2147483647 h 972"/>
                      <a:gd name="T86" fmla="*/ 2147483647 w 954"/>
                      <a:gd name="T87" fmla="*/ 2147483647 h 972"/>
                      <a:gd name="T88" fmla="*/ 2147483647 w 954"/>
                      <a:gd name="T89" fmla="*/ 2147483647 h 972"/>
                      <a:gd name="T90" fmla="*/ 2147483647 w 954"/>
                      <a:gd name="T91" fmla="*/ 2147483647 h 972"/>
                      <a:gd name="T92" fmla="*/ 2147483647 w 954"/>
                      <a:gd name="T93" fmla="*/ 2147483647 h 972"/>
                      <a:gd name="T94" fmla="*/ 2147483647 w 954"/>
                      <a:gd name="T95" fmla="*/ 2147483647 h 972"/>
                      <a:gd name="T96" fmla="*/ 2147483647 w 954"/>
                      <a:gd name="T97" fmla="*/ 2147483647 h 972"/>
                      <a:gd name="T98" fmla="*/ 2147483647 w 954"/>
                      <a:gd name="T99" fmla="*/ 2147483647 h 972"/>
                      <a:gd name="T100" fmla="*/ 2147483647 w 954"/>
                      <a:gd name="T101" fmla="*/ 2147483647 h 972"/>
                      <a:gd name="T102" fmla="*/ 2147483647 w 954"/>
                      <a:gd name="T103" fmla="*/ 2147483647 h 972"/>
                      <a:gd name="T104" fmla="*/ 2147483647 w 954"/>
                      <a:gd name="T105" fmla="*/ 2147483647 h 972"/>
                      <a:gd name="T106" fmla="*/ 2147483647 w 954"/>
                      <a:gd name="T107" fmla="*/ 2147483647 h 972"/>
                      <a:gd name="T108" fmla="*/ 2147483647 w 954"/>
                      <a:gd name="T109" fmla="*/ 2147483647 h 972"/>
                      <a:gd name="T110" fmla="*/ 2147483647 w 954"/>
                      <a:gd name="T111" fmla="*/ 2147483647 h 972"/>
                      <a:gd name="T112" fmla="*/ 2147483647 w 954"/>
                      <a:gd name="T113" fmla="*/ 2147483647 h 972"/>
                      <a:gd name="T114" fmla="*/ 2147483647 w 954"/>
                      <a:gd name="T115" fmla="*/ 2147483647 h 972"/>
                      <a:gd name="T116" fmla="*/ 2147483647 w 954"/>
                      <a:gd name="T117" fmla="*/ 2147483647 h 972"/>
                      <a:gd name="T118" fmla="*/ 2147483647 w 954"/>
                      <a:gd name="T119" fmla="*/ 2147483647 h 972"/>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954"/>
                      <a:gd name="T181" fmla="*/ 0 h 972"/>
                      <a:gd name="T182" fmla="*/ 954 w 954"/>
                      <a:gd name="T183" fmla="*/ 972 h 972"/>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954" h="972">
                        <a:moveTo>
                          <a:pt x="366" y="894"/>
                        </a:moveTo>
                        <a:lnTo>
                          <a:pt x="372" y="894"/>
                        </a:lnTo>
                        <a:lnTo>
                          <a:pt x="390" y="912"/>
                        </a:lnTo>
                        <a:lnTo>
                          <a:pt x="390" y="936"/>
                        </a:lnTo>
                        <a:lnTo>
                          <a:pt x="396" y="948"/>
                        </a:lnTo>
                        <a:lnTo>
                          <a:pt x="402" y="954"/>
                        </a:lnTo>
                        <a:lnTo>
                          <a:pt x="426" y="954"/>
                        </a:lnTo>
                        <a:lnTo>
                          <a:pt x="432" y="960"/>
                        </a:lnTo>
                        <a:lnTo>
                          <a:pt x="432" y="966"/>
                        </a:lnTo>
                        <a:lnTo>
                          <a:pt x="438" y="972"/>
                        </a:lnTo>
                        <a:lnTo>
                          <a:pt x="462" y="972"/>
                        </a:lnTo>
                        <a:lnTo>
                          <a:pt x="474" y="960"/>
                        </a:lnTo>
                        <a:lnTo>
                          <a:pt x="486" y="960"/>
                        </a:lnTo>
                        <a:lnTo>
                          <a:pt x="498" y="972"/>
                        </a:lnTo>
                        <a:lnTo>
                          <a:pt x="522" y="972"/>
                        </a:lnTo>
                        <a:lnTo>
                          <a:pt x="522" y="948"/>
                        </a:lnTo>
                        <a:lnTo>
                          <a:pt x="534" y="948"/>
                        </a:lnTo>
                        <a:lnTo>
                          <a:pt x="534" y="942"/>
                        </a:lnTo>
                        <a:lnTo>
                          <a:pt x="540" y="936"/>
                        </a:lnTo>
                        <a:lnTo>
                          <a:pt x="552" y="930"/>
                        </a:lnTo>
                        <a:lnTo>
                          <a:pt x="570" y="930"/>
                        </a:lnTo>
                        <a:lnTo>
                          <a:pt x="582" y="414"/>
                        </a:lnTo>
                        <a:lnTo>
                          <a:pt x="654" y="414"/>
                        </a:lnTo>
                        <a:lnTo>
                          <a:pt x="648" y="288"/>
                        </a:lnTo>
                        <a:lnTo>
                          <a:pt x="654" y="282"/>
                        </a:lnTo>
                        <a:lnTo>
                          <a:pt x="654" y="108"/>
                        </a:lnTo>
                        <a:lnTo>
                          <a:pt x="690" y="108"/>
                        </a:lnTo>
                        <a:lnTo>
                          <a:pt x="708" y="102"/>
                        </a:lnTo>
                        <a:lnTo>
                          <a:pt x="744" y="102"/>
                        </a:lnTo>
                        <a:lnTo>
                          <a:pt x="792" y="90"/>
                        </a:lnTo>
                        <a:lnTo>
                          <a:pt x="804" y="84"/>
                        </a:lnTo>
                        <a:lnTo>
                          <a:pt x="822" y="84"/>
                        </a:lnTo>
                        <a:lnTo>
                          <a:pt x="828" y="90"/>
                        </a:lnTo>
                        <a:lnTo>
                          <a:pt x="828" y="108"/>
                        </a:lnTo>
                        <a:lnTo>
                          <a:pt x="834" y="108"/>
                        </a:lnTo>
                        <a:lnTo>
                          <a:pt x="834" y="126"/>
                        </a:lnTo>
                        <a:lnTo>
                          <a:pt x="840" y="126"/>
                        </a:lnTo>
                        <a:lnTo>
                          <a:pt x="882" y="84"/>
                        </a:lnTo>
                        <a:lnTo>
                          <a:pt x="906" y="84"/>
                        </a:lnTo>
                        <a:lnTo>
                          <a:pt x="918" y="72"/>
                        </a:lnTo>
                        <a:lnTo>
                          <a:pt x="954" y="66"/>
                        </a:lnTo>
                        <a:lnTo>
                          <a:pt x="936" y="48"/>
                        </a:lnTo>
                        <a:lnTo>
                          <a:pt x="906" y="54"/>
                        </a:lnTo>
                        <a:lnTo>
                          <a:pt x="906" y="48"/>
                        </a:lnTo>
                        <a:lnTo>
                          <a:pt x="900" y="42"/>
                        </a:lnTo>
                        <a:lnTo>
                          <a:pt x="882" y="42"/>
                        </a:lnTo>
                        <a:lnTo>
                          <a:pt x="876" y="48"/>
                        </a:lnTo>
                        <a:lnTo>
                          <a:pt x="870" y="48"/>
                        </a:lnTo>
                        <a:lnTo>
                          <a:pt x="846" y="60"/>
                        </a:lnTo>
                        <a:lnTo>
                          <a:pt x="828" y="54"/>
                        </a:lnTo>
                        <a:lnTo>
                          <a:pt x="816" y="60"/>
                        </a:lnTo>
                        <a:lnTo>
                          <a:pt x="780" y="72"/>
                        </a:lnTo>
                        <a:lnTo>
                          <a:pt x="732" y="78"/>
                        </a:lnTo>
                        <a:lnTo>
                          <a:pt x="696" y="84"/>
                        </a:lnTo>
                        <a:lnTo>
                          <a:pt x="624" y="84"/>
                        </a:lnTo>
                        <a:lnTo>
                          <a:pt x="618" y="72"/>
                        </a:lnTo>
                        <a:lnTo>
                          <a:pt x="546" y="78"/>
                        </a:lnTo>
                        <a:lnTo>
                          <a:pt x="540" y="66"/>
                        </a:lnTo>
                        <a:lnTo>
                          <a:pt x="504" y="66"/>
                        </a:lnTo>
                        <a:lnTo>
                          <a:pt x="480" y="42"/>
                        </a:lnTo>
                        <a:lnTo>
                          <a:pt x="480" y="36"/>
                        </a:lnTo>
                        <a:lnTo>
                          <a:pt x="174" y="36"/>
                        </a:lnTo>
                        <a:lnTo>
                          <a:pt x="168" y="30"/>
                        </a:lnTo>
                        <a:lnTo>
                          <a:pt x="156" y="30"/>
                        </a:lnTo>
                        <a:lnTo>
                          <a:pt x="132" y="18"/>
                        </a:lnTo>
                        <a:lnTo>
                          <a:pt x="126" y="6"/>
                        </a:lnTo>
                        <a:lnTo>
                          <a:pt x="120" y="0"/>
                        </a:lnTo>
                        <a:lnTo>
                          <a:pt x="90" y="0"/>
                        </a:lnTo>
                        <a:lnTo>
                          <a:pt x="90" y="6"/>
                        </a:lnTo>
                        <a:lnTo>
                          <a:pt x="72" y="24"/>
                        </a:lnTo>
                        <a:lnTo>
                          <a:pt x="42" y="24"/>
                        </a:lnTo>
                        <a:lnTo>
                          <a:pt x="36" y="18"/>
                        </a:lnTo>
                        <a:lnTo>
                          <a:pt x="18" y="24"/>
                        </a:lnTo>
                        <a:lnTo>
                          <a:pt x="0" y="24"/>
                        </a:lnTo>
                        <a:lnTo>
                          <a:pt x="6" y="96"/>
                        </a:lnTo>
                        <a:lnTo>
                          <a:pt x="12" y="108"/>
                        </a:lnTo>
                        <a:lnTo>
                          <a:pt x="30" y="126"/>
                        </a:lnTo>
                        <a:lnTo>
                          <a:pt x="36" y="138"/>
                        </a:lnTo>
                        <a:lnTo>
                          <a:pt x="54" y="162"/>
                        </a:lnTo>
                        <a:lnTo>
                          <a:pt x="72" y="192"/>
                        </a:lnTo>
                        <a:lnTo>
                          <a:pt x="96" y="228"/>
                        </a:lnTo>
                        <a:lnTo>
                          <a:pt x="102" y="258"/>
                        </a:lnTo>
                        <a:lnTo>
                          <a:pt x="102" y="276"/>
                        </a:lnTo>
                        <a:lnTo>
                          <a:pt x="114" y="294"/>
                        </a:lnTo>
                        <a:lnTo>
                          <a:pt x="120" y="312"/>
                        </a:lnTo>
                        <a:lnTo>
                          <a:pt x="138" y="348"/>
                        </a:lnTo>
                        <a:lnTo>
                          <a:pt x="156" y="366"/>
                        </a:lnTo>
                        <a:lnTo>
                          <a:pt x="156" y="390"/>
                        </a:lnTo>
                        <a:lnTo>
                          <a:pt x="162" y="396"/>
                        </a:lnTo>
                        <a:lnTo>
                          <a:pt x="174" y="402"/>
                        </a:lnTo>
                        <a:lnTo>
                          <a:pt x="180" y="414"/>
                        </a:lnTo>
                        <a:lnTo>
                          <a:pt x="192" y="420"/>
                        </a:lnTo>
                        <a:lnTo>
                          <a:pt x="198" y="432"/>
                        </a:lnTo>
                        <a:lnTo>
                          <a:pt x="198" y="582"/>
                        </a:lnTo>
                        <a:lnTo>
                          <a:pt x="222" y="630"/>
                        </a:lnTo>
                        <a:lnTo>
                          <a:pt x="222" y="678"/>
                        </a:lnTo>
                        <a:lnTo>
                          <a:pt x="216" y="678"/>
                        </a:lnTo>
                        <a:lnTo>
                          <a:pt x="228" y="726"/>
                        </a:lnTo>
                        <a:lnTo>
                          <a:pt x="228" y="762"/>
                        </a:lnTo>
                        <a:lnTo>
                          <a:pt x="240" y="762"/>
                        </a:lnTo>
                        <a:lnTo>
                          <a:pt x="240" y="804"/>
                        </a:lnTo>
                        <a:lnTo>
                          <a:pt x="252" y="810"/>
                        </a:lnTo>
                        <a:lnTo>
                          <a:pt x="258" y="816"/>
                        </a:lnTo>
                        <a:lnTo>
                          <a:pt x="258" y="846"/>
                        </a:lnTo>
                        <a:lnTo>
                          <a:pt x="264" y="858"/>
                        </a:lnTo>
                        <a:lnTo>
                          <a:pt x="270" y="864"/>
                        </a:lnTo>
                        <a:lnTo>
                          <a:pt x="276" y="876"/>
                        </a:lnTo>
                        <a:lnTo>
                          <a:pt x="282" y="894"/>
                        </a:lnTo>
                        <a:lnTo>
                          <a:pt x="282" y="900"/>
                        </a:lnTo>
                        <a:lnTo>
                          <a:pt x="288" y="912"/>
                        </a:lnTo>
                        <a:lnTo>
                          <a:pt x="294" y="918"/>
                        </a:lnTo>
                        <a:lnTo>
                          <a:pt x="318" y="930"/>
                        </a:lnTo>
                        <a:lnTo>
                          <a:pt x="324" y="936"/>
                        </a:lnTo>
                        <a:lnTo>
                          <a:pt x="330" y="936"/>
                        </a:lnTo>
                        <a:lnTo>
                          <a:pt x="330" y="942"/>
                        </a:lnTo>
                        <a:lnTo>
                          <a:pt x="348" y="930"/>
                        </a:lnTo>
                        <a:lnTo>
                          <a:pt x="348" y="924"/>
                        </a:lnTo>
                        <a:lnTo>
                          <a:pt x="354" y="918"/>
                        </a:lnTo>
                        <a:lnTo>
                          <a:pt x="360" y="906"/>
                        </a:lnTo>
                        <a:lnTo>
                          <a:pt x="360" y="900"/>
                        </a:lnTo>
                        <a:lnTo>
                          <a:pt x="366" y="89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75" name="Mozambique" descr="© INSCALE GmbH, 05.05.2010&#10;http://www.presentationload.com/">
                    <a:extLst>
                      <a:ext uri="{FF2B5EF4-FFF2-40B4-BE49-F238E27FC236}">
                        <a16:creationId xmlns:a16="http://schemas.microsoft.com/office/drawing/2014/main" id="{BE087277-57FD-D38F-4DF1-A555A1EBC0A3}"/>
                      </a:ext>
                    </a:extLst>
                  </p:cNvPr>
                  <p:cNvSpPr>
                    <a:spLocks/>
                  </p:cNvSpPr>
                  <p:nvPr/>
                </p:nvSpPr>
                <p:spPr bwMode="gray">
                  <a:xfrm>
                    <a:off x="3195" y="2783"/>
                    <a:ext cx="193" cy="339"/>
                  </a:xfrm>
                  <a:custGeom>
                    <a:avLst/>
                    <a:gdLst>
                      <a:gd name="T0" fmla="*/ 2147483647 w 762"/>
                      <a:gd name="T1" fmla="*/ 2147483647 h 1338"/>
                      <a:gd name="T2" fmla="*/ 2147483647 w 762"/>
                      <a:gd name="T3" fmla="*/ 2147483647 h 1338"/>
                      <a:gd name="T4" fmla="*/ 2147483647 w 762"/>
                      <a:gd name="T5" fmla="*/ 2147483647 h 1338"/>
                      <a:gd name="T6" fmla="*/ 2147483647 w 762"/>
                      <a:gd name="T7" fmla="*/ 2147483647 h 1338"/>
                      <a:gd name="T8" fmla="*/ 2147483647 w 762"/>
                      <a:gd name="T9" fmla="*/ 2147483647 h 1338"/>
                      <a:gd name="T10" fmla="*/ 2147483647 w 762"/>
                      <a:gd name="T11" fmla="*/ 2147483647 h 1338"/>
                      <a:gd name="T12" fmla="*/ 2147483647 w 762"/>
                      <a:gd name="T13" fmla="*/ 2147483647 h 1338"/>
                      <a:gd name="T14" fmla="*/ 2147483647 w 762"/>
                      <a:gd name="T15" fmla="*/ 2147483647 h 1338"/>
                      <a:gd name="T16" fmla="*/ 2147483647 w 762"/>
                      <a:gd name="T17" fmla="*/ 2147483647 h 1338"/>
                      <a:gd name="T18" fmla="*/ 2147483647 w 762"/>
                      <a:gd name="T19" fmla="*/ 2147483647 h 1338"/>
                      <a:gd name="T20" fmla="*/ 2147483647 w 762"/>
                      <a:gd name="T21" fmla="*/ 2147483647 h 1338"/>
                      <a:gd name="T22" fmla="*/ 2147483647 w 762"/>
                      <a:gd name="T23" fmla="*/ 2147483647 h 1338"/>
                      <a:gd name="T24" fmla="*/ 2147483647 w 762"/>
                      <a:gd name="T25" fmla="*/ 2147483647 h 1338"/>
                      <a:gd name="T26" fmla="*/ 2147483647 w 762"/>
                      <a:gd name="T27" fmla="*/ 2147483647 h 1338"/>
                      <a:gd name="T28" fmla="*/ 2147483647 w 762"/>
                      <a:gd name="T29" fmla="*/ 2147483647 h 1338"/>
                      <a:gd name="T30" fmla="*/ 2147483647 w 762"/>
                      <a:gd name="T31" fmla="*/ 2147483647 h 1338"/>
                      <a:gd name="T32" fmla="*/ 2147483647 w 762"/>
                      <a:gd name="T33" fmla="*/ 2147483647 h 1338"/>
                      <a:gd name="T34" fmla="*/ 2147483647 w 762"/>
                      <a:gd name="T35" fmla="*/ 2147483647 h 1338"/>
                      <a:gd name="T36" fmla="*/ 2147483647 w 762"/>
                      <a:gd name="T37" fmla="*/ 2147483647 h 1338"/>
                      <a:gd name="T38" fmla="*/ 2147483647 w 762"/>
                      <a:gd name="T39" fmla="*/ 2147483647 h 1338"/>
                      <a:gd name="T40" fmla="*/ 2147483647 w 762"/>
                      <a:gd name="T41" fmla="*/ 2147483647 h 1338"/>
                      <a:gd name="T42" fmla="*/ 2147483647 w 762"/>
                      <a:gd name="T43" fmla="*/ 2147483647 h 1338"/>
                      <a:gd name="T44" fmla="*/ 2147483647 w 762"/>
                      <a:gd name="T45" fmla="*/ 2147483647 h 1338"/>
                      <a:gd name="T46" fmla="*/ 2147483647 w 762"/>
                      <a:gd name="T47" fmla="*/ 2147483647 h 1338"/>
                      <a:gd name="T48" fmla="*/ 2147483647 w 762"/>
                      <a:gd name="T49" fmla="*/ 2147483647 h 1338"/>
                      <a:gd name="T50" fmla="*/ 2147483647 w 762"/>
                      <a:gd name="T51" fmla="*/ 2147483647 h 1338"/>
                      <a:gd name="T52" fmla="*/ 2147483647 w 762"/>
                      <a:gd name="T53" fmla="*/ 2147483647 h 1338"/>
                      <a:gd name="T54" fmla="*/ 2147483647 w 762"/>
                      <a:gd name="T55" fmla="*/ 2147483647 h 1338"/>
                      <a:gd name="T56" fmla="*/ 0 w 762"/>
                      <a:gd name="T57" fmla="*/ 2147483647 h 1338"/>
                      <a:gd name="T58" fmla="*/ 2147483647 w 762"/>
                      <a:gd name="T59" fmla="*/ 2147483647 h 1338"/>
                      <a:gd name="T60" fmla="*/ 2147483647 w 762"/>
                      <a:gd name="T61" fmla="*/ 2147483647 h 1338"/>
                      <a:gd name="T62" fmla="*/ 2147483647 w 762"/>
                      <a:gd name="T63" fmla="*/ 2147483647 h 1338"/>
                      <a:gd name="T64" fmla="*/ 2147483647 w 762"/>
                      <a:gd name="T65" fmla="*/ 2147483647 h 1338"/>
                      <a:gd name="T66" fmla="*/ 2147483647 w 762"/>
                      <a:gd name="T67" fmla="*/ 2147483647 h 1338"/>
                      <a:gd name="T68" fmla="*/ 2147483647 w 762"/>
                      <a:gd name="T69" fmla="*/ 2147483647 h 1338"/>
                      <a:gd name="T70" fmla="*/ 2147483647 w 762"/>
                      <a:gd name="T71" fmla="*/ 2147483647 h 1338"/>
                      <a:gd name="T72" fmla="*/ 2147483647 w 762"/>
                      <a:gd name="T73" fmla="*/ 2147483647 h 1338"/>
                      <a:gd name="T74" fmla="*/ 2147483647 w 762"/>
                      <a:gd name="T75" fmla="*/ 2147483647 h 1338"/>
                      <a:gd name="T76" fmla="*/ 2147483647 w 762"/>
                      <a:gd name="T77" fmla="*/ 2147483647 h 1338"/>
                      <a:gd name="T78" fmla="*/ 2147483647 w 762"/>
                      <a:gd name="T79" fmla="*/ 2147483647 h 1338"/>
                      <a:gd name="T80" fmla="*/ 2147483647 w 762"/>
                      <a:gd name="T81" fmla="*/ 2147483647 h 1338"/>
                      <a:gd name="T82" fmla="*/ 2147483647 w 762"/>
                      <a:gd name="T83" fmla="*/ 2147483647 h 1338"/>
                      <a:gd name="T84" fmla="*/ 2147483647 w 762"/>
                      <a:gd name="T85" fmla="*/ 2147483647 h 1338"/>
                      <a:gd name="T86" fmla="*/ 2147483647 w 762"/>
                      <a:gd name="T87" fmla="*/ 2147483647 h 1338"/>
                      <a:gd name="T88" fmla="*/ 2147483647 w 762"/>
                      <a:gd name="T89" fmla="*/ 2147483647 h 1338"/>
                      <a:gd name="T90" fmla="*/ 2147483647 w 762"/>
                      <a:gd name="T91" fmla="*/ 2147483647 h 1338"/>
                      <a:gd name="T92" fmla="*/ 2147483647 w 762"/>
                      <a:gd name="T93" fmla="*/ 2147483647 h 1338"/>
                      <a:gd name="T94" fmla="*/ 2147483647 w 762"/>
                      <a:gd name="T95" fmla="*/ 2147483647 h 1338"/>
                      <a:gd name="T96" fmla="*/ 2147483647 w 762"/>
                      <a:gd name="T97" fmla="*/ 2147483647 h 1338"/>
                      <a:gd name="T98" fmla="*/ 2147483647 w 762"/>
                      <a:gd name="T99" fmla="*/ 2147483647 h 1338"/>
                      <a:gd name="T100" fmla="*/ 2147483647 w 762"/>
                      <a:gd name="T101" fmla="*/ 2147483647 h 1338"/>
                      <a:gd name="T102" fmla="*/ 2147483647 w 762"/>
                      <a:gd name="T103" fmla="*/ 2147483647 h 1338"/>
                      <a:gd name="T104" fmla="*/ 2147483647 w 762"/>
                      <a:gd name="T105" fmla="*/ 2147483647 h 1338"/>
                      <a:gd name="T106" fmla="*/ 2147483647 w 762"/>
                      <a:gd name="T107" fmla="*/ 2147483647 h 1338"/>
                      <a:gd name="T108" fmla="*/ 2147483647 w 762"/>
                      <a:gd name="T109" fmla="*/ 2147483647 h 1338"/>
                      <a:gd name="T110" fmla="*/ 2147483647 w 762"/>
                      <a:gd name="T111" fmla="*/ 2147483647 h 1338"/>
                      <a:gd name="T112" fmla="*/ 2147483647 w 762"/>
                      <a:gd name="T113" fmla="*/ 2147483647 h 1338"/>
                      <a:gd name="T114" fmla="*/ 2147483647 w 762"/>
                      <a:gd name="T115" fmla="*/ 2147483647 h 1338"/>
                      <a:gd name="T116" fmla="*/ 2147483647 w 762"/>
                      <a:gd name="T117" fmla="*/ 2147483647 h 1338"/>
                      <a:gd name="T118" fmla="*/ 2147483647 w 762"/>
                      <a:gd name="T119" fmla="*/ 2147483647 h 1338"/>
                      <a:gd name="T120" fmla="*/ 2147483647 w 762"/>
                      <a:gd name="T121" fmla="*/ 2147483647 h 1338"/>
                      <a:gd name="T122" fmla="*/ 2147483647 w 762"/>
                      <a:gd name="T123" fmla="*/ 2147483647 h 133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762"/>
                      <a:gd name="T187" fmla="*/ 0 h 1338"/>
                      <a:gd name="T188" fmla="*/ 762 w 762"/>
                      <a:gd name="T189" fmla="*/ 1338 h 133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762" h="1338">
                        <a:moveTo>
                          <a:pt x="762" y="342"/>
                        </a:moveTo>
                        <a:lnTo>
                          <a:pt x="762" y="324"/>
                        </a:lnTo>
                        <a:lnTo>
                          <a:pt x="756" y="318"/>
                        </a:lnTo>
                        <a:lnTo>
                          <a:pt x="744" y="318"/>
                        </a:lnTo>
                        <a:lnTo>
                          <a:pt x="744" y="258"/>
                        </a:lnTo>
                        <a:lnTo>
                          <a:pt x="732" y="246"/>
                        </a:lnTo>
                        <a:lnTo>
                          <a:pt x="750" y="234"/>
                        </a:lnTo>
                        <a:lnTo>
                          <a:pt x="738" y="186"/>
                        </a:lnTo>
                        <a:lnTo>
                          <a:pt x="750" y="156"/>
                        </a:lnTo>
                        <a:lnTo>
                          <a:pt x="738" y="120"/>
                        </a:lnTo>
                        <a:lnTo>
                          <a:pt x="738" y="108"/>
                        </a:lnTo>
                        <a:lnTo>
                          <a:pt x="750" y="72"/>
                        </a:lnTo>
                        <a:lnTo>
                          <a:pt x="756" y="42"/>
                        </a:lnTo>
                        <a:lnTo>
                          <a:pt x="756" y="12"/>
                        </a:lnTo>
                        <a:lnTo>
                          <a:pt x="744" y="0"/>
                        </a:lnTo>
                        <a:lnTo>
                          <a:pt x="666" y="54"/>
                        </a:lnTo>
                        <a:lnTo>
                          <a:pt x="636" y="60"/>
                        </a:lnTo>
                        <a:lnTo>
                          <a:pt x="630" y="60"/>
                        </a:lnTo>
                        <a:lnTo>
                          <a:pt x="618" y="72"/>
                        </a:lnTo>
                        <a:lnTo>
                          <a:pt x="606" y="78"/>
                        </a:lnTo>
                        <a:lnTo>
                          <a:pt x="594" y="78"/>
                        </a:lnTo>
                        <a:lnTo>
                          <a:pt x="594" y="72"/>
                        </a:lnTo>
                        <a:lnTo>
                          <a:pt x="588" y="66"/>
                        </a:lnTo>
                        <a:lnTo>
                          <a:pt x="564" y="66"/>
                        </a:lnTo>
                        <a:lnTo>
                          <a:pt x="558" y="72"/>
                        </a:lnTo>
                        <a:lnTo>
                          <a:pt x="552" y="84"/>
                        </a:lnTo>
                        <a:lnTo>
                          <a:pt x="540" y="90"/>
                        </a:lnTo>
                        <a:lnTo>
                          <a:pt x="528" y="102"/>
                        </a:lnTo>
                        <a:lnTo>
                          <a:pt x="510" y="102"/>
                        </a:lnTo>
                        <a:lnTo>
                          <a:pt x="498" y="96"/>
                        </a:lnTo>
                        <a:lnTo>
                          <a:pt x="492" y="90"/>
                        </a:lnTo>
                        <a:lnTo>
                          <a:pt x="486" y="90"/>
                        </a:lnTo>
                        <a:lnTo>
                          <a:pt x="468" y="108"/>
                        </a:lnTo>
                        <a:lnTo>
                          <a:pt x="456" y="108"/>
                        </a:lnTo>
                        <a:lnTo>
                          <a:pt x="450" y="102"/>
                        </a:lnTo>
                        <a:lnTo>
                          <a:pt x="438" y="96"/>
                        </a:lnTo>
                        <a:lnTo>
                          <a:pt x="432" y="84"/>
                        </a:lnTo>
                        <a:lnTo>
                          <a:pt x="420" y="78"/>
                        </a:lnTo>
                        <a:lnTo>
                          <a:pt x="408" y="78"/>
                        </a:lnTo>
                        <a:lnTo>
                          <a:pt x="396" y="90"/>
                        </a:lnTo>
                        <a:lnTo>
                          <a:pt x="390" y="90"/>
                        </a:lnTo>
                        <a:lnTo>
                          <a:pt x="384" y="96"/>
                        </a:lnTo>
                        <a:lnTo>
                          <a:pt x="354" y="96"/>
                        </a:lnTo>
                        <a:lnTo>
                          <a:pt x="354" y="114"/>
                        </a:lnTo>
                        <a:lnTo>
                          <a:pt x="330" y="138"/>
                        </a:lnTo>
                        <a:lnTo>
                          <a:pt x="330" y="150"/>
                        </a:lnTo>
                        <a:lnTo>
                          <a:pt x="342" y="162"/>
                        </a:lnTo>
                        <a:lnTo>
                          <a:pt x="348" y="174"/>
                        </a:lnTo>
                        <a:lnTo>
                          <a:pt x="348" y="204"/>
                        </a:lnTo>
                        <a:lnTo>
                          <a:pt x="342" y="216"/>
                        </a:lnTo>
                        <a:lnTo>
                          <a:pt x="336" y="234"/>
                        </a:lnTo>
                        <a:lnTo>
                          <a:pt x="336" y="246"/>
                        </a:lnTo>
                        <a:lnTo>
                          <a:pt x="342" y="246"/>
                        </a:lnTo>
                        <a:lnTo>
                          <a:pt x="342" y="252"/>
                        </a:lnTo>
                        <a:lnTo>
                          <a:pt x="348" y="252"/>
                        </a:lnTo>
                        <a:lnTo>
                          <a:pt x="372" y="276"/>
                        </a:lnTo>
                        <a:lnTo>
                          <a:pt x="384" y="300"/>
                        </a:lnTo>
                        <a:lnTo>
                          <a:pt x="390" y="306"/>
                        </a:lnTo>
                        <a:lnTo>
                          <a:pt x="396" y="318"/>
                        </a:lnTo>
                        <a:lnTo>
                          <a:pt x="408" y="336"/>
                        </a:lnTo>
                        <a:lnTo>
                          <a:pt x="420" y="348"/>
                        </a:lnTo>
                        <a:lnTo>
                          <a:pt x="420" y="366"/>
                        </a:lnTo>
                        <a:lnTo>
                          <a:pt x="414" y="372"/>
                        </a:lnTo>
                        <a:lnTo>
                          <a:pt x="408" y="384"/>
                        </a:lnTo>
                        <a:lnTo>
                          <a:pt x="402" y="390"/>
                        </a:lnTo>
                        <a:lnTo>
                          <a:pt x="402" y="450"/>
                        </a:lnTo>
                        <a:lnTo>
                          <a:pt x="396" y="456"/>
                        </a:lnTo>
                        <a:lnTo>
                          <a:pt x="372" y="456"/>
                        </a:lnTo>
                        <a:lnTo>
                          <a:pt x="360" y="462"/>
                        </a:lnTo>
                        <a:lnTo>
                          <a:pt x="354" y="474"/>
                        </a:lnTo>
                        <a:lnTo>
                          <a:pt x="354" y="492"/>
                        </a:lnTo>
                        <a:lnTo>
                          <a:pt x="360" y="492"/>
                        </a:lnTo>
                        <a:lnTo>
                          <a:pt x="366" y="498"/>
                        </a:lnTo>
                        <a:lnTo>
                          <a:pt x="366" y="528"/>
                        </a:lnTo>
                        <a:lnTo>
                          <a:pt x="354" y="534"/>
                        </a:lnTo>
                        <a:lnTo>
                          <a:pt x="348" y="540"/>
                        </a:lnTo>
                        <a:lnTo>
                          <a:pt x="342" y="534"/>
                        </a:lnTo>
                        <a:lnTo>
                          <a:pt x="342" y="522"/>
                        </a:lnTo>
                        <a:lnTo>
                          <a:pt x="348" y="516"/>
                        </a:lnTo>
                        <a:lnTo>
                          <a:pt x="348" y="504"/>
                        </a:lnTo>
                        <a:lnTo>
                          <a:pt x="336" y="498"/>
                        </a:lnTo>
                        <a:lnTo>
                          <a:pt x="330" y="492"/>
                        </a:lnTo>
                        <a:lnTo>
                          <a:pt x="318" y="486"/>
                        </a:lnTo>
                        <a:lnTo>
                          <a:pt x="312" y="480"/>
                        </a:lnTo>
                        <a:lnTo>
                          <a:pt x="300" y="474"/>
                        </a:lnTo>
                        <a:lnTo>
                          <a:pt x="300" y="444"/>
                        </a:lnTo>
                        <a:lnTo>
                          <a:pt x="288" y="444"/>
                        </a:lnTo>
                        <a:lnTo>
                          <a:pt x="288" y="438"/>
                        </a:lnTo>
                        <a:lnTo>
                          <a:pt x="294" y="432"/>
                        </a:lnTo>
                        <a:lnTo>
                          <a:pt x="306" y="426"/>
                        </a:lnTo>
                        <a:lnTo>
                          <a:pt x="312" y="420"/>
                        </a:lnTo>
                        <a:lnTo>
                          <a:pt x="300" y="402"/>
                        </a:lnTo>
                        <a:lnTo>
                          <a:pt x="312" y="396"/>
                        </a:lnTo>
                        <a:lnTo>
                          <a:pt x="318" y="366"/>
                        </a:lnTo>
                        <a:lnTo>
                          <a:pt x="312" y="366"/>
                        </a:lnTo>
                        <a:lnTo>
                          <a:pt x="312" y="330"/>
                        </a:lnTo>
                        <a:lnTo>
                          <a:pt x="306" y="324"/>
                        </a:lnTo>
                        <a:lnTo>
                          <a:pt x="288" y="324"/>
                        </a:lnTo>
                        <a:lnTo>
                          <a:pt x="282" y="330"/>
                        </a:lnTo>
                        <a:lnTo>
                          <a:pt x="252" y="330"/>
                        </a:lnTo>
                        <a:lnTo>
                          <a:pt x="222" y="282"/>
                        </a:lnTo>
                        <a:lnTo>
                          <a:pt x="216" y="282"/>
                        </a:lnTo>
                        <a:lnTo>
                          <a:pt x="210" y="288"/>
                        </a:lnTo>
                        <a:lnTo>
                          <a:pt x="192" y="294"/>
                        </a:lnTo>
                        <a:lnTo>
                          <a:pt x="180" y="300"/>
                        </a:lnTo>
                        <a:lnTo>
                          <a:pt x="162" y="312"/>
                        </a:lnTo>
                        <a:lnTo>
                          <a:pt x="138" y="324"/>
                        </a:lnTo>
                        <a:lnTo>
                          <a:pt x="132" y="324"/>
                        </a:lnTo>
                        <a:lnTo>
                          <a:pt x="120" y="330"/>
                        </a:lnTo>
                        <a:lnTo>
                          <a:pt x="102" y="336"/>
                        </a:lnTo>
                        <a:lnTo>
                          <a:pt x="84" y="336"/>
                        </a:lnTo>
                        <a:lnTo>
                          <a:pt x="72" y="342"/>
                        </a:lnTo>
                        <a:lnTo>
                          <a:pt x="60" y="342"/>
                        </a:lnTo>
                        <a:lnTo>
                          <a:pt x="42" y="360"/>
                        </a:lnTo>
                        <a:lnTo>
                          <a:pt x="12" y="360"/>
                        </a:lnTo>
                        <a:lnTo>
                          <a:pt x="0" y="372"/>
                        </a:lnTo>
                        <a:lnTo>
                          <a:pt x="18" y="390"/>
                        </a:lnTo>
                        <a:lnTo>
                          <a:pt x="24" y="444"/>
                        </a:lnTo>
                        <a:lnTo>
                          <a:pt x="84" y="444"/>
                        </a:lnTo>
                        <a:lnTo>
                          <a:pt x="96" y="462"/>
                        </a:lnTo>
                        <a:lnTo>
                          <a:pt x="114" y="462"/>
                        </a:lnTo>
                        <a:lnTo>
                          <a:pt x="132" y="486"/>
                        </a:lnTo>
                        <a:lnTo>
                          <a:pt x="138" y="486"/>
                        </a:lnTo>
                        <a:lnTo>
                          <a:pt x="150" y="480"/>
                        </a:lnTo>
                        <a:lnTo>
                          <a:pt x="162" y="480"/>
                        </a:lnTo>
                        <a:lnTo>
                          <a:pt x="180" y="498"/>
                        </a:lnTo>
                        <a:lnTo>
                          <a:pt x="192" y="498"/>
                        </a:lnTo>
                        <a:lnTo>
                          <a:pt x="204" y="510"/>
                        </a:lnTo>
                        <a:lnTo>
                          <a:pt x="204" y="516"/>
                        </a:lnTo>
                        <a:lnTo>
                          <a:pt x="198" y="528"/>
                        </a:lnTo>
                        <a:lnTo>
                          <a:pt x="192" y="534"/>
                        </a:lnTo>
                        <a:lnTo>
                          <a:pt x="204" y="552"/>
                        </a:lnTo>
                        <a:lnTo>
                          <a:pt x="192" y="564"/>
                        </a:lnTo>
                        <a:lnTo>
                          <a:pt x="204" y="576"/>
                        </a:lnTo>
                        <a:lnTo>
                          <a:pt x="198" y="582"/>
                        </a:lnTo>
                        <a:lnTo>
                          <a:pt x="198" y="588"/>
                        </a:lnTo>
                        <a:lnTo>
                          <a:pt x="192" y="594"/>
                        </a:lnTo>
                        <a:lnTo>
                          <a:pt x="192" y="606"/>
                        </a:lnTo>
                        <a:lnTo>
                          <a:pt x="204" y="630"/>
                        </a:lnTo>
                        <a:lnTo>
                          <a:pt x="204" y="642"/>
                        </a:lnTo>
                        <a:lnTo>
                          <a:pt x="198" y="648"/>
                        </a:lnTo>
                        <a:lnTo>
                          <a:pt x="198" y="654"/>
                        </a:lnTo>
                        <a:lnTo>
                          <a:pt x="192" y="654"/>
                        </a:lnTo>
                        <a:lnTo>
                          <a:pt x="192" y="666"/>
                        </a:lnTo>
                        <a:lnTo>
                          <a:pt x="174" y="678"/>
                        </a:lnTo>
                        <a:lnTo>
                          <a:pt x="192" y="702"/>
                        </a:lnTo>
                        <a:lnTo>
                          <a:pt x="174" y="720"/>
                        </a:lnTo>
                        <a:lnTo>
                          <a:pt x="174" y="732"/>
                        </a:lnTo>
                        <a:lnTo>
                          <a:pt x="198" y="756"/>
                        </a:lnTo>
                        <a:lnTo>
                          <a:pt x="198" y="762"/>
                        </a:lnTo>
                        <a:lnTo>
                          <a:pt x="192" y="774"/>
                        </a:lnTo>
                        <a:lnTo>
                          <a:pt x="180" y="786"/>
                        </a:lnTo>
                        <a:lnTo>
                          <a:pt x="180" y="798"/>
                        </a:lnTo>
                        <a:lnTo>
                          <a:pt x="168" y="810"/>
                        </a:lnTo>
                        <a:lnTo>
                          <a:pt x="156" y="816"/>
                        </a:lnTo>
                        <a:lnTo>
                          <a:pt x="156" y="846"/>
                        </a:lnTo>
                        <a:lnTo>
                          <a:pt x="144" y="858"/>
                        </a:lnTo>
                        <a:lnTo>
                          <a:pt x="156" y="876"/>
                        </a:lnTo>
                        <a:lnTo>
                          <a:pt x="138" y="882"/>
                        </a:lnTo>
                        <a:lnTo>
                          <a:pt x="72" y="966"/>
                        </a:lnTo>
                        <a:lnTo>
                          <a:pt x="72" y="996"/>
                        </a:lnTo>
                        <a:lnTo>
                          <a:pt x="78" y="1014"/>
                        </a:lnTo>
                        <a:lnTo>
                          <a:pt x="78" y="1032"/>
                        </a:lnTo>
                        <a:lnTo>
                          <a:pt x="84" y="1044"/>
                        </a:lnTo>
                        <a:lnTo>
                          <a:pt x="84" y="1062"/>
                        </a:lnTo>
                        <a:lnTo>
                          <a:pt x="114" y="1122"/>
                        </a:lnTo>
                        <a:lnTo>
                          <a:pt x="114" y="1212"/>
                        </a:lnTo>
                        <a:lnTo>
                          <a:pt x="90" y="1248"/>
                        </a:lnTo>
                        <a:lnTo>
                          <a:pt x="114" y="1248"/>
                        </a:lnTo>
                        <a:lnTo>
                          <a:pt x="108" y="1260"/>
                        </a:lnTo>
                        <a:lnTo>
                          <a:pt x="108" y="1284"/>
                        </a:lnTo>
                        <a:lnTo>
                          <a:pt x="114" y="1290"/>
                        </a:lnTo>
                        <a:lnTo>
                          <a:pt x="120" y="1290"/>
                        </a:lnTo>
                        <a:lnTo>
                          <a:pt x="126" y="1314"/>
                        </a:lnTo>
                        <a:lnTo>
                          <a:pt x="144" y="1314"/>
                        </a:lnTo>
                        <a:lnTo>
                          <a:pt x="156" y="1326"/>
                        </a:lnTo>
                        <a:lnTo>
                          <a:pt x="162" y="1338"/>
                        </a:lnTo>
                        <a:lnTo>
                          <a:pt x="168" y="1320"/>
                        </a:lnTo>
                        <a:lnTo>
                          <a:pt x="168" y="1284"/>
                        </a:lnTo>
                        <a:lnTo>
                          <a:pt x="162" y="1272"/>
                        </a:lnTo>
                        <a:lnTo>
                          <a:pt x="156" y="1266"/>
                        </a:lnTo>
                        <a:lnTo>
                          <a:pt x="150" y="1266"/>
                        </a:lnTo>
                        <a:lnTo>
                          <a:pt x="150" y="1242"/>
                        </a:lnTo>
                        <a:lnTo>
                          <a:pt x="162" y="1230"/>
                        </a:lnTo>
                        <a:lnTo>
                          <a:pt x="222" y="1188"/>
                        </a:lnTo>
                        <a:lnTo>
                          <a:pt x="276" y="1158"/>
                        </a:lnTo>
                        <a:lnTo>
                          <a:pt x="294" y="1146"/>
                        </a:lnTo>
                        <a:lnTo>
                          <a:pt x="312" y="1140"/>
                        </a:lnTo>
                        <a:lnTo>
                          <a:pt x="330" y="1128"/>
                        </a:lnTo>
                        <a:lnTo>
                          <a:pt x="342" y="1122"/>
                        </a:lnTo>
                        <a:lnTo>
                          <a:pt x="360" y="1104"/>
                        </a:lnTo>
                        <a:lnTo>
                          <a:pt x="360" y="1080"/>
                        </a:lnTo>
                        <a:lnTo>
                          <a:pt x="354" y="1080"/>
                        </a:lnTo>
                        <a:lnTo>
                          <a:pt x="354" y="1086"/>
                        </a:lnTo>
                        <a:lnTo>
                          <a:pt x="348" y="1080"/>
                        </a:lnTo>
                        <a:lnTo>
                          <a:pt x="342" y="1080"/>
                        </a:lnTo>
                        <a:lnTo>
                          <a:pt x="342" y="1068"/>
                        </a:lnTo>
                        <a:lnTo>
                          <a:pt x="366" y="1020"/>
                        </a:lnTo>
                        <a:lnTo>
                          <a:pt x="366" y="990"/>
                        </a:lnTo>
                        <a:lnTo>
                          <a:pt x="360" y="984"/>
                        </a:lnTo>
                        <a:lnTo>
                          <a:pt x="360" y="978"/>
                        </a:lnTo>
                        <a:lnTo>
                          <a:pt x="372" y="948"/>
                        </a:lnTo>
                        <a:lnTo>
                          <a:pt x="366" y="942"/>
                        </a:lnTo>
                        <a:lnTo>
                          <a:pt x="348" y="960"/>
                        </a:lnTo>
                        <a:lnTo>
                          <a:pt x="354" y="918"/>
                        </a:lnTo>
                        <a:lnTo>
                          <a:pt x="348" y="906"/>
                        </a:lnTo>
                        <a:lnTo>
                          <a:pt x="336" y="900"/>
                        </a:lnTo>
                        <a:lnTo>
                          <a:pt x="330" y="888"/>
                        </a:lnTo>
                        <a:lnTo>
                          <a:pt x="330" y="870"/>
                        </a:lnTo>
                        <a:lnTo>
                          <a:pt x="336" y="858"/>
                        </a:lnTo>
                        <a:lnTo>
                          <a:pt x="336" y="834"/>
                        </a:lnTo>
                        <a:lnTo>
                          <a:pt x="324" y="822"/>
                        </a:lnTo>
                        <a:lnTo>
                          <a:pt x="318" y="822"/>
                        </a:lnTo>
                        <a:lnTo>
                          <a:pt x="312" y="816"/>
                        </a:lnTo>
                        <a:lnTo>
                          <a:pt x="312" y="792"/>
                        </a:lnTo>
                        <a:lnTo>
                          <a:pt x="318" y="780"/>
                        </a:lnTo>
                        <a:lnTo>
                          <a:pt x="324" y="762"/>
                        </a:lnTo>
                        <a:lnTo>
                          <a:pt x="336" y="750"/>
                        </a:lnTo>
                        <a:lnTo>
                          <a:pt x="372" y="732"/>
                        </a:lnTo>
                        <a:lnTo>
                          <a:pt x="378" y="726"/>
                        </a:lnTo>
                        <a:lnTo>
                          <a:pt x="378" y="714"/>
                        </a:lnTo>
                        <a:lnTo>
                          <a:pt x="390" y="690"/>
                        </a:lnTo>
                        <a:lnTo>
                          <a:pt x="396" y="684"/>
                        </a:lnTo>
                        <a:lnTo>
                          <a:pt x="402" y="684"/>
                        </a:lnTo>
                        <a:lnTo>
                          <a:pt x="414" y="678"/>
                        </a:lnTo>
                        <a:lnTo>
                          <a:pt x="420" y="678"/>
                        </a:lnTo>
                        <a:lnTo>
                          <a:pt x="426" y="672"/>
                        </a:lnTo>
                        <a:lnTo>
                          <a:pt x="450" y="660"/>
                        </a:lnTo>
                        <a:lnTo>
                          <a:pt x="462" y="648"/>
                        </a:lnTo>
                        <a:lnTo>
                          <a:pt x="474" y="612"/>
                        </a:lnTo>
                        <a:lnTo>
                          <a:pt x="498" y="576"/>
                        </a:lnTo>
                        <a:lnTo>
                          <a:pt x="522" y="564"/>
                        </a:lnTo>
                        <a:lnTo>
                          <a:pt x="558" y="552"/>
                        </a:lnTo>
                        <a:lnTo>
                          <a:pt x="600" y="534"/>
                        </a:lnTo>
                        <a:lnTo>
                          <a:pt x="624" y="522"/>
                        </a:lnTo>
                        <a:lnTo>
                          <a:pt x="630" y="516"/>
                        </a:lnTo>
                        <a:lnTo>
                          <a:pt x="666" y="498"/>
                        </a:lnTo>
                        <a:lnTo>
                          <a:pt x="672" y="492"/>
                        </a:lnTo>
                        <a:lnTo>
                          <a:pt x="684" y="486"/>
                        </a:lnTo>
                        <a:lnTo>
                          <a:pt x="684" y="474"/>
                        </a:lnTo>
                        <a:lnTo>
                          <a:pt x="714" y="444"/>
                        </a:lnTo>
                        <a:lnTo>
                          <a:pt x="714" y="432"/>
                        </a:lnTo>
                        <a:lnTo>
                          <a:pt x="720" y="420"/>
                        </a:lnTo>
                        <a:lnTo>
                          <a:pt x="732" y="414"/>
                        </a:lnTo>
                        <a:lnTo>
                          <a:pt x="738" y="402"/>
                        </a:lnTo>
                        <a:lnTo>
                          <a:pt x="744" y="396"/>
                        </a:lnTo>
                        <a:lnTo>
                          <a:pt x="744" y="378"/>
                        </a:lnTo>
                        <a:lnTo>
                          <a:pt x="750" y="372"/>
                        </a:lnTo>
                        <a:lnTo>
                          <a:pt x="762" y="348"/>
                        </a:lnTo>
                        <a:lnTo>
                          <a:pt x="762" y="34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76" name="Morocco" descr="© INSCALE GmbH, 05.05.2010&#10;http://www.presentationload.com/">
                    <a:extLst>
                      <a:ext uri="{FF2B5EF4-FFF2-40B4-BE49-F238E27FC236}">
                        <a16:creationId xmlns:a16="http://schemas.microsoft.com/office/drawing/2014/main" id="{E3B5D57E-1837-0BF3-1F97-C9A5C591A2E9}"/>
                      </a:ext>
                    </a:extLst>
                  </p:cNvPr>
                  <p:cNvSpPr>
                    <a:spLocks/>
                  </p:cNvSpPr>
                  <p:nvPr/>
                </p:nvSpPr>
                <p:spPr bwMode="gray">
                  <a:xfrm>
                    <a:off x="2430" y="1836"/>
                    <a:ext cx="216" cy="167"/>
                  </a:xfrm>
                  <a:custGeom>
                    <a:avLst/>
                    <a:gdLst>
                      <a:gd name="T0" fmla="*/ 2147483647 w 846"/>
                      <a:gd name="T1" fmla="*/ 2147483647 h 660"/>
                      <a:gd name="T2" fmla="*/ 2147483647 w 846"/>
                      <a:gd name="T3" fmla="*/ 2147483647 h 660"/>
                      <a:gd name="T4" fmla="*/ 2147483647 w 846"/>
                      <a:gd name="T5" fmla="*/ 2147483647 h 660"/>
                      <a:gd name="T6" fmla="*/ 2147483647 w 846"/>
                      <a:gd name="T7" fmla="*/ 2147483647 h 660"/>
                      <a:gd name="T8" fmla="*/ 2147483647 w 846"/>
                      <a:gd name="T9" fmla="*/ 2147483647 h 660"/>
                      <a:gd name="T10" fmla="*/ 2147483647 w 846"/>
                      <a:gd name="T11" fmla="*/ 2147483647 h 660"/>
                      <a:gd name="T12" fmla="*/ 2147483647 w 846"/>
                      <a:gd name="T13" fmla="*/ 2147483647 h 660"/>
                      <a:gd name="T14" fmla="*/ 2147483647 w 846"/>
                      <a:gd name="T15" fmla="*/ 2147483647 h 660"/>
                      <a:gd name="T16" fmla="*/ 2147483647 w 846"/>
                      <a:gd name="T17" fmla="*/ 2147483647 h 660"/>
                      <a:gd name="T18" fmla="*/ 2147483647 w 846"/>
                      <a:gd name="T19" fmla="*/ 0 h 660"/>
                      <a:gd name="T20" fmla="*/ 2147483647 w 846"/>
                      <a:gd name="T21" fmla="*/ 2147483647 h 660"/>
                      <a:gd name="T22" fmla="*/ 2147483647 w 846"/>
                      <a:gd name="T23" fmla="*/ 2147483647 h 660"/>
                      <a:gd name="T24" fmla="*/ 2147483647 w 846"/>
                      <a:gd name="T25" fmla="*/ 2147483647 h 660"/>
                      <a:gd name="T26" fmla="*/ 2147483647 w 846"/>
                      <a:gd name="T27" fmla="*/ 2147483647 h 660"/>
                      <a:gd name="T28" fmla="*/ 2147483647 w 846"/>
                      <a:gd name="T29" fmla="*/ 2147483647 h 660"/>
                      <a:gd name="T30" fmla="*/ 2147483647 w 846"/>
                      <a:gd name="T31" fmla="*/ 2147483647 h 660"/>
                      <a:gd name="T32" fmla="*/ 2147483647 w 846"/>
                      <a:gd name="T33" fmla="*/ 2147483647 h 660"/>
                      <a:gd name="T34" fmla="*/ 2147483647 w 846"/>
                      <a:gd name="T35" fmla="*/ 2147483647 h 660"/>
                      <a:gd name="T36" fmla="*/ 2147483647 w 846"/>
                      <a:gd name="T37" fmla="*/ 2147483647 h 660"/>
                      <a:gd name="T38" fmla="*/ 2147483647 w 846"/>
                      <a:gd name="T39" fmla="*/ 2147483647 h 660"/>
                      <a:gd name="T40" fmla="*/ 2147483647 w 846"/>
                      <a:gd name="T41" fmla="*/ 2147483647 h 660"/>
                      <a:gd name="T42" fmla="*/ 2147483647 w 846"/>
                      <a:gd name="T43" fmla="*/ 2147483647 h 660"/>
                      <a:gd name="T44" fmla="*/ 2147483647 w 846"/>
                      <a:gd name="T45" fmla="*/ 2147483647 h 660"/>
                      <a:gd name="T46" fmla="*/ 2147483647 w 846"/>
                      <a:gd name="T47" fmla="*/ 2147483647 h 660"/>
                      <a:gd name="T48" fmla="*/ 2147483647 w 846"/>
                      <a:gd name="T49" fmla="*/ 2147483647 h 660"/>
                      <a:gd name="T50" fmla="*/ 2147483647 w 846"/>
                      <a:gd name="T51" fmla="*/ 2147483647 h 660"/>
                      <a:gd name="T52" fmla="*/ 2147483647 w 846"/>
                      <a:gd name="T53" fmla="*/ 2147483647 h 660"/>
                      <a:gd name="T54" fmla="*/ 2147483647 w 846"/>
                      <a:gd name="T55" fmla="*/ 2147483647 h 660"/>
                      <a:gd name="T56" fmla="*/ 2147483647 w 846"/>
                      <a:gd name="T57" fmla="*/ 2147483647 h 660"/>
                      <a:gd name="T58" fmla="*/ 2147483647 w 846"/>
                      <a:gd name="T59" fmla="*/ 2147483647 h 660"/>
                      <a:gd name="T60" fmla="*/ 2147483647 w 846"/>
                      <a:gd name="T61" fmla="*/ 2147483647 h 660"/>
                      <a:gd name="T62" fmla="*/ 2147483647 w 846"/>
                      <a:gd name="T63" fmla="*/ 2147483647 h 660"/>
                      <a:gd name="T64" fmla="*/ 2147483647 w 846"/>
                      <a:gd name="T65" fmla="*/ 2147483647 h 660"/>
                      <a:gd name="T66" fmla="*/ 2147483647 w 846"/>
                      <a:gd name="T67" fmla="*/ 2147483647 h 660"/>
                      <a:gd name="T68" fmla="*/ 2147483647 w 846"/>
                      <a:gd name="T69" fmla="*/ 2147483647 h 660"/>
                      <a:gd name="T70" fmla="*/ 2147483647 w 846"/>
                      <a:gd name="T71" fmla="*/ 2147483647 h 660"/>
                      <a:gd name="T72" fmla="*/ 2147483647 w 846"/>
                      <a:gd name="T73" fmla="*/ 2147483647 h 660"/>
                      <a:gd name="T74" fmla="*/ 2147483647 w 846"/>
                      <a:gd name="T75" fmla="*/ 2147483647 h 660"/>
                      <a:gd name="T76" fmla="*/ 2147483647 w 846"/>
                      <a:gd name="T77" fmla="*/ 2147483647 h 660"/>
                      <a:gd name="T78" fmla="*/ 2147483647 w 846"/>
                      <a:gd name="T79" fmla="*/ 2147483647 h 660"/>
                      <a:gd name="T80" fmla="*/ 2147483647 w 846"/>
                      <a:gd name="T81" fmla="*/ 2147483647 h 660"/>
                      <a:gd name="T82" fmla="*/ 2147483647 w 846"/>
                      <a:gd name="T83" fmla="*/ 2147483647 h 660"/>
                      <a:gd name="T84" fmla="*/ 2147483647 w 846"/>
                      <a:gd name="T85" fmla="*/ 2147483647 h 660"/>
                      <a:gd name="T86" fmla="*/ 2147483647 w 846"/>
                      <a:gd name="T87" fmla="*/ 2147483647 h 660"/>
                      <a:gd name="T88" fmla="*/ 2147483647 w 846"/>
                      <a:gd name="T89" fmla="*/ 2147483647 h 660"/>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846"/>
                      <a:gd name="T136" fmla="*/ 0 h 660"/>
                      <a:gd name="T137" fmla="*/ 846 w 846"/>
                      <a:gd name="T138" fmla="*/ 660 h 660"/>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846" h="660">
                        <a:moveTo>
                          <a:pt x="822" y="246"/>
                        </a:moveTo>
                        <a:lnTo>
                          <a:pt x="822" y="216"/>
                        </a:lnTo>
                        <a:lnTo>
                          <a:pt x="804" y="216"/>
                        </a:lnTo>
                        <a:lnTo>
                          <a:pt x="816" y="186"/>
                        </a:lnTo>
                        <a:lnTo>
                          <a:pt x="804" y="168"/>
                        </a:lnTo>
                        <a:lnTo>
                          <a:pt x="810" y="102"/>
                        </a:lnTo>
                        <a:lnTo>
                          <a:pt x="798" y="102"/>
                        </a:lnTo>
                        <a:lnTo>
                          <a:pt x="798" y="90"/>
                        </a:lnTo>
                        <a:lnTo>
                          <a:pt x="804" y="84"/>
                        </a:lnTo>
                        <a:lnTo>
                          <a:pt x="792" y="78"/>
                        </a:lnTo>
                        <a:lnTo>
                          <a:pt x="786" y="66"/>
                        </a:lnTo>
                        <a:lnTo>
                          <a:pt x="780" y="60"/>
                        </a:lnTo>
                        <a:lnTo>
                          <a:pt x="744" y="42"/>
                        </a:lnTo>
                        <a:lnTo>
                          <a:pt x="720" y="42"/>
                        </a:lnTo>
                        <a:lnTo>
                          <a:pt x="708" y="48"/>
                        </a:lnTo>
                        <a:lnTo>
                          <a:pt x="702" y="54"/>
                        </a:lnTo>
                        <a:lnTo>
                          <a:pt x="696" y="54"/>
                        </a:lnTo>
                        <a:lnTo>
                          <a:pt x="690" y="48"/>
                        </a:lnTo>
                        <a:lnTo>
                          <a:pt x="678" y="48"/>
                        </a:lnTo>
                        <a:lnTo>
                          <a:pt x="666" y="42"/>
                        </a:lnTo>
                        <a:lnTo>
                          <a:pt x="654" y="42"/>
                        </a:lnTo>
                        <a:lnTo>
                          <a:pt x="642" y="48"/>
                        </a:lnTo>
                        <a:lnTo>
                          <a:pt x="636" y="54"/>
                        </a:lnTo>
                        <a:lnTo>
                          <a:pt x="624" y="54"/>
                        </a:lnTo>
                        <a:lnTo>
                          <a:pt x="588" y="36"/>
                        </a:lnTo>
                        <a:lnTo>
                          <a:pt x="570" y="18"/>
                        </a:lnTo>
                        <a:lnTo>
                          <a:pt x="564" y="6"/>
                        </a:lnTo>
                        <a:lnTo>
                          <a:pt x="558" y="6"/>
                        </a:lnTo>
                        <a:lnTo>
                          <a:pt x="552" y="0"/>
                        </a:lnTo>
                        <a:lnTo>
                          <a:pt x="528" y="0"/>
                        </a:lnTo>
                        <a:lnTo>
                          <a:pt x="528" y="6"/>
                        </a:lnTo>
                        <a:lnTo>
                          <a:pt x="522" y="12"/>
                        </a:lnTo>
                        <a:lnTo>
                          <a:pt x="522" y="30"/>
                        </a:lnTo>
                        <a:lnTo>
                          <a:pt x="516" y="48"/>
                        </a:lnTo>
                        <a:lnTo>
                          <a:pt x="498" y="84"/>
                        </a:lnTo>
                        <a:lnTo>
                          <a:pt x="492" y="102"/>
                        </a:lnTo>
                        <a:lnTo>
                          <a:pt x="468" y="138"/>
                        </a:lnTo>
                        <a:lnTo>
                          <a:pt x="462" y="150"/>
                        </a:lnTo>
                        <a:lnTo>
                          <a:pt x="450" y="162"/>
                        </a:lnTo>
                        <a:lnTo>
                          <a:pt x="438" y="168"/>
                        </a:lnTo>
                        <a:lnTo>
                          <a:pt x="420" y="168"/>
                        </a:lnTo>
                        <a:lnTo>
                          <a:pt x="408" y="174"/>
                        </a:lnTo>
                        <a:lnTo>
                          <a:pt x="402" y="174"/>
                        </a:lnTo>
                        <a:lnTo>
                          <a:pt x="396" y="180"/>
                        </a:lnTo>
                        <a:lnTo>
                          <a:pt x="384" y="186"/>
                        </a:lnTo>
                        <a:lnTo>
                          <a:pt x="378" y="198"/>
                        </a:lnTo>
                        <a:lnTo>
                          <a:pt x="360" y="192"/>
                        </a:lnTo>
                        <a:lnTo>
                          <a:pt x="330" y="204"/>
                        </a:lnTo>
                        <a:lnTo>
                          <a:pt x="330" y="210"/>
                        </a:lnTo>
                        <a:lnTo>
                          <a:pt x="324" y="216"/>
                        </a:lnTo>
                        <a:lnTo>
                          <a:pt x="324" y="228"/>
                        </a:lnTo>
                        <a:lnTo>
                          <a:pt x="318" y="240"/>
                        </a:lnTo>
                        <a:lnTo>
                          <a:pt x="312" y="240"/>
                        </a:lnTo>
                        <a:lnTo>
                          <a:pt x="288" y="264"/>
                        </a:lnTo>
                        <a:lnTo>
                          <a:pt x="288" y="288"/>
                        </a:lnTo>
                        <a:lnTo>
                          <a:pt x="276" y="312"/>
                        </a:lnTo>
                        <a:lnTo>
                          <a:pt x="264" y="324"/>
                        </a:lnTo>
                        <a:lnTo>
                          <a:pt x="258" y="336"/>
                        </a:lnTo>
                        <a:lnTo>
                          <a:pt x="246" y="354"/>
                        </a:lnTo>
                        <a:lnTo>
                          <a:pt x="246" y="402"/>
                        </a:lnTo>
                        <a:lnTo>
                          <a:pt x="240" y="408"/>
                        </a:lnTo>
                        <a:lnTo>
                          <a:pt x="234" y="408"/>
                        </a:lnTo>
                        <a:lnTo>
                          <a:pt x="234" y="414"/>
                        </a:lnTo>
                        <a:lnTo>
                          <a:pt x="240" y="420"/>
                        </a:lnTo>
                        <a:lnTo>
                          <a:pt x="252" y="420"/>
                        </a:lnTo>
                        <a:lnTo>
                          <a:pt x="252" y="474"/>
                        </a:lnTo>
                        <a:lnTo>
                          <a:pt x="240" y="474"/>
                        </a:lnTo>
                        <a:lnTo>
                          <a:pt x="228" y="480"/>
                        </a:lnTo>
                        <a:lnTo>
                          <a:pt x="192" y="540"/>
                        </a:lnTo>
                        <a:lnTo>
                          <a:pt x="180" y="552"/>
                        </a:lnTo>
                        <a:lnTo>
                          <a:pt x="168" y="552"/>
                        </a:lnTo>
                        <a:lnTo>
                          <a:pt x="162" y="558"/>
                        </a:lnTo>
                        <a:lnTo>
                          <a:pt x="150" y="564"/>
                        </a:lnTo>
                        <a:lnTo>
                          <a:pt x="144" y="576"/>
                        </a:lnTo>
                        <a:lnTo>
                          <a:pt x="132" y="588"/>
                        </a:lnTo>
                        <a:lnTo>
                          <a:pt x="126" y="600"/>
                        </a:lnTo>
                        <a:lnTo>
                          <a:pt x="120" y="606"/>
                        </a:lnTo>
                        <a:lnTo>
                          <a:pt x="84" y="624"/>
                        </a:lnTo>
                        <a:lnTo>
                          <a:pt x="66" y="624"/>
                        </a:lnTo>
                        <a:lnTo>
                          <a:pt x="54" y="630"/>
                        </a:lnTo>
                        <a:lnTo>
                          <a:pt x="48" y="630"/>
                        </a:lnTo>
                        <a:lnTo>
                          <a:pt x="42" y="636"/>
                        </a:lnTo>
                        <a:lnTo>
                          <a:pt x="12" y="636"/>
                        </a:lnTo>
                        <a:lnTo>
                          <a:pt x="6" y="642"/>
                        </a:lnTo>
                        <a:lnTo>
                          <a:pt x="6" y="654"/>
                        </a:lnTo>
                        <a:lnTo>
                          <a:pt x="0" y="660"/>
                        </a:lnTo>
                        <a:lnTo>
                          <a:pt x="312" y="660"/>
                        </a:lnTo>
                        <a:lnTo>
                          <a:pt x="312" y="600"/>
                        </a:lnTo>
                        <a:lnTo>
                          <a:pt x="318" y="570"/>
                        </a:lnTo>
                        <a:lnTo>
                          <a:pt x="330" y="564"/>
                        </a:lnTo>
                        <a:lnTo>
                          <a:pt x="336" y="558"/>
                        </a:lnTo>
                        <a:lnTo>
                          <a:pt x="348" y="552"/>
                        </a:lnTo>
                        <a:lnTo>
                          <a:pt x="378" y="522"/>
                        </a:lnTo>
                        <a:lnTo>
                          <a:pt x="378" y="516"/>
                        </a:lnTo>
                        <a:lnTo>
                          <a:pt x="396" y="516"/>
                        </a:lnTo>
                        <a:lnTo>
                          <a:pt x="426" y="498"/>
                        </a:lnTo>
                        <a:lnTo>
                          <a:pt x="438" y="504"/>
                        </a:lnTo>
                        <a:lnTo>
                          <a:pt x="444" y="510"/>
                        </a:lnTo>
                        <a:lnTo>
                          <a:pt x="456" y="510"/>
                        </a:lnTo>
                        <a:lnTo>
                          <a:pt x="462" y="498"/>
                        </a:lnTo>
                        <a:lnTo>
                          <a:pt x="462" y="492"/>
                        </a:lnTo>
                        <a:lnTo>
                          <a:pt x="486" y="486"/>
                        </a:lnTo>
                        <a:lnTo>
                          <a:pt x="492" y="474"/>
                        </a:lnTo>
                        <a:lnTo>
                          <a:pt x="504" y="474"/>
                        </a:lnTo>
                        <a:lnTo>
                          <a:pt x="516" y="480"/>
                        </a:lnTo>
                        <a:lnTo>
                          <a:pt x="540" y="480"/>
                        </a:lnTo>
                        <a:lnTo>
                          <a:pt x="552" y="468"/>
                        </a:lnTo>
                        <a:lnTo>
                          <a:pt x="564" y="444"/>
                        </a:lnTo>
                        <a:lnTo>
                          <a:pt x="570" y="438"/>
                        </a:lnTo>
                        <a:lnTo>
                          <a:pt x="576" y="426"/>
                        </a:lnTo>
                        <a:lnTo>
                          <a:pt x="618" y="426"/>
                        </a:lnTo>
                        <a:lnTo>
                          <a:pt x="624" y="420"/>
                        </a:lnTo>
                        <a:lnTo>
                          <a:pt x="636" y="414"/>
                        </a:lnTo>
                        <a:lnTo>
                          <a:pt x="648" y="402"/>
                        </a:lnTo>
                        <a:lnTo>
                          <a:pt x="648" y="396"/>
                        </a:lnTo>
                        <a:lnTo>
                          <a:pt x="672" y="384"/>
                        </a:lnTo>
                        <a:lnTo>
                          <a:pt x="660" y="366"/>
                        </a:lnTo>
                        <a:lnTo>
                          <a:pt x="654" y="354"/>
                        </a:lnTo>
                        <a:lnTo>
                          <a:pt x="648" y="348"/>
                        </a:lnTo>
                        <a:lnTo>
                          <a:pt x="648" y="336"/>
                        </a:lnTo>
                        <a:lnTo>
                          <a:pt x="654" y="330"/>
                        </a:lnTo>
                        <a:lnTo>
                          <a:pt x="678" y="330"/>
                        </a:lnTo>
                        <a:lnTo>
                          <a:pt x="690" y="324"/>
                        </a:lnTo>
                        <a:lnTo>
                          <a:pt x="714" y="324"/>
                        </a:lnTo>
                        <a:lnTo>
                          <a:pt x="714" y="312"/>
                        </a:lnTo>
                        <a:lnTo>
                          <a:pt x="720" y="306"/>
                        </a:lnTo>
                        <a:lnTo>
                          <a:pt x="720" y="300"/>
                        </a:lnTo>
                        <a:lnTo>
                          <a:pt x="732" y="300"/>
                        </a:lnTo>
                        <a:lnTo>
                          <a:pt x="738" y="306"/>
                        </a:lnTo>
                        <a:lnTo>
                          <a:pt x="744" y="300"/>
                        </a:lnTo>
                        <a:lnTo>
                          <a:pt x="744" y="294"/>
                        </a:lnTo>
                        <a:lnTo>
                          <a:pt x="762" y="294"/>
                        </a:lnTo>
                        <a:lnTo>
                          <a:pt x="774" y="300"/>
                        </a:lnTo>
                        <a:lnTo>
                          <a:pt x="828" y="294"/>
                        </a:lnTo>
                        <a:lnTo>
                          <a:pt x="828" y="282"/>
                        </a:lnTo>
                        <a:lnTo>
                          <a:pt x="846" y="264"/>
                        </a:lnTo>
                        <a:lnTo>
                          <a:pt x="822" y="246"/>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77" name="Mauritania" descr="© INSCALE GmbH, 05.05.2010&#10;http://www.presentationload.com/">
                    <a:extLst>
                      <a:ext uri="{FF2B5EF4-FFF2-40B4-BE49-F238E27FC236}">
                        <a16:creationId xmlns:a16="http://schemas.microsoft.com/office/drawing/2014/main" id="{2A0AA85C-F083-F3DD-70A2-FC30D6CD952C}"/>
                      </a:ext>
                    </a:extLst>
                  </p:cNvPr>
                  <p:cNvSpPr>
                    <a:spLocks/>
                  </p:cNvSpPr>
                  <p:nvPr/>
                </p:nvSpPr>
                <p:spPr bwMode="gray">
                  <a:xfrm>
                    <a:off x="2358" y="2012"/>
                    <a:ext cx="217" cy="255"/>
                  </a:xfrm>
                  <a:custGeom>
                    <a:avLst/>
                    <a:gdLst>
                      <a:gd name="T0" fmla="*/ 2147483647 w 858"/>
                      <a:gd name="T1" fmla="*/ 2147483647 h 1002"/>
                      <a:gd name="T2" fmla="*/ 2147483647 w 858"/>
                      <a:gd name="T3" fmla="*/ 2147483647 h 1002"/>
                      <a:gd name="T4" fmla="*/ 2147483647 w 858"/>
                      <a:gd name="T5" fmla="*/ 2147483647 h 1002"/>
                      <a:gd name="T6" fmla="*/ 2147483647 w 858"/>
                      <a:gd name="T7" fmla="*/ 2147483647 h 1002"/>
                      <a:gd name="T8" fmla="*/ 2147483647 w 858"/>
                      <a:gd name="T9" fmla="*/ 2147483647 h 1002"/>
                      <a:gd name="T10" fmla="*/ 2147483647 w 858"/>
                      <a:gd name="T11" fmla="*/ 2147483647 h 1002"/>
                      <a:gd name="T12" fmla="*/ 2147483647 w 858"/>
                      <a:gd name="T13" fmla="*/ 2147483647 h 1002"/>
                      <a:gd name="T14" fmla="*/ 2147483647 w 858"/>
                      <a:gd name="T15" fmla="*/ 2147483647 h 1002"/>
                      <a:gd name="T16" fmla="*/ 2147483647 w 858"/>
                      <a:gd name="T17" fmla="*/ 2147483647 h 1002"/>
                      <a:gd name="T18" fmla="*/ 2147483647 w 858"/>
                      <a:gd name="T19" fmla="*/ 2147483647 h 1002"/>
                      <a:gd name="T20" fmla="*/ 2147483647 w 858"/>
                      <a:gd name="T21" fmla="*/ 2147483647 h 1002"/>
                      <a:gd name="T22" fmla="*/ 2147483647 w 858"/>
                      <a:gd name="T23" fmla="*/ 2147483647 h 1002"/>
                      <a:gd name="T24" fmla="*/ 2147483647 w 858"/>
                      <a:gd name="T25" fmla="*/ 2147483647 h 1002"/>
                      <a:gd name="T26" fmla="*/ 2147483647 w 858"/>
                      <a:gd name="T27" fmla="*/ 2147483647 h 1002"/>
                      <a:gd name="T28" fmla="*/ 2147483647 w 858"/>
                      <a:gd name="T29" fmla="*/ 2147483647 h 1002"/>
                      <a:gd name="T30" fmla="*/ 2147483647 w 858"/>
                      <a:gd name="T31" fmla="*/ 2147483647 h 1002"/>
                      <a:gd name="T32" fmla="*/ 2147483647 w 858"/>
                      <a:gd name="T33" fmla="*/ 2147483647 h 1002"/>
                      <a:gd name="T34" fmla="*/ 2147483647 w 858"/>
                      <a:gd name="T35" fmla="*/ 2147483647 h 1002"/>
                      <a:gd name="T36" fmla="*/ 2147483647 w 858"/>
                      <a:gd name="T37" fmla="*/ 2147483647 h 1002"/>
                      <a:gd name="T38" fmla="*/ 2147483647 w 858"/>
                      <a:gd name="T39" fmla="*/ 2147483647 h 1002"/>
                      <a:gd name="T40" fmla="*/ 2147483647 w 858"/>
                      <a:gd name="T41" fmla="*/ 2147483647 h 1002"/>
                      <a:gd name="T42" fmla="*/ 2147483647 w 858"/>
                      <a:gd name="T43" fmla="*/ 2147483647 h 1002"/>
                      <a:gd name="T44" fmla="*/ 2147483647 w 858"/>
                      <a:gd name="T45" fmla="*/ 2147483647 h 1002"/>
                      <a:gd name="T46" fmla="*/ 2147483647 w 858"/>
                      <a:gd name="T47" fmla="*/ 2147483647 h 1002"/>
                      <a:gd name="T48" fmla="*/ 2147483647 w 858"/>
                      <a:gd name="T49" fmla="*/ 2147483647 h 1002"/>
                      <a:gd name="T50" fmla="*/ 2147483647 w 858"/>
                      <a:gd name="T51" fmla="*/ 2147483647 h 1002"/>
                      <a:gd name="T52" fmla="*/ 2147483647 w 858"/>
                      <a:gd name="T53" fmla="*/ 2147483647 h 1002"/>
                      <a:gd name="T54" fmla="*/ 2147483647 w 858"/>
                      <a:gd name="T55" fmla="*/ 2147483647 h 1002"/>
                      <a:gd name="T56" fmla="*/ 2147483647 w 858"/>
                      <a:gd name="T57" fmla="*/ 2147483647 h 1002"/>
                      <a:gd name="T58" fmla="*/ 2147483647 w 858"/>
                      <a:gd name="T59" fmla="*/ 2147483647 h 1002"/>
                      <a:gd name="T60" fmla="*/ 2147483647 w 858"/>
                      <a:gd name="T61" fmla="*/ 2147483647 h 1002"/>
                      <a:gd name="T62" fmla="*/ 2147483647 w 858"/>
                      <a:gd name="T63" fmla="*/ 2147483647 h 1002"/>
                      <a:gd name="T64" fmla="*/ 2147483647 w 858"/>
                      <a:gd name="T65" fmla="*/ 2147483647 h 1002"/>
                      <a:gd name="T66" fmla="*/ 2147483647 w 858"/>
                      <a:gd name="T67" fmla="*/ 2147483647 h 1002"/>
                      <a:gd name="T68" fmla="*/ 2147483647 w 858"/>
                      <a:gd name="T69" fmla="*/ 2147483647 h 1002"/>
                      <a:gd name="T70" fmla="*/ 2147483647 w 858"/>
                      <a:gd name="T71" fmla="*/ 2147483647 h 1002"/>
                      <a:gd name="T72" fmla="*/ 2147483647 w 858"/>
                      <a:gd name="T73" fmla="*/ 2147483647 h 1002"/>
                      <a:gd name="T74" fmla="*/ 2147483647 w 858"/>
                      <a:gd name="T75" fmla="*/ 2147483647 h 1002"/>
                      <a:gd name="T76" fmla="*/ 2147483647 w 858"/>
                      <a:gd name="T77" fmla="*/ 2147483647 h 1002"/>
                      <a:gd name="T78" fmla="*/ 2147483647 w 858"/>
                      <a:gd name="T79" fmla="*/ 2147483647 h 1002"/>
                      <a:gd name="T80" fmla="*/ 2147483647 w 858"/>
                      <a:gd name="T81" fmla="*/ 2147483647 h 1002"/>
                      <a:gd name="T82" fmla="*/ 2147483647 w 858"/>
                      <a:gd name="T83" fmla="*/ 2147483647 h 1002"/>
                      <a:gd name="T84" fmla="*/ 2147483647 w 858"/>
                      <a:gd name="T85" fmla="*/ 2147483647 h 1002"/>
                      <a:gd name="T86" fmla="*/ 2147483647 w 858"/>
                      <a:gd name="T87" fmla="*/ 2147483647 h 1002"/>
                      <a:gd name="T88" fmla="*/ 2147483647 w 858"/>
                      <a:gd name="T89" fmla="*/ 2147483647 h 1002"/>
                      <a:gd name="T90" fmla="*/ 2147483647 w 858"/>
                      <a:gd name="T91" fmla="*/ 2147483647 h 1002"/>
                      <a:gd name="T92" fmla="*/ 2147483647 w 858"/>
                      <a:gd name="T93" fmla="*/ 2147483647 h 1002"/>
                      <a:gd name="T94" fmla="*/ 2147483647 w 858"/>
                      <a:gd name="T95" fmla="*/ 2147483647 h 1002"/>
                      <a:gd name="T96" fmla="*/ 2147483647 w 858"/>
                      <a:gd name="T97" fmla="*/ 2147483647 h 1002"/>
                      <a:gd name="T98" fmla="*/ 0 w 858"/>
                      <a:gd name="T99" fmla="*/ 2147483647 h 1002"/>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858"/>
                      <a:gd name="T151" fmla="*/ 0 h 1002"/>
                      <a:gd name="T152" fmla="*/ 858 w 858"/>
                      <a:gd name="T153" fmla="*/ 1002 h 1002"/>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858" h="1002">
                        <a:moveTo>
                          <a:pt x="0" y="498"/>
                        </a:moveTo>
                        <a:lnTo>
                          <a:pt x="18" y="498"/>
                        </a:lnTo>
                        <a:lnTo>
                          <a:pt x="18" y="528"/>
                        </a:lnTo>
                        <a:lnTo>
                          <a:pt x="24" y="534"/>
                        </a:lnTo>
                        <a:lnTo>
                          <a:pt x="30" y="534"/>
                        </a:lnTo>
                        <a:lnTo>
                          <a:pt x="30" y="528"/>
                        </a:lnTo>
                        <a:lnTo>
                          <a:pt x="36" y="522"/>
                        </a:lnTo>
                        <a:lnTo>
                          <a:pt x="48" y="558"/>
                        </a:lnTo>
                        <a:lnTo>
                          <a:pt x="42" y="600"/>
                        </a:lnTo>
                        <a:lnTo>
                          <a:pt x="30" y="600"/>
                        </a:lnTo>
                        <a:lnTo>
                          <a:pt x="36" y="624"/>
                        </a:lnTo>
                        <a:lnTo>
                          <a:pt x="24" y="630"/>
                        </a:lnTo>
                        <a:lnTo>
                          <a:pt x="30" y="642"/>
                        </a:lnTo>
                        <a:lnTo>
                          <a:pt x="36" y="648"/>
                        </a:lnTo>
                        <a:lnTo>
                          <a:pt x="48" y="666"/>
                        </a:lnTo>
                        <a:lnTo>
                          <a:pt x="60" y="690"/>
                        </a:lnTo>
                        <a:lnTo>
                          <a:pt x="60" y="720"/>
                        </a:lnTo>
                        <a:lnTo>
                          <a:pt x="54" y="738"/>
                        </a:lnTo>
                        <a:lnTo>
                          <a:pt x="54" y="750"/>
                        </a:lnTo>
                        <a:lnTo>
                          <a:pt x="48" y="756"/>
                        </a:lnTo>
                        <a:lnTo>
                          <a:pt x="48" y="804"/>
                        </a:lnTo>
                        <a:lnTo>
                          <a:pt x="42" y="816"/>
                        </a:lnTo>
                        <a:lnTo>
                          <a:pt x="30" y="822"/>
                        </a:lnTo>
                        <a:lnTo>
                          <a:pt x="24" y="840"/>
                        </a:lnTo>
                        <a:lnTo>
                          <a:pt x="18" y="852"/>
                        </a:lnTo>
                        <a:lnTo>
                          <a:pt x="18" y="864"/>
                        </a:lnTo>
                        <a:lnTo>
                          <a:pt x="12" y="876"/>
                        </a:lnTo>
                        <a:lnTo>
                          <a:pt x="12" y="906"/>
                        </a:lnTo>
                        <a:lnTo>
                          <a:pt x="18" y="900"/>
                        </a:lnTo>
                        <a:lnTo>
                          <a:pt x="36" y="864"/>
                        </a:lnTo>
                        <a:lnTo>
                          <a:pt x="42" y="858"/>
                        </a:lnTo>
                        <a:lnTo>
                          <a:pt x="54" y="852"/>
                        </a:lnTo>
                        <a:lnTo>
                          <a:pt x="60" y="852"/>
                        </a:lnTo>
                        <a:lnTo>
                          <a:pt x="66" y="858"/>
                        </a:lnTo>
                        <a:lnTo>
                          <a:pt x="72" y="858"/>
                        </a:lnTo>
                        <a:lnTo>
                          <a:pt x="84" y="852"/>
                        </a:lnTo>
                        <a:lnTo>
                          <a:pt x="114" y="858"/>
                        </a:lnTo>
                        <a:lnTo>
                          <a:pt x="114" y="840"/>
                        </a:lnTo>
                        <a:lnTo>
                          <a:pt x="138" y="852"/>
                        </a:lnTo>
                        <a:lnTo>
                          <a:pt x="162" y="852"/>
                        </a:lnTo>
                        <a:lnTo>
                          <a:pt x="174" y="858"/>
                        </a:lnTo>
                        <a:lnTo>
                          <a:pt x="180" y="858"/>
                        </a:lnTo>
                        <a:lnTo>
                          <a:pt x="186" y="870"/>
                        </a:lnTo>
                        <a:lnTo>
                          <a:pt x="198" y="882"/>
                        </a:lnTo>
                        <a:lnTo>
                          <a:pt x="204" y="894"/>
                        </a:lnTo>
                        <a:lnTo>
                          <a:pt x="216" y="888"/>
                        </a:lnTo>
                        <a:lnTo>
                          <a:pt x="234" y="888"/>
                        </a:lnTo>
                        <a:lnTo>
                          <a:pt x="240" y="894"/>
                        </a:lnTo>
                        <a:lnTo>
                          <a:pt x="240" y="900"/>
                        </a:lnTo>
                        <a:lnTo>
                          <a:pt x="246" y="912"/>
                        </a:lnTo>
                        <a:lnTo>
                          <a:pt x="246" y="942"/>
                        </a:lnTo>
                        <a:lnTo>
                          <a:pt x="264" y="942"/>
                        </a:lnTo>
                        <a:lnTo>
                          <a:pt x="270" y="948"/>
                        </a:lnTo>
                        <a:lnTo>
                          <a:pt x="270" y="972"/>
                        </a:lnTo>
                        <a:lnTo>
                          <a:pt x="300" y="978"/>
                        </a:lnTo>
                        <a:lnTo>
                          <a:pt x="312" y="1002"/>
                        </a:lnTo>
                        <a:lnTo>
                          <a:pt x="330" y="1002"/>
                        </a:lnTo>
                        <a:lnTo>
                          <a:pt x="342" y="996"/>
                        </a:lnTo>
                        <a:lnTo>
                          <a:pt x="348" y="996"/>
                        </a:lnTo>
                        <a:lnTo>
                          <a:pt x="348" y="948"/>
                        </a:lnTo>
                        <a:lnTo>
                          <a:pt x="360" y="936"/>
                        </a:lnTo>
                        <a:lnTo>
                          <a:pt x="378" y="936"/>
                        </a:lnTo>
                        <a:lnTo>
                          <a:pt x="402" y="960"/>
                        </a:lnTo>
                        <a:lnTo>
                          <a:pt x="408" y="972"/>
                        </a:lnTo>
                        <a:lnTo>
                          <a:pt x="420" y="948"/>
                        </a:lnTo>
                        <a:lnTo>
                          <a:pt x="456" y="948"/>
                        </a:lnTo>
                        <a:lnTo>
                          <a:pt x="462" y="954"/>
                        </a:lnTo>
                        <a:lnTo>
                          <a:pt x="492" y="954"/>
                        </a:lnTo>
                        <a:lnTo>
                          <a:pt x="504" y="948"/>
                        </a:lnTo>
                        <a:lnTo>
                          <a:pt x="510" y="948"/>
                        </a:lnTo>
                        <a:lnTo>
                          <a:pt x="510" y="936"/>
                        </a:lnTo>
                        <a:lnTo>
                          <a:pt x="516" y="930"/>
                        </a:lnTo>
                        <a:lnTo>
                          <a:pt x="522" y="930"/>
                        </a:lnTo>
                        <a:lnTo>
                          <a:pt x="522" y="942"/>
                        </a:lnTo>
                        <a:lnTo>
                          <a:pt x="786" y="942"/>
                        </a:lnTo>
                        <a:lnTo>
                          <a:pt x="798" y="900"/>
                        </a:lnTo>
                        <a:lnTo>
                          <a:pt x="804" y="894"/>
                        </a:lnTo>
                        <a:lnTo>
                          <a:pt x="804" y="882"/>
                        </a:lnTo>
                        <a:lnTo>
                          <a:pt x="786" y="864"/>
                        </a:lnTo>
                        <a:lnTo>
                          <a:pt x="780" y="864"/>
                        </a:lnTo>
                        <a:lnTo>
                          <a:pt x="738" y="174"/>
                        </a:lnTo>
                        <a:lnTo>
                          <a:pt x="858" y="180"/>
                        </a:lnTo>
                        <a:lnTo>
                          <a:pt x="600" y="0"/>
                        </a:lnTo>
                        <a:lnTo>
                          <a:pt x="594" y="48"/>
                        </a:lnTo>
                        <a:lnTo>
                          <a:pt x="588" y="54"/>
                        </a:lnTo>
                        <a:lnTo>
                          <a:pt x="588" y="90"/>
                        </a:lnTo>
                        <a:lnTo>
                          <a:pt x="366" y="96"/>
                        </a:lnTo>
                        <a:lnTo>
                          <a:pt x="366" y="108"/>
                        </a:lnTo>
                        <a:lnTo>
                          <a:pt x="354" y="114"/>
                        </a:lnTo>
                        <a:lnTo>
                          <a:pt x="354" y="306"/>
                        </a:lnTo>
                        <a:lnTo>
                          <a:pt x="348" y="312"/>
                        </a:lnTo>
                        <a:lnTo>
                          <a:pt x="336" y="318"/>
                        </a:lnTo>
                        <a:lnTo>
                          <a:pt x="306" y="318"/>
                        </a:lnTo>
                        <a:lnTo>
                          <a:pt x="282" y="330"/>
                        </a:lnTo>
                        <a:lnTo>
                          <a:pt x="276" y="342"/>
                        </a:lnTo>
                        <a:lnTo>
                          <a:pt x="276" y="360"/>
                        </a:lnTo>
                        <a:lnTo>
                          <a:pt x="282" y="372"/>
                        </a:lnTo>
                        <a:lnTo>
                          <a:pt x="276" y="474"/>
                        </a:lnTo>
                        <a:lnTo>
                          <a:pt x="0" y="474"/>
                        </a:lnTo>
                        <a:lnTo>
                          <a:pt x="0" y="498"/>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78" name="Mali" descr="© INSCALE GmbH, 05.05.2010&#10;http://www.presentationload.com/">
                    <a:extLst>
                      <a:ext uri="{FF2B5EF4-FFF2-40B4-BE49-F238E27FC236}">
                        <a16:creationId xmlns:a16="http://schemas.microsoft.com/office/drawing/2014/main" id="{F6651EF0-1888-743B-C495-52B7BE1C60A5}"/>
                      </a:ext>
                    </a:extLst>
                  </p:cNvPr>
                  <p:cNvSpPr>
                    <a:spLocks/>
                  </p:cNvSpPr>
                  <p:nvPr/>
                </p:nvSpPr>
                <p:spPr bwMode="gray">
                  <a:xfrm>
                    <a:off x="2437" y="2057"/>
                    <a:ext cx="295" cy="304"/>
                  </a:xfrm>
                  <a:custGeom>
                    <a:avLst/>
                    <a:gdLst>
                      <a:gd name="T0" fmla="*/ 2147483647 w 1164"/>
                      <a:gd name="T1" fmla="*/ 2147483647 h 1200"/>
                      <a:gd name="T2" fmla="*/ 2147483647 w 1164"/>
                      <a:gd name="T3" fmla="*/ 2147483647 h 1200"/>
                      <a:gd name="T4" fmla="*/ 2147483647 w 1164"/>
                      <a:gd name="T5" fmla="*/ 2147483647 h 1200"/>
                      <a:gd name="T6" fmla="*/ 2147483647 w 1164"/>
                      <a:gd name="T7" fmla="*/ 2147483647 h 1200"/>
                      <a:gd name="T8" fmla="*/ 2147483647 w 1164"/>
                      <a:gd name="T9" fmla="*/ 2147483647 h 1200"/>
                      <a:gd name="T10" fmla="*/ 2147483647 w 1164"/>
                      <a:gd name="T11" fmla="*/ 2147483647 h 1200"/>
                      <a:gd name="T12" fmla="*/ 2147483647 w 1164"/>
                      <a:gd name="T13" fmla="*/ 2147483647 h 1200"/>
                      <a:gd name="T14" fmla="*/ 2147483647 w 1164"/>
                      <a:gd name="T15" fmla="*/ 2147483647 h 1200"/>
                      <a:gd name="T16" fmla="*/ 2147483647 w 1164"/>
                      <a:gd name="T17" fmla="*/ 2147483647 h 1200"/>
                      <a:gd name="T18" fmla="*/ 2147483647 w 1164"/>
                      <a:gd name="T19" fmla="*/ 2147483647 h 1200"/>
                      <a:gd name="T20" fmla="*/ 2147483647 w 1164"/>
                      <a:gd name="T21" fmla="*/ 2147483647 h 1200"/>
                      <a:gd name="T22" fmla="*/ 2147483647 w 1164"/>
                      <a:gd name="T23" fmla="*/ 2147483647 h 1200"/>
                      <a:gd name="T24" fmla="*/ 2147483647 w 1164"/>
                      <a:gd name="T25" fmla="*/ 2147483647 h 1200"/>
                      <a:gd name="T26" fmla="*/ 2147483647 w 1164"/>
                      <a:gd name="T27" fmla="*/ 2147483647 h 1200"/>
                      <a:gd name="T28" fmla="*/ 2147483647 w 1164"/>
                      <a:gd name="T29" fmla="*/ 2147483647 h 1200"/>
                      <a:gd name="T30" fmla="*/ 2147483647 w 1164"/>
                      <a:gd name="T31" fmla="*/ 2147483647 h 1200"/>
                      <a:gd name="T32" fmla="*/ 2147483647 w 1164"/>
                      <a:gd name="T33" fmla="*/ 2147483647 h 1200"/>
                      <a:gd name="T34" fmla="*/ 2147483647 w 1164"/>
                      <a:gd name="T35" fmla="*/ 2147483647 h 1200"/>
                      <a:gd name="T36" fmla="*/ 2147483647 w 1164"/>
                      <a:gd name="T37" fmla="*/ 2147483647 h 1200"/>
                      <a:gd name="T38" fmla="*/ 2147483647 w 1164"/>
                      <a:gd name="T39" fmla="*/ 2147483647 h 1200"/>
                      <a:gd name="T40" fmla="*/ 2147483647 w 1164"/>
                      <a:gd name="T41" fmla="*/ 2147483647 h 1200"/>
                      <a:gd name="T42" fmla="*/ 2147483647 w 1164"/>
                      <a:gd name="T43" fmla="*/ 2147483647 h 1200"/>
                      <a:gd name="T44" fmla="*/ 2147483647 w 1164"/>
                      <a:gd name="T45" fmla="*/ 2147483647 h 1200"/>
                      <a:gd name="T46" fmla="*/ 2147483647 w 1164"/>
                      <a:gd name="T47" fmla="*/ 2147483647 h 1200"/>
                      <a:gd name="T48" fmla="*/ 2147483647 w 1164"/>
                      <a:gd name="T49" fmla="*/ 2147483647 h 1200"/>
                      <a:gd name="T50" fmla="*/ 2147483647 w 1164"/>
                      <a:gd name="T51" fmla="*/ 2147483647 h 1200"/>
                      <a:gd name="T52" fmla="*/ 2147483647 w 1164"/>
                      <a:gd name="T53" fmla="*/ 2147483647 h 1200"/>
                      <a:gd name="T54" fmla="*/ 0 w 1164"/>
                      <a:gd name="T55" fmla="*/ 2147483647 h 1200"/>
                      <a:gd name="T56" fmla="*/ 2147483647 w 1164"/>
                      <a:gd name="T57" fmla="*/ 2147483647 h 1200"/>
                      <a:gd name="T58" fmla="*/ 2147483647 w 1164"/>
                      <a:gd name="T59" fmla="*/ 2147483647 h 1200"/>
                      <a:gd name="T60" fmla="*/ 2147483647 w 1164"/>
                      <a:gd name="T61" fmla="*/ 2147483647 h 1200"/>
                      <a:gd name="T62" fmla="*/ 2147483647 w 1164"/>
                      <a:gd name="T63" fmla="*/ 2147483647 h 1200"/>
                      <a:gd name="T64" fmla="*/ 2147483647 w 1164"/>
                      <a:gd name="T65" fmla="*/ 2147483647 h 1200"/>
                      <a:gd name="T66" fmla="*/ 2147483647 w 1164"/>
                      <a:gd name="T67" fmla="*/ 2147483647 h 1200"/>
                      <a:gd name="T68" fmla="*/ 2147483647 w 1164"/>
                      <a:gd name="T69" fmla="*/ 2147483647 h 1200"/>
                      <a:gd name="T70" fmla="*/ 2147483647 w 1164"/>
                      <a:gd name="T71" fmla="*/ 2147483647 h 1200"/>
                      <a:gd name="T72" fmla="*/ 2147483647 w 1164"/>
                      <a:gd name="T73" fmla="*/ 2147483647 h 1200"/>
                      <a:gd name="T74" fmla="*/ 2147483647 w 1164"/>
                      <a:gd name="T75" fmla="*/ 2147483647 h 1200"/>
                      <a:gd name="T76" fmla="*/ 2147483647 w 1164"/>
                      <a:gd name="T77" fmla="*/ 2147483647 h 1200"/>
                      <a:gd name="T78" fmla="*/ 2147483647 w 1164"/>
                      <a:gd name="T79" fmla="*/ 2147483647 h 1200"/>
                      <a:gd name="T80" fmla="*/ 2147483647 w 1164"/>
                      <a:gd name="T81" fmla="*/ 2147483647 h 1200"/>
                      <a:gd name="T82" fmla="*/ 2147483647 w 1164"/>
                      <a:gd name="T83" fmla="*/ 2147483647 h 1200"/>
                      <a:gd name="T84" fmla="*/ 2147483647 w 1164"/>
                      <a:gd name="T85" fmla="*/ 2147483647 h 1200"/>
                      <a:gd name="T86" fmla="*/ 2147483647 w 1164"/>
                      <a:gd name="T87" fmla="*/ 2147483647 h 1200"/>
                      <a:gd name="T88" fmla="*/ 2147483647 w 1164"/>
                      <a:gd name="T89" fmla="*/ 2147483647 h 1200"/>
                      <a:gd name="T90" fmla="*/ 2147483647 w 1164"/>
                      <a:gd name="T91" fmla="*/ 2147483647 h 1200"/>
                      <a:gd name="T92" fmla="*/ 2147483647 w 1164"/>
                      <a:gd name="T93" fmla="*/ 2147483647 h 1200"/>
                      <a:gd name="T94" fmla="*/ 2147483647 w 1164"/>
                      <a:gd name="T95" fmla="*/ 2147483647 h 1200"/>
                      <a:gd name="T96" fmla="*/ 2147483647 w 1164"/>
                      <a:gd name="T97" fmla="*/ 2147483647 h 1200"/>
                      <a:gd name="T98" fmla="*/ 2147483647 w 1164"/>
                      <a:gd name="T99" fmla="*/ 2147483647 h 1200"/>
                      <a:gd name="T100" fmla="*/ 2147483647 w 1164"/>
                      <a:gd name="T101" fmla="*/ 2147483647 h 1200"/>
                      <a:gd name="T102" fmla="*/ 2147483647 w 1164"/>
                      <a:gd name="T103" fmla="*/ 2147483647 h 1200"/>
                      <a:gd name="T104" fmla="*/ 2147483647 w 1164"/>
                      <a:gd name="T105" fmla="*/ 2147483647 h 1200"/>
                      <a:gd name="T106" fmla="*/ 2147483647 w 1164"/>
                      <a:gd name="T107" fmla="*/ 2147483647 h 1200"/>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w 1164"/>
                      <a:gd name="T163" fmla="*/ 0 h 1200"/>
                      <a:gd name="T164" fmla="*/ 1164 w 1164"/>
                      <a:gd name="T165" fmla="*/ 1200 h 1200"/>
                    </a:gdLst>
                    <a:ahLst/>
                    <a:cxnLst>
                      <a:cxn ang="T108">
                        <a:pos x="T0" y="T1"/>
                      </a:cxn>
                      <a:cxn ang="T109">
                        <a:pos x="T2" y="T3"/>
                      </a:cxn>
                      <a:cxn ang="T110">
                        <a:pos x="T4" y="T5"/>
                      </a:cxn>
                      <a:cxn ang="T111">
                        <a:pos x="T6" y="T7"/>
                      </a:cxn>
                      <a:cxn ang="T112">
                        <a:pos x="T8" y="T9"/>
                      </a:cxn>
                      <a:cxn ang="T113">
                        <a:pos x="T10" y="T11"/>
                      </a:cxn>
                      <a:cxn ang="T114">
                        <a:pos x="T12" y="T13"/>
                      </a:cxn>
                      <a:cxn ang="T115">
                        <a:pos x="T14" y="T15"/>
                      </a:cxn>
                      <a:cxn ang="T116">
                        <a:pos x="T16" y="T17"/>
                      </a:cxn>
                      <a:cxn ang="T117">
                        <a:pos x="T18" y="T19"/>
                      </a:cxn>
                      <a:cxn ang="T118">
                        <a:pos x="T20" y="T21"/>
                      </a:cxn>
                      <a:cxn ang="T119">
                        <a:pos x="T22" y="T23"/>
                      </a:cxn>
                      <a:cxn ang="T120">
                        <a:pos x="T24" y="T25"/>
                      </a:cxn>
                      <a:cxn ang="T121">
                        <a:pos x="T26" y="T27"/>
                      </a:cxn>
                      <a:cxn ang="T122">
                        <a:pos x="T28" y="T29"/>
                      </a:cxn>
                      <a:cxn ang="T123">
                        <a:pos x="T30" y="T31"/>
                      </a:cxn>
                      <a:cxn ang="T124">
                        <a:pos x="T32" y="T33"/>
                      </a:cxn>
                      <a:cxn ang="T125">
                        <a:pos x="T34" y="T35"/>
                      </a:cxn>
                      <a:cxn ang="T126">
                        <a:pos x="T36" y="T37"/>
                      </a:cxn>
                      <a:cxn ang="T127">
                        <a:pos x="T38" y="T39"/>
                      </a:cxn>
                      <a:cxn ang="T128">
                        <a:pos x="T40" y="T41"/>
                      </a:cxn>
                      <a:cxn ang="T129">
                        <a:pos x="T42" y="T43"/>
                      </a:cxn>
                      <a:cxn ang="T130">
                        <a:pos x="T44" y="T45"/>
                      </a:cxn>
                      <a:cxn ang="T131">
                        <a:pos x="T46" y="T47"/>
                      </a:cxn>
                      <a:cxn ang="T132">
                        <a:pos x="T48" y="T49"/>
                      </a:cxn>
                      <a:cxn ang="T133">
                        <a:pos x="T50" y="T51"/>
                      </a:cxn>
                      <a:cxn ang="T134">
                        <a:pos x="T52" y="T53"/>
                      </a:cxn>
                      <a:cxn ang="T135">
                        <a:pos x="T54" y="T55"/>
                      </a:cxn>
                      <a:cxn ang="T136">
                        <a:pos x="T56" y="T57"/>
                      </a:cxn>
                      <a:cxn ang="T137">
                        <a:pos x="T58" y="T59"/>
                      </a:cxn>
                      <a:cxn ang="T138">
                        <a:pos x="T60" y="T61"/>
                      </a:cxn>
                      <a:cxn ang="T139">
                        <a:pos x="T62" y="T63"/>
                      </a:cxn>
                      <a:cxn ang="T140">
                        <a:pos x="T64" y="T65"/>
                      </a:cxn>
                      <a:cxn ang="T141">
                        <a:pos x="T66" y="T67"/>
                      </a:cxn>
                      <a:cxn ang="T142">
                        <a:pos x="T68" y="T69"/>
                      </a:cxn>
                      <a:cxn ang="T143">
                        <a:pos x="T70" y="T71"/>
                      </a:cxn>
                      <a:cxn ang="T144">
                        <a:pos x="T72" y="T73"/>
                      </a:cxn>
                      <a:cxn ang="T145">
                        <a:pos x="T74" y="T75"/>
                      </a:cxn>
                      <a:cxn ang="T146">
                        <a:pos x="T76" y="T77"/>
                      </a:cxn>
                      <a:cxn ang="T147">
                        <a:pos x="T78" y="T79"/>
                      </a:cxn>
                      <a:cxn ang="T148">
                        <a:pos x="T80" y="T81"/>
                      </a:cxn>
                      <a:cxn ang="T149">
                        <a:pos x="T82" y="T83"/>
                      </a:cxn>
                      <a:cxn ang="T150">
                        <a:pos x="T84" y="T85"/>
                      </a:cxn>
                      <a:cxn ang="T151">
                        <a:pos x="T86" y="T87"/>
                      </a:cxn>
                      <a:cxn ang="T152">
                        <a:pos x="T88" y="T89"/>
                      </a:cxn>
                      <a:cxn ang="T153">
                        <a:pos x="T90" y="T91"/>
                      </a:cxn>
                      <a:cxn ang="T154">
                        <a:pos x="T92" y="T93"/>
                      </a:cxn>
                      <a:cxn ang="T155">
                        <a:pos x="T94" y="T95"/>
                      </a:cxn>
                      <a:cxn ang="T156">
                        <a:pos x="T96" y="T97"/>
                      </a:cxn>
                      <a:cxn ang="T157">
                        <a:pos x="T98" y="T99"/>
                      </a:cxn>
                      <a:cxn ang="T158">
                        <a:pos x="T100" y="T101"/>
                      </a:cxn>
                      <a:cxn ang="T159">
                        <a:pos x="T102" y="T103"/>
                      </a:cxn>
                      <a:cxn ang="T160">
                        <a:pos x="T104" y="T105"/>
                      </a:cxn>
                      <a:cxn ang="T161">
                        <a:pos x="T106" y="T107"/>
                      </a:cxn>
                    </a:cxnLst>
                    <a:rect l="T162" t="T163" r="T164" b="T165"/>
                    <a:pathLst>
                      <a:path w="1164" h="1200">
                        <a:moveTo>
                          <a:pt x="612" y="954"/>
                        </a:moveTo>
                        <a:lnTo>
                          <a:pt x="636" y="948"/>
                        </a:lnTo>
                        <a:lnTo>
                          <a:pt x="636" y="912"/>
                        </a:lnTo>
                        <a:lnTo>
                          <a:pt x="654" y="912"/>
                        </a:lnTo>
                        <a:lnTo>
                          <a:pt x="654" y="906"/>
                        </a:lnTo>
                        <a:lnTo>
                          <a:pt x="660" y="900"/>
                        </a:lnTo>
                        <a:lnTo>
                          <a:pt x="666" y="888"/>
                        </a:lnTo>
                        <a:lnTo>
                          <a:pt x="678" y="882"/>
                        </a:lnTo>
                        <a:lnTo>
                          <a:pt x="684" y="870"/>
                        </a:lnTo>
                        <a:lnTo>
                          <a:pt x="690" y="864"/>
                        </a:lnTo>
                        <a:lnTo>
                          <a:pt x="696" y="864"/>
                        </a:lnTo>
                        <a:lnTo>
                          <a:pt x="708" y="876"/>
                        </a:lnTo>
                        <a:lnTo>
                          <a:pt x="720" y="876"/>
                        </a:lnTo>
                        <a:lnTo>
                          <a:pt x="720" y="870"/>
                        </a:lnTo>
                        <a:lnTo>
                          <a:pt x="726" y="864"/>
                        </a:lnTo>
                        <a:lnTo>
                          <a:pt x="726" y="846"/>
                        </a:lnTo>
                        <a:lnTo>
                          <a:pt x="750" y="846"/>
                        </a:lnTo>
                        <a:lnTo>
                          <a:pt x="768" y="822"/>
                        </a:lnTo>
                        <a:lnTo>
                          <a:pt x="792" y="822"/>
                        </a:lnTo>
                        <a:lnTo>
                          <a:pt x="810" y="804"/>
                        </a:lnTo>
                        <a:lnTo>
                          <a:pt x="858" y="804"/>
                        </a:lnTo>
                        <a:lnTo>
                          <a:pt x="882" y="816"/>
                        </a:lnTo>
                        <a:lnTo>
                          <a:pt x="930" y="804"/>
                        </a:lnTo>
                        <a:lnTo>
                          <a:pt x="954" y="786"/>
                        </a:lnTo>
                        <a:lnTo>
                          <a:pt x="1020" y="792"/>
                        </a:lnTo>
                        <a:lnTo>
                          <a:pt x="1020" y="774"/>
                        </a:lnTo>
                        <a:lnTo>
                          <a:pt x="1068" y="780"/>
                        </a:lnTo>
                        <a:lnTo>
                          <a:pt x="1080" y="774"/>
                        </a:lnTo>
                        <a:lnTo>
                          <a:pt x="1104" y="774"/>
                        </a:lnTo>
                        <a:lnTo>
                          <a:pt x="1122" y="768"/>
                        </a:lnTo>
                        <a:lnTo>
                          <a:pt x="1134" y="762"/>
                        </a:lnTo>
                        <a:lnTo>
                          <a:pt x="1140" y="750"/>
                        </a:lnTo>
                        <a:lnTo>
                          <a:pt x="1140" y="732"/>
                        </a:lnTo>
                        <a:lnTo>
                          <a:pt x="1146" y="720"/>
                        </a:lnTo>
                        <a:lnTo>
                          <a:pt x="1146" y="708"/>
                        </a:lnTo>
                        <a:lnTo>
                          <a:pt x="1164" y="684"/>
                        </a:lnTo>
                        <a:lnTo>
                          <a:pt x="1164" y="480"/>
                        </a:lnTo>
                        <a:lnTo>
                          <a:pt x="1140" y="480"/>
                        </a:lnTo>
                        <a:lnTo>
                          <a:pt x="1134" y="486"/>
                        </a:lnTo>
                        <a:lnTo>
                          <a:pt x="1104" y="486"/>
                        </a:lnTo>
                        <a:lnTo>
                          <a:pt x="1092" y="480"/>
                        </a:lnTo>
                        <a:lnTo>
                          <a:pt x="1086" y="474"/>
                        </a:lnTo>
                        <a:lnTo>
                          <a:pt x="1086" y="468"/>
                        </a:lnTo>
                        <a:lnTo>
                          <a:pt x="1104" y="450"/>
                        </a:lnTo>
                        <a:lnTo>
                          <a:pt x="1104" y="432"/>
                        </a:lnTo>
                        <a:lnTo>
                          <a:pt x="1092" y="408"/>
                        </a:lnTo>
                        <a:lnTo>
                          <a:pt x="1080" y="402"/>
                        </a:lnTo>
                        <a:lnTo>
                          <a:pt x="1050" y="402"/>
                        </a:lnTo>
                        <a:lnTo>
                          <a:pt x="1044" y="408"/>
                        </a:lnTo>
                        <a:lnTo>
                          <a:pt x="1038" y="408"/>
                        </a:lnTo>
                        <a:lnTo>
                          <a:pt x="1032" y="378"/>
                        </a:lnTo>
                        <a:lnTo>
                          <a:pt x="996" y="378"/>
                        </a:lnTo>
                        <a:lnTo>
                          <a:pt x="984" y="366"/>
                        </a:lnTo>
                        <a:lnTo>
                          <a:pt x="984" y="348"/>
                        </a:lnTo>
                        <a:lnTo>
                          <a:pt x="978" y="342"/>
                        </a:lnTo>
                        <a:lnTo>
                          <a:pt x="954" y="342"/>
                        </a:lnTo>
                        <a:lnTo>
                          <a:pt x="954" y="318"/>
                        </a:lnTo>
                        <a:lnTo>
                          <a:pt x="546" y="6"/>
                        </a:lnTo>
                        <a:lnTo>
                          <a:pt x="426" y="0"/>
                        </a:lnTo>
                        <a:lnTo>
                          <a:pt x="468" y="690"/>
                        </a:lnTo>
                        <a:lnTo>
                          <a:pt x="474" y="690"/>
                        </a:lnTo>
                        <a:lnTo>
                          <a:pt x="492" y="708"/>
                        </a:lnTo>
                        <a:lnTo>
                          <a:pt x="492" y="720"/>
                        </a:lnTo>
                        <a:lnTo>
                          <a:pt x="486" y="726"/>
                        </a:lnTo>
                        <a:lnTo>
                          <a:pt x="474" y="768"/>
                        </a:lnTo>
                        <a:lnTo>
                          <a:pt x="210" y="768"/>
                        </a:lnTo>
                        <a:lnTo>
                          <a:pt x="210" y="756"/>
                        </a:lnTo>
                        <a:lnTo>
                          <a:pt x="204" y="756"/>
                        </a:lnTo>
                        <a:lnTo>
                          <a:pt x="198" y="762"/>
                        </a:lnTo>
                        <a:lnTo>
                          <a:pt x="198" y="774"/>
                        </a:lnTo>
                        <a:lnTo>
                          <a:pt x="192" y="774"/>
                        </a:lnTo>
                        <a:lnTo>
                          <a:pt x="180" y="780"/>
                        </a:lnTo>
                        <a:lnTo>
                          <a:pt x="150" y="780"/>
                        </a:lnTo>
                        <a:lnTo>
                          <a:pt x="144" y="774"/>
                        </a:lnTo>
                        <a:lnTo>
                          <a:pt x="108" y="774"/>
                        </a:lnTo>
                        <a:lnTo>
                          <a:pt x="96" y="798"/>
                        </a:lnTo>
                        <a:lnTo>
                          <a:pt x="90" y="786"/>
                        </a:lnTo>
                        <a:lnTo>
                          <a:pt x="66" y="762"/>
                        </a:lnTo>
                        <a:lnTo>
                          <a:pt x="48" y="762"/>
                        </a:lnTo>
                        <a:lnTo>
                          <a:pt x="36" y="774"/>
                        </a:lnTo>
                        <a:lnTo>
                          <a:pt x="36" y="822"/>
                        </a:lnTo>
                        <a:lnTo>
                          <a:pt x="30" y="822"/>
                        </a:lnTo>
                        <a:lnTo>
                          <a:pt x="18" y="828"/>
                        </a:lnTo>
                        <a:lnTo>
                          <a:pt x="0" y="828"/>
                        </a:lnTo>
                        <a:lnTo>
                          <a:pt x="0" y="852"/>
                        </a:lnTo>
                        <a:lnTo>
                          <a:pt x="12" y="870"/>
                        </a:lnTo>
                        <a:lnTo>
                          <a:pt x="12" y="876"/>
                        </a:lnTo>
                        <a:lnTo>
                          <a:pt x="24" y="888"/>
                        </a:lnTo>
                        <a:lnTo>
                          <a:pt x="24" y="906"/>
                        </a:lnTo>
                        <a:lnTo>
                          <a:pt x="18" y="912"/>
                        </a:lnTo>
                        <a:lnTo>
                          <a:pt x="18" y="936"/>
                        </a:lnTo>
                        <a:lnTo>
                          <a:pt x="24" y="942"/>
                        </a:lnTo>
                        <a:lnTo>
                          <a:pt x="36" y="942"/>
                        </a:lnTo>
                        <a:lnTo>
                          <a:pt x="36" y="936"/>
                        </a:lnTo>
                        <a:lnTo>
                          <a:pt x="42" y="936"/>
                        </a:lnTo>
                        <a:lnTo>
                          <a:pt x="48" y="942"/>
                        </a:lnTo>
                        <a:lnTo>
                          <a:pt x="54" y="954"/>
                        </a:lnTo>
                        <a:lnTo>
                          <a:pt x="54" y="1032"/>
                        </a:lnTo>
                        <a:lnTo>
                          <a:pt x="60" y="1044"/>
                        </a:lnTo>
                        <a:lnTo>
                          <a:pt x="60" y="1050"/>
                        </a:lnTo>
                        <a:lnTo>
                          <a:pt x="66" y="1056"/>
                        </a:lnTo>
                        <a:lnTo>
                          <a:pt x="72" y="1050"/>
                        </a:lnTo>
                        <a:lnTo>
                          <a:pt x="78" y="1038"/>
                        </a:lnTo>
                        <a:lnTo>
                          <a:pt x="90" y="1026"/>
                        </a:lnTo>
                        <a:lnTo>
                          <a:pt x="102" y="1038"/>
                        </a:lnTo>
                        <a:lnTo>
                          <a:pt x="108" y="1050"/>
                        </a:lnTo>
                        <a:lnTo>
                          <a:pt x="108" y="1062"/>
                        </a:lnTo>
                        <a:lnTo>
                          <a:pt x="114" y="1050"/>
                        </a:lnTo>
                        <a:lnTo>
                          <a:pt x="126" y="1038"/>
                        </a:lnTo>
                        <a:lnTo>
                          <a:pt x="132" y="1026"/>
                        </a:lnTo>
                        <a:lnTo>
                          <a:pt x="138" y="1026"/>
                        </a:lnTo>
                        <a:lnTo>
                          <a:pt x="144" y="1032"/>
                        </a:lnTo>
                        <a:lnTo>
                          <a:pt x="150" y="1032"/>
                        </a:lnTo>
                        <a:lnTo>
                          <a:pt x="162" y="1038"/>
                        </a:lnTo>
                        <a:lnTo>
                          <a:pt x="168" y="1044"/>
                        </a:lnTo>
                        <a:lnTo>
                          <a:pt x="180" y="1050"/>
                        </a:lnTo>
                        <a:lnTo>
                          <a:pt x="198" y="1032"/>
                        </a:lnTo>
                        <a:lnTo>
                          <a:pt x="198" y="1014"/>
                        </a:lnTo>
                        <a:lnTo>
                          <a:pt x="204" y="1008"/>
                        </a:lnTo>
                        <a:lnTo>
                          <a:pt x="216" y="1008"/>
                        </a:lnTo>
                        <a:lnTo>
                          <a:pt x="228" y="1014"/>
                        </a:lnTo>
                        <a:lnTo>
                          <a:pt x="228" y="1032"/>
                        </a:lnTo>
                        <a:lnTo>
                          <a:pt x="246" y="1044"/>
                        </a:lnTo>
                        <a:lnTo>
                          <a:pt x="234" y="1074"/>
                        </a:lnTo>
                        <a:lnTo>
                          <a:pt x="270" y="1092"/>
                        </a:lnTo>
                        <a:lnTo>
                          <a:pt x="246" y="1128"/>
                        </a:lnTo>
                        <a:lnTo>
                          <a:pt x="270" y="1128"/>
                        </a:lnTo>
                        <a:lnTo>
                          <a:pt x="270" y="1164"/>
                        </a:lnTo>
                        <a:lnTo>
                          <a:pt x="300" y="1194"/>
                        </a:lnTo>
                        <a:lnTo>
                          <a:pt x="312" y="1200"/>
                        </a:lnTo>
                        <a:lnTo>
                          <a:pt x="312" y="1182"/>
                        </a:lnTo>
                        <a:lnTo>
                          <a:pt x="318" y="1176"/>
                        </a:lnTo>
                        <a:lnTo>
                          <a:pt x="330" y="1176"/>
                        </a:lnTo>
                        <a:lnTo>
                          <a:pt x="348" y="1182"/>
                        </a:lnTo>
                        <a:lnTo>
                          <a:pt x="366" y="1200"/>
                        </a:lnTo>
                        <a:lnTo>
                          <a:pt x="372" y="1182"/>
                        </a:lnTo>
                        <a:lnTo>
                          <a:pt x="390" y="1182"/>
                        </a:lnTo>
                        <a:lnTo>
                          <a:pt x="396" y="1158"/>
                        </a:lnTo>
                        <a:lnTo>
                          <a:pt x="408" y="1176"/>
                        </a:lnTo>
                        <a:lnTo>
                          <a:pt x="420" y="1152"/>
                        </a:lnTo>
                        <a:lnTo>
                          <a:pt x="420" y="1188"/>
                        </a:lnTo>
                        <a:lnTo>
                          <a:pt x="444" y="1194"/>
                        </a:lnTo>
                        <a:lnTo>
                          <a:pt x="450" y="1188"/>
                        </a:lnTo>
                        <a:lnTo>
                          <a:pt x="456" y="1176"/>
                        </a:lnTo>
                        <a:lnTo>
                          <a:pt x="462" y="1170"/>
                        </a:lnTo>
                        <a:lnTo>
                          <a:pt x="474" y="1170"/>
                        </a:lnTo>
                        <a:lnTo>
                          <a:pt x="468" y="1116"/>
                        </a:lnTo>
                        <a:lnTo>
                          <a:pt x="492" y="1116"/>
                        </a:lnTo>
                        <a:lnTo>
                          <a:pt x="504" y="1092"/>
                        </a:lnTo>
                        <a:lnTo>
                          <a:pt x="480" y="1062"/>
                        </a:lnTo>
                        <a:lnTo>
                          <a:pt x="498" y="1050"/>
                        </a:lnTo>
                        <a:lnTo>
                          <a:pt x="504" y="1050"/>
                        </a:lnTo>
                        <a:lnTo>
                          <a:pt x="510" y="1044"/>
                        </a:lnTo>
                        <a:lnTo>
                          <a:pt x="546" y="1044"/>
                        </a:lnTo>
                        <a:lnTo>
                          <a:pt x="546" y="1032"/>
                        </a:lnTo>
                        <a:lnTo>
                          <a:pt x="540" y="1026"/>
                        </a:lnTo>
                        <a:lnTo>
                          <a:pt x="546" y="1026"/>
                        </a:lnTo>
                        <a:lnTo>
                          <a:pt x="552" y="1020"/>
                        </a:lnTo>
                        <a:lnTo>
                          <a:pt x="552" y="990"/>
                        </a:lnTo>
                        <a:lnTo>
                          <a:pt x="570" y="990"/>
                        </a:lnTo>
                        <a:lnTo>
                          <a:pt x="570" y="960"/>
                        </a:lnTo>
                        <a:lnTo>
                          <a:pt x="564" y="954"/>
                        </a:lnTo>
                        <a:lnTo>
                          <a:pt x="582" y="924"/>
                        </a:lnTo>
                        <a:lnTo>
                          <a:pt x="612" y="95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79" name="Malawi" descr="© INSCALE GmbH, 05.05.2010&#10;http://www.presentationload.com/">
                    <a:extLst>
                      <a:ext uri="{FF2B5EF4-FFF2-40B4-BE49-F238E27FC236}">
                        <a16:creationId xmlns:a16="http://schemas.microsoft.com/office/drawing/2014/main" id="{BC1D3F5C-B62D-61FA-4639-AECFF5F2E2A1}"/>
                      </a:ext>
                    </a:extLst>
                  </p:cNvPr>
                  <p:cNvSpPr>
                    <a:spLocks/>
                  </p:cNvSpPr>
                  <p:nvPr/>
                </p:nvSpPr>
                <p:spPr bwMode="gray">
                  <a:xfrm>
                    <a:off x="3241" y="2761"/>
                    <a:ext cx="60" cy="159"/>
                  </a:xfrm>
                  <a:custGeom>
                    <a:avLst/>
                    <a:gdLst>
                      <a:gd name="T0" fmla="*/ 2147483647 w 234"/>
                      <a:gd name="T1" fmla="*/ 2147483647 h 624"/>
                      <a:gd name="T2" fmla="*/ 2147483647 w 234"/>
                      <a:gd name="T3" fmla="*/ 2147483647 h 624"/>
                      <a:gd name="T4" fmla="*/ 2147483647 w 234"/>
                      <a:gd name="T5" fmla="*/ 2147483647 h 624"/>
                      <a:gd name="T6" fmla="*/ 2147483647 w 234"/>
                      <a:gd name="T7" fmla="*/ 2147483647 h 624"/>
                      <a:gd name="T8" fmla="*/ 2147483647 w 234"/>
                      <a:gd name="T9" fmla="*/ 2147483647 h 624"/>
                      <a:gd name="T10" fmla="*/ 2147483647 w 234"/>
                      <a:gd name="T11" fmla="*/ 2147483647 h 624"/>
                      <a:gd name="T12" fmla="*/ 2147483647 w 234"/>
                      <a:gd name="T13" fmla="*/ 2147483647 h 624"/>
                      <a:gd name="T14" fmla="*/ 2147483647 w 234"/>
                      <a:gd name="T15" fmla="*/ 2147483647 h 624"/>
                      <a:gd name="T16" fmla="*/ 2147483647 w 234"/>
                      <a:gd name="T17" fmla="*/ 2147483647 h 624"/>
                      <a:gd name="T18" fmla="*/ 2147483647 w 234"/>
                      <a:gd name="T19" fmla="*/ 2147483647 h 624"/>
                      <a:gd name="T20" fmla="*/ 2147483647 w 234"/>
                      <a:gd name="T21" fmla="*/ 2147483647 h 624"/>
                      <a:gd name="T22" fmla="*/ 2147483647 w 234"/>
                      <a:gd name="T23" fmla="*/ 2147483647 h 624"/>
                      <a:gd name="T24" fmla="*/ 2147483647 w 234"/>
                      <a:gd name="T25" fmla="*/ 2147483647 h 624"/>
                      <a:gd name="T26" fmla="*/ 2147483647 w 234"/>
                      <a:gd name="T27" fmla="*/ 2147483647 h 624"/>
                      <a:gd name="T28" fmla="*/ 2147483647 w 234"/>
                      <a:gd name="T29" fmla="*/ 2147483647 h 624"/>
                      <a:gd name="T30" fmla="*/ 2147483647 w 234"/>
                      <a:gd name="T31" fmla="*/ 2147483647 h 624"/>
                      <a:gd name="T32" fmla="*/ 2147483647 w 234"/>
                      <a:gd name="T33" fmla="*/ 2147483647 h 624"/>
                      <a:gd name="T34" fmla="*/ 2147483647 w 234"/>
                      <a:gd name="T35" fmla="*/ 2147483647 h 624"/>
                      <a:gd name="T36" fmla="*/ 2147483647 w 234"/>
                      <a:gd name="T37" fmla="*/ 2147483647 h 624"/>
                      <a:gd name="T38" fmla="*/ 2147483647 w 234"/>
                      <a:gd name="T39" fmla="*/ 2147483647 h 624"/>
                      <a:gd name="T40" fmla="*/ 2147483647 w 234"/>
                      <a:gd name="T41" fmla="*/ 2147483647 h 624"/>
                      <a:gd name="T42" fmla="*/ 2147483647 w 234"/>
                      <a:gd name="T43" fmla="*/ 2147483647 h 624"/>
                      <a:gd name="T44" fmla="*/ 2147483647 w 234"/>
                      <a:gd name="T45" fmla="*/ 2147483647 h 624"/>
                      <a:gd name="T46" fmla="*/ 2147483647 w 234"/>
                      <a:gd name="T47" fmla="*/ 0 h 624"/>
                      <a:gd name="T48" fmla="*/ 2147483647 w 234"/>
                      <a:gd name="T49" fmla="*/ 2147483647 h 624"/>
                      <a:gd name="T50" fmla="*/ 2147483647 w 234"/>
                      <a:gd name="T51" fmla="*/ 2147483647 h 624"/>
                      <a:gd name="T52" fmla="*/ 2147483647 w 234"/>
                      <a:gd name="T53" fmla="*/ 2147483647 h 624"/>
                      <a:gd name="T54" fmla="*/ 2147483647 w 234"/>
                      <a:gd name="T55" fmla="*/ 2147483647 h 624"/>
                      <a:gd name="T56" fmla="*/ 2147483647 w 234"/>
                      <a:gd name="T57" fmla="*/ 2147483647 h 624"/>
                      <a:gd name="T58" fmla="*/ 2147483647 w 234"/>
                      <a:gd name="T59" fmla="*/ 2147483647 h 624"/>
                      <a:gd name="T60" fmla="*/ 2147483647 w 234"/>
                      <a:gd name="T61" fmla="*/ 2147483647 h 624"/>
                      <a:gd name="T62" fmla="*/ 2147483647 w 234"/>
                      <a:gd name="T63" fmla="*/ 2147483647 h 624"/>
                      <a:gd name="T64" fmla="*/ 2147483647 w 234"/>
                      <a:gd name="T65" fmla="*/ 2147483647 h 624"/>
                      <a:gd name="T66" fmla="*/ 2147483647 w 234"/>
                      <a:gd name="T67" fmla="*/ 2147483647 h 624"/>
                      <a:gd name="T68" fmla="*/ 2147483647 w 234"/>
                      <a:gd name="T69" fmla="*/ 2147483647 h 624"/>
                      <a:gd name="T70" fmla="*/ 2147483647 w 234"/>
                      <a:gd name="T71" fmla="*/ 2147483647 h 624"/>
                      <a:gd name="T72" fmla="*/ 2147483647 w 234"/>
                      <a:gd name="T73" fmla="*/ 2147483647 h 624"/>
                      <a:gd name="T74" fmla="*/ 0 w 234"/>
                      <a:gd name="T75" fmla="*/ 2147483647 h 624"/>
                      <a:gd name="T76" fmla="*/ 2147483647 w 234"/>
                      <a:gd name="T77" fmla="*/ 2147483647 h 624"/>
                      <a:gd name="T78" fmla="*/ 2147483647 w 234"/>
                      <a:gd name="T79" fmla="*/ 2147483647 h 624"/>
                      <a:gd name="T80" fmla="*/ 2147483647 w 234"/>
                      <a:gd name="T81" fmla="*/ 2147483647 h 624"/>
                      <a:gd name="T82" fmla="*/ 2147483647 w 234"/>
                      <a:gd name="T83" fmla="*/ 2147483647 h 624"/>
                      <a:gd name="T84" fmla="*/ 2147483647 w 234"/>
                      <a:gd name="T85" fmla="*/ 2147483647 h 624"/>
                      <a:gd name="T86" fmla="*/ 2147483647 w 234"/>
                      <a:gd name="T87" fmla="*/ 2147483647 h 624"/>
                      <a:gd name="T88" fmla="*/ 2147483647 w 234"/>
                      <a:gd name="T89" fmla="*/ 2147483647 h 624"/>
                      <a:gd name="T90" fmla="*/ 2147483647 w 234"/>
                      <a:gd name="T91" fmla="*/ 2147483647 h 624"/>
                      <a:gd name="T92" fmla="*/ 2147483647 w 234"/>
                      <a:gd name="T93" fmla="*/ 2147483647 h 624"/>
                      <a:gd name="T94" fmla="*/ 2147483647 w 234"/>
                      <a:gd name="T95" fmla="*/ 2147483647 h 624"/>
                      <a:gd name="T96" fmla="*/ 2147483647 w 234"/>
                      <a:gd name="T97" fmla="*/ 2147483647 h 624"/>
                      <a:gd name="T98" fmla="*/ 2147483647 w 234"/>
                      <a:gd name="T99" fmla="*/ 2147483647 h 624"/>
                      <a:gd name="T100" fmla="*/ 2147483647 w 234"/>
                      <a:gd name="T101" fmla="*/ 2147483647 h 624"/>
                      <a:gd name="T102" fmla="*/ 2147483647 w 234"/>
                      <a:gd name="T103" fmla="*/ 2147483647 h 624"/>
                      <a:gd name="T104" fmla="*/ 2147483647 w 234"/>
                      <a:gd name="T105" fmla="*/ 2147483647 h 624"/>
                      <a:gd name="T106" fmla="*/ 2147483647 w 234"/>
                      <a:gd name="T107" fmla="*/ 2147483647 h 624"/>
                      <a:gd name="T108" fmla="*/ 2147483647 w 234"/>
                      <a:gd name="T109" fmla="*/ 2147483647 h 624"/>
                      <a:gd name="T110" fmla="*/ 2147483647 w 234"/>
                      <a:gd name="T111" fmla="*/ 2147483647 h 624"/>
                      <a:gd name="T112" fmla="*/ 2147483647 w 234"/>
                      <a:gd name="T113" fmla="*/ 2147483647 h 624"/>
                      <a:gd name="T114" fmla="*/ 2147483647 w 234"/>
                      <a:gd name="T115" fmla="*/ 2147483647 h 624"/>
                      <a:gd name="T116" fmla="*/ 2147483647 w 234"/>
                      <a:gd name="T117" fmla="*/ 2147483647 h 62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234"/>
                      <a:gd name="T178" fmla="*/ 0 h 624"/>
                      <a:gd name="T179" fmla="*/ 234 w 234"/>
                      <a:gd name="T180" fmla="*/ 624 h 62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234" h="624">
                        <a:moveTo>
                          <a:pt x="234" y="432"/>
                        </a:moveTo>
                        <a:lnTo>
                          <a:pt x="222" y="420"/>
                        </a:lnTo>
                        <a:lnTo>
                          <a:pt x="210" y="402"/>
                        </a:lnTo>
                        <a:lnTo>
                          <a:pt x="204" y="390"/>
                        </a:lnTo>
                        <a:lnTo>
                          <a:pt x="198" y="384"/>
                        </a:lnTo>
                        <a:lnTo>
                          <a:pt x="186" y="360"/>
                        </a:lnTo>
                        <a:lnTo>
                          <a:pt x="162" y="336"/>
                        </a:lnTo>
                        <a:lnTo>
                          <a:pt x="156" y="336"/>
                        </a:lnTo>
                        <a:lnTo>
                          <a:pt x="156" y="330"/>
                        </a:lnTo>
                        <a:lnTo>
                          <a:pt x="150" y="330"/>
                        </a:lnTo>
                        <a:lnTo>
                          <a:pt x="150" y="342"/>
                        </a:lnTo>
                        <a:lnTo>
                          <a:pt x="156" y="342"/>
                        </a:lnTo>
                        <a:lnTo>
                          <a:pt x="168" y="354"/>
                        </a:lnTo>
                        <a:lnTo>
                          <a:pt x="168" y="366"/>
                        </a:lnTo>
                        <a:lnTo>
                          <a:pt x="174" y="378"/>
                        </a:lnTo>
                        <a:lnTo>
                          <a:pt x="174" y="390"/>
                        </a:lnTo>
                        <a:lnTo>
                          <a:pt x="168" y="396"/>
                        </a:lnTo>
                        <a:lnTo>
                          <a:pt x="162" y="396"/>
                        </a:lnTo>
                        <a:lnTo>
                          <a:pt x="162" y="390"/>
                        </a:lnTo>
                        <a:lnTo>
                          <a:pt x="156" y="384"/>
                        </a:lnTo>
                        <a:lnTo>
                          <a:pt x="156" y="378"/>
                        </a:lnTo>
                        <a:lnTo>
                          <a:pt x="144" y="384"/>
                        </a:lnTo>
                        <a:lnTo>
                          <a:pt x="132" y="384"/>
                        </a:lnTo>
                        <a:lnTo>
                          <a:pt x="132" y="360"/>
                        </a:lnTo>
                        <a:lnTo>
                          <a:pt x="126" y="354"/>
                        </a:lnTo>
                        <a:lnTo>
                          <a:pt x="126" y="342"/>
                        </a:lnTo>
                        <a:lnTo>
                          <a:pt x="120" y="330"/>
                        </a:lnTo>
                        <a:lnTo>
                          <a:pt x="120" y="282"/>
                        </a:lnTo>
                        <a:lnTo>
                          <a:pt x="84" y="246"/>
                        </a:lnTo>
                        <a:lnTo>
                          <a:pt x="90" y="240"/>
                        </a:lnTo>
                        <a:lnTo>
                          <a:pt x="90" y="222"/>
                        </a:lnTo>
                        <a:lnTo>
                          <a:pt x="96" y="210"/>
                        </a:lnTo>
                        <a:lnTo>
                          <a:pt x="114" y="192"/>
                        </a:lnTo>
                        <a:lnTo>
                          <a:pt x="120" y="180"/>
                        </a:lnTo>
                        <a:lnTo>
                          <a:pt x="126" y="174"/>
                        </a:lnTo>
                        <a:lnTo>
                          <a:pt x="126" y="156"/>
                        </a:lnTo>
                        <a:lnTo>
                          <a:pt x="120" y="150"/>
                        </a:lnTo>
                        <a:lnTo>
                          <a:pt x="120" y="102"/>
                        </a:lnTo>
                        <a:lnTo>
                          <a:pt x="114" y="78"/>
                        </a:lnTo>
                        <a:lnTo>
                          <a:pt x="114" y="60"/>
                        </a:lnTo>
                        <a:lnTo>
                          <a:pt x="102" y="60"/>
                        </a:lnTo>
                        <a:lnTo>
                          <a:pt x="84" y="42"/>
                        </a:lnTo>
                        <a:lnTo>
                          <a:pt x="84" y="36"/>
                        </a:lnTo>
                        <a:lnTo>
                          <a:pt x="90" y="24"/>
                        </a:lnTo>
                        <a:lnTo>
                          <a:pt x="90" y="18"/>
                        </a:lnTo>
                        <a:lnTo>
                          <a:pt x="60" y="18"/>
                        </a:lnTo>
                        <a:lnTo>
                          <a:pt x="54" y="0"/>
                        </a:lnTo>
                        <a:lnTo>
                          <a:pt x="30" y="0"/>
                        </a:lnTo>
                        <a:lnTo>
                          <a:pt x="30" y="12"/>
                        </a:lnTo>
                        <a:lnTo>
                          <a:pt x="42" y="12"/>
                        </a:lnTo>
                        <a:lnTo>
                          <a:pt x="54" y="24"/>
                        </a:lnTo>
                        <a:lnTo>
                          <a:pt x="54" y="66"/>
                        </a:lnTo>
                        <a:lnTo>
                          <a:pt x="60" y="66"/>
                        </a:lnTo>
                        <a:lnTo>
                          <a:pt x="66" y="60"/>
                        </a:lnTo>
                        <a:lnTo>
                          <a:pt x="66" y="84"/>
                        </a:lnTo>
                        <a:lnTo>
                          <a:pt x="78" y="84"/>
                        </a:lnTo>
                        <a:lnTo>
                          <a:pt x="78" y="96"/>
                        </a:lnTo>
                        <a:lnTo>
                          <a:pt x="54" y="108"/>
                        </a:lnTo>
                        <a:lnTo>
                          <a:pt x="48" y="114"/>
                        </a:lnTo>
                        <a:lnTo>
                          <a:pt x="42" y="114"/>
                        </a:lnTo>
                        <a:lnTo>
                          <a:pt x="42" y="132"/>
                        </a:lnTo>
                        <a:lnTo>
                          <a:pt x="54" y="138"/>
                        </a:lnTo>
                        <a:lnTo>
                          <a:pt x="48" y="156"/>
                        </a:lnTo>
                        <a:lnTo>
                          <a:pt x="48" y="228"/>
                        </a:lnTo>
                        <a:lnTo>
                          <a:pt x="60" y="228"/>
                        </a:lnTo>
                        <a:lnTo>
                          <a:pt x="60" y="234"/>
                        </a:lnTo>
                        <a:lnTo>
                          <a:pt x="42" y="252"/>
                        </a:lnTo>
                        <a:lnTo>
                          <a:pt x="30" y="258"/>
                        </a:lnTo>
                        <a:lnTo>
                          <a:pt x="24" y="264"/>
                        </a:lnTo>
                        <a:lnTo>
                          <a:pt x="18" y="264"/>
                        </a:lnTo>
                        <a:lnTo>
                          <a:pt x="24" y="300"/>
                        </a:lnTo>
                        <a:lnTo>
                          <a:pt x="18" y="312"/>
                        </a:lnTo>
                        <a:lnTo>
                          <a:pt x="12" y="318"/>
                        </a:lnTo>
                        <a:lnTo>
                          <a:pt x="6" y="330"/>
                        </a:lnTo>
                        <a:lnTo>
                          <a:pt x="0" y="336"/>
                        </a:lnTo>
                        <a:lnTo>
                          <a:pt x="0" y="342"/>
                        </a:lnTo>
                        <a:lnTo>
                          <a:pt x="12" y="348"/>
                        </a:lnTo>
                        <a:lnTo>
                          <a:pt x="24" y="360"/>
                        </a:lnTo>
                        <a:lnTo>
                          <a:pt x="36" y="366"/>
                        </a:lnTo>
                        <a:lnTo>
                          <a:pt x="66" y="414"/>
                        </a:lnTo>
                        <a:lnTo>
                          <a:pt x="96" y="414"/>
                        </a:lnTo>
                        <a:lnTo>
                          <a:pt x="102" y="408"/>
                        </a:lnTo>
                        <a:lnTo>
                          <a:pt x="120" y="408"/>
                        </a:lnTo>
                        <a:lnTo>
                          <a:pt x="126" y="414"/>
                        </a:lnTo>
                        <a:lnTo>
                          <a:pt x="126" y="450"/>
                        </a:lnTo>
                        <a:lnTo>
                          <a:pt x="132" y="450"/>
                        </a:lnTo>
                        <a:lnTo>
                          <a:pt x="126" y="480"/>
                        </a:lnTo>
                        <a:lnTo>
                          <a:pt x="114" y="486"/>
                        </a:lnTo>
                        <a:lnTo>
                          <a:pt x="126" y="504"/>
                        </a:lnTo>
                        <a:lnTo>
                          <a:pt x="120" y="510"/>
                        </a:lnTo>
                        <a:lnTo>
                          <a:pt x="108" y="516"/>
                        </a:lnTo>
                        <a:lnTo>
                          <a:pt x="102" y="522"/>
                        </a:lnTo>
                        <a:lnTo>
                          <a:pt x="102" y="528"/>
                        </a:lnTo>
                        <a:lnTo>
                          <a:pt x="114" y="528"/>
                        </a:lnTo>
                        <a:lnTo>
                          <a:pt x="114" y="558"/>
                        </a:lnTo>
                        <a:lnTo>
                          <a:pt x="126" y="564"/>
                        </a:lnTo>
                        <a:lnTo>
                          <a:pt x="132" y="570"/>
                        </a:lnTo>
                        <a:lnTo>
                          <a:pt x="144" y="576"/>
                        </a:lnTo>
                        <a:lnTo>
                          <a:pt x="150" y="582"/>
                        </a:lnTo>
                        <a:lnTo>
                          <a:pt x="162" y="588"/>
                        </a:lnTo>
                        <a:lnTo>
                          <a:pt x="162" y="600"/>
                        </a:lnTo>
                        <a:lnTo>
                          <a:pt x="156" y="606"/>
                        </a:lnTo>
                        <a:lnTo>
                          <a:pt x="156" y="618"/>
                        </a:lnTo>
                        <a:lnTo>
                          <a:pt x="162" y="624"/>
                        </a:lnTo>
                        <a:lnTo>
                          <a:pt x="168" y="618"/>
                        </a:lnTo>
                        <a:lnTo>
                          <a:pt x="180" y="612"/>
                        </a:lnTo>
                        <a:lnTo>
                          <a:pt x="180" y="582"/>
                        </a:lnTo>
                        <a:lnTo>
                          <a:pt x="174" y="576"/>
                        </a:lnTo>
                        <a:lnTo>
                          <a:pt x="168" y="576"/>
                        </a:lnTo>
                        <a:lnTo>
                          <a:pt x="168" y="558"/>
                        </a:lnTo>
                        <a:lnTo>
                          <a:pt x="174" y="546"/>
                        </a:lnTo>
                        <a:lnTo>
                          <a:pt x="186" y="540"/>
                        </a:lnTo>
                        <a:lnTo>
                          <a:pt x="210" y="540"/>
                        </a:lnTo>
                        <a:lnTo>
                          <a:pt x="216" y="534"/>
                        </a:lnTo>
                        <a:lnTo>
                          <a:pt x="216" y="474"/>
                        </a:lnTo>
                        <a:lnTo>
                          <a:pt x="222" y="468"/>
                        </a:lnTo>
                        <a:lnTo>
                          <a:pt x="228" y="456"/>
                        </a:lnTo>
                        <a:lnTo>
                          <a:pt x="234" y="450"/>
                        </a:lnTo>
                        <a:lnTo>
                          <a:pt x="234" y="43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80" name="Madagascar" descr="© INSCALE GmbH, 05.05.2010&#10;http://www.presentationload.com/">
                    <a:extLst>
                      <a:ext uri="{FF2B5EF4-FFF2-40B4-BE49-F238E27FC236}">
                        <a16:creationId xmlns:a16="http://schemas.microsoft.com/office/drawing/2014/main" id="{512D414B-C8CF-8743-DCB5-A69193E39408}"/>
                      </a:ext>
                    </a:extLst>
                  </p:cNvPr>
                  <p:cNvSpPr>
                    <a:spLocks/>
                  </p:cNvSpPr>
                  <p:nvPr/>
                </p:nvSpPr>
                <p:spPr bwMode="gray">
                  <a:xfrm>
                    <a:off x="3415" y="2819"/>
                    <a:ext cx="150" cy="277"/>
                  </a:xfrm>
                  <a:custGeom>
                    <a:avLst/>
                    <a:gdLst>
                      <a:gd name="T0" fmla="*/ 2147483647 w 594"/>
                      <a:gd name="T1" fmla="*/ 2147483647 h 1092"/>
                      <a:gd name="T2" fmla="*/ 2147483647 w 594"/>
                      <a:gd name="T3" fmla="*/ 2147483647 h 1092"/>
                      <a:gd name="T4" fmla="*/ 2147483647 w 594"/>
                      <a:gd name="T5" fmla="*/ 2147483647 h 1092"/>
                      <a:gd name="T6" fmla="*/ 2147483647 w 594"/>
                      <a:gd name="T7" fmla="*/ 2147483647 h 1092"/>
                      <a:gd name="T8" fmla="*/ 2147483647 w 594"/>
                      <a:gd name="T9" fmla="*/ 2147483647 h 1092"/>
                      <a:gd name="T10" fmla="*/ 2147483647 w 594"/>
                      <a:gd name="T11" fmla="*/ 2147483647 h 1092"/>
                      <a:gd name="T12" fmla="*/ 2147483647 w 594"/>
                      <a:gd name="T13" fmla="*/ 2147483647 h 1092"/>
                      <a:gd name="T14" fmla="*/ 2147483647 w 594"/>
                      <a:gd name="T15" fmla="*/ 2147483647 h 1092"/>
                      <a:gd name="T16" fmla="*/ 2147483647 w 594"/>
                      <a:gd name="T17" fmla="*/ 2147483647 h 1092"/>
                      <a:gd name="T18" fmla="*/ 2147483647 w 594"/>
                      <a:gd name="T19" fmla="*/ 2147483647 h 1092"/>
                      <a:gd name="T20" fmla="*/ 2147483647 w 594"/>
                      <a:gd name="T21" fmla="*/ 2147483647 h 1092"/>
                      <a:gd name="T22" fmla="*/ 2147483647 w 594"/>
                      <a:gd name="T23" fmla="*/ 2147483647 h 1092"/>
                      <a:gd name="T24" fmla="*/ 2147483647 w 594"/>
                      <a:gd name="T25" fmla="*/ 2147483647 h 1092"/>
                      <a:gd name="T26" fmla="*/ 2147483647 w 594"/>
                      <a:gd name="T27" fmla="*/ 2147483647 h 1092"/>
                      <a:gd name="T28" fmla="*/ 2147483647 w 594"/>
                      <a:gd name="T29" fmla="*/ 2147483647 h 1092"/>
                      <a:gd name="T30" fmla="*/ 2147483647 w 594"/>
                      <a:gd name="T31" fmla="*/ 2147483647 h 1092"/>
                      <a:gd name="T32" fmla="*/ 2147483647 w 594"/>
                      <a:gd name="T33" fmla="*/ 0 h 1092"/>
                      <a:gd name="T34" fmla="*/ 2147483647 w 594"/>
                      <a:gd name="T35" fmla="*/ 2147483647 h 1092"/>
                      <a:gd name="T36" fmla="*/ 2147483647 w 594"/>
                      <a:gd name="T37" fmla="*/ 2147483647 h 1092"/>
                      <a:gd name="T38" fmla="*/ 2147483647 w 594"/>
                      <a:gd name="T39" fmla="*/ 2147483647 h 1092"/>
                      <a:gd name="T40" fmla="*/ 2147483647 w 594"/>
                      <a:gd name="T41" fmla="*/ 2147483647 h 1092"/>
                      <a:gd name="T42" fmla="*/ 2147483647 w 594"/>
                      <a:gd name="T43" fmla="*/ 2147483647 h 1092"/>
                      <a:gd name="T44" fmla="*/ 2147483647 w 594"/>
                      <a:gd name="T45" fmla="*/ 2147483647 h 1092"/>
                      <a:gd name="T46" fmla="*/ 2147483647 w 594"/>
                      <a:gd name="T47" fmla="*/ 2147483647 h 1092"/>
                      <a:gd name="T48" fmla="*/ 2147483647 w 594"/>
                      <a:gd name="T49" fmla="*/ 2147483647 h 1092"/>
                      <a:gd name="T50" fmla="*/ 2147483647 w 594"/>
                      <a:gd name="T51" fmla="*/ 2147483647 h 1092"/>
                      <a:gd name="T52" fmla="*/ 2147483647 w 594"/>
                      <a:gd name="T53" fmla="*/ 2147483647 h 1092"/>
                      <a:gd name="T54" fmla="*/ 2147483647 w 594"/>
                      <a:gd name="T55" fmla="*/ 2147483647 h 1092"/>
                      <a:gd name="T56" fmla="*/ 2147483647 w 594"/>
                      <a:gd name="T57" fmla="*/ 2147483647 h 1092"/>
                      <a:gd name="T58" fmla="*/ 2147483647 w 594"/>
                      <a:gd name="T59" fmla="*/ 2147483647 h 1092"/>
                      <a:gd name="T60" fmla="*/ 2147483647 w 594"/>
                      <a:gd name="T61" fmla="*/ 2147483647 h 1092"/>
                      <a:gd name="T62" fmla="*/ 2147483647 w 594"/>
                      <a:gd name="T63" fmla="*/ 2147483647 h 1092"/>
                      <a:gd name="T64" fmla="*/ 2147483647 w 594"/>
                      <a:gd name="T65" fmla="*/ 2147483647 h 1092"/>
                      <a:gd name="T66" fmla="*/ 2147483647 w 594"/>
                      <a:gd name="T67" fmla="*/ 2147483647 h 1092"/>
                      <a:gd name="T68" fmla="*/ 2147483647 w 594"/>
                      <a:gd name="T69" fmla="*/ 2147483647 h 1092"/>
                      <a:gd name="T70" fmla="*/ 2147483647 w 594"/>
                      <a:gd name="T71" fmla="*/ 2147483647 h 1092"/>
                      <a:gd name="T72" fmla="*/ 2147483647 w 594"/>
                      <a:gd name="T73" fmla="*/ 2147483647 h 1092"/>
                      <a:gd name="T74" fmla="*/ 2147483647 w 594"/>
                      <a:gd name="T75" fmla="*/ 2147483647 h 1092"/>
                      <a:gd name="T76" fmla="*/ 2147483647 w 594"/>
                      <a:gd name="T77" fmla="*/ 2147483647 h 1092"/>
                      <a:gd name="T78" fmla="*/ 2147483647 w 594"/>
                      <a:gd name="T79" fmla="*/ 2147483647 h 1092"/>
                      <a:gd name="T80" fmla="*/ 2147483647 w 594"/>
                      <a:gd name="T81" fmla="*/ 2147483647 h 1092"/>
                      <a:gd name="T82" fmla="*/ 2147483647 w 594"/>
                      <a:gd name="T83" fmla="*/ 2147483647 h 1092"/>
                      <a:gd name="T84" fmla="*/ 2147483647 w 594"/>
                      <a:gd name="T85" fmla="*/ 2147483647 h 1092"/>
                      <a:gd name="T86" fmla="*/ 0 w 594"/>
                      <a:gd name="T87" fmla="*/ 2147483647 h 1092"/>
                      <a:gd name="T88" fmla="*/ 2147483647 w 594"/>
                      <a:gd name="T89" fmla="*/ 2147483647 h 1092"/>
                      <a:gd name="T90" fmla="*/ 2147483647 w 594"/>
                      <a:gd name="T91" fmla="*/ 2147483647 h 1092"/>
                      <a:gd name="T92" fmla="*/ 2147483647 w 594"/>
                      <a:gd name="T93" fmla="*/ 2147483647 h 1092"/>
                      <a:gd name="T94" fmla="*/ 2147483647 w 594"/>
                      <a:gd name="T95" fmla="*/ 2147483647 h 1092"/>
                      <a:gd name="T96" fmla="*/ 2147483647 w 594"/>
                      <a:gd name="T97" fmla="*/ 2147483647 h 1092"/>
                      <a:gd name="T98" fmla="*/ 2147483647 w 594"/>
                      <a:gd name="T99" fmla="*/ 2147483647 h 1092"/>
                      <a:gd name="T100" fmla="*/ 2147483647 w 594"/>
                      <a:gd name="T101" fmla="*/ 2147483647 h 1092"/>
                      <a:gd name="T102" fmla="*/ 2147483647 w 594"/>
                      <a:gd name="T103" fmla="*/ 2147483647 h 109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94"/>
                      <a:gd name="T157" fmla="*/ 0 h 1092"/>
                      <a:gd name="T158" fmla="*/ 594 w 594"/>
                      <a:gd name="T159" fmla="*/ 1092 h 109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94" h="1092">
                        <a:moveTo>
                          <a:pt x="120" y="330"/>
                        </a:moveTo>
                        <a:lnTo>
                          <a:pt x="144" y="324"/>
                        </a:lnTo>
                        <a:lnTo>
                          <a:pt x="192" y="324"/>
                        </a:lnTo>
                        <a:lnTo>
                          <a:pt x="192" y="300"/>
                        </a:lnTo>
                        <a:lnTo>
                          <a:pt x="252" y="312"/>
                        </a:lnTo>
                        <a:lnTo>
                          <a:pt x="270" y="282"/>
                        </a:lnTo>
                        <a:lnTo>
                          <a:pt x="312" y="288"/>
                        </a:lnTo>
                        <a:lnTo>
                          <a:pt x="312" y="258"/>
                        </a:lnTo>
                        <a:lnTo>
                          <a:pt x="324" y="228"/>
                        </a:lnTo>
                        <a:lnTo>
                          <a:pt x="324" y="258"/>
                        </a:lnTo>
                        <a:lnTo>
                          <a:pt x="336" y="276"/>
                        </a:lnTo>
                        <a:lnTo>
                          <a:pt x="348" y="240"/>
                        </a:lnTo>
                        <a:lnTo>
                          <a:pt x="348" y="210"/>
                        </a:lnTo>
                        <a:lnTo>
                          <a:pt x="354" y="192"/>
                        </a:lnTo>
                        <a:lnTo>
                          <a:pt x="354" y="186"/>
                        </a:lnTo>
                        <a:lnTo>
                          <a:pt x="360" y="186"/>
                        </a:lnTo>
                        <a:lnTo>
                          <a:pt x="372" y="198"/>
                        </a:lnTo>
                        <a:lnTo>
                          <a:pt x="372" y="204"/>
                        </a:lnTo>
                        <a:lnTo>
                          <a:pt x="378" y="204"/>
                        </a:lnTo>
                        <a:lnTo>
                          <a:pt x="402" y="180"/>
                        </a:lnTo>
                        <a:lnTo>
                          <a:pt x="396" y="168"/>
                        </a:lnTo>
                        <a:lnTo>
                          <a:pt x="396" y="150"/>
                        </a:lnTo>
                        <a:lnTo>
                          <a:pt x="390" y="138"/>
                        </a:lnTo>
                        <a:lnTo>
                          <a:pt x="402" y="126"/>
                        </a:lnTo>
                        <a:lnTo>
                          <a:pt x="414" y="126"/>
                        </a:lnTo>
                        <a:lnTo>
                          <a:pt x="420" y="132"/>
                        </a:lnTo>
                        <a:lnTo>
                          <a:pt x="426" y="132"/>
                        </a:lnTo>
                        <a:lnTo>
                          <a:pt x="432" y="126"/>
                        </a:lnTo>
                        <a:lnTo>
                          <a:pt x="438" y="114"/>
                        </a:lnTo>
                        <a:lnTo>
                          <a:pt x="450" y="102"/>
                        </a:lnTo>
                        <a:lnTo>
                          <a:pt x="456" y="90"/>
                        </a:lnTo>
                        <a:lnTo>
                          <a:pt x="462" y="72"/>
                        </a:lnTo>
                        <a:lnTo>
                          <a:pt x="462" y="42"/>
                        </a:lnTo>
                        <a:lnTo>
                          <a:pt x="492" y="0"/>
                        </a:lnTo>
                        <a:lnTo>
                          <a:pt x="546" y="60"/>
                        </a:lnTo>
                        <a:lnTo>
                          <a:pt x="546" y="90"/>
                        </a:lnTo>
                        <a:lnTo>
                          <a:pt x="552" y="96"/>
                        </a:lnTo>
                        <a:lnTo>
                          <a:pt x="558" y="114"/>
                        </a:lnTo>
                        <a:lnTo>
                          <a:pt x="576" y="150"/>
                        </a:lnTo>
                        <a:lnTo>
                          <a:pt x="582" y="156"/>
                        </a:lnTo>
                        <a:lnTo>
                          <a:pt x="582" y="162"/>
                        </a:lnTo>
                        <a:lnTo>
                          <a:pt x="564" y="216"/>
                        </a:lnTo>
                        <a:lnTo>
                          <a:pt x="594" y="276"/>
                        </a:lnTo>
                        <a:lnTo>
                          <a:pt x="594" y="288"/>
                        </a:lnTo>
                        <a:lnTo>
                          <a:pt x="588" y="294"/>
                        </a:lnTo>
                        <a:lnTo>
                          <a:pt x="576" y="294"/>
                        </a:lnTo>
                        <a:lnTo>
                          <a:pt x="564" y="288"/>
                        </a:lnTo>
                        <a:lnTo>
                          <a:pt x="558" y="282"/>
                        </a:lnTo>
                        <a:lnTo>
                          <a:pt x="552" y="282"/>
                        </a:lnTo>
                        <a:lnTo>
                          <a:pt x="522" y="288"/>
                        </a:lnTo>
                        <a:lnTo>
                          <a:pt x="528" y="330"/>
                        </a:lnTo>
                        <a:lnTo>
                          <a:pt x="522" y="336"/>
                        </a:lnTo>
                        <a:lnTo>
                          <a:pt x="516" y="348"/>
                        </a:lnTo>
                        <a:lnTo>
                          <a:pt x="504" y="354"/>
                        </a:lnTo>
                        <a:lnTo>
                          <a:pt x="486" y="390"/>
                        </a:lnTo>
                        <a:lnTo>
                          <a:pt x="486" y="402"/>
                        </a:lnTo>
                        <a:lnTo>
                          <a:pt x="492" y="414"/>
                        </a:lnTo>
                        <a:lnTo>
                          <a:pt x="504" y="450"/>
                        </a:lnTo>
                        <a:lnTo>
                          <a:pt x="498" y="468"/>
                        </a:lnTo>
                        <a:lnTo>
                          <a:pt x="486" y="510"/>
                        </a:lnTo>
                        <a:lnTo>
                          <a:pt x="462" y="570"/>
                        </a:lnTo>
                        <a:lnTo>
                          <a:pt x="432" y="642"/>
                        </a:lnTo>
                        <a:lnTo>
                          <a:pt x="390" y="720"/>
                        </a:lnTo>
                        <a:lnTo>
                          <a:pt x="324" y="852"/>
                        </a:lnTo>
                        <a:lnTo>
                          <a:pt x="312" y="894"/>
                        </a:lnTo>
                        <a:lnTo>
                          <a:pt x="306" y="912"/>
                        </a:lnTo>
                        <a:lnTo>
                          <a:pt x="306" y="948"/>
                        </a:lnTo>
                        <a:lnTo>
                          <a:pt x="294" y="984"/>
                        </a:lnTo>
                        <a:lnTo>
                          <a:pt x="276" y="1014"/>
                        </a:lnTo>
                        <a:lnTo>
                          <a:pt x="258" y="1032"/>
                        </a:lnTo>
                        <a:lnTo>
                          <a:pt x="240" y="1044"/>
                        </a:lnTo>
                        <a:lnTo>
                          <a:pt x="222" y="1062"/>
                        </a:lnTo>
                        <a:lnTo>
                          <a:pt x="216" y="1062"/>
                        </a:lnTo>
                        <a:lnTo>
                          <a:pt x="210" y="1068"/>
                        </a:lnTo>
                        <a:lnTo>
                          <a:pt x="186" y="1068"/>
                        </a:lnTo>
                        <a:lnTo>
                          <a:pt x="150" y="1086"/>
                        </a:lnTo>
                        <a:lnTo>
                          <a:pt x="114" y="1092"/>
                        </a:lnTo>
                        <a:lnTo>
                          <a:pt x="78" y="1074"/>
                        </a:lnTo>
                        <a:lnTo>
                          <a:pt x="60" y="1056"/>
                        </a:lnTo>
                        <a:lnTo>
                          <a:pt x="48" y="1038"/>
                        </a:lnTo>
                        <a:lnTo>
                          <a:pt x="36" y="1026"/>
                        </a:lnTo>
                        <a:lnTo>
                          <a:pt x="36" y="1020"/>
                        </a:lnTo>
                        <a:lnTo>
                          <a:pt x="30" y="1014"/>
                        </a:lnTo>
                        <a:lnTo>
                          <a:pt x="48" y="990"/>
                        </a:lnTo>
                        <a:lnTo>
                          <a:pt x="42" y="978"/>
                        </a:lnTo>
                        <a:lnTo>
                          <a:pt x="24" y="948"/>
                        </a:lnTo>
                        <a:lnTo>
                          <a:pt x="12" y="900"/>
                        </a:lnTo>
                        <a:lnTo>
                          <a:pt x="0" y="834"/>
                        </a:lnTo>
                        <a:lnTo>
                          <a:pt x="0" y="786"/>
                        </a:lnTo>
                        <a:lnTo>
                          <a:pt x="6" y="756"/>
                        </a:lnTo>
                        <a:lnTo>
                          <a:pt x="18" y="738"/>
                        </a:lnTo>
                        <a:lnTo>
                          <a:pt x="60" y="696"/>
                        </a:lnTo>
                        <a:lnTo>
                          <a:pt x="72" y="678"/>
                        </a:lnTo>
                        <a:lnTo>
                          <a:pt x="90" y="672"/>
                        </a:lnTo>
                        <a:lnTo>
                          <a:pt x="96" y="660"/>
                        </a:lnTo>
                        <a:lnTo>
                          <a:pt x="108" y="654"/>
                        </a:lnTo>
                        <a:lnTo>
                          <a:pt x="108" y="636"/>
                        </a:lnTo>
                        <a:lnTo>
                          <a:pt x="102" y="600"/>
                        </a:lnTo>
                        <a:lnTo>
                          <a:pt x="96" y="558"/>
                        </a:lnTo>
                        <a:lnTo>
                          <a:pt x="96" y="522"/>
                        </a:lnTo>
                        <a:lnTo>
                          <a:pt x="78" y="432"/>
                        </a:lnTo>
                        <a:lnTo>
                          <a:pt x="90" y="408"/>
                        </a:lnTo>
                        <a:lnTo>
                          <a:pt x="132" y="366"/>
                        </a:lnTo>
                        <a:lnTo>
                          <a:pt x="132" y="360"/>
                        </a:lnTo>
                        <a:lnTo>
                          <a:pt x="120" y="33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81" name="Libya" descr="© INSCALE GmbH, 05.05.2010&#10;http://www.presentationload.com/">
                    <a:extLst>
                      <a:ext uri="{FF2B5EF4-FFF2-40B4-BE49-F238E27FC236}">
                        <a16:creationId xmlns:a16="http://schemas.microsoft.com/office/drawing/2014/main" id="{97C48014-B8EC-BE31-BDA3-AB15D6329DB4}"/>
                      </a:ext>
                    </a:extLst>
                  </p:cNvPr>
                  <p:cNvSpPr>
                    <a:spLocks/>
                  </p:cNvSpPr>
                  <p:nvPr/>
                </p:nvSpPr>
                <p:spPr bwMode="gray">
                  <a:xfrm>
                    <a:off x="2823" y="1889"/>
                    <a:ext cx="279" cy="282"/>
                  </a:xfrm>
                  <a:custGeom>
                    <a:avLst/>
                    <a:gdLst>
                      <a:gd name="T0" fmla="*/ 2147483647 w 1098"/>
                      <a:gd name="T1" fmla="*/ 2147483647 h 1110"/>
                      <a:gd name="T2" fmla="*/ 2147483647 w 1098"/>
                      <a:gd name="T3" fmla="*/ 2147483647 h 1110"/>
                      <a:gd name="T4" fmla="*/ 2147483647 w 1098"/>
                      <a:gd name="T5" fmla="*/ 2147483647 h 1110"/>
                      <a:gd name="T6" fmla="*/ 2147483647 w 1098"/>
                      <a:gd name="T7" fmla="*/ 2147483647 h 1110"/>
                      <a:gd name="T8" fmla="*/ 2147483647 w 1098"/>
                      <a:gd name="T9" fmla="*/ 2147483647 h 1110"/>
                      <a:gd name="T10" fmla="*/ 2147483647 w 1098"/>
                      <a:gd name="T11" fmla="*/ 2147483647 h 1110"/>
                      <a:gd name="T12" fmla="*/ 2147483647 w 1098"/>
                      <a:gd name="T13" fmla="*/ 2147483647 h 1110"/>
                      <a:gd name="T14" fmla="*/ 2147483647 w 1098"/>
                      <a:gd name="T15" fmla="*/ 2147483647 h 1110"/>
                      <a:gd name="T16" fmla="*/ 2147483647 w 1098"/>
                      <a:gd name="T17" fmla="*/ 2147483647 h 1110"/>
                      <a:gd name="T18" fmla="*/ 2147483647 w 1098"/>
                      <a:gd name="T19" fmla="*/ 2147483647 h 1110"/>
                      <a:gd name="T20" fmla="*/ 2147483647 w 1098"/>
                      <a:gd name="T21" fmla="*/ 2147483647 h 1110"/>
                      <a:gd name="T22" fmla="*/ 2147483647 w 1098"/>
                      <a:gd name="T23" fmla="*/ 2147483647 h 1110"/>
                      <a:gd name="T24" fmla="*/ 0 w 1098"/>
                      <a:gd name="T25" fmla="*/ 2147483647 h 1110"/>
                      <a:gd name="T26" fmla="*/ 2147483647 w 1098"/>
                      <a:gd name="T27" fmla="*/ 2147483647 h 1110"/>
                      <a:gd name="T28" fmla="*/ 2147483647 w 1098"/>
                      <a:gd name="T29" fmla="*/ 2147483647 h 1110"/>
                      <a:gd name="T30" fmla="*/ 2147483647 w 1098"/>
                      <a:gd name="T31" fmla="*/ 2147483647 h 1110"/>
                      <a:gd name="T32" fmla="*/ 2147483647 w 1098"/>
                      <a:gd name="T33" fmla="*/ 2147483647 h 1110"/>
                      <a:gd name="T34" fmla="*/ 2147483647 w 1098"/>
                      <a:gd name="T35" fmla="*/ 2147483647 h 1110"/>
                      <a:gd name="T36" fmla="*/ 2147483647 w 1098"/>
                      <a:gd name="T37" fmla="*/ 2147483647 h 1110"/>
                      <a:gd name="T38" fmla="*/ 2147483647 w 1098"/>
                      <a:gd name="T39" fmla="*/ 2147483647 h 1110"/>
                      <a:gd name="T40" fmla="*/ 2147483647 w 1098"/>
                      <a:gd name="T41" fmla="*/ 2147483647 h 1110"/>
                      <a:gd name="T42" fmla="*/ 2147483647 w 1098"/>
                      <a:gd name="T43" fmla="*/ 2147483647 h 1110"/>
                      <a:gd name="T44" fmla="*/ 2147483647 w 1098"/>
                      <a:gd name="T45" fmla="*/ 2147483647 h 1110"/>
                      <a:gd name="T46" fmla="*/ 2147483647 w 1098"/>
                      <a:gd name="T47" fmla="*/ 2147483647 h 1110"/>
                      <a:gd name="T48" fmla="*/ 2147483647 w 1098"/>
                      <a:gd name="T49" fmla="*/ 2147483647 h 1110"/>
                      <a:gd name="T50" fmla="*/ 2147483647 w 1098"/>
                      <a:gd name="T51" fmla="*/ 2147483647 h 1110"/>
                      <a:gd name="T52" fmla="*/ 2147483647 w 1098"/>
                      <a:gd name="T53" fmla="*/ 2147483647 h 1110"/>
                      <a:gd name="T54" fmla="*/ 2147483647 w 1098"/>
                      <a:gd name="T55" fmla="*/ 2147483647 h 1110"/>
                      <a:gd name="T56" fmla="*/ 2147483647 w 1098"/>
                      <a:gd name="T57" fmla="*/ 2147483647 h 1110"/>
                      <a:gd name="T58" fmla="*/ 2147483647 w 1098"/>
                      <a:gd name="T59" fmla="*/ 2147483647 h 1110"/>
                      <a:gd name="T60" fmla="*/ 2147483647 w 1098"/>
                      <a:gd name="T61" fmla="*/ 2147483647 h 1110"/>
                      <a:gd name="T62" fmla="*/ 2147483647 w 1098"/>
                      <a:gd name="T63" fmla="*/ 2147483647 h 1110"/>
                      <a:gd name="T64" fmla="*/ 2147483647 w 1098"/>
                      <a:gd name="T65" fmla="*/ 2147483647 h 1110"/>
                      <a:gd name="T66" fmla="*/ 2147483647 w 1098"/>
                      <a:gd name="T67" fmla="*/ 2147483647 h 1110"/>
                      <a:gd name="T68" fmla="*/ 2147483647 w 1098"/>
                      <a:gd name="T69" fmla="*/ 2147483647 h 1110"/>
                      <a:gd name="T70" fmla="*/ 2147483647 w 1098"/>
                      <a:gd name="T71" fmla="*/ 2147483647 h 1110"/>
                      <a:gd name="T72" fmla="*/ 2147483647 w 1098"/>
                      <a:gd name="T73" fmla="*/ 2147483647 h 1110"/>
                      <a:gd name="T74" fmla="*/ 2147483647 w 1098"/>
                      <a:gd name="T75" fmla="*/ 2147483647 h 1110"/>
                      <a:gd name="T76" fmla="*/ 2147483647 w 1098"/>
                      <a:gd name="T77" fmla="*/ 2147483647 h 1110"/>
                      <a:gd name="T78" fmla="*/ 2147483647 w 1098"/>
                      <a:gd name="T79" fmla="*/ 2147483647 h 1110"/>
                      <a:gd name="T80" fmla="*/ 2147483647 w 1098"/>
                      <a:gd name="T81" fmla="*/ 2147483647 h 1110"/>
                      <a:gd name="T82" fmla="*/ 2147483647 w 1098"/>
                      <a:gd name="T83" fmla="*/ 2147483647 h 1110"/>
                      <a:gd name="T84" fmla="*/ 2147483647 w 1098"/>
                      <a:gd name="T85" fmla="*/ 2147483647 h 1110"/>
                      <a:gd name="T86" fmla="*/ 2147483647 w 1098"/>
                      <a:gd name="T87" fmla="*/ 2147483647 h 1110"/>
                      <a:gd name="T88" fmla="*/ 2147483647 w 1098"/>
                      <a:gd name="T89" fmla="*/ 2147483647 h 1110"/>
                      <a:gd name="T90" fmla="*/ 2147483647 w 1098"/>
                      <a:gd name="T91" fmla="*/ 2147483647 h 1110"/>
                      <a:gd name="T92" fmla="*/ 2147483647 w 1098"/>
                      <a:gd name="T93" fmla="*/ 2147483647 h 1110"/>
                      <a:gd name="T94" fmla="*/ 2147483647 w 1098"/>
                      <a:gd name="T95" fmla="*/ 2147483647 h 1110"/>
                      <a:gd name="T96" fmla="*/ 2147483647 w 1098"/>
                      <a:gd name="T97" fmla="*/ 2147483647 h 1110"/>
                      <a:gd name="T98" fmla="*/ 2147483647 w 1098"/>
                      <a:gd name="T99" fmla="*/ 2147483647 h 1110"/>
                      <a:gd name="T100" fmla="*/ 2147483647 w 1098"/>
                      <a:gd name="T101" fmla="*/ 2147483647 h 1110"/>
                      <a:gd name="T102" fmla="*/ 2147483647 w 1098"/>
                      <a:gd name="T103" fmla="*/ 2147483647 h 1110"/>
                      <a:gd name="T104" fmla="*/ 2147483647 w 1098"/>
                      <a:gd name="T105" fmla="*/ 2147483647 h 1110"/>
                      <a:gd name="T106" fmla="*/ 2147483647 w 1098"/>
                      <a:gd name="T107" fmla="*/ 2147483647 h 1110"/>
                      <a:gd name="T108" fmla="*/ 2147483647 w 1098"/>
                      <a:gd name="T109" fmla="*/ 2147483647 h 1110"/>
                      <a:gd name="T110" fmla="*/ 2147483647 w 1098"/>
                      <a:gd name="T111" fmla="*/ 2147483647 h 1110"/>
                      <a:gd name="T112" fmla="*/ 2147483647 w 1098"/>
                      <a:gd name="T113" fmla="*/ 2147483647 h 1110"/>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w 1098"/>
                      <a:gd name="T172" fmla="*/ 0 h 1110"/>
                      <a:gd name="T173" fmla="*/ 1098 w 1098"/>
                      <a:gd name="T174" fmla="*/ 1110 h 1110"/>
                    </a:gdLst>
                    <a:ahLst/>
                    <a:cxnLst>
                      <a:cxn ang="T114">
                        <a:pos x="T0" y="T1"/>
                      </a:cxn>
                      <a:cxn ang="T115">
                        <a:pos x="T2" y="T3"/>
                      </a:cxn>
                      <a:cxn ang="T116">
                        <a:pos x="T4" y="T5"/>
                      </a:cxn>
                      <a:cxn ang="T117">
                        <a:pos x="T6" y="T7"/>
                      </a:cxn>
                      <a:cxn ang="T118">
                        <a:pos x="T8" y="T9"/>
                      </a:cxn>
                      <a:cxn ang="T119">
                        <a:pos x="T10" y="T11"/>
                      </a:cxn>
                      <a:cxn ang="T120">
                        <a:pos x="T12" y="T13"/>
                      </a:cxn>
                      <a:cxn ang="T121">
                        <a:pos x="T14" y="T15"/>
                      </a:cxn>
                      <a:cxn ang="T122">
                        <a:pos x="T16" y="T17"/>
                      </a:cxn>
                      <a:cxn ang="T123">
                        <a:pos x="T18" y="T19"/>
                      </a:cxn>
                      <a:cxn ang="T124">
                        <a:pos x="T20" y="T21"/>
                      </a:cxn>
                      <a:cxn ang="T125">
                        <a:pos x="T22" y="T23"/>
                      </a:cxn>
                      <a:cxn ang="T126">
                        <a:pos x="T24" y="T25"/>
                      </a:cxn>
                      <a:cxn ang="T127">
                        <a:pos x="T26" y="T27"/>
                      </a:cxn>
                      <a:cxn ang="T128">
                        <a:pos x="T28" y="T29"/>
                      </a:cxn>
                      <a:cxn ang="T129">
                        <a:pos x="T30" y="T31"/>
                      </a:cxn>
                      <a:cxn ang="T130">
                        <a:pos x="T32" y="T33"/>
                      </a:cxn>
                      <a:cxn ang="T131">
                        <a:pos x="T34" y="T35"/>
                      </a:cxn>
                      <a:cxn ang="T132">
                        <a:pos x="T36" y="T37"/>
                      </a:cxn>
                      <a:cxn ang="T133">
                        <a:pos x="T38" y="T39"/>
                      </a:cxn>
                      <a:cxn ang="T134">
                        <a:pos x="T40" y="T41"/>
                      </a:cxn>
                      <a:cxn ang="T135">
                        <a:pos x="T42" y="T43"/>
                      </a:cxn>
                      <a:cxn ang="T136">
                        <a:pos x="T44" y="T45"/>
                      </a:cxn>
                      <a:cxn ang="T137">
                        <a:pos x="T46" y="T47"/>
                      </a:cxn>
                      <a:cxn ang="T138">
                        <a:pos x="T48" y="T49"/>
                      </a:cxn>
                      <a:cxn ang="T139">
                        <a:pos x="T50" y="T51"/>
                      </a:cxn>
                      <a:cxn ang="T140">
                        <a:pos x="T52" y="T53"/>
                      </a:cxn>
                      <a:cxn ang="T141">
                        <a:pos x="T54" y="T55"/>
                      </a:cxn>
                      <a:cxn ang="T142">
                        <a:pos x="T56" y="T57"/>
                      </a:cxn>
                      <a:cxn ang="T143">
                        <a:pos x="T58" y="T59"/>
                      </a:cxn>
                      <a:cxn ang="T144">
                        <a:pos x="T60" y="T61"/>
                      </a:cxn>
                      <a:cxn ang="T145">
                        <a:pos x="T62" y="T63"/>
                      </a:cxn>
                      <a:cxn ang="T146">
                        <a:pos x="T64" y="T65"/>
                      </a:cxn>
                      <a:cxn ang="T147">
                        <a:pos x="T66" y="T67"/>
                      </a:cxn>
                      <a:cxn ang="T148">
                        <a:pos x="T68" y="T69"/>
                      </a:cxn>
                      <a:cxn ang="T149">
                        <a:pos x="T70" y="T71"/>
                      </a:cxn>
                      <a:cxn ang="T150">
                        <a:pos x="T72" y="T73"/>
                      </a:cxn>
                      <a:cxn ang="T151">
                        <a:pos x="T74" y="T75"/>
                      </a:cxn>
                      <a:cxn ang="T152">
                        <a:pos x="T76" y="T77"/>
                      </a:cxn>
                      <a:cxn ang="T153">
                        <a:pos x="T78" y="T79"/>
                      </a:cxn>
                      <a:cxn ang="T154">
                        <a:pos x="T80" y="T81"/>
                      </a:cxn>
                      <a:cxn ang="T155">
                        <a:pos x="T82" y="T83"/>
                      </a:cxn>
                      <a:cxn ang="T156">
                        <a:pos x="T84" y="T85"/>
                      </a:cxn>
                      <a:cxn ang="T157">
                        <a:pos x="T86" y="T87"/>
                      </a:cxn>
                      <a:cxn ang="T158">
                        <a:pos x="T88" y="T89"/>
                      </a:cxn>
                      <a:cxn ang="T159">
                        <a:pos x="T90" y="T91"/>
                      </a:cxn>
                      <a:cxn ang="T160">
                        <a:pos x="T92" y="T93"/>
                      </a:cxn>
                      <a:cxn ang="T161">
                        <a:pos x="T94" y="T95"/>
                      </a:cxn>
                      <a:cxn ang="T162">
                        <a:pos x="T96" y="T97"/>
                      </a:cxn>
                      <a:cxn ang="T163">
                        <a:pos x="T98" y="T99"/>
                      </a:cxn>
                      <a:cxn ang="T164">
                        <a:pos x="T100" y="T101"/>
                      </a:cxn>
                      <a:cxn ang="T165">
                        <a:pos x="T102" y="T103"/>
                      </a:cxn>
                      <a:cxn ang="T166">
                        <a:pos x="T104" y="T105"/>
                      </a:cxn>
                      <a:cxn ang="T167">
                        <a:pos x="T106" y="T107"/>
                      </a:cxn>
                      <a:cxn ang="T168">
                        <a:pos x="T108" y="T109"/>
                      </a:cxn>
                      <a:cxn ang="T169">
                        <a:pos x="T110" y="T111"/>
                      </a:cxn>
                      <a:cxn ang="T170">
                        <a:pos x="T112" y="T113"/>
                      </a:cxn>
                    </a:cxnLst>
                    <a:rect l="T171" t="T172" r="T173" b="T174"/>
                    <a:pathLst>
                      <a:path w="1098" h="1110">
                        <a:moveTo>
                          <a:pt x="156" y="60"/>
                        </a:moveTo>
                        <a:lnTo>
                          <a:pt x="150" y="66"/>
                        </a:lnTo>
                        <a:lnTo>
                          <a:pt x="126" y="78"/>
                        </a:lnTo>
                        <a:lnTo>
                          <a:pt x="114" y="78"/>
                        </a:lnTo>
                        <a:lnTo>
                          <a:pt x="102" y="84"/>
                        </a:lnTo>
                        <a:lnTo>
                          <a:pt x="96" y="90"/>
                        </a:lnTo>
                        <a:lnTo>
                          <a:pt x="90" y="102"/>
                        </a:lnTo>
                        <a:lnTo>
                          <a:pt x="84" y="108"/>
                        </a:lnTo>
                        <a:lnTo>
                          <a:pt x="78" y="120"/>
                        </a:lnTo>
                        <a:lnTo>
                          <a:pt x="72" y="120"/>
                        </a:lnTo>
                        <a:lnTo>
                          <a:pt x="54" y="138"/>
                        </a:lnTo>
                        <a:lnTo>
                          <a:pt x="54" y="156"/>
                        </a:lnTo>
                        <a:lnTo>
                          <a:pt x="66" y="180"/>
                        </a:lnTo>
                        <a:lnTo>
                          <a:pt x="66" y="204"/>
                        </a:lnTo>
                        <a:lnTo>
                          <a:pt x="36" y="234"/>
                        </a:lnTo>
                        <a:lnTo>
                          <a:pt x="30" y="234"/>
                        </a:lnTo>
                        <a:lnTo>
                          <a:pt x="24" y="240"/>
                        </a:lnTo>
                        <a:lnTo>
                          <a:pt x="12" y="246"/>
                        </a:lnTo>
                        <a:lnTo>
                          <a:pt x="6" y="246"/>
                        </a:lnTo>
                        <a:lnTo>
                          <a:pt x="0" y="252"/>
                        </a:lnTo>
                        <a:lnTo>
                          <a:pt x="12" y="270"/>
                        </a:lnTo>
                        <a:lnTo>
                          <a:pt x="36" y="330"/>
                        </a:lnTo>
                        <a:lnTo>
                          <a:pt x="48" y="354"/>
                        </a:lnTo>
                        <a:lnTo>
                          <a:pt x="48" y="360"/>
                        </a:lnTo>
                        <a:lnTo>
                          <a:pt x="42" y="372"/>
                        </a:lnTo>
                        <a:lnTo>
                          <a:pt x="42" y="402"/>
                        </a:lnTo>
                        <a:lnTo>
                          <a:pt x="36" y="408"/>
                        </a:lnTo>
                        <a:lnTo>
                          <a:pt x="36" y="414"/>
                        </a:lnTo>
                        <a:lnTo>
                          <a:pt x="42" y="432"/>
                        </a:lnTo>
                        <a:lnTo>
                          <a:pt x="30" y="456"/>
                        </a:lnTo>
                        <a:lnTo>
                          <a:pt x="36" y="510"/>
                        </a:lnTo>
                        <a:lnTo>
                          <a:pt x="36" y="516"/>
                        </a:lnTo>
                        <a:lnTo>
                          <a:pt x="42" y="522"/>
                        </a:lnTo>
                        <a:lnTo>
                          <a:pt x="42" y="534"/>
                        </a:lnTo>
                        <a:lnTo>
                          <a:pt x="36" y="546"/>
                        </a:lnTo>
                        <a:lnTo>
                          <a:pt x="30" y="552"/>
                        </a:lnTo>
                        <a:lnTo>
                          <a:pt x="18" y="558"/>
                        </a:lnTo>
                        <a:lnTo>
                          <a:pt x="6" y="558"/>
                        </a:lnTo>
                        <a:lnTo>
                          <a:pt x="0" y="564"/>
                        </a:lnTo>
                        <a:lnTo>
                          <a:pt x="0" y="570"/>
                        </a:lnTo>
                        <a:lnTo>
                          <a:pt x="6" y="582"/>
                        </a:lnTo>
                        <a:lnTo>
                          <a:pt x="18" y="594"/>
                        </a:lnTo>
                        <a:lnTo>
                          <a:pt x="24" y="612"/>
                        </a:lnTo>
                        <a:lnTo>
                          <a:pt x="36" y="624"/>
                        </a:lnTo>
                        <a:lnTo>
                          <a:pt x="42" y="636"/>
                        </a:lnTo>
                        <a:lnTo>
                          <a:pt x="48" y="642"/>
                        </a:lnTo>
                        <a:lnTo>
                          <a:pt x="48" y="684"/>
                        </a:lnTo>
                        <a:lnTo>
                          <a:pt x="72" y="708"/>
                        </a:lnTo>
                        <a:lnTo>
                          <a:pt x="96" y="696"/>
                        </a:lnTo>
                        <a:lnTo>
                          <a:pt x="102" y="696"/>
                        </a:lnTo>
                        <a:lnTo>
                          <a:pt x="138" y="714"/>
                        </a:lnTo>
                        <a:lnTo>
                          <a:pt x="150" y="714"/>
                        </a:lnTo>
                        <a:lnTo>
                          <a:pt x="162" y="726"/>
                        </a:lnTo>
                        <a:lnTo>
                          <a:pt x="162" y="732"/>
                        </a:lnTo>
                        <a:lnTo>
                          <a:pt x="168" y="744"/>
                        </a:lnTo>
                        <a:lnTo>
                          <a:pt x="174" y="762"/>
                        </a:lnTo>
                        <a:lnTo>
                          <a:pt x="180" y="774"/>
                        </a:lnTo>
                        <a:lnTo>
                          <a:pt x="186" y="780"/>
                        </a:lnTo>
                        <a:lnTo>
                          <a:pt x="186" y="786"/>
                        </a:lnTo>
                        <a:lnTo>
                          <a:pt x="222" y="792"/>
                        </a:lnTo>
                        <a:lnTo>
                          <a:pt x="234" y="792"/>
                        </a:lnTo>
                        <a:lnTo>
                          <a:pt x="246" y="798"/>
                        </a:lnTo>
                        <a:lnTo>
                          <a:pt x="258" y="798"/>
                        </a:lnTo>
                        <a:lnTo>
                          <a:pt x="276" y="804"/>
                        </a:lnTo>
                        <a:lnTo>
                          <a:pt x="288" y="810"/>
                        </a:lnTo>
                        <a:lnTo>
                          <a:pt x="294" y="810"/>
                        </a:lnTo>
                        <a:lnTo>
                          <a:pt x="300" y="816"/>
                        </a:lnTo>
                        <a:lnTo>
                          <a:pt x="312" y="822"/>
                        </a:lnTo>
                        <a:lnTo>
                          <a:pt x="318" y="828"/>
                        </a:lnTo>
                        <a:lnTo>
                          <a:pt x="324" y="840"/>
                        </a:lnTo>
                        <a:lnTo>
                          <a:pt x="336" y="846"/>
                        </a:lnTo>
                        <a:lnTo>
                          <a:pt x="342" y="852"/>
                        </a:lnTo>
                        <a:lnTo>
                          <a:pt x="360" y="846"/>
                        </a:lnTo>
                        <a:lnTo>
                          <a:pt x="396" y="828"/>
                        </a:lnTo>
                        <a:lnTo>
                          <a:pt x="456" y="792"/>
                        </a:lnTo>
                        <a:lnTo>
                          <a:pt x="468" y="786"/>
                        </a:lnTo>
                        <a:lnTo>
                          <a:pt x="1026" y="1110"/>
                        </a:lnTo>
                        <a:lnTo>
                          <a:pt x="1026" y="1062"/>
                        </a:lnTo>
                        <a:lnTo>
                          <a:pt x="1098" y="1062"/>
                        </a:lnTo>
                        <a:lnTo>
                          <a:pt x="1098" y="828"/>
                        </a:lnTo>
                        <a:lnTo>
                          <a:pt x="1092" y="750"/>
                        </a:lnTo>
                        <a:lnTo>
                          <a:pt x="1092" y="660"/>
                        </a:lnTo>
                        <a:lnTo>
                          <a:pt x="1086" y="564"/>
                        </a:lnTo>
                        <a:lnTo>
                          <a:pt x="1086" y="468"/>
                        </a:lnTo>
                        <a:lnTo>
                          <a:pt x="1080" y="390"/>
                        </a:lnTo>
                        <a:lnTo>
                          <a:pt x="1080" y="306"/>
                        </a:lnTo>
                        <a:lnTo>
                          <a:pt x="1068" y="270"/>
                        </a:lnTo>
                        <a:lnTo>
                          <a:pt x="1056" y="258"/>
                        </a:lnTo>
                        <a:lnTo>
                          <a:pt x="1050" y="246"/>
                        </a:lnTo>
                        <a:lnTo>
                          <a:pt x="1050" y="240"/>
                        </a:lnTo>
                        <a:lnTo>
                          <a:pt x="1056" y="228"/>
                        </a:lnTo>
                        <a:lnTo>
                          <a:pt x="1062" y="222"/>
                        </a:lnTo>
                        <a:lnTo>
                          <a:pt x="1068" y="210"/>
                        </a:lnTo>
                        <a:lnTo>
                          <a:pt x="1074" y="204"/>
                        </a:lnTo>
                        <a:lnTo>
                          <a:pt x="1074" y="198"/>
                        </a:lnTo>
                        <a:lnTo>
                          <a:pt x="1068" y="186"/>
                        </a:lnTo>
                        <a:lnTo>
                          <a:pt x="1056" y="180"/>
                        </a:lnTo>
                        <a:lnTo>
                          <a:pt x="1056" y="150"/>
                        </a:lnTo>
                        <a:lnTo>
                          <a:pt x="1080" y="126"/>
                        </a:lnTo>
                        <a:lnTo>
                          <a:pt x="1074" y="114"/>
                        </a:lnTo>
                        <a:lnTo>
                          <a:pt x="1074" y="96"/>
                        </a:lnTo>
                        <a:lnTo>
                          <a:pt x="1056" y="102"/>
                        </a:lnTo>
                        <a:lnTo>
                          <a:pt x="1044" y="90"/>
                        </a:lnTo>
                        <a:lnTo>
                          <a:pt x="1032" y="102"/>
                        </a:lnTo>
                        <a:lnTo>
                          <a:pt x="1026" y="102"/>
                        </a:lnTo>
                        <a:lnTo>
                          <a:pt x="1020" y="96"/>
                        </a:lnTo>
                        <a:lnTo>
                          <a:pt x="1008" y="90"/>
                        </a:lnTo>
                        <a:lnTo>
                          <a:pt x="1002" y="84"/>
                        </a:lnTo>
                        <a:lnTo>
                          <a:pt x="990" y="78"/>
                        </a:lnTo>
                        <a:lnTo>
                          <a:pt x="978" y="78"/>
                        </a:lnTo>
                        <a:lnTo>
                          <a:pt x="966" y="84"/>
                        </a:lnTo>
                        <a:lnTo>
                          <a:pt x="954" y="84"/>
                        </a:lnTo>
                        <a:lnTo>
                          <a:pt x="942" y="78"/>
                        </a:lnTo>
                        <a:lnTo>
                          <a:pt x="936" y="72"/>
                        </a:lnTo>
                        <a:lnTo>
                          <a:pt x="936" y="48"/>
                        </a:lnTo>
                        <a:lnTo>
                          <a:pt x="930" y="42"/>
                        </a:lnTo>
                        <a:lnTo>
                          <a:pt x="918" y="36"/>
                        </a:lnTo>
                        <a:lnTo>
                          <a:pt x="882" y="36"/>
                        </a:lnTo>
                        <a:lnTo>
                          <a:pt x="876" y="30"/>
                        </a:lnTo>
                        <a:lnTo>
                          <a:pt x="864" y="30"/>
                        </a:lnTo>
                        <a:lnTo>
                          <a:pt x="852" y="24"/>
                        </a:lnTo>
                        <a:lnTo>
                          <a:pt x="840" y="24"/>
                        </a:lnTo>
                        <a:lnTo>
                          <a:pt x="834" y="30"/>
                        </a:lnTo>
                        <a:lnTo>
                          <a:pt x="834" y="36"/>
                        </a:lnTo>
                        <a:lnTo>
                          <a:pt x="798" y="36"/>
                        </a:lnTo>
                        <a:lnTo>
                          <a:pt x="780" y="42"/>
                        </a:lnTo>
                        <a:lnTo>
                          <a:pt x="768" y="48"/>
                        </a:lnTo>
                        <a:lnTo>
                          <a:pt x="732" y="84"/>
                        </a:lnTo>
                        <a:lnTo>
                          <a:pt x="720" y="108"/>
                        </a:lnTo>
                        <a:lnTo>
                          <a:pt x="720" y="120"/>
                        </a:lnTo>
                        <a:lnTo>
                          <a:pt x="726" y="138"/>
                        </a:lnTo>
                        <a:lnTo>
                          <a:pt x="738" y="150"/>
                        </a:lnTo>
                        <a:lnTo>
                          <a:pt x="744" y="162"/>
                        </a:lnTo>
                        <a:lnTo>
                          <a:pt x="744" y="180"/>
                        </a:lnTo>
                        <a:lnTo>
                          <a:pt x="738" y="192"/>
                        </a:lnTo>
                        <a:lnTo>
                          <a:pt x="714" y="216"/>
                        </a:lnTo>
                        <a:lnTo>
                          <a:pt x="708" y="228"/>
                        </a:lnTo>
                        <a:lnTo>
                          <a:pt x="696" y="234"/>
                        </a:lnTo>
                        <a:lnTo>
                          <a:pt x="666" y="234"/>
                        </a:lnTo>
                        <a:lnTo>
                          <a:pt x="648" y="228"/>
                        </a:lnTo>
                        <a:lnTo>
                          <a:pt x="630" y="216"/>
                        </a:lnTo>
                        <a:lnTo>
                          <a:pt x="612" y="198"/>
                        </a:lnTo>
                        <a:lnTo>
                          <a:pt x="582" y="180"/>
                        </a:lnTo>
                        <a:lnTo>
                          <a:pt x="552" y="168"/>
                        </a:lnTo>
                        <a:lnTo>
                          <a:pt x="528" y="162"/>
                        </a:lnTo>
                        <a:lnTo>
                          <a:pt x="462" y="162"/>
                        </a:lnTo>
                        <a:lnTo>
                          <a:pt x="438" y="150"/>
                        </a:lnTo>
                        <a:lnTo>
                          <a:pt x="426" y="138"/>
                        </a:lnTo>
                        <a:lnTo>
                          <a:pt x="420" y="126"/>
                        </a:lnTo>
                        <a:lnTo>
                          <a:pt x="414" y="108"/>
                        </a:lnTo>
                        <a:lnTo>
                          <a:pt x="414" y="96"/>
                        </a:lnTo>
                        <a:lnTo>
                          <a:pt x="402" y="72"/>
                        </a:lnTo>
                        <a:lnTo>
                          <a:pt x="378" y="60"/>
                        </a:lnTo>
                        <a:lnTo>
                          <a:pt x="366" y="60"/>
                        </a:lnTo>
                        <a:lnTo>
                          <a:pt x="354" y="54"/>
                        </a:lnTo>
                        <a:lnTo>
                          <a:pt x="348" y="48"/>
                        </a:lnTo>
                        <a:lnTo>
                          <a:pt x="324" y="36"/>
                        </a:lnTo>
                        <a:lnTo>
                          <a:pt x="318" y="36"/>
                        </a:lnTo>
                        <a:lnTo>
                          <a:pt x="306" y="30"/>
                        </a:lnTo>
                        <a:lnTo>
                          <a:pt x="264" y="30"/>
                        </a:lnTo>
                        <a:lnTo>
                          <a:pt x="252" y="36"/>
                        </a:lnTo>
                        <a:lnTo>
                          <a:pt x="216" y="36"/>
                        </a:lnTo>
                        <a:lnTo>
                          <a:pt x="192" y="24"/>
                        </a:lnTo>
                        <a:lnTo>
                          <a:pt x="180" y="12"/>
                        </a:lnTo>
                        <a:lnTo>
                          <a:pt x="168" y="6"/>
                        </a:lnTo>
                        <a:lnTo>
                          <a:pt x="150" y="6"/>
                        </a:lnTo>
                        <a:lnTo>
                          <a:pt x="144" y="0"/>
                        </a:lnTo>
                        <a:lnTo>
                          <a:pt x="138" y="42"/>
                        </a:lnTo>
                        <a:lnTo>
                          <a:pt x="144" y="42"/>
                        </a:lnTo>
                        <a:lnTo>
                          <a:pt x="156" y="54"/>
                        </a:lnTo>
                        <a:lnTo>
                          <a:pt x="156" y="6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82" name="Liberia" descr="© INSCALE GmbH, 05.05.2010&#10;http://www.presentationload.com/">
                    <a:extLst>
                      <a:ext uri="{FF2B5EF4-FFF2-40B4-BE49-F238E27FC236}">
                        <a16:creationId xmlns:a16="http://schemas.microsoft.com/office/drawing/2014/main" id="{C8BD6915-1832-B1F4-A71A-D6B03B853D0B}"/>
                      </a:ext>
                    </a:extLst>
                  </p:cNvPr>
                  <p:cNvSpPr>
                    <a:spLocks/>
                  </p:cNvSpPr>
                  <p:nvPr/>
                </p:nvSpPr>
                <p:spPr bwMode="gray">
                  <a:xfrm>
                    <a:off x="2443" y="2393"/>
                    <a:ext cx="79" cy="87"/>
                  </a:xfrm>
                  <a:custGeom>
                    <a:avLst/>
                    <a:gdLst>
                      <a:gd name="T0" fmla="*/ 2147483647 w 312"/>
                      <a:gd name="T1" fmla="*/ 2147483647 h 342"/>
                      <a:gd name="T2" fmla="*/ 2147483647 w 312"/>
                      <a:gd name="T3" fmla="*/ 2147483647 h 342"/>
                      <a:gd name="T4" fmla="*/ 2147483647 w 312"/>
                      <a:gd name="T5" fmla="*/ 2147483647 h 342"/>
                      <a:gd name="T6" fmla="*/ 2147483647 w 312"/>
                      <a:gd name="T7" fmla="*/ 2147483647 h 342"/>
                      <a:gd name="T8" fmla="*/ 2147483647 w 312"/>
                      <a:gd name="T9" fmla="*/ 2147483647 h 342"/>
                      <a:gd name="T10" fmla="*/ 2147483647 w 312"/>
                      <a:gd name="T11" fmla="*/ 2147483647 h 342"/>
                      <a:gd name="T12" fmla="*/ 2147483647 w 312"/>
                      <a:gd name="T13" fmla="*/ 2147483647 h 342"/>
                      <a:gd name="T14" fmla="*/ 2147483647 w 312"/>
                      <a:gd name="T15" fmla="*/ 2147483647 h 342"/>
                      <a:gd name="T16" fmla="*/ 2147483647 w 312"/>
                      <a:gd name="T17" fmla="*/ 2147483647 h 342"/>
                      <a:gd name="T18" fmla="*/ 2147483647 w 312"/>
                      <a:gd name="T19" fmla="*/ 2147483647 h 342"/>
                      <a:gd name="T20" fmla="*/ 2147483647 w 312"/>
                      <a:gd name="T21" fmla="*/ 2147483647 h 342"/>
                      <a:gd name="T22" fmla="*/ 2147483647 w 312"/>
                      <a:gd name="T23" fmla="*/ 2147483647 h 342"/>
                      <a:gd name="T24" fmla="*/ 2147483647 w 312"/>
                      <a:gd name="T25" fmla="*/ 2147483647 h 342"/>
                      <a:gd name="T26" fmla="*/ 2147483647 w 312"/>
                      <a:gd name="T27" fmla="*/ 2147483647 h 342"/>
                      <a:gd name="T28" fmla="*/ 2147483647 w 312"/>
                      <a:gd name="T29" fmla="*/ 2147483647 h 342"/>
                      <a:gd name="T30" fmla="*/ 2147483647 w 312"/>
                      <a:gd name="T31" fmla="*/ 2147483647 h 342"/>
                      <a:gd name="T32" fmla="*/ 2147483647 w 312"/>
                      <a:gd name="T33" fmla="*/ 2147483647 h 342"/>
                      <a:gd name="T34" fmla="*/ 2147483647 w 312"/>
                      <a:gd name="T35" fmla="*/ 2147483647 h 342"/>
                      <a:gd name="T36" fmla="*/ 2147483647 w 312"/>
                      <a:gd name="T37" fmla="*/ 2147483647 h 342"/>
                      <a:gd name="T38" fmla="*/ 2147483647 w 312"/>
                      <a:gd name="T39" fmla="*/ 2147483647 h 342"/>
                      <a:gd name="T40" fmla="*/ 2147483647 w 312"/>
                      <a:gd name="T41" fmla="*/ 2147483647 h 342"/>
                      <a:gd name="T42" fmla="*/ 2147483647 w 312"/>
                      <a:gd name="T43" fmla="*/ 2147483647 h 342"/>
                      <a:gd name="T44" fmla="*/ 2147483647 w 312"/>
                      <a:gd name="T45" fmla="*/ 2147483647 h 342"/>
                      <a:gd name="T46" fmla="*/ 2147483647 w 312"/>
                      <a:gd name="T47" fmla="*/ 2147483647 h 342"/>
                      <a:gd name="T48" fmla="*/ 2147483647 w 312"/>
                      <a:gd name="T49" fmla="*/ 2147483647 h 342"/>
                      <a:gd name="T50" fmla="*/ 2147483647 w 312"/>
                      <a:gd name="T51" fmla="*/ 0 h 342"/>
                      <a:gd name="T52" fmla="*/ 2147483647 w 312"/>
                      <a:gd name="T53" fmla="*/ 0 h 342"/>
                      <a:gd name="T54" fmla="*/ 2147483647 w 312"/>
                      <a:gd name="T55" fmla="*/ 2147483647 h 342"/>
                      <a:gd name="T56" fmla="*/ 2147483647 w 312"/>
                      <a:gd name="T57" fmla="*/ 2147483647 h 342"/>
                      <a:gd name="T58" fmla="*/ 2147483647 w 312"/>
                      <a:gd name="T59" fmla="*/ 2147483647 h 342"/>
                      <a:gd name="T60" fmla="*/ 2147483647 w 312"/>
                      <a:gd name="T61" fmla="*/ 2147483647 h 342"/>
                      <a:gd name="T62" fmla="*/ 2147483647 w 312"/>
                      <a:gd name="T63" fmla="*/ 2147483647 h 342"/>
                      <a:gd name="T64" fmla="*/ 2147483647 w 312"/>
                      <a:gd name="T65" fmla="*/ 2147483647 h 342"/>
                      <a:gd name="T66" fmla="*/ 2147483647 w 312"/>
                      <a:gd name="T67" fmla="*/ 2147483647 h 342"/>
                      <a:gd name="T68" fmla="*/ 2147483647 w 312"/>
                      <a:gd name="T69" fmla="*/ 2147483647 h 342"/>
                      <a:gd name="T70" fmla="*/ 2147483647 w 312"/>
                      <a:gd name="T71" fmla="*/ 2147483647 h 342"/>
                      <a:gd name="T72" fmla="*/ 2147483647 w 312"/>
                      <a:gd name="T73" fmla="*/ 2147483647 h 342"/>
                      <a:gd name="T74" fmla="*/ 2147483647 w 312"/>
                      <a:gd name="T75" fmla="*/ 2147483647 h 342"/>
                      <a:gd name="T76" fmla="*/ 2147483647 w 312"/>
                      <a:gd name="T77" fmla="*/ 2147483647 h 342"/>
                      <a:gd name="T78" fmla="*/ 0 w 312"/>
                      <a:gd name="T79" fmla="*/ 2147483647 h 342"/>
                      <a:gd name="T80" fmla="*/ 2147483647 w 312"/>
                      <a:gd name="T81" fmla="*/ 2147483647 h 342"/>
                      <a:gd name="T82" fmla="*/ 2147483647 w 312"/>
                      <a:gd name="T83" fmla="*/ 2147483647 h 342"/>
                      <a:gd name="T84" fmla="*/ 2147483647 w 312"/>
                      <a:gd name="T85" fmla="*/ 2147483647 h 342"/>
                      <a:gd name="T86" fmla="*/ 2147483647 w 312"/>
                      <a:gd name="T87" fmla="*/ 2147483647 h 342"/>
                      <a:gd name="T88" fmla="*/ 2147483647 w 312"/>
                      <a:gd name="T89" fmla="*/ 2147483647 h 342"/>
                      <a:gd name="T90" fmla="*/ 2147483647 w 312"/>
                      <a:gd name="T91" fmla="*/ 2147483647 h 342"/>
                      <a:gd name="T92" fmla="*/ 2147483647 w 312"/>
                      <a:gd name="T93" fmla="*/ 2147483647 h 342"/>
                      <a:gd name="T94" fmla="*/ 2147483647 w 312"/>
                      <a:gd name="T95" fmla="*/ 2147483647 h 342"/>
                      <a:gd name="T96" fmla="*/ 2147483647 w 312"/>
                      <a:gd name="T97" fmla="*/ 2147483647 h 342"/>
                      <a:gd name="T98" fmla="*/ 2147483647 w 312"/>
                      <a:gd name="T99" fmla="*/ 2147483647 h 342"/>
                      <a:gd name="T100" fmla="*/ 2147483647 w 312"/>
                      <a:gd name="T101" fmla="*/ 2147483647 h 342"/>
                      <a:gd name="T102" fmla="*/ 2147483647 w 312"/>
                      <a:gd name="T103" fmla="*/ 2147483647 h 342"/>
                      <a:gd name="T104" fmla="*/ 2147483647 w 312"/>
                      <a:gd name="T105" fmla="*/ 2147483647 h 342"/>
                      <a:gd name="T106" fmla="*/ 2147483647 w 312"/>
                      <a:gd name="T107" fmla="*/ 2147483647 h 342"/>
                      <a:gd name="T108" fmla="*/ 2147483647 w 312"/>
                      <a:gd name="T109" fmla="*/ 2147483647 h 342"/>
                      <a:gd name="T110" fmla="*/ 2147483647 w 312"/>
                      <a:gd name="T111" fmla="*/ 2147483647 h 342"/>
                      <a:gd name="T112" fmla="*/ 2147483647 w 312"/>
                      <a:gd name="T113" fmla="*/ 2147483647 h 342"/>
                      <a:gd name="T114" fmla="*/ 2147483647 w 312"/>
                      <a:gd name="T115" fmla="*/ 2147483647 h 342"/>
                      <a:gd name="T116" fmla="*/ 2147483647 w 312"/>
                      <a:gd name="T117" fmla="*/ 2147483647 h 342"/>
                      <a:gd name="T118" fmla="*/ 2147483647 w 312"/>
                      <a:gd name="T119" fmla="*/ 2147483647 h 342"/>
                      <a:gd name="T120" fmla="*/ 2147483647 w 312"/>
                      <a:gd name="T121" fmla="*/ 2147483647 h 34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312"/>
                      <a:gd name="T184" fmla="*/ 0 h 342"/>
                      <a:gd name="T185" fmla="*/ 312 w 312"/>
                      <a:gd name="T186" fmla="*/ 342 h 34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312" h="342">
                        <a:moveTo>
                          <a:pt x="312" y="252"/>
                        </a:moveTo>
                        <a:lnTo>
                          <a:pt x="312" y="240"/>
                        </a:lnTo>
                        <a:lnTo>
                          <a:pt x="282" y="210"/>
                        </a:lnTo>
                        <a:lnTo>
                          <a:pt x="282" y="180"/>
                        </a:lnTo>
                        <a:lnTo>
                          <a:pt x="246" y="186"/>
                        </a:lnTo>
                        <a:lnTo>
                          <a:pt x="246" y="174"/>
                        </a:lnTo>
                        <a:lnTo>
                          <a:pt x="228" y="174"/>
                        </a:lnTo>
                        <a:lnTo>
                          <a:pt x="222" y="168"/>
                        </a:lnTo>
                        <a:lnTo>
                          <a:pt x="228" y="156"/>
                        </a:lnTo>
                        <a:lnTo>
                          <a:pt x="240" y="150"/>
                        </a:lnTo>
                        <a:lnTo>
                          <a:pt x="246" y="132"/>
                        </a:lnTo>
                        <a:lnTo>
                          <a:pt x="246" y="108"/>
                        </a:lnTo>
                        <a:lnTo>
                          <a:pt x="228" y="72"/>
                        </a:lnTo>
                        <a:lnTo>
                          <a:pt x="222" y="72"/>
                        </a:lnTo>
                        <a:lnTo>
                          <a:pt x="216" y="78"/>
                        </a:lnTo>
                        <a:lnTo>
                          <a:pt x="210" y="90"/>
                        </a:lnTo>
                        <a:lnTo>
                          <a:pt x="210" y="102"/>
                        </a:lnTo>
                        <a:lnTo>
                          <a:pt x="198" y="114"/>
                        </a:lnTo>
                        <a:lnTo>
                          <a:pt x="192" y="114"/>
                        </a:lnTo>
                        <a:lnTo>
                          <a:pt x="180" y="102"/>
                        </a:lnTo>
                        <a:lnTo>
                          <a:pt x="180" y="96"/>
                        </a:lnTo>
                        <a:lnTo>
                          <a:pt x="168" y="96"/>
                        </a:lnTo>
                        <a:lnTo>
                          <a:pt x="168" y="36"/>
                        </a:lnTo>
                        <a:lnTo>
                          <a:pt x="162" y="18"/>
                        </a:lnTo>
                        <a:lnTo>
                          <a:pt x="150" y="6"/>
                        </a:lnTo>
                        <a:lnTo>
                          <a:pt x="138" y="0"/>
                        </a:lnTo>
                        <a:lnTo>
                          <a:pt x="132" y="0"/>
                        </a:lnTo>
                        <a:lnTo>
                          <a:pt x="126" y="6"/>
                        </a:lnTo>
                        <a:lnTo>
                          <a:pt x="126" y="18"/>
                        </a:lnTo>
                        <a:lnTo>
                          <a:pt x="102" y="12"/>
                        </a:lnTo>
                        <a:lnTo>
                          <a:pt x="108" y="36"/>
                        </a:lnTo>
                        <a:lnTo>
                          <a:pt x="84" y="42"/>
                        </a:lnTo>
                        <a:lnTo>
                          <a:pt x="84" y="60"/>
                        </a:lnTo>
                        <a:lnTo>
                          <a:pt x="78" y="72"/>
                        </a:lnTo>
                        <a:lnTo>
                          <a:pt x="66" y="78"/>
                        </a:lnTo>
                        <a:lnTo>
                          <a:pt x="54" y="90"/>
                        </a:lnTo>
                        <a:lnTo>
                          <a:pt x="42" y="96"/>
                        </a:lnTo>
                        <a:lnTo>
                          <a:pt x="24" y="114"/>
                        </a:lnTo>
                        <a:lnTo>
                          <a:pt x="24" y="150"/>
                        </a:lnTo>
                        <a:lnTo>
                          <a:pt x="0" y="126"/>
                        </a:lnTo>
                        <a:lnTo>
                          <a:pt x="36" y="162"/>
                        </a:lnTo>
                        <a:lnTo>
                          <a:pt x="60" y="162"/>
                        </a:lnTo>
                        <a:lnTo>
                          <a:pt x="72" y="192"/>
                        </a:lnTo>
                        <a:lnTo>
                          <a:pt x="102" y="192"/>
                        </a:lnTo>
                        <a:lnTo>
                          <a:pt x="108" y="198"/>
                        </a:lnTo>
                        <a:lnTo>
                          <a:pt x="120" y="222"/>
                        </a:lnTo>
                        <a:lnTo>
                          <a:pt x="132" y="240"/>
                        </a:lnTo>
                        <a:lnTo>
                          <a:pt x="150" y="252"/>
                        </a:lnTo>
                        <a:lnTo>
                          <a:pt x="162" y="270"/>
                        </a:lnTo>
                        <a:lnTo>
                          <a:pt x="180" y="282"/>
                        </a:lnTo>
                        <a:lnTo>
                          <a:pt x="198" y="288"/>
                        </a:lnTo>
                        <a:lnTo>
                          <a:pt x="210" y="294"/>
                        </a:lnTo>
                        <a:lnTo>
                          <a:pt x="228" y="300"/>
                        </a:lnTo>
                        <a:lnTo>
                          <a:pt x="258" y="330"/>
                        </a:lnTo>
                        <a:lnTo>
                          <a:pt x="294" y="342"/>
                        </a:lnTo>
                        <a:lnTo>
                          <a:pt x="300" y="342"/>
                        </a:lnTo>
                        <a:lnTo>
                          <a:pt x="300" y="294"/>
                        </a:lnTo>
                        <a:lnTo>
                          <a:pt x="306" y="288"/>
                        </a:lnTo>
                        <a:lnTo>
                          <a:pt x="306" y="276"/>
                        </a:lnTo>
                        <a:lnTo>
                          <a:pt x="312" y="264"/>
                        </a:lnTo>
                        <a:lnTo>
                          <a:pt x="312" y="25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83" name="Lesotho" descr="© INSCALE GmbH, 05.05.2010&#10;http://www.presentationload.com/">
                    <a:extLst>
                      <a:ext uri="{FF2B5EF4-FFF2-40B4-BE49-F238E27FC236}">
                        <a16:creationId xmlns:a16="http://schemas.microsoft.com/office/drawing/2014/main" id="{368F70E6-5865-E73E-AE35-5F2A89C41839}"/>
                      </a:ext>
                    </a:extLst>
                  </p:cNvPr>
                  <p:cNvSpPr>
                    <a:spLocks/>
                  </p:cNvSpPr>
                  <p:nvPr/>
                </p:nvSpPr>
                <p:spPr bwMode="gray">
                  <a:xfrm>
                    <a:off x="3130" y="3154"/>
                    <a:ext cx="43" cy="41"/>
                  </a:xfrm>
                  <a:custGeom>
                    <a:avLst/>
                    <a:gdLst>
                      <a:gd name="T0" fmla="*/ 0 w 168"/>
                      <a:gd name="T1" fmla="*/ 2147483647 h 162"/>
                      <a:gd name="T2" fmla="*/ 2147483647 w 168"/>
                      <a:gd name="T3" fmla="*/ 2147483647 h 162"/>
                      <a:gd name="T4" fmla="*/ 2147483647 w 168"/>
                      <a:gd name="T5" fmla="*/ 2147483647 h 162"/>
                      <a:gd name="T6" fmla="*/ 2147483647 w 168"/>
                      <a:gd name="T7" fmla="*/ 2147483647 h 162"/>
                      <a:gd name="T8" fmla="*/ 2147483647 w 168"/>
                      <a:gd name="T9" fmla="*/ 2147483647 h 162"/>
                      <a:gd name="T10" fmla="*/ 2147483647 w 168"/>
                      <a:gd name="T11" fmla="*/ 2147483647 h 162"/>
                      <a:gd name="T12" fmla="*/ 2147483647 w 168"/>
                      <a:gd name="T13" fmla="*/ 2147483647 h 162"/>
                      <a:gd name="T14" fmla="*/ 2147483647 w 168"/>
                      <a:gd name="T15" fmla="*/ 2147483647 h 162"/>
                      <a:gd name="T16" fmla="*/ 2147483647 w 168"/>
                      <a:gd name="T17" fmla="*/ 2147483647 h 162"/>
                      <a:gd name="T18" fmla="*/ 2147483647 w 168"/>
                      <a:gd name="T19" fmla="*/ 2147483647 h 162"/>
                      <a:gd name="T20" fmla="*/ 2147483647 w 168"/>
                      <a:gd name="T21" fmla="*/ 2147483647 h 162"/>
                      <a:gd name="T22" fmla="*/ 2147483647 w 168"/>
                      <a:gd name="T23" fmla="*/ 2147483647 h 162"/>
                      <a:gd name="T24" fmla="*/ 2147483647 w 168"/>
                      <a:gd name="T25" fmla="*/ 2147483647 h 162"/>
                      <a:gd name="T26" fmla="*/ 2147483647 w 168"/>
                      <a:gd name="T27" fmla="*/ 2147483647 h 162"/>
                      <a:gd name="T28" fmla="*/ 2147483647 w 168"/>
                      <a:gd name="T29" fmla="*/ 2147483647 h 162"/>
                      <a:gd name="T30" fmla="*/ 2147483647 w 168"/>
                      <a:gd name="T31" fmla="*/ 2147483647 h 162"/>
                      <a:gd name="T32" fmla="*/ 2147483647 w 168"/>
                      <a:gd name="T33" fmla="*/ 2147483647 h 162"/>
                      <a:gd name="T34" fmla="*/ 2147483647 w 168"/>
                      <a:gd name="T35" fmla="*/ 2147483647 h 162"/>
                      <a:gd name="T36" fmla="*/ 2147483647 w 168"/>
                      <a:gd name="T37" fmla="*/ 2147483647 h 162"/>
                      <a:gd name="T38" fmla="*/ 2147483647 w 168"/>
                      <a:gd name="T39" fmla="*/ 2147483647 h 162"/>
                      <a:gd name="T40" fmla="*/ 2147483647 w 168"/>
                      <a:gd name="T41" fmla="*/ 2147483647 h 162"/>
                      <a:gd name="T42" fmla="*/ 2147483647 w 168"/>
                      <a:gd name="T43" fmla="*/ 0 h 162"/>
                      <a:gd name="T44" fmla="*/ 2147483647 w 168"/>
                      <a:gd name="T45" fmla="*/ 0 h 162"/>
                      <a:gd name="T46" fmla="*/ 2147483647 w 168"/>
                      <a:gd name="T47" fmla="*/ 2147483647 h 162"/>
                      <a:gd name="T48" fmla="*/ 2147483647 w 168"/>
                      <a:gd name="T49" fmla="*/ 2147483647 h 162"/>
                      <a:gd name="T50" fmla="*/ 2147483647 w 168"/>
                      <a:gd name="T51" fmla="*/ 2147483647 h 162"/>
                      <a:gd name="T52" fmla="*/ 2147483647 w 168"/>
                      <a:gd name="T53" fmla="*/ 2147483647 h 162"/>
                      <a:gd name="T54" fmla="*/ 2147483647 w 168"/>
                      <a:gd name="T55" fmla="*/ 2147483647 h 162"/>
                      <a:gd name="T56" fmla="*/ 2147483647 w 168"/>
                      <a:gd name="T57" fmla="*/ 2147483647 h 162"/>
                      <a:gd name="T58" fmla="*/ 2147483647 w 168"/>
                      <a:gd name="T59" fmla="*/ 2147483647 h 162"/>
                      <a:gd name="T60" fmla="*/ 0 w 168"/>
                      <a:gd name="T61" fmla="*/ 2147483647 h 162"/>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w 168"/>
                      <a:gd name="T94" fmla="*/ 0 h 162"/>
                      <a:gd name="T95" fmla="*/ 168 w 168"/>
                      <a:gd name="T96" fmla="*/ 162 h 162"/>
                    </a:gdLst>
                    <a:ahLst/>
                    <a:cxnLst>
                      <a:cxn ang="T62">
                        <a:pos x="T0" y="T1"/>
                      </a:cxn>
                      <a:cxn ang="T63">
                        <a:pos x="T2" y="T3"/>
                      </a:cxn>
                      <a:cxn ang="T64">
                        <a:pos x="T4" y="T5"/>
                      </a:cxn>
                      <a:cxn ang="T65">
                        <a:pos x="T6" y="T7"/>
                      </a:cxn>
                      <a:cxn ang="T66">
                        <a:pos x="T8" y="T9"/>
                      </a:cxn>
                      <a:cxn ang="T67">
                        <a:pos x="T10" y="T11"/>
                      </a:cxn>
                      <a:cxn ang="T68">
                        <a:pos x="T12" y="T13"/>
                      </a:cxn>
                      <a:cxn ang="T69">
                        <a:pos x="T14" y="T15"/>
                      </a:cxn>
                      <a:cxn ang="T70">
                        <a:pos x="T16" y="T17"/>
                      </a:cxn>
                      <a:cxn ang="T71">
                        <a:pos x="T18" y="T19"/>
                      </a:cxn>
                      <a:cxn ang="T72">
                        <a:pos x="T20" y="T21"/>
                      </a:cxn>
                      <a:cxn ang="T73">
                        <a:pos x="T22" y="T23"/>
                      </a:cxn>
                      <a:cxn ang="T74">
                        <a:pos x="T24" y="T25"/>
                      </a:cxn>
                      <a:cxn ang="T75">
                        <a:pos x="T26" y="T27"/>
                      </a:cxn>
                      <a:cxn ang="T76">
                        <a:pos x="T28" y="T29"/>
                      </a:cxn>
                      <a:cxn ang="T77">
                        <a:pos x="T30" y="T31"/>
                      </a:cxn>
                      <a:cxn ang="T78">
                        <a:pos x="T32" y="T33"/>
                      </a:cxn>
                      <a:cxn ang="T79">
                        <a:pos x="T34" y="T35"/>
                      </a:cxn>
                      <a:cxn ang="T80">
                        <a:pos x="T36" y="T37"/>
                      </a:cxn>
                      <a:cxn ang="T81">
                        <a:pos x="T38" y="T39"/>
                      </a:cxn>
                      <a:cxn ang="T82">
                        <a:pos x="T40" y="T41"/>
                      </a:cxn>
                      <a:cxn ang="T83">
                        <a:pos x="T42" y="T43"/>
                      </a:cxn>
                      <a:cxn ang="T84">
                        <a:pos x="T44" y="T45"/>
                      </a:cxn>
                      <a:cxn ang="T85">
                        <a:pos x="T46" y="T47"/>
                      </a:cxn>
                      <a:cxn ang="T86">
                        <a:pos x="T48" y="T49"/>
                      </a:cxn>
                      <a:cxn ang="T87">
                        <a:pos x="T50" y="T51"/>
                      </a:cxn>
                      <a:cxn ang="T88">
                        <a:pos x="T52" y="T53"/>
                      </a:cxn>
                      <a:cxn ang="T89">
                        <a:pos x="T54" y="T55"/>
                      </a:cxn>
                      <a:cxn ang="T90">
                        <a:pos x="T56" y="T57"/>
                      </a:cxn>
                      <a:cxn ang="T91">
                        <a:pos x="T58" y="T59"/>
                      </a:cxn>
                      <a:cxn ang="T92">
                        <a:pos x="T60" y="T61"/>
                      </a:cxn>
                    </a:cxnLst>
                    <a:rect l="T93" t="T94" r="T95" b="T96"/>
                    <a:pathLst>
                      <a:path w="168" h="162">
                        <a:moveTo>
                          <a:pt x="0" y="78"/>
                        </a:moveTo>
                        <a:lnTo>
                          <a:pt x="24" y="114"/>
                        </a:lnTo>
                        <a:lnTo>
                          <a:pt x="24" y="132"/>
                        </a:lnTo>
                        <a:lnTo>
                          <a:pt x="54" y="162"/>
                        </a:lnTo>
                        <a:lnTo>
                          <a:pt x="72" y="162"/>
                        </a:lnTo>
                        <a:lnTo>
                          <a:pt x="72" y="150"/>
                        </a:lnTo>
                        <a:lnTo>
                          <a:pt x="78" y="144"/>
                        </a:lnTo>
                        <a:lnTo>
                          <a:pt x="84" y="132"/>
                        </a:lnTo>
                        <a:lnTo>
                          <a:pt x="90" y="126"/>
                        </a:lnTo>
                        <a:lnTo>
                          <a:pt x="102" y="120"/>
                        </a:lnTo>
                        <a:lnTo>
                          <a:pt x="120" y="120"/>
                        </a:lnTo>
                        <a:lnTo>
                          <a:pt x="132" y="114"/>
                        </a:lnTo>
                        <a:lnTo>
                          <a:pt x="138" y="108"/>
                        </a:lnTo>
                        <a:lnTo>
                          <a:pt x="150" y="102"/>
                        </a:lnTo>
                        <a:lnTo>
                          <a:pt x="144" y="84"/>
                        </a:lnTo>
                        <a:lnTo>
                          <a:pt x="168" y="66"/>
                        </a:lnTo>
                        <a:lnTo>
                          <a:pt x="162" y="42"/>
                        </a:lnTo>
                        <a:lnTo>
                          <a:pt x="150" y="36"/>
                        </a:lnTo>
                        <a:lnTo>
                          <a:pt x="144" y="24"/>
                        </a:lnTo>
                        <a:lnTo>
                          <a:pt x="138" y="18"/>
                        </a:lnTo>
                        <a:lnTo>
                          <a:pt x="132" y="6"/>
                        </a:lnTo>
                        <a:lnTo>
                          <a:pt x="126" y="0"/>
                        </a:lnTo>
                        <a:lnTo>
                          <a:pt x="90" y="0"/>
                        </a:lnTo>
                        <a:lnTo>
                          <a:pt x="78" y="6"/>
                        </a:lnTo>
                        <a:lnTo>
                          <a:pt x="78" y="18"/>
                        </a:lnTo>
                        <a:lnTo>
                          <a:pt x="54" y="18"/>
                        </a:lnTo>
                        <a:lnTo>
                          <a:pt x="48" y="24"/>
                        </a:lnTo>
                        <a:lnTo>
                          <a:pt x="48" y="42"/>
                        </a:lnTo>
                        <a:lnTo>
                          <a:pt x="30" y="60"/>
                        </a:lnTo>
                        <a:lnTo>
                          <a:pt x="24" y="78"/>
                        </a:lnTo>
                        <a:lnTo>
                          <a:pt x="0" y="78"/>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84" name="Kuwait" descr="© INSCALE GmbH, 05.05.2010&#10;http://www.presentationload.com/">
                    <a:extLst>
                      <a:ext uri="{FF2B5EF4-FFF2-40B4-BE49-F238E27FC236}">
                        <a16:creationId xmlns:a16="http://schemas.microsoft.com/office/drawing/2014/main" id="{1CBEEC86-0D8F-3679-514A-7E678B96B75C}"/>
                      </a:ext>
                    </a:extLst>
                  </p:cNvPr>
                  <p:cNvSpPr>
                    <a:spLocks/>
                  </p:cNvSpPr>
                  <p:nvPr/>
                </p:nvSpPr>
                <p:spPr bwMode="gray">
                  <a:xfrm>
                    <a:off x="3471" y="1955"/>
                    <a:ext cx="35" cy="30"/>
                  </a:xfrm>
                  <a:custGeom>
                    <a:avLst/>
                    <a:gdLst>
                      <a:gd name="T0" fmla="*/ 2147483647 w 138"/>
                      <a:gd name="T1" fmla="*/ 0 h 120"/>
                      <a:gd name="T2" fmla="*/ 2147483647 w 138"/>
                      <a:gd name="T3" fmla="*/ 0 h 120"/>
                      <a:gd name="T4" fmla="*/ 2147483647 w 138"/>
                      <a:gd name="T5" fmla="*/ 2147483647 h 120"/>
                      <a:gd name="T6" fmla="*/ 2147483647 w 138"/>
                      <a:gd name="T7" fmla="*/ 2147483647 h 120"/>
                      <a:gd name="T8" fmla="*/ 2147483647 w 138"/>
                      <a:gd name="T9" fmla="*/ 2147483647 h 120"/>
                      <a:gd name="T10" fmla="*/ 2147483647 w 138"/>
                      <a:gd name="T11" fmla="*/ 2147483647 h 120"/>
                      <a:gd name="T12" fmla="*/ 0 w 138"/>
                      <a:gd name="T13" fmla="*/ 2147483647 h 120"/>
                      <a:gd name="T14" fmla="*/ 2147483647 w 138"/>
                      <a:gd name="T15" fmla="*/ 2147483647 h 120"/>
                      <a:gd name="T16" fmla="*/ 2147483647 w 138"/>
                      <a:gd name="T17" fmla="*/ 2147483647 h 120"/>
                      <a:gd name="T18" fmla="*/ 2147483647 w 138"/>
                      <a:gd name="T19" fmla="*/ 2147483647 h 120"/>
                      <a:gd name="T20" fmla="*/ 2147483647 w 138"/>
                      <a:gd name="T21" fmla="*/ 2147483647 h 120"/>
                      <a:gd name="T22" fmla="*/ 2147483647 w 138"/>
                      <a:gd name="T23" fmla="*/ 2147483647 h 120"/>
                      <a:gd name="T24" fmla="*/ 2147483647 w 138"/>
                      <a:gd name="T25" fmla="*/ 2147483647 h 120"/>
                      <a:gd name="T26" fmla="*/ 2147483647 w 138"/>
                      <a:gd name="T27" fmla="*/ 2147483647 h 120"/>
                      <a:gd name="T28" fmla="*/ 2147483647 w 138"/>
                      <a:gd name="T29" fmla="*/ 2147483647 h 120"/>
                      <a:gd name="T30" fmla="*/ 2147483647 w 138"/>
                      <a:gd name="T31" fmla="*/ 2147483647 h 120"/>
                      <a:gd name="T32" fmla="*/ 2147483647 w 138"/>
                      <a:gd name="T33" fmla="*/ 2147483647 h 120"/>
                      <a:gd name="T34" fmla="*/ 2147483647 w 138"/>
                      <a:gd name="T35" fmla="*/ 2147483647 h 120"/>
                      <a:gd name="T36" fmla="*/ 2147483647 w 138"/>
                      <a:gd name="T37" fmla="*/ 2147483647 h 120"/>
                      <a:gd name="T38" fmla="*/ 2147483647 w 138"/>
                      <a:gd name="T39" fmla="*/ 2147483647 h 120"/>
                      <a:gd name="T40" fmla="*/ 2147483647 w 138"/>
                      <a:gd name="T41" fmla="*/ 2147483647 h 120"/>
                      <a:gd name="T42" fmla="*/ 2147483647 w 138"/>
                      <a:gd name="T43" fmla="*/ 2147483647 h 120"/>
                      <a:gd name="T44" fmla="*/ 2147483647 w 138"/>
                      <a:gd name="T45" fmla="*/ 2147483647 h 120"/>
                      <a:gd name="T46" fmla="*/ 2147483647 w 138"/>
                      <a:gd name="T47" fmla="*/ 2147483647 h 120"/>
                      <a:gd name="T48" fmla="*/ 2147483647 w 138"/>
                      <a:gd name="T49" fmla="*/ 0 h 120"/>
                      <a:gd name="T50" fmla="*/ 2147483647 w 138"/>
                      <a:gd name="T51" fmla="*/ 0 h 120"/>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w 138"/>
                      <a:gd name="T79" fmla="*/ 0 h 120"/>
                      <a:gd name="T80" fmla="*/ 138 w 138"/>
                      <a:gd name="T81" fmla="*/ 120 h 120"/>
                    </a:gdLst>
                    <a:ahLst/>
                    <a:cxnLst>
                      <a:cxn ang="T52">
                        <a:pos x="T0" y="T1"/>
                      </a:cxn>
                      <a:cxn ang="T53">
                        <a:pos x="T2" y="T3"/>
                      </a:cxn>
                      <a:cxn ang="T54">
                        <a:pos x="T4" y="T5"/>
                      </a:cxn>
                      <a:cxn ang="T55">
                        <a:pos x="T6" y="T7"/>
                      </a:cxn>
                      <a:cxn ang="T56">
                        <a:pos x="T8" y="T9"/>
                      </a:cxn>
                      <a:cxn ang="T57">
                        <a:pos x="T10" y="T11"/>
                      </a:cxn>
                      <a:cxn ang="T58">
                        <a:pos x="T12" y="T13"/>
                      </a:cxn>
                      <a:cxn ang="T59">
                        <a:pos x="T14" y="T15"/>
                      </a:cxn>
                      <a:cxn ang="T60">
                        <a:pos x="T16" y="T17"/>
                      </a:cxn>
                      <a:cxn ang="T61">
                        <a:pos x="T18" y="T19"/>
                      </a:cxn>
                      <a:cxn ang="T62">
                        <a:pos x="T20" y="T21"/>
                      </a:cxn>
                      <a:cxn ang="T63">
                        <a:pos x="T22" y="T23"/>
                      </a:cxn>
                      <a:cxn ang="T64">
                        <a:pos x="T24" y="T25"/>
                      </a:cxn>
                      <a:cxn ang="T65">
                        <a:pos x="T26" y="T27"/>
                      </a:cxn>
                      <a:cxn ang="T66">
                        <a:pos x="T28" y="T29"/>
                      </a:cxn>
                      <a:cxn ang="T67">
                        <a:pos x="T30" y="T31"/>
                      </a:cxn>
                      <a:cxn ang="T68">
                        <a:pos x="T32" y="T33"/>
                      </a:cxn>
                      <a:cxn ang="T69">
                        <a:pos x="T34" y="T35"/>
                      </a:cxn>
                      <a:cxn ang="T70">
                        <a:pos x="T36" y="T37"/>
                      </a:cxn>
                      <a:cxn ang="T71">
                        <a:pos x="T38" y="T39"/>
                      </a:cxn>
                      <a:cxn ang="T72">
                        <a:pos x="T40" y="T41"/>
                      </a:cxn>
                      <a:cxn ang="T73">
                        <a:pos x="T42" y="T43"/>
                      </a:cxn>
                      <a:cxn ang="T74">
                        <a:pos x="T44" y="T45"/>
                      </a:cxn>
                      <a:cxn ang="T75">
                        <a:pos x="T46" y="T47"/>
                      </a:cxn>
                      <a:cxn ang="T76">
                        <a:pos x="T48" y="T49"/>
                      </a:cxn>
                      <a:cxn ang="T77">
                        <a:pos x="T50" y="T51"/>
                      </a:cxn>
                    </a:cxnLst>
                    <a:rect l="T78" t="T79" r="T80" b="T81"/>
                    <a:pathLst>
                      <a:path w="138" h="120">
                        <a:moveTo>
                          <a:pt x="54" y="0"/>
                        </a:moveTo>
                        <a:lnTo>
                          <a:pt x="36" y="0"/>
                        </a:lnTo>
                        <a:lnTo>
                          <a:pt x="30" y="12"/>
                        </a:lnTo>
                        <a:lnTo>
                          <a:pt x="24" y="18"/>
                        </a:lnTo>
                        <a:lnTo>
                          <a:pt x="24" y="30"/>
                        </a:lnTo>
                        <a:lnTo>
                          <a:pt x="6" y="66"/>
                        </a:lnTo>
                        <a:lnTo>
                          <a:pt x="0" y="72"/>
                        </a:lnTo>
                        <a:lnTo>
                          <a:pt x="42" y="72"/>
                        </a:lnTo>
                        <a:lnTo>
                          <a:pt x="60" y="78"/>
                        </a:lnTo>
                        <a:lnTo>
                          <a:pt x="66" y="78"/>
                        </a:lnTo>
                        <a:lnTo>
                          <a:pt x="66" y="114"/>
                        </a:lnTo>
                        <a:lnTo>
                          <a:pt x="72" y="120"/>
                        </a:lnTo>
                        <a:lnTo>
                          <a:pt x="138" y="120"/>
                        </a:lnTo>
                        <a:lnTo>
                          <a:pt x="126" y="114"/>
                        </a:lnTo>
                        <a:lnTo>
                          <a:pt x="114" y="102"/>
                        </a:lnTo>
                        <a:lnTo>
                          <a:pt x="102" y="78"/>
                        </a:lnTo>
                        <a:lnTo>
                          <a:pt x="102" y="66"/>
                        </a:lnTo>
                        <a:lnTo>
                          <a:pt x="90" y="60"/>
                        </a:lnTo>
                        <a:lnTo>
                          <a:pt x="84" y="36"/>
                        </a:lnTo>
                        <a:lnTo>
                          <a:pt x="120" y="36"/>
                        </a:lnTo>
                        <a:lnTo>
                          <a:pt x="120" y="18"/>
                        </a:lnTo>
                        <a:lnTo>
                          <a:pt x="114" y="12"/>
                        </a:lnTo>
                        <a:lnTo>
                          <a:pt x="90" y="12"/>
                        </a:lnTo>
                        <a:lnTo>
                          <a:pt x="90" y="18"/>
                        </a:lnTo>
                        <a:lnTo>
                          <a:pt x="84" y="0"/>
                        </a:lnTo>
                        <a:lnTo>
                          <a:pt x="54" y="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85" name="Kenya" descr="© INSCALE GmbH, 05.05.2010&#10;http://www.presentationload.com/">
                    <a:extLst>
                      <a:ext uri="{FF2B5EF4-FFF2-40B4-BE49-F238E27FC236}">
                        <a16:creationId xmlns:a16="http://schemas.microsoft.com/office/drawing/2014/main" id="{29581DBC-6B66-302E-3C0D-056C752B5AC8}"/>
                      </a:ext>
                    </a:extLst>
                  </p:cNvPr>
                  <p:cNvSpPr>
                    <a:spLocks/>
                  </p:cNvSpPr>
                  <p:nvPr/>
                </p:nvSpPr>
                <p:spPr bwMode="gray">
                  <a:xfrm>
                    <a:off x="3269" y="2472"/>
                    <a:ext cx="143" cy="194"/>
                  </a:xfrm>
                  <a:custGeom>
                    <a:avLst/>
                    <a:gdLst>
                      <a:gd name="T0" fmla="*/ 2147483647 w 564"/>
                      <a:gd name="T1" fmla="*/ 2147483647 h 762"/>
                      <a:gd name="T2" fmla="*/ 2147483647 w 564"/>
                      <a:gd name="T3" fmla="*/ 2147483647 h 762"/>
                      <a:gd name="T4" fmla="*/ 2147483647 w 564"/>
                      <a:gd name="T5" fmla="*/ 2147483647 h 762"/>
                      <a:gd name="T6" fmla="*/ 2147483647 w 564"/>
                      <a:gd name="T7" fmla="*/ 2147483647 h 762"/>
                      <a:gd name="T8" fmla="*/ 2147483647 w 564"/>
                      <a:gd name="T9" fmla="*/ 2147483647 h 762"/>
                      <a:gd name="T10" fmla="*/ 2147483647 w 564"/>
                      <a:gd name="T11" fmla="*/ 2147483647 h 762"/>
                      <a:gd name="T12" fmla="*/ 2147483647 w 564"/>
                      <a:gd name="T13" fmla="*/ 2147483647 h 762"/>
                      <a:gd name="T14" fmla="*/ 2147483647 w 564"/>
                      <a:gd name="T15" fmla="*/ 2147483647 h 762"/>
                      <a:gd name="T16" fmla="*/ 2147483647 w 564"/>
                      <a:gd name="T17" fmla="*/ 2147483647 h 762"/>
                      <a:gd name="T18" fmla="*/ 2147483647 w 564"/>
                      <a:gd name="T19" fmla="*/ 2147483647 h 762"/>
                      <a:gd name="T20" fmla="*/ 2147483647 w 564"/>
                      <a:gd name="T21" fmla="*/ 2147483647 h 762"/>
                      <a:gd name="T22" fmla="*/ 2147483647 w 564"/>
                      <a:gd name="T23" fmla="*/ 2147483647 h 762"/>
                      <a:gd name="T24" fmla="*/ 2147483647 w 564"/>
                      <a:gd name="T25" fmla="*/ 0 h 762"/>
                      <a:gd name="T26" fmla="*/ 2147483647 w 564"/>
                      <a:gd name="T27" fmla="*/ 2147483647 h 762"/>
                      <a:gd name="T28" fmla="*/ 2147483647 w 564"/>
                      <a:gd name="T29" fmla="*/ 2147483647 h 762"/>
                      <a:gd name="T30" fmla="*/ 2147483647 w 564"/>
                      <a:gd name="T31" fmla="*/ 2147483647 h 762"/>
                      <a:gd name="T32" fmla="*/ 2147483647 w 564"/>
                      <a:gd name="T33" fmla="*/ 2147483647 h 762"/>
                      <a:gd name="T34" fmla="*/ 2147483647 w 564"/>
                      <a:gd name="T35" fmla="*/ 2147483647 h 762"/>
                      <a:gd name="T36" fmla="*/ 2147483647 w 564"/>
                      <a:gd name="T37" fmla="*/ 2147483647 h 762"/>
                      <a:gd name="T38" fmla="*/ 2147483647 w 564"/>
                      <a:gd name="T39" fmla="*/ 2147483647 h 762"/>
                      <a:gd name="T40" fmla="*/ 2147483647 w 564"/>
                      <a:gd name="T41" fmla="*/ 2147483647 h 762"/>
                      <a:gd name="T42" fmla="*/ 2147483647 w 564"/>
                      <a:gd name="T43" fmla="*/ 2147483647 h 762"/>
                      <a:gd name="T44" fmla="*/ 2147483647 w 564"/>
                      <a:gd name="T45" fmla="*/ 2147483647 h 762"/>
                      <a:gd name="T46" fmla="*/ 2147483647 w 564"/>
                      <a:gd name="T47" fmla="*/ 2147483647 h 762"/>
                      <a:gd name="T48" fmla="*/ 2147483647 w 564"/>
                      <a:gd name="T49" fmla="*/ 2147483647 h 762"/>
                      <a:gd name="T50" fmla="*/ 2147483647 w 564"/>
                      <a:gd name="T51" fmla="*/ 2147483647 h 762"/>
                      <a:gd name="T52" fmla="*/ 2147483647 w 564"/>
                      <a:gd name="T53" fmla="*/ 2147483647 h 762"/>
                      <a:gd name="T54" fmla="*/ 2147483647 w 564"/>
                      <a:gd name="T55" fmla="*/ 2147483647 h 762"/>
                      <a:gd name="T56" fmla="*/ 2147483647 w 564"/>
                      <a:gd name="T57" fmla="*/ 2147483647 h 762"/>
                      <a:gd name="T58" fmla="*/ 0 w 564"/>
                      <a:gd name="T59" fmla="*/ 2147483647 h 762"/>
                      <a:gd name="T60" fmla="*/ 2147483647 w 564"/>
                      <a:gd name="T61" fmla="*/ 2147483647 h 762"/>
                      <a:gd name="T62" fmla="*/ 2147483647 w 564"/>
                      <a:gd name="T63" fmla="*/ 2147483647 h 762"/>
                      <a:gd name="T64" fmla="*/ 2147483647 w 564"/>
                      <a:gd name="T65" fmla="*/ 2147483647 h 762"/>
                      <a:gd name="T66" fmla="*/ 2147483647 w 564"/>
                      <a:gd name="T67" fmla="*/ 2147483647 h 762"/>
                      <a:gd name="T68" fmla="*/ 2147483647 w 564"/>
                      <a:gd name="T69" fmla="*/ 2147483647 h 762"/>
                      <a:gd name="T70" fmla="*/ 0 w 564"/>
                      <a:gd name="T71" fmla="*/ 2147483647 h 762"/>
                      <a:gd name="T72" fmla="*/ 2147483647 w 564"/>
                      <a:gd name="T73" fmla="*/ 2147483647 h 762"/>
                      <a:gd name="T74" fmla="*/ 2147483647 w 564"/>
                      <a:gd name="T75" fmla="*/ 2147483647 h 762"/>
                      <a:gd name="T76" fmla="*/ 2147483647 w 564"/>
                      <a:gd name="T77" fmla="*/ 2147483647 h 762"/>
                      <a:gd name="T78" fmla="*/ 2147483647 w 564"/>
                      <a:gd name="T79" fmla="*/ 2147483647 h 762"/>
                      <a:gd name="T80" fmla="*/ 2147483647 w 564"/>
                      <a:gd name="T81" fmla="*/ 2147483647 h 762"/>
                      <a:gd name="T82" fmla="*/ 2147483647 w 564"/>
                      <a:gd name="T83" fmla="*/ 2147483647 h 762"/>
                      <a:gd name="T84" fmla="*/ 2147483647 w 564"/>
                      <a:gd name="T85" fmla="*/ 2147483647 h 762"/>
                      <a:gd name="T86" fmla="*/ 2147483647 w 564"/>
                      <a:gd name="T87" fmla="*/ 2147483647 h 762"/>
                      <a:gd name="T88" fmla="*/ 2147483647 w 564"/>
                      <a:gd name="T89" fmla="*/ 2147483647 h 762"/>
                      <a:gd name="T90" fmla="*/ 2147483647 w 564"/>
                      <a:gd name="T91" fmla="*/ 2147483647 h 762"/>
                      <a:gd name="T92" fmla="*/ 2147483647 w 564"/>
                      <a:gd name="T93" fmla="*/ 2147483647 h 762"/>
                      <a:gd name="T94" fmla="*/ 2147483647 w 564"/>
                      <a:gd name="T95" fmla="*/ 2147483647 h 762"/>
                      <a:gd name="T96" fmla="*/ 2147483647 w 564"/>
                      <a:gd name="T97" fmla="*/ 2147483647 h 762"/>
                      <a:gd name="T98" fmla="*/ 2147483647 w 564"/>
                      <a:gd name="T99" fmla="*/ 2147483647 h 762"/>
                      <a:gd name="T100" fmla="*/ 2147483647 w 564"/>
                      <a:gd name="T101" fmla="*/ 2147483647 h 762"/>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564"/>
                      <a:gd name="T154" fmla="*/ 0 h 762"/>
                      <a:gd name="T155" fmla="*/ 564 w 564"/>
                      <a:gd name="T156" fmla="*/ 762 h 762"/>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564" h="762">
                        <a:moveTo>
                          <a:pt x="498" y="150"/>
                        </a:moveTo>
                        <a:lnTo>
                          <a:pt x="540" y="108"/>
                        </a:lnTo>
                        <a:lnTo>
                          <a:pt x="558" y="72"/>
                        </a:lnTo>
                        <a:lnTo>
                          <a:pt x="564" y="66"/>
                        </a:lnTo>
                        <a:lnTo>
                          <a:pt x="564" y="60"/>
                        </a:lnTo>
                        <a:lnTo>
                          <a:pt x="540" y="54"/>
                        </a:lnTo>
                        <a:lnTo>
                          <a:pt x="534" y="60"/>
                        </a:lnTo>
                        <a:lnTo>
                          <a:pt x="504" y="60"/>
                        </a:lnTo>
                        <a:lnTo>
                          <a:pt x="480" y="30"/>
                        </a:lnTo>
                        <a:lnTo>
                          <a:pt x="462" y="48"/>
                        </a:lnTo>
                        <a:lnTo>
                          <a:pt x="456" y="48"/>
                        </a:lnTo>
                        <a:lnTo>
                          <a:pt x="450" y="54"/>
                        </a:lnTo>
                        <a:lnTo>
                          <a:pt x="438" y="60"/>
                        </a:lnTo>
                        <a:lnTo>
                          <a:pt x="426" y="60"/>
                        </a:lnTo>
                        <a:lnTo>
                          <a:pt x="414" y="72"/>
                        </a:lnTo>
                        <a:lnTo>
                          <a:pt x="414" y="84"/>
                        </a:lnTo>
                        <a:lnTo>
                          <a:pt x="390" y="102"/>
                        </a:lnTo>
                        <a:lnTo>
                          <a:pt x="378" y="96"/>
                        </a:lnTo>
                        <a:lnTo>
                          <a:pt x="372" y="96"/>
                        </a:lnTo>
                        <a:lnTo>
                          <a:pt x="360" y="90"/>
                        </a:lnTo>
                        <a:lnTo>
                          <a:pt x="330" y="90"/>
                        </a:lnTo>
                        <a:lnTo>
                          <a:pt x="318" y="84"/>
                        </a:lnTo>
                        <a:lnTo>
                          <a:pt x="288" y="84"/>
                        </a:lnTo>
                        <a:lnTo>
                          <a:pt x="210" y="24"/>
                        </a:lnTo>
                        <a:lnTo>
                          <a:pt x="138" y="18"/>
                        </a:lnTo>
                        <a:lnTo>
                          <a:pt x="132" y="0"/>
                        </a:lnTo>
                        <a:lnTo>
                          <a:pt x="108" y="12"/>
                        </a:lnTo>
                        <a:lnTo>
                          <a:pt x="18" y="12"/>
                        </a:lnTo>
                        <a:lnTo>
                          <a:pt x="0" y="42"/>
                        </a:lnTo>
                        <a:lnTo>
                          <a:pt x="6" y="48"/>
                        </a:lnTo>
                        <a:lnTo>
                          <a:pt x="12" y="60"/>
                        </a:lnTo>
                        <a:lnTo>
                          <a:pt x="12" y="84"/>
                        </a:lnTo>
                        <a:lnTo>
                          <a:pt x="18" y="84"/>
                        </a:lnTo>
                        <a:lnTo>
                          <a:pt x="24" y="90"/>
                        </a:lnTo>
                        <a:lnTo>
                          <a:pt x="24" y="84"/>
                        </a:lnTo>
                        <a:lnTo>
                          <a:pt x="30" y="84"/>
                        </a:lnTo>
                        <a:lnTo>
                          <a:pt x="30" y="96"/>
                        </a:lnTo>
                        <a:lnTo>
                          <a:pt x="24" y="102"/>
                        </a:lnTo>
                        <a:lnTo>
                          <a:pt x="24" y="108"/>
                        </a:lnTo>
                        <a:lnTo>
                          <a:pt x="42" y="126"/>
                        </a:lnTo>
                        <a:lnTo>
                          <a:pt x="36" y="132"/>
                        </a:lnTo>
                        <a:lnTo>
                          <a:pt x="72" y="174"/>
                        </a:lnTo>
                        <a:lnTo>
                          <a:pt x="66" y="180"/>
                        </a:lnTo>
                        <a:lnTo>
                          <a:pt x="60" y="180"/>
                        </a:lnTo>
                        <a:lnTo>
                          <a:pt x="54" y="186"/>
                        </a:lnTo>
                        <a:lnTo>
                          <a:pt x="54" y="192"/>
                        </a:lnTo>
                        <a:lnTo>
                          <a:pt x="66" y="216"/>
                        </a:lnTo>
                        <a:lnTo>
                          <a:pt x="72" y="222"/>
                        </a:lnTo>
                        <a:lnTo>
                          <a:pt x="78" y="234"/>
                        </a:lnTo>
                        <a:lnTo>
                          <a:pt x="78" y="246"/>
                        </a:lnTo>
                        <a:lnTo>
                          <a:pt x="66" y="258"/>
                        </a:lnTo>
                        <a:lnTo>
                          <a:pt x="60" y="282"/>
                        </a:lnTo>
                        <a:lnTo>
                          <a:pt x="42" y="282"/>
                        </a:lnTo>
                        <a:lnTo>
                          <a:pt x="36" y="288"/>
                        </a:lnTo>
                        <a:lnTo>
                          <a:pt x="36" y="312"/>
                        </a:lnTo>
                        <a:lnTo>
                          <a:pt x="18" y="324"/>
                        </a:lnTo>
                        <a:lnTo>
                          <a:pt x="12" y="342"/>
                        </a:lnTo>
                        <a:lnTo>
                          <a:pt x="6" y="348"/>
                        </a:lnTo>
                        <a:lnTo>
                          <a:pt x="0" y="360"/>
                        </a:lnTo>
                        <a:lnTo>
                          <a:pt x="0" y="384"/>
                        </a:lnTo>
                        <a:lnTo>
                          <a:pt x="18" y="402"/>
                        </a:lnTo>
                        <a:lnTo>
                          <a:pt x="30" y="402"/>
                        </a:lnTo>
                        <a:lnTo>
                          <a:pt x="30" y="390"/>
                        </a:lnTo>
                        <a:lnTo>
                          <a:pt x="54" y="390"/>
                        </a:lnTo>
                        <a:lnTo>
                          <a:pt x="60" y="408"/>
                        </a:lnTo>
                        <a:lnTo>
                          <a:pt x="42" y="408"/>
                        </a:lnTo>
                        <a:lnTo>
                          <a:pt x="30" y="420"/>
                        </a:lnTo>
                        <a:lnTo>
                          <a:pt x="24" y="414"/>
                        </a:lnTo>
                        <a:lnTo>
                          <a:pt x="18" y="414"/>
                        </a:lnTo>
                        <a:lnTo>
                          <a:pt x="6" y="420"/>
                        </a:lnTo>
                        <a:lnTo>
                          <a:pt x="0" y="432"/>
                        </a:lnTo>
                        <a:lnTo>
                          <a:pt x="0" y="438"/>
                        </a:lnTo>
                        <a:lnTo>
                          <a:pt x="12" y="450"/>
                        </a:lnTo>
                        <a:lnTo>
                          <a:pt x="6" y="468"/>
                        </a:lnTo>
                        <a:lnTo>
                          <a:pt x="258" y="624"/>
                        </a:lnTo>
                        <a:lnTo>
                          <a:pt x="270" y="636"/>
                        </a:lnTo>
                        <a:lnTo>
                          <a:pt x="270" y="642"/>
                        </a:lnTo>
                        <a:lnTo>
                          <a:pt x="264" y="648"/>
                        </a:lnTo>
                        <a:lnTo>
                          <a:pt x="258" y="648"/>
                        </a:lnTo>
                        <a:lnTo>
                          <a:pt x="252" y="654"/>
                        </a:lnTo>
                        <a:lnTo>
                          <a:pt x="366" y="762"/>
                        </a:lnTo>
                        <a:lnTo>
                          <a:pt x="384" y="756"/>
                        </a:lnTo>
                        <a:lnTo>
                          <a:pt x="414" y="690"/>
                        </a:lnTo>
                        <a:lnTo>
                          <a:pt x="414" y="660"/>
                        </a:lnTo>
                        <a:lnTo>
                          <a:pt x="426" y="648"/>
                        </a:lnTo>
                        <a:lnTo>
                          <a:pt x="432" y="648"/>
                        </a:lnTo>
                        <a:lnTo>
                          <a:pt x="444" y="636"/>
                        </a:lnTo>
                        <a:lnTo>
                          <a:pt x="444" y="624"/>
                        </a:lnTo>
                        <a:lnTo>
                          <a:pt x="438" y="618"/>
                        </a:lnTo>
                        <a:lnTo>
                          <a:pt x="438" y="600"/>
                        </a:lnTo>
                        <a:lnTo>
                          <a:pt x="444" y="594"/>
                        </a:lnTo>
                        <a:lnTo>
                          <a:pt x="456" y="588"/>
                        </a:lnTo>
                        <a:lnTo>
                          <a:pt x="468" y="588"/>
                        </a:lnTo>
                        <a:lnTo>
                          <a:pt x="474" y="582"/>
                        </a:lnTo>
                        <a:lnTo>
                          <a:pt x="480" y="582"/>
                        </a:lnTo>
                        <a:lnTo>
                          <a:pt x="486" y="540"/>
                        </a:lnTo>
                        <a:lnTo>
                          <a:pt x="516" y="540"/>
                        </a:lnTo>
                        <a:lnTo>
                          <a:pt x="528" y="534"/>
                        </a:lnTo>
                        <a:lnTo>
                          <a:pt x="534" y="522"/>
                        </a:lnTo>
                        <a:lnTo>
                          <a:pt x="540" y="516"/>
                        </a:lnTo>
                        <a:lnTo>
                          <a:pt x="498" y="450"/>
                        </a:lnTo>
                        <a:lnTo>
                          <a:pt x="498" y="15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86" name="Iraq" descr="© INSCALE GmbH, 05.05.2010&#10;http://www.presentationload.com/">
                    <a:extLst>
                      <a:ext uri="{FF2B5EF4-FFF2-40B4-BE49-F238E27FC236}">
                        <a16:creationId xmlns:a16="http://schemas.microsoft.com/office/drawing/2014/main" id="{E5D2C8BF-4CF1-E0F5-52E5-8474ABEC545E}"/>
                      </a:ext>
                    </a:extLst>
                  </p:cNvPr>
                  <p:cNvSpPr>
                    <a:spLocks/>
                  </p:cNvSpPr>
                  <p:nvPr/>
                </p:nvSpPr>
                <p:spPr bwMode="gray">
                  <a:xfrm>
                    <a:off x="3329" y="1806"/>
                    <a:ext cx="173" cy="168"/>
                  </a:xfrm>
                  <a:custGeom>
                    <a:avLst/>
                    <a:gdLst>
                      <a:gd name="T0" fmla="*/ 2147483647 w 684"/>
                      <a:gd name="T1" fmla="*/ 2147483647 h 660"/>
                      <a:gd name="T2" fmla="*/ 2147483647 w 684"/>
                      <a:gd name="T3" fmla="*/ 2147483647 h 660"/>
                      <a:gd name="T4" fmla="*/ 2147483647 w 684"/>
                      <a:gd name="T5" fmla="*/ 2147483647 h 660"/>
                      <a:gd name="T6" fmla="*/ 2147483647 w 684"/>
                      <a:gd name="T7" fmla="*/ 2147483647 h 660"/>
                      <a:gd name="T8" fmla="*/ 2147483647 w 684"/>
                      <a:gd name="T9" fmla="*/ 2147483647 h 660"/>
                      <a:gd name="T10" fmla="*/ 2147483647 w 684"/>
                      <a:gd name="T11" fmla="*/ 2147483647 h 660"/>
                      <a:gd name="T12" fmla="*/ 2147483647 w 684"/>
                      <a:gd name="T13" fmla="*/ 2147483647 h 660"/>
                      <a:gd name="T14" fmla="*/ 2147483647 w 684"/>
                      <a:gd name="T15" fmla="*/ 2147483647 h 660"/>
                      <a:gd name="T16" fmla="*/ 2147483647 w 684"/>
                      <a:gd name="T17" fmla="*/ 2147483647 h 660"/>
                      <a:gd name="T18" fmla="*/ 2147483647 w 684"/>
                      <a:gd name="T19" fmla="*/ 2147483647 h 660"/>
                      <a:gd name="T20" fmla="*/ 2147483647 w 684"/>
                      <a:gd name="T21" fmla="*/ 2147483647 h 660"/>
                      <a:gd name="T22" fmla="*/ 2147483647 w 684"/>
                      <a:gd name="T23" fmla="*/ 2147483647 h 660"/>
                      <a:gd name="T24" fmla="*/ 2147483647 w 684"/>
                      <a:gd name="T25" fmla="*/ 2147483647 h 660"/>
                      <a:gd name="T26" fmla="*/ 2147483647 w 684"/>
                      <a:gd name="T27" fmla="*/ 2147483647 h 660"/>
                      <a:gd name="T28" fmla="*/ 2147483647 w 684"/>
                      <a:gd name="T29" fmla="*/ 2147483647 h 660"/>
                      <a:gd name="T30" fmla="*/ 2147483647 w 684"/>
                      <a:gd name="T31" fmla="*/ 2147483647 h 660"/>
                      <a:gd name="T32" fmla="*/ 2147483647 w 684"/>
                      <a:gd name="T33" fmla="*/ 2147483647 h 660"/>
                      <a:gd name="T34" fmla="*/ 2147483647 w 684"/>
                      <a:gd name="T35" fmla="*/ 2147483647 h 660"/>
                      <a:gd name="T36" fmla="*/ 2147483647 w 684"/>
                      <a:gd name="T37" fmla="*/ 2147483647 h 660"/>
                      <a:gd name="T38" fmla="*/ 2147483647 w 684"/>
                      <a:gd name="T39" fmla="*/ 2147483647 h 660"/>
                      <a:gd name="T40" fmla="*/ 2147483647 w 684"/>
                      <a:gd name="T41" fmla="*/ 2147483647 h 660"/>
                      <a:gd name="T42" fmla="*/ 2147483647 w 684"/>
                      <a:gd name="T43" fmla="*/ 2147483647 h 660"/>
                      <a:gd name="T44" fmla="*/ 2147483647 w 684"/>
                      <a:gd name="T45" fmla="*/ 2147483647 h 660"/>
                      <a:gd name="T46" fmla="*/ 2147483647 w 684"/>
                      <a:gd name="T47" fmla="*/ 2147483647 h 660"/>
                      <a:gd name="T48" fmla="*/ 2147483647 w 684"/>
                      <a:gd name="T49" fmla="*/ 2147483647 h 660"/>
                      <a:gd name="T50" fmla="*/ 2147483647 w 684"/>
                      <a:gd name="T51" fmla="*/ 2147483647 h 660"/>
                      <a:gd name="T52" fmla="*/ 2147483647 w 684"/>
                      <a:gd name="T53" fmla="*/ 0 h 660"/>
                      <a:gd name="T54" fmla="*/ 2147483647 w 684"/>
                      <a:gd name="T55" fmla="*/ 2147483647 h 660"/>
                      <a:gd name="T56" fmla="*/ 2147483647 w 684"/>
                      <a:gd name="T57" fmla="*/ 2147483647 h 660"/>
                      <a:gd name="T58" fmla="*/ 2147483647 w 684"/>
                      <a:gd name="T59" fmla="*/ 0 h 660"/>
                      <a:gd name="T60" fmla="*/ 2147483647 w 684"/>
                      <a:gd name="T61" fmla="*/ 2147483647 h 660"/>
                      <a:gd name="T62" fmla="*/ 2147483647 w 684"/>
                      <a:gd name="T63" fmla="*/ 2147483647 h 660"/>
                      <a:gd name="T64" fmla="*/ 2147483647 w 684"/>
                      <a:gd name="T65" fmla="*/ 2147483647 h 660"/>
                      <a:gd name="T66" fmla="*/ 2147483647 w 684"/>
                      <a:gd name="T67" fmla="*/ 2147483647 h 660"/>
                      <a:gd name="T68" fmla="*/ 2147483647 w 684"/>
                      <a:gd name="T69" fmla="*/ 2147483647 h 660"/>
                      <a:gd name="T70" fmla="*/ 2147483647 w 684"/>
                      <a:gd name="T71" fmla="*/ 2147483647 h 660"/>
                      <a:gd name="T72" fmla="*/ 2147483647 w 684"/>
                      <a:gd name="T73" fmla="*/ 2147483647 h 660"/>
                      <a:gd name="T74" fmla="*/ 2147483647 w 684"/>
                      <a:gd name="T75" fmla="*/ 2147483647 h 660"/>
                      <a:gd name="T76" fmla="*/ 2147483647 w 684"/>
                      <a:gd name="T77" fmla="*/ 2147483647 h 660"/>
                      <a:gd name="T78" fmla="*/ 2147483647 w 684"/>
                      <a:gd name="T79" fmla="*/ 2147483647 h 660"/>
                      <a:gd name="T80" fmla="*/ 2147483647 w 684"/>
                      <a:gd name="T81" fmla="*/ 2147483647 h 660"/>
                      <a:gd name="T82" fmla="*/ 2147483647 w 684"/>
                      <a:gd name="T83" fmla="*/ 2147483647 h 660"/>
                      <a:gd name="T84" fmla="*/ 2147483647 w 684"/>
                      <a:gd name="T85" fmla="*/ 2147483647 h 660"/>
                      <a:gd name="T86" fmla="*/ 0 w 684"/>
                      <a:gd name="T87" fmla="*/ 2147483647 h 660"/>
                      <a:gd name="T88" fmla="*/ 2147483647 w 684"/>
                      <a:gd name="T89" fmla="*/ 2147483647 h 660"/>
                      <a:gd name="T90" fmla="*/ 2147483647 w 684"/>
                      <a:gd name="T91" fmla="*/ 2147483647 h 660"/>
                      <a:gd name="T92" fmla="*/ 2147483647 w 684"/>
                      <a:gd name="T93" fmla="*/ 2147483647 h 660"/>
                      <a:gd name="T94" fmla="*/ 2147483647 w 684"/>
                      <a:gd name="T95" fmla="*/ 2147483647 h 660"/>
                      <a:gd name="T96" fmla="*/ 2147483647 w 684"/>
                      <a:gd name="T97" fmla="*/ 2147483647 h 660"/>
                      <a:gd name="T98" fmla="*/ 2147483647 w 684"/>
                      <a:gd name="T99" fmla="*/ 2147483647 h 660"/>
                      <a:gd name="T100" fmla="*/ 2147483647 w 684"/>
                      <a:gd name="T101" fmla="*/ 2147483647 h 660"/>
                      <a:gd name="T102" fmla="*/ 2147483647 w 684"/>
                      <a:gd name="T103" fmla="*/ 2147483647 h 660"/>
                      <a:gd name="T104" fmla="*/ 2147483647 w 684"/>
                      <a:gd name="T105" fmla="*/ 2147483647 h 660"/>
                      <a:gd name="T106" fmla="*/ 2147483647 w 684"/>
                      <a:gd name="T107" fmla="*/ 2147483647 h 660"/>
                      <a:gd name="T108" fmla="*/ 2147483647 w 684"/>
                      <a:gd name="T109" fmla="*/ 2147483647 h 660"/>
                      <a:gd name="T110" fmla="*/ 2147483647 w 684"/>
                      <a:gd name="T111" fmla="*/ 2147483647 h 660"/>
                      <a:gd name="T112" fmla="*/ 2147483647 w 684"/>
                      <a:gd name="T113" fmla="*/ 2147483647 h 660"/>
                      <a:gd name="T114" fmla="*/ 2147483647 w 684"/>
                      <a:gd name="T115" fmla="*/ 2147483647 h 660"/>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84"/>
                      <a:gd name="T175" fmla="*/ 0 h 660"/>
                      <a:gd name="T176" fmla="*/ 684 w 684"/>
                      <a:gd name="T177" fmla="*/ 660 h 660"/>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84" h="660">
                        <a:moveTo>
                          <a:pt x="678" y="564"/>
                        </a:moveTo>
                        <a:lnTo>
                          <a:pt x="666" y="552"/>
                        </a:lnTo>
                        <a:lnTo>
                          <a:pt x="654" y="546"/>
                        </a:lnTo>
                        <a:lnTo>
                          <a:pt x="648" y="516"/>
                        </a:lnTo>
                        <a:lnTo>
                          <a:pt x="642" y="516"/>
                        </a:lnTo>
                        <a:lnTo>
                          <a:pt x="636" y="510"/>
                        </a:lnTo>
                        <a:lnTo>
                          <a:pt x="624" y="504"/>
                        </a:lnTo>
                        <a:lnTo>
                          <a:pt x="618" y="498"/>
                        </a:lnTo>
                        <a:lnTo>
                          <a:pt x="618" y="462"/>
                        </a:lnTo>
                        <a:lnTo>
                          <a:pt x="624" y="450"/>
                        </a:lnTo>
                        <a:lnTo>
                          <a:pt x="624" y="438"/>
                        </a:lnTo>
                        <a:lnTo>
                          <a:pt x="594" y="402"/>
                        </a:lnTo>
                        <a:lnTo>
                          <a:pt x="588" y="390"/>
                        </a:lnTo>
                        <a:lnTo>
                          <a:pt x="582" y="384"/>
                        </a:lnTo>
                        <a:lnTo>
                          <a:pt x="564" y="384"/>
                        </a:lnTo>
                        <a:lnTo>
                          <a:pt x="546" y="366"/>
                        </a:lnTo>
                        <a:lnTo>
                          <a:pt x="534" y="360"/>
                        </a:lnTo>
                        <a:lnTo>
                          <a:pt x="528" y="354"/>
                        </a:lnTo>
                        <a:lnTo>
                          <a:pt x="504" y="354"/>
                        </a:lnTo>
                        <a:lnTo>
                          <a:pt x="504" y="312"/>
                        </a:lnTo>
                        <a:lnTo>
                          <a:pt x="498" y="312"/>
                        </a:lnTo>
                        <a:lnTo>
                          <a:pt x="492" y="306"/>
                        </a:lnTo>
                        <a:lnTo>
                          <a:pt x="468" y="294"/>
                        </a:lnTo>
                        <a:lnTo>
                          <a:pt x="456" y="282"/>
                        </a:lnTo>
                        <a:lnTo>
                          <a:pt x="444" y="276"/>
                        </a:lnTo>
                        <a:lnTo>
                          <a:pt x="438" y="270"/>
                        </a:lnTo>
                        <a:lnTo>
                          <a:pt x="438" y="264"/>
                        </a:lnTo>
                        <a:lnTo>
                          <a:pt x="444" y="252"/>
                        </a:lnTo>
                        <a:lnTo>
                          <a:pt x="450" y="246"/>
                        </a:lnTo>
                        <a:lnTo>
                          <a:pt x="438" y="234"/>
                        </a:lnTo>
                        <a:lnTo>
                          <a:pt x="438" y="228"/>
                        </a:lnTo>
                        <a:lnTo>
                          <a:pt x="450" y="216"/>
                        </a:lnTo>
                        <a:lnTo>
                          <a:pt x="462" y="216"/>
                        </a:lnTo>
                        <a:lnTo>
                          <a:pt x="462" y="186"/>
                        </a:lnTo>
                        <a:lnTo>
                          <a:pt x="468" y="186"/>
                        </a:lnTo>
                        <a:lnTo>
                          <a:pt x="480" y="174"/>
                        </a:lnTo>
                        <a:lnTo>
                          <a:pt x="480" y="168"/>
                        </a:lnTo>
                        <a:lnTo>
                          <a:pt x="474" y="156"/>
                        </a:lnTo>
                        <a:lnTo>
                          <a:pt x="462" y="144"/>
                        </a:lnTo>
                        <a:lnTo>
                          <a:pt x="462" y="138"/>
                        </a:lnTo>
                        <a:lnTo>
                          <a:pt x="480" y="120"/>
                        </a:lnTo>
                        <a:lnTo>
                          <a:pt x="480" y="114"/>
                        </a:lnTo>
                        <a:lnTo>
                          <a:pt x="468" y="114"/>
                        </a:lnTo>
                        <a:lnTo>
                          <a:pt x="456" y="120"/>
                        </a:lnTo>
                        <a:lnTo>
                          <a:pt x="450" y="126"/>
                        </a:lnTo>
                        <a:lnTo>
                          <a:pt x="438" y="108"/>
                        </a:lnTo>
                        <a:lnTo>
                          <a:pt x="414" y="102"/>
                        </a:lnTo>
                        <a:lnTo>
                          <a:pt x="414" y="84"/>
                        </a:lnTo>
                        <a:lnTo>
                          <a:pt x="402" y="72"/>
                        </a:lnTo>
                        <a:lnTo>
                          <a:pt x="378" y="24"/>
                        </a:lnTo>
                        <a:lnTo>
                          <a:pt x="378" y="12"/>
                        </a:lnTo>
                        <a:lnTo>
                          <a:pt x="336" y="24"/>
                        </a:lnTo>
                        <a:lnTo>
                          <a:pt x="336" y="6"/>
                        </a:lnTo>
                        <a:lnTo>
                          <a:pt x="330" y="0"/>
                        </a:lnTo>
                        <a:lnTo>
                          <a:pt x="306" y="0"/>
                        </a:lnTo>
                        <a:lnTo>
                          <a:pt x="306" y="6"/>
                        </a:lnTo>
                        <a:lnTo>
                          <a:pt x="300" y="12"/>
                        </a:lnTo>
                        <a:lnTo>
                          <a:pt x="288" y="12"/>
                        </a:lnTo>
                        <a:lnTo>
                          <a:pt x="276" y="0"/>
                        </a:lnTo>
                        <a:lnTo>
                          <a:pt x="234" y="0"/>
                        </a:lnTo>
                        <a:lnTo>
                          <a:pt x="234" y="12"/>
                        </a:lnTo>
                        <a:lnTo>
                          <a:pt x="228" y="18"/>
                        </a:lnTo>
                        <a:lnTo>
                          <a:pt x="216" y="24"/>
                        </a:lnTo>
                        <a:lnTo>
                          <a:pt x="204" y="36"/>
                        </a:lnTo>
                        <a:lnTo>
                          <a:pt x="198" y="48"/>
                        </a:lnTo>
                        <a:lnTo>
                          <a:pt x="192" y="54"/>
                        </a:lnTo>
                        <a:lnTo>
                          <a:pt x="180" y="54"/>
                        </a:lnTo>
                        <a:lnTo>
                          <a:pt x="168" y="60"/>
                        </a:lnTo>
                        <a:lnTo>
                          <a:pt x="156" y="60"/>
                        </a:lnTo>
                        <a:lnTo>
                          <a:pt x="150" y="66"/>
                        </a:lnTo>
                        <a:lnTo>
                          <a:pt x="144" y="78"/>
                        </a:lnTo>
                        <a:lnTo>
                          <a:pt x="144" y="90"/>
                        </a:lnTo>
                        <a:lnTo>
                          <a:pt x="150" y="102"/>
                        </a:lnTo>
                        <a:lnTo>
                          <a:pt x="156" y="108"/>
                        </a:lnTo>
                        <a:lnTo>
                          <a:pt x="156" y="120"/>
                        </a:lnTo>
                        <a:lnTo>
                          <a:pt x="162" y="132"/>
                        </a:lnTo>
                        <a:lnTo>
                          <a:pt x="162" y="162"/>
                        </a:lnTo>
                        <a:lnTo>
                          <a:pt x="156" y="174"/>
                        </a:lnTo>
                        <a:lnTo>
                          <a:pt x="150" y="192"/>
                        </a:lnTo>
                        <a:lnTo>
                          <a:pt x="150" y="198"/>
                        </a:lnTo>
                        <a:lnTo>
                          <a:pt x="168" y="216"/>
                        </a:lnTo>
                        <a:lnTo>
                          <a:pt x="168" y="222"/>
                        </a:lnTo>
                        <a:lnTo>
                          <a:pt x="162" y="228"/>
                        </a:lnTo>
                        <a:lnTo>
                          <a:pt x="138" y="240"/>
                        </a:lnTo>
                        <a:lnTo>
                          <a:pt x="78" y="264"/>
                        </a:lnTo>
                        <a:lnTo>
                          <a:pt x="66" y="270"/>
                        </a:lnTo>
                        <a:lnTo>
                          <a:pt x="6" y="318"/>
                        </a:lnTo>
                        <a:lnTo>
                          <a:pt x="0" y="318"/>
                        </a:lnTo>
                        <a:lnTo>
                          <a:pt x="0" y="324"/>
                        </a:lnTo>
                        <a:lnTo>
                          <a:pt x="24" y="366"/>
                        </a:lnTo>
                        <a:lnTo>
                          <a:pt x="24" y="384"/>
                        </a:lnTo>
                        <a:lnTo>
                          <a:pt x="48" y="402"/>
                        </a:lnTo>
                        <a:lnTo>
                          <a:pt x="48" y="414"/>
                        </a:lnTo>
                        <a:lnTo>
                          <a:pt x="60" y="426"/>
                        </a:lnTo>
                        <a:lnTo>
                          <a:pt x="126" y="426"/>
                        </a:lnTo>
                        <a:lnTo>
                          <a:pt x="156" y="456"/>
                        </a:lnTo>
                        <a:lnTo>
                          <a:pt x="168" y="462"/>
                        </a:lnTo>
                        <a:lnTo>
                          <a:pt x="180" y="474"/>
                        </a:lnTo>
                        <a:lnTo>
                          <a:pt x="228" y="498"/>
                        </a:lnTo>
                        <a:lnTo>
                          <a:pt x="234" y="504"/>
                        </a:lnTo>
                        <a:lnTo>
                          <a:pt x="246" y="510"/>
                        </a:lnTo>
                        <a:lnTo>
                          <a:pt x="438" y="654"/>
                        </a:lnTo>
                        <a:lnTo>
                          <a:pt x="522" y="654"/>
                        </a:lnTo>
                        <a:lnTo>
                          <a:pt x="570" y="660"/>
                        </a:lnTo>
                        <a:lnTo>
                          <a:pt x="564" y="660"/>
                        </a:lnTo>
                        <a:lnTo>
                          <a:pt x="570" y="654"/>
                        </a:lnTo>
                        <a:lnTo>
                          <a:pt x="588" y="618"/>
                        </a:lnTo>
                        <a:lnTo>
                          <a:pt x="588" y="606"/>
                        </a:lnTo>
                        <a:lnTo>
                          <a:pt x="594" y="600"/>
                        </a:lnTo>
                        <a:lnTo>
                          <a:pt x="600" y="588"/>
                        </a:lnTo>
                        <a:lnTo>
                          <a:pt x="648" y="588"/>
                        </a:lnTo>
                        <a:lnTo>
                          <a:pt x="654" y="594"/>
                        </a:lnTo>
                        <a:lnTo>
                          <a:pt x="678" y="582"/>
                        </a:lnTo>
                        <a:lnTo>
                          <a:pt x="684" y="576"/>
                        </a:lnTo>
                        <a:lnTo>
                          <a:pt x="678" y="570"/>
                        </a:lnTo>
                        <a:lnTo>
                          <a:pt x="678" y="56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87" name="Guinea-Bissau" descr="© INSCALE GmbH, 05.05.2010&#10;http://www.presentationload.com/">
                    <a:extLst>
                      <a:ext uri="{FF2B5EF4-FFF2-40B4-BE49-F238E27FC236}">
                        <a16:creationId xmlns:a16="http://schemas.microsoft.com/office/drawing/2014/main" id="{467499C3-F9CD-C64F-2C30-E1E25E98F598}"/>
                      </a:ext>
                    </a:extLst>
                  </p:cNvPr>
                  <p:cNvSpPr>
                    <a:spLocks/>
                  </p:cNvSpPr>
                  <p:nvPr/>
                </p:nvSpPr>
                <p:spPr bwMode="gray">
                  <a:xfrm>
                    <a:off x="2364" y="2308"/>
                    <a:ext cx="47" cy="39"/>
                  </a:xfrm>
                  <a:custGeom>
                    <a:avLst/>
                    <a:gdLst>
                      <a:gd name="T0" fmla="*/ 2147483647 w 186"/>
                      <a:gd name="T1" fmla="*/ 2147483647 h 156"/>
                      <a:gd name="T2" fmla="*/ 2147483647 w 186"/>
                      <a:gd name="T3" fmla="*/ 2147483647 h 156"/>
                      <a:gd name="T4" fmla="*/ 2147483647 w 186"/>
                      <a:gd name="T5" fmla="*/ 2147483647 h 156"/>
                      <a:gd name="T6" fmla="*/ 2147483647 w 186"/>
                      <a:gd name="T7" fmla="*/ 2147483647 h 156"/>
                      <a:gd name="T8" fmla="*/ 2147483647 w 186"/>
                      <a:gd name="T9" fmla="*/ 2147483647 h 156"/>
                      <a:gd name="T10" fmla="*/ 2147483647 w 186"/>
                      <a:gd name="T11" fmla="*/ 2147483647 h 156"/>
                      <a:gd name="T12" fmla="*/ 2147483647 w 186"/>
                      <a:gd name="T13" fmla="*/ 2147483647 h 156"/>
                      <a:gd name="T14" fmla="*/ 2147483647 w 186"/>
                      <a:gd name="T15" fmla="*/ 2147483647 h 156"/>
                      <a:gd name="T16" fmla="*/ 2147483647 w 186"/>
                      <a:gd name="T17" fmla="*/ 2147483647 h 156"/>
                      <a:gd name="T18" fmla="*/ 2147483647 w 186"/>
                      <a:gd name="T19" fmla="*/ 2147483647 h 156"/>
                      <a:gd name="T20" fmla="*/ 2147483647 w 186"/>
                      <a:gd name="T21" fmla="*/ 2147483647 h 156"/>
                      <a:gd name="T22" fmla="*/ 2147483647 w 186"/>
                      <a:gd name="T23" fmla="*/ 2147483647 h 156"/>
                      <a:gd name="T24" fmla="*/ 2147483647 w 186"/>
                      <a:gd name="T25" fmla="*/ 2147483647 h 156"/>
                      <a:gd name="T26" fmla="*/ 2147483647 w 186"/>
                      <a:gd name="T27" fmla="*/ 2147483647 h 156"/>
                      <a:gd name="T28" fmla="*/ 2147483647 w 186"/>
                      <a:gd name="T29" fmla="*/ 0 h 156"/>
                      <a:gd name="T30" fmla="*/ 2147483647 w 186"/>
                      <a:gd name="T31" fmla="*/ 2147483647 h 156"/>
                      <a:gd name="T32" fmla="*/ 2147483647 w 186"/>
                      <a:gd name="T33" fmla="*/ 2147483647 h 156"/>
                      <a:gd name="T34" fmla="*/ 2147483647 w 186"/>
                      <a:gd name="T35" fmla="*/ 2147483647 h 156"/>
                      <a:gd name="T36" fmla="*/ 0 w 186"/>
                      <a:gd name="T37" fmla="*/ 2147483647 h 156"/>
                      <a:gd name="T38" fmla="*/ 2147483647 w 186"/>
                      <a:gd name="T39" fmla="*/ 2147483647 h 156"/>
                      <a:gd name="T40" fmla="*/ 2147483647 w 186"/>
                      <a:gd name="T41" fmla="*/ 2147483647 h 156"/>
                      <a:gd name="T42" fmla="*/ 2147483647 w 186"/>
                      <a:gd name="T43" fmla="*/ 2147483647 h 156"/>
                      <a:gd name="T44" fmla="*/ 2147483647 w 186"/>
                      <a:gd name="T45" fmla="*/ 2147483647 h 156"/>
                      <a:gd name="T46" fmla="*/ 2147483647 w 186"/>
                      <a:gd name="T47" fmla="*/ 2147483647 h 156"/>
                      <a:gd name="T48" fmla="*/ 2147483647 w 186"/>
                      <a:gd name="T49" fmla="*/ 2147483647 h 156"/>
                      <a:gd name="T50" fmla="*/ 2147483647 w 186"/>
                      <a:gd name="T51" fmla="*/ 2147483647 h 156"/>
                      <a:gd name="T52" fmla="*/ 2147483647 w 186"/>
                      <a:gd name="T53" fmla="*/ 2147483647 h 156"/>
                      <a:gd name="T54" fmla="*/ 2147483647 w 186"/>
                      <a:gd name="T55" fmla="*/ 2147483647 h 156"/>
                      <a:gd name="T56" fmla="*/ 2147483647 w 186"/>
                      <a:gd name="T57" fmla="*/ 2147483647 h 156"/>
                      <a:gd name="T58" fmla="*/ 2147483647 w 186"/>
                      <a:gd name="T59" fmla="*/ 2147483647 h 156"/>
                      <a:gd name="T60" fmla="*/ 2147483647 w 186"/>
                      <a:gd name="T61" fmla="*/ 2147483647 h 156"/>
                      <a:gd name="T62" fmla="*/ 2147483647 w 186"/>
                      <a:gd name="T63" fmla="*/ 2147483647 h 156"/>
                      <a:gd name="T64" fmla="*/ 2147483647 w 186"/>
                      <a:gd name="T65" fmla="*/ 2147483647 h 156"/>
                      <a:gd name="T66" fmla="*/ 2147483647 w 186"/>
                      <a:gd name="T67" fmla="*/ 2147483647 h 156"/>
                      <a:gd name="T68" fmla="*/ 2147483647 w 186"/>
                      <a:gd name="T69" fmla="*/ 2147483647 h 156"/>
                      <a:gd name="T70" fmla="*/ 2147483647 w 186"/>
                      <a:gd name="T71" fmla="*/ 2147483647 h 156"/>
                      <a:gd name="T72" fmla="*/ 2147483647 w 186"/>
                      <a:gd name="T73" fmla="*/ 2147483647 h 15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w 186"/>
                      <a:gd name="T112" fmla="*/ 0 h 156"/>
                      <a:gd name="T113" fmla="*/ 186 w 186"/>
                      <a:gd name="T114" fmla="*/ 156 h 156"/>
                    </a:gdLst>
                    <a:ahLst/>
                    <a:cxnLst>
                      <a:cxn ang="T74">
                        <a:pos x="T0" y="T1"/>
                      </a:cxn>
                      <a:cxn ang="T75">
                        <a:pos x="T2" y="T3"/>
                      </a:cxn>
                      <a:cxn ang="T76">
                        <a:pos x="T4" y="T5"/>
                      </a:cxn>
                      <a:cxn ang="T77">
                        <a:pos x="T6" y="T7"/>
                      </a:cxn>
                      <a:cxn ang="T78">
                        <a:pos x="T8" y="T9"/>
                      </a:cxn>
                      <a:cxn ang="T79">
                        <a:pos x="T10" y="T11"/>
                      </a:cxn>
                      <a:cxn ang="T80">
                        <a:pos x="T12" y="T13"/>
                      </a:cxn>
                      <a:cxn ang="T81">
                        <a:pos x="T14" y="T15"/>
                      </a:cxn>
                      <a:cxn ang="T82">
                        <a:pos x="T16" y="T17"/>
                      </a:cxn>
                      <a:cxn ang="T83">
                        <a:pos x="T18" y="T19"/>
                      </a:cxn>
                      <a:cxn ang="T84">
                        <a:pos x="T20" y="T21"/>
                      </a:cxn>
                      <a:cxn ang="T85">
                        <a:pos x="T22" y="T23"/>
                      </a:cxn>
                      <a:cxn ang="T86">
                        <a:pos x="T24" y="T25"/>
                      </a:cxn>
                      <a:cxn ang="T87">
                        <a:pos x="T26" y="T27"/>
                      </a:cxn>
                      <a:cxn ang="T88">
                        <a:pos x="T28" y="T29"/>
                      </a:cxn>
                      <a:cxn ang="T89">
                        <a:pos x="T30" y="T31"/>
                      </a:cxn>
                      <a:cxn ang="T90">
                        <a:pos x="T32" y="T33"/>
                      </a:cxn>
                      <a:cxn ang="T91">
                        <a:pos x="T34" y="T35"/>
                      </a:cxn>
                      <a:cxn ang="T92">
                        <a:pos x="T36" y="T37"/>
                      </a:cxn>
                      <a:cxn ang="T93">
                        <a:pos x="T38" y="T39"/>
                      </a:cxn>
                      <a:cxn ang="T94">
                        <a:pos x="T40" y="T41"/>
                      </a:cxn>
                      <a:cxn ang="T95">
                        <a:pos x="T42" y="T43"/>
                      </a:cxn>
                      <a:cxn ang="T96">
                        <a:pos x="T44" y="T45"/>
                      </a:cxn>
                      <a:cxn ang="T97">
                        <a:pos x="T46" y="T47"/>
                      </a:cxn>
                      <a:cxn ang="T98">
                        <a:pos x="T48" y="T49"/>
                      </a:cxn>
                      <a:cxn ang="T99">
                        <a:pos x="T50" y="T51"/>
                      </a:cxn>
                      <a:cxn ang="T100">
                        <a:pos x="T52" y="T53"/>
                      </a:cxn>
                      <a:cxn ang="T101">
                        <a:pos x="T54" y="T55"/>
                      </a:cxn>
                      <a:cxn ang="T102">
                        <a:pos x="T56" y="T57"/>
                      </a:cxn>
                      <a:cxn ang="T103">
                        <a:pos x="T58" y="T59"/>
                      </a:cxn>
                      <a:cxn ang="T104">
                        <a:pos x="T60" y="T61"/>
                      </a:cxn>
                      <a:cxn ang="T105">
                        <a:pos x="T62" y="T63"/>
                      </a:cxn>
                      <a:cxn ang="T106">
                        <a:pos x="T64" y="T65"/>
                      </a:cxn>
                      <a:cxn ang="T107">
                        <a:pos x="T66" y="T67"/>
                      </a:cxn>
                      <a:cxn ang="T108">
                        <a:pos x="T68" y="T69"/>
                      </a:cxn>
                      <a:cxn ang="T109">
                        <a:pos x="T70" y="T71"/>
                      </a:cxn>
                      <a:cxn ang="T110">
                        <a:pos x="T72" y="T73"/>
                      </a:cxn>
                    </a:cxnLst>
                    <a:rect l="T111" t="T112" r="T113" b="T114"/>
                    <a:pathLst>
                      <a:path w="186" h="156">
                        <a:moveTo>
                          <a:pt x="126" y="102"/>
                        </a:moveTo>
                        <a:lnTo>
                          <a:pt x="132" y="96"/>
                        </a:lnTo>
                        <a:lnTo>
                          <a:pt x="144" y="90"/>
                        </a:lnTo>
                        <a:lnTo>
                          <a:pt x="174" y="90"/>
                        </a:lnTo>
                        <a:lnTo>
                          <a:pt x="180" y="84"/>
                        </a:lnTo>
                        <a:lnTo>
                          <a:pt x="186" y="72"/>
                        </a:lnTo>
                        <a:lnTo>
                          <a:pt x="186" y="66"/>
                        </a:lnTo>
                        <a:lnTo>
                          <a:pt x="180" y="60"/>
                        </a:lnTo>
                        <a:lnTo>
                          <a:pt x="168" y="54"/>
                        </a:lnTo>
                        <a:lnTo>
                          <a:pt x="162" y="48"/>
                        </a:lnTo>
                        <a:lnTo>
                          <a:pt x="162" y="36"/>
                        </a:lnTo>
                        <a:lnTo>
                          <a:pt x="168" y="30"/>
                        </a:lnTo>
                        <a:lnTo>
                          <a:pt x="186" y="30"/>
                        </a:lnTo>
                        <a:lnTo>
                          <a:pt x="186" y="6"/>
                        </a:lnTo>
                        <a:lnTo>
                          <a:pt x="84" y="0"/>
                        </a:lnTo>
                        <a:lnTo>
                          <a:pt x="54" y="24"/>
                        </a:lnTo>
                        <a:lnTo>
                          <a:pt x="18" y="24"/>
                        </a:lnTo>
                        <a:lnTo>
                          <a:pt x="6" y="36"/>
                        </a:lnTo>
                        <a:lnTo>
                          <a:pt x="0" y="72"/>
                        </a:lnTo>
                        <a:lnTo>
                          <a:pt x="6" y="78"/>
                        </a:lnTo>
                        <a:lnTo>
                          <a:pt x="18" y="78"/>
                        </a:lnTo>
                        <a:lnTo>
                          <a:pt x="42" y="66"/>
                        </a:lnTo>
                        <a:lnTo>
                          <a:pt x="66" y="66"/>
                        </a:lnTo>
                        <a:lnTo>
                          <a:pt x="90" y="60"/>
                        </a:lnTo>
                        <a:lnTo>
                          <a:pt x="90" y="84"/>
                        </a:lnTo>
                        <a:lnTo>
                          <a:pt x="78" y="78"/>
                        </a:lnTo>
                        <a:lnTo>
                          <a:pt x="72" y="78"/>
                        </a:lnTo>
                        <a:lnTo>
                          <a:pt x="66" y="72"/>
                        </a:lnTo>
                        <a:lnTo>
                          <a:pt x="54" y="72"/>
                        </a:lnTo>
                        <a:lnTo>
                          <a:pt x="54" y="96"/>
                        </a:lnTo>
                        <a:lnTo>
                          <a:pt x="60" y="102"/>
                        </a:lnTo>
                        <a:lnTo>
                          <a:pt x="90" y="96"/>
                        </a:lnTo>
                        <a:lnTo>
                          <a:pt x="54" y="114"/>
                        </a:lnTo>
                        <a:lnTo>
                          <a:pt x="84" y="156"/>
                        </a:lnTo>
                        <a:lnTo>
                          <a:pt x="90" y="132"/>
                        </a:lnTo>
                        <a:lnTo>
                          <a:pt x="108" y="102"/>
                        </a:lnTo>
                        <a:lnTo>
                          <a:pt x="126" y="10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88" name="Guinea" descr="© INSCALE GmbH, 05.05.2010&#10;http://www.presentationload.com/">
                    <a:extLst>
                      <a:ext uri="{FF2B5EF4-FFF2-40B4-BE49-F238E27FC236}">
                        <a16:creationId xmlns:a16="http://schemas.microsoft.com/office/drawing/2014/main" id="{B4045A62-C2E7-EDD5-E404-FC8CBAB1CD53}"/>
                      </a:ext>
                    </a:extLst>
                  </p:cNvPr>
                  <p:cNvSpPr>
                    <a:spLocks/>
                  </p:cNvSpPr>
                  <p:nvPr/>
                </p:nvSpPr>
                <p:spPr bwMode="gray">
                  <a:xfrm>
                    <a:off x="2387" y="2310"/>
                    <a:ext cx="132" cy="112"/>
                  </a:xfrm>
                  <a:custGeom>
                    <a:avLst/>
                    <a:gdLst>
                      <a:gd name="T0" fmla="*/ 2147483647 w 522"/>
                      <a:gd name="T1" fmla="*/ 2147483647 h 444"/>
                      <a:gd name="T2" fmla="*/ 2147483647 w 522"/>
                      <a:gd name="T3" fmla="*/ 2147483647 h 444"/>
                      <a:gd name="T4" fmla="*/ 2147483647 w 522"/>
                      <a:gd name="T5" fmla="*/ 2147483647 h 444"/>
                      <a:gd name="T6" fmla="*/ 2147483647 w 522"/>
                      <a:gd name="T7" fmla="*/ 2147483647 h 444"/>
                      <a:gd name="T8" fmla="*/ 2147483647 w 522"/>
                      <a:gd name="T9" fmla="*/ 2147483647 h 444"/>
                      <a:gd name="T10" fmla="*/ 2147483647 w 522"/>
                      <a:gd name="T11" fmla="*/ 2147483647 h 444"/>
                      <a:gd name="T12" fmla="*/ 2147483647 w 522"/>
                      <a:gd name="T13" fmla="*/ 2147483647 h 444"/>
                      <a:gd name="T14" fmla="*/ 2147483647 w 522"/>
                      <a:gd name="T15" fmla="*/ 2147483647 h 444"/>
                      <a:gd name="T16" fmla="*/ 2147483647 w 522"/>
                      <a:gd name="T17" fmla="*/ 2147483647 h 444"/>
                      <a:gd name="T18" fmla="*/ 2147483647 w 522"/>
                      <a:gd name="T19" fmla="*/ 2147483647 h 444"/>
                      <a:gd name="T20" fmla="*/ 2147483647 w 522"/>
                      <a:gd name="T21" fmla="*/ 2147483647 h 444"/>
                      <a:gd name="T22" fmla="*/ 2147483647 w 522"/>
                      <a:gd name="T23" fmla="*/ 2147483647 h 444"/>
                      <a:gd name="T24" fmla="*/ 2147483647 w 522"/>
                      <a:gd name="T25" fmla="*/ 2147483647 h 444"/>
                      <a:gd name="T26" fmla="*/ 2147483647 w 522"/>
                      <a:gd name="T27" fmla="*/ 2147483647 h 444"/>
                      <a:gd name="T28" fmla="*/ 2147483647 w 522"/>
                      <a:gd name="T29" fmla="*/ 2147483647 h 444"/>
                      <a:gd name="T30" fmla="*/ 2147483647 w 522"/>
                      <a:gd name="T31" fmla="*/ 2147483647 h 444"/>
                      <a:gd name="T32" fmla="*/ 2147483647 w 522"/>
                      <a:gd name="T33" fmla="*/ 2147483647 h 444"/>
                      <a:gd name="T34" fmla="*/ 2147483647 w 522"/>
                      <a:gd name="T35" fmla="*/ 2147483647 h 444"/>
                      <a:gd name="T36" fmla="*/ 2147483647 w 522"/>
                      <a:gd name="T37" fmla="*/ 2147483647 h 444"/>
                      <a:gd name="T38" fmla="*/ 2147483647 w 522"/>
                      <a:gd name="T39" fmla="*/ 2147483647 h 444"/>
                      <a:gd name="T40" fmla="*/ 2147483647 w 522"/>
                      <a:gd name="T41" fmla="*/ 2147483647 h 444"/>
                      <a:gd name="T42" fmla="*/ 2147483647 w 522"/>
                      <a:gd name="T43" fmla="*/ 2147483647 h 444"/>
                      <a:gd name="T44" fmla="*/ 2147483647 w 522"/>
                      <a:gd name="T45" fmla="*/ 2147483647 h 444"/>
                      <a:gd name="T46" fmla="*/ 2147483647 w 522"/>
                      <a:gd name="T47" fmla="*/ 2147483647 h 444"/>
                      <a:gd name="T48" fmla="*/ 2147483647 w 522"/>
                      <a:gd name="T49" fmla="*/ 2147483647 h 444"/>
                      <a:gd name="T50" fmla="*/ 2147483647 w 522"/>
                      <a:gd name="T51" fmla="*/ 2147483647 h 444"/>
                      <a:gd name="T52" fmla="*/ 2147483647 w 522"/>
                      <a:gd name="T53" fmla="*/ 2147483647 h 444"/>
                      <a:gd name="T54" fmla="*/ 2147483647 w 522"/>
                      <a:gd name="T55" fmla="*/ 2147483647 h 444"/>
                      <a:gd name="T56" fmla="*/ 2147483647 w 522"/>
                      <a:gd name="T57" fmla="*/ 2147483647 h 444"/>
                      <a:gd name="T58" fmla="*/ 2147483647 w 522"/>
                      <a:gd name="T59" fmla="*/ 2147483647 h 444"/>
                      <a:gd name="T60" fmla="*/ 2147483647 w 522"/>
                      <a:gd name="T61" fmla="*/ 2147483647 h 444"/>
                      <a:gd name="T62" fmla="*/ 2147483647 w 522"/>
                      <a:gd name="T63" fmla="*/ 2147483647 h 444"/>
                      <a:gd name="T64" fmla="*/ 2147483647 w 522"/>
                      <a:gd name="T65" fmla="*/ 2147483647 h 444"/>
                      <a:gd name="T66" fmla="*/ 2147483647 w 522"/>
                      <a:gd name="T67" fmla="*/ 2147483647 h 444"/>
                      <a:gd name="T68" fmla="*/ 2147483647 w 522"/>
                      <a:gd name="T69" fmla="*/ 2147483647 h 444"/>
                      <a:gd name="T70" fmla="*/ 2147483647 w 522"/>
                      <a:gd name="T71" fmla="*/ 2147483647 h 444"/>
                      <a:gd name="T72" fmla="*/ 2147483647 w 522"/>
                      <a:gd name="T73" fmla="*/ 2147483647 h 444"/>
                      <a:gd name="T74" fmla="*/ 2147483647 w 522"/>
                      <a:gd name="T75" fmla="*/ 2147483647 h 444"/>
                      <a:gd name="T76" fmla="*/ 2147483647 w 522"/>
                      <a:gd name="T77" fmla="*/ 2147483647 h 444"/>
                      <a:gd name="T78" fmla="*/ 2147483647 w 522"/>
                      <a:gd name="T79" fmla="*/ 2147483647 h 444"/>
                      <a:gd name="T80" fmla="*/ 2147483647 w 522"/>
                      <a:gd name="T81" fmla="*/ 2147483647 h 444"/>
                      <a:gd name="T82" fmla="*/ 2147483647 w 522"/>
                      <a:gd name="T83" fmla="*/ 2147483647 h 444"/>
                      <a:gd name="T84" fmla="*/ 2147483647 w 522"/>
                      <a:gd name="T85" fmla="*/ 2147483647 h 444"/>
                      <a:gd name="T86" fmla="*/ 2147483647 w 522"/>
                      <a:gd name="T87" fmla="*/ 2147483647 h 444"/>
                      <a:gd name="T88" fmla="*/ 2147483647 w 522"/>
                      <a:gd name="T89" fmla="*/ 2147483647 h 444"/>
                      <a:gd name="T90" fmla="*/ 2147483647 w 522"/>
                      <a:gd name="T91" fmla="*/ 2147483647 h 444"/>
                      <a:gd name="T92" fmla="*/ 2147483647 w 522"/>
                      <a:gd name="T93" fmla="*/ 2147483647 h 444"/>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522"/>
                      <a:gd name="T142" fmla="*/ 0 h 444"/>
                      <a:gd name="T143" fmla="*/ 522 w 522"/>
                      <a:gd name="T144" fmla="*/ 444 h 444"/>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522" h="444">
                        <a:moveTo>
                          <a:pt x="96" y="0"/>
                        </a:moveTo>
                        <a:lnTo>
                          <a:pt x="96" y="24"/>
                        </a:lnTo>
                        <a:lnTo>
                          <a:pt x="78" y="24"/>
                        </a:lnTo>
                        <a:lnTo>
                          <a:pt x="72" y="30"/>
                        </a:lnTo>
                        <a:lnTo>
                          <a:pt x="72" y="42"/>
                        </a:lnTo>
                        <a:lnTo>
                          <a:pt x="78" y="48"/>
                        </a:lnTo>
                        <a:lnTo>
                          <a:pt x="90" y="54"/>
                        </a:lnTo>
                        <a:lnTo>
                          <a:pt x="96" y="60"/>
                        </a:lnTo>
                        <a:lnTo>
                          <a:pt x="96" y="66"/>
                        </a:lnTo>
                        <a:lnTo>
                          <a:pt x="90" y="78"/>
                        </a:lnTo>
                        <a:lnTo>
                          <a:pt x="84" y="84"/>
                        </a:lnTo>
                        <a:lnTo>
                          <a:pt x="54" y="84"/>
                        </a:lnTo>
                        <a:lnTo>
                          <a:pt x="42" y="90"/>
                        </a:lnTo>
                        <a:lnTo>
                          <a:pt x="36" y="96"/>
                        </a:lnTo>
                        <a:lnTo>
                          <a:pt x="18" y="96"/>
                        </a:lnTo>
                        <a:lnTo>
                          <a:pt x="0" y="126"/>
                        </a:lnTo>
                        <a:lnTo>
                          <a:pt x="0" y="132"/>
                        </a:lnTo>
                        <a:lnTo>
                          <a:pt x="18" y="150"/>
                        </a:lnTo>
                        <a:lnTo>
                          <a:pt x="30" y="150"/>
                        </a:lnTo>
                        <a:lnTo>
                          <a:pt x="30" y="162"/>
                        </a:lnTo>
                        <a:lnTo>
                          <a:pt x="24" y="168"/>
                        </a:lnTo>
                        <a:lnTo>
                          <a:pt x="30" y="180"/>
                        </a:lnTo>
                        <a:lnTo>
                          <a:pt x="30" y="192"/>
                        </a:lnTo>
                        <a:lnTo>
                          <a:pt x="54" y="204"/>
                        </a:lnTo>
                        <a:lnTo>
                          <a:pt x="72" y="204"/>
                        </a:lnTo>
                        <a:lnTo>
                          <a:pt x="72" y="228"/>
                        </a:lnTo>
                        <a:lnTo>
                          <a:pt x="84" y="228"/>
                        </a:lnTo>
                        <a:lnTo>
                          <a:pt x="90" y="222"/>
                        </a:lnTo>
                        <a:lnTo>
                          <a:pt x="90" y="234"/>
                        </a:lnTo>
                        <a:lnTo>
                          <a:pt x="96" y="246"/>
                        </a:lnTo>
                        <a:lnTo>
                          <a:pt x="96" y="258"/>
                        </a:lnTo>
                        <a:lnTo>
                          <a:pt x="114" y="276"/>
                        </a:lnTo>
                        <a:lnTo>
                          <a:pt x="126" y="282"/>
                        </a:lnTo>
                        <a:lnTo>
                          <a:pt x="132" y="288"/>
                        </a:lnTo>
                        <a:lnTo>
                          <a:pt x="138" y="282"/>
                        </a:lnTo>
                        <a:lnTo>
                          <a:pt x="150" y="276"/>
                        </a:lnTo>
                        <a:lnTo>
                          <a:pt x="156" y="264"/>
                        </a:lnTo>
                        <a:lnTo>
                          <a:pt x="168" y="252"/>
                        </a:lnTo>
                        <a:lnTo>
                          <a:pt x="174" y="240"/>
                        </a:lnTo>
                        <a:lnTo>
                          <a:pt x="180" y="234"/>
                        </a:lnTo>
                        <a:lnTo>
                          <a:pt x="180" y="228"/>
                        </a:lnTo>
                        <a:lnTo>
                          <a:pt x="216" y="228"/>
                        </a:lnTo>
                        <a:lnTo>
                          <a:pt x="222" y="210"/>
                        </a:lnTo>
                        <a:lnTo>
                          <a:pt x="258" y="210"/>
                        </a:lnTo>
                        <a:lnTo>
                          <a:pt x="300" y="270"/>
                        </a:lnTo>
                        <a:lnTo>
                          <a:pt x="300" y="288"/>
                        </a:lnTo>
                        <a:lnTo>
                          <a:pt x="312" y="300"/>
                        </a:lnTo>
                        <a:lnTo>
                          <a:pt x="312" y="318"/>
                        </a:lnTo>
                        <a:lnTo>
                          <a:pt x="306" y="330"/>
                        </a:lnTo>
                        <a:lnTo>
                          <a:pt x="300" y="336"/>
                        </a:lnTo>
                        <a:lnTo>
                          <a:pt x="294" y="354"/>
                        </a:lnTo>
                        <a:lnTo>
                          <a:pt x="324" y="342"/>
                        </a:lnTo>
                        <a:lnTo>
                          <a:pt x="348" y="348"/>
                        </a:lnTo>
                        <a:lnTo>
                          <a:pt x="348" y="336"/>
                        </a:lnTo>
                        <a:lnTo>
                          <a:pt x="354" y="330"/>
                        </a:lnTo>
                        <a:lnTo>
                          <a:pt x="360" y="330"/>
                        </a:lnTo>
                        <a:lnTo>
                          <a:pt x="372" y="336"/>
                        </a:lnTo>
                        <a:lnTo>
                          <a:pt x="384" y="348"/>
                        </a:lnTo>
                        <a:lnTo>
                          <a:pt x="390" y="366"/>
                        </a:lnTo>
                        <a:lnTo>
                          <a:pt x="390" y="426"/>
                        </a:lnTo>
                        <a:lnTo>
                          <a:pt x="402" y="426"/>
                        </a:lnTo>
                        <a:lnTo>
                          <a:pt x="402" y="432"/>
                        </a:lnTo>
                        <a:lnTo>
                          <a:pt x="414" y="444"/>
                        </a:lnTo>
                        <a:lnTo>
                          <a:pt x="420" y="444"/>
                        </a:lnTo>
                        <a:lnTo>
                          <a:pt x="432" y="432"/>
                        </a:lnTo>
                        <a:lnTo>
                          <a:pt x="432" y="420"/>
                        </a:lnTo>
                        <a:lnTo>
                          <a:pt x="438" y="408"/>
                        </a:lnTo>
                        <a:lnTo>
                          <a:pt x="444" y="402"/>
                        </a:lnTo>
                        <a:lnTo>
                          <a:pt x="456" y="402"/>
                        </a:lnTo>
                        <a:lnTo>
                          <a:pt x="468" y="408"/>
                        </a:lnTo>
                        <a:lnTo>
                          <a:pt x="474" y="414"/>
                        </a:lnTo>
                        <a:lnTo>
                          <a:pt x="480" y="414"/>
                        </a:lnTo>
                        <a:lnTo>
                          <a:pt x="486" y="408"/>
                        </a:lnTo>
                        <a:lnTo>
                          <a:pt x="486" y="390"/>
                        </a:lnTo>
                        <a:lnTo>
                          <a:pt x="480" y="384"/>
                        </a:lnTo>
                        <a:lnTo>
                          <a:pt x="480" y="378"/>
                        </a:lnTo>
                        <a:lnTo>
                          <a:pt x="498" y="378"/>
                        </a:lnTo>
                        <a:lnTo>
                          <a:pt x="492" y="366"/>
                        </a:lnTo>
                        <a:lnTo>
                          <a:pt x="480" y="360"/>
                        </a:lnTo>
                        <a:lnTo>
                          <a:pt x="474" y="348"/>
                        </a:lnTo>
                        <a:lnTo>
                          <a:pt x="474" y="336"/>
                        </a:lnTo>
                        <a:lnTo>
                          <a:pt x="492" y="336"/>
                        </a:lnTo>
                        <a:lnTo>
                          <a:pt x="498" y="342"/>
                        </a:lnTo>
                        <a:lnTo>
                          <a:pt x="510" y="342"/>
                        </a:lnTo>
                        <a:lnTo>
                          <a:pt x="516" y="348"/>
                        </a:lnTo>
                        <a:lnTo>
                          <a:pt x="516" y="342"/>
                        </a:lnTo>
                        <a:lnTo>
                          <a:pt x="522" y="336"/>
                        </a:lnTo>
                        <a:lnTo>
                          <a:pt x="522" y="324"/>
                        </a:lnTo>
                        <a:lnTo>
                          <a:pt x="516" y="324"/>
                        </a:lnTo>
                        <a:lnTo>
                          <a:pt x="504" y="318"/>
                        </a:lnTo>
                        <a:lnTo>
                          <a:pt x="498" y="318"/>
                        </a:lnTo>
                        <a:lnTo>
                          <a:pt x="498" y="306"/>
                        </a:lnTo>
                        <a:lnTo>
                          <a:pt x="504" y="294"/>
                        </a:lnTo>
                        <a:lnTo>
                          <a:pt x="510" y="288"/>
                        </a:lnTo>
                        <a:lnTo>
                          <a:pt x="492" y="282"/>
                        </a:lnTo>
                        <a:lnTo>
                          <a:pt x="504" y="264"/>
                        </a:lnTo>
                        <a:lnTo>
                          <a:pt x="486" y="258"/>
                        </a:lnTo>
                        <a:lnTo>
                          <a:pt x="480" y="222"/>
                        </a:lnTo>
                        <a:lnTo>
                          <a:pt x="498" y="198"/>
                        </a:lnTo>
                        <a:lnTo>
                          <a:pt x="468" y="168"/>
                        </a:lnTo>
                        <a:lnTo>
                          <a:pt x="468" y="132"/>
                        </a:lnTo>
                        <a:lnTo>
                          <a:pt x="444" y="132"/>
                        </a:lnTo>
                        <a:lnTo>
                          <a:pt x="468" y="96"/>
                        </a:lnTo>
                        <a:lnTo>
                          <a:pt x="432" y="78"/>
                        </a:lnTo>
                        <a:lnTo>
                          <a:pt x="444" y="48"/>
                        </a:lnTo>
                        <a:lnTo>
                          <a:pt x="426" y="36"/>
                        </a:lnTo>
                        <a:lnTo>
                          <a:pt x="426" y="18"/>
                        </a:lnTo>
                        <a:lnTo>
                          <a:pt x="414" y="12"/>
                        </a:lnTo>
                        <a:lnTo>
                          <a:pt x="402" y="12"/>
                        </a:lnTo>
                        <a:lnTo>
                          <a:pt x="396" y="18"/>
                        </a:lnTo>
                        <a:lnTo>
                          <a:pt x="396" y="36"/>
                        </a:lnTo>
                        <a:lnTo>
                          <a:pt x="378" y="54"/>
                        </a:lnTo>
                        <a:lnTo>
                          <a:pt x="366" y="48"/>
                        </a:lnTo>
                        <a:lnTo>
                          <a:pt x="360" y="42"/>
                        </a:lnTo>
                        <a:lnTo>
                          <a:pt x="348" y="36"/>
                        </a:lnTo>
                        <a:lnTo>
                          <a:pt x="342" y="36"/>
                        </a:lnTo>
                        <a:lnTo>
                          <a:pt x="336" y="30"/>
                        </a:lnTo>
                        <a:lnTo>
                          <a:pt x="330" y="30"/>
                        </a:lnTo>
                        <a:lnTo>
                          <a:pt x="324" y="42"/>
                        </a:lnTo>
                        <a:lnTo>
                          <a:pt x="312" y="54"/>
                        </a:lnTo>
                        <a:lnTo>
                          <a:pt x="306" y="66"/>
                        </a:lnTo>
                        <a:lnTo>
                          <a:pt x="306" y="54"/>
                        </a:lnTo>
                        <a:lnTo>
                          <a:pt x="300" y="42"/>
                        </a:lnTo>
                        <a:lnTo>
                          <a:pt x="288" y="30"/>
                        </a:lnTo>
                        <a:lnTo>
                          <a:pt x="276" y="42"/>
                        </a:lnTo>
                        <a:lnTo>
                          <a:pt x="270" y="54"/>
                        </a:lnTo>
                        <a:lnTo>
                          <a:pt x="264" y="60"/>
                        </a:lnTo>
                        <a:lnTo>
                          <a:pt x="258" y="54"/>
                        </a:lnTo>
                        <a:lnTo>
                          <a:pt x="258" y="48"/>
                        </a:lnTo>
                        <a:lnTo>
                          <a:pt x="252" y="36"/>
                        </a:lnTo>
                        <a:lnTo>
                          <a:pt x="252" y="24"/>
                        </a:lnTo>
                        <a:lnTo>
                          <a:pt x="210" y="24"/>
                        </a:lnTo>
                        <a:lnTo>
                          <a:pt x="204" y="30"/>
                        </a:lnTo>
                        <a:lnTo>
                          <a:pt x="192" y="36"/>
                        </a:lnTo>
                        <a:lnTo>
                          <a:pt x="180" y="36"/>
                        </a:lnTo>
                        <a:lnTo>
                          <a:pt x="174" y="30"/>
                        </a:lnTo>
                        <a:lnTo>
                          <a:pt x="168" y="18"/>
                        </a:lnTo>
                        <a:lnTo>
                          <a:pt x="162" y="12"/>
                        </a:lnTo>
                        <a:lnTo>
                          <a:pt x="156" y="18"/>
                        </a:lnTo>
                        <a:lnTo>
                          <a:pt x="138" y="18"/>
                        </a:lnTo>
                        <a:lnTo>
                          <a:pt x="132" y="6"/>
                        </a:lnTo>
                        <a:lnTo>
                          <a:pt x="132" y="0"/>
                        </a:lnTo>
                        <a:lnTo>
                          <a:pt x="96" y="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89" name="Ghana" descr="© INSCALE GmbH, 05.05.2010&#10;http://www.presentationload.com/">
                    <a:extLst>
                      <a:ext uri="{FF2B5EF4-FFF2-40B4-BE49-F238E27FC236}">
                        <a16:creationId xmlns:a16="http://schemas.microsoft.com/office/drawing/2014/main" id="{A2F7A354-22D5-97D6-1907-CD59780AD3DF}"/>
                      </a:ext>
                    </a:extLst>
                  </p:cNvPr>
                  <p:cNvSpPr>
                    <a:spLocks/>
                  </p:cNvSpPr>
                  <p:nvPr/>
                </p:nvSpPr>
                <p:spPr bwMode="gray">
                  <a:xfrm>
                    <a:off x="2595" y="2341"/>
                    <a:ext cx="82" cy="131"/>
                  </a:xfrm>
                  <a:custGeom>
                    <a:avLst/>
                    <a:gdLst>
                      <a:gd name="T0" fmla="*/ 2147483647 w 324"/>
                      <a:gd name="T1" fmla="*/ 2147483647 h 516"/>
                      <a:gd name="T2" fmla="*/ 2147483647 w 324"/>
                      <a:gd name="T3" fmla="*/ 2147483647 h 516"/>
                      <a:gd name="T4" fmla="*/ 2147483647 w 324"/>
                      <a:gd name="T5" fmla="*/ 2147483647 h 516"/>
                      <a:gd name="T6" fmla="*/ 2147483647 w 324"/>
                      <a:gd name="T7" fmla="*/ 2147483647 h 516"/>
                      <a:gd name="T8" fmla="*/ 2147483647 w 324"/>
                      <a:gd name="T9" fmla="*/ 2147483647 h 516"/>
                      <a:gd name="T10" fmla="*/ 2147483647 w 324"/>
                      <a:gd name="T11" fmla="*/ 2147483647 h 516"/>
                      <a:gd name="T12" fmla="*/ 2147483647 w 324"/>
                      <a:gd name="T13" fmla="*/ 2147483647 h 516"/>
                      <a:gd name="T14" fmla="*/ 2147483647 w 324"/>
                      <a:gd name="T15" fmla="*/ 2147483647 h 516"/>
                      <a:gd name="T16" fmla="*/ 2147483647 w 324"/>
                      <a:gd name="T17" fmla="*/ 2147483647 h 516"/>
                      <a:gd name="T18" fmla="*/ 2147483647 w 324"/>
                      <a:gd name="T19" fmla="*/ 2147483647 h 516"/>
                      <a:gd name="T20" fmla="*/ 2147483647 w 324"/>
                      <a:gd name="T21" fmla="*/ 2147483647 h 516"/>
                      <a:gd name="T22" fmla="*/ 2147483647 w 324"/>
                      <a:gd name="T23" fmla="*/ 2147483647 h 516"/>
                      <a:gd name="T24" fmla="*/ 2147483647 w 324"/>
                      <a:gd name="T25" fmla="*/ 2147483647 h 516"/>
                      <a:gd name="T26" fmla="*/ 2147483647 w 324"/>
                      <a:gd name="T27" fmla="*/ 0 h 516"/>
                      <a:gd name="T28" fmla="*/ 2147483647 w 324"/>
                      <a:gd name="T29" fmla="*/ 2147483647 h 516"/>
                      <a:gd name="T30" fmla="*/ 2147483647 w 324"/>
                      <a:gd name="T31" fmla="*/ 2147483647 h 516"/>
                      <a:gd name="T32" fmla="*/ 2147483647 w 324"/>
                      <a:gd name="T33" fmla="*/ 2147483647 h 516"/>
                      <a:gd name="T34" fmla="*/ 2147483647 w 324"/>
                      <a:gd name="T35" fmla="*/ 2147483647 h 516"/>
                      <a:gd name="T36" fmla="*/ 2147483647 w 324"/>
                      <a:gd name="T37" fmla="*/ 2147483647 h 516"/>
                      <a:gd name="T38" fmla="*/ 2147483647 w 324"/>
                      <a:gd name="T39" fmla="*/ 2147483647 h 516"/>
                      <a:gd name="T40" fmla="*/ 2147483647 w 324"/>
                      <a:gd name="T41" fmla="*/ 2147483647 h 516"/>
                      <a:gd name="T42" fmla="*/ 2147483647 w 324"/>
                      <a:gd name="T43" fmla="*/ 2147483647 h 516"/>
                      <a:gd name="T44" fmla="*/ 2147483647 w 324"/>
                      <a:gd name="T45" fmla="*/ 2147483647 h 516"/>
                      <a:gd name="T46" fmla="*/ 2147483647 w 324"/>
                      <a:gd name="T47" fmla="*/ 2147483647 h 516"/>
                      <a:gd name="T48" fmla="*/ 2147483647 w 324"/>
                      <a:gd name="T49" fmla="*/ 2147483647 h 516"/>
                      <a:gd name="T50" fmla="*/ 2147483647 w 324"/>
                      <a:gd name="T51" fmla="*/ 2147483647 h 516"/>
                      <a:gd name="T52" fmla="*/ 2147483647 w 324"/>
                      <a:gd name="T53" fmla="*/ 2147483647 h 516"/>
                      <a:gd name="T54" fmla="*/ 0 w 324"/>
                      <a:gd name="T55" fmla="*/ 2147483647 h 516"/>
                      <a:gd name="T56" fmla="*/ 2147483647 w 324"/>
                      <a:gd name="T57" fmla="*/ 2147483647 h 516"/>
                      <a:gd name="T58" fmla="*/ 2147483647 w 324"/>
                      <a:gd name="T59" fmla="*/ 2147483647 h 516"/>
                      <a:gd name="T60" fmla="*/ 2147483647 w 324"/>
                      <a:gd name="T61" fmla="*/ 2147483647 h 516"/>
                      <a:gd name="T62" fmla="*/ 2147483647 w 324"/>
                      <a:gd name="T63" fmla="*/ 2147483647 h 516"/>
                      <a:gd name="T64" fmla="*/ 2147483647 w 324"/>
                      <a:gd name="T65" fmla="*/ 2147483647 h 516"/>
                      <a:gd name="T66" fmla="*/ 2147483647 w 324"/>
                      <a:gd name="T67" fmla="*/ 2147483647 h 516"/>
                      <a:gd name="T68" fmla="*/ 2147483647 w 324"/>
                      <a:gd name="T69" fmla="*/ 2147483647 h 516"/>
                      <a:gd name="T70" fmla="*/ 2147483647 w 324"/>
                      <a:gd name="T71" fmla="*/ 2147483647 h 516"/>
                      <a:gd name="T72" fmla="*/ 2147483647 w 324"/>
                      <a:gd name="T73" fmla="*/ 2147483647 h 516"/>
                      <a:gd name="T74" fmla="*/ 2147483647 w 324"/>
                      <a:gd name="T75" fmla="*/ 2147483647 h 516"/>
                      <a:gd name="T76" fmla="*/ 2147483647 w 324"/>
                      <a:gd name="T77" fmla="*/ 2147483647 h 516"/>
                      <a:gd name="T78" fmla="*/ 2147483647 w 324"/>
                      <a:gd name="T79" fmla="*/ 2147483647 h 516"/>
                      <a:gd name="T80" fmla="*/ 2147483647 w 324"/>
                      <a:gd name="T81" fmla="*/ 2147483647 h 516"/>
                      <a:gd name="T82" fmla="*/ 2147483647 w 324"/>
                      <a:gd name="T83" fmla="*/ 2147483647 h 516"/>
                      <a:gd name="T84" fmla="*/ 2147483647 w 324"/>
                      <a:gd name="T85" fmla="*/ 2147483647 h 516"/>
                      <a:gd name="T86" fmla="*/ 2147483647 w 324"/>
                      <a:gd name="T87" fmla="*/ 2147483647 h 51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w 324"/>
                      <a:gd name="T133" fmla="*/ 0 h 516"/>
                      <a:gd name="T134" fmla="*/ 324 w 324"/>
                      <a:gd name="T135" fmla="*/ 516 h 516"/>
                    </a:gdLst>
                    <a:ahLst/>
                    <a:cxnLst>
                      <a:cxn ang="T88">
                        <a:pos x="T0" y="T1"/>
                      </a:cxn>
                      <a:cxn ang="T89">
                        <a:pos x="T2" y="T3"/>
                      </a:cxn>
                      <a:cxn ang="T90">
                        <a:pos x="T4" y="T5"/>
                      </a:cxn>
                      <a:cxn ang="T91">
                        <a:pos x="T6" y="T7"/>
                      </a:cxn>
                      <a:cxn ang="T92">
                        <a:pos x="T8" y="T9"/>
                      </a:cxn>
                      <a:cxn ang="T93">
                        <a:pos x="T10" y="T11"/>
                      </a:cxn>
                      <a:cxn ang="T94">
                        <a:pos x="T12" y="T13"/>
                      </a:cxn>
                      <a:cxn ang="T95">
                        <a:pos x="T14" y="T15"/>
                      </a:cxn>
                      <a:cxn ang="T96">
                        <a:pos x="T16" y="T17"/>
                      </a:cxn>
                      <a:cxn ang="T97">
                        <a:pos x="T18" y="T19"/>
                      </a:cxn>
                      <a:cxn ang="T98">
                        <a:pos x="T20" y="T21"/>
                      </a:cxn>
                      <a:cxn ang="T99">
                        <a:pos x="T22" y="T23"/>
                      </a:cxn>
                      <a:cxn ang="T100">
                        <a:pos x="T24" y="T25"/>
                      </a:cxn>
                      <a:cxn ang="T101">
                        <a:pos x="T26" y="T27"/>
                      </a:cxn>
                      <a:cxn ang="T102">
                        <a:pos x="T28" y="T29"/>
                      </a:cxn>
                      <a:cxn ang="T103">
                        <a:pos x="T30" y="T31"/>
                      </a:cxn>
                      <a:cxn ang="T104">
                        <a:pos x="T32" y="T33"/>
                      </a:cxn>
                      <a:cxn ang="T105">
                        <a:pos x="T34" y="T35"/>
                      </a:cxn>
                      <a:cxn ang="T106">
                        <a:pos x="T36" y="T37"/>
                      </a:cxn>
                      <a:cxn ang="T107">
                        <a:pos x="T38" y="T39"/>
                      </a:cxn>
                      <a:cxn ang="T108">
                        <a:pos x="T40" y="T41"/>
                      </a:cxn>
                      <a:cxn ang="T109">
                        <a:pos x="T42" y="T43"/>
                      </a:cxn>
                      <a:cxn ang="T110">
                        <a:pos x="T44" y="T45"/>
                      </a:cxn>
                      <a:cxn ang="T111">
                        <a:pos x="T46" y="T47"/>
                      </a:cxn>
                      <a:cxn ang="T112">
                        <a:pos x="T48" y="T49"/>
                      </a:cxn>
                      <a:cxn ang="T113">
                        <a:pos x="T50" y="T51"/>
                      </a:cxn>
                      <a:cxn ang="T114">
                        <a:pos x="T52" y="T53"/>
                      </a:cxn>
                      <a:cxn ang="T115">
                        <a:pos x="T54" y="T55"/>
                      </a:cxn>
                      <a:cxn ang="T116">
                        <a:pos x="T56" y="T57"/>
                      </a:cxn>
                      <a:cxn ang="T117">
                        <a:pos x="T58" y="T59"/>
                      </a:cxn>
                      <a:cxn ang="T118">
                        <a:pos x="T60" y="T61"/>
                      </a:cxn>
                      <a:cxn ang="T119">
                        <a:pos x="T62" y="T63"/>
                      </a:cxn>
                      <a:cxn ang="T120">
                        <a:pos x="T64" y="T65"/>
                      </a:cxn>
                      <a:cxn ang="T121">
                        <a:pos x="T66" y="T67"/>
                      </a:cxn>
                      <a:cxn ang="T122">
                        <a:pos x="T68" y="T69"/>
                      </a:cxn>
                      <a:cxn ang="T123">
                        <a:pos x="T70" y="T71"/>
                      </a:cxn>
                      <a:cxn ang="T124">
                        <a:pos x="T72" y="T73"/>
                      </a:cxn>
                      <a:cxn ang="T125">
                        <a:pos x="T74" y="T75"/>
                      </a:cxn>
                      <a:cxn ang="T126">
                        <a:pos x="T76" y="T77"/>
                      </a:cxn>
                      <a:cxn ang="T127">
                        <a:pos x="T78" y="T79"/>
                      </a:cxn>
                      <a:cxn ang="T128">
                        <a:pos x="T80" y="T81"/>
                      </a:cxn>
                      <a:cxn ang="T129">
                        <a:pos x="T82" y="T83"/>
                      </a:cxn>
                      <a:cxn ang="T130">
                        <a:pos x="T84" y="T85"/>
                      </a:cxn>
                      <a:cxn ang="T131">
                        <a:pos x="T86" y="T87"/>
                      </a:cxn>
                    </a:cxnLst>
                    <a:rect l="T132" t="T133" r="T134" b="T135"/>
                    <a:pathLst>
                      <a:path w="324" h="516">
                        <a:moveTo>
                          <a:pt x="282" y="342"/>
                        </a:moveTo>
                        <a:lnTo>
                          <a:pt x="282" y="330"/>
                        </a:lnTo>
                        <a:lnTo>
                          <a:pt x="288" y="318"/>
                        </a:lnTo>
                        <a:lnTo>
                          <a:pt x="288" y="306"/>
                        </a:lnTo>
                        <a:lnTo>
                          <a:pt x="282" y="300"/>
                        </a:lnTo>
                        <a:lnTo>
                          <a:pt x="276" y="300"/>
                        </a:lnTo>
                        <a:lnTo>
                          <a:pt x="276" y="282"/>
                        </a:lnTo>
                        <a:lnTo>
                          <a:pt x="282" y="276"/>
                        </a:lnTo>
                        <a:lnTo>
                          <a:pt x="282" y="234"/>
                        </a:lnTo>
                        <a:lnTo>
                          <a:pt x="288" y="228"/>
                        </a:lnTo>
                        <a:lnTo>
                          <a:pt x="288" y="216"/>
                        </a:lnTo>
                        <a:lnTo>
                          <a:pt x="282" y="210"/>
                        </a:lnTo>
                        <a:lnTo>
                          <a:pt x="270" y="204"/>
                        </a:lnTo>
                        <a:lnTo>
                          <a:pt x="264" y="198"/>
                        </a:lnTo>
                        <a:lnTo>
                          <a:pt x="276" y="186"/>
                        </a:lnTo>
                        <a:lnTo>
                          <a:pt x="282" y="186"/>
                        </a:lnTo>
                        <a:lnTo>
                          <a:pt x="282" y="180"/>
                        </a:lnTo>
                        <a:lnTo>
                          <a:pt x="270" y="168"/>
                        </a:lnTo>
                        <a:lnTo>
                          <a:pt x="276" y="156"/>
                        </a:lnTo>
                        <a:lnTo>
                          <a:pt x="276" y="132"/>
                        </a:lnTo>
                        <a:lnTo>
                          <a:pt x="270" y="126"/>
                        </a:lnTo>
                        <a:lnTo>
                          <a:pt x="264" y="126"/>
                        </a:lnTo>
                        <a:lnTo>
                          <a:pt x="252" y="138"/>
                        </a:lnTo>
                        <a:lnTo>
                          <a:pt x="264" y="60"/>
                        </a:lnTo>
                        <a:lnTo>
                          <a:pt x="228" y="36"/>
                        </a:lnTo>
                        <a:lnTo>
                          <a:pt x="240" y="24"/>
                        </a:lnTo>
                        <a:lnTo>
                          <a:pt x="240" y="6"/>
                        </a:lnTo>
                        <a:lnTo>
                          <a:pt x="222" y="0"/>
                        </a:lnTo>
                        <a:lnTo>
                          <a:pt x="198" y="12"/>
                        </a:lnTo>
                        <a:lnTo>
                          <a:pt x="42" y="12"/>
                        </a:lnTo>
                        <a:lnTo>
                          <a:pt x="36" y="18"/>
                        </a:lnTo>
                        <a:lnTo>
                          <a:pt x="30" y="30"/>
                        </a:lnTo>
                        <a:lnTo>
                          <a:pt x="30" y="48"/>
                        </a:lnTo>
                        <a:lnTo>
                          <a:pt x="36" y="48"/>
                        </a:lnTo>
                        <a:lnTo>
                          <a:pt x="42" y="78"/>
                        </a:lnTo>
                        <a:lnTo>
                          <a:pt x="42" y="132"/>
                        </a:lnTo>
                        <a:lnTo>
                          <a:pt x="48" y="126"/>
                        </a:lnTo>
                        <a:lnTo>
                          <a:pt x="54" y="156"/>
                        </a:lnTo>
                        <a:lnTo>
                          <a:pt x="42" y="156"/>
                        </a:lnTo>
                        <a:lnTo>
                          <a:pt x="42" y="162"/>
                        </a:lnTo>
                        <a:lnTo>
                          <a:pt x="48" y="168"/>
                        </a:lnTo>
                        <a:lnTo>
                          <a:pt x="48" y="180"/>
                        </a:lnTo>
                        <a:lnTo>
                          <a:pt x="54" y="192"/>
                        </a:lnTo>
                        <a:lnTo>
                          <a:pt x="54" y="204"/>
                        </a:lnTo>
                        <a:lnTo>
                          <a:pt x="60" y="216"/>
                        </a:lnTo>
                        <a:lnTo>
                          <a:pt x="60" y="228"/>
                        </a:lnTo>
                        <a:lnTo>
                          <a:pt x="48" y="252"/>
                        </a:lnTo>
                        <a:lnTo>
                          <a:pt x="42" y="258"/>
                        </a:lnTo>
                        <a:lnTo>
                          <a:pt x="36" y="270"/>
                        </a:lnTo>
                        <a:lnTo>
                          <a:pt x="36" y="288"/>
                        </a:lnTo>
                        <a:lnTo>
                          <a:pt x="30" y="300"/>
                        </a:lnTo>
                        <a:lnTo>
                          <a:pt x="30" y="312"/>
                        </a:lnTo>
                        <a:lnTo>
                          <a:pt x="12" y="330"/>
                        </a:lnTo>
                        <a:lnTo>
                          <a:pt x="6" y="342"/>
                        </a:lnTo>
                        <a:lnTo>
                          <a:pt x="0" y="348"/>
                        </a:lnTo>
                        <a:lnTo>
                          <a:pt x="0" y="372"/>
                        </a:lnTo>
                        <a:lnTo>
                          <a:pt x="6" y="384"/>
                        </a:lnTo>
                        <a:lnTo>
                          <a:pt x="12" y="402"/>
                        </a:lnTo>
                        <a:lnTo>
                          <a:pt x="12" y="414"/>
                        </a:lnTo>
                        <a:lnTo>
                          <a:pt x="18" y="426"/>
                        </a:lnTo>
                        <a:lnTo>
                          <a:pt x="24" y="432"/>
                        </a:lnTo>
                        <a:lnTo>
                          <a:pt x="24" y="438"/>
                        </a:lnTo>
                        <a:lnTo>
                          <a:pt x="48" y="444"/>
                        </a:lnTo>
                        <a:lnTo>
                          <a:pt x="48" y="498"/>
                        </a:lnTo>
                        <a:lnTo>
                          <a:pt x="72" y="498"/>
                        </a:lnTo>
                        <a:lnTo>
                          <a:pt x="78" y="504"/>
                        </a:lnTo>
                        <a:lnTo>
                          <a:pt x="78" y="510"/>
                        </a:lnTo>
                        <a:lnTo>
                          <a:pt x="84" y="516"/>
                        </a:lnTo>
                        <a:lnTo>
                          <a:pt x="96" y="516"/>
                        </a:lnTo>
                        <a:lnTo>
                          <a:pt x="108" y="510"/>
                        </a:lnTo>
                        <a:lnTo>
                          <a:pt x="114" y="504"/>
                        </a:lnTo>
                        <a:lnTo>
                          <a:pt x="132" y="492"/>
                        </a:lnTo>
                        <a:lnTo>
                          <a:pt x="138" y="486"/>
                        </a:lnTo>
                        <a:lnTo>
                          <a:pt x="150" y="480"/>
                        </a:lnTo>
                        <a:lnTo>
                          <a:pt x="180" y="480"/>
                        </a:lnTo>
                        <a:lnTo>
                          <a:pt x="186" y="474"/>
                        </a:lnTo>
                        <a:lnTo>
                          <a:pt x="198" y="468"/>
                        </a:lnTo>
                        <a:lnTo>
                          <a:pt x="216" y="450"/>
                        </a:lnTo>
                        <a:lnTo>
                          <a:pt x="228" y="450"/>
                        </a:lnTo>
                        <a:lnTo>
                          <a:pt x="234" y="444"/>
                        </a:lnTo>
                        <a:lnTo>
                          <a:pt x="240" y="444"/>
                        </a:lnTo>
                        <a:lnTo>
                          <a:pt x="258" y="426"/>
                        </a:lnTo>
                        <a:lnTo>
                          <a:pt x="270" y="426"/>
                        </a:lnTo>
                        <a:lnTo>
                          <a:pt x="276" y="432"/>
                        </a:lnTo>
                        <a:lnTo>
                          <a:pt x="294" y="432"/>
                        </a:lnTo>
                        <a:lnTo>
                          <a:pt x="306" y="426"/>
                        </a:lnTo>
                        <a:lnTo>
                          <a:pt x="324" y="408"/>
                        </a:lnTo>
                        <a:lnTo>
                          <a:pt x="294" y="384"/>
                        </a:lnTo>
                        <a:lnTo>
                          <a:pt x="282" y="34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90" name="The Gambia" descr="© INSCALE GmbH, 05.05.2010&#10;http://www.presentationload.com/">
                    <a:extLst>
                      <a:ext uri="{FF2B5EF4-FFF2-40B4-BE49-F238E27FC236}">
                        <a16:creationId xmlns:a16="http://schemas.microsoft.com/office/drawing/2014/main" id="{816B4300-F683-ACE0-EDFD-E51CF19040DB}"/>
                      </a:ext>
                    </a:extLst>
                  </p:cNvPr>
                  <p:cNvSpPr>
                    <a:spLocks/>
                  </p:cNvSpPr>
                  <p:nvPr/>
                </p:nvSpPr>
                <p:spPr bwMode="gray">
                  <a:xfrm>
                    <a:off x="2355" y="2287"/>
                    <a:ext cx="55" cy="13"/>
                  </a:xfrm>
                  <a:custGeom>
                    <a:avLst/>
                    <a:gdLst>
                      <a:gd name="T0" fmla="*/ 2147483647 w 216"/>
                      <a:gd name="T1" fmla="*/ 2147483647 h 54"/>
                      <a:gd name="T2" fmla="*/ 2147483647 w 216"/>
                      <a:gd name="T3" fmla="*/ 2147483647 h 54"/>
                      <a:gd name="T4" fmla="*/ 2147483647 w 216"/>
                      <a:gd name="T5" fmla="*/ 2147483647 h 54"/>
                      <a:gd name="T6" fmla="*/ 2147483647 w 216"/>
                      <a:gd name="T7" fmla="*/ 2147483647 h 54"/>
                      <a:gd name="T8" fmla="*/ 0 w 216"/>
                      <a:gd name="T9" fmla="*/ 2147483647 h 54"/>
                      <a:gd name="T10" fmla="*/ 0 w 216"/>
                      <a:gd name="T11" fmla="*/ 2147483647 h 54"/>
                      <a:gd name="T12" fmla="*/ 2147483647 w 216"/>
                      <a:gd name="T13" fmla="*/ 2147483647 h 54"/>
                      <a:gd name="T14" fmla="*/ 2147483647 w 216"/>
                      <a:gd name="T15" fmla="*/ 2147483647 h 54"/>
                      <a:gd name="T16" fmla="*/ 2147483647 w 216"/>
                      <a:gd name="T17" fmla="*/ 2147483647 h 54"/>
                      <a:gd name="T18" fmla="*/ 2147483647 w 216"/>
                      <a:gd name="T19" fmla="*/ 2147483647 h 54"/>
                      <a:gd name="T20" fmla="*/ 2147483647 w 216"/>
                      <a:gd name="T21" fmla="*/ 2147483647 h 54"/>
                      <a:gd name="T22" fmla="*/ 2147483647 w 216"/>
                      <a:gd name="T23" fmla="*/ 2147483647 h 54"/>
                      <a:gd name="T24" fmla="*/ 2147483647 w 216"/>
                      <a:gd name="T25" fmla="*/ 2147483647 h 54"/>
                      <a:gd name="T26" fmla="*/ 2147483647 w 216"/>
                      <a:gd name="T27" fmla="*/ 2147483647 h 54"/>
                      <a:gd name="T28" fmla="*/ 2147483647 w 216"/>
                      <a:gd name="T29" fmla="*/ 2147483647 h 54"/>
                      <a:gd name="T30" fmla="*/ 2147483647 w 216"/>
                      <a:gd name="T31" fmla="*/ 2147483647 h 54"/>
                      <a:gd name="T32" fmla="*/ 2147483647 w 216"/>
                      <a:gd name="T33" fmla="*/ 2147483647 h 54"/>
                      <a:gd name="T34" fmla="*/ 2147483647 w 216"/>
                      <a:gd name="T35" fmla="*/ 2147483647 h 54"/>
                      <a:gd name="T36" fmla="*/ 2147483647 w 216"/>
                      <a:gd name="T37" fmla="*/ 2147483647 h 54"/>
                      <a:gd name="T38" fmla="*/ 2147483647 w 216"/>
                      <a:gd name="T39" fmla="*/ 2147483647 h 54"/>
                      <a:gd name="T40" fmla="*/ 2147483647 w 216"/>
                      <a:gd name="T41" fmla="*/ 2147483647 h 54"/>
                      <a:gd name="T42" fmla="*/ 2147483647 w 216"/>
                      <a:gd name="T43" fmla="*/ 2147483647 h 54"/>
                      <a:gd name="T44" fmla="*/ 2147483647 w 216"/>
                      <a:gd name="T45" fmla="*/ 2147483647 h 54"/>
                      <a:gd name="T46" fmla="*/ 2147483647 w 216"/>
                      <a:gd name="T47" fmla="*/ 2147483647 h 54"/>
                      <a:gd name="T48" fmla="*/ 2147483647 w 216"/>
                      <a:gd name="T49" fmla="*/ 2147483647 h 54"/>
                      <a:gd name="T50" fmla="*/ 2147483647 w 216"/>
                      <a:gd name="T51" fmla="*/ 2147483647 h 54"/>
                      <a:gd name="T52" fmla="*/ 2147483647 w 216"/>
                      <a:gd name="T53" fmla="*/ 2147483647 h 54"/>
                      <a:gd name="T54" fmla="*/ 2147483647 w 216"/>
                      <a:gd name="T55" fmla="*/ 2147483647 h 54"/>
                      <a:gd name="T56" fmla="*/ 2147483647 w 216"/>
                      <a:gd name="T57" fmla="*/ 2147483647 h 54"/>
                      <a:gd name="T58" fmla="*/ 2147483647 w 216"/>
                      <a:gd name="T59" fmla="*/ 0 h 54"/>
                      <a:gd name="T60" fmla="*/ 2147483647 w 216"/>
                      <a:gd name="T61" fmla="*/ 0 h 54"/>
                      <a:gd name="T62" fmla="*/ 2147483647 w 216"/>
                      <a:gd name="T63" fmla="*/ 2147483647 h 54"/>
                      <a:gd name="T64" fmla="*/ 2147483647 w 216"/>
                      <a:gd name="T65" fmla="*/ 2147483647 h 54"/>
                      <a:gd name="T66" fmla="*/ 2147483647 w 216"/>
                      <a:gd name="T67" fmla="*/ 2147483647 h 54"/>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w 216"/>
                      <a:gd name="T103" fmla="*/ 0 h 54"/>
                      <a:gd name="T104" fmla="*/ 216 w 216"/>
                      <a:gd name="T105" fmla="*/ 54 h 54"/>
                    </a:gdLst>
                    <a:ahLst/>
                    <a:cxnLst>
                      <a:cxn ang="T68">
                        <a:pos x="T0" y="T1"/>
                      </a:cxn>
                      <a:cxn ang="T69">
                        <a:pos x="T2" y="T3"/>
                      </a:cxn>
                      <a:cxn ang="T70">
                        <a:pos x="T4" y="T5"/>
                      </a:cxn>
                      <a:cxn ang="T71">
                        <a:pos x="T6" y="T7"/>
                      </a:cxn>
                      <a:cxn ang="T72">
                        <a:pos x="T8" y="T9"/>
                      </a:cxn>
                      <a:cxn ang="T73">
                        <a:pos x="T10" y="T11"/>
                      </a:cxn>
                      <a:cxn ang="T74">
                        <a:pos x="T12" y="T13"/>
                      </a:cxn>
                      <a:cxn ang="T75">
                        <a:pos x="T14" y="T15"/>
                      </a:cxn>
                      <a:cxn ang="T76">
                        <a:pos x="T16" y="T17"/>
                      </a:cxn>
                      <a:cxn ang="T77">
                        <a:pos x="T18" y="T19"/>
                      </a:cxn>
                      <a:cxn ang="T78">
                        <a:pos x="T20" y="T21"/>
                      </a:cxn>
                      <a:cxn ang="T79">
                        <a:pos x="T22" y="T23"/>
                      </a:cxn>
                      <a:cxn ang="T80">
                        <a:pos x="T24" y="T25"/>
                      </a:cxn>
                      <a:cxn ang="T81">
                        <a:pos x="T26" y="T27"/>
                      </a:cxn>
                      <a:cxn ang="T82">
                        <a:pos x="T28" y="T29"/>
                      </a:cxn>
                      <a:cxn ang="T83">
                        <a:pos x="T30" y="T31"/>
                      </a:cxn>
                      <a:cxn ang="T84">
                        <a:pos x="T32" y="T33"/>
                      </a:cxn>
                      <a:cxn ang="T85">
                        <a:pos x="T34" y="T35"/>
                      </a:cxn>
                      <a:cxn ang="T86">
                        <a:pos x="T36" y="T37"/>
                      </a:cxn>
                      <a:cxn ang="T87">
                        <a:pos x="T38" y="T39"/>
                      </a:cxn>
                      <a:cxn ang="T88">
                        <a:pos x="T40" y="T41"/>
                      </a:cxn>
                      <a:cxn ang="T89">
                        <a:pos x="T42" y="T43"/>
                      </a:cxn>
                      <a:cxn ang="T90">
                        <a:pos x="T44" y="T45"/>
                      </a:cxn>
                      <a:cxn ang="T91">
                        <a:pos x="T46" y="T47"/>
                      </a:cxn>
                      <a:cxn ang="T92">
                        <a:pos x="T48" y="T49"/>
                      </a:cxn>
                      <a:cxn ang="T93">
                        <a:pos x="T50" y="T51"/>
                      </a:cxn>
                      <a:cxn ang="T94">
                        <a:pos x="T52" y="T53"/>
                      </a:cxn>
                      <a:cxn ang="T95">
                        <a:pos x="T54" y="T55"/>
                      </a:cxn>
                      <a:cxn ang="T96">
                        <a:pos x="T56" y="T57"/>
                      </a:cxn>
                      <a:cxn ang="T97">
                        <a:pos x="T58" y="T59"/>
                      </a:cxn>
                      <a:cxn ang="T98">
                        <a:pos x="T60" y="T61"/>
                      </a:cxn>
                      <a:cxn ang="T99">
                        <a:pos x="T62" y="T63"/>
                      </a:cxn>
                      <a:cxn ang="T100">
                        <a:pos x="T64" y="T65"/>
                      </a:cxn>
                      <a:cxn ang="T101">
                        <a:pos x="T66" y="T67"/>
                      </a:cxn>
                    </a:cxnLst>
                    <a:rect l="T102" t="T103" r="T104" b="T105"/>
                    <a:pathLst>
                      <a:path w="216" h="54">
                        <a:moveTo>
                          <a:pt x="18" y="18"/>
                        </a:moveTo>
                        <a:lnTo>
                          <a:pt x="12" y="24"/>
                        </a:lnTo>
                        <a:lnTo>
                          <a:pt x="6" y="36"/>
                        </a:lnTo>
                        <a:lnTo>
                          <a:pt x="6" y="42"/>
                        </a:lnTo>
                        <a:lnTo>
                          <a:pt x="0" y="48"/>
                        </a:lnTo>
                        <a:lnTo>
                          <a:pt x="0" y="54"/>
                        </a:lnTo>
                        <a:lnTo>
                          <a:pt x="72" y="54"/>
                        </a:lnTo>
                        <a:lnTo>
                          <a:pt x="72" y="42"/>
                        </a:lnTo>
                        <a:lnTo>
                          <a:pt x="84" y="42"/>
                        </a:lnTo>
                        <a:lnTo>
                          <a:pt x="90" y="36"/>
                        </a:lnTo>
                        <a:lnTo>
                          <a:pt x="114" y="36"/>
                        </a:lnTo>
                        <a:lnTo>
                          <a:pt x="120" y="24"/>
                        </a:lnTo>
                        <a:lnTo>
                          <a:pt x="126" y="18"/>
                        </a:lnTo>
                        <a:lnTo>
                          <a:pt x="132" y="24"/>
                        </a:lnTo>
                        <a:lnTo>
                          <a:pt x="144" y="30"/>
                        </a:lnTo>
                        <a:lnTo>
                          <a:pt x="150" y="42"/>
                        </a:lnTo>
                        <a:lnTo>
                          <a:pt x="168" y="48"/>
                        </a:lnTo>
                        <a:lnTo>
                          <a:pt x="192" y="48"/>
                        </a:lnTo>
                        <a:lnTo>
                          <a:pt x="198" y="42"/>
                        </a:lnTo>
                        <a:lnTo>
                          <a:pt x="210" y="36"/>
                        </a:lnTo>
                        <a:lnTo>
                          <a:pt x="216" y="30"/>
                        </a:lnTo>
                        <a:lnTo>
                          <a:pt x="216" y="24"/>
                        </a:lnTo>
                        <a:lnTo>
                          <a:pt x="210" y="18"/>
                        </a:lnTo>
                        <a:lnTo>
                          <a:pt x="186" y="18"/>
                        </a:lnTo>
                        <a:lnTo>
                          <a:pt x="180" y="24"/>
                        </a:lnTo>
                        <a:lnTo>
                          <a:pt x="168" y="24"/>
                        </a:lnTo>
                        <a:lnTo>
                          <a:pt x="162" y="12"/>
                        </a:lnTo>
                        <a:lnTo>
                          <a:pt x="156" y="6"/>
                        </a:lnTo>
                        <a:lnTo>
                          <a:pt x="144" y="12"/>
                        </a:lnTo>
                        <a:lnTo>
                          <a:pt x="144" y="0"/>
                        </a:lnTo>
                        <a:lnTo>
                          <a:pt x="90" y="0"/>
                        </a:lnTo>
                        <a:lnTo>
                          <a:pt x="90" y="12"/>
                        </a:lnTo>
                        <a:lnTo>
                          <a:pt x="18" y="12"/>
                        </a:lnTo>
                        <a:lnTo>
                          <a:pt x="18" y="18"/>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91" name="Gabon" descr="© INSCALE GmbH, 05.05.2010&#10;http://www.presentationload.com/">
                    <a:extLst>
                      <a:ext uri="{FF2B5EF4-FFF2-40B4-BE49-F238E27FC236}">
                        <a16:creationId xmlns:a16="http://schemas.microsoft.com/office/drawing/2014/main" id="{EB2A3AD9-7676-3314-17C2-B18A4EC7A8BB}"/>
                      </a:ext>
                    </a:extLst>
                  </p:cNvPr>
                  <p:cNvSpPr>
                    <a:spLocks/>
                  </p:cNvSpPr>
                  <p:nvPr/>
                </p:nvSpPr>
                <p:spPr bwMode="gray">
                  <a:xfrm>
                    <a:off x="2811" y="2519"/>
                    <a:ext cx="106" cy="130"/>
                  </a:xfrm>
                  <a:custGeom>
                    <a:avLst/>
                    <a:gdLst>
                      <a:gd name="T0" fmla="*/ 2147483647 w 420"/>
                      <a:gd name="T1" fmla="*/ 2147483647 h 510"/>
                      <a:gd name="T2" fmla="*/ 2147483647 w 420"/>
                      <a:gd name="T3" fmla="*/ 2147483647 h 510"/>
                      <a:gd name="T4" fmla="*/ 2147483647 w 420"/>
                      <a:gd name="T5" fmla="*/ 2147483647 h 510"/>
                      <a:gd name="T6" fmla="*/ 2147483647 w 420"/>
                      <a:gd name="T7" fmla="*/ 2147483647 h 510"/>
                      <a:gd name="T8" fmla="*/ 2147483647 w 420"/>
                      <a:gd name="T9" fmla="*/ 2147483647 h 510"/>
                      <a:gd name="T10" fmla="*/ 2147483647 w 420"/>
                      <a:gd name="T11" fmla="*/ 2147483647 h 510"/>
                      <a:gd name="T12" fmla="*/ 2147483647 w 420"/>
                      <a:gd name="T13" fmla="*/ 2147483647 h 510"/>
                      <a:gd name="T14" fmla="*/ 2147483647 w 420"/>
                      <a:gd name="T15" fmla="*/ 2147483647 h 510"/>
                      <a:gd name="T16" fmla="*/ 2147483647 w 420"/>
                      <a:gd name="T17" fmla="*/ 2147483647 h 510"/>
                      <a:gd name="T18" fmla="*/ 2147483647 w 420"/>
                      <a:gd name="T19" fmla="*/ 2147483647 h 510"/>
                      <a:gd name="T20" fmla="*/ 2147483647 w 420"/>
                      <a:gd name="T21" fmla="*/ 2147483647 h 510"/>
                      <a:gd name="T22" fmla="*/ 2147483647 w 420"/>
                      <a:gd name="T23" fmla="*/ 2147483647 h 510"/>
                      <a:gd name="T24" fmla="*/ 2147483647 w 420"/>
                      <a:gd name="T25" fmla="*/ 2147483647 h 510"/>
                      <a:gd name="T26" fmla="*/ 2147483647 w 420"/>
                      <a:gd name="T27" fmla="*/ 2147483647 h 510"/>
                      <a:gd name="T28" fmla="*/ 2147483647 w 420"/>
                      <a:gd name="T29" fmla="*/ 2147483647 h 510"/>
                      <a:gd name="T30" fmla="*/ 2147483647 w 420"/>
                      <a:gd name="T31" fmla="*/ 2147483647 h 510"/>
                      <a:gd name="T32" fmla="*/ 2147483647 w 420"/>
                      <a:gd name="T33" fmla="*/ 2147483647 h 510"/>
                      <a:gd name="T34" fmla="*/ 2147483647 w 420"/>
                      <a:gd name="T35" fmla="*/ 2147483647 h 510"/>
                      <a:gd name="T36" fmla="*/ 2147483647 w 420"/>
                      <a:gd name="T37" fmla="*/ 2147483647 h 510"/>
                      <a:gd name="T38" fmla="*/ 2147483647 w 420"/>
                      <a:gd name="T39" fmla="*/ 2147483647 h 510"/>
                      <a:gd name="T40" fmla="*/ 2147483647 w 420"/>
                      <a:gd name="T41" fmla="*/ 2147483647 h 510"/>
                      <a:gd name="T42" fmla="*/ 2147483647 w 420"/>
                      <a:gd name="T43" fmla="*/ 2147483647 h 510"/>
                      <a:gd name="T44" fmla="*/ 2147483647 w 420"/>
                      <a:gd name="T45" fmla="*/ 2147483647 h 510"/>
                      <a:gd name="T46" fmla="*/ 2147483647 w 420"/>
                      <a:gd name="T47" fmla="*/ 2147483647 h 510"/>
                      <a:gd name="T48" fmla="*/ 2147483647 w 420"/>
                      <a:gd name="T49" fmla="*/ 2147483647 h 510"/>
                      <a:gd name="T50" fmla="*/ 2147483647 w 420"/>
                      <a:gd name="T51" fmla="*/ 2147483647 h 510"/>
                      <a:gd name="T52" fmla="*/ 2147483647 w 420"/>
                      <a:gd name="T53" fmla="*/ 2147483647 h 510"/>
                      <a:gd name="T54" fmla="*/ 2147483647 w 420"/>
                      <a:gd name="T55" fmla="*/ 2147483647 h 510"/>
                      <a:gd name="T56" fmla="*/ 2147483647 w 420"/>
                      <a:gd name="T57" fmla="*/ 2147483647 h 510"/>
                      <a:gd name="T58" fmla="*/ 2147483647 w 420"/>
                      <a:gd name="T59" fmla="*/ 2147483647 h 510"/>
                      <a:gd name="T60" fmla="*/ 2147483647 w 420"/>
                      <a:gd name="T61" fmla="*/ 2147483647 h 510"/>
                      <a:gd name="T62" fmla="*/ 2147483647 w 420"/>
                      <a:gd name="T63" fmla="*/ 2147483647 h 510"/>
                      <a:gd name="T64" fmla="*/ 2147483647 w 420"/>
                      <a:gd name="T65" fmla="*/ 2147483647 h 510"/>
                      <a:gd name="T66" fmla="*/ 2147483647 w 420"/>
                      <a:gd name="T67" fmla="*/ 2147483647 h 510"/>
                      <a:gd name="T68" fmla="*/ 2147483647 w 420"/>
                      <a:gd name="T69" fmla="*/ 2147483647 h 510"/>
                      <a:gd name="T70" fmla="*/ 2147483647 w 420"/>
                      <a:gd name="T71" fmla="*/ 2147483647 h 510"/>
                      <a:gd name="T72" fmla="*/ 2147483647 w 420"/>
                      <a:gd name="T73" fmla="*/ 2147483647 h 510"/>
                      <a:gd name="T74" fmla="*/ 2147483647 w 420"/>
                      <a:gd name="T75" fmla="*/ 2147483647 h 510"/>
                      <a:gd name="T76" fmla="*/ 2147483647 w 420"/>
                      <a:gd name="T77" fmla="*/ 2147483647 h 510"/>
                      <a:gd name="T78" fmla="*/ 2147483647 w 420"/>
                      <a:gd name="T79" fmla="*/ 2147483647 h 510"/>
                      <a:gd name="T80" fmla="*/ 2147483647 w 420"/>
                      <a:gd name="T81" fmla="*/ 2147483647 h 510"/>
                      <a:gd name="T82" fmla="*/ 2147483647 w 420"/>
                      <a:gd name="T83" fmla="*/ 2147483647 h 510"/>
                      <a:gd name="T84" fmla="*/ 2147483647 w 420"/>
                      <a:gd name="T85" fmla="*/ 2147483647 h 510"/>
                      <a:gd name="T86" fmla="*/ 2147483647 w 420"/>
                      <a:gd name="T87" fmla="*/ 2147483647 h 510"/>
                      <a:gd name="T88" fmla="*/ 2147483647 w 420"/>
                      <a:gd name="T89" fmla="*/ 2147483647 h 510"/>
                      <a:gd name="T90" fmla="*/ 2147483647 w 420"/>
                      <a:gd name="T91" fmla="*/ 2147483647 h 510"/>
                      <a:gd name="T92" fmla="*/ 2147483647 w 420"/>
                      <a:gd name="T93" fmla="*/ 2147483647 h 510"/>
                      <a:gd name="T94" fmla="*/ 2147483647 w 420"/>
                      <a:gd name="T95" fmla="*/ 2147483647 h 510"/>
                      <a:gd name="T96" fmla="*/ 2147483647 w 420"/>
                      <a:gd name="T97" fmla="*/ 2147483647 h 510"/>
                      <a:gd name="T98" fmla="*/ 2147483647 w 420"/>
                      <a:gd name="T99" fmla="*/ 2147483647 h 510"/>
                      <a:gd name="T100" fmla="*/ 2147483647 w 420"/>
                      <a:gd name="T101" fmla="*/ 2147483647 h 510"/>
                      <a:gd name="T102" fmla="*/ 2147483647 w 420"/>
                      <a:gd name="T103" fmla="*/ 2147483647 h 510"/>
                      <a:gd name="T104" fmla="*/ 2147483647 w 420"/>
                      <a:gd name="T105" fmla="*/ 2147483647 h 510"/>
                      <a:gd name="T106" fmla="*/ 2147483647 w 420"/>
                      <a:gd name="T107" fmla="*/ 2147483647 h 510"/>
                      <a:gd name="T108" fmla="*/ 2147483647 w 420"/>
                      <a:gd name="T109" fmla="*/ 2147483647 h 510"/>
                      <a:gd name="T110" fmla="*/ 2147483647 w 420"/>
                      <a:gd name="T111" fmla="*/ 2147483647 h 510"/>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420"/>
                      <a:gd name="T169" fmla="*/ 0 h 510"/>
                      <a:gd name="T170" fmla="*/ 420 w 420"/>
                      <a:gd name="T171" fmla="*/ 510 h 510"/>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420" h="510">
                        <a:moveTo>
                          <a:pt x="420" y="240"/>
                        </a:moveTo>
                        <a:lnTo>
                          <a:pt x="414" y="234"/>
                        </a:lnTo>
                        <a:lnTo>
                          <a:pt x="396" y="234"/>
                        </a:lnTo>
                        <a:lnTo>
                          <a:pt x="390" y="216"/>
                        </a:lnTo>
                        <a:lnTo>
                          <a:pt x="372" y="210"/>
                        </a:lnTo>
                        <a:lnTo>
                          <a:pt x="372" y="174"/>
                        </a:lnTo>
                        <a:lnTo>
                          <a:pt x="384" y="150"/>
                        </a:lnTo>
                        <a:lnTo>
                          <a:pt x="396" y="150"/>
                        </a:lnTo>
                        <a:lnTo>
                          <a:pt x="402" y="144"/>
                        </a:lnTo>
                        <a:lnTo>
                          <a:pt x="408" y="132"/>
                        </a:lnTo>
                        <a:lnTo>
                          <a:pt x="414" y="126"/>
                        </a:lnTo>
                        <a:lnTo>
                          <a:pt x="414" y="114"/>
                        </a:lnTo>
                        <a:lnTo>
                          <a:pt x="402" y="108"/>
                        </a:lnTo>
                        <a:lnTo>
                          <a:pt x="402" y="90"/>
                        </a:lnTo>
                        <a:lnTo>
                          <a:pt x="396" y="84"/>
                        </a:lnTo>
                        <a:lnTo>
                          <a:pt x="396" y="78"/>
                        </a:lnTo>
                        <a:lnTo>
                          <a:pt x="384" y="78"/>
                        </a:lnTo>
                        <a:lnTo>
                          <a:pt x="378" y="72"/>
                        </a:lnTo>
                        <a:lnTo>
                          <a:pt x="360" y="72"/>
                        </a:lnTo>
                        <a:lnTo>
                          <a:pt x="360" y="90"/>
                        </a:lnTo>
                        <a:lnTo>
                          <a:pt x="354" y="96"/>
                        </a:lnTo>
                        <a:lnTo>
                          <a:pt x="330" y="96"/>
                        </a:lnTo>
                        <a:lnTo>
                          <a:pt x="324" y="90"/>
                        </a:lnTo>
                        <a:lnTo>
                          <a:pt x="318" y="54"/>
                        </a:lnTo>
                        <a:lnTo>
                          <a:pt x="336" y="24"/>
                        </a:lnTo>
                        <a:lnTo>
                          <a:pt x="336" y="6"/>
                        </a:lnTo>
                        <a:lnTo>
                          <a:pt x="288" y="12"/>
                        </a:lnTo>
                        <a:lnTo>
                          <a:pt x="282" y="12"/>
                        </a:lnTo>
                        <a:lnTo>
                          <a:pt x="270" y="6"/>
                        </a:lnTo>
                        <a:lnTo>
                          <a:pt x="264" y="6"/>
                        </a:lnTo>
                        <a:lnTo>
                          <a:pt x="252" y="18"/>
                        </a:lnTo>
                        <a:lnTo>
                          <a:pt x="222" y="18"/>
                        </a:lnTo>
                        <a:lnTo>
                          <a:pt x="210" y="0"/>
                        </a:lnTo>
                        <a:lnTo>
                          <a:pt x="192" y="18"/>
                        </a:lnTo>
                        <a:lnTo>
                          <a:pt x="186" y="54"/>
                        </a:lnTo>
                        <a:lnTo>
                          <a:pt x="192" y="60"/>
                        </a:lnTo>
                        <a:lnTo>
                          <a:pt x="192" y="90"/>
                        </a:lnTo>
                        <a:lnTo>
                          <a:pt x="186" y="108"/>
                        </a:lnTo>
                        <a:lnTo>
                          <a:pt x="186" y="114"/>
                        </a:lnTo>
                        <a:lnTo>
                          <a:pt x="84" y="114"/>
                        </a:lnTo>
                        <a:lnTo>
                          <a:pt x="84" y="108"/>
                        </a:lnTo>
                        <a:lnTo>
                          <a:pt x="72" y="108"/>
                        </a:lnTo>
                        <a:lnTo>
                          <a:pt x="60" y="120"/>
                        </a:lnTo>
                        <a:lnTo>
                          <a:pt x="60" y="126"/>
                        </a:lnTo>
                        <a:lnTo>
                          <a:pt x="66" y="132"/>
                        </a:lnTo>
                        <a:lnTo>
                          <a:pt x="66" y="144"/>
                        </a:lnTo>
                        <a:lnTo>
                          <a:pt x="72" y="150"/>
                        </a:lnTo>
                        <a:lnTo>
                          <a:pt x="72" y="162"/>
                        </a:lnTo>
                        <a:lnTo>
                          <a:pt x="48" y="162"/>
                        </a:lnTo>
                        <a:lnTo>
                          <a:pt x="48" y="210"/>
                        </a:lnTo>
                        <a:lnTo>
                          <a:pt x="42" y="228"/>
                        </a:lnTo>
                        <a:lnTo>
                          <a:pt x="36" y="240"/>
                        </a:lnTo>
                        <a:lnTo>
                          <a:pt x="30" y="246"/>
                        </a:lnTo>
                        <a:lnTo>
                          <a:pt x="18" y="252"/>
                        </a:lnTo>
                        <a:lnTo>
                          <a:pt x="0" y="252"/>
                        </a:lnTo>
                        <a:lnTo>
                          <a:pt x="30" y="306"/>
                        </a:lnTo>
                        <a:lnTo>
                          <a:pt x="42" y="294"/>
                        </a:lnTo>
                        <a:lnTo>
                          <a:pt x="54" y="312"/>
                        </a:lnTo>
                        <a:lnTo>
                          <a:pt x="48" y="318"/>
                        </a:lnTo>
                        <a:lnTo>
                          <a:pt x="48" y="330"/>
                        </a:lnTo>
                        <a:lnTo>
                          <a:pt x="42" y="336"/>
                        </a:lnTo>
                        <a:lnTo>
                          <a:pt x="42" y="342"/>
                        </a:lnTo>
                        <a:lnTo>
                          <a:pt x="48" y="348"/>
                        </a:lnTo>
                        <a:lnTo>
                          <a:pt x="66" y="348"/>
                        </a:lnTo>
                        <a:lnTo>
                          <a:pt x="72" y="390"/>
                        </a:lnTo>
                        <a:lnTo>
                          <a:pt x="102" y="396"/>
                        </a:lnTo>
                        <a:lnTo>
                          <a:pt x="96" y="408"/>
                        </a:lnTo>
                        <a:lnTo>
                          <a:pt x="144" y="462"/>
                        </a:lnTo>
                        <a:lnTo>
                          <a:pt x="138" y="468"/>
                        </a:lnTo>
                        <a:lnTo>
                          <a:pt x="174" y="510"/>
                        </a:lnTo>
                        <a:lnTo>
                          <a:pt x="180" y="492"/>
                        </a:lnTo>
                        <a:lnTo>
                          <a:pt x="204" y="480"/>
                        </a:lnTo>
                        <a:lnTo>
                          <a:pt x="222" y="498"/>
                        </a:lnTo>
                        <a:lnTo>
                          <a:pt x="228" y="492"/>
                        </a:lnTo>
                        <a:lnTo>
                          <a:pt x="228" y="456"/>
                        </a:lnTo>
                        <a:lnTo>
                          <a:pt x="210" y="444"/>
                        </a:lnTo>
                        <a:lnTo>
                          <a:pt x="228" y="432"/>
                        </a:lnTo>
                        <a:lnTo>
                          <a:pt x="198" y="414"/>
                        </a:lnTo>
                        <a:lnTo>
                          <a:pt x="210" y="414"/>
                        </a:lnTo>
                        <a:lnTo>
                          <a:pt x="210" y="402"/>
                        </a:lnTo>
                        <a:lnTo>
                          <a:pt x="204" y="396"/>
                        </a:lnTo>
                        <a:lnTo>
                          <a:pt x="204" y="378"/>
                        </a:lnTo>
                        <a:lnTo>
                          <a:pt x="210" y="378"/>
                        </a:lnTo>
                        <a:lnTo>
                          <a:pt x="216" y="384"/>
                        </a:lnTo>
                        <a:lnTo>
                          <a:pt x="228" y="384"/>
                        </a:lnTo>
                        <a:lnTo>
                          <a:pt x="240" y="390"/>
                        </a:lnTo>
                        <a:lnTo>
                          <a:pt x="258" y="390"/>
                        </a:lnTo>
                        <a:lnTo>
                          <a:pt x="264" y="384"/>
                        </a:lnTo>
                        <a:lnTo>
                          <a:pt x="270" y="372"/>
                        </a:lnTo>
                        <a:lnTo>
                          <a:pt x="282" y="366"/>
                        </a:lnTo>
                        <a:lnTo>
                          <a:pt x="264" y="348"/>
                        </a:lnTo>
                        <a:lnTo>
                          <a:pt x="264" y="342"/>
                        </a:lnTo>
                        <a:lnTo>
                          <a:pt x="294" y="342"/>
                        </a:lnTo>
                        <a:lnTo>
                          <a:pt x="312" y="384"/>
                        </a:lnTo>
                        <a:lnTo>
                          <a:pt x="342" y="384"/>
                        </a:lnTo>
                        <a:lnTo>
                          <a:pt x="348" y="378"/>
                        </a:lnTo>
                        <a:lnTo>
                          <a:pt x="354" y="366"/>
                        </a:lnTo>
                        <a:lnTo>
                          <a:pt x="360" y="360"/>
                        </a:lnTo>
                        <a:lnTo>
                          <a:pt x="366" y="360"/>
                        </a:lnTo>
                        <a:lnTo>
                          <a:pt x="366" y="390"/>
                        </a:lnTo>
                        <a:lnTo>
                          <a:pt x="372" y="396"/>
                        </a:lnTo>
                        <a:lnTo>
                          <a:pt x="384" y="396"/>
                        </a:lnTo>
                        <a:lnTo>
                          <a:pt x="390" y="390"/>
                        </a:lnTo>
                        <a:lnTo>
                          <a:pt x="396" y="378"/>
                        </a:lnTo>
                        <a:lnTo>
                          <a:pt x="396" y="354"/>
                        </a:lnTo>
                        <a:lnTo>
                          <a:pt x="408" y="348"/>
                        </a:lnTo>
                        <a:lnTo>
                          <a:pt x="414" y="342"/>
                        </a:lnTo>
                        <a:lnTo>
                          <a:pt x="408" y="318"/>
                        </a:lnTo>
                        <a:lnTo>
                          <a:pt x="414" y="306"/>
                        </a:lnTo>
                        <a:lnTo>
                          <a:pt x="414" y="258"/>
                        </a:lnTo>
                        <a:lnTo>
                          <a:pt x="420" y="252"/>
                        </a:lnTo>
                        <a:lnTo>
                          <a:pt x="420" y="24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92" name="Ethiopia" descr="© INSCALE GmbH, 05.05.2010&#10;http://www.presentationload.com/">
                    <a:extLst>
                      <a:ext uri="{FF2B5EF4-FFF2-40B4-BE49-F238E27FC236}">
                        <a16:creationId xmlns:a16="http://schemas.microsoft.com/office/drawing/2014/main" id="{CABC5B38-ED6B-7394-B6E4-9520A79169A8}"/>
                      </a:ext>
                    </a:extLst>
                  </p:cNvPr>
                  <p:cNvSpPr>
                    <a:spLocks/>
                  </p:cNvSpPr>
                  <p:nvPr/>
                </p:nvSpPr>
                <p:spPr bwMode="gray">
                  <a:xfrm>
                    <a:off x="3250" y="2264"/>
                    <a:ext cx="268" cy="234"/>
                  </a:xfrm>
                  <a:custGeom>
                    <a:avLst/>
                    <a:gdLst>
                      <a:gd name="T0" fmla="*/ 2147483647 w 1056"/>
                      <a:gd name="T1" fmla="*/ 2147483647 h 924"/>
                      <a:gd name="T2" fmla="*/ 2147483647 w 1056"/>
                      <a:gd name="T3" fmla="*/ 2147483647 h 924"/>
                      <a:gd name="T4" fmla="*/ 2147483647 w 1056"/>
                      <a:gd name="T5" fmla="*/ 2147483647 h 924"/>
                      <a:gd name="T6" fmla="*/ 2147483647 w 1056"/>
                      <a:gd name="T7" fmla="*/ 2147483647 h 924"/>
                      <a:gd name="T8" fmla="*/ 2147483647 w 1056"/>
                      <a:gd name="T9" fmla="*/ 2147483647 h 924"/>
                      <a:gd name="T10" fmla="*/ 2147483647 w 1056"/>
                      <a:gd name="T11" fmla="*/ 2147483647 h 924"/>
                      <a:gd name="T12" fmla="*/ 2147483647 w 1056"/>
                      <a:gd name="T13" fmla="*/ 2147483647 h 924"/>
                      <a:gd name="T14" fmla="*/ 2147483647 w 1056"/>
                      <a:gd name="T15" fmla="*/ 2147483647 h 924"/>
                      <a:gd name="T16" fmla="*/ 2147483647 w 1056"/>
                      <a:gd name="T17" fmla="*/ 2147483647 h 924"/>
                      <a:gd name="T18" fmla="*/ 2147483647 w 1056"/>
                      <a:gd name="T19" fmla="*/ 2147483647 h 924"/>
                      <a:gd name="T20" fmla="*/ 2147483647 w 1056"/>
                      <a:gd name="T21" fmla="*/ 2147483647 h 924"/>
                      <a:gd name="T22" fmla="*/ 2147483647 w 1056"/>
                      <a:gd name="T23" fmla="*/ 2147483647 h 924"/>
                      <a:gd name="T24" fmla="*/ 2147483647 w 1056"/>
                      <a:gd name="T25" fmla="*/ 2147483647 h 924"/>
                      <a:gd name="T26" fmla="*/ 2147483647 w 1056"/>
                      <a:gd name="T27" fmla="*/ 2147483647 h 924"/>
                      <a:gd name="T28" fmla="*/ 2147483647 w 1056"/>
                      <a:gd name="T29" fmla="*/ 2147483647 h 924"/>
                      <a:gd name="T30" fmla="*/ 2147483647 w 1056"/>
                      <a:gd name="T31" fmla="*/ 2147483647 h 924"/>
                      <a:gd name="T32" fmla="*/ 2147483647 w 1056"/>
                      <a:gd name="T33" fmla="*/ 2147483647 h 924"/>
                      <a:gd name="T34" fmla="*/ 2147483647 w 1056"/>
                      <a:gd name="T35" fmla="*/ 2147483647 h 924"/>
                      <a:gd name="T36" fmla="*/ 2147483647 w 1056"/>
                      <a:gd name="T37" fmla="*/ 2147483647 h 924"/>
                      <a:gd name="T38" fmla="*/ 2147483647 w 1056"/>
                      <a:gd name="T39" fmla="*/ 2147483647 h 924"/>
                      <a:gd name="T40" fmla="*/ 2147483647 w 1056"/>
                      <a:gd name="T41" fmla="*/ 2147483647 h 924"/>
                      <a:gd name="T42" fmla="*/ 2147483647 w 1056"/>
                      <a:gd name="T43" fmla="*/ 2147483647 h 924"/>
                      <a:gd name="T44" fmla="*/ 2147483647 w 1056"/>
                      <a:gd name="T45" fmla="*/ 2147483647 h 924"/>
                      <a:gd name="T46" fmla="*/ 2147483647 w 1056"/>
                      <a:gd name="T47" fmla="*/ 2147483647 h 924"/>
                      <a:gd name="T48" fmla="*/ 2147483647 w 1056"/>
                      <a:gd name="T49" fmla="*/ 2147483647 h 924"/>
                      <a:gd name="T50" fmla="*/ 2147483647 w 1056"/>
                      <a:gd name="T51" fmla="*/ 2147483647 h 924"/>
                      <a:gd name="T52" fmla="*/ 2147483647 w 1056"/>
                      <a:gd name="T53" fmla="*/ 2147483647 h 924"/>
                      <a:gd name="T54" fmla="*/ 2147483647 w 1056"/>
                      <a:gd name="T55" fmla="*/ 2147483647 h 924"/>
                      <a:gd name="T56" fmla="*/ 2147483647 w 1056"/>
                      <a:gd name="T57" fmla="*/ 2147483647 h 924"/>
                      <a:gd name="T58" fmla="*/ 2147483647 w 1056"/>
                      <a:gd name="T59" fmla="*/ 2147483647 h 924"/>
                      <a:gd name="T60" fmla="*/ 2147483647 w 1056"/>
                      <a:gd name="T61" fmla="*/ 2147483647 h 924"/>
                      <a:gd name="T62" fmla="*/ 2147483647 w 1056"/>
                      <a:gd name="T63" fmla="*/ 2147483647 h 924"/>
                      <a:gd name="T64" fmla="*/ 2147483647 w 1056"/>
                      <a:gd name="T65" fmla="*/ 2147483647 h 924"/>
                      <a:gd name="T66" fmla="*/ 2147483647 w 1056"/>
                      <a:gd name="T67" fmla="*/ 2147483647 h 924"/>
                      <a:gd name="T68" fmla="*/ 2147483647 w 1056"/>
                      <a:gd name="T69" fmla="*/ 2147483647 h 924"/>
                      <a:gd name="T70" fmla="*/ 2147483647 w 1056"/>
                      <a:gd name="T71" fmla="*/ 2147483647 h 924"/>
                      <a:gd name="T72" fmla="*/ 2147483647 w 1056"/>
                      <a:gd name="T73" fmla="*/ 0 h 924"/>
                      <a:gd name="T74" fmla="*/ 2147483647 w 1056"/>
                      <a:gd name="T75" fmla="*/ 2147483647 h 924"/>
                      <a:gd name="T76" fmla="*/ 2147483647 w 1056"/>
                      <a:gd name="T77" fmla="*/ 2147483647 h 924"/>
                      <a:gd name="T78" fmla="*/ 2147483647 w 1056"/>
                      <a:gd name="T79" fmla="*/ 2147483647 h 924"/>
                      <a:gd name="T80" fmla="*/ 2147483647 w 1056"/>
                      <a:gd name="T81" fmla="*/ 2147483647 h 924"/>
                      <a:gd name="T82" fmla="*/ 2147483647 w 1056"/>
                      <a:gd name="T83" fmla="*/ 2147483647 h 924"/>
                      <a:gd name="T84" fmla="*/ 2147483647 w 1056"/>
                      <a:gd name="T85" fmla="*/ 2147483647 h 924"/>
                      <a:gd name="T86" fmla="*/ 2147483647 w 1056"/>
                      <a:gd name="T87" fmla="*/ 2147483647 h 924"/>
                      <a:gd name="T88" fmla="*/ 2147483647 w 1056"/>
                      <a:gd name="T89" fmla="*/ 2147483647 h 924"/>
                      <a:gd name="T90" fmla="*/ 2147483647 w 1056"/>
                      <a:gd name="T91" fmla="*/ 2147483647 h 924"/>
                      <a:gd name="T92" fmla="*/ 2147483647 w 1056"/>
                      <a:gd name="T93" fmla="*/ 2147483647 h 924"/>
                      <a:gd name="T94" fmla="*/ 2147483647 w 1056"/>
                      <a:gd name="T95" fmla="*/ 2147483647 h 924"/>
                      <a:gd name="T96" fmla="*/ 2147483647 w 1056"/>
                      <a:gd name="T97" fmla="*/ 2147483647 h 924"/>
                      <a:gd name="T98" fmla="*/ 2147483647 w 1056"/>
                      <a:gd name="T99" fmla="*/ 2147483647 h 924"/>
                      <a:gd name="T100" fmla="*/ 2147483647 w 1056"/>
                      <a:gd name="T101" fmla="*/ 2147483647 h 924"/>
                      <a:gd name="T102" fmla="*/ 2147483647 w 1056"/>
                      <a:gd name="T103" fmla="*/ 2147483647 h 924"/>
                      <a:gd name="T104" fmla="*/ 2147483647 w 1056"/>
                      <a:gd name="T105" fmla="*/ 2147483647 h 924"/>
                      <a:gd name="T106" fmla="*/ 2147483647 w 1056"/>
                      <a:gd name="T107" fmla="*/ 2147483647 h 924"/>
                      <a:gd name="T108" fmla="*/ 2147483647 w 1056"/>
                      <a:gd name="T109" fmla="*/ 2147483647 h 924"/>
                      <a:gd name="T110" fmla="*/ 2147483647 w 1056"/>
                      <a:gd name="T111" fmla="*/ 2147483647 h 924"/>
                      <a:gd name="T112" fmla="*/ 2147483647 w 1056"/>
                      <a:gd name="T113" fmla="*/ 2147483647 h 924"/>
                      <a:gd name="T114" fmla="*/ 2147483647 w 1056"/>
                      <a:gd name="T115" fmla="*/ 2147483647 h 924"/>
                      <a:gd name="T116" fmla="*/ 2147483647 w 1056"/>
                      <a:gd name="T117" fmla="*/ 2147483647 h 924"/>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056"/>
                      <a:gd name="T178" fmla="*/ 0 h 924"/>
                      <a:gd name="T179" fmla="*/ 1056 w 1056"/>
                      <a:gd name="T180" fmla="*/ 924 h 924"/>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056" h="924">
                        <a:moveTo>
                          <a:pt x="84" y="642"/>
                        </a:moveTo>
                        <a:lnTo>
                          <a:pt x="108" y="642"/>
                        </a:lnTo>
                        <a:lnTo>
                          <a:pt x="114" y="666"/>
                        </a:lnTo>
                        <a:lnTo>
                          <a:pt x="126" y="666"/>
                        </a:lnTo>
                        <a:lnTo>
                          <a:pt x="126" y="702"/>
                        </a:lnTo>
                        <a:lnTo>
                          <a:pt x="138" y="708"/>
                        </a:lnTo>
                        <a:lnTo>
                          <a:pt x="138" y="726"/>
                        </a:lnTo>
                        <a:lnTo>
                          <a:pt x="156" y="762"/>
                        </a:lnTo>
                        <a:lnTo>
                          <a:pt x="168" y="768"/>
                        </a:lnTo>
                        <a:lnTo>
                          <a:pt x="186" y="768"/>
                        </a:lnTo>
                        <a:lnTo>
                          <a:pt x="192" y="774"/>
                        </a:lnTo>
                        <a:lnTo>
                          <a:pt x="198" y="786"/>
                        </a:lnTo>
                        <a:lnTo>
                          <a:pt x="198" y="804"/>
                        </a:lnTo>
                        <a:lnTo>
                          <a:pt x="210" y="840"/>
                        </a:lnTo>
                        <a:lnTo>
                          <a:pt x="282" y="846"/>
                        </a:lnTo>
                        <a:lnTo>
                          <a:pt x="360" y="906"/>
                        </a:lnTo>
                        <a:lnTo>
                          <a:pt x="390" y="906"/>
                        </a:lnTo>
                        <a:lnTo>
                          <a:pt x="402" y="912"/>
                        </a:lnTo>
                        <a:lnTo>
                          <a:pt x="432" y="912"/>
                        </a:lnTo>
                        <a:lnTo>
                          <a:pt x="444" y="918"/>
                        </a:lnTo>
                        <a:lnTo>
                          <a:pt x="450" y="918"/>
                        </a:lnTo>
                        <a:lnTo>
                          <a:pt x="462" y="924"/>
                        </a:lnTo>
                        <a:lnTo>
                          <a:pt x="486" y="906"/>
                        </a:lnTo>
                        <a:lnTo>
                          <a:pt x="486" y="894"/>
                        </a:lnTo>
                        <a:lnTo>
                          <a:pt x="498" y="882"/>
                        </a:lnTo>
                        <a:lnTo>
                          <a:pt x="510" y="882"/>
                        </a:lnTo>
                        <a:lnTo>
                          <a:pt x="522" y="876"/>
                        </a:lnTo>
                        <a:lnTo>
                          <a:pt x="528" y="870"/>
                        </a:lnTo>
                        <a:lnTo>
                          <a:pt x="534" y="870"/>
                        </a:lnTo>
                        <a:lnTo>
                          <a:pt x="552" y="852"/>
                        </a:lnTo>
                        <a:lnTo>
                          <a:pt x="576" y="882"/>
                        </a:lnTo>
                        <a:lnTo>
                          <a:pt x="606" y="882"/>
                        </a:lnTo>
                        <a:lnTo>
                          <a:pt x="612" y="876"/>
                        </a:lnTo>
                        <a:lnTo>
                          <a:pt x="636" y="882"/>
                        </a:lnTo>
                        <a:lnTo>
                          <a:pt x="636" y="876"/>
                        </a:lnTo>
                        <a:lnTo>
                          <a:pt x="648" y="864"/>
                        </a:lnTo>
                        <a:lnTo>
                          <a:pt x="660" y="864"/>
                        </a:lnTo>
                        <a:lnTo>
                          <a:pt x="672" y="858"/>
                        </a:lnTo>
                        <a:lnTo>
                          <a:pt x="696" y="858"/>
                        </a:lnTo>
                        <a:lnTo>
                          <a:pt x="714" y="840"/>
                        </a:lnTo>
                        <a:lnTo>
                          <a:pt x="714" y="828"/>
                        </a:lnTo>
                        <a:lnTo>
                          <a:pt x="726" y="822"/>
                        </a:lnTo>
                        <a:lnTo>
                          <a:pt x="732" y="816"/>
                        </a:lnTo>
                        <a:lnTo>
                          <a:pt x="744" y="810"/>
                        </a:lnTo>
                        <a:lnTo>
                          <a:pt x="756" y="810"/>
                        </a:lnTo>
                        <a:lnTo>
                          <a:pt x="762" y="804"/>
                        </a:lnTo>
                        <a:lnTo>
                          <a:pt x="846" y="804"/>
                        </a:lnTo>
                        <a:lnTo>
                          <a:pt x="1056" y="558"/>
                        </a:lnTo>
                        <a:lnTo>
                          <a:pt x="984" y="564"/>
                        </a:lnTo>
                        <a:lnTo>
                          <a:pt x="948" y="546"/>
                        </a:lnTo>
                        <a:lnTo>
                          <a:pt x="936" y="534"/>
                        </a:lnTo>
                        <a:lnTo>
                          <a:pt x="918" y="528"/>
                        </a:lnTo>
                        <a:lnTo>
                          <a:pt x="906" y="522"/>
                        </a:lnTo>
                        <a:lnTo>
                          <a:pt x="882" y="516"/>
                        </a:lnTo>
                        <a:lnTo>
                          <a:pt x="810" y="492"/>
                        </a:lnTo>
                        <a:lnTo>
                          <a:pt x="774" y="474"/>
                        </a:lnTo>
                        <a:lnTo>
                          <a:pt x="768" y="462"/>
                        </a:lnTo>
                        <a:lnTo>
                          <a:pt x="762" y="456"/>
                        </a:lnTo>
                        <a:lnTo>
                          <a:pt x="756" y="444"/>
                        </a:lnTo>
                        <a:lnTo>
                          <a:pt x="732" y="444"/>
                        </a:lnTo>
                        <a:lnTo>
                          <a:pt x="732" y="438"/>
                        </a:lnTo>
                        <a:lnTo>
                          <a:pt x="726" y="432"/>
                        </a:lnTo>
                        <a:lnTo>
                          <a:pt x="714" y="408"/>
                        </a:lnTo>
                        <a:lnTo>
                          <a:pt x="708" y="402"/>
                        </a:lnTo>
                        <a:lnTo>
                          <a:pt x="702" y="390"/>
                        </a:lnTo>
                        <a:lnTo>
                          <a:pt x="696" y="384"/>
                        </a:lnTo>
                        <a:lnTo>
                          <a:pt x="690" y="372"/>
                        </a:lnTo>
                        <a:lnTo>
                          <a:pt x="690" y="360"/>
                        </a:lnTo>
                        <a:lnTo>
                          <a:pt x="678" y="348"/>
                        </a:lnTo>
                        <a:lnTo>
                          <a:pt x="696" y="318"/>
                        </a:lnTo>
                        <a:lnTo>
                          <a:pt x="690" y="312"/>
                        </a:lnTo>
                        <a:lnTo>
                          <a:pt x="678" y="306"/>
                        </a:lnTo>
                        <a:lnTo>
                          <a:pt x="666" y="306"/>
                        </a:lnTo>
                        <a:lnTo>
                          <a:pt x="660" y="312"/>
                        </a:lnTo>
                        <a:lnTo>
                          <a:pt x="654" y="312"/>
                        </a:lnTo>
                        <a:lnTo>
                          <a:pt x="648" y="318"/>
                        </a:lnTo>
                        <a:lnTo>
                          <a:pt x="624" y="318"/>
                        </a:lnTo>
                        <a:lnTo>
                          <a:pt x="612" y="306"/>
                        </a:lnTo>
                        <a:lnTo>
                          <a:pt x="612" y="294"/>
                        </a:lnTo>
                        <a:lnTo>
                          <a:pt x="606" y="276"/>
                        </a:lnTo>
                        <a:lnTo>
                          <a:pt x="606" y="264"/>
                        </a:lnTo>
                        <a:lnTo>
                          <a:pt x="624" y="246"/>
                        </a:lnTo>
                        <a:lnTo>
                          <a:pt x="654" y="192"/>
                        </a:lnTo>
                        <a:lnTo>
                          <a:pt x="642" y="174"/>
                        </a:lnTo>
                        <a:lnTo>
                          <a:pt x="630" y="174"/>
                        </a:lnTo>
                        <a:lnTo>
                          <a:pt x="618" y="168"/>
                        </a:lnTo>
                        <a:lnTo>
                          <a:pt x="612" y="162"/>
                        </a:lnTo>
                        <a:lnTo>
                          <a:pt x="612" y="138"/>
                        </a:lnTo>
                        <a:lnTo>
                          <a:pt x="600" y="126"/>
                        </a:lnTo>
                        <a:lnTo>
                          <a:pt x="576" y="114"/>
                        </a:lnTo>
                        <a:lnTo>
                          <a:pt x="570" y="108"/>
                        </a:lnTo>
                        <a:lnTo>
                          <a:pt x="546" y="72"/>
                        </a:lnTo>
                        <a:lnTo>
                          <a:pt x="534" y="66"/>
                        </a:lnTo>
                        <a:lnTo>
                          <a:pt x="528" y="60"/>
                        </a:lnTo>
                        <a:lnTo>
                          <a:pt x="516" y="60"/>
                        </a:lnTo>
                        <a:lnTo>
                          <a:pt x="498" y="36"/>
                        </a:lnTo>
                        <a:lnTo>
                          <a:pt x="468" y="36"/>
                        </a:lnTo>
                        <a:lnTo>
                          <a:pt x="462" y="30"/>
                        </a:lnTo>
                        <a:lnTo>
                          <a:pt x="444" y="30"/>
                        </a:lnTo>
                        <a:lnTo>
                          <a:pt x="432" y="36"/>
                        </a:lnTo>
                        <a:lnTo>
                          <a:pt x="420" y="36"/>
                        </a:lnTo>
                        <a:lnTo>
                          <a:pt x="420" y="24"/>
                        </a:lnTo>
                        <a:lnTo>
                          <a:pt x="414" y="18"/>
                        </a:lnTo>
                        <a:lnTo>
                          <a:pt x="408" y="24"/>
                        </a:lnTo>
                        <a:lnTo>
                          <a:pt x="402" y="36"/>
                        </a:lnTo>
                        <a:lnTo>
                          <a:pt x="372" y="36"/>
                        </a:lnTo>
                        <a:lnTo>
                          <a:pt x="366" y="24"/>
                        </a:lnTo>
                        <a:lnTo>
                          <a:pt x="360" y="18"/>
                        </a:lnTo>
                        <a:lnTo>
                          <a:pt x="354" y="18"/>
                        </a:lnTo>
                        <a:lnTo>
                          <a:pt x="342" y="6"/>
                        </a:lnTo>
                        <a:lnTo>
                          <a:pt x="330" y="0"/>
                        </a:lnTo>
                        <a:lnTo>
                          <a:pt x="330" y="12"/>
                        </a:lnTo>
                        <a:lnTo>
                          <a:pt x="324" y="24"/>
                        </a:lnTo>
                        <a:lnTo>
                          <a:pt x="318" y="42"/>
                        </a:lnTo>
                        <a:lnTo>
                          <a:pt x="318" y="54"/>
                        </a:lnTo>
                        <a:lnTo>
                          <a:pt x="306" y="66"/>
                        </a:lnTo>
                        <a:lnTo>
                          <a:pt x="288" y="48"/>
                        </a:lnTo>
                        <a:lnTo>
                          <a:pt x="288" y="42"/>
                        </a:lnTo>
                        <a:lnTo>
                          <a:pt x="282" y="36"/>
                        </a:lnTo>
                        <a:lnTo>
                          <a:pt x="276" y="36"/>
                        </a:lnTo>
                        <a:lnTo>
                          <a:pt x="276" y="42"/>
                        </a:lnTo>
                        <a:lnTo>
                          <a:pt x="270" y="48"/>
                        </a:lnTo>
                        <a:lnTo>
                          <a:pt x="234" y="48"/>
                        </a:lnTo>
                        <a:lnTo>
                          <a:pt x="234" y="90"/>
                        </a:lnTo>
                        <a:lnTo>
                          <a:pt x="228" y="96"/>
                        </a:lnTo>
                        <a:lnTo>
                          <a:pt x="222" y="108"/>
                        </a:lnTo>
                        <a:lnTo>
                          <a:pt x="216" y="114"/>
                        </a:lnTo>
                        <a:lnTo>
                          <a:pt x="210" y="126"/>
                        </a:lnTo>
                        <a:lnTo>
                          <a:pt x="210" y="174"/>
                        </a:lnTo>
                        <a:lnTo>
                          <a:pt x="180" y="174"/>
                        </a:lnTo>
                        <a:lnTo>
                          <a:pt x="174" y="180"/>
                        </a:lnTo>
                        <a:lnTo>
                          <a:pt x="168" y="192"/>
                        </a:lnTo>
                        <a:lnTo>
                          <a:pt x="162" y="198"/>
                        </a:lnTo>
                        <a:lnTo>
                          <a:pt x="162" y="234"/>
                        </a:lnTo>
                        <a:lnTo>
                          <a:pt x="156" y="240"/>
                        </a:lnTo>
                        <a:lnTo>
                          <a:pt x="144" y="240"/>
                        </a:lnTo>
                        <a:lnTo>
                          <a:pt x="138" y="246"/>
                        </a:lnTo>
                        <a:lnTo>
                          <a:pt x="138" y="270"/>
                        </a:lnTo>
                        <a:lnTo>
                          <a:pt x="126" y="288"/>
                        </a:lnTo>
                        <a:lnTo>
                          <a:pt x="126" y="294"/>
                        </a:lnTo>
                        <a:lnTo>
                          <a:pt x="132" y="300"/>
                        </a:lnTo>
                        <a:lnTo>
                          <a:pt x="132" y="336"/>
                        </a:lnTo>
                        <a:lnTo>
                          <a:pt x="126" y="342"/>
                        </a:lnTo>
                        <a:lnTo>
                          <a:pt x="114" y="342"/>
                        </a:lnTo>
                        <a:lnTo>
                          <a:pt x="108" y="336"/>
                        </a:lnTo>
                        <a:lnTo>
                          <a:pt x="108" y="324"/>
                        </a:lnTo>
                        <a:lnTo>
                          <a:pt x="102" y="324"/>
                        </a:lnTo>
                        <a:lnTo>
                          <a:pt x="84" y="342"/>
                        </a:lnTo>
                        <a:lnTo>
                          <a:pt x="84" y="360"/>
                        </a:lnTo>
                        <a:lnTo>
                          <a:pt x="90" y="372"/>
                        </a:lnTo>
                        <a:lnTo>
                          <a:pt x="90" y="390"/>
                        </a:lnTo>
                        <a:lnTo>
                          <a:pt x="84" y="396"/>
                        </a:lnTo>
                        <a:lnTo>
                          <a:pt x="72" y="402"/>
                        </a:lnTo>
                        <a:lnTo>
                          <a:pt x="66" y="414"/>
                        </a:lnTo>
                        <a:lnTo>
                          <a:pt x="66" y="426"/>
                        </a:lnTo>
                        <a:lnTo>
                          <a:pt x="72" y="438"/>
                        </a:lnTo>
                        <a:lnTo>
                          <a:pt x="72" y="450"/>
                        </a:lnTo>
                        <a:lnTo>
                          <a:pt x="78" y="456"/>
                        </a:lnTo>
                        <a:lnTo>
                          <a:pt x="78" y="492"/>
                        </a:lnTo>
                        <a:lnTo>
                          <a:pt x="72" y="504"/>
                        </a:lnTo>
                        <a:lnTo>
                          <a:pt x="72" y="516"/>
                        </a:lnTo>
                        <a:lnTo>
                          <a:pt x="66" y="522"/>
                        </a:lnTo>
                        <a:lnTo>
                          <a:pt x="54" y="522"/>
                        </a:lnTo>
                        <a:lnTo>
                          <a:pt x="48" y="528"/>
                        </a:lnTo>
                        <a:lnTo>
                          <a:pt x="42" y="522"/>
                        </a:lnTo>
                        <a:lnTo>
                          <a:pt x="6" y="522"/>
                        </a:lnTo>
                        <a:lnTo>
                          <a:pt x="12" y="546"/>
                        </a:lnTo>
                        <a:lnTo>
                          <a:pt x="6" y="552"/>
                        </a:lnTo>
                        <a:lnTo>
                          <a:pt x="0" y="564"/>
                        </a:lnTo>
                        <a:lnTo>
                          <a:pt x="0" y="576"/>
                        </a:lnTo>
                        <a:lnTo>
                          <a:pt x="6" y="576"/>
                        </a:lnTo>
                        <a:lnTo>
                          <a:pt x="18" y="582"/>
                        </a:lnTo>
                        <a:lnTo>
                          <a:pt x="42" y="582"/>
                        </a:lnTo>
                        <a:lnTo>
                          <a:pt x="48" y="588"/>
                        </a:lnTo>
                        <a:lnTo>
                          <a:pt x="60" y="594"/>
                        </a:lnTo>
                        <a:lnTo>
                          <a:pt x="66" y="606"/>
                        </a:lnTo>
                        <a:lnTo>
                          <a:pt x="78" y="612"/>
                        </a:lnTo>
                        <a:lnTo>
                          <a:pt x="78" y="630"/>
                        </a:lnTo>
                        <a:lnTo>
                          <a:pt x="84" y="64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93" name="Eritrea" descr="© INSCALE GmbH, 05.05.2010&#10;http://www.presentationload.com/">
                    <a:extLst>
                      <a:ext uri="{FF2B5EF4-FFF2-40B4-BE49-F238E27FC236}">
                        <a16:creationId xmlns:a16="http://schemas.microsoft.com/office/drawing/2014/main" id="{EB205AE2-F6B1-A631-1F29-C07389C33D3B}"/>
                      </a:ext>
                    </a:extLst>
                  </p:cNvPr>
                  <p:cNvSpPr>
                    <a:spLocks/>
                  </p:cNvSpPr>
                  <p:nvPr/>
                </p:nvSpPr>
                <p:spPr bwMode="gray">
                  <a:xfrm>
                    <a:off x="3307" y="2200"/>
                    <a:ext cx="122" cy="116"/>
                  </a:xfrm>
                  <a:custGeom>
                    <a:avLst/>
                    <a:gdLst>
                      <a:gd name="T0" fmla="*/ 2147483647 w 480"/>
                      <a:gd name="T1" fmla="*/ 2147483647 h 456"/>
                      <a:gd name="T2" fmla="*/ 2147483647 w 480"/>
                      <a:gd name="T3" fmla="*/ 2147483647 h 456"/>
                      <a:gd name="T4" fmla="*/ 2147483647 w 480"/>
                      <a:gd name="T5" fmla="*/ 2147483647 h 456"/>
                      <a:gd name="T6" fmla="*/ 2147483647 w 480"/>
                      <a:gd name="T7" fmla="*/ 2147483647 h 456"/>
                      <a:gd name="T8" fmla="*/ 2147483647 w 480"/>
                      <a:gd name="T9" fmla="*/ 2147483647 h 456"/>
                      <a:gd name="T10" fmla="*/ 2147483647 w 480"/>
                      <a:gd name="T11" fmla="*/ 2147483647 h 456"/>
                      <a:gd name="T12" fmla="*/ 2147483647 w 480"/>
                      <a:gd name="T13" fmla="*/ 2147483647 h 456"/>
                      <a:gd name="T14" fmla="*/ 2147483647 w 480"/>
                      <a:gd name="T15" fmla="*/ 2147483647 h 456"/>
                      <a:gd name="T16" fmla="*/ 0 w 480"/>
                      <a:gd name="T17" fmla="*/ 2147483647 h 456"/>
                      <a:gd name="T18" fmla="*/ 2147483647 w 480"/>
                      <a:gd name="T19" fmla="*/ 2147483647 h 456"/>
                      <a:gd name="T20" fmla="*/ 2147483647 w 480"/>
                      <a:gd name="T21" fmla="*/ 2147483647 h 456"/>
                      <a:gd name="T22" fmla="*/ 2147483647 w 480"/>
                      <a:gd name="T23" fmla="*/ 2147483647 h 456"/>
                      <a:gd name="T24" fmla="*/ 2147483647 w 480"/>
                      <a:gd name="T25" fmla="*/ 2147483647 h 456"/>
                      <a:gd name="T26" fmla="*/ 2147483647 w 480"/>
                      <a:gd name="T27" fmla="*/ 2147483647 h 456"/>
                      <a:gd name="T28" fmla="*/ 2147483647 w 480"/>
                      <a:gd name="T29" fmla="*/ 2147483647 h 456"/>
                      <a:gd name="T30" fmla="*/ 2147483647 w 480"/>
                      <a:gd name="T31" fmla="*/ 2147483647 h 456"/>
                      <a:gd name="T32" fmla="*/ 2147483647 w 480"/>
                      <a:gd name="T33" fmla="*/ 2147483647 h 456"/>
                      <a:gd name="T34" fmla="*/ 2147483647 w 480"/>
                      <a:gd name="T35" fmla="*/ 2147483647 h 456"/>
                      <a:gd name="T36" fmla="*/ 2147483647 w 480"/>
                      <a:gd name="T37" fmla="*/ 2147483647 h 456"/>
                      <a:gd name="T38" fmla="*/ 2147483647 w 480"/>
                      <a:gd name="T39" fmla="*/ 2147483647 h 456"/>
                      <a:gd name="T40" fmla="*/ 2147483647 w 480"/>
                      <a:gd name="T41" fmla="*/ 2147483647 h 456"/>
                      <a:gd name="T42" fmla="*/ 2147483647 w 480"/>
                      <a:gd name="T43" fmla="*/ 2147483647 h 456"/>
                      <a:gd name="T44" fmla="*/ 2147483647 w 480"/>
                      <a:gd name="T45" fmla="*/ 2147483647 h 456"/>
                      <a:gd name="T46" fmla="*/ 2147483647 w 480"/>
                      <a:gd name="T47" fmla="*/ 2147483647 h 456"/>
                      <a:gd name="T48" fmla="*/ 2147483647 w 480"/>
                      <a:gd name="T49" fmla="*/ 2147483647 h 456"/>
                      <a:gd name="T50" fmla="*/ 2147483647 w 480"/>
                      <a:gd name="T51" fmla="*/ 2147483647 h 456"/>
                      <a:gd name="T52" fmla="*/ 2147483647 w 480"/>
                      <a:gd name="T53" fmla="*/ 2147483647 h 456"/>
                      <a:gd name="T54" fmla="*/ 2147483647 w 480"/>
                      <a:gd name="T55" fmla="*/ 2147483647 h 456"/>
                      <a:gd name="T56" fmla="*/ 2147483647 w 480"/>
                      <a:gd name="T57" fmla="*/ 2147483647 h 456"/>
                      <a:gd name="T58" fmla="*/ 2147483647 w 480"/>
                      <a:gd name="T59" fmla="*/ 2147483647 h 456"/>
                      <a:gd name="T60" fmla="*/ 2147483647 w 480"/>
                      <a:gd name="T61" fmla="*/ 2147483647 h 456"/>
                      <a:gd name="T62" fmla="*/ 2147483647 w 480"/>
                      <a:gd name="T63" fmla="*/ 2147483647 h 456"/>
                      <a:gd name="T64" fmla="*/ 2147483647 w 480"/>
                      <a:gd name="T65" fmla="*/ 2147483647 h 456"/>
                      <a:gd name="T66" fmla="*/ 2147483647 w 480"/>
                      <a:gd name="T67" fmla="*/ 2147483647 h 456"/>
                      <a:gd name="T68" fmla="*/ 2147483647 w 480"/>
                      <a:gd name="T69" fmla="*/ 2147483647 h 456"/>
                      <a:gd name="T70" fmla="*/ 2147483647 w 480"/>
                      <a:gd name="T71" fmla="*/ 2147483647 h 456"/>
                      <a:gd name="T72" fmla="*/ 2147483647 w 480"/>
                      <a:gd name="T73" fmla="*/ 2147483647 h 456"/>
                      <a:gd name="T74" fmla="*/ 2147483647 w 480"/>
                      <a:gd name="T75" fmla="*/ 2147483647 h 456"/>
                      <a:gd name="T76" fmla="*/ 2147483647 w 480"/>
                      <a:gd name="T77" fmla="*/ 2147483647 h 456"/>
                      <a:gd name="T78" fmla="*/ 2147483647 w 480"/>
                      <a:gd name="T79" fmla="*/ 2147483647 h 456"/>
                      <a:gd name="T80" fmla="*/ 2147483647 w 480"/>
                      <a:gd name="T81" fmla="*/ 2147483647 h 456"/>
                      <a:gd name="T82" fmla="*/ 2147483647 w 480"/>
                      <a:gd name="T83" fmla="*/ 2147483647 h 456"/>
                      <a:gd name="T84" fmla="*/ 2147483647 w 480"/>
                      <a:gd name="T85" fmla="*/ 2147483647 h 456"/>
                      <a:gd name="T86" fmla="*/ 2147483647 w 480"/>
                      <a:gd name="T87" fmla="*/ 2147483647 h 456"/>
                      <a:gd name="T88" fmla="*/ 2147483647 w 480"/>
                      <a:gd name="T89" fmla="*/ 2147483647 h 456"/>
                      <a:gd name="T90" fmla="*/ 2147483647 w 480"/>
                      <a:gd name="T91" fmla="*/ 2147483647 h 456"/>
                      <a:gd name="T92" fmla="*/ 2147483647 w 480"/>
                      <a:gd name="T93" fmla="*/ 2147483647 h 456"/>
                      <a:gd name="T94" fmla="*/ 2147483647 w 480"/>
                      <a:gd name="T95" fmla="*/ 2147483647 h 456"/>
                      <a:gd name="T96" fmla="*/ 2147483647 w 480"/>
                      <a:gd name="T97" fmla="*/ 0 h 456"/>
                      <a:gd name="T98" fmla="*/ 2147483647 w 480"/>
                      <a:gd name="T99" fmla="*/ 2147483647 h 456"/>
                      <a:gd name="T100" fmla="*/ 2147483647 w 480"/>
                      <a:gd name="T101" fmla="*/ 2147483647 h 456"/>
                      <a:gd name="T102" fmla="*/ 2147483647 w 480"/>
                      <a:gd name="T103" fmla="*/ 2147483647 h 45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480"/>
                      <a:gd name="T157" fmla="*/ 0 h 456"/>
                      <a:gd name="T158" fmla="*/ 480 w 480"/>
                      <a:gd name="T159" fmla="*/ 456 h 456"/>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480" h="456">
                        <a:moveTo>
                          <a:pt x="78" y="54"/>
                        </a:moveTo>
                        <a:lnTo>
                          <a:pt x="78" y="66"/>
                        </a:lnTo>
                        <a:lnTo>
                          <a:pt x="72" y="72"/>
                        </a:lnTo>
                        <a:lnTo>
                          <a:pt x="72" y="78"/>
                        </a:lnTo>
                        <a:lnTo>
                          <a:pt x="66" y="84"/>
                        </a:lnTo>
                        <a:lnTo>
                          <a:pt x="48" y="84"/>
                        </a:lnTo>
                        <a:lnTo>
                          <a:pt x="48" y="102"/>
                        </a:lnTo>
                        <a:lnTo>
                          <a:pt x="42" y="108"/>
                        </a:lnTo>
                        <a:lnTo>
                          <a:pt x="30" y="108"/>
                        </a:lnTo>
                        <a:lnTo>
                          <a:pt x="30" y="120"/>
                        </a:lnTo>
                        <a:lnTo>
                          <a:pt x="36" y="126"/>
                        </a:lnTo>
                        <a:lnTo>
                          <a:pt x="36" y="168"/>
                        </a:lnTo>
                        <a:lnTo>
                          <a:pt x="30" y="180"/>
                        </a:lnTo>
                        <a:lnTo>
                          <a:pt x="24" y="186"/>
                        </a:lnTo>
                        <a:lnTo>
                          <a:pt x="18" y="186"/>
                        </a:lnTo>
                        <a:lnTo>
                          <a:pt x="18" y="222"/>
                        </a:lnTo>
                        <a:lnTo>
                          <a:pt x="12" y="222"/>
                        </a:lnTo>
                        <a:lnTo>
                          <a:pt x="0" y="228"/>
                        </a:lnTo>
                        <a:lnTo>
                          <a:pt x="0" y="246"/>
                        </a:lnTo>
                        <a:lnTo>
                          <a:pt x="6" y="252"/>
                        </a:lnTo>
                        <a:lnTo>
                          <a:pt x="12" y="300"/>
                        </a:lnTo>
                        <a:lnTo>
                          <a:pt x="48" y="300"/>
                        </a:lnTo>
                        <a:lnTo>
                          <a:pt x="54" y="294"/>
                        </a:lnTo>
                        <a:lnTo>
                          <a:pt x="54" y="288"/>
                        </a:lnTo>
                        <a:lnTo>
                          <a:pt x="60" y="288"/>
                        </a:lnTo>
                        <a:lnTo>
                          <a:pt x="66" y="294"/>
                        </a:lnTo>
                        <a:lnTo>
                          <a:pt x="66" y="300"/>
                        </a:lnTo>
                        <a:lnTo>
                          <a:pt x="84" y="318"/>
                        </a:lnTo>
                        <a:lnTo>
                          <a:pt x="96" y="306"/>
                        </a:lnTo>
                        <a:lnTo>
                          <a:pt x="96" y="294"/>
                        </a:lnTo>
                        <a:lnTo>
                          <a:pt x="102" y="276"/>
                        </a:lnTo>
                        <a:lnTo>
                          <a:pt x="108" y="264"/>
                        </a:lnTo>
                        <a:lnTo>
                          <a:pt x="108" y="252"/>
                        </a:lnTo>
                        <a:lnTo>
                          <a:pt x="120" y="258"/>
                        </a:lnTo>
                        <a:lnTo>
                          <a:pt x="132" y="270"/>
                        </a:lnTo>
                        <a:lnTo>
                          <a:pt x="138" y="270"/>
                        </a:lnTo>
                        <a:lnTo>
                          <a:pt x="144" y="276"/>
                        </a:lnTo>
                        <a:lnTo>
                          <a:pt x="150" y="288"/>
                        </a:lnTo>
                        <a:lnTo>
                          <a:pt x="180" y="288"/>
                        </a:lnTo>
                        <a:lnTo>
                          <a:pt x="186" y="276"/>
                        </a:lnTo>
                        <a:lnTo>
                          <a:pt x="192" y="270"/>
                        </a:lnTo>
                        <a:lnTo>
                          <a:pt x="198" y="276"/>
                        </a:lnTo>
                        <a:lnTo>
                          <a:pt x="198" y="288"/>
                        </a:lnTo>
                        <a:lnTo>
                          <a:pt x="210" y="288"/>
                        </a:lnTo>
                        <a:lnTo>
                          <a:pt x="222" y="282"/>
                        </a:lnTo>
                        <a:lnTo>
                          <a:pt x="240" y="282"/>
                        </a:lnTo>
                        <a:lnTo>
                          <a:pt x="246" y="288"/>
                        </a:lnTo>
                        <a:lnTo>
                          <a:pt x="276" y="288"/>
                        </a:lnTo>
                        <a:lnTo>
                          <a:pt x="294" y="312"/>
                        </a:lnTo>
                        <a:lnTo>
                          <a:pt x="306" y="312"/>
                        </a:lnTo>
                        <a:lnTo>
                          <a:pt x="312" y="318"/>
                        </a:lnTo>
                        <a:lnTo>
                          <a:pt x="324" y="324"/>
                        </a:lnTo>
                        <a:lnTo>
                          <a:pt x="348" y="360"/>
                        </a:lnTo>
                        <a:lnTo>
                          <a:pt x="354" y="366"/>
                        </a:lnTo>
                        <a:lnTo>
                          <a:pt x="378" y="378"/>
                        </a:lnTo>
                        <a:lnTo>
                          <a:pt x="390" y="390"/>
                        </a:lnTo>
                        <a:lnTo>
                          <a:pt x="390" y="414"/>
                        </a:lnTo>
                        <a:lnTo>
                          <a:pt x="396" y="420"/>
                        </a:lnTo>
                        <a:lnTo>
                          <a:pt x="408" y="426"/>
                        </a:lnTo>
                        <a:lnTo>
                          <a:pt x="420" y="426"/>
                        </a:lnTo>
                        <a:lnTo>
                          <a:pt x="432" y="444"/>
                        </a:lnTo>
                        <a:lnTo>
                          <a:pt x="456" y="456"/>
                        </a:lnTo>
                        <a:lnTo>
                          <a:pt x="468" y="438"/>
                        </a:lnTo>
                        <a:lnTo>
                          <a:pt x="480" y="432"/>
                        </a:lnTo>
                        <a:lnTo>
                          <a:pt x="474" y="420"/>
                        </a:lnTo>
                        <a:lnTo>
                          <a:pt x="456" y="402"/>
                        </a:lnTo>
                        <a:lnTo>
                          <a:pt x="432" y="402"/>
                        </a:lnTo>
                        <a:lnTo>
                          <a:pt x="426" y="396"/>
                        </a:lnTo>
                        <a:lnTo>
                          <a:pt x="426" y="360"/>
                        </a:lnTo>
                        <a:lnTo>
                          <a:pt x="420" y="360"/>
                        </a:lnTo>
                        <a:lnTo>
                          <a:pt x="414" y="354"/>
                        </a:lnTo>
                        <a:lnTo>
                          <a:pt x="366" y="330"/>
                        </a:lnTo>
                        <a:lnTo>
                          <a:pt x="360" y="324"/>
                        </a:lnTo>
                        <a:lnTo>
                          <a:pt x="360" y="312"/>
                        </a:lnTo>
                        <a:lnTo>
                          <a:pt x="354" y="300"/>
                        </a:lnTo>
                        <a:lnTo>
                          <a:pt x="354" y="288"/>
                        </a:lnTo>
                        <a:lnTo>
                          <a:pt x="348" y="276"/>
                        </a:lnTo>
                        <a:lnTo>
                          <a:pt x="348" y="270"/>
                        </a:lnTo>
                        <a:lnTo>
                          <a:pt x="336" y="270"/>
                        </a:lnTo>
                        <a:lnTo>
                          <a:pt x="324" y="264"/>
                        </a:lnTo>
                        <a:lnTo>
                          <a:pt x="306" y="264"/>
                        </a:lnTo>
                        <a:lnTo>
                          <a:pt x="282" y="240"/>
                        </a:lnTo>
                        <a:lnTo>
                          <a:pt x="264" y="246"/>
                        </a:lnTo>
                        <a:lnTo>
                          <a:pt x="252" y="228"/>
                        </a:lnTo>
                        <a:lnTo>
                          <a:pt x="234" y="222"/>
                        </a:lnTo>
                        <a:lnTo>
                          <a:pt x="216" y="204"/>
                        </a:lnTo>
                        <a:lnTo>
                          <a:pt x="210" y="192"/>
                        </a:lnTo>
                        <a:lnTo>
                          <a:pt x="204" y="186"/>
                        </a:lnTo>
                        <a:lnTo>
                          <a:pt x="198" y="174"/>
                        </a:lnTo>
                        <a:lnTo>
                          <a:pt x="198" y="114"/>
                        </a:lnTo>
                        <a:lnTo>
                          <a:pt x="192" y="90"/>
                        </a:lnTo>
                        <a:lnTo>
                          <a:pt x="186" y="78"/>
                        </a:lnTo>
                        <a:lnTo>
                          <a:pt x="180" y="60"/>
                        </a:lnTo>
                        <a:lnTo>
                          <a:pt x="168" y="42"/>
                        </a:lnTo>
                        <a:lnTo>
                          <a:pt x="162" y="24"/>
                        </a:lnTo>
                        <a:lnTo>
                          <a:pt x="156" y="12"/>
                        </a:lnTo>
                        <a:lnTo>
                          <a:pt x="150" y="6"/>
                        </a:lnTo>
                        <a:lnTo>
                          <a:pt x="150" y="0"/>
                        </a:lnTo>
                        <a:lnTo>
                          <a:pt x="144" y="0"/>
                        </a:lnTo>
                        <a:lnTo>
                          <a:pt x="144" y="12"/>
                        </a:lnTo>
                        <a:lnTo>
                          <a:pt x="132" y="36"/>
                        </a:lnTo>
                        <a:lnTo>
                          <a:pt x="108" y="48"/>
                        </a:lnTo>
                        <a:lnTo>
                          <a:pt x="90" y="54"/>
                        </a:lnTo>
                        <a:lnTo>
                          <a:pt x="78" y="5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94" name="Equatorial Guinea" descr="© INSCALE GmbH, 05.05.2010&#10;http://www.presentationload.com/">
                    <a:extLst>
                      <a:ext uri="{FF2B5EF4-FFF2-40B4-BE49-F238E27FC236}">
                        <a16:creationId xmlns:a16="http://schemas.microsoft.com/office/drawing/2014/main" id="{A7822621-18ED-4086-19A9-F74C0C838CCF}"/>
                      </a:ext>
                    </a:extLst>
                  </p:cNvPr>
                  <p:cNvSpPr>
                    <a:spLocks/>
                  </p:cNvSpPr>
                  <p:nvPr/>
                </p:nvSpPr>
                <p:spPr bwMode="gray">
                  <a:xfrm>
                    <a:off x="2823" y="2521"/>
                    <a:ext cx="37" cy="28"/>
                  </a:xfrm>
                  <a:custGeom>
                    <a:avLst/>
                    <a:gdLst>
                      <a:gd name="T0" fmla="*/ 2147483647 w 144"/>
                      <a:gd name="T1" fmla="*/ 2147483647 h 108"/>
                      <a:gd name="T2" fmla="*/ 2147483647 w 144"/>
                      <a:gd name="T3" fmla="*/ 2147483647 h 108"/>
                      <a:gd name="T4" fmla="*/ 2147483647 w 144"/>
                      <a:gd name="T5" fmla="*/ 2147483647 h 108"/>
                      <a:gd name="T6" fmla="*/ 2147483647 w 144"/>
                      <a:gd name="T7" fmla="*/ 0 h 108"/>
                      <a:gd name="T8" fmla="*/ 2147483647 w 144"/>
                      <a:gd name="T9" fmla="*/ 2147483647 h 108"/>
                      <a:gd name="T10" fmla="*/ 2147483647 w 144"/>
                      <a:gd name="T11" fmla="*/ 2147483647 h 108"/>
                      <a:gd name="T12" fmla="*/ 2147483647 w 144"/>
                      <a:gd name="T13" fmla="*/ 2147483647 h 108"/>
                      <a:gd name="T14" fmla="*/ 2147483647 w 144"/>
                      <a:gd name="T15" fmla="*/ 2147483647 h 108"/>
                      <a:gd name="T16" fmla="*/ 2147483647 w 144"/>
                      <a:gd name="T17" fmla="*/ 2147483647 h 108"/>
                      <a:gd name="T18" fmla="*/ 0 w 144"/>
                      <a:gd name="T19" fmla="*/ 2147483647 h 108"/>
                      <a:gd name="T20" fmla="*/ 0 w 144"/>
                      <a:gd name="T21" fmla="*/ 2147483647 h 108"/>
                      <a:gd name="T22" fmla="*/ 2147483647 w 144"/>
                      <a:gd name="T23" fmla="*/ 2147483647 h 108"/>
                      <a:gd name="T24" fmla="*/ 2147483647 w 144"/>
                      <a:gd name="T25" fmla="*/ 2147483647 h 108"/>
                      <a:gd name="T26" fmla="*/ 2147483647 w 144"/>
                      <a:gd name="T27" fmla="*/ 2147483647 h 108"/>
                      <a:gd name="T28" fmla="*/ 2147483647 w 144"/>
                      <a:gd name="T29" fmla="*/ 2147483647 h 108"/>
                      <a:gd name="T30" fmla="*/ 2147483647 w 144"/>
                      <a:gd name="T31" fmla="*/ 2147483647 h 108"/>
                      <a:gd name="T32" fmla="*/ 2147483647 w 144"/>
                      <a:gd name="T33" fmla="*/ 2147483647 h 108"/>
                      <a:gd name="T34" fmla="*/ 2147483647 w 144"/>
                      <a:gd name="T35" fmla="*/ 2147483647 h 108"/>
                      <a:gd name="T36" fmla="*/ 2147483647 w 144"/>
                      <a:gd name="T37" fmla="*/ 2147483647 h 108"/>
                      <a:gd name="T38" fmla="*/ 2147483647 w 144"/>
                      <a:gd name="T39" fmla="*/ 2147483647 h 108"/>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w 144"/>
                      <a:gd name="T61" fmla="*/ 0 h 108"/>
                      <a:gd name="T62" fmla="*/ 144 w 144"/>
                      <a:gd name="T63" fmla="*/ 108 h 108"/>
                    </a:gdLst>
                    <a:ahLst/>
                    <a:cxnLst>
                      <a:cxn ang="T40">
                        <a:pos x="T0" y="T1"/>
                      </a:cxn>
                      <a:cxn ang="T41">
                        <a:pos x="T2" y="T3"/>
                      </a:cxn>
                      <a:cxn ang="T42">
                        <a:pos x="T4" y="T5"/>
                      </a:cxn>
                      <a:cxn ang="T43">
                        <a:pos x="T6" y="T7"/>
                      </a:cxn>
                      <a:cxn ang="T44">
                        <a:pos x="T8" y="T9"/>
                      </a:cxn>
                      <a:cxn ang="T45">
                        <a:pos x="T10" y="T11"/>
                      </a:cxn>
                      <a:cxn ang="T46">
                        <a:pos x="T12" y="T13"/>
                      </a:cxn>
                      <a:cxn ang="T47">
                        <a:pos x="T14" y="T15"/>
                      </a:cxn>
                      <a:cxn ang="T48">
                        <a:pos x="T16" y="T17"/>
                      </a:cxn>
                      <a:cxn ang="T49">
                        <a:pos x="T18" y="T19"/>
                      </a:cxn>
                      <a:cxn ang="T50">
                        <a:pos x="T20" y="T21"/>
                      </a:cxn>
                      <a:cxn ang="T51">
                        <a:pos x="T22" y="T23"/>
                      </a:cxn>
                      <a:cxn ang="T52">
                        <a:pos x="T24" y="T25"/>
                      </a:cxn>
                      <a:cxn ang="T53">
                        <a:pos x="T26" y="T27"/>
                      </a:cxn>
                      <a:cxn ang="T54">
                        <a:pos x="T28" y="T29"/>
                      </a:cxn>
                      <a:cxn ang="T55">
                        <a:pos x="T30" y="T31"/>
                      </a:cxn>
                      <a:cxn ang="T56">
                        <a:pos x="T32" y="T33"/>
                      </a:cxn>
                      <a:cxn ang="T57">
                        <a:pos x="T34" y="T35"/>
                      </a:cxn>
                      <a:cxn ang="T58">
                        <a:pos x="T36" y="T37"/>
                      </a:cxn>
                      <a:cxn ang="T59">
                        <a:pos x="T38" y="T39"/>
                      </a:cxn>
                    </a:cxnLst>
                    <a:rect l="T60" t="T61" r="T62" b="T63"/>
                    <a:pathLst>
                      <a:path w="144" h="108">
                        <a:moveTo>
                          <a:pt x="138" y="48"/>
                        </a:moveTo>
                        <a:lnTo>
                          <a:pt x="144" y="12"/>
                        </a:lnTo>
                        <a:lnTo>
                          <a:pt x="48" y="12"/>
                        </a:lnTo>
                        <a:lnTo>
                          <a:pt x="36" y="0"/>
                        </a:lnTo>
                        <a:lnTo>
                          <a:pt x="30" y="6"/>
                        </a:lnTo>
                        <a:lnTo>
                          <a:pt x="30" y="42"/>
                        </a:lnTo>
                        <a:lnTo>
                          <a:pt x="18" y="54"/>
                        </a:lnTo>
                        <a:lnTo>
                          <a:pt x="12" y="66"/>
                        </a:lnTo>
                        <a:lnTo>
                          <a:pt x="6" y="72"/>
                        </a:lnTo>
                        <a:lnTo>
                          <a:pt x="0" y="84"/>
                        </a:lnTo>
                        <a:lnTo>
                          <a:pt x="0" y="90"/>
                        </a:lnTo>
                        <a:lnTo>
                          <a:pt x="6" y="96"/>
                        </a:lnTo>
                        <a:lnTo>
                          <a:pt x="18" y="102"/>
                        </a:lnTo>
                        <a:lnTo>
                          <a:pt x="36" y="102"/>
                        </a:lnTo>
                        <a:lnTo>
                          <a:pt x="36" y="108"/>
                        </a:lnTo>
                        <a:lnTo>
                          <a:pt x="138" y="108"/>
                        </a:lnTo>
                        <a:lnTo>
                          <a:pt x="138" y="102"/>
                        </a:lnTo>
                        <a:lnTo>
                          <a:pt x="144" y="84"/>
                        </a:lnTo>
                        <a:lnTo>
                          <a:pt x="144" y="54"/>
                        </a:lnTo>
                        <a:lnTo>
                          <a:pt x="138" y="48"/>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95" name="Djibouti" descr="© INSCALE GmbH, 05.05.2010&#10;http://www.presentationload.com/">
                    <a:extLst>
                      <a:ext uri="{FF2B5EF4-FFF2-40B4-BE49-F238E27FC236}">
                        <a16:creationId xmlns:a16="http://schemas.microsoft.com/office/drawing/2014/main" id="{FCCD5DB5-DD0D-6DBD-C0E5-B2FF1FC2199D}"/>
                      </a:ext>
                    </a:extLst>
                  </p:cNvPr>
                  <p:cNvSpPr>
                    <a:spLocks/>
                  </p:cNvSpPr>
                  <p:nvPr/>
                </p:nvSpPr>
                <p:spPr bwMode="gray">
                  <a:xfrm>
                    <a:off x="3404" y="2310"/>
                    <a:ext cx="30" cy="34"/>
                  </a:xfrm>
                  <a:custGeom>
                    <a:avLst/>
                    <a:gdLst>
                      <a:gd name="T0" fmla="*/ 2147483647 w 114"/>
                      <a:gd name="T1" fmla="*/ 2147483647 h 138"/>
                      <a:gd name="T2" fmla="*/ 2147483647 w 114"/>
                      <a:gd name="T3" fmla="*/ 2147483647 h 138"/>
                      <a:gd name="T4" fmla="*/ 2147483647 w 114"/>
                      <a:gd name="T5" fmla="*/ 2147483647 h 138"/>
                      <a:gd name="T6" fmla="*/ 0 w 114"/>
                      <a:gd name="T7" fmla="*/ 2147483647 h 138"/>
                      <a:gd name="T8" fmla="*/ 0 w 114"/>
                      <a:gd name="T9" fmla="*/ 2147483647 h 138"/>
                      <a:gd name="T10" fmla="*/ 2147483647 w 114"/>
                      <a:gd name="T11" fmla="*/ 2147483647 h 138"/>
                      <a:gd name="T12" fmla="*/ 2147483647 w 114"/>
                      <a:gd name="T13" fmla="*/ 2147483647 h 138"/>
                      <a:gd name="T14" fmla="*/ 2147483647 w 114"/>
                      <a:gd name="T15" fmla="*/ 2147483647 h 138"/>
                      <a:gd name="T16" fmla="*/ 2147483647 w 114"/>
                      <a:gd name="T17" fmla="*/ 2147483647 h 138"/>
                      <a:gd name="T18" fmla="*/ 2147483647 w 114"/>
                      <a:gd name="T19" fmla="*/ 2147483647 h 138"/>
                      <a:gd name="T20" fmla="*/ 2147483647 w 114"/>
                      <a:gd name="T21" fmla="*/ 2147483647 h 138"/>
                      <a:gd name="T22" fmla="*/ 2147483647 w 114"/>
                      <a:gd name="T23" fmla="*/ 2147483647 h 138"/>
                      <a:gd name="T24" fmla="*/ 2147483647 w 114"/>
                      <a:gd name="T25" fmla="*/ 2147483647 h 138"/>
                      <a:gd name="T26" fmla="*/ 2147483647 w 114"/>
                      <a:gd name="T27" fmla="*/ 2147483647 h 138"/>
                      <a:gd name="T28" fmla="*/ 2147483647 w 114"/>
                      <a:gd name="T29" fmla="*/ 2147483647 h 138"/>
                      <a:gd name="T30" fmla="*/ 2147483647 w 114"/>
                      <a:gd name="T31" fmla="*/ 2147483647 h 138"/>
                      <a:gd name="T32" fmla="*/ 2147483647 w 114"/>
                      <a:gd name="T33" fmla="*/ 2147483647 h 138"/>
                      <a:gd name="T34" fmla="*/ 2147483647 w 114"/>
                      <a:gd name="T35" fmla="*/ 2147483647 h 138"/>
                      <a:gd name="T36" fmla="*/ 2147483647 w 114"/>
                      <a:gd name="T37" fmla="*/ 2147483647 h 138"/>
                      <a:gd name="T38" fmla="*/ 2147483647 w 114"/>
                      <a:gd name="T39" fmla="*/ 2147483647 h 138"/>
                      <a:gd name="T40" fmla="*/ 2147483647 w 114"/>
                      <a:gd name="T41" fmla="*/ 2147483647 h 138"/>
                      <a:gd name="T42" fmla="*/ 2147483647 w 114"/>
                      <a:gd name="T43" fmla="*/ 2147483647 h 138"/>
                      <a:gd name="T44" fmla="*/ 2147483647 w 114"/>
                      <a:gd name="T45" fmla="*/ 2147483647 h 138"/>
                      <a:gd name="T46" fmla="*/ 2147483647 w 114"/>
                      <a:gd name="T47" fmla="*/ 2147483647 h 138"/>
                      <a:gd name="T48" fmla="*/ 2147483647 w 114"/>
                      <a:gd name="T49" fmla="*/ 2147483647 h 138"/>
                      <a:gd name="T50" fmla="*/ 2147483647 w 114"/>
                      <a:gd name="T51" fmla="*/ 2147483647 h 138"/>
                      <a:gd name="T52" fmla="*/ 2147483647 w 114"/>
                      <a:gd name="T53" fmla="*/ 2147483647 h 138"/>
                      <a:gd name="T54" fmla="*/ 2147483647 w 114"/>
                      <a:gd name="T55" fmla="*/ 0 h 138"/>
                      <a:gd name="T56" fmla="*/ 2147483647 w 114"/>
                      <a:gd name="T57" fmla="*/ 2147483647 h 138"/>
                      <a:gd name="T58" fmla="*/ 2147483647 w 114"/>
                      <a:gd name="T59" fmla="*/ 2147483647 h 138"/>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14"/>
                      <a:gd name="T91" fmla="*/ 0 h 138"/>
                      <a:gd name="T92" fmla="*/ 114 w 114"/>
                      <a:gd name="T93" fmla="*/ 138 h 138"/>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14" h="138">
                        <a:moveTo>
                          <a:pt x="72" y="24"/>
                        </a:moveTo>
                        <a:lnTo>
                          <a:pt x="48" y="12"/>
                        </a:lnTo>
                        <a:lnTo>
                          <a:pt x="18" y="66"/>
                        </a:lnTo>
                        <a:lnTo>
                          <a:pt x="0" y="84"/>
                        </a:lnTo>
                        <a:lnTo>
                          <a:pt x="0" y="96"/>
                        </a:lnTo>
                        <a:lnTo>
                          <a:pt x="6" y="114"/>
                        </a:lnTo>
                        <a:lnTo>
                          <a:pt x="6" y="126"/>
                        </a:lnTo>
                        <a:lnTo>
                          <a:pt x="18" y="138"/>
                        </a:lnTo>
                        <a:lnTo>
                          <a:pt x="42" y="138"/>
                        </a:lnTo>
                        <a:lnTo>
                          <a:pt x="48" y="132"/>
                        </a:lnTo>
                        <a:lnTo>
                          <a:pt x="54" y="132"/>
                        </a:lnTo>
                        <a:lnTo>
                          <a:pt x="60" y="126"/>
                        </a:lnTo>
                        <a:lnTo>
                          <a:pt x="72" y="126"/>
                        </a:lnTo>
                        <a:lnTo>
                          <a:pt x="84" y="132"/>
                        </a:lnTo>
                        <a:lnTo>
                          <a:pt x="90" y="138"/>
                        </a:lnTo>
                        <a:lnTo>
                          <a:pt x="90" y="132"/>
                        </a:lnTo>
                        <a:lnTo>
                          <a:pt x="114" y="108"/>
                        </a:lnTo>
                        <a:lnTo>
                          <a:pt x="114" y="102"/>
                        </a:lnTo>
                        <a:lnTo>
                          <a:pt x="102" y="90"/>
                        </a:lnTo>
                        <a:lnTo>
                          <a:pt x="66" y="90"/>
                        </a:lnTo>
                        <a:lnTo>
                          <a:pt x="78" y="84"/>
                        </a:lnTo>
                        <a:lnTo>
                          <a:pt x="84" y="72"/>
                        </a:lnTo>
                        <a:lnTo>
                          <a:pt x="96" y="66"/>
                        </a:lnTo>
                        <a:lnTo>
                          <a:pt x="102" y="54"/>
                        </a:lnTo>
                        <a:lnTo>
                          <a:pt x="114" y="42"/>
                        </a:lnTo>
                        <a:lnTo>
                          <a:pt x="114" y="24"/>
                        </a:lnTo>
                        <a:lnTo>
                          <a:pt x="108" y="12"/>
                        </a:lnTo>
                        <a:lnTo>
                          <a:pt x="96" y="0"/>
                        </a:lnTo>
                        <a:lnTo>
                          <a:pt x="84" y="6"/>
                        </a:lnTo>
                        <a:lnTo>
                          <a:pt x="72" y="2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96" name="Côte d'Ivoire" descr="© INSCALE GmbH, 05.05.2010&#10;http://www.presentationload.com/">
                    <a:extLst>
                      <a:ext uri="{FF2B5EF4-FFF2-40B4-BE49-F238E27FC236}">
                        <a16:creationId xmlns:a16="http://schemas.microsoft.com/office/drawing/2014/main" id="{6B4B2469-B3EA-5A01-583D-3B2BDCC0F0C6}"/>
                      </a:ext>
                    </a:extLst>
                  </p:cNvPr>
                  <p:cNvSpPr>
                    <a:spLocks/>
                  </p:cNvSpPr>
                  <p:nvPr/>
                </p:nvSpPr>
                <p:spPr bwMode="gray">
                  <a:xfrm>
                    <a:off x="2499" y="2349"/>
                    <a:ext cx="111" cy="131"/>
                  </a:xfrm>
                  <a:custGeom>
                    <a:avLst/>
                    <a:gdLst>
                      <a:gd name="T0" fmla="*/ 2147483647 w 438"/>
                      <a:gd name="T1" fmla="*/ 2147483647 h 516"/>
                      <a:gd name="T2" fmla="*/ 2147483647 w 438"/>
                      <a:gd name="T3" fmla="*/ 2147483647 h 516"/>
                      <a:gd name="T4" fmla="*/ 2147483647 w 438"/>
                      <a:gd name="T5" fmla="*/ 2147483647 h 516"/>
                      <a:gd name="T6" fmla="*/ 2147483647 w 438"/>
                      <a:gd name="T7" fmla="*/ 2147483647 h 516"/>
                      <a:gd name="T8" fmla="*/ 2147483647 w 438"/>
                      <a:gd name="T9" fmla="*/ 2147483647 h 516"/>
                      <a:gd name="T10" fmla="*/ 2147483647 w 438"/>
                      <a:gd name="T11" fmla="*/ 2147483647 h 516"/>
                      <a:gd name="T12" fmla="*/ 2147483647 w 438"/>
                      <a:gd name="T13" fmla="*/ 2147483647 h 516"/>
                      <a:gd name="T14" fmla="*/ 2147483647 w 438"/>
                      <a:gd name="T15" fmla="*/ 2147483647 h 516"/>
                      <a:gd name="T16" fmla="*/ 2147483647 w 438"/>
                      <a:gd name="T17" fmla="*/ 2147483647 h 516"/>
                      <a:gd name="T18" fmla="*/ 2147483647 w 438"/>
                      <a:gd name="T19" fmla="*/ 2147483647 h 516"/>
                      <a:gd name="T20" fmla="*/ 2147483647 w 438"/>
                      <a:gd name="T21" fmla="*/ 2147483647 h 516"/>
                      <a:gd name="T22" fmla="*/ 2147483647 w 438"/>
                      <a:gd name="T23" fmla="*/ 2147483647 h 516"/>
                      <a:gd name="T24" fmla="*/ 2147483647 w 438"/>
                      <a:gd name="T25" fmla="*/ 2147483647 h 516"/>
                      <a:gd name="T26" fmla="*/ 2147483647 w 438"/>
                      <a:gd name="T27" fmla="*/ 2147483647 h 516"/>
                      <a:gd name="T28" fmla="*/ 2147483647 w 438"/>
                      <a:gd name="T29" fmla="*/ 2147483647 h 516"/>
                      <a:gd name="T30" fmla="*/ 2147483647 w 438"/>
                      <a:gd name="T31" fmla="*/ 2147483647 h 516"/>
                      <a:gd name="T32" fmla="*/ 2147483647 w 438"/>
                      <a:gd name="T33" fmla="*/ 0 h 516"/>
                      <a:gd name="T34" fmla="*/ 2147483647 w 438"/>
                      <a:gd name="T35" fmla="*/ 2147483647 h 516"/>
                      <a:gd name="T36" fmla="*/ 2147483647 w 438"/>
                      <a:gd name="T37" fmla="*/ 2147483647 h 516"/>
                      <a:gd name="T38" fmla="*/ 2147483647 w 438"/>
                      <a:gd name="T39" fmla="*/ 2147483647 h 516"/>
                      <a:gd name="T40" fmla="*/ 2147483647 w 438"/>
                      <a:gd name="T41" fmla="*/ 2147483647 h 516"/>
                      <a:gd name="T42" fmla="*/ 2147483647 w 438"/>
                      <a:gd name="T43" fmla="*/ 2147483647 h 516"/>
                      <a:gd name="T44" fmla="*/ 2147483647 w 438"/>
                      <a:gd name="T45" fmla="*/ 2147483647 h 516"/>
                      <a:gd name="T46" fmla="*/ 2147483647 w 438"/>
                      <a:gd name="T47" fmla="*/ 2147483647 h 516"/>
                      <a:gd name="T48" fmla="*/ 2147483647 w 438"/>
                      <a:gd name="T49" fmla="*/ 2147483647 h 516"/>
                      <a:gd name="T50" fmla="*/ 2147483647 w 438"/>
                      <a:gd name="T51" fmla="*/ 2147483647 h 516"/>
                      <a:gd name="T52" fmla="*/ 2147483647 w 438"/>
                      <a:gd name="T53" fmla="*/ 2147483647 h 516"/>
                      <a:gd name="T54" fmla="*/ 2147483647 w 438"/>
                      <a:gd name="T55" fmla="*/ 2147483647 h 516"/>
                      <a:gd name="T56" fmla="*/ 2147483647 w 438"/>
                      <a:gd name="T57" fmla="*/ 2147483647 h 516"/>
                      <a:gd name="T58" fmla="*/ 2147483647 w 438"/>
                      <a:gd name="T59" fmla="*/ 2147483647 h 516"/>
                      <a:gd name="T60" fmla="*/ 2147483647 w 438"/>
                      <a:gd name="T61" fmla="*/ 2147483647 h 516"/>
                      <a:gd name="T62" fmla="*/ 2147483647 w 438"/>
                      <a:gd name="T63" fmla="*/ 2147483647 h 516"/>
                      <a:gd name="T64" fmla="*/ 2147483647 w 438"/>
                      <a:gd name="T65" fmla="*/ 2147483647 h 516"/>
                      <a:gd name="T66" fmla="*/ 2147483647 w 438"/>
                      <a:gd name="T67" fmla="*/ 2147483647 h 516"/>
                      <a:gd name="T68" fmla="*/ 2147483647 w 438"/>
                      <a:gd name="T69" fmla="*/ 2147483647 h 516"/>
                      <a:gd name="T70" fmla="*/ 2147483647 w 438"/>
                      <a:gd name="T71" fmla="*/ 2147483647 h 516"/>
                      <a:gd name="T72" fmla="*/ 2147483647 w 438"/>
                      <a:gd name="T73" fmla="*/ 2147483647 h 516"/>
                      <a:gd name="T74" fmla="*/ 2147483647 w 438"/>
                      <a:gd name="T75" fmla="*/ 2147483647 h 516"/>
                      <a:gd name="T76" fmla="*/ 2147483647 w 438"/>
                      <a:gd name="T77" fmla="*/ 2147483647 h 516"/>
                      <a:gd name="T78" fmla="*/ 2147483647 w 438"/>
                      <a:gd name="T79" fmla="*/ 2147483647 h 516"/>
                      <a:gd name="T80" fmla="*/ 2147483647 w 438"/>
                      <a:gd name="T81" fmla="*/ 2147483647 h 516"/>
                      <a:gd name="T82" fmla="*/ 2147483647 w 438"/>
                      <a:gd name="T83" fmla="*/ 2147483647 h 516"/>
                      <a:gd name="T84" fmla="*/ 2147483647 w 438"/>
                      <a:gd name="T85" fmla="*/ 2147483647 h 516"/>
                      <a:gd name="T86" fmla="*/ 2147483647 w 438"/>
                      <a:gd name="T87" fmla="*/ 2147483647 h 516"/>
                      <a:gd name="T88" fmla="*/ 2147483647 w 438"/>
                      <a:gd name="T89" fmla="*/ 2147483647 h 51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w 438"/>
                      <a:gd name="T136" fmla="*/ 0 h 516"/>
                      <a:gd name="T137" fmla="*/ 438 w 438"/>
                      <a:gd name="T138" fmla="*/ 516 h 516"/>
                    </a:gdLst>
                    <a:ahLst/>
                    <a:cxnLst>
                      <a:cxn ang="T90">
                        <a:pos x="T0" y="T1"/>
                      </a:cxn>
                      <a:cxn ang="T91">
                        <a:pos x="T2" y="T3"/>
                      </a:cxn>
                      <a:cxn ang="T92">
                        <a:pos x="T4" y="T5"/>
                      </a:cxn>
                      <a:cxn ang="T93">
                        <a:pos x="T6" y="T7"/>
                      </a:cxn>
                      <a:cxn ang="T94">
                        <a:pos x="T8" y="T9"/>
                      </a:cxn>
                      <a:cxn ang="T95">
                        <a:pos x="T10" y="T11"/>
                      </a:cxn>
                      <a:cxn ang="T96">
                        <a:pos x="T12" y="T13"/>
                      </a:cxn>
                      <a:cxn ang="T97">
                        <a:pos x="T14" y="T15"/>
                      </a:cxn>
                      <a:cxn ang="T98">
                        <a:pos x="T16" y="T17"/>
                      </a:cxn>
                      <a:cxn ang="T99">
                        <a:pos x="T18" y="T19"/>
                      </a:cxn>
                      <a:cxn ang="T100">
                        <a:pos x="T20" y="T21"/>
                      </a:cxn>
                      <a:cxn ang="T101">
                        <a:pos x="T22" y="T23"/>
                      </a:cxn>
                      <a:cxn ang="T102">
                        <a:pos x="T24" y="T25"/>
                      </a:cxn>
                      <a:cxn ang="T103">
                        <a:pos x="T26" y="T27"/>
                      </a:cxn>
                      <a:cxn ang="T104">
                        <a:pos x="T28" y="T29"/>
                      </a:cxn>
                      <a:cxn ang="T105">
                        <a:pos x="T30" y="T31"/>
                      </a:cxn>
                      <a:cxn ang="T106">
                        <a:pos x="T32" y="T33"/>
                      </a:cxn>
                      <a:cxn ang="T107">
                        <a:pos x="T34" y="T35"/>
                      </a:cxn>
                      <a:cxn ang="T108">
                        <a:pos x="T36" y="T37"/>
                      </a:cxn>
                      <a:cxn ang="T109">
                        <a:pos x="T38" y="T39"/>
                      </a:cxn>
                      <a:cxn ang="T110">
                        <a:pos x="T40" y="T41"/>
                      </a:cxn>
                      <a:cxn ang="T111">
                        <a:pos x="T42" y="T43"/>
                      </a:cxn>
                      <a:cxn ang="T112">
                        <a:pos x="T44" y="T45"/>
                      </a:cxn>
                      <a:cxn ang="T113">
                        <a:pos x="T46" y="T47"/>
                      </a:cxn>
                      <a:cxn ang="T114">
                        <a:pos x="T48" y="T49"/>
                      </a:cxn>
                      <a:cxn ang="T115">
                        <a:pos x="T50" y="T51"/>
                      </a:cxn>
                      <a:cxn ang="T116">
                        <a:pos x="T52" y="T53"/>
                      </a:cxn>
                      <a:cxn ang="T117">
                        <a:pos x="T54" y="T55"/>
                      </a:cxn>
                      <a:cxn ang="T118">
                        <a:pos x="T56" y="T57"/>
                      </a:cxn>
                      <a:cxn ang="T119">
                        <a:pos x="T58" y="T59"/>
                      </a:cxn>
                      <a:cxn ang="T120">
                        <a:pos x="T60" y="T61"/>
                      </a:cxn>
                      <a:cxn ang="T121">
                        <a:pos x="T62" y="T63"/>
                      </a:cxn>
                      <a:cxn ang="T122">
                        <a:pos x="T64" y="T65"/>
                      </a:cxn>
                      <a:cxn ang="T123">
                        <a:pos x="T66" y="T67"/>
                      </a:cxn>
                      <a:cxn ang="T124">
                        <a:pos x="T68" y="T69"/>
                      </a:cxn>
                      <a:cxn ang="T125">
                        <a:pos x="T70" y="T71"/>
                      </a:cxn>
                      <a:cxn ang="T126">
                        <a:pos x="T72" y="T73"/>
                      </a:cxn>
                      <a:cxn ang="T127">
                        <a:pos x="T74" y="T75"/>
                      </a:cxn>
                      <a:cxn ang="T128">
                        <a:pos x="T76" y="T77"/>
                      </a:cxn>
                      <a:cxn ang="T129">
                        <a:pos x="T78" y="T79"/>
                      </a:cxn>
                      <a:cxn ang="T130">
                        <a:pos x="T80" y="T81"/>
                      </a:cxn>
                      <a:cxn ang="T131">
                        <a:pos x="T82" y="T83"/>
                      </a:cxn>
                      <a:cxn ang="T132">
                        <a:pos x="T84" y="T85"/>
                      </a:cxn>
                      <a:cxn ang="T133">
                        <a:pos x="T86" y="T87"/>
                      </a:cxn>
                      <a:cxn ang="T134">
                        <a:pos x="T88" y="T89"/>
                      </a:cxn>
                    </a:cxnLst>
                    <a:rect l="T135" t="T136" r="T137" b="T138"/>
                    <a:pathLst>
                      <a:path w="438" h="516">
                        <a:moveTo>
                          <a:pt x="402" y="408"/>
                        </a:moveTo>
                        <a:lnTo>
                          <a:pt x="402" y="402"/>
                        </a:lnTo>
                        <a:lnTo>
                          <a:pt x="396" y="396"/>
                        </a:lnTo>
                        <a:lnTo>
                          <a:pt x="390" y="384"/>
                        </a:lnTo>
                        <a:lnTo>
                          <a:pt x="390" y="372"/>
                        </a:lnTo>
                        <a:lnTo>
                          <a:pt x="384" y="354"/>
                        </a:lnTo>
                        <a:lnTo>
                          <a:pt x="378" y="342"/>
                        </a:lnTo>
                        <a:lnTo>
                          <a:pt x="378" y="318"/>
                        </a:lnTo>
                        <a:lnTo>
                          <a:pt x="384" y="312"/>
                        </a:lnTo>
                        <a:lnTo>
                          <a:pt x="390" y="300"/>
                        </a:lnTo>
                        <a:lnTo>
                          <a:pt x="408" y="282"/>
                        </a:lnTo>
                        <a:lnTo>
                          <a:pt x="408" y="270"/>
                        </a:lnTo>
                        <a:lnTo>
                          <a:pt x="414" y="258"/>
                        </a:lnTo>
                        <a:lnTo>
                          <a:pt x="414" y="240"/>
                        </a:lnTo>
                        <a:lnTo>
                          <a:pt x="420" y="228"/>
                        </a:lnTo>
                        <a:lnTo>
                          <a:pt x="426" y="222"/>
                        </a:lnTo>
                        <a:lnTo>
                          <a:pt x="438" y="198"/>
                        </a:lnTo>
                        <a:lnTo>
                          <a:pt x="438" y="186"/>
                        </a:lnTo>
                        <a:lnTo>
                          <a:pt x="432" y="174"/>
                        </a:lnTo>
                        <a:lnTo>
                          <a:pt x="432" y="162"/>
                        </a:lnTo>
                        <a:lnTo>
                          <a:pt x="426" y="150"/>
                        </a:lnTo>
                        <a:lnTo>
                          <a:pt x="426" y="138"/>
                        </a:lnTo>
                        <a:lnTo>
                          <a:pt x="420" y="132"/>
                        </a:lnTo>
                        <a:lnTo>
                          <a:pt x="420" y="126"/>
                        </a:lnTo>
                        <a:lnTo>
                          <a:pt x="432" y="126"/>
                        </a:lnTo>
                        <a:lnTo>
                          <a:pt x="426" y="96"/>
                        </a:lnTo>
                        <a:lnTo>
                          <a:pt x="408" y="102"/>
                        </a:lnTo>
                        <a:lnTo>
                          <a:pt x="408" y="90"/>
                        </a:lnTo>
                        <a:lnTo>
                          <a:pt x="390" y="72"/>
                        </a:lnTo>
                        <a:lnTo>
                          <a:pt x="372" y="66"/>
                        </a:lnTo>
                        <a:lnTo>
                          <a:pt x="342" y="66"/>
                        </a:lnTo>
                        <a:lnTo>
                          <a:pt x="318" y="78"/>
                        </a:lnTo>
                        <a:lnTo>
                          <a:pt x="318" y="84"/>
                        </a:lnTo>
                        <a:lnTo>
                          <a:pt x="312" y="90"/>
                        </a:lnTo>
                        <a:lnTo>
                          <a:pt x="300" y="90"/>
                        </a:lnTo>
                        <a:lnTo>
                          <a:pt x="294" y="84"/>
                        </a:lnTo>
                        <a:lnTo>
                          <a:pt x="282" y="84"/>
                        </a:lnTo>
                        <a:lnTo>
                          <a:pt x="276" y="78"/>
                        </a:lnTo>
                        <a:lnTo>
                          <a:pt x="264" y="72"/>
                        </a:lnTo>
                        <a:lnTo>
                          <a:pt x="258" y="60"/>
                        </a:lnTo>
                        <a:lnTo>
                          <a:pt x="258" y="48"/>
                        </a:lnTo>
                        <a:lnTo>
                          <a:pt x="252" y="42"/>
                        </a:lnTo>
                        <a:lnTo>
                          <a:pt x="252" y="36"/>
                        </a:lnTo>
                        <a:lnTo>
                          <a:pt x="228" y="42"/>
                        </a:lnTo>
                        <a:lnTo>
                          <a:pt x="228" y="18"/>
                        </a:lnTo>
                        <a:lnTo>
                          <a:pt x="216" y="18"/>
                        </a:lnTo>
                        <a:lnTo>
                          <a:pt x="210" y="24"/>
                        </a:lnTo>
                        <a:lnTo>
                          <a:pt x="204" y="36"/>
                        </a:lnTo>
                        <a:lnTo>
                          <a:pt x="198" y="42"/>
                        </a:lnTo>
                        <a:lnTo>
                          <a:pt x="174" y="36"/>
                        </a:lnTo>
                        <a:lnTo>
                          <a:pt x="174" y="0"/>
                        </a:lnTo>
                        <a:lnTo>
                          <a:pt x="162" y="24"/>
                        </a:lnTo>
                        <a:lnTo>
                          <a:pt x="150" y="6"/>
                        </a:lnTo>
                        <a:lnTo>
                          <a:pt x="144" y="30"/>
                        </a:lnTo>
                        <a:lnTo>
                          <a:pt x="126" y="30"/>
                        </a:lnTo>
                        <a:lnTo>
                          <a:pt x="120" y="48"/>
                        </a:lnTo>
                        <a:lnTo>
                          <a:pt x="102" y="30"/>
                        </a:lnTo>
                        <a:lnTo>
                          <a:pt x="84" y="24"/>
                        </a:lnTo>
                        <a:lnTo>
                          <a:pt x="72" y="24"/>
                        </a:lnTo>
                        <a:lnTo>
                          <a:pt x="66" y="30"/>
                        </a:lnTo>
                        <a:lnTo>
                          <a:pt x="66" y="48"/>
                        </a:lnTo>
                        <a:lnTo>
                          <a:pt x="54" y="42"/>
                        </a:lnTo>
                        <a:lnTo>
                          <a:pt x="36" y="66"/>
                        </a:lnTo>
                        <a:lnTo>
                          <a:pt x="42" y="102"/>
                        </a:lnTo>
                        <a:lnTo>
                          <a:pt x="60" y="108"/>
                        </a:lnTo>
                        <a:lnTo>
                          <a:pt x="48" y="126"/>
                        </a:lnTo>
                        <a:lnTo>
                          <a:pt x="66" y="132"/>
                        </a:lnTo>
                        <a:lnTo>
                          <a:pt x="60" y="138"/>
                        </a:lnTo>
                        <a:lnTo>
                          <a:pt x="54" y="150"/>
                        </a:lnTo>
                        <a:lnTo>
                          <a:pt x="54" y="162"/>
                        </a:lnTo>
                        <a:lnTo>
                          <a:pt x="60" y="162"/>
                        </a:lnTo>
                        <a:lnTo>
                          <a:pt x="72" y="168"/>
                        </a:lnTo>
                        <a:lnTo>
                          <a:pt x="78" y="168"/>
                        </a:lnTo>
                        <a:lnTo>
                          <a:pt x="78" y="180"/>
                        </a:lnTo>
                        <a:lnTo>
                          <a:pt x="72" y="186"/>
                        </a:lnTo>
                        <a:lnTo>
                          <a:pt x="72" y="192"/>
                        </a:lnTo>
                        <a:lnTo>
                          <a:pt x="66" y="186"/>
                        </a:lnTo>
                        <a:lnTo>
                          <a:pt x="54" y="186"/>
                        </a:lnTo>
                        <a:lnTo>
                          <a:pt x="48" y="180"/>
                        </a:lnTo>
                        <a:lnTo>
                          <a:pt x="30" y="180"/>
                        </a:lnTo>
                        <a:lnTo>
                          <a:pt x="30" y="192"/>
                        </a:lnTo>
                        <a:lnTo>
                          <a:pt x="36" y="204"/>
                        </a:lnTo>
                        <a:lnTo>
                          <a:pt x="48" y="210"/>
                        </a:lnTo>
                        <a:lnTo>
                          <a:pt x="54" y="222"/>
                        </a:lnTo>
                        <a:lnTo>
                          <a:pt x="36" y="222"/>
                        </a:lnTo>
                        <a:lnTo>
                          <a:pt x="36" y="228"/>
                        </a:lnTo>
                        <a:lnTo>
                          <a:pt x="42" y="234"/>
                        </a:lnTo>
                        <a:lnTo>
                          <a:pt x="42" y="252"/>
                        </a:lnTo>
                        <a:lnTo>
                          <a:pt x="36" y="258"/>
                        </a:lnTo>
                        <a:lnTo>
                          <a:pt x="30" y="258"/>
                        </a:lnTo>
                        <a:lnTo>
                          <a:pt x="18" y="252"/>
                        </a:lnTo>
                        <a:lnTo>
                          <a:pt x="12" y="246"/>
                        </a:lnTo>
                        <a:lnTo>
                          <a:pt x="6" y="246"/>
                        </a:lnTo>
                        <a:lnTo>
                          <a:pt x="24" y="282"/>
                        </a:lnTo>
                        <a:lnTo>
                          <a:pt x="24" y="306"/>
                        </a:lnTo>
                        <a:lnTo>
                          <a:pt x="18" y="324"/>
                        </a:lnTo>
                        <a:lnTo>
                          <a:pt x="6" y="330"/>
                        </a:lnTo>
                        <a:lnTo>
                          <a:pt x="0" y="342"/>
                        </a:lnTo>
                        <a:lnTo>
                          <a:pt x="6" y="348"/>
                        </a:lnTo>
                        <a:lnTo>
                          <a:pt x="24" y="348"/>
                        </a:lnTo>
                        <a:lnTo>
                          <a:pt x="24" y="360"/>
                        </a:lnTo>
                        <a:lnTo>
                          <a:pt x="60" y="354"/>
                        </a:lnTo>
                        <a:lnTo>
                          <a:pt x="60" y="384"/>
                        </a:lnTo>
                        <a:lnTo>
                          <a:pt x="90" y="414"/>
                        </a:lnTo>
                        <a:lnTo>
                          <a:pt x="90" y="438"/>
                        </a:lnTo>
                        <a:lnTo>
                          <a:pt x="84" y="450"/>
                        </a:lnTo>
                        <a:lnTo>
                          <a:pt x="84" y="462"/>
                        </a:lnTo>
                        <a:lnTo>
                          <a:pt x="78" y="468"/>
                        </a:lnTo>
                        <a:lnTo>
                          <a:pt x="78" y="516"/>
                        </a:lnTo>
                        <a:lnTo>
                          <a:pt x="90" y="516"/>
                        </a:lnTo>
                        <a:lnTo>
                          <a:pt x="96" y="510"/>
                        </a:lnTo>
                        <a:lnTo>
                          <a:pt x="102" y="498"/>
                        </a:lnTo>
                        <a:lnTo>
                          <a:pt x="114" y="498"/>
                        </a:lnTo>
                        <a:lnTo>
                          <a:pt x="126" y="486"/>
                        </a:lnTo>
                        <a:lnTo>
                          <a:pt x="138" y="480"/>
                        </a:lnTo>
                        <a:lnTo>
                          <a:pt x="198" y="456"/>
                        </a:lnTo>
                        <a:lnTo>
                          <a:pt x="228" y="450"/>
                        </a:lnTo>
                        <a:lnTo>
                          <a:pt x="264" y="450"/>
                        </a:lnTo>
                        <a:lnTo>
                          <a:pt x="270" y="444"/>
                        </a:lnTo>
                        <a:lnTo>
                          <a:pt x="282" y="444"/>
                        </a:lnTo>
                        <a:lnTo>
                          <a:pt x="294" y="438"/>
                        </a:lnTo>
                        <a:lnTo>
                          <a:pt x="330" y="438"/>
                        </a:lnTo>
                        <a:lnTo>
                          <a:pt x="336" y="444"/>
                        </a:lnTo>
                        <a:lnTo>
                          <a:pt x="342" y="444"/>
                        </a:lnTo>
                        <a:lnTo>
                          <a:pt x="348" y="450"/>
                        </a:lnTo>
                        <a:lnTo>
                          <a:pt x="366" y="450"/>
                        </a:lnTo>
                        <a:lnTo>
                          <a:pt x="378" y="438"/>
                        </a:lnTo>
                        <a:lnTo>
                          <a:pt x="384" y="438"/>
                        </a:lnTo>
                        <a:lnTo>
                          <a:pt x="384" y="444"/>
                        </a:lnTo>
                        <a:lnTo>
                          <a:pt x="396" y="456"/>
                        </a:lnTo>
                        <a:lnTo>
                          <a:pt x="408" y="462"/>
                        </a:lnTo>
                        <a:lnTo>
                          <a:pt x="420" y="462"/>
                        </a:lnTo>
                        <a:lnTo>
                          <a:pt x="426" y="468"/>
                        </a:lnTo>
                        <a:lnTo>
                          <a:pt x="426" y="414"/>
                        </a:lnTo>
                        <a:lnTo>
                          <a:pt x="402" y="408"/>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97" name="Congo" descr="© INSCALE GmbH, 05.05.2010&#10;http://www.presentationload.com/">
                    <a:extLst>
                      <a:ext uri="{FF2B5EF4-FFF2-40B4-BE49-F238E27FC236}">
                        <a16:creationId xmlns:a16="http://schemas.microsoft.com/office/drawing/2014/main" id="{23887576-D32A-AD7E-EA6E-960102D79F83}"/>
                      </a:ext>
                    </a:extLst>
                  </p:cNvPr>
                  <p:cNvSpPr>
                    <a:spLocks/>
                  </p:cNvSpPr>
                  <p:nvPr/>
                </p:nvSpPr>
                <p:spPr bwMode="gray">
                  <a:xfrm>
                    <a:off x="2877" y="2458"/>
                    <a:ext cx="342" cy="385"/>
                  </a:xfrm>
                  <a:custGeom>
                    <a:avLst/>
                    <a:gdLst>
                      <a:gd name="T0" fmla="*/ 2147483647 w 1350"/>
                      <a:gd name="T1" fmla="*/ 2147483647 h 1518"/>
                      <a:gd name="T2" fmla="*/ 2147483647 w 1350"/>
                      <a:gd name="T3" fmla="*/ 2147483647 h 1518"/>
                      <a:gd name="T4" fmla="*/ 2147483647 w 1350"/>
                      <a:gd name="T5" fmla="*/ 2147483647 h 1518"/>
                      <a:gd name="T6" fmla="*/ 2147483647 w 1350"/>
                      <a:gd name="T7" fmla="*/ 2147483647 h 1518"/>
                      <a:gd name="T8" fmla="*/ 2147483647 w 1350"/>
                      <a:gd name="T9" fmla="*/ 2147483647 h 1518"/>
                      <a:gd name="T10" fmla="*/ 2147483647 w 1350"/>
                      <a:gd name="T11" fmla="*/ 2147483647 h 1518"/>
                      <a:gd name="T12" fmla="*/ 2147483647 w 1350"/>
                      <a:gd name="T13" fmla="*/ 2147483647 h 1518"/>
                      <a:gd name="T14" fmla="*/ 2147483647 w 1350"/>
                      <a:gd name="T15" fmla="*/ 2147483647 h 1518"/>
                      <a:gd name="T16" fmla="*/ 2147483647 w 1350"/>
                      <a:gd name="T17" fmla="*/ 2147483647 h 1518"/>
                      <a:gd name="T18" fmla="*/ 2147483647 w 1350"/>
                      <a:gd name="T19" fmla="*/ 2147483647 h 1518"/>
                      <a:gd name="T20" fmla="*/ 2147483647 w 1350"/>
                      <a:gd name="T21" fmla="*/ 2147483647 h 1518"/>
                      <a:gd name="T22" fmla="*/ 2147483647 w 1350"/>
                      <a:gd name="T23" fmla="*/ 2147483647 h 1518"/>
                      <a:gd name="T24" fmla="*/ 2147483647 w 1350"/>
                      <a:gd name="T25" fmla="*/ 2147483647 h 1518"/>
                      <a:gd name="T26" fmla="*/ 2147483647 w 1350"/>
                      <a:gd name="T27" fmla="*/ 2147483647 h 1518"/>
                      <a:gd name="T28" fmla="*/ 2147483647 w 1350"/>
                      <a:gd name="T29" fmla="*/ 2147483647 h 1518"/>
                      <a:gd name="T30" fmla="*/ 2147483647 w 1350"/>
                      <a:gd name="T31" fmla="*/ 2147483647 h 1518"/>
                      <a:gd name="T32" fmla="*/ 2147483647 w 1350"/>
                      <a:gd name="T33" fmla="*/ 2147483647 h 1518"/>
                      <a:gd name="T34" fmla="*/ 2147483647 w 1350"/>
                      <a:gd name="T35" fmla="*/ 2147483647 h 1518"/>
                      <a:gd name="T36" fmla="*/ 2147483647 w 1350"/>
                      <a:gd name="T37" fmla="*/ 2147483647 h 1518"/>
                      <a:gd name="T38" fmla="*/ 2147483647 w 1350"/>
                      <a:gd name="T39" fmla="*/ 2147483647 h 1518"/>
                      <a:gd name="T40" fmla="*/ 2147483647 w 1350"/>
                      <a:gd name="T41" fmla="*/ 2147483647 h 1518"/>
                      <a:gd name="T42" fmla="*/ 2147483647 w 1350"/>
                      <a:gd name="T43" fmla="*/ 2147483647 h 1518"/>
                      <a:gd name="T44" fmla="*/ 2147483647 w 1350"/>
                      <a:gd name="T45" fmla="*/ 2147483647 h 1518"/>
                      <a:gd name="T46" fmla="*/ 2147483647 w 1350"/>
                      <a:gd name="T47" fmla="*/ 2147483647 h 1518"/>
                      <a:gd name="T48" fmla="*/ 2147483647 w 1350"/>
                      <a:gd name="T49" fmla="*/ 2147483647 h 1518"/>
                      <a:gd name="T50" fmla="*/ 2147483647 w 1350"/>
                      <a:gd name="T51" fmla="*/ 2147483647 h 1518"/>
                      <a:gd name="T52" fmla="*/ 2147483647 w 1350"/>
                      <a:gd name="T53" fmla="*/ 2147483647 h 1518"/>
                      <a:gd name="T54" fmla="*/ 2147483647 w 1350"/>
                      <a:gd name="T55" fmla="*/ 2147483647 h 1518"/>
                      <a:gd name="T56" fmla="*/ 2147483647 w 1350"/>
                      <a:gd name="T57" fmla="*/ 2147483647 h 1518"/>
                      <a:gd name="T58" fmla="*/ 2147483647 w 1350"/>
                      <a:gd name="T59" fmla="*/ 2147483647 h 1518"/>
                      <a:gd name="T60" fmla="*/ 2147483647 w 1350"/>
                      <a:gd name="T61" fmla="*/ 2147483647 h 1518"/>
                      <a:gd name="T62" fmla="*/ 2147483647 w 1350"/>
                      <a:gd name="T63" fmla="*/ 2147483647 h 1518"/>
                      <a:gd name="T64" fmla="*/ 2147483647 w 1350"/>
                      <a:gd name="T65" fmla="*/ 2147483647 h 1518"/>
                      <a:gd name="T66" fmla="*/ 2147483647 w 1350"/>
                      <a:gd name="T67" fmla="*/ 2147483647 h 1518"/>
                      <a:gd name="T68" fmla="*/ 2147483647 w 1350"/>
                      <a:gd name="T69" fmla="*/ 2147483647 h 1518"/>
                      <a:gd name="T70" fmla="*/ 2147483647 w 1350"/>
                      <a:gd name="T71" fmla="*/ 2147483647 h 1518"/>
                      <a:gd name="T72" fmla="*/ 2147483647 w 1350"/>
                      <a:gd name="T73" fmla="*/ 2147483647 h 1518"/>
                      <a:gd name="T74" fmla="*/ 2147483647 w 1350"/>
                      <a:gd name="T75" fmla="*/ 2147483647 h 1518"/>
                      <a:gd name="T76" fmla="*/ 2147483647 w 1350"/>
                      <a:gd name="T77" fmla="*/ 2147483647 h 1518"/>
                      <a:gd name="T78" fmla="*/ 2147483647 w 1350"/>
                      <a:gd name="T79" fmla="*/ 2147483647 h 1518"/>
                      <a:gd name="T80" fmla="*/ 2147483647 w 1350"/>
                      <a:gd name="T81" fmla="*/ 2147483647 h 1518"/>
                      <a:gd name="T82" fmla="*/ 2147483647 w 1350"/>
                      <a:gd name="T83" fmla="*/ 2147483647 h 1518"/>
                      <a:gd name="T84" fmla="*/ 2147483647 w 1350"/>
                      <a:gd name="T85" fmla="*/ 2147483647 h 1518"/>
                      <a:gd name="T86" fmla="*/ 2147483647 w 1350"/>
                      <a:gd name="T87" fmla="*/ 2147483647 h 1518"/>
                      <a:gd name="T88" fmla="*/ 2147483647 w 1350"/>
                      <a:gd name="T89" fmla="*/ 2147483647 h 1518"/>
                      <a:gd name="T90" fmla="*/ 2147483647 w 1350"/>
                      <a:gd name="T91" fmla="*/ 2147483647 h 1518"/>
                      <a:gd name="T92" fmla="*/ 2147483647 w 1350"/>
                      <a:gd name="T93" fmla="*/ 2147483647 h 1518"/>
                      <a:gd name="T94" fmla="*/ 2147483647 w 1350"/>
                      <a:gd name="T95" fmla="*/ 2147483647 h 1518"/>
                      <a:gd name="T96" fmla="*/ 2147483647 w 1350"/>
                      <a:gd name="T97" fmla="*/ 2147483647 h 1518"/>
                      <a:gd name="T98" fmla="*/ 2147483647 w 1350"/>
                      <a:gd name="T99" fmla="*/ 2147483647 h 1518"/>
                      <a:gd name="T100" fmla="*/ 2147483647 w 1350"/>
                      <a:gd name="T101" fmla="*/ 2147483647 h 1518"/>
                      <a:gd name="T102" fmla="*/ 2147483647 w 1350"/>
                      <a:gd name="T103" fmla="*/ 2147483647 h 1518"/>
                      <a:gd name="T104" fmla="*/ 2147483647 w 1350"/>
                      <a:gd name="T105" fmla="*/ 2147483647 h 1518"/>
                      <a:gd name="T106" fmla="*/ 2147483647 w 1350"/>
                      <a:gd name="T107" fmla="*/ 2147483647 h 1518"/>
                      <a:gd name="T108" fmla="*/ 2147483647 w 1350"/>
                      <a:gd name="T109" fmla="*/ 2147483647 h 1518"/>
                      <a:gd name="T110" fmla="*/ 2147483647 w 1350"/>
                      <a:gd name="T111" fmla="*/ 2147483647 h 1518"/>
                      <a:gd name="T112" fmla="*/ 2147483647 w 1350"/>
                      <a:gd name="T113" fmla="*/ 2147483647 h 1518"/>
                      <a:gd name="T114" fmla="*/ 2147483647 w 1350"/>
                      <a:gd name="T115" fmla="*/ 2147483647 h 1518"/>
                      <a:gd name="T116" fmla="*/ 2147483647 w 1350"/>
                      <a:gd name="T117" fmla="*/ 2147483647 h 1518"/>
                      <a:gd name="T118" fmla="*/ 2147483647 w 1350"/>
                      <a:gd name="T119" fmla="*/ 2147483647 h 1518"/>
                      <a:gd name="T120" fmla="*/ 2147483647 w 1350"/>
                      <a:gd name="T121" fmla="*/ 2147483647 h 1518"/>
                      <a:gd name="T122" fmla="*/ 2147483647 w 1350"/>
                      <a:gd name="T123" fmla="*/ 2147483647 h 1518"/>
                      <a:gd name="T124" fmla="*/ 2147483647 w 1350"/>
                      <a:gd name="T125" fmla="*/ 2147483647 h 1518"/>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350"/>
                      <a:gd name="T190" fmla="*/ 0 h 1518"/>
                      <a:gd name="T191" fmla="*/ 1350 w 1350"/>
                      <a:gd name="T192" fmla="*/ 1518 h 1518"/>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350" h="1518">
                        <a:moveTo>
                          <a:pt x="1242" y="468"/>
                        </a:moveTo>
                        <a:lnTo>
                          <a:pt x="1242" y="438"/>
                        </a:lnTo>
                        <a:lnTo>
                          <a:pt x="1260" y="366"/>
                        </a:lnTo>
                        <a:lnTo>
                          <a:pt x="1278" y="354"/>
                        </a:lnTo>
                        <a:lnTo>
                          <a:pt x="1278" y="342"/>
                        </a:lnTo>
                        <a:lnTo>
                          <a:pt x="1302" y="330"/>
                        </a:lnTo>
                        <a:lnTo>
                          <a:pt x="1308" y="318"/>
                        </a:lnTo>
                        <a:lnTo>
                          <a:pt x="1320" y="312"/>
                        </a:lnTo>
                        <a:lnTo>
                          <a:pt x="1332" y="288"/>
                        </a:lnTo>
                        <a:lnTo>
                          <a:pt x="1344" y="276"/>
                        </a:lnTo>
                        <a:lnTo>
                          <a:pt x="1350" y="264"/>
                        </a:lnTo>
                        <a:lnTo>
                          <a:pt x="1350" y="252"/>
                        </a:lnTo>
                        <a:lnTo>
                          <a:pt x="1344" y="246"/>
                        </a:lnTo>
                        <a:lnTo>
                          <a:pt x="1332" y="240"/>
                        </a:lnTo>
                        <a:lnTo>
                          <a:pt x="1320" y="240"/>
                        </a:lnTo>
                        <a:lnTo>
                          <a:pt x="1314" y="234"/>
                        </a:lnTo>
                        <a:lnTo>
                          <a:pt x="1314" y="222"/>
                        </a:lnTo>
                        <a:lnTo>
                          <a:pt x="1320" y="210"/>
                        </a:lnTo>
                        <a:lnTo>
                          <a:pt x="1326" y="204"/>
                        </a:lnTo>
                        <a:lnTo>
                          <a:pt x="1326" y="198"/>
                        </a:lnTo>
                        <a:lnTo>
                          <a:pt x="1320" y="192"/>
                        </a:lnTo>
                        <a:lnTo>
                          <a:pt x="1308" y="186"/>
                        </a:lnTo>
                        <a:lnTo>
                          <a:pt x="1326" y="168"/>
                        </a:lnTo>
                        <a:lnTo>
                          <a:pt x="1320" y="144"/>
                        </a:lnTo>
                        <a:lnTo>
                          <a:pt x="1302" y="144"/>
                        </a:lnTo>
                        <a:lnTo>
                          <a:pt x="1296" y="120"/>
                        </a:lnTo>
                        <a:lnTo>
                          <a:pt x="1290" y="120"/>
                        </a:lnTo>
                        <a:lnTo>
                          <a:pt x="1284" y="114"/>
                        </a:lnTo>
                        <a:lnTo>
                          <a:pt x="1272" y="108"/>
                        </a:lnTo>
                        <a:lnTo>
                          <a:pt x="1260" y="96"/>
                        </a:lnTo>
                        <a:lnTo>
                          <a:pt x="1254" y="84"/>
                        </a:lnTo>
                        <a:lnTo>
                          <a:pt x="1248" y="66"/>
                        </a:lnTo>
                        <a:lnTo>
                          <a:pt x="1236" y="60"/>
                        </a:lnTo>
                        <a:lnTo>
                          <a:pt x="1230" y="54"/>
                        </a:lnTo>
                        <a:lnTo>
                          <a:pt x="1218" y="66"/>
                        </a:lnTo>
                        <a:lnTo>
                          <a:pt x="1218" y="72"/>
                        </a:lnTo>
                        <a:lnTo>
                          <a:pt x="1206" y="84"/>
                        </a:lnTo>
                        <a:lnTo>
                          <a:pt x="1200" y="84"/>
                        </a:lnTo>
                        <a:lnTo>
                          <a:pt x="1188" y="78"/>
                        </a:lnTo>
                        <a:lnTo>
                          <a:pt x="1188" y="72"/>
                        </a:lnTo>
                        <a:lnTo>
                          <a:pt x="1176" y="66"/>
                        </a:lnTo>
                        <a:lnTo>
                          <a:pt x="1164" y="66"/>
                        </a:lnTo>
                        <a:lnTo>
                          <a:pt x="1158" y="72"/>
                        </a:lnTo>
                        <a:lnTo>
                          <a:pt x="1152" y="84"/>
                        </a:lnTo>
                        <a:lnTo>
                          <a:pt x="1146" y="90"/>
                        </a:lnTo>
                        <a:lnTo>
                          <a:pt x="1098" y="66"/>
                        </a:lnTo>
                        <a:lnTo>
                          <a:pt x="1098" y="42"/>
                        </a:lnTo>
                        <a:lnTo>
                          <a:pt x="1068" y="18"/>
                        </a:lnTo>
                        <a:lnTo>
                          <a:pt x="1062" y="6"/>
                        </a:lnTo>
                        <a:lnTo>
                          <a:pt x="1044" y="24"/>
                        </a:lnTo>
                        <a:lnTo>
                          <a:pt x="1026" y="30"/>
                        </a:lnTo>
                        <a:lnTo>
                          <a:pt x="1002" y="30"/>
                        </a:lnTo>
                        <a:lnTo>
                          <a:pt x="990" y="18"/>
                        </a:lnTo>
                        <a:lnTo>
                          <a:pt x="990" y="12"/>
                        </a:lnTo>
                        <a:lnTo>
                          <a:pt x="954" y="18"/>
                        </a:lnTo>
                        <a:lnTo>
                          <a:pt x="942" y="6"/>
                        </a:lnTo>
                        <a:lnTo>
                          <a:pt x="942" y="0"/>
                        </a:lnTo>
                        <a:lnTo>
                          <a:pt x="936" y="0"/>
                        </a:lnTo>
                        <a:lnTo>
                          <a:pt x="918" y="18"/>
                        </a:lnTo>
                        <a:lnTo>
                          <a:pt x="918" y="30"/>
                        </a:lnTo>
                        <a:lnTo>
                          <a:pt x="906" y="30"/>
                        </a:lnTo>
                        <a:lnTo>
                          <a:pt x="900" y="36"/>
                        </a:lnTo>
                        <a:lnTo>
                          <a:pt x="876" y="36"/>
                        </a:lnTo>
                        <a:lnTo>
                          <a:pt x="864" y="24"/>
                        </a:lnTo>
                        <a:lnTo>
                          <a:pt x="840" y="42"/>
                        </a:lnTo>
                        <a:lnTo>
                          <a:pt x="822" y="42"/>
                        </a:lnTo>
                        <a:lnTo>
                          <a:pt x="810" y="54"/>
                        </a:lnTo>
                        <a:lnTo>
                          <a:pt x="798" y="60"/>
                        </a:lnTo>
                        <a:lnTo>
                          <a:pt x="792" y="66"/>
                        </a:lnTo>
                        <a:lnTo>
                          <a:pt x="786" y="66"/>
                        </a:lnTo>
                        <a:lnTo>
                          <a:pt x="762" y="42"/>
                        </a:lnTo>
                        <a:lnTo>
                          <a:pt x="756" y="54"/>
                        </a:lnTo>
                        <a:lnTo>
                          <a:pt x="738" y="72"/>
                        </a:lnTo>
                        <a:lnTo>
                          <a:pt x="738" y="84"/>
                        </a:lnTo>
                        <a:lnTo>
                          <a:pt x="732" y="90"/>
                        </a:lnTo>
                        <a:lnTo>
                          <a:pt x="726" y="102"/>
                        </a:lnTo>
                        <a:lnTo>
                          <a:pt x="720" y="108"/>
                        </a:lnTo>
                        <a:lnTo>
                          <a:pt x="708" y="102"/>
                        </a:lnTo>
                        <a:lnTo>
                          <a:pt x="702" y="96"/>
                        </a:lnTo>
                        <a:lnTo>
                          <a:pt x="690" y="90"/>
                        </a:lnTo>
                        <a:lnTo>
                          <a:pt x="642" y="90"/>
                        </a:lnTo>
                        <a:lnTo>
                          <a:pt x="630" y="84"/>
                        </a:lnTo>
                        <a:lnTo>
                          <a:pt x="624" y="78"/>
                        </a:lnTo>
                        <a:lnTo>
                          <a:pt x="582" y="78"/>
                        </a:lnTo>
                        <a:lnTo>
                          <a:pt x="582" y="48"/>
                        </a:lnTo>
                        <a:lnTo>
                          <a:pt x="576" y="42"/>
                        </a:lnTo>
                        <a:lnTo>
                          <a:pt x="558" y="42"/>
                        </a:lnTo>
                        <a:lnTo>
                          <a:pt x="558" y="30"/>
                        </a:lnTo>
                        <a:lnTo>
                          <a:pt x="546" y="24"/>
                        </a:lnTo>
                        <a:lnTo>
                          <a:pt x="534" y="24"/>
                        </a:lnTo>
                        <a:lnTo>
                          <a:pt x="516" y="18"/>
                        </a:lnTo>
                        <a:lnTo>
                          <a:pt x="504" y="18"/>
                        </a:lnTo>
                        <a:lnTo>
                          <a:pt x="492" y="24"/>
                        </a:lnTo>
                        <a:lnTo>
                          <a:pt x="486" y="30"/>
                        </a:lnTo>
                        <a:lnTo>
                          <a:pt x="486" y="36"/>
                        </a:lnTo>
                        <a:lnTo>
                          <a:pt x="480" y="48"/>
                        </a:lnTo>
                        <a:lnTo>
                          <a:pt x="480" y="54"/>
                        </a:lnTo>
                        <a:lnTo>
                          <a:pt x="474" y="66"/>
                        </a:lnTo>
                        <a:lnTo>
                          <a:pt x="462" y="78"/>
                        </a:lnTo>
                        <a:lnTo>
                          <a:pt x="456" y="78"/>
                        </a:lnTo>
                        <a:lnTo>
                          <a:pt x="444" y="90"/>
                        </a:lnTo>
                        <a:lnTo>
                          <a:pt x="444" y="102"/>
                        </a:lnTo>
                        <a:lnTo>
                          <a:pt x="450" y="102"/>
                        </a:lnTo>
                        <a:lnTo>
                          <a:pt x="450" y="120"/>
                        </a:lnTo>
                        <a:lnTo>
                          <a:pt x="438" y="138"/>
                        </a:lnTo>
                        <a:lnTo>
                          <a:pt x="450" y="150"/>
                        </a:lnTo>
                        <a:lnTo>
                          <a:pt x="450" y="186"/>
                        </a:lnTo>
                        <a:lnTo>
                          <a:pt x="444" y="198"/>
                        </a:lnTo>
                        <a:lnTo>
                          <a:pt x="438" y="216"/>
                        </a:lnTo>
                        <a:lnTo>
                          <a:pt x="426" y="228"/>
                        </a:lnTo>
                        <a:lnTo>
                          <a:pt x="414" y="252"/>
                        </a:lnTo>
                        <a:lnTo>
                          <a:pt x="408" y="258"/>
                        </a:lnTo>
                        <a:lnTo>
                          <a:pt x="408" y="288"/>
                        </a:lnTo>
                        <a:lnTo>
                          <a:pt x="414" y="300"/>
                        </a:lnTo>
                        <a:lnTo>
                          <a:pt x="414" y="324"/>
                        </a:lnTo>
                        <a:lnTo>
                          <a:pt x="396" y="360"/>
                        </a:lnTo>
                        <a:lnTo>
                          <a:pt x="396" y="372"/>
                        </a:lnTo>
                        <a:lnTo>
                          <a:pt x="402" y="378"/>
                        </a:lnTo>
                        <a:lnTo>
                          <a:pt x="408" y="390"/>
                        </a:lnTo>
                        <a:lnTo>
                          <a:pt x="408" y="414"/>
                        </a:lnTo>
                        <a:lnTo>
                          <a:pt x="402" y="426"/>
                        </a:lnTo>
                        <a:lnTo>
                          <a:pt x="390" y="432"/>
                        </a:lnTo>
                        <a:lnTo>
                          <a:pt x="390" y="486"/>
                        </a:lnTo>
                        <a:lnTo>
                          <a:pt x="384" y="492"/>
                        </a:lnTo>
                        <a:lnTo>
                          <a:pt x="372" y="498"/>
                        </a:lnTo>
                        <a:lnTo>
                          <a:pt x="366" y="510"/>
                        </a:lnTo>
                        <a:lnTo>
                          <a:pt x="318" y="534"/>
                        </a:lnTo>
                        <a:lnTo>
                          <a:pt x="312" y="540"/>
                        </a:lnTo>
                        <a:lnTo>
                          <a:pt x="306" y="552"/>
                        </a:lnTo>
                        <a:lnTo>
                          <a:pt x="306" y="588"/>
                        </a:lnTo>
                        <a:lnTo>
                          <a:pt x="282" y="612"/>
                        </a:lnTo>
                        <a:lnTo>
                          <a:pt x="276" y="612"/>
                        </a:lnTo>
                        <a:lnTo>
                          <a:pt x="282" y="714"/>
                        </a:lnTo>
                        <a:lnTo>
                          <a:pt x="252" y="756"/>
                        </a:lnTo>
                        <a:lnTo>
                          <a:pt x="246" y="762"/>
                        </a:lnTo>
                        <a:lnTo>
                          <a:pt x="228" y="762"/>
                        </a:lnTo>
                        <a:lnTo>
                          <a:pt x="216" y="774"/>
                        </a:lnTo>
                        <a:lnTo>
                          <a:pt x="210" y="786"/>
                        </a:lnTo>
                        <a:lnTo>
                          <a:pt x="192" y="804"/>
                        </a:lnTo>
                        <a:lnTo>
                          <a:pt x="186" y="816"/>
                        </a:lnTo>
                        <a:lnTo>
                          <a:pt x="180" y="822"/>
                        </a:lnTo>
                        <a:lnTo>
                          <a:pt x="168" y="828"/>
                        </a:lnTo>
                        <a:lnTo>
                          <a:pt x="150" y="828"/>
                        </a:lnTo>
                        <a:lnTo>
                          <a:pt x="144" y="822"/>
                        </a:lnTo>
                        <a:lnTo>
                          <a:pt x="150" y="810"/>
                        </a:lnTo>
                        <a:lnTo>
                          <a:pt x="150" y="780"/>
                        </a:lnTo>
                        <a:lnTo>
                          <a:pt x="144" y="780"/>
                        </a:lnTo>
                        <a:lnTo>
                          <a:pt x="126" y="798"/>
                        </a:lnTo>
                        <a:lnTo>
                          <a:pt x="102" y="792"/>
                        </a:lnTo>
                        <a:lnTo>
                          <a:pt x="102" y="810"/>
                        </a:lnTo>
                        <a:lnTo>
                          <a:pt x="96" y="822"/>
                        </a:lnTo>
                        <a:lnTo>
                          <a:pt x="90" y="828"/>
                        </a:lnTo>
                        <a:lnTo>
                          <a:pt x="78" y="828"/>
                        </a:lnTo>
                        <a:lnTo>
                          <a:pt x="72" y="822"/>
                        </a:lnTo>
                        <a:lnTo>
                          <a:pt x="72" y="816"/>
                        </a:lnTo>
                        <a:lnTo>
                          <a:pt x="66" y="810"/>
                        </a:lnTo>
                        <a:lnTo>
                          <a:pt x="66" y="804"/>
                        </a:lnTo>
                        <a:lnTo>
                          <a:pt x="54" y="804"/>
                        </a:lnTo>
                        <a:lnTo>
                          <a:pt x="48" y="816"/>
                        </a:lnTo>
                        <a:lnTo>
                          <a:pt x="12" y="846"/>
                        </a:lnTo>
                        <a:lnTo>
                          <a:pt x="18" y="858"/>
                        </a:lnTo>
                        <a:lnTo>
                          <a:pt x="18" y="864"/>
                        </a:lnTo>
                        <a:lnTo>
                          <a:pt x="24" y="876"/>
                        </a:lnTo>
                        <a:lnTo>
                          <a:pt x="24" y="882"/>
                        </a:lnTo>
                        <a:lnTo>
                          <a:pt x="18" y="888"/>
                        </a:lnTo>
                        <a:lnTo>
                          <a:pt x="6" y="894"/>
                        </a:lnTo>
                        <a:lnTo>
                          <a:pt x="0" y="900"/>
                        </a:lnTo>
                        <a:lnTo>
                          <a:pt x="6" y="906"/>
                        </a:lnTo>
                        <a:lnTo>
                          <a:pt x="6" y="912"/>
                        </a:lnTo>
                        <a:lnTo>
                          <a:pt x="18" y="918"/>
                        </a:lnTo>
                        <a:lnTo>
                          <a:pt x="18" y="924"/>
                        </a:lnTo>
                        <a:lnTo>
                          <a:pt x="54" y="906"/>
                        </a:lnTo>
                        <a:lnTo>
                          <a:pt x="78" y="912"/>
                        </a:lnTo>
                        <a:lnTo>
                          <a:pt x="84" y="906"/>
                        </a:lnTo>
                        <a:lnTo>
                          <a:pt x="96" y="912"/>
                        </a:lnTo>
                        <a:lnTo>
                          <a:pt x="120" y="906"/>
                        </a:lnTo>
                        <a:lnTo>
                          <a:pt x="132" y="912"/>
                        </a:lnTo>
                        <a:lnTo>
                          <a:pt x="162" y="912"/>
                        </a:lnTo>
                        <a:lnTo>
                          <a:pt x="174" y="906"/>
                        </a:lnTo>
                        <a:lnTo>
                          <a:pt x="186" y="906"/>
                        </a:lnTo>
                        <a:lnTo>
                          <a:pt x="198" y="912"/>
                        </a:lnTo>
                        <a:lnTo>
                          <a:pt x="228" y="912"/>
                        </a:lnTo>
                        <a:lnTo>
                          <a:pt x="246" y="906"/>
                        </a:lnTo>
                        <a:lnTo>
                          <a:pt x="270" y="906"/>
                        </a:lnTo>
                        <a:lnTo>
                          <a:pt x="276" y="900"/>
                        </a:lnTo>
                        <a:lnTo>
                          <a:pt x="294" y="900"/>
                        </a:lnTo>
                        <a:lnTo>
                          <a:pt x="300" y="906"/>
                        </a:lnTo>
                        <a:lnTo>
                          <a:pt x="306" y="918"/>
                        </a:lnTo>
                        <a:lnTo>
                          <a:pt x="318" y="930"/>
                        </a:lnTo>
                        <a:lnTo>
                          <a:pt x="318" y="972"/>
                        </a:lnTo>
                        <a:lnTo>
                          <a:pt x="336" y="990"/>
                        </a:lnTo>
                        <a:lnTo>
                          <a:pt x="336" y="1014"/>
                        </a:lnTo>
                        <a:lnTo>
                          <a:pt x="330" y="1020"/>
                        </a:lnTo>
                        <a:lnTo>
                          <a:pt x="330" y="1026"/>
                        </a:lnTo>
                        <a:lnTo>
                          <a:pt x="336" y="1032"/>
                        </a:lnTo>
                        <a:lnTo>
                          <a:pt x="342" y="1032"/>
                        </a:lnTo>
                        <a:lnTo>
                          <a:pt x="354" y="1044"/>
                        </a:lnTo>
                        <a:lnTo>
                          <a:pt x="354" y="1056"/>
                        </a:lnTo>
                        <a:lnTo>
                          <a:pt x="360" y="1062"/>
                        </a:lnTo>
                        <a:lnTo>
                          <a:pt x="372" y="1086"/>
                        </a:lnTo>
                        <a:lnTo>
                          <a:pt x="402" y="1086"/>
                        </a:lnTo>
                        <a:lnTo>
                          <a:pt x="414" y="1092"/>
                        </a:lnTo>
                        <a:lnTo>
                          <a:pt x="420" y="1080"/>
                        </a:lnTo>
                        <a:lnTo>
                          <a:pt x="444" y="1080"/>
                        </a:lnTo>
                        <a:lnTo>
                          <a:pt x="456" y="1074"/>
                        </a:lnTo>
                        <a:lnTo>
                          <a:pt x="462" y="1080"/>
                        </a:lnTo>
                        <a:lnTo>
                          <a:pt x="504" y="1074"/>
                        </a:lnTo>
                        <a:lnTo>
                          <a:pt x="504" y="1056"/>
                        </a:lnTo>
                        <a:lnTo>
                          <a:pt x="510" y="1050"/>
                        </a:lnTo>
                        <a:lnTo>
                          <a:pt x="510" y="1044"/>
                        </a:lnTo>
                        <a:lnTo>
                          <a:pt x="522" y="1044"/>
                        </a:lnTo>
                        <a:lnTo>
                          <a:pt x="522" y="1032"/>
                        </a:lnTo>
                        <a:lnTo>
                          <a:pt x="516" y="1020"/>
                        </a:lnTo>
                        <a:lnTo>
                          <a:pt x="510" y="1014"/>
                        </a:lnTo>
                        <a:lnTo>
                          <a:pt x="510" y="1008"/>
                        </a:lnTo>
                        <a:lnTo>
                          <a:pt x="516" y="1002"/>
                        </a:lnTo>
                        <a:lnTo>
                          <a:pt x="564" y="1002"/>
                        </a:lnTo>
                        <a:lnTo>
                          <a:pt x="564" y="996"/>
                        </a:lnTo>
                        <a:lnTo>
                          <a:pt x="576" y="996"/>
                        </a:lnTo>
                        <a:lnTo>
                          <a:pt x="588" y="1002"/>
                        </a:lnTo>
                        <a:lnTo>
                          <a:pt x="588" y="1026"/>
                        </a:lnTo>
                        <a:lnTo>
                          <a:pt x="678" y="1026"/>
                        </a:lnTo>
                        <a:lnTo>
                          <a:pt x="678" y="1050"/>
                        </a:lnTo>
                        <a:lnTo>
                          <a:pt x="666" y="1068"/>
                        </a:lnTo>
                        <a:lnTo>
                          <a:pt x="672" y="1086"/>
                        </a:lnTo>
                        <a:lnTo>
                          <a:pt x="684" y="1098"/>
                        </a:lnTo>
                        <a:lnTo>
                          <a:pt x="690" y="1110"/>
                        </a:lnTo>
                        <a:lnTo>
                          <a:pt x="690" y="1122"/>
                        </a:lnTo>
                        <a:lnTo>
                          <a:pt x="684" y="1134"/>
                        </a:lnTo>
                        <a:lnTo>
                          <a:pt x="678" y="1140"/>
                        </a:lnTo>
                        <a:lnTo>
                          <a:pt x="684" y="1164"/>
                        </a:lnTo>
                        <a:lnTo>
                          <a:pt x="684" y="1176"/>
                        </a:lnTo>
                        <a:lnTo>
                          <a:pt x="678" y="1182"/>
                        </a:lnTo>
                        <a:lnTo>
                          <a:pt x="678" y="1194"/>
                        </a:lnTo>
                        <a:lnTo>
                          <a:pt x="684" y="1212"/>
                        </a:lnTo>
                        <a:lnTo>
                          <a:pt x="696" y="1230"/>
                        </a:lnTo>
                        <a:lnTo>
                          <a:pt x="708" y="1254"/>
                        </a:lnTo>
                        <a:lnTo>
                          <a:pt x="714" y="1260"/>
                        </a:lnTo>
                        <a:lnTo>
                          <a:pt x="714" y="1278"/>
                        </a:lnTo>
                        <a:lnTo>
                          <a:pt x="708" y="1290"/>
                        </a:lnTo>
                        <a:lnTo>
                          <a:pt x="708" y="1302"/>
                        </a:lnTo>
                        <a:lnTo>
                          <a:pt x="702" y="1308"/>
                        </a:lnTo>
                        <a:lnTo>
                          <a:pt x="702" y="1332"/>
                        </a:lnTo>
                        <a:lnTo>
                          <a:pt x="708" y="1338"/>
                        </a:lnTo>
                        <a:lnTo>
                          <a:pt x="714" y="1338"/>
                        </a:lnTo>
                        <a:lnTo>
                          <a:pt x="720" y="1344"/>
                        </a:lnTo>
                        <a:lnTo>
                          <a:pt x="726" y="1326"/>
                        </a:lnTo>
                        <a:lnTo>
                          <a:pt x="756" y="1332"/>
                        </a:lnTo>
                        <a:lnTo>
                          <a:pt x="780" y="1326"/>
                        </a:lnTo>
                        <a:lnTo>
                          <a:pt x="780" y="1314"/>
                        </a:lnTo>
                        <a:lnTo>
                          <a:pt x="792" y="1314"/>
                        </a:lnTo>
                        <a:lnTo>
                          <a:pt x="804" y="1326"/>
                        </a:lnTo>
                        <a:lnTo>
                          <a:pt x="828" y="1326"/>
                        </a:lnTo>
                        <a:lnTo>
                          <a:pt x="834" y="1308"/>
                        </a:lnTo>
                        <a:lnTo>
                          <a:pt x="840" y="1320"/>
                        </a:lnTo>
                        <a:lnTo>
                          <a:pt x="858" y="1320"/>
                        </a:lnTo>
                        <a:lnTo>
                          <a:pt x="858" y="1350"/>
                        </a:lnTo>
                        <a:lnTo>
                          <a:pt x="864" y="1356"/>
                        </a:lnTo>
                        <a:lnTo>
                          <a:pt x="882" y="1356"/>
                        </a:lnTo>
                        <a:lnTo>
                          <a:pt x="882" y="1350"/>
                        </a:lnTo>
                        <a:lnTo>
                          <a:pt x="876" y="1344"/>
                        </a:lnTo>
                        <a:lnTo>
                          <a:pt x="918" y="1338"/>
                        </a:lnTo>
                        <a:lnTo>
                          <a:pt x="918" y="1356"/>
                        </a:lnTo>
                        <a:lnTo>
                          <a:pt x="924" y="1368"/>
                        </a:lnTo>
                        <a:lnTo>
                          <a:pt x="930" y="1374"/>
                        </a:lnTo>
                        <a:lnTo>
                          <a:pt x="948" y="1386"/>
                        </a:lnTo>
                        <a:lnTo>
                          <a:pt x="984" y="1392"/>
                        </a:lnTo>
                        <a:lnTo>
                          <a:pt x="1014" y="1398"/>
                        </a:lnTo>
                        <a:lnTo>
                          <a:pt x="1032" y="1398"/>
                        </a:lnTo>
                        <a:lnTo>
                          <a:pt x="1032" y="1392"/>
                        </a:lnTo>
                        <a:lnTo>
                          <a:pt x="1038" y="1386"/>
                        </a:lnTo>
                        <a:lnTo>
                          <a:pt x="1038" y="1368"/>
                        </a:lnTo>
                        <a:lnTo>
                          <a:pt x="1044" y="1362"/>
                        </a:lnTo>
                        <a:lnTo>
                          <a:pt x="1050" y="1362"/>
                        </a:lnTo>
                        <a:lnTo>
                          <a:pt x="1062" y="1374"/>
                        </a:lnTo>
                        <a:lnTo>
                          <a:pt x="1062" y="1386"/>
                        </a:lnTo>
                        <a:lnTo>
                          <a:pt x="1068" y="1392"/>
                        </a:lnTo>
                        <a:lnTo>
                          <a:pt x="1080" y="1392"/>
                        </a:lnTo>
                        <a:lnTo>
                          <a:pt x="1080" y="1404"/>
                        </a:lnTo>
                        <a:lnTo>
                          <a:pt x="1074" y="1404"/>
                        </a:lnTo>
                        <a:lnTo>
                          <a:pt x="1074" y="1416"/>
                        </a:lnTo>
                        <a:lnTo>
                          <a:pt x="1104" y="1416"/>
                        </a:lnTo>
                        <a:lnTo>
                          <a:pt x="1110" y="1422"/>
                        </a:lnTo>
                        <a:lnTo>
                          <a:pt x="1110" y="1434"/>
                        </a:lnTo>
                        <a:lnTo>
                          <a:pt x="1122" y="1434"/>
                        </a:lnTo>
                        <a:lnTo>
                          <a:pt x="1128" y="1428"/>
                        </a:lnTo>
                        <a:lnTo>
                          <a:pt x="1134" y="1428"/>
                        </a:lnTo>
                        <a:lnTo>
                          <a:pt x="1140" y="1434"/>
                        </a:lnTo>
                        <a:lnTo>
                          <a:pt x="1146" y="1446"/>
                        </a:lnTo>
                        <a:lnTo>
                          <a:pt x="1146" y="1452"/>
                        </a:lnTo>
                        <a:lnTo>
                          <a:pt x="1152" y="1464"/>
                        </a:lnTo>
                        <a:lnTo>
                          <a:pt x="1164" y="1464"/>
                        </a:lnTo>
                        <a:lnTo>
                          <a:pt x="1176" y="1476"/>
                        </a:lnTo>
                        <a:lnTo>
                          <a:pt x="1176" y="1488"/>
                        </a:lnTo>
                        <a:lnTo>
                          <a:pt x="1182" y="1500"/>
                        </a:lnTo>
                        <a:lnTo>
                          <a:pt x="1182" y="1512"/>
                        </a:lnTo>
                        <a:lnTo>
                          <a:pt x="1200" y="1512"/>
                        </a:lnTo>
                        <a:lnTo>
                          <a:pt x="1218" y="1500"/>
                        </a:lnTo>
                        <a:lnTo>
                          <a:pt x="1224" y="1512"/>
                        </a:lnTo>
                        <a:lnTo>
                          <a:pt x="1224" y="1518"/>
                        </a:lnTo>
                        <a:lnTo>
                          <a:pt x="1230" y="1518"/>
                        </a:lnTo>
                        <a:lnTo>
                          <a:pt x="1236" y="1500"/>
                        </a:lnTo>
                        <a:lnTo>
                          <a:pt x="1242" y="1464"/>
                        </a:lnTo>
                        <a:lnTo>
                          <a:pt x="1242" y="1416"/>
                        </a:lnTo>
                        <a:lnTo>
                          <a:pt x="1218" y="1416"/>
                        </a:lnTo>
                        <a:lnTo>
                          <a:pt x="1218" y="1434"/>
                        </a:lnTo>
                        <a:lnTo>
                          <a:pt x="1212" y="1440"/>
                        </a:lnTo>
                        <a:lnTo>
                          <a:pt x="1206" y="1440"/>
                        </a:lnTo>
                        <a:lnTo>
                          <a:pt x="1194" y="1434"/>
                        </a:lnTo>
                        <a:lnTo>
                          <a:pt x="1164" y="1404"/>
                        </a:lnTo>
                        <a:lnTo>
                          <a:pt x="1158" y="1404"/>
                        </a:lnTo>
                        <a:lnTo>
                          <a:pt x="1158" y="1398"/>
                        </a:lnTo>
                        <a:lnTo>
                          <a:pt x="1152" y="1398"/>
                        </a:lnTo>
                        <a:lnTo>
                          <a:pt x="1140" y="1386"/>
                        </a:lnTo>
                        <a:lnTo>
                          <a:pt x="1140" y="1362"/>
                        </a:lnTo>
                        <a:lnTo>
                          <a:pt x="1146" y="1350"/>
                        </a:lnTo>
                        <a:lnTo>
                          <a:pt x="1152" y="1332"/>
                        </a:lnTo>
                        <a:lnTo>
                          <a:pt x="1158" y="1320"/>
                        </a:lnTo>
                        <a:lnTo>
                          <a:pt x="1170" y="1308"/>
                        </a:lnTo>
                        <a:lnTo>
                          <a:pt x="1170" y="1254"/>
                        </a:lnTo>
                        <a:lnTo>
                          <a:pt x="1164" y="1236"/>
                        </a:lnTo>
                        <a:lnTo>
                          <a:pt x="1164" y="1212"/>
                        </a:lnTo>
                        <a:lnTo>
                          <a:pt x="1158" y="1206"/>
                        </a:lnTo>
                        <a:lnTo>
                          <a:pt x="1158" y="1200"/>
                        </a:lnTo>
                        <a:lnTo>
                          <a:pt x="1152" y="1194"/>
                        </a:lnTo>
                        <a:lnTo>
                          <a:pt x="1152" y="1188"/>
                        </a:lnTo>
                        <a:lnTo>
                          <a:pt x="1140" y="1176"/>
                        </a:lnTo>
                        <a:lnTo>
                          <a:pt x="1146" y="1176"/>
                        </a:lnTo>
                        <a:lnTo>
                          <a:pt x="1152" y="1170"/>
                        </a:lnTo>
                        <a:lnTo>
                          <a:pt x="1164" y="1164"/>
                        </a:lnTo>
                        <a:lnTo>
                          <a:pt x="1182" y="1146"/>
                        </a:lnTo>
                        <a:lnTo>
                          <a:pt x="1182" y="1116"/>
                        </a:lnTo>
                        <a:lnTo>
                          <a:pt x="1194" y="1116"/>
                        </a:lnTo>
                        <a:lnTo>
                          <a:pt x="1212" y="1110"/>
                        </a:lnTo>
                        <a:lnTo>
                          <a:pt x="1230" y="1110"/>
                        </a:lnTo>
                        <a:lnTo>
                          <a:pt x="1242" y="1104"/>
                        </a:lnTo>
                        <a:lnTo>
                          <a:pt x="1260" y="1104"/>
                        </a:lnTo>
                        <a:lnTo>
                          <a:pt x="1284" y="1092"/>
                        </a:lnTo>
                        <a:lnTo>
                          <a:pt x="1290" y="1092"/>
                        </a:lnTo>
                        <a:lnTo>
                          <a:pt x="1290" y="1086"/>
                        </a:lnTo>
                        <a:lnTo>
                          <a:pt x="1284" y="1074"/>
                        </a:lnTo>
                        <a:lnTo>
                          <a:pt x="1272" y="1062"/>
                        </a:lnTo>
                        <a:lnTo>
                          <a:pt x="1272" y="1014"/>
                        </a:lnTo>
                        <a:lnTo>
                          <a:pt x="1248" y="1014"/>
                        </a:lnTo>
                        <a:lnTo>
                          <a:pt x="1248" y="1008"/>
                        </a:lnTo>
                        <a:lnTo>
                          <a:pt x="1242" y="996"/>
                        </a:lnTo>
                        <a:lnTo>
                          <a:pt x="1242" y="978"/>
                        </a:lnTo>
                        <a:lnTo>
                          <a:pt x="1236" y="972"/>
                        </a:lnTo>
                        <a:lnTo>
                          <a:pt x="1224" y="966"/>
                        </a:lnTo>
                        <a:lnTo>
                          <a:pt x="1218" y="960"/>
                        </a:lnTo>
                        <a:lnTo>
                          <a:pt x="1206" y="936"/>
                        </a:lnTo>
                        <a:lnTo>
                          <a:pt x="1206" y="906"/>
                        </a:lnTo>
                        <a:lnTo>
                          <a:pt x="1212" y="900"/>
                        </a:lnTo>
                        <a:lnTo>
                          <a:pt x="1212" y="876"/>
                        </a:lnTo>
                        <a:lnTo>
                          <a:pt x="1200" y="864"/>
                        </a:lnTo>
                        <a:lnTo>
                          <a:pt x="1194" y="852"/>
                        </a:lnTo>
                        <a:lnTo>
                          <a:pt x="1194" y="804"/>
                        </a:lnTo>
                        <a:lnTo>
                          <a:pt x="1200" y="780"/>
                        </a:lnTo>
                        <a:lnTo>
                          <a:pt x="1200" y="750"/>
                        </a:lnTo>
                        <a:lnTo>
                          <a:pt x="1212" y="738"/>
                        </a:lnTo>
                        <a:lnTo>
                          <a:pt x="1218" y="744"/>
                        </a:lnTo>
                        <a:lnTo>
                          <a:pt x="1218" y="732"/>
                        </a:lnTo>
                        <a:lnTo>
                          <a:pt x="1224" y="726"/>
                        </a:lnTo>
                        <a:lnTo>
                          <a:pt x="1224" y="696"/>
                        </a:lnTo>
                        <a:lnTo>
                          <a:pt x="1218" y="690"/>
                        </a:lnTo>
                        <a:lnTo>
                          <a:pt x="1206" y="684"/>
                        </a:lnTo>
                        <a:lnTo>
                          <a:pt x="1200" y="678"/>
                        </a:lnTo>
                        <a:lnTo>
                          <a:pt x="1188" y="648"/>
                        </a:lnTo>
                        <a:lnTo>
                          <a:pt x="1182" y="642"/>
                        </a:lnTo>
                        <a:lnTo>
                          <a:pt x="1176" y="642"/>
                        </a:lnTo>
                        <a:lnTo>
                          <a:pt x="1176" y="636"/>
                        </a:lnTo>
                        <a:lnTo>
                          <a:pt x="1182" y="624"/>
                        </a:lnTo>
                        <a:lnTo>
                          <a:pt x="1194" y="618"/>
                        </a:lnTo>
                        <a:lnTo>
                          <a:pt x="1206" y="606"/>
                        </a:lnTo>
                        <a:lnTo>
                          <a:pt x="1206" y="594"/>
                        </a:lnTo>
                        <a:lnTo>
                          <a:pt x="1200" y="588"/>
                        </a:lnTo>
                        <a:lnTo>
                          <a:pt x="1194" y="576"/>
                        </a:lnTo>
                        <a:lnTo>
                          <a:pt x="1194" y="570"/>
                        </a:lnTo>
                        <a:lnTo>
                          <a:pt x="1200" y="564"/>
                        </a:lnTo>
                        <a:lnTo>
                          <a:pt x="1224" y="552"/>
                        </a:lnTo>
                        <a:lnTo>
                          <a:pt x="1230" y="546"/>
                        </a:lnTo>
                        <a:lnTo>
                          <a:pt x="1236" y="546"/>
                        </a:lnTo>
                        <a:lnTo>
                          <a:pt x="1242" y="468"/>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98" name="Congo (Brazzaville)" descr="© INSCALE GmbH, 05.05.2010&#10;http://www.presentationload.com/">
                    <a:extLst>
                      <a:ext uri="{FF2B5EF4-FFF2-40B4-BE49-F238E27FC236}">
                        <a16:creationId xmlns:a16="http://schemas.microsoft.com/office/drawing/2014/main" id="{7C9C3913-EF7D-0BE5-0F42-F72C1ADD183A}"/>
                      </a:ext>
                    </a:extLst>
                  </p:cNvPr>
                  <p:cNvSpPr>
                    <a:spLocks/>
                  </p:cNvSpPr>
                  <p:nvPr/>
                </p:nvSpPr>
                <p:spPr bwMode="gray">
                  <a:xfrm>
                    <a:off x="2855" y="2492"/>
                    <a:ext cx="136" cy="178"/>
                  </a:xfrm>
                  <a:custGeom>
                    <a:avLst/>
                    <a:gdLst>
                      <a:gd name="T0" fmla="*/ 2147483647 w 534"/>
                      <a:gd name="T1" fmla="*/ 2147483647 h 702"/>
                      <a:gd name="T2" fmla="*/ 2147483647 w 534"/>
                      <a:gd name="T3" fmla="*/ 2147483647 h 702"/>
                      <a:gd name="T4" fmla="*/ 2147483647 w 534"/>
                      <a:gd name="T5" fmla="*/ 2147483647 h 702"/>
                      <a:gd name="T6" fmla="*/ 2147483647 w 534"/>
                      <a:gd name="T7" fmla="*/ 2147483647 h 702"/>
                      <a:gd name="T8" fmla="*/ 2147483647 w 534"/>
                      <a:gd name="T9" fmla="*/ 2147483647 h 702"/>
                      <a:gd name="T10" fmla="*/ 2147483647 w 534"/>
                      <a:gd name="T11" fmla="*/ 2147483647 h 702"/>
                      <a:gd name="T12" fmla="*/ 2147483647 w 534"/>
                      <a:gd name="T13" fmla="*/ 2147483647 h 702"/>
                      <a:gd name="T14" fmla="*/ 2147483647 w 534"/>
                      <a:gd name="T15" fmla="*/ 2147483647 h 702"/>
                      <a:gd name="T16" fmla="*/ 2147483647 w 534"/>
                      <a:gd name="T17" fmla="*/ 2147483647 h 702"/>
                      <a:gd name="T18" fmla="*/ 2147483647 w 534"/>
                      <a:gd name="T19" fmla="*/ 2147483647 h 702"/>
                      <a:gd name="T20" fmla="*/ 2147483647 w 534"/>
                      <a:gd name="T21" fmla="*/ 2147483647 h 702"/>
                      <a:gd name="T22" fmla="*/ 2147483647 w 534"/>
                      <a:gd name="T23" fmla="*/ 2147483647 h 702"/>
                      <a:gd name="T24" fmla="*/ 2147483647 w 534"/>
                      <a:gd name="T25" fmla="*/ 2147483647 h 702"/>
                      <a:gd name="T26" fmla="*/ 2147483647 w 534"/>
                      <a:gd name="T27" fmla="*/ 2147483647 h 702"/>
                      <a:gd name="T28" fmla="*/ 2147483647 w 534"/>
                      <a:gd name="T29" fmla="*/ 2147483647 h 702"/>
                      <a:gd name="T30" fmla="*/ 2147483647 w 534"/>
                      <a:gd name="T31" fmla="*/ 2147483647 h 702"/>
                      <a:gd name="T32" fmla="*/ 2147483647 w 534"/>
                      <a:gd name="T33" fmla="*/ 2147483647 h 702"/>
                      <a:gd name="T34" fmla="*/ 2147483647 w 534"/>
                      <a:gd name="T35" fmla="*/ 2147483647 h 702"/>
                      <a:gd name="T36" fmla="*/ 2147483647 w 534"/>
                      <a:gd name="T37" fmla="*/ 2147483647 h 702"/>
                      <a:gd name="T38" fmla="*/ 2147483647 w 534"/>
                      <a:gd name="T39" fmla="*/ 2147483647 h 702"/>
                      <a:gd name="T40" fmla="*/ 2147483647 w 534"/>
                      <a:gd name="T41" fmla="*/ 2147483647 h 702"/>
                      <a:gd name="T42" fmla="*/ 2147483647 w 534"/>
                      <a:gd name="T43" fmla="*/ 2147483647 h 702"/>
                      <a:gd name="T44" fmla="*/ 2147483647 w 534"/>
                      <a:gd name="T45" fmla="*/ 2147483647 h 702"/>
                      <a:gd name="T46" fmla="*/ 2147483647 w 534"/>
                      <a:gd name="T47" fmla="*/ 2147483647 h 702"/>
                      <a:gd name="T48" fmla="*/ 2147483647 w 534"/>
                      <a:gd name="T49" fmla="*/ 2147483647 h 702"/>
                      <a:gd name="T50" fmla="*/ 0 w 534"/>
                      <a:gd name="T51" fmla="*/ 2147483647 h 702"/>
                      <a:gd name="T52" fmla="*/ 2147483647 w 534"/>
                      <a:gd name="T53" fmla="*/ 2147483647 h 702"/>
                      <a:gd name="T54" fmla="*/ 2147483647 w 534"/>
                      <a:gd name="T55" fmla="*/ 2147483647 h 702"/>
                      <a:gd name="T56" fmla="*/ 2147483647 w 534"/>
                      <a:gd name="T57" fmla="*/ 2147483647 h 702"/>
                      <a:gd name="T58" fmla="*/ 2147483647 w 534"/>
                      <a:gd name="T59" fmla="*/ 2147483647 h 702"/>
                      <a:gd name="T60" fmla="*/ 2147483647 w 534"/>
                      <a:gd name="T61" fmla="*/ 2147483647 h 702"/>
                      <a:gd name="T62" fmla="*/ 2147483647 w 534"/>
                      <a:gd name="T63" fmla="*/ 2147483647 h 702"/>
                      <a:gd name="T64" fmla="*/ 2147483647 w 534"/>
                      <a:gd name="T65" fmla="*/ 2147483647 h 702"/>
                      <a:gd name="T66" fmla="*/ 2147483647 w 534"/>
                      <a:gd name="T67" fmla="*/ 2147483647 h 702"/>
                      <a:gd name="T68" fmla="*/ 2147483647 w 534"/>
                      <a:gd name="T69" fmla="*/ 2147483647 h 702"/>
                      <a:gd name="T70" fmla="*/ 2147483647 w 534"/>
                      <a:gd name="T71" fmla="*/ 2147483647 h 702"/>
                      <a:gd name="T72" fmla="*/ 2147483647 w 534"/>
                      <a:gd name="T73" fmla="*/ 2147483647 h 702"/>
                      <a:gd name="T74" fmla="*/ 2147483647 w 534"/>
                      <a:gd name="T75" fmla="*/ 2147483647 h 702"/>
                      <a:gd name="T76" fmla="*/ 2147483647 w 534"/>
                      <a:gd name="T77" fmla="*/ 2147483647 h 702"/>
                      <a:gd name="T78" fmla="*/ 2147483647 w 534"/>
                      <a:gd name="T79" fmla="*/ 2147483647 h 702"/>
                      <a:gd name="T80" fmla="*/ 2147483647 w 534"/>
                      <a:gd name="T81" fmla="*/ 2147483647 h 702"/>
                      <a:gd name="T82" fmla="*/ 2147483647 w 534"/>
                      <a:gd name="T83" fmla="*/ 2147483647 h 702"/>
                      <a:gd name="T84" fmla="*/ 2147483647 w 534"/>
                      <a:gd name="T85" fmla="*/ 2147483647 h 702"/>
                      <a:gd name="T86" fmla="*/ 2147483647 w 534"/>
                      <a:gd name="T87" fmla="*/ 2147483647 h 702"/>
                      <a:gd name="T88" fmla="*/ 2147483647 w 534"/>
                      <a:gd name="T89" fmla="*/ 2147483647 h 702"/>
                      <a:gd name="T90" fmla="*/ 2147483647 w 534"/>
                      <a:gd name="T91" fmla="*/ 2147483647 h 702"/>
                      <a:gd name="T92" fmla="*/ 2147483647 w 534"/>
                      <a:gd name="T93" fmla="*/ 2147483647 h 702"/>
                      <a:gd name="T94" fmla="*/ 2147483647 w 534"/>
                      <a:gd name="T95" fmla="*/ 2147483647 h 702"/>
                      <a:gd name="T96" fmla="*/ 2147483647 w 534"/>
                      <a:gd name="T97" fmla="*/ 2147483647 h 702"/>
                      <a:gd name="T98" fmla="*/ 2147483647 w 534"/>
                      <a:gd name="T99" fmla="*/ 2147483647 h 702"/>
                      <a:gd name="T100" fmla="*/ 2147483647 w 534"/>
                      <a:gd name="T101" fmla="*/ 2147483647 h 702"/>
                      <a:gd name="T102" fmla="*/ 2147483647 w 534"/>
                      <a:gd name="T103" fmla="*/ 2147483647 h 702"/>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34"/>
                      <a:gd name="T157" fmla="*/ 0 h 702"/>
                      <a:gd name="T158" fmla="*/ 534 w 534"/>
                      <a:gd name="T159" fmla="*/ 702 h 702"/>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34" h="702">
                        <a:moveTo>
                          <a:pt x="366" y="120"/>
                        </a:moveTo>
                        <a:lnTo>
                          <a:pt x="360" y="126"/>
                        </a:lnTo>
                        <a:lnTo>
                          <a:pt x="354" y="168"/>
                        </a:lnTo>
                        <a:lnTo>
                          <a:pt x="330" y="144"/>
                        </a:lnTo>
                        <a:lnTo>
                          <a:pt x="294" y="144"/>
                        </a:lnTo>
                        <a:lnTo>
                          <a:pt x="288" y="138"/>
                        </a:lnTo>
                        <a:lnTo>
                          <a:pt x="276" y="138"/>
                        </a:lnTo>
                        <a:lnTo>
                          <a:pt x="270" y="132"/>
                        </a:lnTo>
                        <a:lnTo>
                          <a:pt x="258" y="126"/>
                        </a:lnTo>
                        <a:lnTo>
                          <a:pt x="210" y="126"/>
                        </a:lnTo>
                        <a:lnTo>
                          <a:pt x="192" y="132"/>
                        </a:lnTo>
                        <a:lnTo>
                          <a:pt x="162" y="132"/>
                        </a:lnTo>
                        <a:lnTo>
                          <a:pt x="144" y="162"/>
                        </a:lnTo>
                        <a:lnTo>
                          <a:pt x="150" y="198"/>
                        </a:lnTo>
                        <a:lnTo>
                          <a:pt x="156" y="204"/>
                        </a:lnTo>
                        <a:lnTo>
                          <a:pt x="180" y="204"/>
                        </a:lnTo>
                        <a:lnTo>
                          <a:pt x="186" y="198"/>
                        </a:lnTo>
                        <a:lnTo>
                          <a:pt x="186" y="180"/>
                        </a:lnTo>
                        <a:lnTo>
                          <a:pt x="204" y="180"/>
                        </a:lnTo>
                        <a:lnTo>
                          <a:pt x="210" y="186"/>
                        </a:lnTo>
                        <a:lnTo>
                          <a:pt x="222" y="186"/>
                        </a:lnTo>
                        <a:lnTo>
                          <a:pt x="222" y="192"/>
                        </a:lnTo>
                        <a:lnTo>
                          <a:pt x="228" y="198"/>
                        </a:lnTo>
                        <a:lnTo>
                          <a:pt x="228" y="216"/>
                        </a:lnTo>
                        <a:lnTo>
                          <a:pt x="240" y="222"/>
                        </a:lnTo>
                        <a:lnTo>
                          <a:pt x="240" y="234"/>
                        </a:lnTo>
                        <a:lnTo>
                          <a:pt x="234" y="240"/>
                        </a:lnTo>
                        <a:lnTo>
                          <a:pt x="228" y="252"/>
                        </a:lnTo>
                        <a:lnTo>
                          <a:pt x="222" y="258"/>
                        </a:lnTo>
                        <a:lnTo>
                          <a:pt x="210" y="258"/>
                        </a:lnTo>
                        <a:lnTo>
                          <a:pt x="198" y="282"/>
                        </a:lnTo>
                        <a:lnTo>
                          <a:pt x="198" y="318"/>
                        </a:lnTo>
                        <a:lnTo>
                          <a:pt x="216" y="324"/>
                        </a:lnTo>
                        <a:lnTo>
                          <a:pt x="222" y="342"/>
                        </a:lnTo>
                        <a:lnTo>
                          <a:pt x="240" y="342"/>
                        </a:lnTo>
                        <a:lnTo>
                          <a:pt x="246" y="348"/>
                        </a:lnTo>
                        <a:lnTo>
                          <a:pt x="246" y="360"/>
                        </a:lnTo>
                        <a:lnTo>
                          <a:pt x="240" y="366"/>
                        </a:lnTo>
                        <a:lnTo>
                          <a:pt x="240" y="414"/>
                        </a:lnTo>
                        <a:lnTo>
                          <a:pt x="234" y="426"/>
                        </a:lnTo>
                        <a:lnTo>
                          <a:pt x="240" y="450"/>
                        </a:lnTo>
                        <a:lnTo>
                          <a:pt x="234" y="456"/>
                        </a:lnTo>
                        <a:lnTo>
                          <a:pt x="222" y="462"/>
                        </a:lnTo>
                        <a:lnTo>
                          <a:pt x="222" y="486"/>
                        </a:lnTo>
                        <a:lnTo>
                          <a:pt x="216" y="498"/>
                        </a:lnTo>
                        <a:lnTo>
                          <a:pt x="210" y="504"/>
                        </a:lnTo>
                        <a:lnTo>
                          <a:pt x="198" y="504"/>
                        </a:lnTo>
                        <a:lnTo>
                          <a:pt x="192" y="498"/>
                        </a:lnTo>
                        <a:lnTo>
                          <a:pt x="192" y="468"/>
                        </a:lnTo>
                        <a:lnTo>
                          <a:pt x="186" y="468"/>
                        </a:lnTo>
                        <a:lnTo>
                          <a:pt x="180" y="474"/>
                        </a:lnTo>
                        <a:lnTo>
                          <a:pt x="174" y="486"/>
                        </a:lnTo>
                        <a:lnTo>
                          <a:pt x="168" y="492"/>
                        </a:lnTo>
                        <a:lnTo>
                          <a:pt x="138" y="492"/>
                        </a:lnTo>
                        <a:lnTo>
                          <a:pt x="120" y="450"/>
                        </a:lnTo>
                        <a:lnTo>
                          <a:pt x="90" y="450"/>
                        </a:lnTo>
                        <a:lnTo>
                          <a:pt x="90" y="456"/>
                        </a:lnTo>
                        <a:lnTo>
                          <a:pt x="108" y="474"/>
                        </a:lnTo>
                        <a:lnTo>
                          <a:pt x="96" y="480"/>
                        </a:lnTo>
                        <a:lnTo>
                          <a:pt x="90" y="492"/>
                        </a:lnTo>
                        <a:lnTo>
                          <a:pt x="84" y="498"/>
                        </a:lnTo>
                        <a:lnTo>
                          <a:pt x="66" y="498"/>
                        </a:lnTo>
                        <a:lnTo>
                          <a:pt x="54" y="492"/>
                        </a:lnTo>
                        <a:lnTo>
                          <a:pt x="42" y="492"/>
                        </a:lnTo>
                        <a:lnTo>
                          <a:pt x="36" y="486"/>
                        </a:lnTo>
                        <a:lnTo>
                          <a:pt x="30" y="486"/>
                        </a:lnTo>
                        <a:lnTo>
                          <a:pt x="30" y="504"/>
                        </a:lnTo>
                        <a:lnTo>
                          <a:pt x="36" y="510"/>
                        </a:lnTo>
                        <a:lnTo>
                          <a:pt x="36" y="522"/>
                        </a:lnTo>
                        <a:lnTo>
                          <a:pt x="24" y="522"/>
                        </a:lnTo>
                        <a:lnTo>
                          <a:pt x="54" y="540"/>
                        </a:lnTo>
                        <a:lnTo>
                          <a:pt x="36" y="552"/>
                        </a:lnTo>
                        <a:lnTo>
                          <a:pt x="54" y="564"/>
                        </a:lnTo>
                        <a:lnTo>
                          <a:pt x="54" y="600"/>
                        </a:lnTo>
                        <a:lnTo>
                          <a:pt x="48" y="606"/>
                        </a:lnTo>
                        <a:lnTo>
                          <a:pt x="30" y="588"/>
                        </a:lnTo>
                        <a:lnTo>
                          <a:pt x="6" y="600"/>
                        </a:lnTo>
                        <a:lnTo>
                          <a:pt x="0" y="618"/>
                        </a:lnTo>
                        <a:lnTo>
                          <a:pt x="54" y="666"/>
                        </a:lnTo>
                        <a:lnTo>
                          <a:pt x="54" y="684"/>
                        </a:lnTo>
                        <a:lnTo>
                          <a:pt x="72" y="702"/>
                        </a:lnTo>
                        <a:lnTo>
                          <a:pt x="72" y="690"/>
                        </a:lnTo>
                        <a:lnTo>
                          <a:pt x="90" y="690"/>
                        </a:lnTo>
                        <a:lnTo>
                          <a:pt x="90" y="672"/>
                        </a:lnTo>
                        <a:lnTo>
                          <a:pt x="102" y="666"/>
                        </a:lnTo>
                        <a:lnTo>
                          <a:pt x="108" y="660"/>
                        </a:lnTo>
                        <a:lnTo>
                          <a:pt x="120" y="654"/>
                        </a:lnTo>
                        <a:lnTo>
                          <a:pt x="126" y="648"/>
                        </a:lnTo>
                        <a:lnTo>
                          <a:pt x="132" y="654"/>
                        </a:lnTo>
                        <a:lnTo>
                          <a:pt x="132" y="660"/>
                        </a:lnTo>
                        <a:lnTo>
                          <a:pt x="138" y="666"/>
                        </a:lnTo>
                        <a:lnTo>
                          <a:pt x="138" y="672"/>
                        </a:lnTo>
                        <a:lnTo>
                          <a:pt x="150" y="672"/>
                        </a:lnTo>
                        <a:lnTo>
                          <a:pt x="150" y="678"/>
                        </a:lnTo>
                        <a:lnTo>
                          <a:pt x="156" y="684"/>
                        </a:lnTo>
                        <a:lnTo>
                          <a:pt x="156" y="690"/>
                        </a:lnTo>
                        <a:lnTo>
                          <a:pt x="162" y="696"/>
                        </a:lnTo>
                        <a:lnTo>
                          <a:pt x="174" y="696"/>
                        </a:lnTo>
                        <a:lnTo>
                          <a:pt x="180" y="690"/>
                        </a:lnTo>
                        <a:lnTo>
                          <a:pt x="186" y="678"/>
                        </a:lnTo>
                        <a:lnTo>
                          <a:pt x="186" y="660"/>
                        </a:lnTo>
                        <a:lnTo>
                          <a:pt x="210" y="666"/>
                        </a:lnTo>
                        <a:lnTo>
                          <a:pt x="228" y="648"/>
                        </a:lnTo>
                        <a:lnTo>
                          <a:pt x="234" y="648"/>
                        </a:lnTo>
                        <a:lnTo>
                          <a:pt x="234" y="678"/>
                        </a:lnTo>
                        <a:lnTo>
                          <a:pt x="228" y="690"/>
                        </a:lnTo>
                        <a:lnTo>
                          <a:pt x="234" y="696"/>
                        </a:lnTo>
                        <a:lnTo>
                          <a:pt x="252" y="696"/>
                        </a:lnTo>
                        <a:lnTo>
                          <a:pt x="264" y="690"/>
                        </a:lnTo>
                        <a:lnTo>
                          <a:pt x="270" y="684"/>
                        </a:lnTo>
                        <a:lnTo>
                          <a:pt x="276" y="672"/>
                        </a:lnTo>
                        <a:lnTo>
                          <a:pt x="294" y="654"/>
                        </a:lnTo>
                        <a:lnTo>
                          <a:pt x="300" y="642"/>
                        </a:lnTo>
                        <a:lnTo>
                          <a:pt x="312" y="630"/>
                        </a:lnTo>
                        <a:lnTo>
                          <a:pt x="330" y="630"/>
                        </a:lnTo>
                        <a:lnTo>
                          <a:pt x="336" y="624"/>
                        </a:lnTo>
                        <a:lnTo>
                          <a:pt x="366" y="582"/>
                        </a:lnTo>
                        <a:lnTo>
                          <a:pt x="360" y="480"/>
                        </a:lnTo>
                        <a:lnTo>
                          <a:pt x="366" y="480"/>
                        </a:lnTo>
                        <a:lnTo>
                          <a:pt x="390" y="456"/>
                        </a:lnTo>
                        <a:lnTo>
                          <a:pt x="390" y="420"/>
                        </a:lnTo>
                        <a:lnTo>
                          <a:pt x="396" y="408"/>
                        </a:lnTo>
                        <a:lnTo>
                          <a:pt x="402" y="402"/>
                        </a:lnTo>
                        <a:lnTo>
                          <a:pt x="450" y="378"/>
                        </a:lnTo>
                        <a:lnTo>
                          <a:pt x="456" y="366"/>
                        </a:lnTo>
                        <a:lnTo>
                          <a:pt x="468" y="360"/>
                        </a:lnTo>
                        <a:lnTo>
                          <a:pt x="474" y="354"/>
                        </a:lnTo>
                        <a:lnTo>
                          <a:pt x="474" y="300"/>
                        </a:lnTo>
                        <a:lnTo>
                          <a:pt x="486" y="294"/>
                        </a:lnTo>
                        <a:lnTo>
                          <a:pt x="492" y="282"/>
                        </a:lnTo>
                        <a:lnTo>
                          <a:pt x="492" y="258"/>
                        </a:lnTo>
                        <a:lnTo>
                          <a:pt x="486" y="246"/>
                        </a:lnTo>
                        <a:lnTo>
                          <a:pt x="480" y="240"/>
                        </a:lnTo>
                        <a:lnTo>
                          <a:pt x="480" y="228"/>
                        </a:lnTo>
                        <a:lnTo>
                          <a:pt x="498" y="192"/>
                        </a:lnTo>
                        <a:lnTo>
                          <a:pt x="498" y="168"/>
                        </a:lnTo>
                        <a:lnTo>
                          <a:pt x="492" y="156"/>
                        </a:lnTo>
                        <a:lnTo>
                          <a:pt x="492" y="126"/>
                        </a:lnTo>
                        <a:lnTo>
                          <a:pt x="498" y="120"/>
                        </a:lnTo>
                        <a:lnTo>
                          <a:pt x="510" y="96"/>
                        </a:lnTo>
                        <a:lnTo>
                          <a:pt x="522" y="84"/>
                        </a:lnTo>
                        <a:lnTo>
                          <a:pt x="528" y="66"/>
                        </a:lnTo>
                        <a:lnTo>
                          <a:pt x="534" y="54"/>
                        </a:lnTo>
                        <a:lnTo>
                          <a:pt x="534" y="18"/>
                        </a:lnTo>
                        <a:lnTo>
                          <a:pt x="522" y="6"/>
                        </a:lnTo>
                        <a:lnTo>
                          <a:pt x="510" y="18"/>
                        </a:lnTo>
                        <a:lnTo>
                          <a:pt x="498" y="18"/>
                        </a:lnTo>
                        <a:lnTo>
                          <a:pt x="462" y="0"/>
                        </a:lnTo>
                        <a:lnTo>
                          <a:pt x="444" y="0"/>
                        </a:lnTo>
                        <a:lnTo>
                          <a:pt x="426" y="18"/>
                        </a:lnTo>
                        <a:lnTo>
                          <a:pt x="396" y="18"/>
                        </a:lnTo>
                        <a:lnTo>
                          <a:pt x="378" y="48"/>
                        </a:lnTo>
                        <a:lnTo>
                          <a:pt x="390" y="60"/>
                        </a:lnTo>
                        <a:lnTo>
                          <a:pt x="390" y="84"/>
                        </a:lnTo>
                        <a:lnTo>
                          <a:pt x="384" y="96"/>
                        </a:lnTo>
                        <a:lnTo>
                          <a:pt x="378" y="102"/>
                        </a:lnTo>
                        <a:lnTo>
                          <a:pt x="372" y="114"/>
                        </a:lnTo>
                        <a:lnTo>
                          <a:pt x="366" y="12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599" name="Chad" descr="© INSCALE GmbH, 05.05.2010&#10;http://www.presentationload.com/">
                    <a:extLst>
                      <a:ext uri="{FF2B5EF4-FFF2-40B4-BE49-F238E27FC236}">
                        <a16:creationId xmlns:a16="http://schemas.microsoft.com/office/drawing/2014/main" id="{7B658B81-96E5-B465-3705-38627F21A6E3}"/>
                      </a:ext>
                    </a:extLst>
                  </p:cNvPr>
                  <p:cNvSpPr>
                    <a:spLocks/>
                  </p:cNvSpPr>
                  <p:nvPr/>
                </p:nvSpPr>
                <p:spPr bwMode="gray">
                  <a:xfrm>
                    <a:off x="2896" y="2089"/>
                    <a:ext cx="189" cy="327"/>
                  </a:xfrm>
                  <a:custGeom>
                    <a:avLst/>
                    <a:gdLst>
                      <a:gd name="T0" fmla="*/ 2147483647 w 744"/>
                      <a:gd name="T1" fmla="*/ 2147483647 h 1290"/>
                      <a:gd name="T2" fmla="*/ 2147483647 w 744"/>
                      <a:gd name="T3" fmla="*/ 0 h 1290"/>
                      <a:gd name="T4" fmla="*/ 2147483647 w 744"/>
                      <a:gd name="T5" fmla="*/ 2147483647 h 1290"/>
                      <a:gd name="T6" fmla="*/ 2147483647 w 744"/>
                      <a:gd name="T7" fmla="*/ 2147483647 h 1290"/>
                      <a:gd name="T8" fmla="*/ 2147483647 w 744"/>
                      <a:gd name="T9" fmla="*/ 2147483647 h 1290"/>
                      <a:gd name="T10" fmla="*/ 2147483647 w 744"/>
                      <a:gd name="T11" fmla="*/ 2147483647 h 1290"/>
                      <a:gd name="T12" fmla="*/ 2147483647 w 744"/>
                      <a:gd name="T13" fmla="*/ 2147483647 h 1290"/>
                      <a:gd name="T14" fmla="*/ 2147483647 w 744"/>
                      <a:gd name="T15" fmla="*/ 2147483647 h 1290"/>
                      <a:gd name="T16" fmla="*/ 2147483647 w 744"/>
                      <a:gd name="T17" fmla="*/ 2147483647 h 1290"/>
                      <a:gd name="T18" fmla="*/ 0 w 744"/>
                      <a:gd name="T19" fmla="*/ 2147483647 h 1290"/>
                      <a:gd name="T20" fmla="*/ 2147483647 w 744"/>
                      <a:gd name="T21" fmla="*/ 2147483647 h 1290"/>
                      <a:gd name="T22" fmla="*/ 2147483647 w 744"/>
                      <a:gd name="T23" fmla="*/ 2147483647 h 1290"/>
                      <a:gd name="T24" fmla="*/ 2147483647 w 744"/>
                      <a:gd name="T25" fmla="*/ 2147483647 h 1290"/>
                      <a:gd name="T26" fmla="*/ 2147483647 w 744"/>
                      <a:gd name="T27" fmla="*/ 2147483647 h 1290"/>
                      <a:gd name="T28" fmla="*/ 2147483647 w 744"/>
                      <a:gd name="T29" fmla="*/ 2147483647 h 1290"/>
                      <a:gd name="T30" fmla="*/ 2147483647 w 744"/>
                      <a:gd name="T31" fmla="*/ 2147483647 h 1290"/>
                      <a:gd name="T32" fmla="*/ 2147483647 w 744"/>
                      <a:gd name="T33" fmla="*/ 2147483647 h 1290"/>
                      <a:gd name="T34" fmla="*/ 2147483647 w 744"/>
                      <a:gd name="T35" fmla="*/ 2147483647 h 1290"/>
                      <a:gd name="T36" fmla="*/ 2147483647 w 744"/>
                      <a:gd name="T37" fmla="*/ 2147483647 h 1290"/>
                      <a:gd name="T38" fmla="*/ 2147483647 w 744"/>
                      <a:gd name="T39" fmla="*/ 2147483647 h 1290"/>
                      <a:gd name="T40" fmla="*/ 2147483647 w 744"/>
                      <a:gd name="T41" fmla="*/ 2147483647 h 1290"/>
                      <a:gd name="T42" fmla="*/ 2147483647 w 744"/>
                      <a:gd name="T43" fmla="*/ 2147483647 h 1290"/>
                      <a:gd name="T44" fmla="*/ 2147483647 w 744"/>
                      <a:gd name="T45" fmla="*/ 2147483647 h 1290"/>
                      <a:gd name="T46" fmla="*/ 2147483647 w 744"/>
                      <a:gd name="T47" fmla="*/ 2147483647 h 1290"/>
                      <a:gd name="T48" fmla="*/ 2147483647 w 744"/>
                      <a:gd name="T49" fmla="*/ 2147483647 h 1290"/>
                      <a:gd name="T50" fmla="*/ 2147483647 w 744"/>
                      <a:gd name="T51" fmla="*/ 2147483647 h 1290"/>
                      <a:gd name="T52" fmla="*/ 2147483647 w 744"/>
                      <a:gd name="T53" fmla="*/ 2147483647 h 1290"/>
                      <a:gd name="T54" fmla="*/ 2147483647 w 744"/>
                      <a:gd name="T55" fmla="*/ 2147483647 h 1290"/>
                      <a:gd name="T56" fmla="*/ 2147483647 w 744"/>
                      <a:gd name="T57" fmla="*/ 2147483647 h 1290"/>
                      <a:gd name="T58" fmla="*/ 2147483647 w 744"/>
                      <a:gd name="T59" fmla="*/ 2147483647 h 1290"/>
                      <a:gd name="T60" fmla="*/ 2147483647 w 744"/>
                      <a:gd name="T61" fmla="*/ 2147483647 h 1290"/>
                      <a:gd name="T62" fmla="*/ 2147483647 w 744"/>
                      <a:gd name="T63" fmla="*/ 2147483647 h 1290"/>
                      <a:gd name="T64" fmla="*/ 2147483647 w 744"/>
                      <a:gd name="T65" fmla="*/ 2147483647 h 1290"/>
                      <a:gd name="T66" fmla="*/ 2147483647 w 744"/>
                      <a:gd name="T67" fmla="*/ 2147483647 h 1290"/>
                      <a:gd name="T68" fmla="*/ 2147483647 w 744"/>
                      <a:gd name="T69" fmla="*/ 2147483647 h 1290"/>
                      <a:gd name="T70" fmla="*/ 2147483647 w 744"/>
                      <a:gd name="T71" fmla="*/ 2147483647 h 1290"/>
                      <a:gd name="T72" fmla="*/ 2147483647 w 744"/>
                      <a:gd name="T73" fmla="*/ 2147483647 h 1290"/>
                      <a:gd name="T74" fmla="*/ 2147483647 w 744"/>
                      <a:gd name="T75" fmla="*/ 2147483647 h 1290"/>
                      <a:gd name="T76" fmla="*/ 2147483647 w 744"/>
                      <a:gd name="T77" fmla="*/ 2147483647 h 1290"/>
                      <a:gd name="T78" fmla="*/ 2147483647 w 744"/>
                      <a:gd name="T79" fmla="*/ 2147483647 h 1290"/>
                      <a:gd name="T80" fmla="*/ 2147483647 w 744"/>
                      <a:gd name="T81" fmla="*/ 2147483647 h 1290"/>
                      <a:gd name="T82" fmla="*/ 2147483647 w 744"/>
                      <a:gd name="T83" fmla="*/ 2147483647 h 1290"/>
                      <a:gd name="T84" fmla="*/ 2147483647 w 744"/>
                      <a:gd name="T85" fmla="*/ 2147483647 h 1290"/>
                      <a:gd name="T86" fmla="*/ 2147483647 w 744"/>
                      <a:gd name="T87" fmla="*/ 2147483647 h 1290"/>
                      <a:gd name="T88" fmla="*/ 2147483647 w 744"/>
                      <a:gd name="T89" fmla="*/ 2147483647 h 1290"/>
                      <a:gd name="T90" fmla="*/ 2147483647 w 744"/>
                      <a:gd name="T91" fmla="*/ 2147483647 h 1290"/>
                      <a:gd name="T92" fmla="*/ 2147483647 w 744"/>
                      <a:gd name="T93" fmla="*/ 2147483647 h 1290"/>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744"/>
                      <a:gd name="T142" fmla="*/ 0 h 1290"/>
                      <a:gd name="T143" fmla="*/ 744 w 744"/>
                      <a:gd name="T144" fmla="*/ 1290 h 1290"/>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744" h="1290">
                        <a:moveTo>
                          <a:pt x="678" y="624"/>
                        </a:moveTo>
                        <a:lnTo>
                          <a:pt x="720" y="624"/>
                        </a:lnTo>
                        <a:lnTo>
                          <a:pt x="732" y="630"/>
                        </a:lnTo>
                        <a:lnTo>
                          <a:pt x="744" y="630"/>
                        </a:lnTo>
                        <a:lnTo>
                          <a:pt x="738" y="324"/>
                        </a:lnTo>
                        <a:lnTo>
                          <a:pt x="180" y="0"/>
                        </a:lnTo>
                        <a:lnTo>
                          <a:pt x="156" y="12"/>
                        </a:lnTo>
                        <a:lnTo>
                          <a:pt x="144" y="24"/>
                        </a:lnTo>
                        <a:lnTo>
                          <a:pt x="126" y="30"/>
                        </a:lnTo>
                        <a:lnTo>
                          <a:pt x="108" y="42"/>
                        </a:lnTo>
                        <a:lnTo>
                          <a:pt x="126" y="108"/>
                        </a:lnTo>
                        <a:lnTo>
                          <a:pt x="114" y="156"/>
                        </a:lnTo>
                        <a:lnTo>
                          <a:pt x="144" y="192"/>
                        </a:lnTo>
                        <a:lnTo>
                          <a:pt x="150" y="216"/>
                        </a:lnTo>
                        <a:lnTo>
                          <a:pt x="180" y="252"/>
                        </a:lnTo>
                        <a:lnTo>
                          <a:pt x="162" y="288"/>
                        </a:lnTo>
                        <a:lnTo>
                          <a:pt x="144" y="534"/>
                        </a:lnTo>
                        <a:lnTo>
                          <a:pt x="138" y="540"/>
                        </a:lnTo>
                        <a:lnTo>
                          <a:pt x="120" y="564"/>
                        </a:lnTo>
                        <a:lnTo>
                          <a:pt x="96" y="588"/>
                        </a:lnTo>
                        <a:lnTo>
                          <a:pt x="72" y="618"/>
                        </a:lnTo>
                        <a:lnTo>
                          <a:pt x="54" y="636"/>
                        </a:lnTo>
                        <a:lnTo>
                          <a:pt x="48" y="648"/>
                        </a:lnTo>
                        <a:lnTo>
                          <a:pt x="36" y="666"/>
                        </a:lnTo>
                        <a:lnTo>
                          <a:pt x="30" y="678"/>
                        </a:lnTo>
                        <a:lnTo>
                          <a:pt x="24" y="696"/>
                        </a:lnTo>
                        <a:lnTo>
                          <a:pt x="24" y="708"/>
                        </a:lnTo>
                        <a:lnTo>
                          <a:pt x="18" y="714"/>
                        </a:lnTo>
                        <a:lnTo>
                          <a:pt x="18" y="720"/>
                        </a:lnTo>
                        <a:lnTo>
                          <a:pt x="0" y="726"/>
                        </a:lnTo>
                        <a:lnTo>
                          <a:pt x="6" y="786"/>
                        </a:lnTo>
                        <a:lnTo>
                          <a:pt x="18" y="786"/>
                        </a:lnTo>
                        <a:lnTo>
                          <a:pt x="48" y="834"/>
                        </a:lnTo>
                        <a:lnTo>
                          <a:pt x="48" y="846"/>
                        </a:lnTo>
                        <a:lnTo>
                          <a:pt x="48" y="840"/>
                        </a:lnTo>
                        <a:lnTo>
                          <a:pt x="72" y="834"/>
                        </a:lnTo>
                        <a:lnTo>
                          <a:pt x="72" y="852"/>
                        </a:lnTo>
                        <a:lnTo>
                          <a:pt x="78" y="864"/>
                        </a:lnTo>
                        <a:lnTo>
                          <a:pt x="84" y="870"/>
                        </a:lnTo>
                        <a:lnTo>
                          <a:pt x="96" y="870"/>
                        </a:lnTo>
                        <a:lnTo>
                          <a:pt x="102" y="876"/>
                        </a:lnTo>
                        <a:lnTo>
                          <a:pt x="108" y="876"/>
                        </a:lnTo>
                        <a:lnTo>
                          <a:pt x="102" y="912"/>
                        </a:lnTo>
                        <a:lnTo>
                          <a:pt x="114" y="918"/>
                        </a:lnTo>
                        <a:lnTo>
                          <a:pt x="120" y="930"/>
                        </a:lnTo>
                        <a:lnTo>
                          <a:pt x="120" y="966"/>
                        </a:lnTo>
                        <a:lnTo>
                          <a:pt x="114" y="966"/>
                        </a:lnTo>
                        <a:lnTo>
                          <a:pt x="114" y="1002"/>
                        </a:lnTo>
                        <a:lnTo>
                          <a:pt x="120" y="1020"/>
                        </a:lnTo>
                        <a:lnTo>
                          <a:pt x="120" y="1038"/>
                        </a:lnTo>
                        <a:lnTo>
                          <a:pt x="126" y="1050"/>
                        </a:lnTo>
                        <a:lnTo>
                          <a:pt x="138" y="1056"/>
                        </a:lnTo>
                        <a:lnTo>
                          <a:pt x="144" y="1068"/>
                        </a:lnTo>
                        <a:lnTo>
                          <a:pt x="162" y="1086"/>
                        </a:lnTo>
                        <a:lnTo>
                          <a:pt x="66" y="1086"/>
                        </a:lnTo>
                        <a:lnTo>
                          <a:pt x="54" y="1092"/>
                        </a:lnTo>
                        <a:lnTo>
                          <a:pt x="48" y="1098"/>
                        </a:lnTo>
                        <a:lnTo>
                          <a:pt x="48" y="1110"/>
                        </a:lnTo>
                        <a:lnTo>
                          <a:pt x="60" y="1134"/>
                        </a:lnTo>
                        <a:lnTo>
                          <a:pt x="72" y="1146"/>
                        </a:lnTo>
                        <a:lnTo>
                          <a:pt x="78" y="1158"/>
                        </a:lnTo>
                        <a:lnTo>
                          <a:pt x="90" y="1170"/>
                        </a:lnTo>
                        <a:lnTo>
                          <a:pt x="108" y="1182"/>
                        </a:lnTo>
                        <a:lnTo>
                          <a:pt x="120" y="1188"/>
                        </a:lnTo>
                        <a:lnTo>
                          <a:pt x="132" y="1200"/>
                        </a:lnTo>
                        <a:lnTo>
                          <a:pt x="144" y="1224"/>
                        </a:lnTo>
                        <a:lnTo>
                          <a:pt x="144" y="1242"/>
                        </a:lnTo>
                        <a:lnTo>
                          <a:pt x="150" y="1254"/>
                        </a:lnTo>
                        <a:lnTo>
                          <a:pt x="156" y="1272"/>
                        </a:lnTo>
                        <a:lnTo>
                          <a:pt x="156" y="1284"/>
                        </a:lnTo>
                        <a:lnTo>
                          <a:pt x="162" y="1284"/>
                        </a:lnTo>
                        <a:lnTo>
                          <a:pt x="168" y="1290"/>
                        </a:lnTo>
                        <a:lnTo>
                          <a:pt x="186" y="1290"/>
                        </a:lnTo>
                        <a:lnTo>
                          <a:pt x="198" y="1284"/>
                        </a:lnTo>
                        <a:lnTo>
                          <a:pt x="216" y="1266"/>
                        </a:lnTo>
                        <a:lnTo>
                          <a:pt x="228" y="1260"/>
                        </a:lnTo>
                        <a:lnTo>
                          <a:pt x="234" y="1254"/>
                        </a:lnTo>
                        <a:lnTo>
                          <a:pt x="234" y="1278"/>
                        </a:lnTo>
                        <a:lnTo>
                          <a:pt x="240" y="1284"/>
                        </a:lnTo>
                        <a:lnTo>
                          <a:pt x="246" y="1284"/>
                        </a:lnTo>
                        <a:lnTo>
                          <a:pt x="258" y="1278"/>
                        </a:lnTo>
                        <a:lnTo>
                          <a:pt x="270" y="1266"/>
                        </a:lnTo>
                        <a:lnTo>
                          <a:pt x="276" y="1254"/>
                        </a:lnTo>
                        <a:lnTo>
                          <a:pt x="282" y="1248"/>
                        </a:lnTo>
                        <a:lnTo>
                          <a:pt x="372" y="1248"/>
                        </a:lnTo>
                        <a:lnTo>
                          <a:pt x="378" y="1242"/>
                        </a:lnTo>
                        <a:lnTo>
                          <a:pt x="384" y="1230"/>
                        </a:lnTo>
                        <a:lnTo>
                          <a:pt x="390" y="1224"/>
                        </a:lnTo>
                        <a:lnTo>
                          <a:pt x="396" y="1212"/>
                        </a:lnTo>
                        <a:lnTo>
                          <a:pt x="402" y="1206"/>
                        </a:lnTo>
                        <a:lnTo>
                          <a:pt x="402" y="1194"/>
                        </a:lnTo>
                        <a:lnTo>
                          <a:pt x="390" y="1182"/>
                        </a:lnTo>
                        <a:lnTo>
                          <a:pt x="384" y="1182"/>
                        </a:lnTo>
                        <a:lnTo>
                          <a:pt x="402" y="1170"/>
                        </a:lnTo>
                        <a:lnTo>
                          <a:pt x="420" y="1170"/>
                        </a:lnTo>
                        <a:lnTo>
                          <a:pt x="462" y="1164"/>
                        </a:lnTo>
                        <a:lnTo>
                          <a:pt x="510" y="1146"/>
                        </a:lnTo>
                        <a:lnTo>
                          <a:pt x="528" y="1134"/>
                        </a:lnTo>
                        <a:lnTo>
                          <a:pt x="552" y="1110"/>
                        </a:lnTo>
                        <a:lnTo>
                          <a:pt x="552" y="1092"/>
                        </a:lnTo>
                        <a:lnTo>
                          <a:pt x="588" y="1068"/>
                        </a:lnTo>
                        <a:lnTo>
                          <a:pt x="594" y="1038"/>
                        </a:lnTo>
                        <a:lnTo>
                          <a:pt x="648" y="1008"/>
                        </a:lnTo>
                        <a:lnTo>
                          <a:pt x="672" y="1008"/>
                        </a:lnTo>
                        <a:lnTo>
                          <a:pt x="672" y="996"/>
                        </a:lnTo>
                        <a:lnTo>
                          <a:pt x="684" y="996"/>
                        </a:lnTo>
                        <a:lnTo>
                          <a:pt x="684" y="990"/>
                        </a:lnTo>
                        <a:lnTo>
                          <a:pt x="678" y="984"/>
                        </a:lnTo>
                        <a:lnTo>
                          <a:pt x="666" y="966"/>
                        </a:lnTo>
                        <a:lnTo>
                          <a:pt x="654" y="960"/>
                        </a:lnTo>
                        <a:lnTo>
                          <a:pt x="648" y="960"/>
                        </a:lnTo>
                        <a:lnTo>
                          <a:pt x="642" y="936"/>
                        </a:lnTo>
                        <a:lnTo>
                          <a:pt x="660" y="930"/>
                        </a:lnTo>
                        <a:lnTo>
                          <a:pt x="642" y="918"/>
                        </a:lnTo>
                        <a:lnTo>
                          <a:pt x="642" y="876"/>
                        </a:lnTo>
                        <a:lnTo>
                          <a:pt x="636" y="870"/>
                        </a:lnTo>
                        <a:lnTo>
                          <a:pt x="624" y="870"/>
                        </a:lnTo>
                        <a:lnTo>
                          <a:pt x="618" y="876"/>
                        </a:lnTo>
                        <a:lnTo>
                          <a:pt x="606" y="876"/>
                        </a:lnTo>
                        <a:lnTo>
                          <a:pt x="600" y="870"/>
                        </a:lnTo>
                        <a:lnTo>
                          <a:pt x="600" y="852"/>
                        </a:lnTo>
                        <a:lnTo>
                          <a:pt x="606" y="840"/>
                        </a:lnTo>
                        <a:lnTo>
                          <a:pt x="618" y="834"/>
                        </a:lnTo>
                        <a:lnTo>
                          <a:pt x="630" y="822"/>
                        </a:lnTo>
                        <a:lnTo>
                          <a:pt x="630" y="810"/>
                        </a:lnTo>
                        <a:lnTo>
                          <a:pt x="618" y="786"/>
                        </a:lnTo>
                        <a:lnTo>
                          <a:pt x="612" y="780"/>
                        </a:lnTo>
                        <a:lnTo>
                          <a:pt x="630" y="762"/>
                        </a:lnTo>
                        <a:lnTo>
                          <a:pt x="648" y="750"/>
                        </a:lnTo>
                        <a:lnTo>
                          <a:pt x="642" y="732"/>
                        </a:lnTo>
                        <a:lnTo>
                          <a:pt x="636" y="708"/>
                        </a:lnTo>
                        <a:lnTo>
                          <a:pt x="648" y="708"/>
                        </a:lnTo>
                        <a:lnTo>
                          <a:pt x="648" y="690"/>
                        </a:lnTo>
                        <a:lnTo>
                          <a:pt x="660" y="678"/>
                        </a:lnTo>
                        <a:lnTo>
                          <a:pt x="672" y="672"/>
                        </a:lnTo>
                        <a:lnTo>
                          <a:pt x="678" y="666"/>
                        </a:lnTo>
                        <a:lnTo>
                          <a:pt x="678" y="660"/>
                        </a:lnTo>
                        <a:lnTo>
                          <a:pt x="672" y="654"/>
                        </a:lnTo>
                        <a:lnTo>
                          <a:pt x="672" y="642"/>
                        </a:lnTo>
                        <a:lnTo>
                          <a:pt x="666" y="636"/>
                        </a:lnTo>
                        <a:lnTo>
                          <a:pt x="678" y="62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600" name="Central African Republic" descr="© INSCALE GmbH, 05.05.2010&#10;http://www.presentationload.com/">
                    <a:extLst>
                      <a:ext uri="{FF2B5EF4-FFF2-40B4-BE49-F238E27FC236}">
                        <a16:creationId xmlns:a16="http://schemas.microsoft.com/office/drawing/2014/main" id="{B4335CBF-15F0-B8D6-E05E-2E908088FE07}"/>
                      </a:ext>
                    </a:extLst>
                  </p:cNvPr>
                  <p:cNvSpPr>
                    <a:spLocks/>
                  </p:cNvSpPr>
                  <p:nvPr/>
                </p:nvSpPr>
                <p:spPr bwMode="gray">
                  <a:xfrm>
                    <a:off x="2914" y="2344"/>
                    <a:ext cx="232" cy="178"/>
                  </a:xfrm>
                  <a:custGeom>
                    <a:avLst/>
                    <a:gdLst>
                      <a:gd name="T0" fmla="*/ 2147483647 w 912"/>
                      <a:gd name="T1" fmla="*/ 2147483647 h 702"/>
                      <a:gd name="T2" fmla="*/ 2147483647 w 912"/>
                      <a:gd name="T3" fmla="*/ 2147483647 h 702"/>
                      <a:gd name="T4" fmla="*/ 2147483647 w 912"/>
                      <a:gd name="T5" fmla="*/ 2147483647 h 702"/>
                      <a:gd name="T6" fmla="*/ 2147483647 w 912"/>
                      <a:gd name="T7" fmla="*/ 2147483647 h 702"/>
                      <a:gd name="T8" fmla="*/ 2147483647 w 912"/>
                      <a:gd name="T9" fmla="*/ 2147483647 h 702"/>
                      <a:gd name="T10" fmla="*/ 2147483647 w 912"/>
                      <a:gd name="T11" fmla="*/ 2147483647 h 702"/>
                      <a:gd name="T12" fmla="*/ 2147483647 w 912"/>
                      <a:gd name="T13" fmla="*/ 2147483647 h 702"/>
                      <a:gd name="T14" fmla="*/ 2147483647 w 912"/>
                      <a:gd name="T15" fmla="*/ 2147483647 h 702"/>
                      <a:gd name="T16" fmla="*/ 2147483647 w 912"/>
                      <a:gd name="T17" fmla="*/ 2147483647 h 702"/>
                      <a:gd name="T18" fmla="*/ 2147483647 w 912"/>
                      <a:gd name="T19" fmla="*/ 2147483647 h 702"/>
                      <a:gd name="T20" fmla="*/ 2147483647 w 912"/>
                      <a:gd name="T21" fmla="*/ 2147483647 h 702"/>
                      <a:gd name="T22" fmla="*/ 2147483647 w 912"/>
                      <a:gd name="T23" fmla="*/ 2147483647 h 702"/>
                      <a:gd name="T24" fmla="*/ 2147483647 w 912"/>
                      <a:gd name="T25" fmla="*/ 2147483647 h 702"/>
                      <a:gd name="T26" fmla="*/ 2147483647 w 912"/>
                      <a:gd name="T27" fmla="*/ 2147483647 h 702"/>
                      <a:gd name="T28" fmla="*/ 2147483647 w 912"/>
                      <a:gd name="T29" fmla="*/ 2147483647 h 702"/>
                      <a:gd name="T30" fmla="*/ 2147483647 w 912"/>
                      <a:gd name="T31" fmla="*/ 0 h 702"/>
                      <a:gd name="T32" fmla="*/ 2147483647 w 912"/>
                      <a:gd name="T33" fmla="*/ 2147483647 h 702"/>
                      <a:gd name="T34" fmla="*/ 2147483647 w 912"/>
                      <a:gd name="T35" fmla="*/ 2147483647 h 702"/>
                      <a:gd name="T36" fmla="*/ 2147483647 w 912"/>
                      <a:gd name="T37" fmla="*/ 2147483647 h 702"/>
                      <a:gd name="T38" fmla="*/ 2147483647 w 912"/>
                      <a:gd name="T39" fmla="*/ 2147483647 h 702"/>
                      <a:gd name="T40" fmla="*/ 2147483647 w 912"/>
                      <a:gd name="T41" fmla="*/ 2147483647 h 702"/>
                      <a:gd name="T42" fmla="*/ 2147483647 w 912"/>
                      <a:gd name="T43" fmla="*/ 2147483647 h 702"/>
                      <a:gd name="T44" fmla="*/ 2147483647 w 912"/>
                      <a:gd name="T45" fmla="*/ 2147483647 h 702"/>
                      <a:gd name="T46" fmla="*/ 2147483647 w 912"/>
                      <a:gd name="T47" fmla="*/ 2147483647 h 702"/>
                      <a:gd name="T48" fmla="*/ 2147483647 w 912"/>
                      <a:gd name="T49" fmla="*/ 2147483647 h 702"/>
                      <a:gd name="T50" fmla="*/ 2147483647 w 912"/>
                      <a:gd name="T51" fmla="*/ 2147483647 h 702"/>
                      <a:gd name="T52" fmla="*/ 2147483647 w 912"/>
                      <a:gd name="T53" fmla="*/ 2147483647 h 702"/>
                      <a:gd name="T54" fmla="*/ 2147483647 w 912"/>
                      <a:gd name="T55" fmla="*/ 2147483647 h 702"/>
                      <a:gd name="T56" fmla="*/ 2147483647 w 912"/>
                      <a:gd name="T57" fmla="*/ 2147483647 h 702"/>
                      <a:gd name="T58" fmla="*/ 2147483647 w 912"/>
                      <a:gd name="T59" fmla="*/ 2147483647 h 702"/>
                      <a:gd name="T60" fmla="*/ 0 w 912"/>
                      <a:gd name="T61" fmla="*/ 2147483647 h 702"/>
                      <a:gd name="T62" fmla="*/ 2147483647 w 912"/>
                      <a:gd name="T63" fmla="*/ 2147483647 h 702"/>
                      <a:gd name="T64" fmla="*/ 2147483647 w 912"/>
                      <a:gd name="T65" fmla="*/ 2147483647 h 702"/>
                      <a:gd name="T66" fmla="*/ 2147483647 w 912"/>
                      <a:gd name="T67" fmla="*/ 2147483647 h 702"/>
                      <a:gd name="T68" fmla="*/ 2147483647 w 912"/>
                      <a:gd name="T69" fmla="*/ 2147483647 h 702"/>
                      <a:gd name="T70" fmla="*/ 2147483647 w 912"/>
                      <a:gd name="T71" fmla="*/ 2147483647 h 702"/>
                      <a:gd name="T72" fmla="*/ 2147483647 w 912"/>
                      <a:gd name="T73" fmla="*/ 2147483647 h 702"/>
                      <a:gd name="T74" fmla="*/ 2147483647 w 912"/>
                      <a:gd name="T75" fmla="*/ 2147483647 h 702"/>
                      <a:gd name="T76" fmla="*/ 2147483647 w 912"/>
                      <a:gd name="T77" fmla="*/ 2147483647 h 702"/>
                      <a:gd name="T78" fmla="*/ 2147483647 w 912"/>
                      <a:gd name="T79" fmla="*/ 2147483647 h 702"/>
                      <a:gd name="T80" fmla="*/ 2147483647 w 912"/>
                      <a:gd name="T81" fmla="*/ 2147483647 h 702"/>
                      <a:gd name="T82" fmla="*/ 2147483647 w 912"/>
                      <a:gd name="T83" fmla="*/ 2147483647 h 702"/>
                      <a:gd name="T84" fmla="*/ 2147483647 w 912"/>
                      <a:gd name="T85" fmla="*/ 2147483647 h 702"/>
                      <a:gd name="T86" fmla="*/ 2147483647 w 912"/>
                      <a:gd name="T87" fmla="*/ 2147483647 h 702"/>
                      <a:gd name="T88" fmla="*/ 2147483647 w 912"/>
                      <a:gd name="T89" fmla="*/ 2147483647 h 702"/>
                      <a:gd name="T90" fmla="*/ 2147483647 w 912"/>
                      <a:gd name="T91" fmla="*/ 2147483647 h 702"/>
                      <a:gd name="T92" fmla="*/ 2147483647 w 912"/>
                      <a:gd name="T93" fmla="*/ 2147483647 h 702"/>
                      <a:gd name="T94" fmla="*/ 2147483647 w 912"/>
                      <a:gd name="T95" fmla="*/ 2147483647 h 702"/>
                      <a:gd name="T96" fmla="*/ 2147483647 w 912"/>
                      <a:gd name="T97" fmla="*/ 2147483647 h 702"/>
                      <a:gd name="T98" fmla="*/ 2147483647 w 912"/>
                      <a:gd name="T99" fmla="*/ 2147483647 h 702"/>
                      <a:gd name="T100" fmla="*/ 2147483647 w 912"/>
                      <a:gd name="T101" fmla="*/ 2147483647 h 702"/>
                      <a:gd name="T102" fmla="*/ 2147483647 w 912"/>
                      <a:gd name="T103" fmla="*/ 2147483647 h 702"/>
                      <a:gd name="T104" fmla="*/ 2147483647 w 912"/>
                      <a:gd name="T105" fmla="*/ 2147483647 h 702"/>
                      <a:gd name="T106" fmla="*/ 2147483647 w 912"/>
                      <a:gd name="T107" fmla="*/ 2147483647 h 702"/>
                      <a:gd name="T108" fmla="*/ 2147483647 w 912"/>
                      <a:gd name="T109" fmla="*/ 2147483647 h 702"/>
                      <a:gd name="T110" fmla="*/ 2147483647 w 912"/>
                      <a:gd name="T111" fmla="*/ 2147483647 h 702"/>
                      <a:gd name="T112" fmla="*/ 2147483647 w 912"/>
                      <a:gd name="T113" fmla="*/ 2147483647 h 702"/>
                      <a:gd name="T114" fmla="*/ 2147483647 w 912"/>
                      <a:gd name="T115" fmla="*/ 2147483647 h 702"/>
                      <a:gd name="T116" fmla="*/ 2147483647 w 912"/>
                      <a:gd name="T117" fmla="*/ 2147483647 h 702"/>
                      <a:gd name="T118" fmla="*/ 2147483647 w 912"/>
                      <a:gd name="T119" fmla="*/ 2147483647 h 702"/>
                      <a:gd name="T120" fmla="*/ 2147483647 w 912"/>
                      <a:gd name="T121" fmla="*/ 2147483647 h 70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912"/>
                      <a:gd name="T184" fmla="*/ 0 h 702"/>
                      <a:gd name="T185" fmla="*/ 912 w 912"/>
                      <a:gd name="T186" fmla="*/ 702 h 702"/>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912" h="702">
                        <a:moveTo>
                          <a:pt x="906" y="420"/>
                        </a:moveTo>
                        <a:lnTo>
                          <a:pt x="900" y="414"/>
                        </a:lnTo>
                        <a:lnTo>
                          <a:pt x="888" y="408"/>
                        </a:lnTo>
                        <a:lnTo>
                          <a:pt x="882" y="402"/>
                        </a:lnTo>
                        <a:lnTo>
                          <a:pt x="858" y="396"/>
                        </a:lnTo>
                        <a:lnTo>
                          <a:pt x="858" y="378"/>
                        </a:lnTo>
                        <a:lnTo>
                          <a:pt x="846" y="366"/>
                        </a:lnTo>
                        <a:lnTo>
                          <a:pt x="846" y="360"/>
                        </a:lnTo>
                        <a:lnTo>
                          <a:pt x="858" y="360"/>
                        </a:lnTo>
                        <a:lnTo>
                          <a:pt x="858" y="348"/>
                        </a:lnTo>
                        <a:lnTo>
                          <a:pt x="852" y="342"/>
                        </a:lnTo>
                        <a:lnTo>
                          <a:pt x="834" y="342"/>
                        </a:lnTo>
                        <a:lnTo>
                          <a:pt x="834" y="336"/>
                        </a:lnTo>
                        <a:lnTo>
                          <a:pt x="828" y="330"/>
                        </a:lnTo>
                        <a:lnTo>
                          <a:pt x="822" y="318"/>
                        </a:lnTo>
                        <a:lnTo>
                          <a:pt x="810" y="306"/>
                        </a:lnTo>
                        <a:lnTo>
                          <a:pt x="798" y="300"/>
                        </a:lnTo>
                        <a:lnTo>
                          <a:pt x="792" y="300"/>
                        </a:lnTo>
                        <a:lnTo>
                          <a:pt x="780" y="294"/>
                        </a:lnTo>
                        <a:lnTo>
                          <a:pt x="768" y="282"/>
                        </a:lnTo>
                        <a:lnTo>
                          <a:pt x="768" y="276"/>
                        </a:lnTo>
                        <a:lnTo>
                          <a:pt x="774" y="276"/>
                        </a:lnTo>
                        <a:lnTo>
                          <a:pt x="774" y="270"/>
                        </a:lnTo>
                        <a:lnTo>
                          <a:pt x="780" y="270"/>
                        </a:lnTo>
                        <a:lnTo>
                          <a:pt x="780" y="264"/>
                        </a:lnTo>
                        <a:lnTo>
                          <a:pt x="768" y="252"/>
                        </a:lnTo>
                        <a:lnTo>
                          <a:pt x="756" y="246"/>
                        </a:lnTo>
                        <a:lnTo>
                          <a:pt x="750" y="246"/>
                        </a:lnTo>
                        <a:lnTo>
                          <a:pt x="750" y="228"/>
                        </a:lnTo>
                        <a:lnTo>
                          <a:pt x="720" y="228"/>
                        </a:lnTo>
                        <a:lnTo>
                          <a:pt x="696" y="216"/>
                        </a:lnTo>
                        <a:lnTo>
                          <a:pt x="696" y="186"/>
                        </a:lnTo>
                        <a:lnTo>
                          <a:pt x="648" y="180"/>
                        </a:lnTo>
                        <a:lnTo>
                          <a:pt x="654" y="162"/>
                        </a:lnTo>
                        <a:lnTo>
                          <a:pt x="648" y="162"/>
                        </a:lnTo>
                        <a:lnTo>
                          <a:pt x="642" y="156"/>
                        </a:lnTo>
                        <a:lnTo>
                          <a:pt x="642" y="150"/>
                        </a:lnTo>
                        <a:lnTo>
                          <a:pt x="648" y="144"/>
                        </a:lnTo>
                        <a:lnTo>
                          <a:pt x="654" y="132"/>
                        </a:lnTo>
                        <a:lnTo>
                          <a:pt x="660" y="126"/>
                        </a:lnTo>
                        <a:lnTo>
                          <a:pt x="660" y="96"/>
                        </a:lnTo>
                        <a:lnTo>
                          <a:pt x="654" y="84"/>
                        </a:lnTo>
                        <a:lnTo>
                          <a:pt x="648" y="66"/>
                        </a:lnTo>
                        <a:lnTo>
                          <a:pt x="636" y="54"/>
                        </a:lnTo>
                        <a:lnTo>
                          <a:pt x="630" y="42"/>
                        </a:lnTo>
                        <a:lnTo>
                          <a:pt x="600" y="12"/>
                        </a:lnTo>
                        <a:lnTo>
                          <a:pt x="600" y="0"/>
                        </a:lnTo>
                        <a:lnTo>
                          <a:pt x="576" y="0"/>
                        </a:lnTo>
                        <a:lnTo>
                          <a:pt x="522" y="30"/>
                        </a:lnTo>
                        <a:lnTo>
                          <a:pt x="516" y="60"/>
                        </a:lnTo>
                        <a:lnTo>
                          <a:pt x="480" y="84"/>
                        </a:lnTo>
                        <a:lnTo>
                          <a:pt x="480" y="102"/>
                        </a:lnTo>
                        <a:lnTo>
                          <a:pt x="456" y="126"/>
                        </a:lnTo>
                        <a:lnTo>
                          <a:pt x="438" y="138"/>
                        </a:lnTo>
                        <a:lnTo>
                          <a:pt x="390" y="156"/>
                        </a:lnTo>
                        <a:lnTo>
                          <a:pt x="348" y="162"/>
                        </a:lnTo>
                        <a:lnTo>
                          <a:pt x="330" y="162"/>
                        </a:lnTo>
                        <a:lnTo>
                          <a:pt x="312" y="174"/>
                        </a:lnTo>
                        <a:lnTo>
                          <a:pt x="318" y="174"/>
                        </a:lnTo>
                        <a:lnTo>
                          <a:pt x="330" y="186"/>
                        </a:lnTo>
                        <a:lnTo>
                          <a:pt x="330" y="198"/>
                        </a:lnTo>
                        <a:lnTo>
                          <a:pt x="324" y="204"/>
                        </a:lnTo>
                        <a:lnTo>
                          <a:pt x="318" y="216"/>
                        </a:lnTo>
                        <a:lnTo>
                          <a:pt x="312" y="222"/>
                        </a:lnTo>
                        <a:lnTo>
                          <a:pt x="306" y="234"/>
                        </a:lnTo>
                        <a:lnTo>
                          <a:pt x="300" y="240"/>
                        </a:lnTo>
                        <a:lnTo>
                          <a:pt x="210" y="240"/>
                        </a:lnTo>
                        <a:lnTo>
                          <a:pt x="204" y="246"/>
                        </a:lnTo>
                        <a:lnTo>
                          <a:pt x="198" y="258"/>
                        </a:lnTo>
                        <a:lnTo>
                          <a:pt x="186" y="270"/>
                        </a:lnTo>
                        <a:lnTo>
                          <a:pt x="174" y="276"/>
                        </a:lnTo>
                        <a:lnTo>
                          <a:pt x="168" y="276"/>
                        </a:lnTo>
                        <a:lnTo>
                          <a:pt x="162" y="270"/>
                        </a:lnTo>
                        <a:lnTo>
                          <a:pt x="162" y="246"/>
                        </a:lnTo>
                        <a:lnTo>
                          <a:pt x="156" y="252"/>
                        </a:lnTo>
                        <a:lnTo>
                          <a:pt x="144" y="258"/>
                        </a:lnTo>
                        <a:lnTo>
                          <a:pt x="126" y="276"/>
                        </a:lnTo>
                        <a:lnTo>
                          <a:pt x="114" y="282"/>
                        </a:lnTo>
                        <a:lnTo>
                          <a:pt x="96" y="282"/>
                        </a:lnTo>
                        <a:lnTo>
                          <a:pt x="90" y="276"/>
                        </a:lnTo>
                        <a:lnTo>
                          <a:pt x="78" y="276"/>
                        </a:lnTo>
                        <a:lnTo>
                          <a:pt x="66" y="288"/>
                        </a:lnTo>
                        <a:lnTo>
                          <a:pt x="60" y="300"/>
                        </a:lnTo>
                        <a:lnTo>
                          <a:pt x="54" y="306"/>
                        </a:lnTo>
                        <a:lnTo>
                          <a:pt x="54" y="324"/>
                        </a:lnTo>
                        <a:lnTo>
                          <a:pt x="48" y="336"/>
                        </a:lnTo>
                        <a:lnTo>
                          <a:pt x="42" y="336"/>
                        </a:lnTo>
                        <a:lnTo>
                          <a:pt x="36" y="372"/>
                        </a:lnTo>
                        <a:lnTo>
                          <a:pt x="30" y="372"/>
                        </a:lnTo>
                        <a:lnTo>
                          <a:pt x="24" y="378"/>
                        </a:lnTo>
                        <a:lnTo>
                          <a:pt x="12" y="384"/>
                        </a:lnTo>
                        <a:lnTo>
                          <a:pt x="0" y="396"/>
                        </a:lnTo>
                        <a:lnTo>
                          <a:pt x="0" y="402"/>
                        </a:lnTo>
                        <a:lnTo>
                          <a:pt x="12" y="408"/>
                        </a:lnTo>
                        <a:lnTo>
                          <a:pt x="18" y="408"/>
                        </a:lnTo>
                        <a:lnTo>
                          <a:pt x="18" y="444"/>
                        </a:lnTo>
                        <a:lnTo>
                          <a:pt x="6" y="456"/>
                        </a:lnTo>
                        <a:lnTo>
                          <a:pt x="24" y="468"/>
                        </a:lnTo>
                        <a:lnTo>
                          <a:pt x="24" y="516"/>
                        </a:lnTo>
                        <a:lnTo>
                          <a:pt x="30" y="516"/>
                        </a:lnTo>
                        <a:lnTo>
                          <a:pt x="48" y="534"/>
                        </a:lnTo>
                        <a:lnTo>
                          <a:pt x="54" y="534"/>
                        </a:lnTo>
                        <a:lnTo>
                          <a:pt x="54" y="576"/>
                        </a:lnTo>
                        <a:lnTo>
                          <a:pt x="60" y="582"/>
                        </a:lnTo>
                        <a:lnTo>
                          <a:pt x="72" y="606"/>
                        </a:lnTo>
                        <a:lnTo>
                          <a:pt x="84" y="618"/>
                        </a:lnTo>
                        <a:lnTo>
                          <a:pt x="96" y="624"/>
                        </a:lnTo>
                        <a:lnTo>
                          <a:pt x="102" y="636"/>
                        </a:lnTo>
                        <a:lnTo>
                          <a:pt x="114" y="642"/>
                        </a:lnTo>
                        <a:lnTo>
                          <a:pt x="120" y="660"/>
                        </a:lnTo>
                        <a:lnTo>
                          <a:pt x="120" y="690"/>
                        </a:lnTo>
                        <a:lnTo>
                          <a:pt x="132" y="702"/>
                        </a:lnTo>
                        <a:lnTo>
                          <a:pt x="138" y="696"/>
                        </a:lnTo>
                        <a:lnTo>
                          <a:pt x="144" y="684"/>
                        </a:lnTo>
                        <a:lnTo>
                          <a:pt x="150" y="678"/>
                        </a:lnTo>
                        <a:lnTo>
                          <a:pt x="156" y="666"/>
                        </a:lnTo>
                        <a:lnTo>
                          <a:pt x="156" y="642"/>
                        </a:lnTo>
                        <a:lnTo>
                          <a:pt x="144" y="630"/>
                        </a:lnTo>
                        <a:lnTo>
                          <a:pt x="162" y="600"/>
                        </a:lnTo>
                        <a:lnTo>
                          <a:pt x="192" y="600"/>
                        </a:lnTo>
                        <a:lnTo>
                          <a:pt x="210" y="582"/>
                        </a:lnTo>
                        <a:lnTo>
                          <a:pt x="228" y="582"/>
                        </a:lnTo>
                        <a:lnTo>
                          <a:pt x="264" y="600"/>
                        </a:lnTo>
                        <a:lnTo>
                          <a:pt x="276" y="600"/>
                        </a:lnTo>
                        <a:lnTo>
                          <a:pt x="288" y="588"/>
                        </a:lnTo>
                        <a:lnTo>
                          <a:pt x="300" y="570"/>
                        </a:lnTo>
                        <a:lnTo>
                          <a:pt x="300" y="552"/>
                        </a:lnTo>
                        <a:lnTo>
                          <a:pt x="294" y="552"/>
                        </a:lnTo>
                        <a:lnTo>
                          <a:pt x="294" y="540"/>
                        </a:lnTo>
                        <a:lnTo>
                          <a:pt x="306" y="528"/>
                        </a:lnTo>
                        <a:lnTo>
                          <a:pt x="312" y="528"/>
                        </a:lnTo>
                        <a:lnTo>
                          <a:pt x="324" y="516"/>
                        </a:lnTo>
                        <a:lnTo>
                          <a:pt x="330" y="504"/>
                        </a:lnTo>
                        <a:lnTo>
                          <a:pt x="330" y="498"/>
                        </a:lnTo>
                        <a:lnTo>
                          <a:pt x="336" y="486"/>
                        </a:lnTo>
                        <a:lnTo>
                          <a:pt x="336" y="480"/>
                        </a:lnTo>
                        <a:lnTo>
                          <a:pt x="342" y="474"/>
                        </a:lnTo>
                        <a:lnTo>
                          <a:pt x="354" y="468"/>
                        </a:lnTo>
                        <a:lnTo>
                          <a:pt x="366" y="468"/>
                        </a:lnTo>
                        <a:lnTo>
                          <a:pt x="384" y="474"/>
                        </a:lnTo>
                        <a:lnTo>
                          <a:pt x="396" y="474"/>
                        </a:lnTo>
                        <a:lnTo>
                          <a:pt x="408" y="480"/>
                        </a:lnTo>
                        <a:lnTo>
                          <a:pt x="408" y="492"/>
                        </a:lnTo>
                        <a:lnTo>
                          <a:pt x="426" y="492"/>
                        </a:lnTo>
                        <a:lnTo>
                          <a:pt x="432" y="498"/>
                        </a:lnTo>
                        <a:lnTo>
                          <a:pt x="432" y="528"/>
                        </a:lnTo>
                        <a:lnTo>
                          <a:pt x="474" y="528"/>
                        </a:lnTo>
                        <a:lnTo>
                          <a:pt x="480" y="534"/>
                        </a:lnTo>
                        <a:lnTo>
                          <a:pt x="492" y="540"/>
                        </a:lnTo>
                        <a:lnTo>
                          <a:pt x="540" y="540"/>
                        </a:lnTo>
                        <a:lnTo>
                          <a:pt x="552" y="546"/>
                        </a:lnTo>
                        <a:lnTo>
                          <a:pt x="558" y="552"/>
                        </a:lnTo>
                        <a:lnTo>
                          <a:pt x="570" y="558"/>
                        </a:lnTo>
                        <a:lnTo>
                          <a:pt x="576" y="552"/>
                        </a:lnTo>
                        <a:lnTo>
                          <a:pt x="582" y="540"/>
                        </a:lnTo>
                        <a:lnTo>
                          <a:pt x="588" y="534"/>
                        </a:lnTo>
                        <a:lnTo>
                          <a:pt x="588" y="522"/>
                        </a:lnTo>
                        <a:lnTo>
                          <a:pt x="606" y="504"/>
                        </a:lnTo>
                        <a:lnTo>
                          <a:pt x="612" y="492"/>
                        </a:lnTo>
                        <a:lnTo>
                          <a:pt x="636" y="516"/>
                        </a:lnTo>
                        <a:lnTo>
                          <a:pt x="642" y="516"/>
                        </a:lnTo>
                        <a:lnTo>
                          <a:pt x="648" y="510"/>
                        </a:lnTo>
                        <a:lnTo>
                          <a:pt x="660" y="504"/>
                        </a:lnTo>
                        <a:lnTo>
                          <a:pt x="672" y="492"/>
                        </a:lnTo>
                        <a:lnTo>
                          <a:pt x="690" y="492"/>
                        </a:lnTo>
                        <a:lnTo>
                          <a:pt x="714" y="474"/>
                        </a:lnTo>
                        <a:lnTo>
                          <a:pt x="726" y="486"/>
                        </a:lnTo>
                        <a:lnTo>
                          <a:pt x="750" y="486"/>
                        </a:lnTo>
                        <a:lnTo>
                          <a:pt x="756" y="480"/>
                        </a:lnTo>
                        <a:lnTo>
                          <a:pt x="768" y="480"/>
                        </a:lnTo>
                        <a:lnTo>
                          <a:pt x="768" y="468"/>
                        </a:lnTo>
                        <a:lnTo>
                          <a:pt x="786" y="450"/>
                        </a:lnTo>
                        <a:lnTo>
                          <a:pt x="792" y="450"/>
                        </a:lnTo>
                        <a:lnTo>
                          <a:pt x="792" y="456"/>
                        </a:lnTo>
                        <a:lnTo>
                          <a:pt x="804" y="468"/>
                        </a:lnTo>
                        <a:lnTo>
                          <a:pt x="840" y="462"/>
                        </a:lnTo>
                        <a:lnTo>
                          <a:pt x="840" y="468"/>
                        </a:lnTo>
                        <a:lnTo>
                          <a:pt x="852" y="480"/>
                        </a:lnTo>
                        <a:lnTo>
                          <a:pt x="876" y="480"/>
                        </a:lnTo>
                        <a:lnTo>
                          <a:pt x="894" y="474"/>
                        </a:lnTo>
                        <a:lnTo>
                          <a:pt x="912" y="456"/>
                        </a:lnTo>
                        <a:lnTo>
                          <a:pt x="912" y="432"/>
                        </a:lnTo>
                        <a:lnTo>
                          <a:pt x="906" y="42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601" name="Cameroon" descr="© INSCALE GmbH, 05.05.2010&#10;http://www.presentationload.com/">
                    <a:extLst>
                      <a:ext uri="{FF2B5EF4-FFF2-40B4-BE49-F238E27FC236}">
                        <a16:creationId xmlns:a16="http://schemas.microsoft.com/office/drawing/2014/main" id="{6C91886C-59B9-E572-1A6A-188D712BDB72}"/>
                      </a:ext>
                    </a:extLst>
                  </p:cNvPr>
                  <p:cNvSpPr>
                    <a:spLocks/>
                  </p:cNvSpPr>
                  <p:nvPr/>
                </p:nvSpPr>
                <p:spPr bwMode="gray">
                  <a:xfrm>
                    <a:off x="2809" y="2300"/>
                    <a:ext cx="139" cy="235"/>
                  </a:xfrm>
                  <a:custGeom>
                    <a:avLst/>
                    <a:gdLst>
                      <a:gd name="T0" fmla="*/ 2147483647 w 546"/>
                      <a:gd name="T1" fmla="*/ 0 h 924"/>
                      <a:gd name="T2" fmla="*/ 2147483647 w 546"/>
                      <a:gd name="T3" fmla="*/ 2147483647 h 924"/>
                      <a:gd name="T4" fmla="*/ 2147483647 w 546"/>
                      <a:gd name="T5" fmla="*/ 2147483647 h 924"/>
                      <a:gd name="T6" fmla="*/ 2147483647 w 546"/>
                      <a:gd name="T7" fmla="*/ 2147483647 h 924"/>
                      <a:gd name="T8" fmla="*/ 2147483647 w 546"/>
                      <a:gd name="T9" fmla="*/ 2147483647 h 924"/>
                      <a:gd name="T10" fmla="*/ 2147483647 w 546"/>
                      <a:gd name="T11" fmla="*/ 2147483647 h 924"/>
                      <a:gd name="T12" fmla="*/ 2147483647 w 546"/>
                      <a:gd name="T13" fmla="*/ 2147483647 h 924"/>
                      <a:gd name="T14" fmla="*/ 2147483647 w 546"/>
                      <a:gd name="T15" fmla="*/ 2147483647 h 924"/>
                      <a:gd name="T16" fmla="*/ 2147483647 w 546"/>
                      <a:gd name="T17" fmla="*/ 2147483647 h 924"/>
                      <a:gd name="T18" fmla="*/ 2147483647 w 546"/>
                      <a:gd name="T19" fmla="*/ 2147483647 h 924"/>
                      <a:gd name="T20" fmla="*/ 2147483647 w 546"/>
                      <a:gd name="T21" fmla="*/ 2147483647 h 924"/>
                      <a:gd name="T22" fmla="*/ 2147483647 w 546"/>
                      <a:gd name="T23" fmla="*/ 2147483647 h 924"/>
                      <a:gd name="T24" fmla="*/ 2147483647 w 546"/>
                      <a:gd name="T25" fmla="*/ 2147483647 h 924"/>
                      <a:gd name="T26" fmla="*/ 2147483647 w 546"/>
                      <a:gd name="T27" fmla="*/ 2147483647 h 924"/>
                      <a:gd name="T28" fmla="*/ 2147483647 w 546"/>
                      <a:gd name="T29" fmla="*/ 2147483647 h 924"/>
                      <a:gd name="T30" fmla="*/ 2147483647 w 546"/>
                      <a:gd name="T31" fmla="*/ 2147483647 h 924"/>
                      <a:gd name="T32" fmla="*/ 2147483647 w 546"/>
                      <a:gd name="T33" fmla="*/ 2147483647 h 924"/>
                      <a:gd name="T34" fmla="*/ 2147483647 w 546"/>
                      <a:gd name="T35" fmla="*/ 2147483647 h 924"/>
                      <a:gd name="T36" fmla="*/ 2147483647 w 546"/>
                      <a:gd name="T37" fmla="*/ 2147483647 h 924"/>
                      <a:gd name="T38" fmla="*/ 2147483647 w 546"/>
                      <a:gd name="T39" fmla="*/ 2147483647 h 924"/>
                      <a:gd name="T40" fmla="*/ 2147483647 w 546"/>
                      <a:gd name="T41" fmla="*/ 2147483647 h 924"/>
                      <a:gd name="T42" fmla="*/ 2147483647 w 546"/>
                      <a:gd name="T43" fmla="*/ 2147483647 h 924"/>
                      <a:gd name="T44" fmla="*/ 2147483647 w 546"/>
                      <a:gd name="T45" fmla="*/ 2147483647 h 924"/>
                      <a:gd name="T46" fmla="*/ 2147483647 w 546"/>
                      <a:gd name="T47" fmla="*/ 2147483647 h 924"/>
                      <a:gd name="T48" fmla="*/ 2147483647 w 546"/>
                      <a:gd name="T49" fmla="*/ 2147483647 h 924"/>
                      <a:gd name="T50" fmla="*/ 2147483647 w 546"/>
                      <a:gd name="T51" fmla="*/ 2147483647 h 924"/>
                      <a:gd name="T52" fmla="*/ 2147483647 w 546"/>
                      <a:gd name="T53" fmla="*/ 2147483647 h 924"/>
                      <a:gd name="T54" fmla="*/ 2147483647 w 546"/>
                      <a:gd name="T55" fmla="*/ 2147483647 h 924"/>
                      <a:gd name="T56" fmla="*/ 2147483647 w 546"/>
                      <a:gd name="T57" fmla="*/ 2147483647 h 924"/>
                      <a:gd name="T58" fmla="*/ 2147483647 w 546"/>
                      <a:gd name="T59" fmla="*/ 2147483647 h 924"/>
                      <a:gd name="T60" fmla="*/ 2147483647 w 546"/>
                      <a:gd name="T61" fmla="*/ 2147483647 h 924"/>
                      <a:gd name="T62" fmla="*/ 2147483647 w 546"/>
                      <a:gd name="T63" fmla="*/ 2147483647 h 924"/>
                      <a:gd name="T64" fmla="*/ 2147483647 w 546"/>
                      <a:gd name="T65" fmla="*/ 2147483647 h 924"/>
                      <a:gd name="T66" fmla="*/ 2147483647 w 546"/>
                      <a:gd name="T67" fmla="*/ 2147483647 h 924"/>
                      <a:gd name="T68" fmla="*/ 2147483647 w 546"/>
                      <a:gd name="T69" fmla="*/ 2147483647 h 924"/>
                      <a:gd name="T70" fmla="*/ 2147483647 w 546"/>
                      <a:gd name="T71" fmla="*/ 2147483647 h 924"/>
                      <a:gd name="T72" fmla="*/ 2147483647 w 546"/>
                      <a:gd name="T73" fmla="*/ 2147483647 h 924"/>
                      <a:gd name="T74" fmla="*/ 2147483647 w 546"/>
                      <a:gd name="T75" fmla="*/ 2147483647 h 924"/>
                      <a:gd name="T76" fmla="*/ 2147483647 w 546"/>
                      <a:gd name="T77" fmla="*/ 2147483647 h 924"/>
                      <a:gd name="T78" fmla="*/ 2147483647 w 546"/>
                      <a:gd name="T79" fmla="*/ 2147483647 h 924"/>
                      <a:gd name="T80" fmla="*/ 2147483647 w 546"/>
                      <a:gd name="T81" fmla="*/ 2147483647 h 924"/>
                      <a:gd name="T82" fmla="*/ 2147483647 w 546"/>
                      <a:gd name="T83" fmla="*/ 2147483647 h 924"/>
                      <a:gd name="T84" fmla="*/ 2147483647 w 546"/>
                      <a:gd name="T85" fmla="*/ 2147483647 h 924"/>
                      <a:gd name="T86" fmla="*/ 2147483647 w 546"/>
                      <a:gd name="T87" fmla="*/ 2147483647 h 924"/>
                      <a:gd name="T88" fmla="*/ 2147483647 w 546"/>
                      <a:gd name="T89" fmla="*/ 2147483647 h 924"/>
                      <a:gd name="T90" fmla="*/ 2147483647 w 546"/>
                      <a:gd name="T91" fmla="*/ 2147483647 h 924"/>
                      <a:gd name="T92" fmla="*/ 2147483647 w 546"/>
                      <a:gd name="T93" fmla="*/ 2147483647 h 924"/>
                      <a:gd name="T94" fmla="*/ 2147483647 w 546"/>
                      <a:gd name="T95" fmla="*/ 2147483647 h 924"/>
                      <a:gd name="T96" fmla="*/ 2147483647 w 546"/>
                      <a:gd name="T97" fmla="*/ 2147483647 h 924"/>
                      <a:gd name="T98" fmla="*/ 2147483647 w 546"/>
                      <a:gd name="T99" fmla="*/ 2147483647 h 924"/>
                      <a:gd name="T100" fmla="*/ 2147483647 w 546"/>
                      <a:gd name="T101" fmla="*/ 2147483647 h 924"/>
                      <a:gd name="T102" fmla="*/ 2147483647 w 546"/>
                      <a:gd name="T103" fmla="*/ 2147483647 h 924"/>
                      <a:gd name="T104" fmla="*/ 2147483647 w 546"/>
                      <a:gd name="T105" fmla="*/ 2147483647 h 924"/>
                      <a:gd name="T106" fmla="*/ 2147483647 w 546"/>
                      <a:gd name="T107" fmla="*/ 2147483647 h 924"/>
                      <a:gd name="T108" fmla="*/ 2147483647 w 546"/>
                      <a:gd name="T109" fmla="*/ 2147483647 h 924"/>
                      <a:gd name="T110" fmla="*/ 2147483647 w 546"/>
                      <a:gd name="T111" fmla="*/ 2147483647 h 924"/>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46"/>
                      <a:gd name="T169" fmla="*/ 0 h 924"/>
                      <a:gd name="T170" fmla="*/ 546 w 546"/>
                      <a:gd name="T171" fmla="*/ 924 h 924"/>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46" h="924">
                        <a:moveTo>
                          <a:pt x="420" y="30"/>
                        </a:moveTo>
                        <a:lnTo>
                          <a:pt x="414" y="18"/>
                        </a:lnTo>
                        <a:lnTo>
                          <a:pt x="414" y="0"/>
                        </a:lnTo>
                        <a:lnTo>
                          <a:pt x="390" y="6"/>
                        </a:lnTo>
                        <a:lnTo>
                          <a:pt x="390" y="54"/>
                        </a:lnTo>
                        <a:lnTo>
                          <a:pt x="396" y="60"/>
                        </a:lnTo>
                        <a:lnTo>
                          <a:pt x="396" y="66"/>
                        </a:lnTo>
                        <a:lnTo>
                          <a:pt x="426" y="66"/>
                        </a:lnTo>
                        <a:lnTo>
                          <a:pt x="426" y="96"/>
                        </a:lnTo>
                        <a:lnTo>
                          <a:pt x="420" y="102"/>
                        </a:lnTo>
                        <a:lnTo>
                          <a:pt x="420" y="108"/>
                        </a:lnTo>
                        <a:lnTo>
                          <a:pt x="426" y="114"/>
                        </a:lnTo>
                        <a:lnTo>
                          <a:pt x="426" y="126"/>
                        </a:lnTo>
                        <a:lnTo>
                          <a:pt x="408" y="144"/>
                        </a:lnTo>
                        <a:lnTo>
                          <a:pt x="396" y="150"/>
                        </a:lnTo>
                        <a:lnTo>
                          <a:pt x="384" y="150"/>
                        </a:lnTo>
                        <a:lnTo>
                          <a:pt x="384" y="156"/>
                        </a:lnTo>
                        <a:lnTo>
                          <a:pt x="378" y="162"/>
                        </a:lnTo>
                        <a:lnTo>
                          <a:pt x="378" y="168"/>
                        </a:lnTo>
                        <a:lnTo>
                          <a:pt x="372" y="174"/>
                        </a:lnTo>
                        <a:lnTo>
                          <a:pt x="372" y="180"/>
                        </a:lnTo>
                        <a:lnTo>
                          <a:pt x="360" y="192"/>
                        </a:lnTo>
                        <a:lnTo>
                          <a:pt x="354" y="204"/>
                        </a:lnTo>
                        <a:lnTo>
                          <a:pt x="348" y="234"/>
                        </a:lnTo>
                        <a:lnTo>
                          <a:pt x="342" y="240"/>
                        </a:lnTo>
                        <a:lnTo>
                          <a:pt x="342" y="270"/>
                        </a:lnTo>
                        <a:lnTo>
                          <a:pt x="336" y="288"/>
                        </a:lnTo>
                        <a:lnTo>
                          <a:pt x="330" y="294"/>
                        </a:lnTo>
                        <a:lnTo>
                          <a:pt x="312" y="294"/>
                        </a:lnTo>
                        <a:lnTo>
                          <a:pt x="312" y="324"/>
                        </a:lnTo>
                        <a:lnTo>
                          <a:pt x="306" y="342"/>
                        </a:lnTo>
                        <a:lnTo>
                          <a:pt x="306" y="354"/>
                        </a:lnTo>
                        <a:lnTo>
                          <a:pt x="300" y="360"/>
                        </a:lnTo>
                        <a:lnTo>
                          <a:pt x="288" y="366"/>
                        </a:lnTo>
                        <a:lnTo>
                          <a:pt x="282" y="372"/>
                        </a:lnTo>
                        <a:lnTo>
                          <a:pt x="270" y="378"/>
                        </a:lnTo>
                        <a:lnTo>
                          <a:pt x="258" y="426"/>
                        </a:lnTo>
                        <a:lnTo>
                          <a:pt x="234" y="456"/>
                        </a:lnTo>
                        <a:lnTo>
                          <a:pt x="234" y="486"/>
                        </a:lnTo>
                        <a:lnTo>
                          <a:pt x="228" y="492"/>
                        </a:lnTo>
                        <a:lnTo>
                          <a:pt x="216" y="498"/>
                        </a:lnTo>
                        <a:lnTo>
                          <a:pt x="210" y="510"/>
                        </a:lnTo>
                        <a:lnTo>
                          <a:pt x="210" y="522"/>
                        </a:lnTo>
                        <a:lnTo>
                          <a:pt x="192" y="540"/>
                        </a:lnTo>
                        <a:lnTo>
                          <a:pt x="186" y="540"/>
                        </a:lnTo>
                        <a:lnTo>
                          <a:pt x="180" y="534"/>
                        </a:lnTo>
                        <a:lnTo>
                          <a:pt x="174" y="522"/>
                        </a:lnTo>
                        <a:lnTo>
                          <a:pt x="174" y="516"/>
                        </a:lnTo>
                        <a:lnTo>
                          <a:pt x="168" y="504"/>
                        </a:lnTo>
                        <a:lnTo>
                          <a:pt x="156" y="492"/>
                        </a:lnTo>
                        <a:lnTo>
                          <a:pt x="150" y="480"/>
                        </a:lnTo>
                        <a:lnTo>
                          <a:pt x="138" y="480"/>
                        </a:lnTo>
                        <a:lnTo>
                          <a:pt x="144" y="486"/>
                        </a:lnTo>
                        <a:lnTo>
                          <a:pt x="144" y="498"/>
                        </a:lnTo>
                        <a:lnTo>
                          <a:pt x="138" y="504"/>
                        </a:lnTo>
                        <a:lnTo>
                          <a:pt x="132" y="504"/>
                        </a:lnTo>
                        <a:lnTo>
                          <a:pt x="120" y="498"/>
                        </a:lnTo>
                        <a:lnTo>
                          <a:pt x="114" y="492"/>
                        </a:lnTo>
                        <a:lnTo>
                          <a:pt x="108" y="492"/>
                        </a:lnTo>
                        <a:lnTo>
                          <a:pt x="102" y="498"/>
                        </a:lnTo>
                        <a:lnTo>
                          <a:pt x="90" y="522"/>
                        </a:lnTo>
                        <a:lnTo>
                          <a:pt x="84" y="528"/>
                        </a:lnTo>
                        <a:lnTo>
                          <a:pt x="84" y="534"/>
                        </a:lnTo>
                        <a:lnTo>
                          <a:pt x="18" y="588"/>
                        </a:lnTo>
                        <a:lnTo>
                          <a:pt x="18" y="642"/>
                        </a:lnTo>
                        <a:lnTo>
                          <a:pt x="12" y="654"/>
                        </a:lnTo>
                        <a:lnTo>
                          <a:pt x="12" y="666"/>
                        </a:lnTo>
                        <a:lnTo>
                          <a:pt x="6" y="672"/>
                        </a:lnTo>
                        <a:lnTo>
                          <a:pt x="6" y="678"/>
                        </a:lnTo>
                        <a:lnTo>
                          <a:pt x="0" y="690"/>
                        </a:lnTo>
                        <a:lnTo>
                          <a:pt x="24" y="684"/>
                        </a:lnTo>
                        <a:lnTo>
                          <a:pt x="24" y="708"/>
                        </a:lnTo>
                        <a:lnTo>
                          <a:pt x="36" y="732"/>
                        </a:lnTo>
                        <a:lnTo>
                          <a:pt x="60" y="744"/>
                        </a:lnTo>
                        <a:lnTo>
                          <a:pt x="66" y="750"/>
                        </a:lnTo>
                        <a:lnTo>
                          <a:pt x="84" y="726"/>
                        </a:lnTo>
                        <a:lnTo>
                          <a:pt x="66" y="756"/>
                        </a:lnTo>
                        <a:lnTo>
                          <a:pt x="84" y="786"/>
                        </a:lnTo>
                        <a:lnTo>
                          <a:pt x="102" y="792"/>
                        </a:lnTo>
                        <a:lnTo>
                          <a:pt x="102" y="840"/>
                        </a:lnTo>
                        <a:lnTo>
                          <a:pt x="90" y="840"/>
                        </a:lnTo>
                        <a:lnTo>
                          <a:pt x="90" y="870"/>
                        </a:lnTo>
                        <a:lnTo>
                          <a:pt x="102" y="882"/>
                        </a:lnTo>
                        <a:lnTo>
                          <a:pt x="198" y="882"/>
                        </a:lnTo>
                        <a:lnTo>
                          <a:pt x="216" y="864"/>
                        </a:lnTo>
                        <a:lnTo>
                          <a:pt x="228" y="882"/>
                        </a:lnTo>
                        <a:lnTo>
                          <a:pt x="258" y="882"/>
                        </a:lnTo>
                        <a:lnTo>
                          <a:pt x="270" y="870"/>
                        </a:lnTo>
                        <a:lnTo>
                          <a:pt x="276" y="870"/>
                        </a:lnTo>
                        <a:lnTo>
                          <a:pt x="288" y="876"/>
                        </a:lnTo>
                        <a:lnTo>
                          <a:pt x="294" y="876"/>
                        </a:lnTo>
                        <a:lnTo>
                          <a:pt x="342" y="870"/>
                        </a:lnTo>
                        <a:lnTo>
                          <a:pt x="342" y="888"/>
                        </a:lnTo>
                        <a:lnTo>
                          <a:pt x="372" y="888"/>
                        </a:lnTo>
                        <a:lnTo>
                          <a:pt x="390" y="882"/>
                        </a:lnTo>
                        <a:lnTo>
                          <a:pt x="438" y="882"/>
                        </a:lnTo>
                        <a:lnTo>
                          <a:pt x="450" y="888"/>
                        </a:lnTo>
                        <a:lnTo>
                          <a:pt x="456" y="894"/>
                        </a:lnTo>
                        <a:lnTo>
                          <a:pt x="468" y="894"/>
                        </a:lnTo>
                        <a:lnTo>
                          <a:pt x="474" y="900"/>
                        </a:lnTo>
                        <a:lnTo>
                          <a:pt x="510" y="900"/>
                        </a:lnTo>
                        <a:lnTo>
                          <a:pt x="534" y="924"/>
                        </a:lnTo>
                        <a:lnTo>
                          <a:pt x="540" y="882"/>
                        </a:lnTo>
                        <a:lnTo>
                          <a:pt x="546" y="876"/>
                        </a:lnTo>
                        <a:lnTo>
                          <a:pt x="534" y="864"/>
                        </a:lnTo>
                        <a:lnTo>
                          <a:pt x="534" y="834"/>
                        </a:lnTo>
                        <a:lnTo>
                          <a:pt x="528" y="816"/>
                        </a:lnTo>
                        <a:lnTo>
                          <a:pt x="516" y="810"/>
                        </a:lnTo>
                        <a:lnTo>
                          <a:pt x="510" y="798"/>
                        </a:lnTo>
                        <a:lnTo>
                          <a:pt x="498" y="792"/>
                        </a:lnTo>
                        <a:lnTo>
                          <a:pt x="486" y="780"/>
                        </a:lnTo>
                        <a:lnTo>
                          <a:pt x="474" y="756"/>
                        </a:lnTo>
                        <a:lnTo>
                          <a:pt x="468" y="750"/>
                        </a:lnTo>
                        <a:lnTo>
                          <a:pt x="468" y="708"/>
                        </a:lnTo>
                        <a:lnTo>
                          <a:pt x="462" y="708"/>
                        </a:lnTo>
                        <a:lnTo>
                          <a:pt x="444" y="690"/>
                        </a:lnTo>
                        <a:lnTo>
                          <a:pt x="438" y="690"/>
                        </a:lnTo>
                        <a:lnTo>
                          <a:pt x="438" y="642"/>
                        </a:lnTo>
                        <a:lnTo>
                          <a:pt x="420" y="630"/>
                        </a:lnTo>
                        <a:lnTo>
                          <a:pt x="432" y="618"/>
                        </a:lnTo>
                        <a:lnTo>
                          <a:pt x="432" y="582"/>
                        </a:lnTo>
                        <a:lnTo>
                          <a:pt x="426" y="582"/>
                        </a:lnTo>
                        <a:lnTo>
                          <a:pt x="414" y="576"/>
                        </a:lnTo>
                        <a:lnTo>
                          <a:pt x="414" y="570"/>
                        </a:lnTo>
                        <a:lnTo>
                          <a:pt x="426" y="558"/>
                        </a:lnTo>
                        <a:lnTo>
                          <a:pt x="438" y="552"/>
                        </a:lnTo>
                        <a:lnTo>
                          <a:pt x="444" y="546"/>
                        </a:lnTo>
                        <a:lnTo>
                          <a:pt x="450" y="546"/>
                        </a:lnTo>
                        <a:lnTo>
                          <a:pt x="456" y="510"/>
                        </a:lnTo>
                        <a:lnTo>
                          <a:pt x="462" y="510"/>
                        </a:lnTo>
                        <a:lnTo>
                          <a:pt x="468" y="498"/>
                        </a:lnTo>
                        <a:lnTo>
                          <a:pt x="468" y="480"/>
                        </a:lnTo>
                        <a:lnTo>
                          <a:pt x="474" y="474"/>
                        </a:lnTo>
                        <a:lnTo>
                          <a:pt x="480" y="462"/>
                        </a:lnTo>
                        <a:lnTo>
                          <a:pt x="492" y="450"/>
                        </a:lnTo>
                        <a:lnTo>
                          <a:pt x="498" y="450"/>
                        </a:lnTo>
                        <a:lnTo>
                          <a:pt x="498" y="438"/>
                        </a:lnTo>
                        <a:lnTo>
                          <a:pt x="492" y="420"/>
                        </a:lnTo>
                        <a:lnTo>
                          <a:pt x="486" y="408"/>
                        </a:lnTo>
                        <a:lnTo>
                          <a:pt x="486" y="390"/>
                        </a:lnTo>
                        <a:lnTo>
                          <a:pt x="474" y="366"/>
                        </a:lnTo>
                        <a:lnTo>
                          <a:pt x="462" y="354"/>
                        </a:lnTo>
                        <a:lnTo>
                          <a:pt x="450" y="348"/>
                        </a:lnTo>
                        <a:lnTo>
                          <a:pt x="432" y="336"/>
                        </a:lnTo>
                        <a:lnTo>
                          <a:pt x="420" y="324"/>
                        </a:lnTo>
                        <a:lnTo>
                          <a:pt x="414" y="312"/>
                        </a:lnTo>
                        <a:lnTo>
                          <a:pt x="402" y="300"/>
                        </a:lnTo>
                        <a:lnTo>
                          <a:pt x="390" y="276"/>
                        </a:lnTo>
                        <a:lnTo>
                          <a:pt x="390" y="264"/>
                        </a:lnTo>
                        <a:lnTo>
                          <a:pt x="396" y="258"/>
                        </a:lnTo>
                        <a:lnTo>
                          <a:pt x="408" y="252"/>
                        </a:lnTo>
                        <a:lnTo>
                          <a:pt x="504" y="252"/>
                        </a:lnTo>
                        <a:lnTo>
                          <a:pt x="486" y="234"/>
                        </a:lnTo>
                        <a:lnTo>
                          <a:pt x="480" y="222"/>
                        </a:lnTo>
                        <a:lnTo>
                          <a:pt x="468" y="216"/>
                        </a:lnTo>
                        <a:lnTo>
                          <a:pt x="462" y="204"/>
                        </a:lnTo>
                        <a:lnTo>
                          <a:pt x="462" y="186"/>
                        </a:lnTo>
                        <a:lnTo>
                          <a:pt x="456" y="168"/>
                        </a:lnTo>
                        <a:lnTo>
                          <a:pt x="456" y="132"/>
                        </a:lnTo>
                        <a:lnTo>
                          <a:pt x="462" y="132"/>
                        </a:lnTo>
                        <a:lnTo>
                          <a:pt x="462" y="96"/>
                        </a:lnTo>
                        <a:lnTo>
                          <a:pt x="456" y="84"/>
                        </a:lnTo>
                        <a:lnTo>
                          <a:pt x="444" y="78"/>
                        </a:lnTo>
                        <a:lnTo>
                          <a:pt x="450" y="42"/>
                        </a:lnTo>
                        <a:lnTo>
                          <a:pt x="444" y="42"/>
                        </a:lnTo>
                        <a:lnTo>
                          <a:pt x="438" y="36"/>
                        </a:lnTo>
                        <a:lnTo>
                          <a:pt x="426" y="36"/>
                        </a:lnTo>
                        <a:lnTo>
                          <a:pt x="420" y="3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602" name="Burundi" descr="© INSCALE GmbH, 05.05.2010&#10;http://www.presentationload.com/">
                    <a:extLst>
                      <a:ext uri="{FF2B5EF4-FFF2-40B4-BE49-F238E27FC236}">
                        <a16:creationId xmlns:a16="http://schemas.microsoft.com/office/drawing/2014/main" id="{92C3C557-5D6B-2942-24CB-861049401CB9}"/>
                      </a:ext>
                    </a:extLst>
                  </p:cNvPr>
                  <p:cNvSpPr>
                    <a:spLocks/>
                  </p:cNvSpPr>
                  <p:nvPr/>
                </p:nvSpPr>
                <p:spPr bwMode="gray">
                  <a:xfrm>
                    <a:off x="3178" y="2618"/>
                    <a:ext cx="34" cy="43"/>
                  </a:xfrm>
                  <a:custGeom>
                    <a:avLst/>
                    <a:gdLst>
                      <a:gd name="T0" fmla="*/ 2147483647 w 132"/>
                      <a:gd name="T1" fmla="*/ 2147483647 h 168"/>
                      <a:gd name="T2" fmla="*/ 2147483647 w 132"/>
                      <a:gd name="T3" fmla="*/ 2147483647 h 168"/>
                      <a:gd name="T4" fmla="*/ 2147483647 w 132"/>
                      <a:gd name="T5" fmla="*/ 2147483647 h 168"/>
                      <a:gd name="T6" fmla="*/ 2147483647 w 132"/>
                      <a:gd name="T7" fmla="*/ 2147483647 h 168"/>
                      <a:gd name="T8" fmla="*/ 2147483647 w 132"/>
                      <a:gd name="T9" fmla="*/ 2147483647 h 168"/>
                      <a:gd name="T10" fmla="*/ 2147483647 w 132"/>
                      <a:gd name="T11" fmla="*/ 2147483647 h 168"/>
                      <a:gd name="T12" fmla="*/ 2147483647 w 132"/>
                      <a:gd name="T13" fmla="*/ 2147483647 h 168"/>
                      <a:gd name="T14" fmla="*/ 2147483647 w 132"/>
                      <a:gd name="T15" fmla="*/ 2147483647 h 168"/>
                      <a:gd name="T16" fmla="*/ 2147483647 w 132"/>
                      <a:gd name="T17" fmla="*/ 2147483647 h 168"/>
                      <a:gd name="T18" fmla="*/ 2147483647 w 132"/>
                      <a:gd name="T19" fmla="*/ 2147483647 h 168"/>
                      <a:gd name="T20" fmla="*/ 2147483647 w 132"/>
                      <a:gd name="T21" fmla="*/ 2147483647 h 168"/>
                      <a:gd name="T22" fmla="*/ 2147483647 w 132"/>
                      <a:gd name="T23" fmla="*/ 2147483647 h 168"/>
                      <a:gd name="T24" fmla="*/ 2147483647 w 132"/>
                      <a:gd name="T25" fmla="*/ 2147483647 h 168"/>
                      <a:gd name="T26" fmla="*/ 2147483647 w 132"/>
                      <a:gd name="T27" fmla="*/ 2147483647 h 168"/>
                      <a:gd name="T28" fmla="*/ 2147483647 w 132"/>
                      <a:gd name="T29" fmla="*/ 2147483647 h 168"/>
                      <a:gd name="T30" fmla="*/ 2147483647 w 132"/>
                      <a:gd name="T31" fmla="*/ 2147483647 h 168"/>
                      <a:gd name="T32" fmla="*/ 2147483647 w 132"/>
                      <a:gd name="T33" fmla="*/ 2147483647 h 168"/>
                      <a:gd name="T34" fmla="*/ 2147483647 w 132"/>
                      <a:gd name="T35" fmla="*/ 2147483647 h 168"/>
                      <a:gd name="T36" fmla="*/ 2147483647 w 132"/>
                      <a:gd name="T37" fmla="*/ 2147483647 h 168"/>
                      <a:gd name="T38" fmla="*/ 2147483647 w 132"/>
                      <a:gd name="T39" fmla="*/ 2147483647 h 168"/>
                      <a:gd name="T40" fmla="*/ 2147483647 w 132"/>
                      <a:gd name="T41" fmla="*/ 2147483647 h 168"/>
                      <a:gd name="T42" fmla="*/ 2147483647 w 132"/>
                      <a:gd name="T43" fmla="*/ 2147483647 h 168"/>
                      <a:gd name="T44" fmla="*/ 2147483647 w 132"/>
                      <a:gd name="T45" fmla="*/ 2147483647 h 168"/>
                      <a:gd name="T46" fmla="*/ 2147483647 w 132"/>
                      <a:gd name="T47" fmla="*/ 0 h 168"/>
                      <a:gd name="T48" fmla="*/ 2147483647 w 132"/>
                      <a:gd name="T49" fmla="*/ 0 h 168"/>
                      <a:gd name="T50" fmla="*/ 2147483647 w 132"/>
                      <a:gd name="T51" fmla="*/ 0 h 168"/>
                      <a:gd name="T52" fmla="*/ 2147483647 w 132"/>
                      <a:gd name="T53" fmla="*/ 2147483647 h 168"/>
                      <a:gd name="T54" fmla="*/ 2147483647 w 132"/>
                      <a:gd name="T55" fmla="*/ 2147483647 h 168"/>
                      <a:gd name="T56" fmla="*/ 2147483647 w 132"/>
                      <a:gd name="T57" fmla="*/ 2147483647 h 168"/>
                      <a:gd name="T58" fmla="*/ 2147483647 w 132"/>
                      <a:gd name="T59" fmla="*/ 2147483647 h 168"/>
                      <a:gd name="T60" fmla="*/ 2147483647 w 132"/>
                      <a:gd name="T61" fmla="*/ 2147483647 h 168"/>
                      <a:gd name="T62" fmla="*/ 2147483647 w 132"/>
                      <a:gd name="T63" fmla="*/ 2147483647 h 168"/>
                      <a:gd name="T64" fmla="*/ 0 w 132"/>
                      <a:gd name="T65" fmla="*/ 2147483647 h 168"/>
                      <a:gd name="T66" fmla="*/ 2147483647 w 132"/>
                      <a:gd name="T67" fmla="*/ 2147483647 h 168"/>
                      <a:gd name="T68" fmla="*/ 2147483647 w 132"/>
                      <a:gd name="T69" fmla="*/ 2147483647 h 168"/>
                      <a:gd name="T70" fmla="*/ 2147483647 w 132"/>
                      <a:gd name="T71" fmla="*/ 2147483647 h 168"/>
                      <a:gd name="T72" fmla="*/ 2147483647 w 132"/>
                      <a:gd name="T73" fmla="*/ 2147483647 h 168"/>
                      <a:gd name="T74" fmla="*/ 2147483647 w 132"/>
                      <a:gd name="T75" fmla="*/ 2147483647 h 168"/>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32"/>
                      <a:gd name="T115" fmla="*/ 0 h 168"/>
                      <a:gd name="T116" fmla="*/ 132 w 132"/>
                      <a:gd name="T117" fmla="*/ 168 h 168"/>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32" h="168">
                        <a:moveTo>
                          <a:pt x="36" y="72"/>
                        </a:moveTo>
                        <a:lnTo>
                          <a:pt x="36" y="96"/>
                        </a:lnTo>
                        <a:lnTo>
                          <a:pt x="30" y="102"/>
                        </a:lnTo>
                        <a:lnTo>
                          <a:pt x="30" y="138"/>
                        </a:lnTo>
                        <a:lnTo>
                          <a:pt x="36" y="156"/>
                        </a:lnTo>
                        <a:lnTo>
                          <a:pt x="42" y="168"/>
                        </a:lnTo>
                        <a:lnTo>
                          <a:pt x="54" y="168"/>
                        </a:lnTo>
                        <a:lnTo>
                          <a:pt x="60" y="162"/>
                        </a:lnTo>
                        <a:lnTo>
                          <a:pt x="72" y="156"/>
                        </a:lnTo>
                        <a:lnTo>
                          <a:pt x="84" y="144"/>
                        </a:lnTo>
                        <a:lnTo>
                          <a:pt x="90" y="132"/>
                        </a:lnTo>
                        <a:lnTo>
                          <a:pt x="90" y="114"/>
                        </a:lnTo>
                        <a:lnTo>
                          <a:pt x="96" y="102"/>
                        </a:lnTo>
                        <a:lnTo>
                          <a:pt x="114" y="84"/>
                        </a:lnTo>
                        <a:lnTo>
                          <a:pt x="126" y="84"/>
                        </a:lnTo>
                        <a:lnTo>
                          <a:pt x="120" y="72"/>
                        </a:lnTo>
                        <a:lnTo>
                          <a:pt x="132" y="66"/>
                        </a:lnTo>
                        <a:lnTo>
                          <a:pt x="132" y="48"/>
                        </a:lnTo>
                        <a:lnTo>
                          <a:pt x="114" y="48"/>
                        </a:lnTo>
                        <a:lnTo>
                          <a:pt x="108" y="42"/>
                        </a:lnTo>
                        <a:lnTo>
                          <a:pt x="102" y="42"/>
                        </a:lnTo>
                        <a:lnTo>
                          <a:pt x="102" y="24"/>
                        </a:lnTo>
                        <a:lnTo>
                          <a:pt x="108" y="12"/>
                        </a:lnTo>
                        <a:lnTo>
                          <a:pt x="108" y="0"/>
                        </a:lnTo>
                        <a:lnTo>
                          <a:pt x="120" y="0"/>
                        </a:lnTo>
                        <a:lnTo>
                          <a:pt x="66" y="0"/>
                        </a:lnTo>
                        <a:lnTo>
                          <a:pt x="60" y="24"/>
                        </a:lnTo>
                        <a:lnTo>
                          <a:pt x="48" y="30"/>
                        </a:lnTo>
                        <a:lnTo>
                          <a:pt x="42" y="36"/>
                        </a:lnTo>
                        <a:lnTo>
                          <a:pt x="30" y="36"/>
                        </a:lnTo>
                        <a:lnTo>
                          <a:pt x="24" y="30"/>
                        </a:lnTo>
                        <a:lnTo>
                          <a:pt x="18" y="18"/>
                        </a:lnTo>
                        <a:lnTo>
                          <a:pt x="0" y="18"/>
                        </a:lnTo>
                        <a:lnTo>
                          <a:pt x="12" y="48"/>
                        </a:lnTo>
                        <a:lnTo>
                          <a:pt x="18" y="54"/>
                        </a:lnTo>
                        <a:lnTo>
                          <a:pt x="30" y="60"/>
                        </a:lnTo>
                        <a:lnTo>
                          <a:pt x="36" y="66"/>
                        </a:lnTo>
                        <a:lnTo>
                          <a:pt x="36" y="7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603" name="Burkina Faso" descr="© INSCALE GmbH, 05.05.2010&#10;http://www.presentationload.com/">
                    <a:extLst>
                      <a:ext uri="{FF2B5EF4-FFF2-40B4-BE49-F238E27FC236}">
                        <a16:creationId xmlns:a16="http://schemas.microsoft.com/office/drawing/2014/main" id="{07DFA68D-3DFF-9DBA-4F4D-5E5CE733BE7F}"/>
                      </a:ext>
                    </a:extLst>
                  </p:cNvPr>
                  <p:cNvSpPr>
                    <a:spLocks/>
                  </p:cNvSpPr>
                  <p:nvPr/>
                </p:nvSpPr>
                <p:spPr bwMode="gray">
                  <a:xfrm>
                    <a:off x="2555" y="2261"/>
                    <a:ext cx="145" cy="114"/>
                  </a:xfrm>
                  <a:custGeom>
                    <a:avLst/>
                    <a:gdLst>
                      <a:gd name="T0" fmla="*/ 2147483647 w 570"/>
                      <a:gd name="T1" fmla="*/ 2147483647 h 450"/>
                      <a:gd name="T2" fmla="*/ 2147483647 w 570"/>
                      <a:gd name="T3" fmla="*/ 2147483647 h 450"/>
                      <a:gd name="T4" fmla="*/ 2147483647 w 570"/>
                      <a:gd name="T5" fmla="*/ 2147483647 h 450"/>
                      <a:gd name="T6" fmla="*/ 2147483647 w 570"/>
                      <a:gd name="T7" fmla="*/ 2147483647 h 450"/>
                      <a:gd name="T8" fmla="*/ 2147483647 w 570"/>
                      <a:gd name="T9" fmla="*/ 2147483647 h 450"/>
                      <a:gd name="T10" fmla="*/ 2147483647 w 570"/>
                      <a:gd name="T11" fmla="*/ 2147483647 h 450"/>
                      <a:gd name="T12" fmla="*/ 2147483647 w 570"/>
                      <a:gd name="T13" fmla="*/ 2147483647 h 450"/>
                      <a:gd name="T14" fmla="*/ 2147483647 w 570"/>
                      <a:gd name="T15" fmla="*/ 2147483647 h 450"/>
                      <a:gd name="T16" fmla="*/ 2147483647 w 570"/>
                      <a:gd name="T17" fmla="*/ 2147483647 h 450"/>
                      <a:gd name="T18" fmla="*/ 2147483647 w 570"/>
                      <a:gd name="T19" fmla="*/ 2147483647 h 450"/>
                      <a:gd name="T20" fmla="*/ 2147483647 w 570"/>
                      <a:gd name="T21" fmla="*/ 2147483647 h 450"/>
                      <a:gd name="T22" fmla="*/ 2147483647 w 570"/>
                      <a:gd name="T23" fmla="*/ 2147483647 h 450"/>
                      <a:gd name="T24" fmla="*/ 2147483647 w 570"/>
                      <a:gd name="T25" fmla="*/ 2147483647 h 450"/>
                      <a:gd name="T26" fmla="*/ 2147483647 w 570"/>
                      <a:gd name="T27" fmla="*/ 2147483647 h 450"/>
                      <a:gd name="T28" fmla="*/ 2147483647 w 570"/>
                      <a:gd name="T29" fmla="*/ 2147483647 h 450"/>
                      <a:gd name="T30" fmla="*/ 2147483647 w 570"/>
                      <a:gd name="T31" fmla="*/ 2147483647 h 450"/>
                      <a:gd name="T32" fmla="*/ 2147483647 w 570"/>
                      <a:gd name="T33" fmla="*/ 2147483647 h 450"/>
                      <a:gd name="T34" fmla="*/ 2147483647 w 570"/>
                      <a:gd name="T35" fmla="*/ 2147483647 h 450"/>
                      <a:gd name="T36" fmla="*/ 2147483647 w 570"/>
                      <a:gd name="T37" fmla="*/ 2147483647 h 450"/>
                      <a:gd name="T38" fmla="*/ 2147483647 w 570"/>
                      <a:gd name="T39" fmla="*/ 2147483647 h 450"/>
                      <a:gd name="T40" fmla="*/ 2147483647 w 570"/>
                      <a:gd name="T41" fmla="*/ 2147483647 h 450"/>
                      <a:gd name="T42" fmla="*/ 2147483647 w 570"/>
                      <a:gd name="T43" fmla="*/ 2147483647 h 450"/>
                      <a:gd name="T44" fmla="*/ 2147483647 w 570"/>
                      <a:gd name="T45" fmla="*/ 2147483647 h 450"/>
                      <a:gd name="T46" fmla="*/ 2147483647 w 570"/>
                      <a:gd name="T47" fmla="*/ 2147483647 h 450"/>
                      <a:gd name="T48" fmla="*/ 2147483647 w 570"/>
                      <a:gd name="T49" fmla="*/ 2147483647 h 450"/>
                      <a:gd name="T50" fmla="*/ 2147483647 w 570"/>
                      <a:gd name="T51" fmla="*/ 2147483647 h 450"/>
                      <a:gd name="T52" fmla="*/ 2147483647 w 570"/>
                      <a:gd name="T53" fmla="*/ 2147483647 h 450"/>
                      <a:gd name="T54" fmla="*/ 2147483647 w 570"/>
                      <a:gd name="T55" fmla="*/ 2147483647 h 450"/>
                      <a:gd name="T56" fmla="*/ 2147483647 w 570"/>
                      <a:gd name="T57" fmla="*/ 2147483647 h 450"/>
                      <a:gd name="T58" fmla="*/ 2147483647 w 570"/>
                      <a:gd name="T59" fmla="*/ 2147483647 h 450"/>
                      <a:gd name="T60" fmla="*/ 2147483647 w 570"/>
                      <a:gd name="T61" fmla="*/ 2147483647 h 450"/>
                      <a:gd name="T62" fmla="*/ 2147483647 w 570"/>
                      <a:gd name="T63" fmla="*/ 2147483647 h 450"/>
                      <a:gd name="T64" fmla="*/ 2147483647 w 570"/>
                      <a:gd name="T65" fmla="*/ 2147483647 h 450"/>
                      <a:gd name="T66" fmla="*/ 2147483647 w 570"/>
                      <a:gd name="T67" fmla="*/ 0 h 450"/>
                      <a:gd name="T68" fmla="*/ 2147483647 w 570"/>
                      <a:gd name="T69" fmla="*/ 2147483647 h 450"/>
                      <a:gd name="T70" fmla="*/ 2147483647 w 570"/>
                      <a:gd name="T71" fmla="*/ 2147483647 h 450"/>
                      <a:gd name="T72" fmla="*/ 2147483647 w 570"/>
                      <a:gd name="T73" fmla="*/ 2147483647 h 450"/>
                      <a:gd name="T74" fmla="*/ 2147483647 w 570"/>
                      <a:gd name="T75" fmla="*/ 2147483647 h 450"/>
                      <a:gd name="T76" fmla="*/ 2147483647 w 570"/>
                      <a:gd name="T77" fmla="*/ 2147483647 h 450"/>
                      <a:gd name="T78" fmla="*/ 2147483647 w 570"/>
                      <a:gd name="T79" fmla="*/ 2147483647 h 450"/>
                      <a:gd name="T80" fmla="*/ 2147483647 w 570"/>
                      <a:gd name="T81" fmla="*/ 2147483647 h 450"/>
                      <a:gd name="T82" fmla="*/ 2147483647 w 570"/>
                      <a:gd name="T83" fmla="*/ 2147483647 h 450"/>
                      <a:gd name="T84" fmla="*/ 2147483647 w 570"/>
                      <a:gd name="T85" fmla="*/ 2147483647 h 450"/>
                      <a:gd name="T86" fmla="*/ 2147483647 w 570"/>
                      <a:gd name="T87" fmla="*/ 2147483647 h 450"/>
                      <a:gd name="T88" fmla="*/ 2147483647 w 570"/>
                      <a:gd name="T89" fmla="*/ 2147483647 h 450"/>
                      <a:gd name="T90" fmla="*/ 2147483647 w 570"/>
                      <a:gd name="T91" fmla="*/ 2147483647 h 450"/>
                      <a:gd name="T92" fmla="*/ 2147483647 w 570"/>
                      <a:gd name="T93" fmla="*/ 2147483647 h 450"/>
                      <a:gd name="T94" fmla="*/ 2147483647 w 570"/>
                      <a:gd name="T95" fmla="*/ 2147483647 h 450"/>
                      <a:gd name="T96" fmla="*/ 2147483647 w 570"/>
                      <a:gd name="T97" fmla="*/ 2147483647 h 450"/>
                      <a:gd name="T98" fmla="*/ 2147483647 w 570"/>
                      <a:gd name="T99" fmla="*/ 2147483647 h 450"/>
                      <a:gd name="T100" fmla="*/ 2147483647 w 570"/>
                      <a:gd name="T101" fmla="*/ 2147483647 h 450"/>
                      <a:gd name="T102" fmla="*/ 2147483647 w 570"/>
                      <a:gd name="T103" fmla="*/ 2147483647 h 45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570"/>
                      <a:gd name="T157" fmla="*/ 0 h 450"/>
                      <a:gd name="T158" fmla="*/ 570 w 570"/>
                      <a:gd name="T159" fmla="*/ 450 h 450"/>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570" h="450">
                        <a:moveTo>
                          <a:pt x="0" y="312"/>
                        </a:moveTo>
                        <a:lnTo>
                          <a:pt x="6" y="366"/>
                        </a:lnTo>
                        <a:lnTo>
                          <a:pt x="6" y="390"/>
                        </a:lnTo>
                        <a:lnTo>
                          <a:pt x="30" y="384"/>
                        </a:lnTo>
                        <a:lnTo>
                          <a:pt x="30" y="390"/>
                        </a:lnTo>
                        <a:lnTo>
                          <a:pt x="36" y="396"/>
                        </a:lnTo>
                        <a:lnTo>
                          <a:pt x="36" y="408"/>
                        </a:lnTo>
                        <a:lnTo>
                          <a:pt x="42" y="420"/>
                        </a:lnTo>
                        <a:lnTo>
                          <a:pt x="54" y="426"/>
                        </a:lnTo>
                        <a:lnTo>
                          <a:pt x="60" y="432"/>
                        </a:lnTo>
                        <a:lnTo>
                          <a:pt x="72" y="432"/>
                        </a:lnTo>
                        <a:lnTo>
                          <a:pt x="78" y="438"/>
                        </a:lnTo>
                        <a:lnTo>
                          <a:pt x="90" y="438"/>
                        </a:lnTo>
                        <a:lnTo>
                          <a:pt x="96" y="432"/>
                        </a:lnTo>
                        <a:lnTo>
                          <a:pt x="96" y="426"/>
                        </a:lnTo>
                        <a:lnTo>
                          <a:pt x="120" y="414"/>
                        </a:lnTo>
                        <a:lnTo>
                          <a:pt x="150" y="414"/>
                        </a:lnTo>
                        <a:lnTo>
                          <a:pt x="168" y="420"/>
                        </a:lnTo>
                        <a:lnTo>
                          <a:pt x="186" y="438"/>
                        </a:lnTo>
                        <a:lnTo>
                          <a:pt x="186" y="450"/>
                        </a:lnTo>
                        <a:lnTo>
                          <a:pt x="204" y="444"/>
                        </a:lnTo>
                        <a:lnTo>
                          <a:pt x="198" y="450"/>
                        </a:lnTo>
                        <a:lnTo>
                          <a:pt x="198" y="396"/>
                        </a:lnTo>
                        <a:lnTo>
                          <a:pt x="192" y="366"/>
                        </a:lnTo>
                        <a:lnTo>
                          <a:pt x="186" y="366"/>
                        </a:lnTo>
                        <a:lnTo>
                          <a:pt x="186" y="348"/>
                        </a:lnTo>
                        <a:lnTo>
                          <a:pt x="192" y="336"/>
                        </a:lnTo>
                        <a:lnTo>
                          <a:pt x="198" y="330"/>
                        </a:lnTo>
                        <a:lnTo>
                          <a:pt x="354" y="330"/>
                        </a:lnTo>
                        <a:lnTo>
                          <a:pt x="378" y="318"/>
                        </a:lnTo>
                        <a:lnTo>
                          <a:pt x="396" y="324"/>
                        </a:lnTo>
                        <a:lnTo>
                          <a:pt x="414" y="324"/>
                        </a:lnTo>
                        <a:lnTo>
                          <a:pt x="438" y="330"/>
                        </a:lnTo>
                        <a:lnTo>
                          <a:pt x="456" y="330"/>
                        </a:lnTo>
                        <a:lnTo>
                          <a:pt x="462" y="318"/>
                        </a:lnTo>
                        <a:lnTo>
                          <a:pt x="474" y="318"/>
                        </a:lnTo>
                        <a:lnTo>
                          <a:pt x="480" y="306"/>
                        </a:lnTo>
                        <a:lnTo>
                          <a:pt x="498" y="288"/>
                        </a:lnTo>
                        <a:lnTo>
                          <a:pt x="528" y="288"/>
                        </a:lnTo>
                        <a:lnTo>
                          <a:pt x="534" y="294"/>
                        </a:lnTo>
                        <a:lnTo>
                          <a:pt x="534" y="282"/>
                        </a:lnTo>
                        <a:lnTo>
                          <a:pt x="540" y="282"/>
                        </a:lnTo>
                        <a:lnTo>
                          <a:pt x="546" y="276"/>
                        </a:lnTo>
                        <a:lnTo>
                          <a:pt x="558" y="276"/>
                        </a:lnTo>
                        <a:lnTo>
                          <a:pt x="564" y="258"/>
                        </a:lnTo>
                        <a:lnTo>
                          <a:pt x="570" y="252"/>
                        </a:lnTo>
                        <a:lnTo>
                          <a:pt x="564" y="252"/>
                        </a:lnTo>
                        <a:lnTo>
                          <a:pt x="540" y="216"/>
                        </a:lnTo>
                        <a:lnTo>
                          <a:pt x="564" y="210"/>
                        </a:lnTo>
                        <a:lnTo>
                          <a:pt x="558" y="198"/>
                        </a:lnTo>
                        <a:lnTo>
                          <a:pt x="546" y="186"/>
                        </a:lnTo>
                        <a:lnTo>
                          <a:pt x="534" y="186"/>
                        </a:lnTo>
                        <a:lnTo>
                          <a:pt x="522" y="198"/>
                        </a:lnTo>
                        <a:lnTo>
                          <a:pt x="504" y="198"/>
                        </a:lnTo>
                        <a:lnTo>
                          <a:pt x="498" y="186"/>
                        </a:lnTo>
                        <a:lnTo>
                          <a:pt x="486" y="180"/>
                        </a:lnTo>
                        <a:lnTo>
                          <a:pt x="462" y="156"/>
                        </a:lnTo>
                        <a:lnTo>
                          <a:pt x="462" y="150"/>
                        </a:lnTo>
                        <a:lnTo>
                          <a:pt x="480" y="132"/>
                        </a:lnTo>
                        <a:lnTo>
                          <a:pt x="468" y="132"/>
                        </a:lnTo>
                        <a:lnTo>
                          <a:pt x="468" y="114"/>
                        </a:lnTo>
                        <a:lnTo>
                          <a:pt x="444" y="114"/>
                        </a:lnTo>
                        <a:lnTo>
                          <a:pt x="432" y="108"/>
                        </a:lnTo>
                        <a:lnTo>
                          <a:pt x="420" y="84"/>
                        </a:lnTo>
                        <a:lnTo>
                          <a:pt x="420" y="60"/>
                        </a:lnTo>
                        <a:lnTo>
                          <a:pt x="414" y="48"/>
                        </a:lnTo>
                        <a:lnTo>
                          <a:pt x="414" y="12"/>
                        </a:lnTo>
                        <a:lnTo>
                          <a:pt x="390" y="0"/>
                        </a:lnTo>
                        <a:lnTo>
                          <a:pt x="342" y="0"/>
                        </a:lnTo>
                        <a:lnTo>
                          <a:pt x="324" y="18"/>
                        </a:lnTo>
                        <a:lnTo>
                          <a:pt x="300" y="18"/>
                        </a:lnTo>
                        <a:lnTo>
                          <a:pt x="282" y="42"/>
                        </a:lnTo>
                        <a:lnTo>
                          <a:pt x="258" y="42"/>
                        </a:lnTo>
                        <a:lnTo>
                          <a:pt x="258" y="60"/>
                        </a:lnTo>
                        <a:lnTo>
                          <a:pt x="252" y="66"/>
                        </a:lnTo>
                        <a:lnTo>
                          <a:pt x="252" y="72"/>
                        </a:lnTo>
                        <a:lnTo>
                          <a:pt x="240" y="72"/>
                        </a:lnTo>
                        <a:lnTo>
                          <a:pt x="228" y="60"/>
                        </a:lnTo>
                        <a:lnTo>
                          <a:pt x="222" y="60"/>
                        </a:lnTo>
                        <a:lnTo>
                          <a:pt x="216" y="66"/>
                        </a:lnTo>
                        <a:lnTo>
                          <a:pt x="210" y="78"/>
                        </a:lnTo>
                        <a:lnTo>
                          <a:pt x="198" y="84"/>
                        </a:lnTo>
                        <a:lnTo>
                          <a:pt x="192" y="96"/>
                        </a:lnTo>
                        <a:lnTo>
                          <a:pt x="186" y="102"/>
                        </a:lnTo>
                        <a:lnTo>
                          <a:pt x="186" y="108"/>
                        </a:lnTo>
                        <a:lnTo>
                          <a:pt x="168" y="108"/>
                        </a:lnTo>
                        <a:lnTo>
                          <a:pt x="168" y="144"/>
                        </a:lnTo>
                        <a:lnTo>
                          <a:pt x="144" y="150"/>
                        </a:lnTo>
                        <a:lnTo>
                          <a:pt x="114" y="120"/>
                        </a:lnTo>
                        <a:lnTo>
                          <a:pt x="96" y="150"/>
                        </a:lnTo>
                        <a:lnTo>
                          <a:pt x="102" y="156"/>
                        </a:lnTo>
                        <a:lnTo>
                          <a:pt x="102" y="186"/>
                        </a:lnTo>
                        <a:lnTo>
                          <a:pt x="84" y="186"/>
                        </a:lnTo>
                        <a:lnTo>
                          <a:pt x="84" y="216"/>
                        </a:lnTo>
                        <a:lnTo>
                          <a:pt x="78" y="222"/>
                        </a:lnTo>
                        <a:lnTo>
                          <a:pt x="72" y="222"/>
                        </a:lnTo>
                        <a:lnTo>
                          <a:pt x="78" y="228"/>
                        </a:lnTo>
                        <a:lnTo>
                          <a:pt x="78" y="240"/>
                        </a:lnTo>
                        <a:lnTo>
                          <a:pt x="42" y="240"/>
                        </a:lnTo>
                        <a:lnTo>
                          <a:pt x="36" y="246"/>
                        </a:lnTo>
                        <a:lnTo>
                          <a:pt x="30" y="246"/>
                        </a:lnTo>
                        <a:lnTo>
                          <a:pt x="12" y="258"/>
                        </a:lnTo>
                        <a:lnTo>
                          <a:pt x="36" y="288"/>
                        </a:lnTo>
                        <a:lnTo>
                          <a:pt x="24" y="312"/>
                        </a:lnTo>
                        <a:lnTo>
                          <a:pt x="0" y="31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604" name="Botswana" descr="© INSCALE GmbH, 05.05.2010&#10;http://www.presentationload.com/">
                    <a:extLst>
                      <a:ext uri="{FF2B5EF4-FFF2-40B4-BE49-F238E27FC236}">
                        <a16:creationId xmlns:a16="http://schemas.microsoft.com/office/drawing/2014/main" id="{21533B66-64E4-97F7-71DC-BBB75E7D09CB}"/>
                      </a:ext>
                    </a:extLst>
                  </p:cNvPr>
                  <p:cNvSpPr>
                    <a:spLocks/>
                  </p:cNvSpPr>
                  <p:nvPr/>
                </p:nvSpPr>
                <p:spPr bwMode="gray">
                  <a:xfrm>
                    <a:off x="3010" y="2931"/>
                    <a:ext cx="165" cy="186"/>
                  </a:xfrm>
                  <a:custGeom>
                    <a:avLst/>
                    <a:gdLst>
                      <a:gd name="T0" fmla="*/ 2147483647 w 648"/>
                      <a:gd name="T1" fmla="*/ 2147483647 h 732"/>
                      <a:gd name="T2" fmla="*/ 2147483647 w 648"/>
                      <a:gd name="T3" fmla="*/ 2147483647 h 732"/>
                      <a:gd name="T4" fmla="*/ 2147483647 w 648"/>
                      <a:gd name="T5" fmla="*/ 2147483647 h 732"/>
                      <a:gd name="T6" fmla="*/ 2147483647 w 648"/>
                      <a:gd name="T7" fmla="*/ 2147483647 h 732"/>
                      <a:gd name="T8" fmla="*/ 2147483647 w 648"/>
                      <a:gd name="T9" fmla="*/ 2147483647 h 732"/>
                      <a:gd name="T10" fmla="*/ 2147483647 w 648"/>
                      <a:gd name="T11" fmla="*/ 2147483647 h 732"/>
                      <a:gd name="T12" fmla="*/ 2147483647 w 648"/>
                      <a:gd name="T13" fmla="*/ 2147483647 h 732"/>
                      <a:gd name="T14" fmla="*/ 2147483647 w 648"/>
                      <a:gd name="T15" fmla="*/ 2147483647 h 732"/>
                      <a:gd name="T16" fmla="*/ 2147483647 w 648"/>
                      <a:gd name="T17" fmla="*/ 2147483647 h 732"/>
                      <a:gd name="T18" fmla="*/ 2147483647 w 648"/>
                      <a:gd name="T19" fmla="*/ 2147483647 h 732"/>
                      <a:gd name="T20" fmla="*/ 2147483647 w 648"/>
                      <a:gd name="T21" fmla="*/ 2147483647 h 732"/>
                      <a:gd name="T22" fmla="*/ 2147483647 w 648"/>
                      <a:gd name="T23" fmla="*/ 2147483647 h 732"/>
                      <a:gd name="T24" fmla="*/ 2147483647 w 648"/>
                      <a:gd name="T25" fmla="*/ 2147483647 h 732"/>
                      <a:gd name="T26" fmla="*/ 2147483647 w 648"/>
                      <a:gd name="T27" fmla="*/ 2147483647 h 732"/>
                      <a:gd name="T28" fmla="*/ 2147483647 w 648"/>
                      <a:gd name="T29" fmla="*/ 2147483647 h 732"/>
                      <a:gd name="T30" fmla="*/ 2147483647 w 648"/>
                      <a:gd name="T31" fmla="*/ 2147483647 h 732"/>
                      <a:gd name="T32" fmla="*/ 2147483647 w 648"/>
                      <a:gd name="T33" fmla="*/ 2147483647 h 732"/>
                      <a:gd name="T34" fmla="*/ 2147483647 w 648"/>
                      <a:gd name="T35" fmla="*/ 2147483647 h 732"/>
                      <a:gd name="T36" fmla="*/ 2147483647 w 648"/>
                      <a:gd name="T37" fmla="*/ 2147483647 h 732"/>
                      <a:gd name="T38" fmla="*/ 2147483647 w 648"/>
                      <a:gd name="T39" fmla="*/ 2147483647 h 732"/>
                      <a:gd name="T40" fmla="*/ 2147483647 w 648"/>
                      <a:gd name="T41" fmla="*/ 2147483647 h 732"/>
                      <a:gd name="T42" fmla="*/ 2147483647 w 648"/>
                      <a:gd name="T43" fmla="*/ 2147483647 h 732"/>
                      <a:gd name="T44" fmla="*/ 2147483647 w 648"/>
                      <a:gd name="T45" fmla="*/ 2147483647 h 732"/>
                      <a:gd name="T46" fmla="*/ 2147483647 w 648"/>
                      <a:gd name="T47" fmla="*/ 2147483647 h 732"/>
                      <a:gd name="T48" fmla="*/ 2147483647 w 648"/>
                      <a:gd name="T49" fmla="*/ 2147483647 h 732"/>
                      <a:gd name="T50" fmla="*/ 2147483647 w 648"/>
                      <a:gd name="T51" fmla="*/ 2147483647 h 732"/>
                      <a:gd name="T52" fmla="*/ 2147483647 w 648"/>
                      <a:gd name="T53" fmla="*/ 2147483647 h 732"/>
                      <a:gd name="T54" fmla="*/ 2147483647 w 648"/>
                      <a:gd name="T55" fmla="*/ 2147483647 h 732"/>
                      <a:gd name="T56" fmla="*/ 2147483647 w 648"/>
                      <a:gd name="T57" fmla="*/ 2147483647 h 732"/>
                      <a:gd name="T58" fmla="*/ 2147483647 w 648"/>
                      <a:gd name="T59" fmla="*/ 2147483647 h 732"/>
                      <a:gd name="T60" fmla="*/ 2147483647 w 648"/>
                      <a:gd name="T61" fmla="*/ 2147483647 h 732"/>
                      <a:gd name="T62" fmla="*/ 2147483647 w 648"/>
                      <a:gd name="T63" fmla="*/ 2147483647 h 732"/>
                      <a:gd name="T64" fmla="*/ 2147483647 w 648"/>
                      <a:gd name="T65" fmla="*/ 2147483647 h 732"/>
                      <a:gd name="T66" fmla="*/ 2147483647 w 648"/>
                      <a:gd name="T67" fmla="*/ 2147483647 h 732"/>
                      <a:gd name="T68" fmla="*/ 2147483647 w 648"/>
                      <a:gd name="T69" fmla="*/ 2147483647 h 732"/>
                      <a:gd name="T70" fmla="*/ 2147483647 w 648"/>
                      <a:gd name="T71" fmla="*/ 2147483647 h 732"/>
                      <a:gd name="T72" fmla="*/ 2147483647 w 648"/>
                      <a:gd name="T73" fmla="*/ 2147483647 h 732"/>
                      <a:gd name="T74" fmla="*/ 2147483647 w 648"/>
                      <a:gd name="T75" fmla="*/ 2147483647 h 732"/>
                      <a:gd name="T76" fmla="*/ 2147483647 w 648"/>
                      <a:gd name="T77" fmla="*/ 2147483647 h 732"/>
                      <a:gd name="T78" fmla="*/ 2147483647 w 648"/>
                      <a:gd name="T79" fmla="*/ 2147483647 h 732"/>
                      <a:gd name="T80" fmla="*/ 2147483647 w 648"/>
                      <a:gd name="T81" fmla="*/ 2147483647 h 732"/>
                      <a:gd name="T82" fmla="*/ 2147483647 w 648"/>
                      <a:gd name="T83" fmla="*/ 2147483647 h 732"/>
                      <a:gd name="T84" fmla="*/ 2147483647 w 648"/>
                      <a:gd name="T85" fmla="*/ 2147483647 h 732"/>
                      <a:gd name="T86" fmla="*/ 2147483647 w 648"/>
                      <a:gd name="T87" fmla="*/ 2147483647 h 732"/>
                      <a:gd name="T88" fmla="*/ 2147483647 w 648"/>
                      <a:gd name="T89" fmla="*/ 2147483647 h 732"/>
                      <a:gd name="T90" fmla="*/ 2147483647 w 648"/>
                      <a:gd name="T91" fmla="*/ 2147483647 h 732"/>
                      <a:gd name="T92" fmla="*/ 2147483647 w 648"/>
                      <a:gd name="T93" fmla="*/ 2147483647 h 732"/>
                      <a:gd name="T94" fmla="*/ 2147483647 w 648"/>
                      <a:gd name="T95" fmla="*/ 0 h 732"/>
                      <a:gd name="T96" fmla="*/ 2147483647 w 648"/>
                      <a:gd name="T97" fmla="*/ 2147483647 h 732"/>
                      <a:gd name="T98" fmla="*/ 2147483647 w 648"/>
                      <a:gd name="T99" fmla="*/ 2147483647 h 732"/>
                      <a:gd name="T100" fmla="*/ 2147483647 w 648"/>
                      <a:gd name="T101" fmla="*/ 2147483647 h 732"/>
                      <a:gd name="T102" fmla="*/ 2147483647 w 648"/>
                      <a:gd name="T103" fmla="*/ 2147483647 h 732"/>
                      <a:gd name="T104" fmla="*/ 2147483647 w 648"/>
                      <a:gd name="T105" fmla="*/ 2147483647 h 732"/>
                      <a:gd name="T106" fmla="*/ 2147483647 w 648"/>
                      <a:gd name="T107" fmla="*/ 2147483647 h 732"/>
                      <a:gd name="T108" fmla="*/ 2147483647 w 648"/>
                      <a:gd name="T109" fmla="*/ 2147483647 h 732"/>
                      <a:gd name="T110" fmla="*/ 2147483647 w 648"/>
                      <a:gd name="T111" fmla="*/ 2147483647 h 732"/>
                      <a:gd name="T112" fmla="*/ 2147483647 w 648"/>
                      <a:gd name="T113" fmla="*/ 2147483647 h 732"/>
                      <a:gd name="T114" fmla="*/ 0 w 648"/>
                      <a:gd name="T115" fmla="*/ 2147483647 h 732"/>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648"/>
                      <a:gd name="T175" fmla="*/ 0 h 732"/>
                      <a:gd name="T176" fmla="*/ 648 w 648"/>
                      <a:gd name="T177" fmla="*/ 732 h 732"/>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648" h="732">
                        <a:moveTo>
                          <a:pt x="0" y="570"/>
                        </a:moveTo>
                        <a:lnTo>
                          <a:pt x="12" y="576"/>
                        </a:lnTo>
                        <a:lnTo>
                          <a:pt x="18" y="582"/>
                        </a:lnTo>
                        <a:lnTo>
                          <a:pt x="30" y="588"/>
                        </a:lnTo>
                        <a:lnTo>
                          <a:pt x="36" y="594"/>
                        </a:lnTo>
                        <a:lnTo>
                          <a:pt x="42" y="612"/>
                        </a:lnTo>
                        <a:lnTo>
                          <a:pt x="48" y="624"/>
                        </a:lnTo>
                        <a:lnTo>
                          <a:pt x="48" y="642"/>
                        </a:lnTo>
                        <a:lnTo>
                          <a:pt x="54" y="648"/>
                        </a:lnTo>
                        <a:lnTo>
                          <a:pt x="54" y="672"/>
                        </a:lnTo>
                        <a:lnTo>
                          <a:pt x="48" y="684"/>
                        </a:lnTo>
                        <a:lnTo>
                          <a:pt x="48" y="690"/>
                        </a:lnTo>
                        <a:lnTo>
                          <a:pt x="42" y="702"/>
                        </a:lnTo>
                        <a:lnTo>
                          <a:pt x="42" y="732"/>
                        </a:lnTo>
                        <a:lnTo>
                          <a:pt x="120" y="732"/>
                        </a:lnTo>
                        <a:lnTo>
                          <a:pt x="120" y="714"/>
                        </a:lnTo>
                        <a:lnTo>
                          <a:pt x="144" y="714"/>
                        </a:lnTo>
                        <a:lnTo>
                          <a:pt x="144" y="708"/>
                        </a:lnTo>
                        <a:lnTo>
                          <a:pt x="150" y="702"/>
                        </a:lnTo>
                        <a:lnTo>
                          <a:pt x="156" y="690"/>
                        </a:lnTo>
                        <a:lnTo>
                          <a:pt x="162" y="684"/>
                        </a:lnTo>
                        <a:lnTo>
                          <a:pt x="168" y="684"/>
                        </a:lnTo>
                        <a:lnTo>
                          <a:pt x="174" y="678"/>
                        </a:lnTo>
                        <a:lnTo>
                          <a:pt x="186" y="678"/>
                        </a:lnTo>
                        <a:lnTo>
                          <a:pt x="186" y="654"/>
                        </a:lnTo>
                        <a:lnTo>
                          <a:pt x="192" y="642"/>
                        </a:lnTo>
                        <a:lnTo>
                          <a:pt x="192" y="630"/>
                        </a:lnTo>
                        <a:lnTo>
                          <a:pt x="198" y="618"/>
                        </a:lnTo>
                        <a:lnTo>
                          <a:pt x="204" y="612"/>
                        </a:lnTo>
                        <a:lnTo>
                          <a:pt x="216" y="606"/>
                        </a:lnTo>
                        <a:lnTo>
                          <a:pt x="228" y="606"/>
                        </a:lnTo>
                        <a:lnTo>
                          <a:pt x="240" y="612"/>
                        </a:lnTo>
                        <a:lnTo>
                          <a:pt x="246" y="618"/>
                        </a:lnTo>
                        <a:lnTo>
                          <a:pt x="258" y="624"/>
                        </a:lnTo>
                        <a:lnTo>
                          <a:pt x="270" y="636"/>
                        </a:lnTo>
                        <a:lnTo>
                          <a:pt x="300" y="636"/>
                        </a:lnTo>
                        <a:lnTo>
                          <a:pt x="306" y="642"/>
                        </a:lnTo>
                        <a:lnTo>
                          <a:pt x="318" y="648"/>
                        </a:lnTo>
                        <a:lnTo>
                          <a:pt x="324" y="654"/>
                        </a:lnTo>
                        <a:lnTo>
                          <a:pt x="336" y="654"/>
                        </a:lnTo>
                        <a:lnTo>
                          <a:pt x="348" y="648"/>
                        </a:lnTo>
                        <a:lnTo>
                          <a:pt x="354" y="642"/>
                        </a:lnTo>
                        <a:lnTo>
                          <a:pt x="360" y="648"/>
                        </a:lnTo>
                        <a:lnTo>
                          <a:pt x="372" y="648"/>
                        </a:lnTo>
                        <a:lnTo>
                          <a:pt x="384" y="642"/>
                        </a:lnTo>
                        <a:lnTo>
                          <a:pt x="390" y="636"/>
                        </a:lnTo>
                        <a:lnTo>
                          <a:pt x="396" y="624"/>
                        </a:lnTo>
                        <a:lnTo>
                          <a:pt x="402" y="606"/>
                        </a:lnTo>
                        <a:lnTo>
                          <a:pt x="408" y="594"/>
                        </a:lnTo>
                        <a:lnTo>
                          <a:pt x="408" y="582"/>
                        </a:lnTo>
                        <a:lnTo>
                          <a:pt x="426" y="564"/>
                        </a:lnTo>
                        <a:lnTo>
                          <a:pt x="444" y="558"/>
                        </a:lnTo>
                        <a:lnTo>
                          <a:pt x="456" y="552"/>
                        </a:lnTo>
                        <a:lnTo>
                          <a:pt x="462" y="546"/>
                        </a:lnTo>
                        <a:lnTo>
                          <a:pt x="468" y="534"/>
                        </a:lnTo>
                        <a:lnTo>
                          <a:pt x="480" y="528"/>
                        </a:lnTo>
                        <a:lnTo>
                          <a:pt x="480" y="492"/>
                        </a:lnTo>
                        <a:lnTo>
                          <a:pt x="492" y="468"/>
                        </a:lnTo>
                        <a:lnTo>
                          <a:pt x="504" y="462"/>
                        </a:lnTo>
                        <a:lnTo>
                          <a:pt x="510" y="462"/>
                        </a:lnTo>
                        <a:lnTo>
                          <a:pt x="522" y="456"/>
                        </a:lnTo>
                        <a:lnTo>
                          <a:pt x="564" y="414"/>
                        </a:lnTo>
                        <a:lnTo>
                          <a:pt x="576" y="390"/>
                        </a:lnTo>
                        <a:lnTo>
                          <a:pt x="582" y="384"/>
                        </a:lnTo>
                        <a:lnTo>
                          <a:pt x="594" y="384"/>
                        </a:lnTo>
                        <a:lnTo>
                          <a:pt x="606" y="378"/>
                        </a:lnTo>
                        <a:lnTo>
                          <a:pt x="618" y="378"/>
                        </a:lnTo>
                        <a:lnTo>
                          <a:pt x="630" y="354"/>
                        </a:lnTo>
                        <a:lnTo>
                          <a:pt x="648" y="354"/>
                        </a:lnTo>
                        <a:lnTo>
                          <a:pt x="648" y="348"/>
                        </a:lnTo>
                        <a:lnTo>
                          <a:pt x="642" y="336"/>
                        </a:lnTo>
                        <a:lnTo>
                          <a:pt x="624" y="318"/>
                        </a:lnTo>
                        <a:lnTo>
                          <a:pt x="606" y="312"/>
                        </a:lnTo>
                        <a:lnTo>
                          <a:pt x="594" y="312"/>
                        </a:lnTo>
                        <a:lnTo>
                          <a:pt x="576" y="306"/>
                        </a:lnTo>
                        <a:lnTo>
                          <a:pt x="564" y="306"/>
                        </a:lnTo>
                        <a:lnTo>
                          <a:pt x="564" y="276"/>
                        </a:lnTo>
                        <a:lnTo>
                          <a:pt x="546" y="276"/>
                        </a:lnTo>
                        <a:lnTo>
                          <a:pt x="546" y="246"/>
                        </a:lnTo>
                        <a:lnTo>
                          <a:pt x="552" y="240"/>
                        </a:lnTo>
                        <a:lnTo>
                          <a:pt x="546" y="216"/>
                        </a:lnTo>
                        <a:lnTo>
                          <a:pt x="516" y="216"/>
                        </a:lnTo>
                        <a:lnTo>
                          <a:pt x="516" y="186"/>
                        </a:lnTo>
                        <a:lnTo>
                          <a:pt x="510" y="180"/>
                        </a:lnTo>
                        <a:lnTo>
                          <a:pt x="480" y="180"/>
                        </a:lnTo>
                        <a:lnTo>
                          <a:pt x="462" y="162"/>
                        </a:lnTo>
                        <a:lnTo>
                          <a:pt x="450" y="156"/>
                        </a:lnTo>
                        <a:lnTo>
                          <a:pt x="432" y="120"/>
                        </a:lnTo>
                        <a:lnTo>
                          <a:pt x="432" y="96"/>
                        </a:lnTo>
                        <a:lnTo>
                          <a:pt x="426" y="90"/>
                        </a:lnTo>
                        <a:lnTo>
                          <a:pt x="414" y="66"/>
                        </a:lnTo>
                        <a:lnTo>
                          <a:pt x="408" y="60"/>
                        </a:lnTo>
                        <a:lnTo>
                          <a:pt x="396" y="60"/>
                        </a:lnTo>
                        <a:lnTo>
                          <a:pt x="396" y="30"/>
                        </a:lnTo>
                        <a:lnTo>
                          <a:pt x="384" y="18"/>
                        </a:lnTo>
                        <a:lnTo>
                          <a:pt x="378" y="0"/>
                        </a:lnTo>
                        <a:lnTo>
                          <a:pt x="342" y="6"/>
                        </a:lnTo>
                        <a:lnTo>
                          <a:pt x="330" y="18"/>
                        </a:lnTo>
                        <a:lnTo>
                          <a:pt x="306" y="18"/>
                        </a:lnTo>
                        <a:lnTo>
                          <a:pt x="264" y="60"/>
                        </a:lnTo>
                        <a:lnTo>
                          <a:pt x="258" y="60"/>
                        </a:lnTo>
                        <a:lnTo>
                          <a:pt x="258" y="42"/>
                        </a:lnTo>
                        <a:lnTo>
                          <a:pt x="252" y="42"/>
                        </a:lnTo>
                        <a:lnTo>
                          <a:pt x="252" y="24"/>
                        </a:lnTo>
                        <a:lnTo>
                          <a:pt x="246" y="18"/>
                        </a:lnTo>
                        <a:lnTo>
                          <a:pt x="228" y="18"/>
                        </a:lnTo>
                        <a:lnTo>
                          <a:pt x="216" y="24"/>
                        </a:lnTo>
                        <a:lnTo>
                          <a:pt x="168" y="36"/>
                        </a:lnTo>
                        <a:lnTo>
                          <a:pt x="132" y="36"/>
                        </a:lnTo>
                        <a:lnTo>
                          <a:pt x="114" y="42"/>
                        </a:lnTo>
                        <a:lnTo>
                          <a:pt x="78" y="42"/>
                        </a:lnTo>
                        <a:lnTo>
                          <a:pt x="78" y="216"/>
                        </a:lnTo>
                        <a:lnTo>
                          <a:pt x="72" y="222"/>
                        </a:lnTo>
                        <a:lnTo>
                          <a:pt x="78" y="348"/>
                        </a:lnTo>
                        <a:lnTo>
                          <a:pt x="6" y="348"/>
                        </a:lnTo>
                        <a:lnTo>
                          <a:pt x="0" y="57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605" name="Benin" descr="© INSCALE GmbH, 05.05.2010&#10;http://www.presentationload.com/">
                    <a:extLst>
                      <a:ext uri="{FF2B5EF4-FFF2-40B4-BE49-F238E27FC236}">
                        <a16:creationId xmlns:a16="http://schemas.microsoft.com/office/drawing/2014/main" id="{1FEFB7D1-C616-E545-0F35-28040D1F7ECE}"/>
                      </a:ext>
                    </a:extLst>
                  </p:cNvPr>
                  <p:cNvSpPr>
                    <a:spLocks/>
                  </p:cNvSpPr>
                  <p:nvPr/>
                </p:nvSpPr>
                <p:spPr bwMode="gray">
                  <a:xfrm>
                    <a:off x="2669" y="2316"/>
                    <a:ext cx="57" cy="126"/>
                  </a:xfrm>
                  <a:custGeom>
                    <a:avLst/>
                    <a:gdLst>
                      <a:gd name="T0" fmla="*/ 2147483647 w 222"/>
                      <a:gd name="T1" fmla="*/ 2147483647 h 498"/>
                      <a:gd name="T2" fmla="*/ 2147483647 w 222"/>
                      <a:gd name="T3" fmla="*/ 2147483647 h 498"/>
                      <a:gd name="T4" fmla="*/ 2147483647 w 222"/>
                      <a:gd name="T5" fmla="*/ 2147483647 h 498"/>
                      <a:gd name="T6" fmla="*/ 2147483647 w 222"/>
                      <a:gd name="T7" fmla="*/ 2147483647 h 498"/>
                      <a:gd name="T8" fmla="*/ 2147483647 w 222"/>
                      <a:gd name="T9" fmla="*/ 2147483647 h 498"/>
                      <a:gd name="T10" fmla="*/ 2147483647 w 222"/>
                      <a:gd name="T11" fmla="*/ 2147483647 h 498"/>
                      <a:gd name="T12" fmla="*/ 2147483647 w 222"/>
                      <a:gd name="T13" fmla="*/ 2147483647 h 498"/>
                      <a:gd name="T14" fmla="*/ 2147483647 w 222"/>
                      <a:gd name="T15" fmla="*/ 2147483647 h 498"/>
                      <a:gd name="T16" fmla="*/ 2147483647 w 222"/>
                      <a:gd name="T17" fmla="*/ 2147483647 h 498"/>
                      <a:gd name="T18" fmla="*/ 2147483647 w 222"/>
                      <a:gd name="T19" fmla="*/ 2147483647 h 498"/>
                      <a:gd name="T20" fmla="*/ 2147483647 w 222"/>
                      <a:gd name="T21" fmla="*/ 2147483647 h 498"/>
                      <a:gd name="T22" fmla="*/ 2147483647 w 222"/>
                      <a:gd name="T23" fmla="*/ 2147483647 h 498"/>
                      <a:gd name="T24" fmla="*/ 2147483647 w 222"/>
                      <a:gd name="T25" fmla="*/ 2147483647 h 498"/>
                      <a:gd name="T26" fmla="*/ 2147483647 w 222"/>
                      <a:gd name="T27" fmla="*/ 2147483647 h 498"/>
                      <a:gd name="T28" fmla="*/ 2147483647 w 222"/>
                      <a:gd name="T29" fmla="*/ 2147483647 h 498"/>
                      <a:gd name="T30" fmla="*/ 2147483647 w 222"/>
                      <a:gd name="T31" fmla="*/ 2147483647 h 498"/>
                      <a:gd name="T32" fmla="*/ 2147483647 w 222"/>
                      <a:gd name="T33" fmla="*/ 2147483647 h 498"/>
                      <a:gd name="T34" fmla="*/ 2147483647 w 222"/>
                      <a:gd name="T35" fmla="*/ 2147483647 h 498"/>
                      <a:gd name="T36" fmla="*/ 2147483647 w 222"/>
                      <a:gd name="T37" fmla="*/ 2147483647 h 498"/>
                      <a:gd name="T38" fmla="*/ 2147483647 w 222"/>
                      <a:gd name="T39" fmla="*/ 2147483647 h 498"/>
                      <a:gd name="T40" fmla="*/ 2147483647 w 222"/>
                      <a:gd name="T41" fmla="*/ 2147483647 h 498"/>
                      <a:gd name="T42" fmla="*/ 2147483647 w 222"/>
                      <a:gd name="T43" fmla="*/ 2147483647 h 498"/>
                      <a:gd name="T44" fmla="*/ 2147483647 w 222"/>
                      <a:gd name="T45" fmla="*/ 2147483647 h 498"/>
                      <a:gd name="T46" fmla="*/ 0 w 222"/>
                      <a:gd name="T47" fmla="*/ 2147483647 h 498"/>
                      <a:gd name="T48" fmla="*/ 2147483647 w 222"/>
                      <a:gd name="T49" fmla="*/ 2147483647 h 498"/>
                      <a:gd name="T50" fmla="*/ 2147483647 w 222"/>
                      <a:gd name="T51" fmla="*/ 2147483647 h 498"/>
                      <a:gd name="T52" fmla="*/ 2147483647 w 222"/>
                      <a:gd name="T53" fmla="*/ 2147483647 h 498"/>
                      <a:gd name="T54" fmla="*/ 2147483647 w 222"/>
                      <a:gd name="T55" fmla="*/ 2147483647 h 498"/>
                      <a:gd name="T56" fmla="*/ 2147483647 w 222"/>
                      <a:gd name="T57" fmla="*/ 2147483647 h 498"/>
                      <a:gd name="T58" fmla="*/ 2147483647 w 222"/>
                      <a:gd name="T59" fmla="*/ 2147483647 h 498"/>
                      <a:gd name="T60" fmla="*/ 2147483647 w 222"/>
                      <a:gd name="T61" fmla="*/ 2147483647 h 498"/>
                      <a:gd name="T62" fmla="*/ 2147483647 w 222"/>
                      <a:gd name="T63" fmla="*/ 2147483647 h 498"/>
                      <a:gd name="T64" fmla="*/ 2147483647 w 222"/>
                      <a:gd name="T65" fmla="*/ 2147483647 h 498"/>
                      <a:gd name="T66" fmla="*/ 2147483647 w 222"/>
                      <a:gd name="T67" fmla="*/ 2147483647 h 498"/>
                      <a:gd name="T68" fmla="*/ 2147483647 w 222"/>
                      <a:gd name="T69" fmla="*/ 2147483647 h 498"/>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w 222"/>
                      <a:gd name="T106" fmla="*/ 0 h 498"/>
                      <a:gd name="T107" fmla="*/ 222 w 222"/>
                      <a:gd name="T108" fmla="*/ 498 h 498"/>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T105" t="T106" r="T107" b="T108"/>
                    <a:pathLst>
                      <a:path w="222" h="498">
                        <a:moveTo>
                          <a:pt x="138" y="372"/>
                        </a:moveTo>
                        <a:lnTo>
                          <a:pt x="144" y="342"/>
                        </a:lnTo>
                        <a:lnTo>
                          <a:pt x="138" y="306"/>
                        </a:lnTo>
                        <a:lnTo>
                          <a:pt x="144" y="276"/>
                        </a:lnTo>
                        <a:lnTo>
                          <a:pt x="162" y="276"/>
                        </a:lnTo>
                        <a:lnTo>
                          <a:pt x="174" y="252"/>
                        </a:lnTo>
                        <a:lnTo>
                          <a:pt x="174" y="222"/>
                        </a:lnTo>
                        <a:lnTo>
                          <a:pt x="180" y="216"/>
                        </a:lnTo>
                        <a:lnTo>
                          <a:pt x="186" y="204"/>
                        </a:lnTo>
                        <a:lnTo>
                          <a:pt x="198" y="198"/>
                        </a:lnTo>
                        <a:lnTo>
                          <a:pt x="198" y="156"/>
                        </a:lnTo>
                        <a:lnTo>
                          <a:pt x="210" y="150"/>
                        </a:lnTo>
                        <a:lnTo>
                          <a:pt x="216" y="150"/>
                        </a:lnTo>
                        <a:lnTo>
                          <a:pt x="222" y="144"/>
                        </a:lnTo>
                        <a:lnTo>
                          <a:pt x="222" y="132"/>
                        </a:lnTo>
                        <a:lnTo>
                          <a:pt x="216" y="126"/>
                        </a:lnTo>
                        <a:lnTo>
                          <a:pt x="216" y="114"/>
                        </a:lnTo>
                        <a:lnTo>
                          <a:pt x="210" y="102"/>
                        </a:lnTo>
                        <a:lnTo>
                          <a:pt x="204" y="96"/>
                        </a:lnTo>
                        <a:lnTo>
                          <a:pt x="192" y="72"/>
                        </a:lnTo>
                        <a:lnTo>
                          <a:pt x="198" y="66"/>
                        </a:lnTo>
                        <a:lnTo>
                          <a:pt x="198" y="60"/>
                        </a:lnTo>
                        <a:lnTo>
                          <a:pt x="204" y="48"/>
                        </a:lnTo>
                        <a:lnTo>
                          <a:pt x="198" y="42"/>
                        </a:lnTo>
                        <a:lnTo>
                          <a:pt x="186" y="36"/>
                        </a:lnTo>
                        <a:lnTo>
                          <a:pt x="180" y="36"/>
                        </a:lnTo>
                        <a:lnTo>
                          <a:pt x="174" y="30"/>
                        </a:lnTo>
                        <a:lnTo>
                          <a:pt x="168" y="30"/>
                        </a:lnTo>
                        <a:lnTo>
                          <a:pt x="162" y="24"/>
                        </a:lnTo>
                        <a:lnTo>
                          <a:pt x="156" y="12"/>
                        </a:lnTo>
                        <a:lnTo>
                          <a:pt x="144" y="0"/>
                        </a:lnTo>
                        <a:lnTo>
                          <a:pt x="114" y="12"/>
                        </a:lnTo>
                        <a:lnTo>
                          <a:pt x="114" y="36"/>
                        </a:lnTo>
                        <a:lnTo>
                          <a:pt x="120" y="36"/>
                        </a:lnTo>
                        <a:lnTo>
                          <a:pt x="114" y="42"/>
                        </a:lnTo>
                        <a:lnTo>
                          <a:pt x="108" y="60"/>
                        </a:lnTo>
                        <a:lnTo>
                          <a:pt x="96" y="60"/>
                        </a:lnTo>
                        <a:lnTo>
                          <a:pt x="90" y="66"/>
                        </a:lnTo>
                        <a:lnTo>
                          <a:pt x="84" y="66"/>
                        </a:lnTo>
                        <a:lnTo>
                          <a:pt x="84" y="78"/>
                        </a:lnTo>
                        <a:lnTo>
                          <a:pt x="78" y="72"/>
                        </a:lnTo>
                        <a:lnTo>
                          <a:pt x="48" y="72"/>
                        </a:lnTo>
                        <a:lnTo>
                          <a:pt x="30" y="90"/>
                        </a:lnTo>
                        <a:lnTo>
                          <a:pt x="24" y="102"/>
                        </a:lnTo>
                        <a:lnTo>
                          <a:pt x="12" y="102"/>
                        </a:lnTo>
                        <a:lnTo>
                          <a:pt x="6" y="114"/>
                        </a:lnTo>
                        <a:lnTo>
                          <a:pt x="0" y="132"/>
                        </a:lnTo>
                        <a:lnTo>
                          <a:pt x="0" y="162"/>
                        </a:lnTo>
                        <a:lnTo>
                          <a:pt x="12" y="168"/>
                        </a:lnTo>
                        <a:lnTo>
                          <a:pt x="42" y="198"/>
                        </a:lnTo>
                        <a:lnTo>
                          <a:pt x="42" y="240"/>
                        </a:lnTo>
                        <a:lnTo>
                          <a:pt x="54" y="252"/>
                        </a:lnTo>
                        <a:lnTo>
                          <a:pt x="60" y="264"/>
                        </a:lnTo>
                        <a:lnTo>
                          <a:pt x="60" y="294"/>
                        </a:lnTo>
                        <a:lnTo>
                          <a:pt x="66" y="306"/>
                        </a:lnTo>
                        <a:lnTo>
                          <a:pt x="54" y="318"/>
                        </a:lnTo>
                        <a:lnTo>
                          <a:pt x="54" y="378"/>
                        </a:lnTo>
                        <a:lnTo>
                          <a:pt x="66" y="390"/>
                        </a:lnTo>
                        <a:lnTo>
                          <a:pt x="54" y="396"/>
                        </a:lnTo>
                        <a:lnTo>
                          <a:pt x="60" y="462"/>
                        </a:lnTo>
                        <a:lnTo>
                          <a:pt x="60" y="468"/>
                        </a:lnTo>
                        <a:lnTo>
                          <a:pt x="72" y="480"/>
                        </a:lnTo>
                        <a:lnTo>
                          <a:pt x="72" y="492"/>
                        </a:lnTo>
                        <a:lnTo>
                          <a:pt x="84" y="492"/>
                        </a:lnTo>
                        <a:lnTo>
                          <a:pt x="96" y="498"/>
                        </a:lnTo>
                        <a:lnTo>
                          <a:pt x="108" y="498"/>
                        </a:lnTo>
                        <a:lnTo>
                          <a:pt x="120" y="474"/>
                        </a:lnTo>
                        <a:lnTo>
                          <a:pt x="126" y="480"/>
                        </a:lnTo>
                        <a:lnTo>
                          <a:pt x="138" y="486"/>
                        </a:lnTo>
                        <a:lnTo>
                          <a:pt x="138" y="37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606" name="Bahrain" descr="© INSCALE GmbH, 05.05.2010&#10;http://www.presentationload.com/">
                    <a:extLst>
                      <a:ext uri="{FF2B5EF4-FFF2-40B4-BE49-F238E27FC236}">
                        <a16:creationId xmlns:a16="http://schemas.microsoft.com/office/drawing/2014/main" id="{A628329B-3C3F-EA1A-0EED-DFC6571D81BA}"/>
                      </a:ext>
                    </a:extLst>
                  </p:cNvPr>
                  <p:cNvSpPr>
                    <a:spLocks/>
                  </p:cNvSpPr>
                  <p:nvPr/>
                </p:nvSpPr>
                <p:spPr bwMode="gray">
                  <a:xfrm>
                    <a:off x="3549" y="2027"/>
                    <a:ext cx="7" cy="14"/>
                  </a:xfrm>
                  <a:custGeom>
                    <a:avLst/>
                    <a:gdLst>
                      <a:gd name="T0" fmla="*/ 2147483647 w 15"/>
                      <a:gd name="T1" fmla="*/ 0 h 28"/>
                      <a:gd name="T2" fmla="*/ 2147483647 w 15"/>
                      <a:gd name="T3" fmla="*/ 2147483647 h 28"/>
                      <a:gd name="T4" fmla="*/ 2147483647 w 15"/>
                      <a:gd name="T5" fmla="*/ 2147483647 h 28"/>
                      <a:gd name="T6" fmla="*/ 2033064304 w 15"/>
                      <a:gd name="T7" fmla="*/ 2147483647 h 28"/>
                      <a:gd name="T8" fmla="*/ 813445092 w 15"/>
                      <a:gd name="T9" fmla="*/ 2147483647 h 28"/>
                      <a:gd name="T10" fmla="*/ 2147483647 w 15"/>
                      <a:gd name="T11" fmla="*/ 0 h 28"/>
                      <a:gd name="T12" fmla="*/ 0 60000 65536"/>
                      <a:gd name="T13" fmla="*/ 0 60000 65536"/>
                      <a:gd name="T14" fmla="*/ 0 60000 65536"/>
                      <a:gd name="T15" fmla="*/ 0 60000 65536"/>
                      <a:gd name="T16" fmla="*/ 0 60000 65536"/>
                      <a:gd name="T17" fmla="*/ 0 60000 65536"/>
                      <a:gd name="T18" fmla="*/ 0 w 15"/>
                      <a:gd name="T19" fmla="*/ 0 h 28"/>
                      <a:gd name="T20" fmla="*/ 15 w 15"/>
                      <a:gd name="T21" fmla="*/ 28 h 28"/>
                    </a:gdLst>
                    <a:ahLst/>
                    <a:cxnLst>
                      <a:cxn ang="T12">
                        <a:pos x="T0" y="T1"/>
                      </a:cxn>
                      <a:cxn ang="T13">
                        <a:pos x="T2" y="T3"/>
                      </a:cxn>
                      <a:cxn ang="T14">
                        <a:pos x="T4" y="T5"/>
                      </a:cxn>
                      <a:cxn ang="T15">
                        <a:pos x="T6" y="T7"/>
                      </a:cxn>
                      <a:cxn ang="T16">
                        <a:pos x="T8" y="T9"/>
                      </a:cxn>
                      <a:cxn ang="T17">
                        <a:pos x="T10" y="T11"/>
                      </a:cxn>
                    </a:cxnLst>
                    <a:rect l="T18" t="T19" r="T20" b="T21"/>
                    <a:pathLst>
                      <a:path w="15" h="28">
                        <a:moveTo>
                          <a:pt x="9" y="0"/>
                        </a:moveTo>
                        <a:cubicBezTo>
                          <a:pt x="14" y="0"/>
                          <a:pt x="15" y="10"/>
                          <a:pt x="14" y="14"/>
                        </a:cubicBezTo>
                        <a:cubicBezTo>
                          <a:pt x="13" y="18"/>
                          <a:pt x="15" y="28"/>
                          <a:pt x="9" y="28"/>
                        </a:cubicBezTo>
                        <a:cubicBezTo>
                          <a:pt x="4" y="27"/>
                          <a:pt x="5" y="21"/>
                          <a:pt x="5" y="18"/>
                        </a:cubicBezTo>
                        <a:cubicBezTo>
                          <a:pt x="5" y="14"/>
                          <a:pt x="0" y="14"/>
                          <a:pt x="2" y="8"/>
                        </a:cubicBez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607" name="Angola" descr="© INSCALE GmbH, 05.05.2010&#10;http://www.presentationload.com/">
                    <a:extLst>
                      <a:ext uri="{FF2B5EF4-FFF2-40B4-BE49-F238E27FC236}">
                        <a16:creationId xmlns:a16="http://schemas.microsoft.com/office/drawing/2014/main" id="{EA6549FD-736E-F593-984D-1A74D1D00699}"/>
                      </a:ext>
                    </a:extLst>
                  </p:cNvPr>
                  <p:cNvSpPr>
                    <a:spLocks noEditPoints="1"/>
                  </p:cNvSpPr>
                  <p:nvPr/>
                </p:nvSpPr>
                <p:spPr bwMode="gray">
                  <a:xfrm>
                    <a:off x="2865" y="2656"/>
                    <a:ext cx="225" cy="280"/>
                  </a:xfrm>
                  <a:custGeom>
                    <a:avLst/>
                    <a:gdLst>
                      <a:gd name="T0" fmla="*/ 2147483647 w 888"/>
                      <a:gd name="T1" fmla="*/ 2147483647 h 1104"/>
                      <a:gd name="T2" fmla="*/ 2147483647 w 888"/>
                      <a:gd name="T3" fmla="*/ 2147483647 h 1104"/>
                      <a:gd name="T4" fmla="*/ 2147483647 w 888"/>
                      <a:gd name="T5" fmla="*/ 2147483647 h 1104"/>
                      <a:gd name="T6" fmla="*/ 2147483647 w 888"/>
                      <a:gd name="T7" fmla="*/ 0 h 1104"/>
                      <a:gd name="T8" fmla="*/ 2147483647 w 888"/>
                      <a:gd name="T9" fmla="*/ 2147483647 h 1104"/>
                      <a:gd name="T10" fmla="*/ 2147483647 w 888"/>
                      <a:gd name="T11" fmla="*/ 2147483647 h 1104"/>
                      <a:gd name="T12" fmla="*/ 2147483647 w 888"/>
                      <a:gd name="T13" fmla="*/ 2147483647 h 1104"/>
                      <a:gd name="T14" fmla="*/ 2147483647 w 888"/>
                      <a:gd name="T15" fmla="*/ 2147483647 h 1104"/>
                      <a:gd name="T16" fmla="*/ 2147483647 w 888"/>
                      <a:gd name="T17" fmla="*/ 2147483647 h 1104"/>
                      <a:gd name="T18" fmla="*/ 2147483647 w 888"/>
                      <a:gd name="T19" fmla="*/ 2147483647 h 1104"/>
                      <a:gd name="T20" fmla="*/ 2147483647 w 888"/>
                      <a:gd name="T21" fmla="*/ 2147483647 h 1104"/>
                      <a:gd name="T22" fmla="*/ 2147483647 w 888"/>
                      <a:gd name="T23" fmla="*/ 2147483647 h 1104"/>
                      <a:gd name="T24" fmla="*/ 2147483647 w 888"/>
                      <a:gd name="T25" fmla="*/ 2147483647 h 1104"/>
                      <a:gd name="T26" fmla="*/ 2147483647 w 888"/>
                      <a:gd name="T27" fmla="*/ 2147483647 h 1104"/>
                      <a:gd name="T28" fmla="*/ 2147483647 w 888"/>
                      <a:gd name="T29" fmla="*/ 2147483647 h 1104"/>
                      <a:gd name="T30" fmla="*/ 2147483647 w 888"/>
                      <a:gd name="T31" fmla="*/ 2147483647 h 1104"/>
                      <a:gd name="T32" fmla="*/ 2147483647 w 888"/>
                      <a:gd name="T33" fmla="*/ 2147483647 h 1104"/>
                      <a:gd name="T34" fmla="*/ 2147483647 w 888"/>
                      <a:gd name="T35" fmla="*/ 2147483647 h 1104"/>
                      <a:gd name="T36" fmla="*/ 2147483647 w 888"/>
                      <a:gd name="T37" fmla="*/ 2147483647 h 1104"/>
                      <a:gd name="T38" fmla="*/ 2147483647 w 888"/>
                      <a:gd name="T39" fmla="*/ 2147483647 h 1104"/>
                      <a:gd name="T40" fmla="*/ 2147483647 w 888"/>
                      <a:gd name="T41" fmla="*/ 2147483647 h 1104"/>
                      <a:gd name="T42" fmla="*/ 2147483647 w 888"/>
                      <a:gd name="T43" fmla="*/ 2147483647 h 1104"/>
                      <a:gd name="T44" fmla="*/ 2147483647 w 888"/>
                      <a:gd name="T45" fmla="*/ 2147483647 h 1104"/>
                      <a:gd name="T46" fmla="*/ 2147483647 w 888"/>
                      <a:gd name="T47" fmla="*/ 2147483647 h 1104"/>
                      <a:gd name="T48" fmla="*/ 2147483647 w 888"/>
                      <a:gd name="T49" fmla="*/ 2147483647 h 1104"/>
                      <a:gd name="T50" fmla="*/ 2147483647 w 888"/>
                      <a:gd name="T51" fmla="*/ 2147483647 h 1104"/>
                      <a:gd name="T52" fmla="*/ 2147483647 w 888"/>
                      <a:gd name="T53" fmla="*/ 2147483647 h 1104"/>
                      <a:gd name="T54" fmla="*/ 2147483647 w 888"/>
                      <a:gd name="T55" fmla="*/ 2147483647 h 1104"/>
                      <a:gd name="T56" fmla="*/ 2147483647 w 888"/>
                      <a:gd name="T57" fmla="*/ 2147483647 h 1104"/>
                      <a:gd name="T58" fmla="*/ 2147483647 w 888"/>
                      <a:gd name="T59" fmla="*/ 2147483647 h 1104"/>
                      <a:gd name="T60" fmla="*/ 2147483647 w 888"/>
                      <a:gd name="T61" fmla="*/ 2147483647 h 1104"/>
                      <a:gd name="T62" fmla="*/ 2147483647 w 888"/>
                      <a:gd name="T63" fmla="*/ 2147483647 h 1104"/>
                      <a:gd name="T64" fmla="*/ 2147483647 w 888"/>
                      <a:gd name="T65" fmla="*/ 2147483647 h 1104"/>
                      <a:gd name="T66" fmla="*/ 2147483647 w 888"/>
                      <a:gd name="T67" fmla="*/ 2147483647 h 1104"/>
                      <a:gd name="T68" fmla="*/ 2147483647 w 888"/>
                      <a:gd name="T69" fmla="*/ 2147483647 h 1104"/>
                      <a:gd name="T70" fmla="*/ 2147483647 w 888"/>
                      <a:gd name="T71" fmla="*/ 2147483647 h 1104"/>
                      <a:gd name="T72" fmla="*/ 2147483647 w 888"/>
                      <a:gd name="T73" fmla="*/ 2147483647 h 1104"/>
                      <a:gd name="T74" fmla="*/ 0 w 888"/>
                      <a:gd name="T75" fmla="*/ 2147483647 h 1104"/>
                      <a:gd name="T76" fmla="*/ 2147483647 w 888"/>
                      <a:gd name="T77" fmla="*/ 2147483647 h 1104"/>
                      <a:gd name="T78" fmla="*/ 2147483647 w 888"/>
                      <a:gd name="T79" fmla="*/ 2147483647 h 1104"/>
                      <a:gd name="T80" fmla="*/ 2147483647 w 888"/>
                      <a:gd name="T81" fmla="*/ 2147483647 h 1104"/>
                      <a:gd name="T82" fmla="*/ 2147483647 w 888"/>
                      <a:gd name="T83" fmla="*/ 2147483647 h 1104"/>
                      <a:gd name="T84" fmla="*/ 2147483647 w 888"/>
                      <a:gd name="T85" fmla="*/ 2147483647 h 1104"/>
                      <a:gd name="T86" fmla="*/ 2147483647 w 888"/>
                      <a:gd name="T87" fmla="*/ 2147483647 h 1104"/>
                      <a:gd name="T88" fmla="*/ 2147483647 w 888"/>
                      <a:gd name="T89" fmla="*/ 2147483647 h 1104"/>
                      <a:gd name="T90" fmla="*/ 2147483647 w 888"/>
                      <a:gd name="T91" fmla="*/ 2147483647 h 1104"/>
                      <a:gd name="T92" fmla="*/ 2147483647 w 888"/>
                      <a:gd name="T93" fmla="*/ 2147483647 h 1104"/>
                      <a:gd name="T94" fmla="*/ 2147483647 w 888"/>
                      <a:gd name="T95" fmla="*/ 2147483647 h 110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888"/>
                      <a:gd name="T145" fmla="*/ 0 h 1104"/>
                      <a:gd name="T146" fmla="*/ 888 w 888"/>
                      <a:gd name="T147" fmla="*/ 1104 h 110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888" h="1104">
                        <a:moveTo>
                          <a:pt x="42" y="114"/>
                        </a:moveTo>
                        <a:lnTo>
                          <a:pt x="42" y="120"/>
                        </a:lnTo>
                        <a:lnTo>
                          <a:pt x="48" y="120"/>
                        </a:lnTo>
                        <a:lnTo>
                          <a:pt x="54" y="114"/>
                        </a:lnTo>
                        <a:lnTo>
                          <a:pt x="66" y="108"/>
                        </a:lnTo>
                        <a:lnTo>
                          <a:pt x="72" y="102"/>
                        </a:lnTo>
                        <a:lnTo>
                          <a:pt x="72" y="96"/>
                        </a:lnTo>
                        <a:lnTo>
                          <a:pt x="66" y="84"/>
                        </a:lnTo>
                        <a:lnTo>
                          <a:pt x="66" y="78"/>
                        </a:lnTo>
                        <a:lnTo>
                          <a:pt x="60" y="66"/>
                        </a:lnTo>
                        <a:lnTo>
                          <a:pt x="96" y="36"/>
                        </a:lnTo>
                        <a:lnTo>
                          <a:pt x="102" y="24"/>
                        </a:lnTo>
                        <a:lnTo>
                          <a:pt x="102" y="18"/>
                        </a:lnTo>
                        <a:lnTo>
                          <a:pt x="96" y="12"/>
                        </a:lnTo>
                        <a:lnTo>
                          <a:pt x="96" y="6"/>
                        </a:lnTo>
                        <a:lnTo>
                          <a:pt x="90" y="0"/>
                        </a:lnTo>
                        <a:lnTo>
                          <a:pt x="84" y="6"/>
                        </a:lnTo>
                        <a:lnTo>
                          <a:pt x="72" y="12"/>
                        </a:lnTo>
                        <a:lnTo>
                          <a:pt x="66" y="18"/>
                        </a:lnTo>
                        <a:lnTo>
                          <a:pt x="54" y="24"/>
                        </a:lnTo>
                        <a:lnTo>
                          <a:pt x="54" y="42"/>
                        </a:lnTo>
                        <a:lnTo>
                          <a:pt x="36" y="42"/>
                        </a:lnTo>
                        <a:lnTo>
                          <a:pt x="36" y="60"/>
                        </a:lnTo>
                        <a:lnTo>
                          <a:pt x="42" y="114"/>
                        </a:lnTo>
                        <a:close/>
                        <a:moveTo>
                          <a:pt x="876" y="546"/>
                        </a:moveTo>
                        <a:lnTo>
                          <a:pt x="852" y="546"/>
                        </a:lnTo>
                        <a:lnTo>
                          <a:pt x="840" y="534"/>
                        </a:lnTo>
                        <a:lnTo>
                          <a:pt x="828" y="534"/>
                        </a:lnTo>
                        <a:lnTo>
                          <a:pt x="828" y="546"/>
                        </a:lnTo>
                        <a:lnTo>
                          <a:pt x="804" y="552"/>
                        </a:lnTo>
                        <a:lnTo>
                          <a:pt x="774" y="546"/>
                        </a:lnTo>
                        <a:lnTo>
                          <a:pt x="768" y="564"/>
                        </a:lnTo>
                        <a:lnTo>
                          <a:pt x="762" y="558"/>
                        </a:lnTo>
                        <a:lnTo>
                          <a:pt x="756" y="558"/>
                        </a:lnTo>
                        <a:lnTo>
                          <a:pt x="750" y="552"/>
                        </a:lnTo>
                        <a:lnTo>
                          <a:pt x="750" y="528"/>
                        </a:lnTo>
                        <a:lnTo>
                          <a:pt x="756" y="522"/>
                        </a:lnTo>
                        <a:lnTo>
                          <a:pt x="756" y="510"/>
                        </a:lnTo>
                        <a:lnTo>
                          <a:pt x="762" y="498"/>
                        </a:lnTo>
                        <a:lnTo>
                          <a:pt x="762" y="480"/>
                        </a:lnTo>
                        <a:lnTo>
                          <a:pt x="756" y="474"/>
                        </a:lnTo>
                        <a:lnTo>
                          <a:pt x="744" y="450"/>
                        </a:lnTo>
                        <a:lnTo>
                          <a:pt x="732" y="432"/>
                        </a:lnTo>
                        <a:lnTo>
                          <a:pt x="726" y="414"/>
                        </a:lnTo>
                        <a:lnTo>
                          <a:pt x="726" y="402"/>
                        </a:lnTo>
                        <a:lnTo>
                          <a:pt x="732" y="396"/>
                        </a:lnTo>
                        <a:lnTo>
                          <a:pt x="732" y="384"/>
                        </a:lnTo>
                        <a:lnTo>
                          <a:pt x="726" y="360"/>
                        </a:lnTo>
                        <a:lnTo>
                          <a:pt x="732" y="354"/>
                        </a:lnTo>
                        <a:lnTo>
                          <a:pt x="738" y="342"/>
                        </a:lnTo>
                        <a:lnTo>
                          <a:pt x="738" y="330"/>
                        </a:lnTo>
                        <a:lnTo>
                          <a:pt x="732" y="318"/>
                        </a:lnTo>
                        <a:lnTo>
                          <a:pt x="720" y="306"/>
                        </a:lnTo>
                        <a:lnTo>
                          <a:pt x="714" y="288"/>
                        </a:lnTo>
                        <a:lnTo>
                          <a:pt x="726" y="270"/>
                        </a:lnTo>
                        <a:lnTo>
                          <a:pt x="726" y="246"/>
                        </a:lnTo>
                        <a:lnTo>
                          <a:pt x="636" y="246"/>
                        </a:lnTo>
                        <a:lnTo>
                          <a:pt x="636" y="222"/>
                        </a:lnTo>
                        <a:lnTo>
                          <a:pt x="624" y="216"/>
                        </a:lnTo>
                        <a:lnTo>
                          <a:pt x="612" y="216"/>
                        </a:lnTo>
                        <a:lnTo>
                          <a:pt x="612" y="222"/>
                        </a:lnTo>
                        <a:lnTo>
                          <a:pt x="564" y="222"/>
                        </a:lnTo>
                        <a:lnTo>
                          <a:pt x="558" y="228"/>
                        </a:lnTo>
                        <a:lnTo>
                          <a:pt x="558" y="234"/>
                        </a:lnTo>
                        <a:lnTo>
                          <a:pt x="564" y="240"/>
                        </a:lnTo>
                        <a:lnTo>
                          <a:pt x="570" y="252"/>
                        </a:lnTo>
                        <a:lnTo>
                          <a:pt x="570" y="264"/>
                        </a:lnTo>
                        <a:lnTo>
                          <a:pt x="558" y="264"/>
                        </a:lnTo>
                        <a:lnTo>
                          <a:pt x="558" y="270"/>
                        </a:lnTo>
                        <a:lnTo>
                          <a:pt x="552" y="276"/>
                        </a:lnTo>
                        <a:lnTo>
                          <a:pt x="552" y="294"/>
                        </a:lnTo>
                        <a:lnTo>
                          <a:pt x="510" y="300"/>
                        </a:lnTo>
                        <a:lnTo>
                          <a:pt x="504" y="294"/>
                        </a:lnTo>
                        <a:lnTo>
                          <a:pt x="492" y="300"/>
                        </a:lnTo>
                        <a:lnTo>
                          <a:pt x="468" y="300"/>
                        </a:lnTo>
                        <a:lnTo>
                          <a:pt x="462" y="312"/>
                        </a:lnTo>
                        <a:lnTo>
                          <a:pt x="450" y="306"/>
                        </a:lnTo>
                        <a:lnTo>
                          <a:pt x="420" y="306"/>
                        </a:lnTo>
                        <a:lnTo>
                          <a:pt x="408" y="282"/>
                        </a:lnTo>
                        <a:lnTo>
                          <a:pt x="402" y="276"/>
                        </a:lnTo>
                        <a:lnTo>
                          <a:pt x="402" y="264"/>
                        </a:lnTo>
                        <a:lnTo>
                          <a:pt x="390" y="252"/>
                        </a:lnTo>
                        <a:lnTo>
                          <a:pt x="384" y="252"/>
                        </a:lnTo>
                        <a:lnTo>
                          <a:pt x="378" y="246"/>
                        </a:lnTo>
                        <a:lnTo>
                          <a:pt x="378" y="240"/>
                        </a:lnTo>
                        <a:lnTo>
                          <a:pt x="384" y="234"/>
                        </a:lnTo>
                        <a:lnTo>
                          <a:pt x="384" y="210"/>
                        </a:lnTo>
                        <a:lnTo>
                          <a:pt x="366" y="192"/>
                        </a:lnTo>
                        <a:lnTo>
                          <a:pt x="366" y="150"/>
                        </a:lnTo>
                        <a:lnTo>
                          <a:pt x="354" y="138"/>
                        </a:lnTo>
                        <a:lnTo>
                          <a:pt x="348" y="126"/>
                        </a:lnTo>
                        <a:lnTo>
                          <a:pt x="342" y="120"/>
                        </a:lnTo>
                        <a:lnTo>
                          <a:pt x="324" y="120"/>
                        </a:lnTo>
                        <a:lnTo>
                          <a:pt x="318" y="126"/>
                        </a:lnTo>
                        <a:lnTo>
                          <a:pt x="294" y="126"/>
                        </a:lnTo>
                        <a:lnTo>
                          <a:pt x="276" y="132"/>
                        </a:lnTo>
                        <a:lnTo>
                          <a:pt x="246" y="132"/>
                        </a:lnTo>
                        <a:lnTo>
                          <a:pt x="234" y="126"/>
                        </a:lnTo>
                        <a:lnTo>
                          <a:pt x="222" y="126"/>
                        </a:lnTo>
                        <a:lnTo>
                          <a:pt x="210" y="132"/>
                        </a:lnTo>
                        <a:lnTo>
                          <a:pt x="180" y="132"/>
                        </a:lnTo>
                        <a:lnTo>
                          <a:pt x="168" y="126"/>
                        </a:lnTo>
                        <a:lnTo>
                          <a:pt x="144" y="132"/>
                        </a:lnTo>
                        <a:lnTo>
                          <a:pt x="132" y="126"/>
                        </a:lnTo>
                        <a:lnTo>
                          <a:pt x="126" y="132"/>
                        </a:lnTo>
                        <a:lnTo>
                          <a:pt x="102" y="126"/>
                        </a:lnTo>
                        <a:lnTo>
                          <a:pt x="54" y="150"/>
                        </a:lnTo>
                        <a:lnTo>
                          <a:pt x="48" y="156"/>
                        </a:lnTo>
                        <a:lnTo>
                          <a:pt x="54" y="168"/>
                        </a:lnTo>
                        <a:lnTo>
                          <a:pt x="60" y="174"/>
                        </a:lnTo>
                        <a:lnTo>
                          <a:pt x="66" y="186"/>
                        </a:lnTo>
                        <a:lnTo>
                          <a:pt x="90" y="210"/>
                        </a:lnTo>
                        <a:lnTo>
                          <a:pt x="84" y="234"/>
                        </a:lnTo>
                        <a:lnTo>
                          <a:pt x="90" y="246"/>
                        </a:lnTo>
                        <a:lnTo>
                          <a:pt x="108" y="270"/>
                        </a:lnTo>
                        <a:lnTo>
                          <a:pt x="120" y="300"/>
                        </a:lnTo>
                        <a:lnTo>
                          <a:pt x="126" y="330"/>
                        </a:lnTo>
                        <a:lnTo>
                          <a:pt x="120" y="354"/>
                        </a:lnTo>
                        <a:lnTo>
                          <a:pt x="108" y="378"/>
                        </a:lnTo>
                        <a:lnTo>
                          <a:pt x="102" y="384"/>
                        </a:lnTo>
                        <a:lnTo>
                          <a:pt x="102" y="408"/>
                        </a:lnTo>
                        <a:lnTo>
                          <a:pt x="114" y="408"/>
                        </a:lnTo>
                        <a:lnTo>
                          <a:pt x="114" y="438"/>
                        </a:lnTo>
                        <a:lnTo>
                          <a:pt x="126" y="474"/>
                        </a:lnTo>
                        <a:lnTo>
                          <a:pt x="150" y="510"/>
                        </a:lnTo>
                        <a:lnTo>
                          <a:pt x="162" y="552"/>
                        </a:lnTo>
                        <a:lnTo>
                          <a:pt x="162" y="582"/>
                        </a:lnTo>
                        <a:lnTo>
                          <a:pt x="156" y="594"/>
                        </a:lnTo>
                        <a:lnTo>
                          <a:pt x="150" y="612"/>
                        </a:lnTo>
                        <a:lnTo>
                          <a:pt x="144" y="618"/>
                        </a:lnTo>
                        <a:lnTo>
                          <a:pt x="138" y="630"/>
                        </a:lnTo>
                        <a:lnTo>
                          <a:pt x="144" y="642"/>
                        </a:lnTo>
                        <a:lnTo>
                          <a:pt x="144" y="660"/>
                        </a:lnTo>
                        <a:lnTo>
                          <a:pt x="138" y="666"/>
                        </a:lnTo>
                        <a:lnTo>
                          <a:pt x="126" y="672"/>
                        </a:lnTo>
                        <a:lnTo>
                          <a:pt x="108" y="672"/>
                        </a:lnTo>
                        <a:lnTo>
                          <a:pt x="96" y="690"/>
                        </a:lnTo>
                        <a:lnTo>
                          <a:pt x="102" y="714"/>
                        </a:lnTo>
                        <a:lnTo>
                          <a:pt x="78" y="714"/>
                        </a:lnTo>
                        <a:lnTo>
                          <a:pt x="66" y="720"/>
                        </a:lnTo>
                        <a:lnTo>
                          <a:pt x="66" y="750"/>
                        </a:lnTo>
                        <a:lnTo>
                          <a:pt x="60" y="762"/>
                        </a:lnTo>
                        <a:lnTo>
                          <a:pt x="60" y="774"/>
                        </a:lnTo>
                        <a:lnTo>
                          <a:pt x="48" y="786"/>
                        </a:lnTo>
                        <a:lnTo>
                          <a:pt x="48" y="858"/>
                        </a:lnTo>
                        <a:lnTo>
                          <a:pt x="36" y="864"/>
                        </a:lnTo>
                        <a:lnTo>
                          <a:pt x="30" y="870"/>
                        </a:lnTo>
                        <a:lnTo>
                          <a:pt x="30" y="912"/>
                        </a:lnTo>
                        <a:lnTo>
                          <a:pt x="6" y="930"/>
                        </a:lnTo>
                        <a:lnTo>
                          <a:pt x="6" y="966"/>
                        </a:lnTo>
                        <a:lnTo>
                          <a:pt x="18" y="984"/>
                        </a:lnTo>
                        <a:lnTo>
                          <a:pt x="0" y="1002"/>
                        </a:lnTo>
                        <a:lnTo>
                          <a:pt x="0" y="1044"/>
                        </a:lnTo>
                        <a:lnTo>
                          <a:pt x="18" y="1044"/>
                        </a:lnTo>
                        <a:lnTo>
                          <a:pt x="36" y="1038"/>
                        </a:lnTo>
                        <a:lnTo>
                          <a:pt x="42" y="1044"/>
                        </a:lnTo>
                        <a:lnTo>
                          <a:pt x="72" y="1044"/>
                        </a:lnTo>
                        <a:lnTo>
                          <a:pt x="90" y="1026"/>
                        </a:lnTo>
                        <a:lnTo>
                          <a:pt x="90" y="1020"/>
                        </a:lnTo>
                        <a:lnTo>
                          <a:pt x="120" y="1020"/>
                        </a:lnTo>
                        <a:lnTo>
                          <a:pt x="126" y="1026"/>
                        </a:lnTo>
                        <a:lnTo>
                          <a:pt x="132" y="1038"/>
                        </a:lnTo>
                        <a:lnTo>
                          <a:pt x="156" y="1050"/>
                        </a:lnTo>
                        <a:lnTo>
                          <a:pt x="168" y="1050"/>
                        </a:lnTo>
                        <a:lnTo>
                          <a:pt x="174" y="1056"/>
                        </a:lnTo>
                        <a:lnTo>
                          <a:pt x="480" y="1056"/>
                        </a:lnTo>
                        <a:lnTo>
                          <a:pt x="480" y="1062"/>
                        </a:lnTo>
                        <a:lnTo>
                          <a:pt x="504" y="1086"/>
                        </a:lnTo>
                        <a:lnTo>
                          <a:pt x="540" y="1086"/>
                        </a:lnTo>
                        <a:lnTo>
                          <a:pt x="546" y="1098"/>
                        </a:lnTo>
                        <a:lnTo>
                          <a:pt x="618" y="1092"/>
                        </a:lnTo>
                        <a:lnTo>
                          <a:pt x="624" y="1104"/>
                        </a:lnTo>
                        <a:lnTo>
                          <a:pt x="696" y="1104"/>
                        </a:lnTo>
                        <a:lnTo>
                          <a:pt x="732" y="1098"/>
                        </a:lnTo>
                        <a:lnTo>
                          <a:pt x="780" y="1092"/>
                        </a:lnTo>
                        <a:lnTo>
                          <a:pt x="816" y="1080"/>
                        </a:lnTo>
                        <a:lnTo>
                          <a:pt x="828" y="1074"/>
                        </a:lnTo>
                        <a:lnTo>
                          <a:pt x="738" y="984"/>
                        </a:lnTo>
                        <a:lnTo>
                          <a:pt x="738" y="966"/>
                        </a:lnTo>
                        <a:lnTo>
                          <a:pt x="732" y="954"/>
                        </a:lnTo>
                        <a:lnTo>
                          <a:pt x="732" y="702"/>
                        </a:lnTo>
                        <a:lnTo>
                          <a:pt x="858" y="708"/>
                        </a:lnTo>
                        <a:lnTo>
                          <a:pt x="864" y="708"/>
                        </a:lnTo>
                        <a:lnTo>
                          <a:pt x="876" y="696"/>
                        </a:lnTo>
                        <a:lnTo>
                          <a:pt x="876" y="672"/>
                        </a:lnTo>
                        <a:lnTo>
                          <a:pt x="870" y="666"/>
                        </a:lnTo>
                        <a:lnTo>
                          <a:pt x="870" y="660"/>
                        </a:lnTo>
                        <a:lnTo>
                          <a:pt x="888" y="654"/>
                        </a:lnTo>
                        <a:lnTo>
                          <a:pt x="876" y="642"/>
                        </a:lnTo>
                        <a:lnTo>
                          <a:pt x="876" y="588"/>
                        </a:lnTo>
                        <a:lnTo>
                          <a:pt x="882" y="588"/>
                        </a:lnTo>
                        <a:lnTo>
                          <a:pt x="888" y="582"/>
                        </a:lnTo>
                        <a:lnTo>
                          <a:pt x="888" y="564"/>
                        </a:lnTo>
                        <a:lnTo>
                          <a:pt x="876" y="552"/>
                        </a:lnTo>
                        <a:lnTo>
                          <a:pt x="876" y="546"/>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608" name="Algeria" descr="© INSCALE GmbH, 05.05.2010&#10;http://www.presentationload.com/">
                    <a:extLst>
                      <a:ext uri="{FF2B5EF4-FFF2-40B4-BE49-F238E27FC236}">
                        <a16:creationId xmlns:a16="http://schemas.microsoft.com/office/drawing/2014/main" id="{B374B0EC-E291-A11C-F75F-3FC77F4B074F}"/>
                      </a:ext>
                    </a:extLst>
                  </p:cNvPr>
                  <p:cNvSpPr>
                    <a:spLocks/>
                  </p:cNvSpPr>
                  <p:nvPr/>
                </p:nvSpPr>
                <p:spPr bwMode="gray">
                  <a:xfrm>
                    <a:off x="2496" y="1809"/>
                    <a:ext cx="375" cy="371"/>
                  </a:xfrm>
                  <a:custGeom>
                    <a:avLst/>
                    <a:gdLst>
                      <a:gd name="T0" fmla="*/ 2147483647 w 1476"/>
                      <a:gd name="T1" fmla="*/ 2147483647 h 1464"/>
                      <a:gd name="T2" fmla="*/ 2147483647 w 1476"/>
                      <a:gd name="T3" fmla="*/ 2147483647 h 1464"/>
                      <a:gd name="T4" fmla="*/ 2147483647 w 1476"/>
                      <a:gd name="T5" fmla="*/ 2147483647 h 1464"/>
                      <a:gd name="T6" fmla="*/ 2147483647 w 1476"/>
                      <a:gd name="T7" fmla="*/ 2147483647 h 1464"/>
                      <a:gd name="T8" fmla="*/ 2147483647 w 1476"/>
                      <a:gd name="T9" fmla="*/ 2147483647 h 1464"/>
                      <a:gd name="T10" fmla="*/ 2147483647 w 1476"/>
                      <a:gd name="T11" fmla="*/ 2147483647 h 1464"/>
                      <a:gd name="T12" fmla="*/ 2147483647 w 1476"/>
                      <a:gd name="T13" fmla="*/ 2147483647 h 1464"/>
                      <a:gd name="T14" fmla="*/ 2147483647 w 1476"/>
                      <a:gd name="T15" fmla="*/ 2147483647 h 1464"/>
                      <a:gd name="T16" fmla="*/ 2147483647 w 1476"/>
                      <a:gd name="T17" fmla="*/ 2147483647 h 1464"/>
                      <a:gd name="T18" fmla="*/ 2147483647 w 1476"/>
                      <a:gd name="T19" fmla="*/ 2147483647 h 1464"/>
                      <a:gd name="T20" fmla="*/ 2147483647 w 1476"/>
                      <a:gd name="T21" fmla="*/ 2147483647 h 1464"/>
                      <a:gd name="T22" fmla="*/ 2147483647 w 1476"/>
                      <a:gd name="T23" fmla="*/ 2147483647 h 1464"/>
                      <a:gd name="T24" fmla="*/ 2147483647 w 1476"/>
                      <a:gd name="T25" fmla="*/ 2147483647 h 1464"/>
                      <a:gd name="T26" fmla="*/ 2147483647 w 1476"/>
                      <a:gd name="T27" fmla="*/ 2147483647 h 1464"/>
                      <a:gd name="T28" fmla="*/ 2147483647 w 1476"/>
                      <a:gd name="T29" fmla="*/ 2147483647 h 1464"/>
                      <a:gd name="T30" fmla="*/ 2147483647 w 1476"/>
                      <a:gd name="T31" fmla="*/ 2147483647 h 1464"/>
                      <a:gd name="T32" fmla="*/ 2147483647 w 1476"/>
                      <a:gd name="T33" fmla="*/ 2147483647 h 1464"/>
                      <a:gd name="T34" fmla="*/ 2147483647 w 1476"/>
                      <a:gd name="T35" fmla="*/ 2147483647 h 1464"/>
                      <a:gd name="T36" fmla="*/ 2147483647 w 1476"/>
                      <a:gd name="T37" fmla="*/ 2147483647 h 1464"/>
                      <a:gd name="T38" fmla="*/ 2147483647 w 1476"/>
                      <a:gd name="T39" fmla="*/ 2147483647 h 1464"/>
                      <a:gd name="T40" fmla="*/ 2147483647 w 1476"/>
                      <a:gd name="T41" fmla="*/ 2147483647 h 1464"/>
                      <a:gd name="T42" fmla="*/ 2147483647 w 1476"/>
                      <a:gd name="T43" fmla="*/ 2147483647 h 1464"/>
                      <a:gd name="T44" fmla="*/ 2147483647 w 1476"/>
                      <a:gd name="T45" fmla="*/ 2147483647 h 1464"/>
                      <a:gd name="T46" fmla="*/ 2147483647 w 1476"/>
                      <a:gd name="T47" fmla="*/ 2147483647 h 1464"/>
                      <a:gd name="T48" fmla="*/ 2147483647 w 1476"/>
                      <a:gd name="T49" fmla="*/ 2147483647 h 1464"/>
                      <a:gd name="T50" fmla="*/ 2147483647 w 1476"/>
                      <a:gd name="T51" fmla="*/ 2147483647 h 1464"/>
                      <a:gd name="T52" fmla="*/ 2147483647 w 1476"/>
                      <a:gd name="T53" fmla="*/ 2147483647 h 1464"/>
                      <a:gd name="T54" fmla="*/ 2147483647 w 1476"/>
                      <a:gd name="T55" fmla="*/ 2147483647 h 1464"/>
                      <a:gd name="T56" fmla="*/ 2147483647 w 1476"/>
                      <a:gd name="T57" fmla="*/ 2147483647 h 1464"/>
                      <a:gd name="T58" fmla="*/ 2147483647 w 1476"/>
                      <a:gd name="T59" fmla="*/ 2147483647 h 1464"/>
                      <a:gd name="T60" fmla="*/ 2147483647 w 1476"/>
                      <a:gd name="T61" fmla="*/ 2147483647 h 1464"/>
                      <a:gd name="T62" fmla="*/ 2147483647 w 1476"/>
                      <a:gd name="T63" fmla="*/ 2147483647 h 1464"/>
                      <a:gd name="T64" fmla="*/ 2147483647 w 1476"/>
                      <a:gd name="T65" fmla="*/ 2147483647 h 1464"/>
                      <a:gd name="T66" fmla="*/ 2147483647 w 1476"/>
                      <a:gd name="T67" fmla="*/ 2147483647 h 1464"/>
                      <a:gd name="T68" fmla="*/ 2147483647 w 1476"/>
                      <a:gd name="T69" fmla="*/ 2147483647 h 1464"/>
                      <a:gd name="T70" fmla="*/ 2147483647 w 1476"/>
                      <a:gd name="T71" fmla="*/ 2147483647 h 1464"/>
                      <a:gd name="T72" fmla="*/ 2147483647 w 1476"/>
                      <a:gd name="T73" fmla="*/ 2147483647 h 1464"/>
                      <a:gd name="T74" fmla="*/ 2147483647 w 1476"/>
                      <a:gd name="T75" fmla="*/ 2147483647 h 1464"/>
                      <a:gd name="T76" fmla="*/ 2147483647 w 1476"/>
                      <a:gd name="T77" fmla="*/ 2147483647 h 1464"/>
                      <a:gd name="T78" fmla="*/ 2147483647 w 1476"/>
                      <a:gd name="T79" fmla="*/ 2147483647 h 1464"/>
                      <a:gd name="T80" fmla="*/ 2147483647 w 1476"/>
                      <a:gd name="T81" fmla="*/ 2147483647 h 1464"/>
                      <a:gd name="T82" fmla="*/ 2147483647 w 1476"/>
                      <a:gd name="T83" fmla="*/ 2147483647 h 1464"/>
                      <a:gd name="T84" fmla="*/ 2147483647 w 1476"/>
                      <a:gd name="T85" fmla="*/ 2147483647 h 1464"/>
                      <a:gd name="T86" fmla="*/ 2147483647 w 1476"/>
                      <a:gd name="T87" fmla="*/ 2147483647 h 1464"/>
                      <a:gd name="T88" fmla="*/ 2147483647 w 1476"/>
                      <a:gd name="T89" fmla="*/ 2147483647 h 1464"/>
                      <a:gd name="T90" fmla="*/ 2147483647 w 1476"/>
                      <a:gd name="T91" fmla="*/ 2147483647 h 1464"/>
                      <a:gd name="T92" fmla="*/ 2147483647 w 1476"/>
                      <a:gd name="T93" fmla="*/ 2147483647 h 1464"/>
                      <a:gd name="T94" fmla="*/ 2147483647 w 1476"/>
                      <a:gd name="T95" fmla="*/ 2147483647 h 1464"/>
                      <a:gd name="T96" fmla="*/ 2147483647 w 1476"/>
                      <a:gd name="T97" fmla="*/ 2147483647 h 1464"/>
                      <a:gd name="T98" fmla="*/ 2147483647 w 1476"/>
                      <a:gd name="T99" fmla="*/ 2147483647 h 1464"/>
                      <a:gd name="T100" fmla="*/ 2147483647 w 1476"/>
                      <a:gd name="T101" fmla="*/ 2147483647 h 1464"/>
                      <a:gd name="T102" fmla="*/ 2147483647 w 1476"/>
                      <a:gd name="T103" fmla="*/ 2147483647 h 1464"/>
                      <a:gd name="T104" fmla="*/ 2147483647 w 1476"/>
                      <a:gd name="T105" fmla="*/ 2147483647 h 1464"/>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476"/>
                      <a:gd name="T160" fmla="*/ 0 h 1464"/>
                      <a:gd name="T161" fmla="*/ 1476 w 1476"/>
                      <a:gd name="T162" fmla="*/ 1464 h 1464"/>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476" h="1464">
                        <a:moveTo>
                          <a:pt x="360" y="534"/>
                        </a:moveTo>
                        <a:lnTo>
                          <a:pt x="318" y="534"/>
                        </a:lnTo>
                        <a:lnTo>
                          <a:pt x="312" y="546"/>
                        </a:lnTo>
                        <a:lnTo>
                          <a:pt x="306" y="552"/>
                        </a:lnTo>
                        <a:lnTo>
                          <a:pt x="294" y="576"/>
                        </a:lnTo>
                        <a:lnTo>
                          <a:pt x="282" y="588"/>
                        </a:lnTo>
                        <a:lnTo>
                          <a:pt x="258" y="588"/>
                        </a:lnTo>
                        <a:lnTo>
                          <a:pt x="246" y="582"/>
                        </a:lnTo>
                        <a:lnTo>
                          <a:pt x="234" y="582"/>
                        </a:lnTo>
                        <a:lnTo>
                          <a:pt x="228" y="594"/>
                        </a:lnTo>
                        <a:lnTo>
                          <a:pt x="204" y="600"/>
                        </a:lnTo>
                        <a:lnTo>
                          <a:pt x="204" y="606"/>
                        </a:lnTo>
                        <a:lnTo>
                          <a:pt x="198" y="618"/>
                        </a:lnTo>
                        <a:lnTo>
                          <a:pt x="186" y="618"/>
                        </a:lnTo>
                        <a:lnTo>
                          <a:pt x="180" y="612"/>
                        </a:lnTo>
                        <a:lnTo>
                          <a:pt x="168" y="606"/>
                        </a:lnTo>
                        <a:lnTo>
                          <a:pt x="138" y="624"/>
                        </a:lnTo>
                        <a:lnTo>
                          <a:pt x="120" y="624"/>
                        </a:lnTo>
                        <a:lnTo>
                          <a:pt x="120" y="630"/>
                        </a:lnTo>
                        <a:lnTo>
                          <a:pt x="90" y="660"/>
                        </a:lnTo>
                        <a:lnTo>
                          <a:pt x="78" y="666"/>
                        </a:lnTo>
                        <a:lnTo>
                          <a:pt x="72" y="672"/>
                        </a:lnTo>
                        <a:lnTo>
                          <a:pt x="60" y="678"/>
                        </a:lnTo>
                        <a:lnTo>
                          <a:pt x="54" y="708"/>
                        </a:lnTo>
                        <a:lnTo>
                          <a:pt x="54" y="768"/>
                        </a:lnTo>
                        <a:lnTo>
                          <a:pt x="0" y="768"/>
                        </a:lnTo>
                        <a:lnTo>
                          <a:pt x="54" y="768"/>
                        </a:lnTo>
                        <a:lnTo>
                          <a:pt x="54" y="804"/>
                        </a:lnTo>
                        <a:lnTo>
                          <a:pt x="312" y="984"/>
                        </a:lnTo>
                        <a:lnTo>
                          <a:pt x="720" y="1296"/>
                        </a:lnTo>
                        <a:lnTo>
                          <a:pt x="720" y="1320"/>
                        </a:lnTo>
                        <a:lnTo>
                          <a:pt x="744" y="1320"/>
                        </a:lnTo>
                        <a:lnTo>
                          <a:pt x="750" y="1326"/>
                        </a:lnTo>
                        <a:lnTo>
                          <a:pt x="750" y="1344"/>
                        </a:lnTo>
                        <a:lnTo>
                          <a:pt x="762" y="1356"/>
                        </a:lnTo>
                        <a:lnTo>
                          <a:pt x="798" y="1356"/>
                        </a:lnTo>
                        <a:lnTo>
                          <a:pt x="804" y="1386"/>
                        </a:lnTo>
                        <a:lnTo>
                          <a:pt x="810" y="1386"/>
                        </a:lnTo>
                        <a:lnTo>
                          <a:pt x="816" y="1380"/>
                        </a:lnTo>
                        <a:lnTo>
                          <a:pt x="846" y="1380"/>
                        </a:lnTo>
                        <a:lnTo>
                          <a:pt x="858" y="1386"/>
                        </a:lnTo>
                        <a:lnTo>
                          <a:pt x="870" y="1410"/>
                        </a:lnTo>
                        <a:lnTo>
                          <a:pt x="870" y="1428"/>
                        </a:lnTo>
                        <a:lnTo>
                          <a:pt x="852" y="1446"/>
                        </a:lnTo>
                        <a:lnTo>
                          <a:pt x="852" y="1452"/>
                        </a:lnTo>
                        <a:lnTo>
                          <a:pt x="858" y="1458"/>
                        </a:lnTo>
                        <a:lnTo>
                          <a:pt x="870" y="1464"/>
                        </a:lnTo>
                        <a:lnTo>
                          <a:pt x="900" y="1464"/>
                        </a:lnTo>
                        <a:lnTo>
                          <a:pt x="906" y="1458"/>
                        </a:lnTo>
                        <a:lnTo>
                          <a:pt x="924" y="1458"/>
                        </a:lnTo>
                        <a:lnTo>
                          <a:pt x="954" y="1452"/>
                        </a:lnTo>
                        <a:lnTo>
                          <a:pt x="984" y="1440"/>
                        </a:lnTo>
                        <a:lnTo>
                          <a:pt x="1020" y="1434"/>
                        </a:lnTo>
                        <a:lnTo>
                          <a:pt x="1038" y="1434"/>
                        </a:lnTo>
                        <a:lnTo>
                          <a:pt x="1062" y="1416"/>
                        </a:lnTo>
                        <a:lnTo>
                          <a:pt x="1098" y="1386"/>
                        </a:lnTo>
                        <a:lnTo>
                          <a:pt x="1128" y="1350"/>
                        </a:lnTo>
                        <a:lnTo>
                          <a:pt x="1158" y="1326"/>
                        </a:lnTo>
                        <a:lnTo>
                          <a:pt x="1182" y="1314"/>
                        </a:lnTo>
                        <a:lnTo>
                          <a:pt x="1224" y="1284"/>
                        </a:lnTo>
                        <a:lnTo>
                          <a:pt x="1272" y="1248"/>
                        </a:lnTo>
                        <a:lnTo>
                          <a:pt x="1332" y="1206"/>
                        </a:lnTo>
                        <a:lnTo>
                          <a:pt x="1386" y="1170"/>
                        </a:lnTo>
                        <a:lnTo>
                          <a:pt x="1434" y="1134"/>
                        </a:lnTo>
                        <a:lnTo>
                          <a:pt x="1464" y="1110"/>
                        </a:lnTo>
                        <a:lnTo>
                          <a:pt x="1476" y="1104"/>
                        </a:lnTo>
                        <a:lnTo>
                          <a:pt x="1476" y="1098"/>
                        </a:lnTo>
                        <a:lnTo>
                          <a:pt x="1470" y="1092"/>
                        </a:lnTo>
                        <a:lnTo>
                          <a:pt x="1464" y="1080"/>
                        </a:lnTo>
                        <a:lnTo>
                          <a:pt x="1458" y="1062"/>
                        </a:lnTo>
                        <a:lnTo>
                          <a:pt x="1452" y="1050"/>
                        </a:lnTo>
                        <a:lnTo>
                          <a:pt x="1452" y="1044"/>
                        </a:lnTo>
                        <a:lnTo>
                          <a:pt x="1440" y="1032"/>
                        </a:lnTo>
                        <a:lnTo>
                          <a:pt x="1428" y="1032"/>
                        </a:lnTo>
                        <a:lnTo>
                          <a:pt x="1392" y="1014"/>
                        </a:lnTo>
                        <a:lnTo>
                          <a:pt x="1386" y="1014"/>
                        </a:lnTo>
                        <a:lnTo>
                          <a:pt x="1362" y="1026"/>
                        </a:lnTo>
                        <a:lnTo>
                          <a:pt x="1338" y="1002"/>
                        </a:lnTo>
                        <a:lnTo>
                          <a:pt x="1338" y="960"/>
                        </a:lnTo>
                        <a:lnTo>
                          <a:pt x="1332" y="954"/>
                        </a:lnTo>
                        <a:lnTo>
                          <a:pt x="1326" y="942"/>
                        </a:lnTo>
                        <a:lnTo>
                          <a:pt x="1314" y="930"/>
                        </a:lnTo>
                        <a:lnTo>
                          <a:pt x="1308" y="912"/>
                        </a:lnTo>
                        <a:lnTo>
                          <a:pt x="1296" y="900"/>
                        </a:lnTo>
                        <a:lnTo>
                          <a:pt x="1290" y="888"/>
                        </a:lnTo>
                        <a:lnTo>
                          <a:pt x="1290" y="882"/>
                        </a:lnTo>
                        <a:lnTo>
                          <a:pt x="1296" y="876"/>
                        </a:lnTo>
                        <a:lnTo>
                          <a:pt x="1308" y="876"/>
                        </a:lnTo>
                        <a:lnTo>
                          <a:pt x="1320" y="870"/>
                        </a:lnTo>
                        <a:lnTo>
                          <a:pt x="1326" y="864"/>
                        </a:lnTo>
                        <a:lnTo>
                          <a:pt x="1332" y="852"/>
                        </a:lnTo>
                        <a:lnTo>
                          <a:pt x="1332" y="840"/>
                        </a:lnTo>
                        <a:lnTo>
                          <a:pt x="1326" y="834"/>
                        </a:lnTo>
                        <a:lnTo>
                          <a:pt x="1326" y="828"/>
                        </a:lnTo>
                        <a:lnTo>
                          <a:pt x="1320" y="774"/>
                        </a:lnTo>
                        <a:lnTo>
                          <a:pt x="1332" y="750"/>
                        </a:lnTo>
                        <a:lnTo>
                          <a:pt x="1326" y="732"/>
                        </a:lnTo>
                        <a:lnTo>
                          <a:pt x="1326" y="726"/>
                        </a:lnTo>
                        <a:lnTo>
                          <a:pt x="1332" y="720"/>
                        </a:lnTo>
                        <a:lnTo>
                          <a:pt x="1332" y="690"/>
                        </a:lnTo>
                        <a:lnTo>
                          <a:pt x="1338" y="678"/>
                        </a:lnTo>
                        <a:lnTo>
                          <a:pt x="1338" y="672"/>
                        </a:lnTo>
                        <a:lnTo>
                          <a:pt x="1326" y="648"/>
                        </a:lnTo>
                        <a:lnTo>
                          <a:pt x="1302" y="588"/>
                        </a:lnTo>
                        <a:lnTo>
                          <a:pt x="1290" y="570"/>
                        </a:lnTo>
                        <a:lnTo>
                          <a:pt x="1296" y="564"/>
                        </a:lnTo>
                        <a:lnTo>
                          <a:pt x="1308" y="558"/>
                        </a:lnTo>
                        <a:lnTo>
                          <a:pt x="1296" y="528"/>
                        </a:lnTo>
                        <a:lnTo>
                          <a:pt x="1284" y="480"/>
                        </a:lnTo>
                        <a:lnTo>
                          <a:pt x="1278" y="438"/>
                        </a:lnTo>
                        <a:lnTo>
                          <a:pt x="1272" y="414"/>
                        </a:lnTo>
                        <a:lnTo>
                          <a:pt x="1266" y="408"/>
                        </a:lnTo>
                        <a:lnTo>
                          <a:pt x="1260" y="396"/>
                        </a:lnTo>
                        <a:lnTo>
                          <a:pt x="1236" y="384"/>
                        </a:lnTo>
                        <a:lnTo>
                          <a:pt x="1230" y="378"/>
                        </a:lnTo>
                        <a:lnTo>
                          <a:pt x="1224" y="378"/>
                        </a:lnTo>
                        <a:lnTo>
                          <a:pt x="1224" y="336"/>
                        </a:lnTo>
                        <a:lnTo>
                          <a:pt x="1212" y="324"/>
                        </a:lnTo>
                        <a:lnTo>
                          <a:pt x="1194" y="318"/>
                        </a:lnTo>
                        <a:lnTo>
                          <a:pt x="1182" y="318"/>
                        </a:lnTo>
                        <a:lnTo>
                          <a:pt x="1182" y="288"/>
                        </a:lnTo>
                        <a:lnTo>
                          <a:pt x="1170" y="288"/>
                        </a:lnTo>
                        <a:lnTo>
                          <a:pt x="1170" y="246"/>
                        </a:lnTo>
                        <a:lnTo>
                          <a:pt x="1194" y="222"/>
                        </a:lnTo>
                        <a:lnTo>
                          <a:pt x="1218" y="204"/>
                        </a:lnTo>
                        <a:lnTo>
                          <a:pt x="1218" y="198"/>
                        </a:lnTo>
                        <a:lnTo>
                          <a:pt x="1224" y="192"/>
                        </a:lnTo>
                        <a:lnTo>
                          <a:pt x="1224" y="180"/>
                        </a:lnTo>
                        <a:lnTo>
                          <a:pt x="1230" y="168"/>
                        </a:lnTo>
                        <a:lnTo>
                          <a:pt x="1230" y="126"/>
                        </a:lnTo>
                        <a:lnTo>
                          <a:pt x="1224" y="114"/>
                        </a:lnTo>
                        <a:lnTo>
                          <a:pt x="1224" y="78"/>
                        </a:lnTo>
                        <a:lnTo>
                          <a:pt x="1230" y="66"/>
                        </a:lnTo>
                        <a:lnTo>
                          <a:pt x="1230" y="54"/>
                        </a:lnTo>
                        <a:lnTo>
                          <a:pt x="1212" y="48"/>
                        </a:lnTo>
                        <a:lnTo>
                          <a:pt x="1254" y="30"/>
                        </a:lnTo>
                        <a:lnTo>
                          <a:pt x="1254" y="18"/>
                        </a:lnTo>
                        <a:lnTo>
                          <a:pt x="1242" y="18"/>
                        </a:lnTo>
                        <a:lnTo>
                          <a:pt x="1236" y="12"/>
                        </a:lnTo>
                        <a:lnTo>
                          <a:pt x="1224" y="12"/>
                        </a:lnTo>
                        <a:lnTo>
                          <a:pt x="1206" y="24"/>
                        </a:lnTo>
                        <a:lnTo>
                          <a:pt x="1170" y="6"/>
                        </a:lnTo>
                        <a:lnTo>
                          <a:pt x="1152" y="6"/>
                        </a:lnTo>
                        <a:lnTo>
                          <a:pt x="1152" y="18"/>
                        </a:lnTo>
                        <a:lnTo>
                          <a:pt x="1116" y="18"/>
                        </a:lnTo>
                        <a:lnTo>
                          <a:pt x="1092" y="0"/>
                        </a:lnTo>
                        <a:lnTo>
                          <a:pt x="1086" y="30"/>
                        </a:lnTo>
                        <a:lnTo>
                          <a:pt x="1056" y="18"/>
                        </a:lnTo>
                        <a:lnTo>
                          <a:pt x="1026" y="42"/>
                        </a:lnTo>
                        <a:lnTo>
                          <a:pt x="1002" y="30"/>
                        </a:lnTo>
                        <a:lnTo>
                          <a:pt x="984" y="30"/>
                        </a:lnTo>
                        <a:lnTo>
                          <a:pt x="966" y="24"/>
                        </a:lnTo>
                        <a:lnTo>
                          <a:pt x="948" y="24"/>
                        </a:lnTo>
                        <a:lnTo>
                          <a:pt x="924" y="30"/>
                        </a:lnTo>
                        <a:lnTo>
                          <a:pt x="906" y="30"/>
                        </a:lnTo>
                        <a:lnTo>
                          <a:pt x="900" y="36"/>
                        </a:lnTo>
                        <a:lnTo>
                          <a:pt x="888" y="36"/>
                        </a:lnTo>
                        <a:lnTo>
                          <a:pt x="876" y="42"/>
                        </a:lnTo>
                        <a:lnTo>
                          <a:pt x="816" y="42"/>
                        </a:lnTo>
                        <a:lnTo>
                          <a:pt x="810" y="48"/>
                        </a:lnTo>
                        <a:lnTo>
                          <a:pt x="750" y="48"/>
                        </a:lnTo>
                        <a:lnTo>
                          <a:pt x="744" y="54"/>
                        </a:lnTo>
                        <a:lnTo>
                          <a:pt x="726" y="54"/>
                        </a:lnTo>
                        <a:lnTo>
                          <a:pt x="714" y="60"/>
                        </a:lnTo>
                        <a:lnTo>
                          <a:pt x="696" y="66"/>
                        </a:lnTo>
                        <a:lnTo>
                          <a:pt x="684" y="78"/>
                        </a:lnTo>
                        <a:lnTo>
                          <a:pt x="678" y="90"/>
                        </a:lnTo>
                        <a:lnTo>
                          <a:pt x="666" y="102"/>
                        </a:lnTo>
                        <a:lnTo>
                          <a:pt x="666" y="108"/>
                        </a:lnTo>
                        <a:lnTo>
                          <a:pt x="636" y="108"/>
                        </a:lnTo>
                        <a:lnTo>
                          <a:pt x="624" y="114"/>
                        </a:lnTo>
                        <a:lnTo>
                          <a:pt x="606" y="114"/>
                        </a:lnTo>
                        <a:lnTo>
                          <a:pt x="594" y="120"/>
                        </a:lnTo>
                        <a:lnTo>
                          <a:pt x="588" y="126"/>
                        </a:lnTo>
                        <a:lnTo>
                          <a:pt x="588" y="132"/>
                        </a:lnTo>
                        <a:lnTo>
                          <a:pt x="558" y="162"/>
                        </a:lnTo>
                        <a:lnTo>
                          <a:pt x="546" y="168"/>
                        </a:lnTo>
                        <a:lnTo>
                          <a:pt x="522" y="168"/>
                        </a:lnTo>
                        <a:lnTo>
                          <a:pt x="528" y="174"/>
                        </a:lnTo>
                        <a:lnTo>
                          <a:pt x="534" y="186"/>
                        </a:lnTo>
                        <a:lnTo>
                          <a:pt x="546" y="192"/>
                        </a:lnTo>
                        <a:lnTo>
                          <a:pt x="540" y="198"/>
                        </a:lnTo>
                        <a:lnTo>
                          <a:pt x="540" y="210"/>
                        </a:lnTo>
                        <a:lnTo>
                          <a:pt x="552" y="210"/>
                        </a:lnTo>
                        <a:lnTo>
                          <a:pt x="546" y="276"/>
                        </a:lnTo>
                        <a:lnTo>
                          <a:pt x="558" y="294"/>
                        </a:lnTo>
                        <a:lnTo>
                          <a:pt x="546" y="324"/>
                        </a:lnTo>
                        <a:lnTo>
                          <a:pt x="564" y="324"/>
                        </a:lnTo>
                        <a:lnTo>
                          <a:pt x="564" y="354"/>
                        </a:lnTo>
                        <a:lnTo>
                          <a:pt x="588" y="372"/>
                        </a:lnTo>
                        <a:lnTo>
                          <a:pt x="570" y="390"/>
                        </a:lnTo>
                        <a:lnTo>
                          <a:pt x="570" y="402"/>
                        </a:lnTo>
                        <a:lnTo>
                          <a:pt x="516" y="408"/>
                        </a:lnTo>
                        <a:lnTo>
                          <a:pt x="504" y="402"/>
                        </a:lnTo>
                        <a:lnTo>
                          <a:pt x="486" y="402"/>
                        </a:lnTo>
                        <a:lnTo>
                          <a:pt x="486" y="408"/>
                        </a:lnTo>
                        <a:lnTo>
                          <a:pt x="480" y="414"/>
                        </a:lnTo>
                        <a:lnTo>
                          <a:pt x="474" y="408"/>
                        </a:lnTo>
                        <a:lnTo>
                          <a:pt x="462" y="408"/>
                        </a:lnTo>
                        <a:lnTo>
                          <a:pt x="462" y="414"/>
                        </a:lnTo>
                        <a:lnTo>
                          <a:pt x="456" y="420"/>
                        </a:lnTo>
                        <a:lnTo>
                          <a:pt x="456" y="432"/>
                        </a:lnTo>
                        <a:lnTo>
                          <a:pt x="432" y="432"/>
                        </a:lnTo>
                        <a:lnTo>
                          <a:pt x="420" y="438"/>
                        </a:lnTo>
                        <a:lnTo>
                          <a:pt x="396" y="438"/>
                        </a:lnTo>
                        <a:lnTo>
                          <a:pt x="390" y="444"/>
                        </a:lnTo>
                        <a:lnTo>
                          <a:pt x="390" y="456"/>
                        </a:lnTo>
                        <a:lnTo>
                          <a:pt x="396" y="462"/>
                        </a:lnTo>
                        <a:lnTo>
                          <a:pt x="402" y="474"/>
                        </a:lnTo>
                        <a:lnTo>
                          <a:pt x="414" y="492"/>
                        </a:lnTo>
                        <a:lnTo>
                          <a:pt x="390" y="504"/>
                        </a:lnTo>
                        <a:lnTo>
                          <a:pt x="390" y="510"/>
                        </a:lnTo>
                        <a:lnTo>
                          <a:pt x="378" y="522"/>
                        </a:lnTo>
                        <a:lnTo>
                          <a:pt x="366" y="528"/>
                        </a:lnTo>
                        <a:lnTo>
                          <a:pt x="360" y="53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609" name="South Africa" descr="© INSCALE GmbH, 05.05.2010&#10;http://www.presentationload.com/">
                    <a:extLst>
                      <a:ext uri="{FF2B5EF4-FFF2-40B4-BE49-F238E27FC236}">
                        <a16:creationId xmlns:a16="http://schemas.microsoft.com/office/drawing/2014/main" id="{0AFA9B1D-DCB7-77C2-8DAE-80EF8663E075}"/>
                      </a:ext>
                    </a:extLst>
                  </p:cNvPr>
                  <p:cNvSpPr>
                    <a:spLocks noEditPoints="1"/>
                  </p:cNvSpPr>
                  <p:nvPr/>
                </p:nvSpPr>
                <p:spPr bwMode="gray">
                  <a:xfrm>
                    <a:off x="2948" y="3022"/>
                    <a:ext cx="287" cy="259"/>
                  </a:xfrm>
                  <a:custGeom>
                    <a:avLst/>
                    <a:gdLst>
                      <a:gd name="T0" fmla="*/ 2147483647 w 1134"/>
                      <a:gd name="T1" fmla="*/ 2147483647 h 1020"/>
                      <a:gd name="T2" fmla="*/ 2147483647 w 1134"/>
                      <a:gd name="T3" fmla="*/ 2147483647 h 1020"/>
                      <a:gd name="T4" fmla="*/ 2147483647 w 1134"/>
                      <a:gd name="T5" fmla="*/ 2147483647 h 1020"/>
                      <a:gd name="T6" fmla="*/ 2147483647 w 1134"/>
                      <a:gd name="T7" fmla="*/ 2147483647 h 1020"/>
                      <a:gd name="T8" fmla="*/ 2147483647 w 1134"/>
                      <a:gd name="T9" fmla="*/ 2147483647 h 1020"/>
                      <a:gd name="T10" fmla="*/ 2147483647 w 1134"/>
                      <a:gd name="T11" fmla="*/ 2147483647 h 1020"/>
                      <a:gd name="T12" fmla="*/ 2147483647 w 1134"/>
                      <a:gd name="T13" fmla="*/ 2147483647 h 1020"/>
                      <a:gd name="T14" fmla="*/ 2147483647 w 1134"/>
                      <a:gd name="T15" fmla="*/ 2147483647 h 1020"/>
                      <a:gd name="T16" fmla="*/ 2147483647 w 1134"/>
                      <a:gd name="T17" fmla="*/ 2147483647 h 1020"/>
                      <a:gd name="T18" fmla="*/ 2147483647 w 1134"/>
                      <a:gd name="T19" fmla="*/ 2147483647 h 1020"/>
                      <a:gd name="T20" fmla="*/ 2147483647 w 1134"/>
                      <a:gd name="T21" fmla="*/ 2147483647 h 1020"/>
                      <a:gd name="T22" fmla="*/ 2147483647 w 1134"/>
                      <a:gd name="T23" fmla="*/ 2147483647 h 1020"/>
                      <a:gd name="T24" fmla="*/ 2147483647 w 1134"/>
                      <a:gd name="T25" fmla="*/ 2147483647 h 1020"/>
                      <a:gd name="T26" fmla="*/ 2147483647 w 1134"/>
                      <a:gd name="T27" fmla="*/ 2147483647 h 1020"/>
                      <a:gd name="T28" fmla="*/ 2147483647 w 1134"/>
                      <a:gd name="T29" fmla="*/ 2147483647 h 1020"/>
                      <a:gd name="T30" fmla="*/ 2147483647 w 1134"/>
                      <a:gd name="T31" fmla="*/ 2147483647 h 1020"/>
                      <a:gd name="T32" fmla="*/ 2147483647 w 1134"/>
                      <a:gd name="T33" fmla="*/ 2147483647 h 1020"/>
                      <a:gd name="T34" fmla="*/ 2147483647 w 1134"/>
                      <a:gd name="T35" fmla="*/ 2147483647 h 1020"/>
                      <a:gd name="T36" fmla="*/ 2147483647 w 1134"/>
                      <a:gd name="T37" fmla="*/ 2147483647 h 1020"/>
                      <a:gd name="T38" fmla="*/ 2147483647 w 1134"/>
                      <a:gd name="T39" fmla="*/ 2147483647 h 1020"/>
                      <a:gd name="T40" fmla="*/ 2147483647 w 1134"/>
                      <a:gd name="T41" fmla="*/ 2147483647 h 1020"/>
                      <a:gd name="T42" fmla="*/ 2147483647 w 1134"/>
                      <a:gd name="T43" fmla="*/ 2147483647 h 1020"/>
                      <a:gd name="T44" fmla="*/ 2147483647 w 1134"/>
                      <a:gd name="T45" fmla="*/ 2147483647 h 1020"/>
                      <a:gd name="T46" fmla="*/ 2147483647 w 1134"/>
                      <a:gd name="T47" fmla="*/ 2147483647 h 1020"/>
                      <a:gd name="T48" fmla="*/ 2147483647 w 1134"/>
                      <a:gd name="T49" fmla="*/ 2147483647 h 1020"/>
                      <a:gd name="T50" fmla="*/ 2147483647 w 1134"/>
                      <a:gd name="T51" fmla="*/ 2147483647 h 1020"/>
                      <a:gd name="T52" fmla="*/ 2147483647 w 1134"/>
                      <a:gd name="T53" fmla="*/ 2147483647 h 1020"/>
                      <a:gd name="T54" fmla="*/ 2147483647 w 1134"/>
                      <a:gd name="T55" fmla="*/ 2147483647 h 1020"/>
                      <a:gd name="T56" fmla="*/ 2147483647 w 1134"/>
                      <a:gd name="T57" fmla="*/ 2147483647 h 1020"/>
                      <a:gd name="T58" fmla="*/ 2147483647 w 1134"/>
                      <a:gd name="T59" fmla="*/ 2147483647 h 1020"/>
                      <a:gd name="T60" fmla="*/ 2147483647 w 1134"/>
                      <a:gd name="T61" fmla="*/ 2147483647 h 1020"/>
                      <a:gd name="T62" fmla="*/ 0 w 1134"/>
                      <a:gd name="T63" fmla="*/ 2147483647 h 1020"/>
                      <a:gd name="T64" fmla="*/ 2147483647 w 1134"/>
                      <a:gd name="T65" fmla="*/ 2147483647 h 1020"/>
                      <a:gd name="T66" fmla="*/ 2147483647 w 1134"/>
                      <a:gd name="T67" fmla="*/ 2147483647 h 1020"/>
                      <a:gd name="T68" fmla="*/ 2147483647 w 1134"/>
                      <a:gd name="T69" fmla="*/ 2147483647 h 1020"/>
                      <a:gd name="T70" fmla="*/ 2147483647 w 1134"/>
                      <a:gd name="T71" fmla="*/ 2147483647 h 1020"/>
                      <a:gd name="T72" fmla="*/ 2147483647 w 1134"/>
                      <a:gd name="T73" fmla="*/ 2147483647 h 1020"/>
                      <a:gd name="T74" fmla="*/ 2147483647 w 1134"/>
                      <a:gd name="T75" fmla="*/ 2147483647 h 1020"/>
                      <a:gd name="T76" fmla="*/ 2147483647 w 1134"/>
                      <a:gd name="T77" fmla="*/ 2147483647 h 1020"/>
                      <a:gd name="T78" fmla="*/ 2147483647 w 1134"/>
                      <a:gd name="T79" fmla="*/ 2147483647 h 1020"/>
                      <a:gd name="T80" fmla="*/ 2147483647 w 1134"/>
                      <a:gd name="T81" fmla="*/ 2147483647 h 1020"/>
                      <a:gd name="T82" fmla="*/ 2147483647 w 1134"/>
                      <a:gd name="T83" fmla="*/ 2147483647 h 1020"/>
                      <a:gd name="T84" fmla="*/ 2147483647 w 1134"/>
                      <a:gd name="T85" fmla="*/ 2147483647 h 1020"/>
                      <a:gd name="T86" fmla="*/ 2147483647 w 1134"/>
                      <a:gd name="T87" fmla="*/ 2147483647 h 1020"/>
                      <a:gd name="T88" fmla="*/ 2147483647 w 1134"/>
                      <a:gd name="T89" fmla="*/ 2147483647 h 1020"/>
                      <a:gd name="T90" fmla="*/ 2147483647 w 1134"/>
                      <a:gd name="T91" fmla="*/ 2147483647 h 1020"/>
                      <a:gd name="T92" fmla="*/ 2147483647 w 1134"/>
                      <a:gd name="T93" fmla="*/ 2147483647 h 1020"/>
                      <a:gd name="T94" fmla="*/ 2147483647 w 1134"/>
                      <a:gd name="T95" fmla="*/ 2147483647 h 1020"/>
                      <a:gd name="T96" fmla="*/ 2147483647 w 1134"/>
                      <a:gd name="T97" fmla="*/ 2147483647 h 1020"/>
                      <a:gd name="T98" fmla="*/ 2147483647 w 1134"/>
                      <a:gd name="T99" fmla="*/ 2147483647 h 1020"/>
                      <a:gd name="T100" fmla="*/ 2147483647 w 1134"/>
                      <a:gd name="T101" fmla="*/ 2147483647 h 1020"/>
                      <a:gd name="T102" fmla="*/ 2147483647 w 1134"/>
                      <a:gd name="T103" fmla="*/ 2147483647 h 1020"/>
                      <a:gd name="T104" fmla="*/ 2147483647 w 1134"/>
                      <a:gd name="T105" fmla="*/ 2147483647 h 1020"/>
                      <a:gd name="T106" fmla="*/ 2147483647 w 1134"/>
                      <a:gd name="T107" fmla="*/ 2147483647 h 1020"/>
                      <a:gd name="T108" fmla="*/ 2147483647 w 1134"/>
                      <a:gd name="T109" fmla="*/ 2147483647 h 1020"/>
                      <a:gd name="T110" fmla="*/ 2147483647 w 1134"/>
                      <a:gd name="T111" fmla="*/ 2147483647 h 1020"/>
                      <a:gd name="T112" fmla="*/ 2147483647 w 1134"/>
                      <a:gd name="T113" fmla="*/ 2147483647 h 1020"/>
                      <a:gd name="T114" fmla="*/ 2147483647 w 1134"/>
                      <a:gd name="T115" fmla="*/ 2147483647 h 1020"/>
                      <a:gd name="T116" fmla="*/ 2147483647 w 1134"/>
                      <a:gd name="T117" fmla="*/ 2147483647 h 1020"/>
                      <a:gd name="T118" fmla="*/ 2147483647 w 1134"/>
                      <a:gd name="T119" fmla="*/ 2147483647 h 1020"/>
                      <a:gd name="T120" fmla="*/ 2147483647 w 1134"/>
                      <a:gd name="T121" fmla="*/ 2147483647 h 1020"/>
                      <a:gd name="T122" fmla="*/ 2147483647 w 1134"/>
                      <a:gd name="T123" fmla="*/ 2147483647 h 1020"/>
                      <a:gd name="T124" fmla="*/ 2147483647 w 1134"/>
                      <a:gd name="T125" fmla="*/ 2147483647 h 1020"/>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60000 65536"/>
                      <a:gd name="T187" fmla="*/ 0 60000 65536"/>
                      <a:gd name="T188" fmla="*/ 0 60000 65536"/>
                      <a:gd name="T189" fmla="*/ 0 w 1134"/>
                      <a:gd name="T190" fmla="*/ 0 h 1020"/>
                      <a:gd name="T191" fmla="*/ 1134 w 1134"/>
                      <a:gd name="T192" fmla="*/ 1020 h 1020"/>
                    </a:gdLst>
                    <a:ahLst/>
                    <a:cxnLst>
                      <a:cxn ang="T126">
                        <a:pos x="T0" y="T1"/>
                      </a:cxn>
                      <a:cxn ang="T127">
                        <a:pos x="T2" y="T3"/>
                      </a:cxn>
                      <a:cxn ang="T128">
                        <a:pos x="T4" y="T5"/>
                      </a:cxn>
                      <a:cxn ang="T129">
                        <a:pos x="T6" y="T7"/>
                      </a:cxn>
                      <a:cxn ang="T130">
                        <a:pos x="T8" y="T9"/>
                      </a:cxn>
                      <a:cxn ang="T131">
                        <a:pos x="T10" y="T11"/>
                      </a:cxn>
                      <a:cxn ang="T132">
                        <a:pos x="T12" y="T13"/>
                      </a:cxn>
                      <a:cxn ang="T133">
                        <a:pos x="T14" y="T15"/>
                      </a:cxn>
                      <a:cxn ang="T134">
                        <a:pos x="T16" y="T17"/>
                      </a:cxn>
                      <a:cxn ang="T135">
                        <a:pos x="T18" y="T19"/>
                      </a:cxn>
                      <a:cxn ang="T136">
                        <a:pos x="T20" y="T21"/>
                      </a:cxn>
                      <a:cxn ang="T137">
                        <a:pos x="T22" y="T23"/>
                      </a:cxn>
                      <a:cxn ang="T138">
                        <a:pos x="T24" y="T25"/>
                      </a:cxn>
                      <a:cxn ang="T139">
                        <a:pos x="T26" y="T27"/>
                      </a:cxn>
                      <a:cxn ang="T140">
                        <a:pos x="T28" y="T29"/>
                      </a:cxn>
                      <a:cxn ang="T141">
                        <a:pos x="T30" y="T31"/>
                      </a:cxn>
                      <a:cxn ang="T142">
                        <a:pos x="T32" y="T33"/>
                      </a:cxn>
                      <a:cxn ang="T143">
                        <a:pos x="T34" y="T35"/>
                      </a:cxn>
                      <a:cxn ang="T144">
                        <a:pos x="T36" y="T37"/>
                      </a:cxn>
                      <a:cxn ang="T145">
                        <a:pos x="T38" y="T39"/>
                      </a:cxn>
                      <a:cxn ang="T146">
                        <a:pos x="T40" y="T41"/>
                      </a:cxn>
                      <a:cxn ang="T147">
                        <a:pos x="T42" y="T43"/>
                      </a:cxn>
                      <a:cxn ang="T148">
                        <a:pos x="T44" y="T45"/>
                      </a:cxn>
                      <a:cxn ang="T149">
                        <a:pos x="T46" y="T47"/>
                      </a:cxn>
                      <a:cxn ang="T150">
                        <a:pos x="T48" y="T49"/>
                      </a:cxn>
                      <a:cxn ang="T151">
                        <a:pos x="T50" y="T51"/>
                      </a:cxn>
                      <a:cxn ang="T152">
                        <a:pos x="T52" y="T53"/>
                      </a:cxn>
                      <a:cxn ang="T153">
                        <a:pos x="T54" y="T55"/>
                      </a:cxn>
                      <a:cxn ang="T154">
                        <a:pos x="T56" y="T57"/>
                      </a:cxn>
                      <a:cxn ang="T155">
                        <a:pos x="T58" y="T59"/>
                      </a:cxn>
                      <a:cxn ang="T156">
                        <a:pos x="T60" y="T61"/>
                      </a:cxn>
                      <a:cxn ang="T157">
                        <a:pos x="T62" y="T63"/>
                      </a:cxn>
                      <a:cxn ang="T158">
                        <a:pos x="T64" y="T65"/>
                      </a:cxn>
                      <a:cxn ang="T159">
                        <a:pos x="T66" y="T67"/>
                      </a:cxn>
                      <a:cxn ang="T160">
                        <a:pos x="T68" y="T69"/>
                      </a:cxn>
                      <a:cxn ang="T161">
                        <a:pos x="T70" y="T71"/>
                      </a:cxn>
                      <a:cxn ang="T162">
                        <a:pos x="T72" y="T73"/>
                      </a:cxn>
                      <a:cxn ang="T163">
                        <a:pos x="T74" y="T75"/>
                      </a:cxn>
                      <a:cxn ang="T164">
                        <a:pos x="T76" y="T77"/>
                      </a:cxn>
                      <a:cxn ang="T165">
                        <a:pos x="T78" y="T79"/>
                      </a:cxn>
                      <a:cxn ang="T166">
                        <a:pos x="T80" y="T81"/>
                      </a:cxn>
                      <a:cxn ang="T167">
                        <a:pos x="T82" y="T83"/>
                      </a:cxn>
                      <a:cxn ang="T168">
                        <a:pos x="T84" y="T85"/>
                      </a:cxn>
                      <a:cxn ang="T169">
                        <a:pos x="T86" y="T87"/>
                      </a:cxn>
                      <a:cxn ang="T170">
                        <a:pos x="T88" y="T89"/>
                      </a:cxn>
                      <a:cxn ang="T171">
                        <a:pos x="T90" y="T91"/>
                      </a:cxn>
                      <a:cxn ang="T172">
                        <a:pos x="T92" y="T93"/>
                      </a:cxn>
                      <a:cxn ang="T173">
                        <a:pos x="T94" y="T95"/>
                      </a:cxn>
                      <a:cxn ang="T174">
                        <a:pos x="T96" y="T97"/>
                      </a:cxn>
                      <a:cxn ang="T175">
                        <a:pos x="T98" y="T99"/>
                      </a:cxn>
                      <a:cxn ang="T176">
                        <a:pos x="T100" y="T101"/>
                      </a:cxn>
                      <a:cxn ang="T177">
                        <a:pos x="T102" y="T103"/>
                      </a:cxn>
                      <a:cxn ang="T178">
                        <a:pos x="T104" y="T105"/>
                      </a:cxn>
                      <a:cxn ang="T179">
                        <a:pos x="T106" y="T107"/>
                      </a:cxn>
                      <a:cxn ang="T180">
                        <a:pos x="T108" y="T109"/>
                      </a:cxn>
                      <a:cxn ang="T181">
                        <a:pos x="T110" y="T111"/>
                      </a:cxn>
                      <a:cxn ang="T182">
                        <a:pos x="T112" y="T113"/>
                      </a:cxn>
                      <a:cxn ang="T183">
                        <a:pos x="T114" y="T115"/>
                      </a:cxn>
                      <a:cxn ang="T184">
                        <a:pos x="T116" y="T117"/>
                      </a:cxn>
                      <a:cxn ang="T185">
                        <a:pos x="T118" y="T119"/>
                      </a:cxn>
                      <a:cxn ang="T186">
                        <a:pos x="T120" y="T121"/>
                      </a:cxn>
                      <a:cxn ang="T187">
                        <a:pos x="T122" y="T123"/>
                      </a:cxn>
                      <a:cxn ang="T188">
                        <a:pos x="T124" y="T125"/>
                      </a:cxn>
                    </a:cxnLst>
                    <a:rect l="T189" t="T190" r="T191" b="T192"/>
                    <a:pathLst>
                      <a:path w="1134" h="1020">
                        <a:moveTo>
                          <a:pt x="1116" y="372"/>
                        </a:moveTo>
                        <a:lnTo>
                          <a:pt x="1098" y="372"/>
                        </a:lnTo>
                        <a:lnTo>
                          <a:pt x="1092" y="378"/>
                        </a:lnTo>
                        <a:lnTo>
                          <a:pt x="1086" y="378"/>
                        </a:lnTo>
                        <a:lnTo>
                          <a:pt x="1074" y="420"/>
                        </a:lnTo>
                        <a:lnTo>
                          <a:pt x="1062" y="420"/>
                        </a:lnTo>
                        <a:lnTo>
                          <a:pt x="1050" y="414"/>
                        </a:lnTo>
                        <a:lnTo>
                          <a:pt x="1032" y="414"/>
                        </a:lnTo>
                        <a:lnTo>
                          <a:pt x="1020" y="402"/>
                        </a:lnTo>
                        <a:lnTo>
                          <a:pt x="1008" y="396"/>
                        </a:lnTo>
                        <a:lnTo>
                          <a:pt x="996" y="372"/>
                        </a:lnTo>
                        <a:lnTo>
                          <a:pt x="996" y="348"/>
                        </a:lnTo>
                        <a:lnTo>
                          <a:pt x="1002" y="336"/>
                        </a:lnTo>
                        <a:lnTo>
                          <a:pt x="1014" y="324"/>
                        </a:lnTo>
                        <a:lnTo>
                          <a:pt x="1014" y="312"/>
                        </a:lnTo>
                        <a:lnTo>
                          <a:pt x="1020" y="300"/>
                        </a:lnTo>
                        <a:lnTo>
                          <a:pt x="1032" y="288"/>
                        </a:lnTo>
                        <a:lnTo>
                          <a:pt x="1038" y="288"/>
                        </a:lnTo>
                        <a:lnTo>
                          <a:pt x="1050" y="294"/>
                        </a:lnTo>
                        <a:lnTo>
                          <a:pt x="1062" y="306"/>
                        </a:lnTo>
                        <a:lnTo>
                          <a:pt x="1086" y="270"/>
                        </a:lnTo>
                        <a:lnTo>
                          <a:pt x="1086" y="180"/>
                        </a:lnTo>
                        <a:lnTo>
                          <a:pt x="1056" y="120"/>
                        </a:lnTo>
                        <a:lnTo>
                          <a:pt x="1056" y="102"/>
                        </a:lnTo>
                        <a:lnTo>
                          <a:pt x="1050" y="90"/>
                        </a:lnTo>
                        <a:lnTo>
                          <a:pt x="1050" y="72"/>
                        </a:lnTo>
                        <a:lnTo>
                          <a:pt x="1044" y="54"/>
                        </a:lnTo>
                        <a:lnTo>
                          <a:pt x="1044" y="24"/>
                        </a:lnTo>
                        <a:lnTo>
                          <a:pt x="1026" y="12"/>
                        </a:lnTo>
                        <a:lnTo>
                          <a:pt x="966" y="12"/>
                        </a:lnTo>
                        <a:lnTo>
                          <a:pt x="954" y="6"/>
                        </a:lnTo>
                        <a:lnTo>
                          <a:pt x="948" y="6"/>
                        </a:lnTo>
                        <a:lnTo>
                          <a:pt x="936" y="0"/>
                        </a:lnTo>
                        <a:lnTo>
                          <a:pt x="876" y="0"/>
                        </a:lnTo>
                        <a:lnTo>
                          <a:pt x="864" y="24"/>
                        </a:lnTo>
                        <a:lnTo>
                          <a:pt x="852" y="24"/>
                        </a:lnTo>
                        <a:lnTo>
                          <a:pt x="840" y="30"/>
                        </a:lnTo>
                        <a:lnTo>
                          <a:pt x="828" y="30"/>
                        </a:lnTo>
                        <a:lnTo>
                          <a:pt x="822" y="36"/>
                        </a:lnTo>
                        <a:lnTo>
                          <a:pt x="810" y="60"/>
                        </a:lnTo>
                        <a:lnTo>
                          <a:pt x="768" y="102"/>
                        </a:lnTo>
                        <a:lnTo>
                          <a:pt x="756" y="108"/>
                        </a:lnTo>
                        <a:lnTo>
                          <a:pt x="750" y="108"/>
                        </a:lnTo>
                        <a:lnTo>
                          <a:pt x="738" y="114"/>
                        </a:lnTo>
                        <a:lnTo>
                          <a:pt x="726" y="138"/>
                        </a:lnTo>
                        <a:lnTo>
                          <a:pt x="726" y="174"/>
                        </a:lnTo>
                        <a:lnTo>
                          <a:pt x="714" y="180"/>
                        </a:lnTo>
                        <a:lnTo>
                          <a:pt x="708" y="192"/>
                        </a:lnTo>
                        <a:lnTo>
                          <a:pt x="702" y="198"/>
                        </a:lnTo>
                        <a:lnTo>
                          <a:pt x="690" y="204"/>
                        </a:lnTo>
                        <a:lnTo>
                          <a:pt x="672" y="210"/>
                        </a:lnTo>
                        <a:lnTo>
                          <a:pt x="654" y="228"/>
                        </a:lnTo>
                        <a:lnTo>
                          <a:pt x="654" y="240"/>
                        </a:lnTo>
                        <a:lnTo>
                          <a:pt x="648" y="252"/>
                        </a:lnTo>
                        <a:lnTo>
                          <a:pt x="642" y="270"/>
                        </a:lnTo>
                        <a:lnTo>
                          <a:pt x="636" y="282"/>
                        </a:lnTo>
                        <a:lnTo>
                          <a:pt x="630" y="288"/>
                        </a:lnTo>
                        <a:lnTo>
                          <a:pt x="618" y="294"/>
                        </a:lnTo>
                        <a:lnTo>
                          <a:pt x="606" y="294"/>
                        </a:lnTo>
                        <a:lnTo>
                          <a:pt x="600" y="288"/>
                        </a:lnTo>
                        <a:lnTo>
                          <a:pt x="594" y="294"/>
                        </a:lnTo>
                        <a:lnTo>
                          <a:pt x="582" y="300"/>
                        </a:lnTo>
                        <a:lnTo>
                          <a:pt x="570" y="300"/>
                        </a:lnTo>
                        <a:lnTo>
                          <a:pt x="564" y="294"/>
                        </a:lnTo>
                        <a:lnTo>
                          <a:pt x="552" y="288"/>
                        </a:lnTo>
                        <a:lnTo>
                          <a:pt x="546" y="282"/>
                        </a:lnTo>
                        <a:lnTo>
                          <a:pt x="516" y="282"/>
                        </a:lnTo>
                        <a:lnTo>
                          <a:pt x="504" y="270"/>
                        </a:lnTo>
                        <a:lnTo>
                          <a:pt x="492" y="264"/>
                        </a:lnTo>
                        <a:lnTo>
                          <a:pt x="486" y="258"/>
                        </a:lnTo>
                        <a:lnTo>
                          <a:pt x="474" y="252"/>
                        </a:lnTo>
                        <a:lnTo>
                          <a:pt x="462" y="252"/>
                        </a:lnTo>
                        <a:lnTo>
                          <a:pt x="450" y="258"/>
                        </a:lnTo>
                        <a:lnTo>
                          <a:pt x="444" y="264"/>
                        </a:lnTo>
                        <a:lnTo>
                          <a:pt x="438" y="276"/>
                        </a:lnTo>
                        <a:lnTo>
                          <a:pt x="438" y="288"/>
                        </a:lnTo>
                        <a:lnTo>
                          <a:pt x="432" y="300"/>
                        </a:lnTo>
                        <a:lnTo>
                          <a:pt x="432" y="324"/>
                        </a:lnTo>
                        <a:lnTo>
                          <a:pt x="420" y="324"/>
                        </a:lnTo>
                        <a:lnTo>
                          <a:pt x="414" y="330"/>
                        </a:lnTo>
                        <a:lnTo>
                          <a:pt x="408" y="330"/>
                        </a:lnTo>
                        <a:lnTo>
                          <a:pt x="402" y="336"/>
                        </a:lnTo>
                        <a:lnTo>
                          <a:pt x="396" y="348"/>
                        </a:lnTo>
                        <a:lnTo>
                          <a:pt x="390" y="354"/>
                        </a:lnTo>
                        <a:lnTo>
                          <a:pt x="390" y="360"/>
                        </a:lnTo>
                        <a:lnTo>
                          <a:pt x="366" y="360"/>
                        </a:lnTo>
                        <a:lnTo>
                          <a:pt x="366" y="378"/>
                        </a:lnTo>
                        <a:lnTo>
                          <a:pt x="288" y="378"/>
                        </a:lnTo>
                        <a:lnTo>
                          <a:pt x="288" y="348"/>
                        </a:lnTo>
                        <a:lnTo>
                          <a:pt x="294" y="336"/>
                        </a:lnTo>
                        <a:lnTo>
                          <a:pt x="294" y="330"/>
                        </a:lnTo>
                        <a:lnTo>
                          <a:pt x="300" y="318"/>
                        </a:lnTo>
                        <a:lnTo>
                          <a:pt x="300" y="294"/>
                        </a:lnTo>
                        <a:lnTo>
                          <a:pt x="294" y="288"/>
                        </a:lnTo>
                        <a:lnTo>
                          <a:pt x="294" y="270"/>
                        </a:lnTo>
                        <a:lnTo>
                          <a:pt x="288" y="258"/>
                        </a:lnTo>
                        <a:lnTo>
                          <a:pt x="282" y="240"/>
                        </a:lnTo>
                        <a:lnTo>
                          <a:pt x="276" y="234"/>
                        </a:lnTo>
                        <a:lnTo>
                          <a:pt x="264" y="228"/>
                        </a:lnTo>
                        <a:lnTo>
                          <a:pt x="258" y="222"/>
                        </a:lnTo>
                        <a:lnTo>
                          <a:pt x="246" y="216"/>
                        </a:lnTo>
                        <a:lnTo>
                          <a:pt x="240" y="510"/>
                        </a:lnTo>
                        <a:lnTo>
                          <a:pt x="222" y="510"/>
                        </a:lnTo>
                        <a:lnTo>
                          <a:pt x="210" y="516"/>
                        </a:lnTo>
                        <a:lnTo>
                          <a:pt x="204" y="522"/>
                        </a:lnTo>
                        <a:lnTo>
                          <a:pt x="204" y="528"/>
                        </a:lnTo>
                        <a:lnTo>
                          <a:pt x="192" y="528"/>
                        </a:lnTo>
                        <a:lnTo>
                          <a:pt x="192" y="552"/>
                        </a:lnTo>
                        <a:lnTo>
                          <a:pt x="168" y="552"/>
                        </a:lnTo>
                        <a:lnTo>
                          <a:pt x="156" y="540"/>
                        </a:lnTo>
                        <a:lnTo>
                          <a:pt x="144" y="540"/>
                        </a:lnTo>
                        <a:lnTo>
                          <a:pt x="132" y="552"/>
                        </a:lnTo>
                        <a:lnTo>
                          <a:pt x="108" y="552"/>
                        </a:lnTo>
                        <a:lnTo>
                          <a:pt x="102" y="546"/>
                        </a:lnTo>
                        <a:lnTo>
                          <a:pt x="102" y="540"/>
                        </a:lnTo>
                        <a:lnTo>
                          <a:pt x="96" y="534"/>
                        </a:lnTo>
                        <a:lnTo>
                          <a:pt x="72" y="534"/>
                        </a:lnTo>
                        <a:lnTo>
                          <a:pt x="66" y="528"/>
                        </a:lnTo>
                        <a:lnTo>
                          <a:pt x="60" y="516"/>
                        </a:lnTo>
                        <a:lnTo>
                          <a:pt x="60" y="492"/>
                        </a:lnTo>
                        <a:lnTo>
                          <a:pt x="42" y="474"/>
                        </a:lnTo>
                        <a:lnTo>
                          <a:pt x="36" y="474"/>
                        </a:lnTo>
                        <a:lnTo>
                          <a:pt x="30" y="480"/>
                        </a:lnTo>
                        <a:lnTo>
                          <a:pt x="30" y="486"/>
                        </a:lnTo>
                        <a:lnTo>
                          <a:pt x="24" y="498"/>
                        </a:lnTo>
                        <a:lnTo>
                          <a:pt x="18" y="504"/>
                        </a:lnTo>
                        <a:lnTo>
                          <a:pt x="18" y="510"/>
                        </a:lnTo>
                        <a:lnTo>
                          <a:pt x="0" y="522"/>
                        </a:lnTo>
                        <a:lnTo>
                          <a:pt x="0" y="516"/>
                        </a:lnTo>
                        <a:lnTo>
                          <a:pt x="0" y="528"/>
                        </a:lnTo>
                        <a:lnTo>
                          <a:pt x="6" y="540"/>
                        </a:lnTo>
                        <a:lnTo>
                          <a:pt x="6" y="552"/>
                        </a:lnTo>
                        <a:lnTo>
                          <a:pt x="36" y="582"/>
                        </a:lnTo>
                        <a:lnTo>
                          <a:pt x="42" y="600"/>
                        </a:lnTo>
                        <a:lnTo>
                          <a:pt x="42" y="648"/>
                        </a:lnTo>
                        <a:lnTo>
                          <a:pt x="48" y="672"/>
                        </a:lnTo>
                        <a:lnTo>
                          <a:pt x="54" y="690"/>
                        </a:lnTo>
                        <a:lnTo>
                          <a:pt x="72" y="714"/>
                        </a:lnTo>
                        <a:lnTo>
                          <a:pt x="96" y="738"/>
                        </a:lnTo>
                        <a:lnTo>
                          <a:pt x="114" y="762"/>
                        </a:lnTo>
                        <a:lnTo>
                          <a:pt x="120" y="786"/>
                        </a:lnTo>
                        <a:lnTo>
                          <a:pt x="120" y="834"/>
                        </a:lnTo>
                        <a:lnTo>
                          <a:pt x="114" y="846"/>
                        </a:lnTo>
                        <a:lnTo>
                          <a:pt x="114" y="852"/>
                        </a:lnTo>
                        <a:lnTo>
                          <a:pt x="90" y="852"/>
                        </a:lnTo>
                        <a:lnTo>
                          <a:pt x="90" y="876"/>
                        </a:lnTo>
                        <a:lnTo>
                          <a:pt x="96" y="888"/>
                        </a:lnTo>
                        <a:lnTo>
                          <a:pt x="108" y="906"/>
                        </a:lnTo>
                        <a:lnTo>
                          <a:pt x="114" y="918"/>
                        </a:lnTo>
                        <a:lnTo>
                          <a:pt x="114" y="960"/>
                        </a:lnTo>
                        <a:lnTo>
                          <a:pt x="120" y="972"/>
                        </a:lnTo>
                        <a:lnTo>
                          <a:pt x="120" y="978"/>
                        </a:lnTo>
                        <a:lnTo>
                          <a:pt x="126" y="978"/>
                        </a:lnTo>
                        <a:lnTo>
                          <a:pt x="126" y="972"/>
                        </a:lnTo>
                        <a:lnTo>
                          <a:pt x="132" y="966"/>
                        </a:lnTo>
                        <a:lnTo>
                          <a:pt x="144" y="966"/>
                        </a:lnTo>
                        <a:lnTo>
                          <a:pt x="150" y="972"/>
                        </a:lnTo>
                        <a:lnTo>
                          <a:pt x="180" y="984"/>
                        </a:lnTo>
                        <a:lnTo>
                          <a:pt x="180" y="996"/>
                        </a:lnTo>
                        <a:lnTo>
                          <a:pt x="204" y="1020"/>
                        </a:lnTo>
                        <a:lnTo>
                          <a:pt x="216" y="1020"/>
                        </a:lnTo>
                        <a:lnTo>
                          <a:pt x="240" y="1008"/>
                        </a:lnTo>
                        <a:lnTo>
                          <a:pt x="246" y="996"/>
                        </a:lnTo>
                        <a:lnTo>
                          <a:pt x="252" y="990"/>
                        </a:lnTo>
                        <a:lnTo>
                          <a:pt x="264" y="984"/>
                        </a:lnTo>
                        <a:lnTo>
                          <a:pt x="294" y="984"/>
                        </a:lnTo>
                        <a:lnTo>
                          <a:pt x="306" y="990"/>
                        </a:lnTo>
                        <a:lnTo>
                          <a:pt x="354" y="990"/>
                        </a:lnTo>
                        <a:lnTo>
                          <a:pt x="354" y="984"/>
                        </a:lnTo>
                        <a:lnTo>
                          <a:pt x="360" y="978"/>
                        </a:lnTo>
                        <a:lnTo>
                          <a:pt x="360" y="966"/>
                        </a:lnTo>
                        <a:lnTo>
                          <a:pt x="366" y="960"/>
                        </a:lnTo>
                        <a:lnTo>
                          <a:pt x="378" y="954"/>
                        </a:lnTo>
                        <a:lnTo>
                          <a:pt x="408" y="954"/>
                        </a:lnTo>
                        <a:lnTo>
                          <a:pt x="420" y="960"/>
                        </a:lnTo>
                        <a:lnTo>
                          <a:pt x="432" y="960"/>
                        </a:lnTo>
                        <a:lnTo>
                          <a:pt x="438" y="966"/>
                        </a:lnTo>
                        <a:lnTo>
                          <a:pt x="444" y="960"/>
                        </a:lnTo>
                        <a:lnTo>
                          <a:pt x="456" y="960"/>
                        </a:lnTo>
                        <a:lnTo>
                          <a:pt x="468" y="954"/>
                        </a:lnTo>
                        <a:lnTo>
                          <a:pt x="504" y="954"/>
                        </a:lnTo>
                        <a:lnTo>
                          <a:pt x="522" y="960"/>
                        </a:lnTo>
                        <a:lnTo>
                          <a:pt x="534" y="966"/>
                        </a:lnTo>
                        <a:lnTo>
                          <a:pt x="552" y="966"/>
                        </a:lnTo>
                        <a:lnTo>
                          <a:pt x="558" y="960"/>
                        </a:lnTo>
                        <a:lnTo>
                          <a:pt x="570" y="954"/>
                        </a:lnTo>
                        <a:lnTo>
                          <a:pt x="606" y="954"/>
                        </a:lnTo>
                        <a:lnTo>
                          <a:pt x="618" y="948"/>
                        </a:lnTo>
                        <a:lnTo>
                          <a:pt x="624" y="942"/>
                        </a:lnTo>
                        <a:lnTo>
                          <a:pt x="636" y="936"/>
                        </a:lnTo>
                        <a:lnTo>
                          <a:pt x="684" y="936"/>
                        </a:lnTo>
                        <a:lnTo>
                          <a:pt x="708" y="924"/>
                        </a:lnTo>
                        <a:lnTo>
                          <a:pt x="720" y="912"/>
                        </a:lnTo>
                        <a:lnTo>
                          <a:pt x="738" y="900"/>
                        </a:lnTo>
                        <a:lnTo>
                          <a:pt x="774" y="864"/>
                        </a:lnTo>
                        <a:lnTo>
                          <a:pt x="786" y="858"/>
                        </a:lnTo>
                        <a:lnTo>
                          <a:pt x="804" y="846"/>
                        </a:lnTo>
                        <a:lnTo>
                          <a:pt x="900" y="750"/>
                        </a:lnTo>
                        <a:lnTo>
                          <a:pt x="918" y="750"/>
                        </a:lnTo>
                        <a:lnTo>
                          <a:pt x="924" y="744"/>
                        </a:lnTo>
                        <a:lnTo>
                          <a:pt x="960" y="696"/>
                        </a:lnTo>
                        <a:lnTo>
                          <a:pt x="972" y="672"/>
                        </a:lnTo>
                        <a:lnTo>
                          <a:pt x="984" y="654"/>
                        </a:lnTo>
                        <a:lnTo>
                          <a:pt x="990" y="642"/>
                        </a:lnTo>
                        <a:lnTo>
                          <a:pt x="1002" y="606"/>
                        </a:lnTo>
                        <a:lnTo>
                          <a:pt x="1014" y="588"/>
                        </a:lnTo>
                        <a:lnTo>
                          <a:pt x="1020" y="576"/>
                        </a:lnTo>
                        <a:lnTo>
                          <a:pt x="1026" y="570"/>
                        </a:lnTo>
                        <a:lnTo>
                          <a:pt x="1038" y="564"/>
                        </a:lnTo>
                        <a:lnTo>
                          <a:pt x="1050" y="552"/>
                        </a:lnTo>
                        <a:lnTo>
                          <a:pt x="1068" y="546"/>
                        </a:lnTo>
                        <a:lnTo>
                          <a:pt x="1086" y="534"/>
                        </a:lnTo>
                        <a:lnTo>
                          <a:pt x="1098" y="510"/>
                        </a:lnTo>
                        <a:lnTo>
                          <a:pt x="1098" y="498"/>
                        </a:lnTo>
                        <a:lnTo>
                          <a:pt x="1104" y="486"/>
                        </a:lnTo>
                        <a:lnTo>
                          <a:pt x="1110" y="468"/>
                        </a:lnTo>
                        <a:lnTo>
                          <a:pt x="1116" y="456"/>
                        </a:lnTo>
                        <a:lnTo>
                          <a:pt x="1122" y="450"/>
                        </a:lnTo>
                        <a:lnTo>
                          <a:pt x="1122" y="438"/>
                        </a:lnTo>
                        <a:lnTo>
                          <a:pt x="1128" y="432"/>
                        </a:lnTo>
                        <a:lnTo>
                          <a:pt x="1128" y="414"/>
                        </a:lnTo>
                        <a:lnTo>
                          <a:pt x="1134" y="396"/>
                        </a:lnTo>
                        <a:lnTo>
                          <a:pt x="1128" y="384"/>
                        </a:lnTo>
                        <a:lnTo>
                          <a:pt x="1116" y="372"/>
                        </a:lnTo>
                        <a:close/>
                        <a:moveTo>
                          <a:pt x="870" y="624"/>
                        </a:moveTo>
                        <a:lnTo>
                          <a:pt x="858" y="630"/>
                        </a:lnTo>
                        <a:lnTo>
                          <a:pt x="852" y="636"/>
                        </a:lnTo>
                        <a:lnTo>
                          <a:pt x="840" y="642"/>
                        </a:lnTo>
                        <a:lnTo>
                          <a:pt x="822" y="642"/>
                        </a:lnTo>
                        <a:lnTo>
                          <a:pt x="810" y="648"/>
                        </a:lnTo>
                        <a:lnTo>
                          <a:pt x="804" y="654"/>
                        </a:lnTo>
                        <a:lnTo>
                          <a:pt x="798" y="666"/>
                        </a:lnTo>
                        <a:lnTo>
                          <a:pt x="792" y="672"/>
                        </a:lnTo>
                        <a:lnTo>
                          <a:pt x="792" y="684"/>
                        </a:lnTo>
                        <a:lnTo>
                          <a:pt x="774" y="684"/>
                        </a:lnTo>
                        <a:lnTo>
                          <a:pt x="744" y="654"/>
                        </a:lnTo>
                        <a:lnTo>
                          <a:pt x="744" y="636"/>
                        </a:lnTo>
                        <a:lnTo>
                          <a:pt x="720" y="600"/>
                        </a:lnTo>
                        <a:lnTo>
                          <a:pt x="744" y="600"/>
                        </a:lnTo>
                        <a:lnTo>
                          <a:pt x="750" y="582"/>
                        </a:lnTo>
                        <a:lnTo>
                          <a:pt x="768" y="564"/>
                        </a:lnTo>
                        <a:lnTo>
                          <a:pt x="768" y="546"/>
                        </a:lnTo>
                        <a:lnTo>
                          <a:pt x="774" y="540"/>
                        </a:lnTo>
                        <a:lnTo>
                          <a:pt x="798" y="540"/>
                        </a:lnTo>
                        <a:lnTo>
                          <a:pt x="798" y="528"/>
                        </a:lnTo>
                        <a:lnTo>
                          <a:pt x="810" y="522"/>
                        </a:lnTo>
                        <a:lnTo>
                          <a:pt x="846" y="522"/>
                        </a:lnTo>
                        <a:lnTo>
                          <a:pt x="852" y="528"/>
                        </a:lnTo>
                        <a:lnTo>
                          <a:pt x="858" y="540"/>
                        </a:lnTo>
                        <a:lnTo>
                          <a:pt x="864" y="546"/>
                        </a:lnTo>
                        <a:lnTo>
                          <a:pt x="870" y="558"/>
                        </a:lnTo>
                        <a:lnTo>
                          <a:pt x="882" y="564"/>
                        </a:lnTo>
                        <a:lnTo>
                          <a:pt x="888" y="588"/>
                        </a:lnTo>
                        <a:lnTo>
                          <a:pt x="864" y="606"/>
                        </a:lnTo>
                        <a:lnTo>
                          <a:pt x="870" y="62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610" name="Pakistan" descr="© INSCALE GmbH, 05.05.2010&#10;http://www.presentationload.com/">
                    <a:extLst>
                      <a:ext uri="{FF2B5EF4-FFF2-40B4-BE49-F238E27FC236}">
                        <a16:creationId xmlns:a16="http://schemas.microsoft.com/office/drawing/2014/main" id="{8F55E46B-15F7-8E48-47D2-55254E5E3EB8}"/>
                      </a:ext>
                    </a:extLst>
                  </p:cNvPr>
                  <p:cNvSpPr>
                    <a:spLocks/>
                  </p:cNvSpPr>
                  <p:nvPr/>
                </p:nvSpPr>
                <p:spPr bwMode="gray">
                  <a:xfrm>
                    <a:off x="3719" y="1812"/>
                    <a:ext cx="267" cy="268"/>
                  </a:xfrm>
                  <a:custGeom>
                    <a:avLst/>
                    <a:gdLst>
                      <a:gd name="T0" fmla="*/ 2147483647 w 1050"/>
                      <a:gd name="T1" fmla="*/ 2147483647 h 1056"/>
                      <a:gd name="T2" fmla="*/ 2147483647 w 1050"/>
                      <a:gd name="T3" fmla="*/ 2147483647 h 1056"/>
                      <a:gd name="T4" fmla="*/ 2147483647 w 1050"/>
                      <a:gd name="T5" fmla="*/ 2147483647 h 1056"/>
                      <a:gd name="T6" fmla="*/ 2147483647 w 1050"/>
                      <a:gd name="T7" fmla="*/ 2147483647 h 1056"/>
                      <a:gd name="T8" fmla="*/ 2147483647 w 1050"/>
                      <a:gd name="T9" fmla="*/ 2147483647 h 1056"/>
                      <a:gd name="T10" fmla="*/ 2147483647 w 1050"/>
                      <a:gd name="T11" fmla="*/ 2147483647 h 1056"/>
                      <a:gd name="T12" fmla="*/ 2147483647 w 1050"/>
                      <a:gd name="T13" fmla="*/ 2147483647 h 1056"/>
                      <a:gd name="T14" fmla="*/ 2147483647 w 1050"/>
                      <a:gd name="T15" fmla="*/ 2147483647 h 1056"/>
                      <a:gd name="T16" fmla="*/ 2147483647 w 1050"/>
                      <a:gd name="T17" fmla="*/ 2147483647 h 1056"/>
                      <a:gd name="T18" fmla="*/ 2147483647 w 1050"/>
                      <a:gd name="T19" fmla="*/ 2147483647 h 1056"/>
                      <a:gd name="T20" fmla="*/ 2147483647 w 1050"/>
                      <a:gd name="T21" fmla="*/ 2147483647 h 1056"/>
                      <a:gd name="T22" fmla="*/ 2147483647 w 1050"/>
                      <a:gd name="T23" fmla="*/ 2147483647 h 1056"/>
                      <a:gd name="T24" fmla="*/ 2147483647 w 1050"/>
                      <a:gd name="T25" fmla="*/ 2147483647 h 1056"/>
                      <a:gd name="T26" fmla="*/ 2147483647 w 1050"/>
                      <a:gd name="T27" fmla="*/ 2147483647 h 1056"/>
                      <a:gd name="T28" fmla="*/ 2147483647 w 1050"/>
                      <a:gd name="T29" fmla="*/ 2147483647 h 1056"/>
                      <a:gd name="T30" fmla="*/ 2147483647 w 1050"/>
                      <a:gd name="T31" fmla="*/ 2147483647 h 1056"/>
                      <a:gd name="T32" fmla="*/ 2147483647 w 1050"/>
                      <a:gd name="T33" fmla="*/ 2147483647 h 1056"/>
                      <a:gd name="T34" fmla="*/ 2147483647 w 1050"/>
                      <a:gd name="T35" fmla="*/ 2147483647 h 1056"/>
                      <a:gd name="T36" fmla="*/ 2147483647 w 1050"/>
                      <a:gd name="T37" fmla="*/ 2147483647 h 1056"/>
                      <a:gd name="T38" fmla="*/ 2147483647 w 1050"/>
                      <a:gd name="T39" fmla="*/ 2147483647 h 1056"/>
                      <a:gd name="T40" fmla="*/ 2147483647 w 1050"/>
                      <a:gd name="T41" fmla="*/ 2147483647 h 1056"/>
                      <a:gd name="T42" fmla="*/ 2147483647 w 1050"/>
                      <a:gd name="T43" fmla="*/ 2147483647 h 1056"/>
                      <a:gd name="T44" fmla="*/ 0 w 1050"/>
                      <a:gd name="T45" fmla="*/ 2147483647 h 1056"/>
                      <a:gd name="T46" fmla="*/ 2147483647 w 1050"/>
                      <a:gd name="T47" fmla="*/ 2147483647 h 1056"/>
                      <a:gd name="T48" fmla="*/ 2147483647 w 1050"/>
                      <a:gd name="T49" fmla="*/ 2147483647 h 1056"/>
                      <a:gd name="T50" fmla="*/ 2147483647 w 1050"/>
                      <a:gd name="T51" fmla="*/ 2147483647 h 1056"/>
                      <a:gd name="T52" fmla="*/ 2147483647 w 1050"/>
                      <a:gd name="T53" fmla="*/ 2147483647 h 1056"/>
                      <a:gd name="T54" fmla="*/ 2147483647 w 1050"/>
                      <a:gd name="T55" fmla="*/ 2147483647 h 1056"/>
                      <a:gd name="T56" fmla="*/ 2147483647 w 1050"/>
                      <a:gd name="T57" fmla="*/ 2147483647 h 1056"/>
                      <a:gd name="T58" fmla="*/ 2147483647 w 1050"/>
                      <a:gd name="T59" fmla="*/ 2147483647 h 1056"/>
                      <a:gd name="T60" fmla="*/ 2147483647 w 1050"/>
                      <a:gd name="T61" fmla="*/ 2147483647 h 1056"/>
                      <a:gd name="T62" fmla="*/ 2147483647 w 1050"/>
                      <a:gd name="T63" fmla="*/ 2147483647 h 1056"/>
                      <a:gd name="T64" fmla="*/ 2147483647 w 1050"/>
                      <a:gd name="T65" fmla="*/ 2147483647 h 1056"/>
                      <a:gd name="T66" fmla="*/ 2147483647 w 1050"/>
                      <a:gd name="T67" fmla="*/ 2147483647 h 1056"/>
                      <a:gd name="T68" fmla="*/ 2147483647 w 1050"/>
                      <a:gd name="T69" fmla="*/ 2147483647 h 1056"/>
                      <a:gd name="T70" fmla="*/ 2147483647 w 1050"/>
                      <a:gd name="T71" fmla="*/ 2147483647 h 1056"/>
                      <a:gd name="T72" fmla="*/ 2147483647 w 1050"/>
                      <a:gd name="T73" fmla="*/ 2147483647 h 1056"/>
                      <a:gd name="T74" fmla="*/ 2147483647 w 1050"/>
                      <a:gd name="T75" fmla="*/ 2147483647 h 1056"/>
                      <a:gd name="T76" fmla="*/ 2147483647 w 1050"/>
                      <a:gd name="T77" fmla="*/ 2147483647 h 1056"/>
                      <a:gd name="T78" fmla="*/ 2147483647 w 1050"/>
                      <a:gd name="T79" fmla="*/ 2147483647 h 1056"/>
                      <a:gd name="T80" fmla="*/ 2147483647 w 1050"/>
                      <a:gd name="T81" fmla="*/ 2147483647 h 1056"/>
                      <a:gd name="T82" fmla="*/ 2147483647 w 1050"/>
                      <a:gd name="T83" fmla="*/ 2147483647 h 1056"/>
                      <a:gd name="T84" fmla="*/ 2147483647 w 1050"/>
                      <a:gd name="T85" fmla="*/ 2147483647 h 1056"/>
                      <a:gd name="T86" fmla="*/ 2147483647 w 1050"/>
                      <a:gd name="T87" fmla="*/ 2147483647 h 1056"/>
                      <a:gd name="T88" fmla="*/ 2147483647 w 1050"/>
                      <a:gd name="T89" fmla="*/ 2147483647 h 1056"/>
                      <a:gd name="T90" fmla="*/ 2147483647 w 1050"/>
                      <a:gd name="T91" fmla="*/ 2147483647 h 1056"/>
                      <a:gd name="T92" fmla="*/ 2147483647 w 1050"/>
                      <a:gd name="T93" fmla="*/ 2147483647 h 1056"/>
                      <a:gd name="T94" fmla="*/ 2147483647 w 1050"/>
                      <a:gd name="T95" fmla="*/ 2147483647 h 1056"/>
                      <a:gd name="T96" fmla="*/ 2147483647 w 1050"/>
                      <a:gd name="T97" fmla="*/ 2147483647 h 1056"/>
                      <a:gd name="T98" fmla="*/ 2147483647 w 1050"/>
                      <a:gd name="T99" fmla="*/ 2147483647 h 1056"/>
                      <a:gd name="T100" fmla="*/ 2147483647 w 1050"/>
                      <a:gd name="T101" fmla="*/ 2147483647 h 1056"/>
                      <a:gd name="T102" fmla="*/ 2147483647 w 1050"/>
                      <a:gd name="T103" fmla="*/ 2147483647 h 1056"/>
                      <a:gd name="T104" fmla="*/ 2147483647 w 1050"/>
                      <a:gd name="T105" fmla="*/ 2147483647 h 1056"/>
                      <a:gd name="T106" fmla="*/ 2147483647 w 1050"/>
                      <a:gd name="T107" fmla="*/ 2147483647 h 1056"/>
                      <a:gd name="T108" fmla="*/ 2147483647 w 1050"/>
                      <a:gd name="T109" fmla="*/ 2147483647 h 1056"/>
                      <a:gd name="T110" fmla="*/ 2147483647 w 1050"/>
                      <a:gd name="T111" fmla="*/ 2147483647 h 1056"/>
                      <a:gd name="T112" fmla="*/ 2147483647 w 1050"/>
                      <a:gd name="T113" fmla="*/ 2147483647 h 1056"/>
                      <a:gd name="T114" fmla="*/ 2147483647 w 1050"/>
                      <a:gd name="T115" fmla="*/ 2147483647 h 1056"/>
                      <a:gd name="T116" fmla="*/ 2147483647 w 1050"/>
                      <a:gd name="T117" fmla="*/ 2147483647 h 1056"/>
                      <a:gd name="T118" fmla="*/ 2147483647 w 1050"/>
                      <a:gd name="T119" fmla="*/ 2147483647 h 1056"/>
                      <a:gd name="T120" fmla="*/ 2147483647 w 1050"/>
                      <a:gd name="T121" fmla="*/ 2147483647 h 1056"/>
                      <a:gd name="T122" fmla="*/ 2147483647 w 1050"/>
                      <a:gd name="T123" fmla="*/ 2147483647 h 105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1050"/>
                      <a:gd name="T187" fmla="*/ 0 h 1056"/>
                      <a:gd name="T188" fmla="*/ 1050 w 1050"/>
                      <a:gd name="T189" fmla="*/ 1056 h 1056"/>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1050" h="1056">
                        <a:moveTo>
                          <a:pt x="1008" y="120"/>
                        </a:moveTo>
                        <a:lnTo>
                          <a:pt x="996" y="120"/>
                        </a:lnTo>
                        <a:lnTo>
                          <a:pt x="984" y="114"/>
                        </a:lnTo>
                        <a:lnTo>
                          <a:pt x="978" y="102"/>
                        </a:lnTo>
                        <a:lnTo>
                          <a:pt x="972" y="96"/>
                        </a:lnTo>
                        <a:lnTo>
                          <a:pt x="972" y="90"/>
                        </a:lnTo>
                        <a:lnTo>
                          <a:pt x="960" y="96"/>
                        </a:lnTo>
                        <a:lnTo>
                          <a:pt x="924" y="84"/>
                        </a:lnTo>
                        <a:lnTo>
                          <a:pt x="924" y="60"/>
                        </a:lnTo>
                        <a:lnTo>
                          <a:pt x="912" y="36"/>
                        </a:lnTo>
                        <a:lnTo>
                          <a:pt x="900" y="24"/>
                        </a:lnTo>
                        <a:lnTo>
                          <a:pt x="888" y="18"/>
                        </a:lnTo>
                        <a:lnTo>
                          <a:pt x="876" y="18"/>
                        </a:lnTo>
                        <a:lnTo>
                          <a:pt x="870" y="6"/>
                        </a:lnTo>
                        <a:lnTo>
                          <a:pt x="822" y="6"/>
                        </a:lnTo>
                        <a:lnTo>
                          <a:pt x="810" y="0"/>
                        </a:lnTo>
                        <a:lnTo>
                          <a:pt x="804" y="6"/>
                        </a:lnTo>
                        <a:lnTo>
                          <a:pt x="792" y="6"/>
                        </a:lnTo>
                        <a:lnTo>
                          <a:pt x="786" y="12"/>
                        </a:lnTo>
                        <a:lnTo>
                          <a:pt x="774" y="12"/>
                        </a:lnTo>
                        <a:lnTo>
                          <a:pt x="762" y="6"/>
                        </a:lnTo>
                        <a:lnTo>
                          <a:pt x="738" y="6"/>
                        </a:lnTo>
                        <a:lnTo>
                          <a:pt x="732" y="12"/>
                        </a:lnTo>
                        <a:lnTo>
                          <a:pt x="690" y="12"/>
                        </a:lnTo>
                        <a:lnTo>
                          <a:pt x="684" y="18"/>
                        </a:lnTo>
                        <a:lnTo>
                          <a:pt x="678" y="18"/>
                        </a:lnTo>
                        <a:lnTo>
                          <a:pt x="654" y="30"/>
                        </a:lnTo>
                        <a:lnTo>
                          <a:pt x="648" y="36"/>
                        </a:lnTo>
                        <a:lnTo>
                          <a:pt x="624" y="48"/>
                        </a:lnTo>
                        <a:lnTo>
                          <a:pt x="618" y="54"/>
                        </a:lnTo>
                        <a:lnTo>
                          <a:pt x="612" y="66"/>
                        </a:lnTo>
                        <a:lnTo>
                          <a:pt x="606" y="72"/>
                        </a:lnTo>
                        <a:lnTo>
                          <a:pt x="606" y="78"/>
                        </a:lnTo>
                        <a:lnTo>
                          <a:pt x="636" y="108"/>
                        </a:lnTo>
                        <a:lnTo>
                          <a:pt x="636" y="138"/>
                        </a:lnTo>
                        <a:lnTo>
                          <a:pt x="642" y="144"/>
                        </a:lnTo>
                        <a:lnTo>
                          <a:pt x="648" y="156"/>
                        </a:lnTo>
                        <a:lnTo>
                          <a:pt x="648" y="162"/>
                        </a:lnTo>
                        <a:lnTo>
                          <a:pt x="624" y="186"/>
                        </a:lnTo>
                        <a:lnTo>
                          <a:pt x="618" y="198"/>
                        </a:lnTo>
                        <a:lnTo>
                          <a:pt x="618" y="210"/>
                        </a:lnTo>
                        <a:lnTo>
                          <a:pt x="624" y="216"/>
                        </a:lnTo>
                        <a:lnTo>
                          <a:pt x="624" y="246"/>
                        </a:lnTo>
                        <a:lnTo>
                          <a:pt x="606" y="246"/>
                        </a:lnTo>
                        <a:lnTo>
                          <a:pt x="600" y="252"/>
                        </a:lnTo>
                        <a:lnTo>
                          <a:pt x="594" y="252"/>
                        </a:lnTo>
                        <a:lnTo>
                          <a:pt x="576" y="246"/>
                        </a:lnTo>
                        <a:lnTo>
                          <a:pt x="570" y="240"/>
                        </a:lnTo>
                        <a:lnTo>
                          <a:pt x="552" y="240"/>
                        </a:lnTo>
                        <a:lnTo>
                          <a:pt x="552" y="252"/>
                        </a:lnTo>
                        <a:lnTo>
                          <a:pt x="564" y="264"/>
                        </a:lnTo>
                        <a:lnTo>
                          <a:pt x="576" y="270"/>
                        </a:lnTo>
                        <a:lnTo>
                          <a:pt x="576" y="276"/>
                        </a:lnTo>
                        <a:lnTo>
                          <a:pt x="582" y="282"/>
                        </a:lnTo>
                        <a:lnTo>
                          <a:pt x="582" y="288"/>
                        </a:lnTo>
                        <a:lnTo>
                          <a:pt x="594" y="294"/>
                        </a:lnTo>
                        <a:lnTo>
                          <a:pt x="600" y="294"/>
                        </a:lnTo>
                        <a:lnTo>
                          <a:pt x="570" y="312"/>
                        </a:lnTo>
                        <a:lnTo>
                          <a:pt x="552" y="312"/>
                        </a:lnTo>
                        <a:lnTo>
                          <a:pt x="546" y="318"/>
                        </a:lnTo>
                        <a:lnTo>
                          <a:pt x="546" y="354"/>
                        </a:lnTo>
                        <a:lnTo>
                          <a:pt x="540" y="354"/>
                        </a:lnTo>
                        <a:lnTo>
                          <a:pt x="534" y="360"/>
                        </a:lnTo>
                        <a:lnTo>
                          <a:pt x="534" y="378"/>
                        </a:lnTo>
                        <a:lnTo>
                          <a:pt x="540" y="390"/>
                        </a:lnTo>
                        <a:lnTo>
                          <a:pt x="540" y="402"/>
                        </a:lnTo>
                        <a:lnTo>
                          <a:pt x="546" y="408"/>
                        </a:lnTo>
                        <a:lnTo>
                          <a:pt x="546" y="414"/>
                        </a:lnTo>
                        <a:lnTo>
                          <a:pt x="540" y="420"/>
                        </a:lnTo>
                        <a:lnTo>
                          <a:pt x="534" y="432"/>
                        </a:lnTo>
                        <a:lnTo>
                          <a:pt x="522" y="438"/>
                        </a:lnTo>
                        <a:lnTo>
                          <a:pt x="510" y="438"/>
                        </a:lnTo>
                        <a:lnTo>
                          <a:pt x="504" y="432"/>
                        </a:lnTo>
                        <a:lnTo>
                          <a:pt x="504" y="420"/>
                        </a:lnTo>
                        <a:lnTo>
                          <a:pt x="474" y="420"/>
                        </a:lnTo>
                        <a:lnTo>
                          <a:pt x="462" y="426"/>
                        </a:lnTo>
                        <a:lnTo>
                          <a:pt x="456" y="432"/>
                        </a:lnTo>
                        <a:lnTo>
                          <a:pt x="444" y="438"/>
                        </a:lnTo>
                        <a:lnTo>
                          <a:pt x="438" y="438"/>
                        </a:lnTo>
                        <a:lnTo>
                          <a:pt x="432" y="444"/>
                        </a:lnTo>
                        <a:lnTo>
                          <a:pt x="432" y="450"/>
                        </a:lnTo>
                        <a:lnTo>
                          <a:pt x="438" y="450"/>
                        </a:lnTo>
                        <a:lnTo>
                          <a:pt x="444" y="456"/>
                        </a:lnTo>
                        <a:lnTo>
                          <a:pt x="444" y="462"/>
                        </a:lnTo>
                        <a:lnTo>
                          <a:pt x="438" y="468"/>
                        </a:lnTo>
                        <a:lnTo>
                          <a:pt x="396" y="468"/>
                        </a:lnTo>
                        <a:lnTo>
                          <a:pt x="396" y="456"/>
                        </a:lnTo>
                        <a:lnTo>
                          <a:pt x="378" y="456"/>
                        </a:lnTo>
                        <a:lnTo>
                          <a:pt x="372" y="468"/>
                        </a:lnTo>
                        <a:lnTo>
                          <a:pt x="360" y="474"/>
                        </a:lnTo>
                        <a:lnTo>
                          <a:pt x="354" y="486"/>
                        </a:lnTo>
                        <a:lnTo>
                          <a:pt x="354" y="504"/>
                        </a:lnTo>
                        <a:lnTo>
                          <a:pt x="360" y="516"/>
                        </a:lnTo>
                        <a:lnTo>
                          <a:pt x="360" y="534"/>
                        </a:lnTo>
                        <a:lnTo>
                          <a:pt x="366" y="540"/>
                        </a:lnTo>
                        <a:lnTo>
                          <a:pt x="366" y="570"/>
                        </a:lnTo>
                        <a:lnTo>
                          <a:pt x="360" y="576"/>
                        </a:lnTo>
                        <a:lnTo>
                          <a:pt x="354" y="576"/>
                        </a:lnTo>
                        <a:lnTo>
                          <a:pt x="306" y="600"/>
                        </a:lnTo>
                        <a:lnTo>
                          <a:pt x="276" y="600"/>
                        </a:lnTo>
                        <a:lnTo>
                          <a:pt x="258" y="606"/>
                        </a:lnTo>
                        <a:lnTo>
                          <a:pt x="234" y="606"/>
                        </a:lnTo>
                        <a:lnTo>
                          <a:pt x="228" y="612"/>
                        </a:lnTo>
                        <a:lnTo>
                          <a:pt x="204" y="612"/>
                        </a:lnTo>
                        <a:lnTo>
                          <a:pt x="204" y="606"/>
                        </a:lnTo>
                        <a:lnTo>
                          <a:pt x="150" y="606"/>
                        </a:lnTo>
                        <a:lnTo>
                          <a:pt x="144" y="612"/>
                        </a:lnTo>
                        <a:lnTo>
                          <a:pt x="138" y="612"/>
                        </a:lnTo>
                        <a:lnTo>
                          <a:pt x="120" y="618"/>
                        </a:lnTo>
                        <a:lnTo>
                          <a:pt x="102" y="618"/>
                        </a:lnTo>
                        <a:lnTo>
                          <a:pt x="78" y="606"/>
                        </a:lnTo>
                        <a:lnTo>
                          <a:pt x="60" y="600"/>
                        </a:lnTo>
                        <a:lnTo>
                          <a:pt x="42" y="588"/>
                        </a:lnTo>
                        <a:lnTo>
                          <a:pt x="30" y="582"/>
                        </a:lnTo>
                        <a:lnTo>
                          <a:pt x="0" y="582"/>
                        </a:lnTo>
                        <a:lnTo>
                          <a:pt x="24" y="606"/>
                        </a:lnTo>
                        <a:lnTo>
                          <a:pt x="30" y="618"/>
                        </a:lnTo>
                        <a:lnTo>
                          <a:pt x="36" y="624"/>
                        </a:lnTo>
                        <a:lnTo>
                          <a:pt x="48" y="642"/>
                        </a:lnTo>
                        <a:lnTo>
                          <a:pt x="60" y="654"/>
                        </a:lnTo>
                        <a:lnTo>
                          <a:pt x="66" y="672"/>
                        </a:lnTo>
                        <a:lnTo>
                          <a:pt x="78" y="690"/>
                        </a:lnTo>
                        <a:lnTo>
                          <a:pt x="84" y="696"/>
                        </a:lnTo>
                        <a:lnTo>
                          <a:pt x="102" y="696"/>
                        </a:lnTo>
                        <a:lnTo>
                          <a:pt x="114" y="690"/>
                        </a:lnTo>
                        <a:lnTo>
                          <a:pt x="126" y="708"/>
                        </a:lnTo>
                        <a:lnTo>
                          <a:pt x="150" y="708"/>
                        </a:lnTo>
                        <a:lnTo>
                          <a:pt x="144" y="738"/>
                        </a:lnTo>
                        <a:lnTo>
                          <a:pt x="150" y="738"/>
                        </a:lnTo>
                        <a:lnTo>
                          <a:pt x="150" y="762"/>
                        </a:lnTo>
                        <a:lnTo>
                          <a:pt x="156" y="774"/>
                        </a:lnTo>
                        <a:lnTo>
                          <a:pt x="156" y="786"/>
                        </a:lnTo>
                        <a:lnTo>
                          <a:pt x="174" y="786"/>
                        </a:lnTo>
                        <a:lnTo>
                          <a:pt x="180" y="792"/>
                        </a:lnTo>
                        <a:lnTo>
                          <a:pt x="186" y="804"/>
                        </a:lnTo>
                        <a:lnTo>
                          <a:pt x="192" y="822"/>
                        </a:lnTo>
                        <a:lnTo>
                          <a:pt x="192" y="834"/>
                        </a:lnTo>
                        <a:lnTo>
                          <a:pt x="186" y="840"/>
                        </a:lnTo>
                        <a:lnTo>
                          <a:pt x="180" y="840"/>
                        </a:lnTo>
                        <a:lnTo>
                          <a:pt x="180" y="834"/>
                        </a:lnTo>
                        <a:lnTo>
                          <a:pt x="150" y="834"/>
                        </a:lnTo>
                        <a:lnTo>
                          <a:pt x="138" y="840"/>
                        </a:lnTo>
                        <a:lnTo>
                          <a:pt x="132" y="846"/>
                        </a:lnTo>
                        <a:lnTo>
                          <a:pt x="132" y="852"/>
                        </a:lnTo>
                        <a:lnTo>
                          <a:pt x="126" y="852"/>
                        </a:lnTo>
                        <a:lnTo>
                          <a:pt x="126" y="858"/>
                        </a:lnTo>
                        <a:lnTo>
                          <a:pt x="120" y="864"/>
                        </a:lnTo>
                        <a:lnTo>
                          <a:pt x="108" y="864"/>
                        </a:lnTo>
                        <a:lnTo>
                          <a:pt x="102" y="882"/>
                        </a:lnTo>
                        <a:lnTo>
                          <a:pt x="96" y="888"/>
                        </a:lnTo>
                        <a:lnTo>
                          <a:pt x="96" y="894"/>
                        </a:lnTo>
                        <a:lnTo>
                          <a:pt x="84" y="906"/>
                        </a:lnTo>
                        <a:lnTo>
                          <a:pt x="84" y="936"/>
                        </a:lnTo>
                        <a:lnTo>
                          <a:pt x="90" y="948"/>
                        </a:lnTo>
                        <a:lnTo>
                          <a:pt x="90" y="954"/>
                        </a:lnTo>
                        <a:lnTo>
                          <a:pt x="96" y="948"/>
                        </a:lnTo>
                        <a:lnTo>
                          <a:pt x="108" y="948"/>
                        </a:lnTo>
                        <a:lnTo>
                          <a:pt x="114" y="942"/>
                        </a:lnTo>
                        <a:lnTo>
                          <a:pt x="120" y="942"/>
                        </a:lnTo>
                        <a:lnTo>
                          <a:pt x="126" y="948"/>
                        </a:lnTo>
                        <a:lnTo>
                          <a:pt x="138" y="948"/>
                        </a:lnTo>
                        <a:lnTo>
                          <a:pt x="150" y="954"/>
                        </a:lnTo>
                        <a:lnTo>
                          <a:pt x="174" y="954"/>
                        </a:lnTo>
                        <a:lnTo>
                          <a:pt x="210" y="936"/>
                        </a:lnTo>
                        <a:lnTo>
                          <a:pt x="216" y="930"/>
                        </a:lnTo>
                        <a:lnTo>
                          <a:pt x="222" y="930"/>
                        </a:lnTo>
                        <a:lnTo>
                          <a:pt x="234" y="936"/>
                        </a:lnTo>
                        <a:lnTo>
                          <a:pt x="276" y="936"/>
                        </a:lnTo>
                        <a:lnTo>
                          <a:pt x="288" y="930"/>
                        </a:lnTo>
                        <a:lnTo>
                          <a:pt x="300" y="930"/>
                        </a:lnTo>
                        <a:lnTo>
                          <a:pt x="306" y="924"/>
                        </a:lnTo>
                        <a:lnTo>
                          <a:pt x="312" y="924"/>
                        </a:lnTo>
                        <a:lnTo>
                          <a:pt x="348" y="930"/>
                        </a:lnTo>
                        <a:lnTo>
                          <a:pt x="354" y="924"/>
                        </a:lnTo>
                        <a:lnTo>
                          <a:pt x="366" y="918"/>
                        </a:lnTo>
                        <a:lnTo>
                          <a:pt x="372" y="912"/>
                        </a:lnTo>
                        <a:lnTo>
                          <a:pt x="384" y="912"/>
                        </a:lnTo>
                        <a:lnTo>
                          <a:pt x="396" y="918"/>
                        </a:lnTo>
                        <a:lnTo>
                          <a:pt x="408" y="930"/>
                        </a:lnTo>
                        <a:lnTo>
                          <a:pt x="432" y="978"/>
                        </a:lnTo>
                        <a:lnTo>
                          <a:pt x="444" y="984"/>
                        </a:lnTo>
                        <a:lnTo>
                          <a:pt x="450" y="990"/>
                        </a:lnTo>
                        <a:lnTo>
                          <a:pt x="468" y="996"/>
                        </a:lnTo>
                        <a:lnTo>
                          <a:pt x="486" y="996"/>
                        </a:lnTo>
                        <a:lnTo>
                          <a:pt x="522" y="1008"/>
                        </a:lnTo>
                        <a:lnTo>
                          <a:pt x="540" y="1044"/>
                        </a:lnTo>
                        <a:lnTo>
                          <a:pt x="552" y="1056"/>
                        </a:lnTo>
                        <a:lnTo>
                          <a:pt x="570" y="1056"/>
                        </a:lnTo>
                        <a:lnTo>
                          <a:pt x="588" y="1050"/>
                        </a:lnTo>
                        <a:lnTo>
                          <a:pt x="582" y="1044"/>
                        </a:lnTo>
                        <a:lnTo>
                          <a:pt x="582" y="1032"/>
                        </a:lnTo>
                        <a:lnTo>
                          <a:pt x="594" y="1020"/>
                        </a:lnTo>
                        <a:lnTo>
                          <a:pt x="606" y="1020"/>
                        </a:lnTo>
                        <a:lnTo>
                          <a:pt x="618" y="1026"/>
                        </a:lnTo>
                        <a:lnTo>
                          <a:pt x="624" y="1032"/>
                        </a:lnTo>
                        <a:lnTo>
                          <a:pt x="648" y="1020"/>
                        </a:lnTo>
                        <a:lnTo>
                          <a:pt x="648" y="1026"/>
                        </a:lnTo>
                        <a:lnTo>
                          <a:pt x="654" y="1032"/>
                        </a:lnTo>
                        <a:lnTo>
                          <a:pt x="678" y="1032"/>
                        </a:lnTo>
                        <a:lnTo>
                          <a:pt x="690" y="1020"/>
                        </a:lnTo>
                        <a:lnTo>
                          <a:pt x="702" y="1014"/>
                        </a:lnTo>
                        <a:lnTo>
                          <a:pt x="708" y="1014"/>
                        </a:lnTo>
                        <a:lnTo>
                          <a:pt x="708" y="1026"/>
                        </a:lnTo>
                        <a:lnTo>
                          <a:pt x="714" y="1032"/>
                        </a:lnTo>
                        <a:lnTo>
                          <a:pt x="732" y="1032"/>
                        </a:lnTo>
                        <a:lnTo>
                          <a:pt x="738" y="1026"/>
                        </a:lnTo>
                        <a:lnTo>
                          <a:pt x="750" y="1020"/>
                        </a:lnTo>
                        <a:lnTo>
                          <a:pt x="750" y="996"/>
                        </a:lnTo>
                        <a:lnTo>
                          <a:pt x="744" y="990"/>
                        </a:lnTo>
                        <a:lnTo>
                          <a:pt x="738" y="978"/>
                        </a:lnTo>
                        <a:lnTo>
                          <a:pt x="714" y="936"/>
                        </a:lnTo>
                        <a:lnTo>
                          <a:pt x="714" y="912"/>
                        </a:lnTo>
                        <a:lnTo>
                          <a:pt x="690" y="912"/>
                        </a:lnTo>
                        <a:lnTo>
                          <a:pt x="678" y="900"/>
                        </a:lnTo>
                        <a:lnTo>
                          <a:pt x="672" y="888"/>
                        </a:lnTo>
                        <a:lnTo>
                          <a:pt x="666" y="882"/>
                        </a:lnTo>
                        <a:lnTo>
                          <a:pt x="672" y="852"/>
                        </a:lnTo>
                        <a:lnTo>
                          <a:pt x="672" y="834"/>
                        </a:lnTo>
                        <a:lnTo>
                          <a:pt x="642" y="840"/>
                        </a:lnTo>
                        <a:lnTo>
                          <a:pt x="636" y="840"/>
                        </a:lnTo>
                        <a:lnTo>
                          <a:pt x="624" y="834"/>
                        </a:lnTo>
                        <a:lnTo>
                          <a:pt x="618" y="828"/>
                        </a:lnTo>
                        <a:lnTo>
                          <a:pt x="618" y="804"/>
                        </a:lnTo>
                        <a:lnTo>
                          <a:pt x="624" y="792"/>
                        </a:lnTo>
                        <a:lnTo>
                          <a:pt x="636" y="780"/>
                        </a:lnTo>
                        <a:lnTo>
                          <a:pt x="642" y="768"/>
                        </a:lnTo>
                        <a:lnTo>
                          <a:pt x="648" y="762"/>
                        </a:lnTo>
                        <a:lnTo>
                          <a:pt x="654" y="750"/>
                        </a:lnTo>
                        <a:lnTo>
                          <a:pt x="654" y="744"/>
                        </a:lnTo>
                        <a:lnTo>
                          <a:pt x="666" y="732"/>
                        </a:lnTo>
                        <a:lnTo>
                          <a:pt x="678" y="726"/>
                        </a:lnTo>
                        <a:lnTo>
                          <a:pt x="684" y="726"/>
                        </a:lnTo>
                        <a:lnTo>
                          <a:pt x="690" y="732"/>
                        </a:lnTo>
                        <a:lnTo>
                          <a:pt x="690" y="744"/>
                        </a:lnTo>
                        <a:lnTo>
                          <a:pt x="696" y="750"/>
                        </a:lnTo>
                        <a:lnTo>
                          <a:pt x="702" y="750"/>
                        </a:lnTo>
                        <a:lnTo>
                          <a:pt x="726" y="738"/>
                        </a:lnTo>
                        <a:lnTo>
                          <a:pt x="732" y="732"/>
                        </a:lnTo>
                        <a:lnTo>
                          <a:pt x="738" y="738"/>
                        </a:lnTo>
                        <a:lnTo>
                          <a:pt x="756" y="738"/>
                        </a:lnTo>
                        <a:lnTo>
                          <a:pt x="762" y="732"/>
                        </a:lnTo>
                        <a:lnTo>
                          <a:pt x="768" y="720"/>
                        </a:lnTo>
                        <a:lnTo>
                          <a:pt x="774" y="714"/>
                        </a:lnTo>
                        <a:lnTo>
                          <a:pt x="774" y="708"/>
                        </a:lnTo>
                        <a:lnTo>
                          <a:pt x="792" y="696"/>
                        </a:lnTo>
                        <a:lnTo>
                          <a:pt x="792" y="678"/>
                        </a:lnTo>
                        <a:lnTo>
                          <a:pt x="798" y="672"/>
                        </a:lnTo>
                        <a:lnTo>
                          <a:pt x="798" y="666"/>
                        </a:lnTo>
                        <a:lnTo>
                          <a:pt x="804" y="660"/>
                        </a:lnTo>
                        <a:lnTo>
                          <a:pt x="828" y="648"/>
                        </a:lnTo>
                        <a:lnTo>
                          <a:pt x="840" y="636"/>
                        </a:lnTo>
                        <a:lnTo>
                          <a:pt x="846" y="618"/>
                        </a:lnTo>
                        <a:lnTo>
                          <a:pt x="846" y="606"/>
                        </a:lnTo>
                        <a:lnTo>
                          <a:pt x="852" y="588"/>
                        </a:lnTo>
                        <a:lnTo>
                          <a:pt x="852" y="576"/>
                        </a:lnTo>
                        <a:lnTo>
                          <a:pt x="858" y="570"/>
                        </a:lnTo>
                        <a:lnTo>
                          <a:pt x="870" y="564"/>
                        </a:lnTo>
                        <a:lnTo>
                          <a:pt x="876" y="558"/>
                        </a:lnTo>
                        <a:lnTo>
                          <a:pt x="888" y="558"/>
                        </a:lnTo>
                        <a:lnTo>
                          <a:pt x="870" y="534"/>
                        </a:lnTo>
                        <a:lnTo>
                          <a:pt x="894" y="498"/>
                        </a:lnTo>
                        <a:lnTo>
                          <a:pt x="924" y="480"/>
                        </a:lnTo>
                        <a:lnTo>
                          <a:pt x="924" y="474"/>
                        </a:lnTo>
                        <a:lnTo>
                          <a:pt x="912" y="462"/>
                        </a:lnTo>
                        <a:lnTo>
                          <a:pt x="906" y="450"/>
                        </a:lnTo>
                        <a:lnTo>
                          <a:pt x="906" y="414"/>
                        </a:lnTo>
                        <a:lnTo>
                          <a:pt x="912" y="408"/>
                        </a:lnTo>
                        <a:lnTo>
                          <a:pt x="924" y="408"/>
                        </a:lnTo>
                        <a:lnTo>
                          <a:pt x="948" y="396"/>
                        </a:lnTo>
                        <a:lnTo>
                          <a:pt x="954" y="390"/>
                        </a:lnTo>
                        <a:lnTo>
                          <a:pt x="954" y="384"/>
                        </a:lnTo>
                        <a:lnTo>
                          <a:pt x="948" y="378"/>
                        </a:lnTo>
                        <a:lnTo>
                          <a:pt x="936" y="372"/>
                        </a:lnTo>
                        <a:lnTo>
                          <a:pt x="900" y="372"/>
                        </a:lnTo>
                        <a:lnTo>
                          <a:pt x="894" y="336"/>
                        </a:lnTo>
                        <a:lnTo>
                          <a:pt x="876" y="336"/>
                        </a:lnTo>
                        <a:lnTo>
                          <a:pt x="864" y="318"/>
                        </a:lnTo>
                        <a:lnTo>
                          <a:pt x="846" y="318"/>
                        </a:lnTo>
                        <a:lnTo>
                          <a:pt x="846" y="306"/>
                        </a:lnTo>
                        <a:lnTo>
                          <a:pt x="852" y="294"/>
                        </a:lnTo>
                        <a:lnTo>
                          <a:pt x="852" y="288"/>
                        </a:lnTo>
                        <a:lnTo>
                          <a:pt x="846" y="288"/>
                        </a:lnTo>
                        <a:lnTo>
                          <a:pt x="834" y="276"/>
                        </a:lnTo>
                        <a:lnTo>
                          <a:pt x="834" y="270"/>
                        </a:lnTo>
                        <a:lnTo>
                          <a:pt x="840" y="264"/>
                        </a:lnTo>
                        <a:lnTo>
                          <a:pt x="846" y="252"/>
                        </a:lnTo>
                        <a:lnTo>
                          <a:pt x="852" y="246"/>
                        </a:lnTo>
                        <a:lnTo>
                          <a:pt x="822" y="240"/>
                        </a:lnTo>
                        <a:lnTo>
                          <a:pt x="828" y="228"/>
                        </a:lnTo>
                        <a:lnTo>
                          <a:pt x="804" y="210"/>
                        </a:lnTo>
                        <a:lnTo>
                          <a:pt x="804" y="204"/>
                        </a:lnTo>
                        <a:lnTo>
                          <a:pt x="810" y="192"/>
                        </a:lnTo>
                        <a:lnTo>
                          <a:pt x="834" y="180"/>
                        </a:lnTo>
                        <a:lnTo>
                          <a:pt x="876" y="180"/>
                        </a:lnTo>
                        <a:lnTo>
                          <a:pt x="894" y="186"/>
                        </a:lnTo>
                        <a:lnTo>
                          <a:pt x="912" y="186"/>
                        </a:lnTo>
                        <a:lnTo>
                          <a:pt x="918" y="192"/>
                        </a:lnTo>
                        <a:lnTo>
                          <a:pt x="918" y="204"/>
                        </a:lnTo>
                        <a:lnTo>
                          <a:pt x="930" y="204"/>
                        </a:lnTo>
                        <a:lnTo>
                          <a:pt x="942" y="198"/>
                        </a:lnTo>
                        <a:lnTo>
                          <a:pt x="948" y="192"/>
                        </a:lnTo>
                        <a:lnTo>
                          <a:pt x="960" y="186"/>
                        </a:lnTo>
                        <a:lnTo>
                          <a:pt x="966" y="180"/>
                        </a:lnTo>
                        <a:lnTo>
                          <a:pt x="972" y="186"/>
                        </a:lnTo>
                        <a:lnTo>
                          <a:pt x="978" y="180"/>
                        </a:lnTo>
                        <a:lnTo>
                          <a:pt x="1002" y="180"/>
                        </a:lnTo>
                        <a:lnTo>
                          <a:pt x="1002" y="162"/>
                        </a:lnTo>
                        <a:lnTo>
                          <a:pt x="1026" y="156"/>
                        </a:lnTo>
                        <a:lnTo>
                          <a:pt x="1050" y="120"/>
                        </a:lnTo>
                        <a:lnTo>
                          <a:pt x="1008" y="12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611" name="Iran" descr="© INSCALE GmbH, 05.05.2010&#10;http://www.presentationload.com/">
                    <a:extLst>
                      <a:ext uri="{FF2B5EF4-FFF2-40B4-BE49-F238E27FC236}">
                        <a16:creationId xmlns:a16="http://schemas.microsoft.com/office/drawing/2014/main" id="{127A619B-60E0-3C68-C777-1D1BB9DAA4B4}"/>
                      </a:ext>
                    </a:extLst>
                  </p:cNvPr>
                  <p:cNvSpPr>
                    <a:spLocks/>
                  </p:cNvSpPr>
                  <p:nvPr/>
                </p:nvSpPr>
                <p:spPr bwMode="gray">
                  <a:xfrm>
                    <a:off x="3403" y="1755"/>
                    <a:ext cx="365" cy="300"/>
                  </a:xfrm>
                  <a:custGeom>
                    <a:avLst/>
                    <a:gdLst>
                      <a:gd name="T0" fmla="*/ 2147483647 w 1440"/>
                      <a:gd name="T1" fmla="*/ 2147483647 h 1182"/>
                      <a:gd name="T2" fmla="*/ 2147483647 w 1440"/>
                      <a:gd name="T3" fmla="*/ 2147483647 h 1182"/>
                      <a:gd name="T4" fmla="*/ 2147483647 w 1440"/>
                      <a:gd name="T5" fmla="*/ 2147483647 h 1182"/>
                      <a:gd name="T6" fmla="*/ 2147483647 w 1440"/>
                      <a:gd name="T7" fmla="*/ 2147483647 h 1182"/>
                      <a:gd name="T8" fmla="*/ 2147483647 w 1440"/>
                      <a:gd name="T9" fmla="*/ 2147483647 h 1182"/>
                      <a:gd name="T10" fmla="*/ 2147483647 w 1440"/>
                      <a:gd name="T11" fmla="*/ 2147483647 h 1182"/>
                      <a:gd name="T12" fmla="*/ 2147483647 w 1440"/>
                      <a:gd name="T13" fmla="*/ 2147483647 h 1182"/>
                      <a:gd name="T14" fmla="*/ 2147483647 w 1440"/>
                      <a:gd name="T15" fmla="*/ 2147483647 h 1182"/>
                      <a:gd name="T16" fmla="*/ 2147483647 w 1440"/>
                      <a:gd name="T17" fmla="*/ 2147483647 h 1182"/>
                      <a:gd name="T18" fmla="*/ 2147483647 w 1440"/>
                      <a:gd name="T19" fmla="*/ 2147483647 h 1182"/>
                      <a:gd name="T20" fmla="*/ 2147483647 w 1440"/>
                      <a:gd name="T21" fmla="*/ 2147483647 h 1182"/>
                      <a:gd name="T22" fmla="*/ 2147483647 w 1440"/>
                      <a:gd name="T23" fmla="*/ 2147483647 h 1182"/>
                      <a:gd name="T24" fmla="*/ 2147483647 w 1440"/>
                      <a:gd name="T25" fmla="*/ 2147483647 h 1182"/>
                      <a:gd name="T26" fmla="*/ 2147483647 w 1440"/>
                      <a:gd name="T27" fmla="*/ 2147483647 h 1182"/>
                      <a:gd name="T28" fmla="*/ 2147483647 w 1440"/>
                      <a:gd name="T29" fmla="*/ 2147483647 h 1182"/>
                      <a:gd name="T30" fmla="*/ 2147483647 w 1440"/>
                      <a:gd name="T31" fmla="*/ 2147483647 h 1182"/>
                      <a:gd name="T32" fmla="*/ 2147483647 w 1440"/>
                      <a:gd name="T33" fmla="*/ 2147483647 h 1182"/>
                      <a:gd name="T34" fmla="*/ 2147483647 w 1440"/>
                      <a:gd name="T35" fmla="*/ 2147483647 h 1182"/>
                      <a:gd name="T36" fmla="*/ 2147483647 w 1440"/>
                      <a:gd name="T37" fmla="*/ 2147483647 h 1182"/>
                      <a:gd name="T38" fmla="*/ 2147483647 w 1440"/>
                      <a:gd name="T39" fmla="*/ 2147483647 h 1182"/>
                      <a:gd name="T40" fmla="*/ 2147483647 w 1440"/>
                      <a:gd name="T41" fmla="*/ 2147483647 h 1182"/>
                      <a:gd name="T42" fmla="*/ 2147483647 w 1440"/>
                      <a:gd name="T43" fmla="*/ 2147483647 h 1182"/>
                      <a:gd name="T44" fmla="*/ 2147483647 w 1440"/>
                      <a:gd name="T45" fmla="*/ 2147483647 h 1182"/>
                      <a:gd name="T46" fmla="*/ 2147483647 w 1440"/>
                      <a:gd name="T47" fmla="*/ 2147483647 h 1182"/>
                      <a:gd name="T48" fmla="*/ 2147483647 w 1440"/>
                      <a:gd name="T49" fmla="*/ 2147483647 h 1182"/>
                      <a:gd name="T50" fmla="*/ 2147483647 w 1440"/>
                      <a:gd name="T51" fmla="*/ 2147483647 h 1182"/>
                      <a:gd name="T52" fmla="*/ 2147483647 w 1440"/>
                      <a:gd name="T53" fmla="*/ 2147483647 h 1182"/>
                      <a:gd name="T54" fmla="*/ 2147483647 w 1440"/>
                      <a:gd name="T55" fmla="*/ 2147483647 h 1182"/>
                      <a:gd name="T56" fmla="*/ 2147483647 w 1440"/>
                      <a:gd name="T57" fmla="*/ 2147483647 h 1182"/>
                      <a:gd name="T58" fmla="*/ 2147483647 w 1440"/>
                      <a:gd name="T59" fmla="*/ 2147483647 h 1182"/>
                      <a:gd name="T60" fmla="*/ 2147483647 w 1440"/>
                      <a:gd name="T61" fmla="*/ 0 h 1182"/>
                      <a:gd name="T62" fmla="*/ 2147483647 w 1440"/>
                      <a:gd name="T63" fmla="*/ 2147483647 h 1182"/>
                      <a:gd name="T64" fmla="*/ 2147483647 w 1440"/>
                      <a:gd name="T65" fmla="*/ 2147483647 h 1182"/>
                      <a:gd name="T66" fmla="*/ 2147483647 w 1440"/>
                      <a:gd name="T67" fmla="*/ 2147483647 h 1182"/>
                      <a:gd name="T68" fmla="*/ 2147483647 w 1440"/>
                      <a:gd name="T69" fmla="*/ 2147483647 h 1182"/>
                      <a:gd name="T70" fmla="*/ 2147483647 w 1440"/>
                      <a:gd name="T71" fmla="*/ 2147483647 h 1182"/>
                      <a:gd name="T72" fmla="*/ 2147483647 w 1440"/>
                      <a:gd name="T73" fmla="*/ 2147483647 h 1182"/>
                      <a:gd name="T74" fmla="*/ 2147483647 w 1440"/>
                      <a:gd name="T75" fmla="*/ 2147483647 h 1182"/>
                      <a:gd name="T76" fmla="*/ 2147483647 w 1440"/>
                      <a:gd name="T77" fmla="*/ 2147483647 h 1182"/>
                      <a:gd name="T78" fmla="*/ 2147483647 w 1440"/>
                      <a:gd name="T79" fmla="*/ 2147483647 h 1182"/>
                      <a:gd name="T80" fmla="*/ 2147483647 w 1440"/>
                      <a:gd name="T81" fmla="*/ 2147483647 h 1182"/>
                      <a:gd name="T82" fmla="*/ 2147483647 w 1440"/>
                      <a:gd name="T83" fmla="*/ 2147483647 h 1182"/>
                      <a:gd name="T84" fmla="*/ 2147483647 w 1440"/>
                      <a:gd name="T85" fmla="*/ 2147483647 h 1182"/>
                      <a:gd name="T86" fmla="*/ 2147483647 w 1440"/>
                      <a:gd name="T87" fmla="*/ 2147483647 h 1182"/>
                      <a:gd name="T88" fmla="*/ 2147483647 w 1440"/>
                      <a:gd name="T89" fmla="*/ 2147483647 h 1182"/>
                      <a:gd name="T90" fmla="*/ 2147483647 w 1440"/>
                      <a:gd name="T91" fmla="*/ 2147483647 h 1182"/>
                      <a:gd name="T92" fmla="*/ 2147483647 w 1440"/>
                      <a:gd name="T93" fmla="*/ 2147483647 h 1182"/>
                      <a:gd name="T94" fmla="*/ 2147483647 w 1440"/>
                      <a:gd name="T95" fmla="*/ 2147483647 h 1182"/>
                      <a:gd name="T96" fmla="*/ 2147483647 w 1440"/>
                      <a:gd name="T97" fmla="*/ 2147483647 h 1182"/>
                      <a:gd name="T98" fmla="*/ 2147483647 w 1440"/>
                      <a:gd name="T99" fmla="*/ 2147483647 h 1182"/>
                      <a:gd name="T100" fmla="*/ 2147483647 w 1440"/>
                      <a:gd name="T101" fmla="*/ 2147483647 h 1182"/>
                      <a:gd name="T102" fmla="*/ 2147483647 w 1440"/>
                      <a:gd name="T103" fmla="*/ 2147483647 h 1182"/>
                      <a:gd name="T104" fmla="*/ 2147483647 w 1440"/>
                      <a:gd name="T105" fmla="*/ 2147483647 h 1182"/>
                      <a:gd name="T106" fmla="*/ 2147483647 w 1440"/>
                      <a:gd name="T107" fmla="*/ 2147483647 h 1182"/>
                      <a:gd name="T108" fmla="*/ 2147483647 w 1440"/>
                      <a:gd name="T109" fmla="*/ 2147483647 h 1182"/>
                      <a:gd name="T110" fmla="*/ 2147483647 w 1440"/>
                      <a:gd name="T111" fmla="*/ 2147483647 h 1182"/>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1440"/>
                      <a:gd name="T169" fmla="*/ 0 h 1182"/>
                      <a:gd name="T170" fmla="*/ 1440 w 1440"/>
                      <a:gd name="T171" fmla="*/ 1182 h 1182"/>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1440" h="1182">
                        <a:moveTo>
                          <a:pt x="1338" y="1176"/>
                        </a:moveTo>
                        <a:lnTo>
                          <a:pt x="1338" y="1170"/>
                        </a:lnTo>
                        <a:lnTo>
                          <a:pt x="1332" y="1158"/>
                        </a:lnTo>
                        <a:lnTo>
                          <a:pt x="1332" y="1128"/>
                        </a:lnTo>
                        <a:lnTo>
                          <a:pt x="1344" y="1116"/>
                        </a:lnTo>
                        <a:lnTo>
                          <a:pt x="1344" y="1110"/>
                        </a:lnTo>
                        <a:lnTo>
                          <a:pt x="1350" y="1104"/>
                        </a:lnTo>
                        <a:lnTo>
                          <a:pt x="1356" y="1086"/>
                        </a:lnTo>
                        <a:lnTo>
                          <a:pt x="1368" y="1086"/>
                        </a:lnTo>
                        <a:lnTo>
                          <a:pt x="1374" y="1080"/>
                        </a:lnTo>
                        <a:lnTo>
                          <a:pt x="1374" y="1074"/>
                        </a:lnTo>
                        <a:lnTo>
                          <a:pt x="1380" y="1074"/>
                        </a:lnTo>
                        <a:lnTo>
                          <a:pt x="1380" y="1068"/>
                        </a:lnTo>
                        <a:lnTo>
                          <a:pt x="1386" y="1062"/>
                        </a:lnTo>
                        <a:lnTo>
                          <a:pt x="1398" y="1056"/>
                        </a:lnTo>
                        <a:lnTo>
                          <a:pt x="1428" y="1056"/>
                        </a:lnTo>
                        <a:lnTo>
                          <a:pt x="1428" y="1062"/>
                        </a:lnTo>
                        <a:lnTo>
                          <a:pt x="1434" y="1062"/>
                        </a:lnTo>
                        <a:lnTo>
                          <a:pt x="1440" y="1056"/>
                        </a:lnTo>
                        <a:lnTo>
                          <a:pt x="1440" y="1044"/>
                        </a:lnTo>
                        <a:lnTo>
                          <a:pt x="1434" y="1026"/>
                        </a:lnTo>
                        <a:lnTo>
                          <a:pt x="1428" y="1014"/>
                        </a:lnTo>
                        <a:lnTo>
                          <a:pt x="1422" y="1008"/>
                        </a:lnTo>
                        <a:lnTo>
                          <a:pt x="1404" y="1008"/>
                        </a:lnTo>
                        <a:lnTo>
                          <a:pt x="1404" y="996"/>
                        </a:lnTo>
                        <a:lnTo>
                          <a:pt x="1398" y="984"/>
                        </a:lnTo>
                        <a:lnTo>
                          <a:pt x="1398" y="960"/>
                        </a:lnTo>
                        <a:lnTo>
                          <a:pt x="1392" y="960"/>
                        </a:lnTo>
                        <a:lnTo>
                          <a:pt x="1398" y="930"/>
                        </a:lnTo>
                        <a:lnTo>
                          <a:pt x="1374" y="930"/>
                        </a:lnTo>
                        <a:lnTo>
                          <a:pt x="1362" y="912"/>
                        </a:lnTo>
                        <a:lnTo>
                          <a:pt x="1350" y="918"/>
                        </a:lnTo>
                        <a:lnTo>
                          <a:pt x="1332" y="918"/>
                        </a:lnTo>
                        <a:lnTo>
                          <a:pt x="1326" y="912"/>
                        </a:lnTo>
                        <a:lnTo>
                          <a:pt x="1314" y="894"/>
                        </a:lnTo>
                        <a:lnTo>
                          <a:pt x="1308" y="876"/>
                        </a:lnTo>
                        <a:lnTo>
                          <a:pt x="1296" y="864"/>
                        </a:lnTo>
                        <a:lnTo>
                          <a:pt x="1284" y="846"/>
                        </a:lnTo>
                        <a:lnTo>
                          <a:pt x="1278" y="840"/>
                        </a:lnTo>
                        <a:lnTo>
                          <a:pt x="1272" y="828"/>
                        </a:lnTo>
                        <a:lnTo>
                          <a:pt x="1248" y="804"/>
                        </a:lnTo>
                        <a:lnTo>
                          <a:pt x="1242" y="804"/>
                        </a:lnTo>
                        <a:lnTo>
                          <a:pt x="1242" y="792"/>
                        </a:lnTo>
                        <a:lnTo>
                          <a:pt x="1260" y="774"/>
                        </a:lnTo>
                        <a:lnTo>
                          <a:pt x="1266" y="762"/>
                        </a:lnTo>
                        <a:lnTo>
                          <a:pt x="1272" y="756"/>
                        </a:lnTo>
                        <a:lnTo>
                          <a:pt x="1296" y="708"/>
                        </a:lnTo>
                        <a:lnTo>
                          <a:pt x="1284" y="684"/>
                        </a:lnTo>
                        <a:lnTo>
                          <a:pt x="1278" y="678"/>
                        </a:lnTo>
                        <a:lnTo>
                          <a:pt x="1242" y="678"/>
                        </a:lnTo>
                        <a:lnTo>
                          <a:pt x="1230" y="672"/>
                        </a:lnTo>
                        <a:lnTo>
                          <a:pt x="1224" y="672"/>
                        </a:lnTo>
                        <a:lnTo>
                          <a:pt x="1218" y="666"/>
                        </a:lnTo>
                        <a:lnTo>
                          <a:pt x="1218" y="612"/>
                        </a:lnTo>
                        <a:lnTo>
                          <a:pt x="1212" y="606"/>
                        </a:lnTo>
                        <a:lnTo>
                          <a:pt x="1200" y="582"/>
                        </a:lnTo>
                        <a:lnTo>
                          <a:pt x="1188" y="564"/>
                        </a:lnTo>
                        <a:lnTo>
                          <a:pt x="1176" y="540"/>
                        </a:lnTo>
                        <a:lnTo>
                          <a:pt x="1182" y="528"/>
                        </a:lnTo>
                        <a:lnTo>
                          <a:pt x="1200" y="510"/>
                        </a:lnTo>
                        <a:lnTo>
                          <a:pt x="1200" y="504"/>
                        </a:lnTo>
                        <a:lnTo>
                          <a:pt x="1194" y="498"/>
                        </a:lnTo>
                        <a:lnTo>
                          <a:pt x="1170" y="498"/>
                        </a:lnTo>
                        <a:lnTo>
                          <a:pt x="1170" y="468"/>
                        </a:lnTo>
                        <a:lnTo>
                          <a:pt x="1158" y="456"/>
                        </a:lnTo>
                        <a:lnTo>
                          <a:pt x="1158" y="450"/>
                        </a:lnTo>
                        <a:lnTo>
                          <a:pt x="1164" y="444"/>
                        </a:lnTo>
                        <a:lnTo>
                          <a:pt x="1176" y="438"/>
                        </a:lnTo>
                        <a:lnTo>
                          <a:pt x="1182" y="432"/>
                        </a:lnTo>
                        <a:lnTo>
                          <a:pt x="1188" y="432"/>
                        </a:lnTo>
                        <a:lnTo>
                          <a:pt x="1176" y="414"/>
                        </a:lnTo>
                        <a:lnTo>
                          <a:pt x="1200" y="408"/>
                        </a:lnTo>
                        <a:lnTo>
                          <a:pt x="1200" y="402"/>
                        </a:lnTo>
                        <a:lnTo>
                          <a:pt x="1194" y="396"/>
                        </a:lnTo>
                        <a:lnTo>
                          <a:pt x="1194" y="372"/>
                        </a:lnTo>
                        <a:lnTo>
                          <a:pt x="1188" y="360"/>
                        </a:lnTo>
                        <a:lnTo>
                          <a:pt x="1188" y="354"/>
                        </a:lnTo>
                        <a:lnTo>
                          <a:pt x="1194" y="342"/>
                        </a:lnTo>
                        <a:lnTo>
                          <a:pt x="1200" y="336"/>
                        </a:lnTo>
                        <a:lnTo>
                          <a:pt x="1188" y="306"/>
                        </a:lnTo>
                        <a:lnTo>
                          <a:pt x="1194" y="282"/>
                        </a:lnTo>
                        <a:lnTo>
                          <a:pt x="1182" y="282"/>
                        </a:lnTo>
                        <a:lnTo>
                          <a:pt x="1182" y="246"/>
                        </a:lnTo>
                        <a:lnTo>
                          <a:pt x="1116" y="252"/>
                        </a:lnTo>
                        <a:lnTo>
                          <a:pt x="1110" y="246"/>
                        </a:lnTo>
                        <a:lnTo>
                          <a:pt x="1104" y="234"/>
                        </a:lnTo>
                        <a:lnTo>
                          <a:pt x="1092" y="228"/>
                        </a:lnTo>
                        <a:lnTo>
                          <a:pt x="1080" y="216"/>
                        </a:lnTo>
                        <a:lnTo>
                          <a:pt x="1068" y="216"/>
                        </a:lnTo>
                        <a:lnTo>
                          <a:pt x="1062" y="210"/>
                        </a:lnTo>
                        <a:lnTo>
                          <a:pt x="1056" y="210"/>
                        </a:lnTo>
                        <a:lnTo>
                          <a:pt x="1050" y="204"/>
                        </a:lnTo>
                        <a:lnTo>
                          <a:pt x="1044" y="192"/>
                        </a:lnTo>
                        <a:lnTo>
                          <a:pt x="1044" y="186"/>
                        </a:lnTo>
                        <a:lnTo>
                          <a:pt x="1038" y="180"/>
                        </a:lnTo>
                        <a:lnTo>
                          <a:pt x="1032" y="180"/>
                        </a:lnTo>
                        <a:lnTo>
                          <a:pt x="1020" y="174"/>
                        </a:lnTo>
                        <a:lnTo>
                          <a:pt x="1002" y="174"/>
                        </a:lnTo>
                        <a:lnTo>
                          <a:pt x="990" y="168"/>
                        </a:lnTo>
                        <a:lnTo>
                          <a:pt x="972" y="168"/>
                        </a:lnTo>
                        <a:lnTo>
                          <a:pt x="972" y="174"/>
                        </a:lnTo>
                        <a:lnTo>
                          <a:pt x="960" y="168"/>
                        </a:lnTo>
                        <a:lnTo>
                          <a:pt x="954" y="162"/>
                        </a:lnTo>
                        <a:lnTo>
                          <a:pt x="942" y="156"/>
                        </a:lnTo>
                        <a:lnTo>
                          <a:pt x="936" y="150"/>
                        </a:lnTo>
                        <a:lnTo>
                          <a:pt x="906" y="150"/>
                        </a:lnTo>
                        <a:lnTo>
                          <a:pt x="906" y="138"/>
                        </a:lnTo>
                        <a:lnTo>
                          <a:pt x="894" y="126"/>
                        </a:lnTo>
                        <a:lnTo>
                          <a:pt x="834" y="126"/>
                        </a:lnTo>
                        <a:lnTo>
                          <a:pt x="834" y="132"/>
                        </a:lnTo>
                        <a:lnTo>
                          <a:pt x="828" y="138"/>
                        </a:lnTo>
                        <a:lnTo>
                          <a:pt x="816" y="132"/>
                        </a:lnTo>
                        <a:lnTo>
                          <a:pt x="780" y="132"/>
                        </a:lnTo>
                        <a:lnTo>
                          <a:pt x="768" y="138"/>
                        </a:lnTo>
                        <a:lnTo>
                          <a:pt x="750" y="156"/>
                        </a:lnTo>
                        <a:lnTo>
                          <a:pt x="738" y="162"/>
                        </a:lnTo>
                        <a:lnTo>
                          <a:pt x="732" y="168"/>
                        </a:lnTo>
                        <a:lnTo>
                          <a:pt x="732" y="180"/>
                        </a:lnTo>
                        <a:lnTo>
                          <a:pt x="720" y="186"/>
                        </a:lnTo>
                        <a:lnTo>
                          <a:pt x="708" y="198"/>
                        </a:lnTo>
                        <a:lnTo>
                          <a:pt x="678" y="198"/>
                        </a:lnTo>
                        <a:lnTo>
                          <a:pt x="690" y="210"/>
                        </a:lnTo>
                        <a:lnTo>
                          <a:pt x="690" y="222"/>
                        </a:lnTo>
                        <a:lnTo>
                          <a:pt x="696" y="228"/>
                        </a:lnTo>
                        <a:lnTo>
                          <a:pt x="696" y="234"/>
                        </a:lnTo>
                        <a:lnTo>
                          <a:pt x="690" y="240"/>
                        </a:lnTo>
                        <a:lnTo>
                          <a:pt x="678" y="240"/>
                        </a:lnTo>
                        <a:lnTo>
                          <a:pt x="666" y="234"/>
                        </a:lnTo>
                        <a:lnTo>
                          <a:pt x="660" y="228"/>
                        </a:lnTo>
                        <a:lnTo>
                          <a:pt x="654" y="228"/>
                        </a:lnTo>
                        <a:lnTo>
                          <a:pt x="648" y="234"/>
                        </a:lnTo>
                        <a:lnTo>
                          <a:pt x="624" y="234"/>
                        </a:lnTo>
                        <a:lnTo>
                          <a:pt x="612" y="240"/>
                        </a:lnTo>
                        <a:lnTo>
                          <a:pt x="600" y="240"/>
                        </a:lnTo>
                        <a:lnTo>
                          <a:pt x="582" y="246"/>
                        </a:lnTo>
                        <a:lnTo>
                          <a:pt x="558" y="258"/>
                        </a:lnTo>
                        <a:lnTo>
                          <a:pt x="546" y="252"/>
                        </a:lnTo>
                        <a:lnTo>
                          <a:pt x="534" y="252"/>
                        </a:lnTo>
                        <a:lnTo>
                          <a:pt x="522" y="246"/>
                        </a:lnTo>
                        <a:lnTo>
                          <a:pt x="498" y="246"/>
                        </a:lnTo>
                        <a:lnTo>
                          <a:pt x="480" y="240"/>
                        </a:lnTo>
                        <a:lnTo>
                          <a:pt x="468" y="228"/>
                        </a:lnTo>
                        <a:lnTo>
                          <a:pt x="456" y="222"/>
                        </a:lnTo>
                        <a:lnTo>
                          <a:pt x="444" y="210"/>
                        </a:lnTo>
                        <a:lnTo>
                          <a:pt x="438" y="198"/>
                        </a:lnTo>
                        <a:lnTo>
                          <a:pt x="432" y="192"/>
                        </a:lnTo>
                        <a:lnTo>
                          <a:pt x="432" y="186"/>
                        </a:lnTo>
                        <a:lnTo>
                          <a:pt x="378" y="186"/>
                        </a:lnTo>
                        <a:lnTo>
                          <a:pt x="354" y="162"/>
                        </a:lnTo>
                        <a:lnTo>
                          <a:pt x="336" y="126"/>
                        </a:lnTo>
                        <a:lnTo>
                          <a:pt x="330" y="120"/>
                        </a:lnTo>
                        <a:lnTo>
                          <a:pt x="330" y="114"/>
                        </a:lnTo>
                        <a:lnTo>
                          <a:pt x="312" y="114"/>
                        </a:lnTo>
                        <a:lnTo>
                          <a:pt x="312" y="108"/>
                        </a:lnTo>
                        <a:lnTo>
                          <a:pt x="306" y="102"/>
                        </a:lnTo>
                        <a:lnTo>
                          <a:pt x="300" y="102"/>
                        </a:lnTo>
                        <a:lnTo>
                          <a:pt x="294" y="96"/>
                        </a:lnTo>
                        <a:lnTo>
                          <a:pt x="282" y="90"/>
                        </a:lnTo>
                        <a:lnTo>
                          <a:pt x="270" y="78"/>
                        </a:lnTo>
                        <a:lnTo>
                          <a:pt x="270" y="72"/>
                        </a:lnTo>
                        <a:lnTo>
                          <a:pt x="282" y="72"/>
                        </a:lnTo>
                        <a:lnTo>
                          <a:pt x="288" y="66"/>
                        </a:lnTo>
                        <a:lnTo>
                          <a:pt x="288" y="60"/>
                        </a:lnTo>
                        <a:lnTo>
                          <a:pt x="282" y="54"/>
                        </a:lnTo>
                        <a:lnTo>
                          <a:pt x="276" y="54"/>
                        </a:lnTo>
                        <a:lnTo>
                          <a:pt x="276" y="42"/>
                        </a:lnTo>
                        <a:lnTo>
                          <a:pt x="282" y="36"/>
                        </a:lnTo>
                        <a:lnTo>
                          <a:pt x="282" y="18"/>
                        </a:lnTo>
                        <a:lnTo>
                          <a:pt x="276" y="12"/>
                        </a:lnTo>
                        <a:lnTo>
                          <a:pt x="270" y="0"/>
                        </a:lnTo>
                        <a:lnTo>
                          <a:pt x="258" y="0"/>
                        </a:lnTo>
                        <a:lnTo>
                          <a:pt x="246" y="6"/>
                        </a:lnTo>
                        <a:lnTo>
                          <a:pt x="234" y="18"/>
                        </a:lnTo>
                        <a:lnTo>
                          <a:pt x="222" y="24"/>
                        </a:lnTo>
                        <a:lnTo>
                          <a:pt x="204" y="36"/>
                        </a:lnTo>
                        <a:lnTo>
                          <a:pt x="192" y="48"/>
                        </a:lnTo>
                        <a:lnTo>
                          <a:pt x="192" y="54"/>
                        </a:lnTo>
                        <a:lnTo>
                          <a:pt x="186" y="60"/>
                        </a:lnTo>
                        <a:lnTo>
                          <a:pt x="180" y="72"/>
                        </a:lnTo>
                        <a:lnTo>
                          <a:pt x="132" y="72"/>
                        </a:lnTo>
                        <a:lnTo>
                          <a:pt x="96" y="60"/>
                        </a:lnTo>
                        <a:lnTo>
                          <a:pt x="84" y="54"/>
                        </a:lnTo>
                        <a:lnTo>
                          <a:pt x="66" y="36"/>
                        </a:lnTo>
                        <a:lnTo>
                          <a:pt x="54" y="12"/>
                        </a:lnTo>
                        <a:lnTo>
                          <a:pt x="54" y="6"/>
                        </a:lnTo>
                        <a:lnTo>
                          <a:pt x="48" y="0"/>
                        </a:lnTo>
                        <a:lnTo>
                          <a:pt x="42" y="0"/>
                        </a:lnTo>
                        <a:lnTo>
                          <a:pt x="24" y="18"/>
                        </a:lnTo>
                        <a:lnTo>
                          <a:pt x="24" y="30"/>
                        </a:lnTo>
                        <a:lnTo>
                          <a:pt x="0" y="30"/>
                        </a:lnTo>
                        <a:lnTo>
                          <a:pt x="18" y="54"/>
                        </a:lnTo>
                        <a:lnTo>
                          <a:pt x="18" y="84"/>
                        </a:lnTo>
                        <a:lnTo>
                          <a:pt x="30" y="96"/>
                        </a:lnTo>
                        <a:lnTo>
                          <a:pt x="30" y="108"/>
                        </a:lnTo>
                        <a:lnTo>
                          <a:pt x="36" y="114"/>
                        </a:lnTo>
                        <a:lnTo>
                          <a:pt x="42" y="114"/>
                        </a:lnTo>
                        <a:lnTo>
                          <a:pt x="36" y="120"/>
                        </a:lnTo>
                        <a:lnTo>
                          <a:pt x="36" y="126"/>
                        </a:lnTo>
                        <a:lnTo>
                          <a:pt x="30" y="138"/>
                        </a:lnTo>
                        <a:lnTo>
                          <a:pt x="24" y="144"/>
                        </a:lnTo>
                        <a:lnTo>
                          <a:pt x="60" y="162"/>
                        </a:lnTo>
                        <a:lnTo>
                          <a:pt x="60" y="192"/>
                        </a:lnTo>
                        <a:lnTo>
                          <a:pt x="84" y="198"/>
                        </a:lnTo>
                        <a:lnTo>
                          <a:pt x="84" y="210"/>
                        </a:lnTo>
                        <a:lnTo>
                          <a:pt x="96" y="246"/>
                        </a:lnTo>
                        <a:lnTo>
                          <a:pt x="108" y="270"/>
                        </a:lnTo>
                        <a:lnTo>
                          <a:pt x="120" y="282"/>
                        </a:lnTo>
                        <a:lnTo>
                          <a:pt x="120" y="300"/>
                        </a:lnTo>
                        <a:lnTo>
                          <a:pt x="144" y="306"/>
                        </a:lnTo>
                        <a:lnTo>
                          <a:pt x="156" y="324"/>
                        </a:lnTo>
                        <a:lnTo>
                          <a:pt x="162" y="318"/>
                        </a:lnTo>
                        <a:lnTo>
                          <a:pt x="174" y="312"/>
                        </a:lnTo>
                        <a:lnTo>
                          <a:pt x="186" y="312"/>
                        </a:lnTo>
                        <a:lnTo>
                          <a:pt x="186" y="318"/>
                        </a:lnTo>
                        <a:lnTo>
                          <a:pt x="168" y="336"/>
                        </a:lnTo>
                        <a:lnTo>
                          <a:pt x="168" y="342"/>
                        </a:lnTo>
                        <a:lnTo>
                          <a:pt x="180" y="354"/>
                        </a:lnTo>
                        <a:lnTo>
                          <a:pt x="186" y="366"/>
                        </a:lnTo>
                        <a:lnTo>
                          <a:pt x="186" y="372"/>
                        </a:lnTo>
                        <a:lnTo>
                          <a:pt x="174" y="384"/>
                        </a:lnTo>
                        <a:lnTo>
                          <a:pt x="168" y="384"/>
                        </a:lnTo>
                        <a:lnTo>
                          <a:pt x="168" y="414"/>
                        </a:lnTo>
                        <a:lnTo>
                          <a:pt x="156" y="414"/>
                        </a:lnTo>
                        <a:lnTo>
                          <a:pt x="144" y="426"/>
                        </a:lnTo>
                        <a:lnTo>
                          <a:pt x="144" y="432"/>
                        </a:lnTo>
                        <a:lnTo>
                          <a:pt x="156" y="444"/>
                        </a:lnTo>
                        <a:lnTo>
                          <a:pt x="150" y="450"/>
                        </a:lnTo>
                        <a:lnTo>
                          <a:pt x="144" y="462"/>
                        </a:lnTo>
                        <a:lnTo>
                          <a:pt x="144" y="468"/>
                        </a:lnTo>
                        <a:lnTo>
                          <a:pt x="150" y="474"/>
                        </a:lnTo>
                        <a:lnTo>
                          <a:pt x="162" y="480"/>
                        </a:lnTo>
                        <a:lnTo>
                          <a:pt x="174" y="492"/>
                        </a:lnTo>
                        <a:lnTo>
                          <a:pt x="198" y="504"/>
                        </a:lnTo>
                        <a:lnTo>
                          <a:pt x="204" y="510"/>
                        </a:lnTo>
                        <a:lnTo>
                          <a:pt x="210" y="510"/>
                        </a:lnTo>
                        <a:lnTo>
                          <a:pt x="210" y="552"/>
                        </a:lnTo>
                        <a:lnTo>
                          <a:pt x="234" y="552"/>
                        </a:lnTo>
                        <a:lnTo>
                          <a:pt x="240" y="558"/>
                        </a:lnTo>
                        <a:lnTo>
                          <a:pt x="252" y="564"/>
                        </a:lnTo>
                        <a:lnTo>
                          <a:pt x="270" y="582"/>
                        </a:lnTo>
                        <a:lnTo>
                          <a:pt x="288" y="582"/>
                        </a:lnTo>
                        <a:lnTo>
                          <a:pt x="294" y="588"/>
                        </a:lnTo>
                        <a:lnTo>
                          <a:pt x="300" y="600"/>
                        </a:lnTo>
                        <a:lnTo>
                          <a:pt x="330" y="636"/>
                        </a:lnTo>
                        <a:lnTo>
                          <a:pt x="330" y="648"/>
                        </a:lnTo>
                        <a:lnTo>
                          <a:pt x="324" y="660"/>
                        </a:lnTo>
                        <a:lnTo>
                          <a:pt x="324" y="696"/>
                        </a:lnTo>
                        <a:lnTo>
                          <a:pt x="330" y="702"/>
                        </a:lnTo>
                        <a:lnTo>
                          <a:pt x="342" y="708"/>
                        </a:lnTo>
                        <a:lnTo>
                          <a:pt x="348" y="714"/>
                        </a:lnTo>
                        <a:lnTo>
                          <a:pt x="354" y="714"/>
                        </a:lnTo>
                        <a:lnTo>
                          <a:pt x="360" y="744"/>
                        </a:lnTo>
                        <a:lnTo>
                          <a:pt x="372" y="750"/>
                        </a:lnTo>
                        <a:lnTo>
                          <a:pt x="384" y="762"/>
                        </a:lnTo>
                        <a:lnTo>
                          <a:pt x="384" y="768"/>
                        </a:lnTo>
                        <a:lnTo>
                          <a:pt x="390" y="774"/>
                        </a:lnTo>
                        <a:lnTo>
                          <a:pt x="402" y="780"/>
                        </a:lnTo>
                        <a:lnTo>
                          <a:pt x="408" y="786"/>
                        </a:lnTo>
                        <a:lnTo>
                          <a:pt x="420" y="792"/>
                        </a:lnTo>
                        <a:lnTo>
                          <a:pt x="426" y="786"/>
                        </a:lnTo>
                        <a:lnTo>
                          <a:pt x="426" y="774"/>
                        </a:lnTo>
                        <a:lnTo>
                          <a:pt x="420" y="768"/>
                        </a:lnTo>
                        <a:lnTo>
                          <a:pt x="420" y="762"/>
                        </a:lnTo>
                        <a:lnTo>
                          <a:pt x="426" y="756"/>
                        </a:lnTo>
                        <a:lnTo>
                          <a:pt x="438" y="750"/>
                        </a:lnTo>
                        <a:lnTo>
                          <a:pt x="444" y="756"/>
                        </a:lnTo>
                        <a:lnTo>
                          <a:pt x="450" y="756"/>
                        </a:lnTo>
                        <a:lnTo>
                          <a:pt x="450" y="768"/>
                        </a:lnTo>
                        <a:lnTo>
                          <a:pt x="456" y="780"/>
                        </a:lnTo>
                        <a:lnTo>
                          <a:pt x="474" y="780"/>
                        </a:lnTo>
                        <a:lnTo>
                          <a:pt x="474" y="786"/>
                        </a:lnTo>
                        <a:lnTo>
                          <a:pt x="474" y="780"/>
                        </a:lnTo>
                        <a:lnTo>
                          <a:pt x="480" y="780"/>
                        </a:lnTo>
                        <a:lnTo>
                          <a:pt x="480" y="768"/>
                        </a:lnTo>
                        <a:lnTo>
                          <a:pt x="504" y="768"/>
                        </a:lnTo>
                        <a:lnTo>
                          <a:pt x="504" y="804"/>
                        </a:lnTo>
                        <a:lnTo>
                          <a:pt x="510" y="810"/>
                        </a:lnTo>
                        <a:lnTo>
                          <a:pt x="516" y="810"/>
                        </a:lnTo>
                        <a:lnTo>
                          <a:pt x="528" y="816"/>
                        </a:lnTo>
                        <a:lnTo>
                          <a:pt x="540" y="828"/>
                        </a:lnTo>
                        <a:lnTo>
                          <a:pt x="540" y="846"/>
                        </a:lnTo>
                        <a:lnTo>
                          <a:pt x="552" y="858"/>
                        </a:lnTo>
                        <a:lnTo>
                          <a:pt x="558" y="870"/>
                        </a:lnTo>
                        <a:lnTo>
                          <a:pt x="564" y="876"/>
                        </a:lnTo>
                        <a:lnTo>
                          <a:pt x="570" y="876"/>
                        </a:lnTo>
                        <a:lnTo>
                          <a:pt x="582" y="894"/>
                        </a:lnTo>
                        <a:lnTo>
                          <a:pt x="582" y="906"/>
                        </a:lnTo>
                        <a:lnTo>
                          <a:pt x="594" y="930"/>
                        </a:lnTo>
                        <a:lnTo>
                          <a:pt x="600" y="936"/>
                        </a:lnTo>
                        <a:lnTo>
                          <a:pt x="606" y="936"/>
                        </a:lnTo>
                        <a:lnTo>
                          <a:pt x="612" y="942"/>
                        </a:lnTo>
                        <a:lnTo>
                          <a:pt x="618" y="954"/>
                        </a:lnTo>
                        <a:lnTo>
                          <a:pt x="618" y="960"/>
                        </a:lnTo>
                        <a:lnTo>
                          <a:pt x="648" y="960"/>
                        </a:lnTo>
                        <a:lnTo>
                          <a:pt x="666" y="984"/>
                        </a:lnTo>
                        <a:lnTo>
                          <a:pt x="684" y="978"/>
                        </a:lnTo>
                        <a:lnTo>
                          <a:pt x="702" y="978"/>
                        </a:lnTo>
                        <a:lnTo>
                          <a:pt x="720" y="996"/>
                        </a:lnTo>
                        <a:lnTo>
                          <a:pt x="738" y="1008"/>
                        </a:lnTo>
                        <a:lnTo>
                          <a:pt x="756" y="1026"/>
                        </a:lnTo>
                        <a:lnTo>
                          <a:pt x="792" y="1050"/>
                        </a:lnTo>
                        <a:lnTo>
                          <a:pt x="810" y="1050"/>
                        </a:lnTo>
                        <a:lnTo>
                          <a:pt x="822" y="1056"/>
                        </a:lnTo>
                        <a:lnTo>
                          <a:pt x="834" y="1068"/>
                        </a:lnTo>
                        <a:lnTo>
                          <a:pt x="852" y="1068"/>
                        </a:lnTo>
                        <a:lnTo>
                          <a:pt x="876" y="1056"/>
                        </a:lnTo>
                        <a:lnTo>
                          <a:pt x="876" y="1050"/>
                        </a:lnTo>
                        <a:lnTo>
                          <a:pt x="900" y="1056"/>
                        </a:lnTo>
                        <a:lnTo>
                          <a:pt x="912" y="1032"/>
                        </a:lnTo>
                        <a:lnTo>
                          <a:pt x="930" y="1032"/>
                        </a:lnTo>
                        <a:lnTo>
                          <a:pt x="954" y="1008"/>
                        </a:lnTo>
                        <a:lnTo>
                          <a:pt x="966" y="1020"/>
                        </a:lnTo>
                        <a:lnTo>
                          <a:pt x="972" y="1014"/>
                        </a:lnTo>
                        <a:lnTo>
                          <a:pt x="984" y="1014"/>
                        </a:lnTo>
                        <a:lnTo>
                          <a:pt x="1002" y="1032"/>
                        </a:lnTo>
                        <a:lnTo>
                          <a:pt x="1014" y="1050"/>
                        </a:lnTo>
                        <a:lnTo>
                          <a:pt x="1020" y="1068"/>
                        </a:lnTo>
                        <a:lnTo>
                          <a:pt x="1032" y="1080"/>
                        </a:lnTo>
                        <a:lnTo>
                          <a:pt x="1032" y="1098"/>
                        </a:lnTo>
                        <a:lnTo>
                          <a:pt x="1038" y="1110"/>
                        </a:lnTo>
                        <a:lnTo>
                          <a:pt x="1044" y="1116"/>
                        </a:lnTo>
                        <a:lnTo>
                          <a:pt x="1056" y="1122"/>
                        </a:lnTo>
                        <a:lnTo>
                          <a:pt x="1080" y="1122"/>
                        </a:lnTo>
                        <a:lnTo>
                          <a:pt x="1080" y="1128"/>
                        </a:lnTo>
                        <a:lnTo>
                          <a:pt x="1086" y="1134"/>
                        </a:lnTo>
                        <a:lnTo>
                          <a:pt x="1098" y="1140"/>
                        </a:lnTo>
                        <a:lnTo>
                          <a:pt x="1164" y="1140"/>
                        </a:lnTo>
                        <a:lnTo>
                          <a:pt x="1176" y="1146"/>
                        </a:lnTo>
                        <a:lnTo>
                          <a:pt x="1200" y="1170"/>
                        </a:lnTo>
                        <a:lnTo>
                          <a:pt x="1212" y="1170"/>
                        </a:lnTo>
                        <a:lnTo>
                          <a:pt x="1224" y="1164"/>
                        </a:lnTo>
                        <a:lnTo>
                          <a:pt x="1230" y="1164"/>
                        </a:lnTo>
                        <a:lnTo>
                          <a:pt x="1242" y="1158"/>
                        </a:lnTo>
                        <a:lnTo>
                          <a:pt x="1248" y="1158"/>
                        </a:lnTo>
                        <a:lnTo>
                          <a:pt x="1254" y="1164"/>
                        </a:lnTo>
                        <a:lnTo>
                          <a:pt x="1278" y="1176"/>
                        </a:lnTo>
                        <a:lnTo>
                          <a:pt x="1296" y="1182"/>
                        </a:lnTo>
                        <a:lnTo>
                          <a:pt x="1326" y="1182"/>
                        </a:lnTo>
                        <a:lnTo>
                          <a:pt x="1338" y="1176"/>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612" name="Sri Lanka" descr="© INSCALE GmbH, 05.05.2010&#10;http://www.presentationload.com/">
                    <a:extLst>
                      <a:ext uri="{FF2B5EF4-FFF2-40B4-BE49-F238E27FC236}">
                        <a16:creationId xmlns:a16="http://schemas.microsoft.com/office/drawing/2014/main" id="{F66ED99B-CEE0-EB32-3BBB-A9D6AE38CD1D}"/>
                      </a:ext>
                    </a:extLst>
                  </p:cNvPr>
                  <p:cNvSpPr>
                    <a:spLocks/>
                  </p:cNvSpPr>
                  <p:nvPr/>
                </p:nvSpPr>
                <p:spPr bwMode="gray">
                  <a:xfrm>
                    <a:off x="4089" y="2372"/>
                    <a:ext cx="43" cy="78"/>
                  </a:xfrm>
                  <a:custGeom>
                    <a:avLst/>
                    <a:gdLst>
                      <a:gd name="T0" fmla="*/ 2147483647 w 174"/>
                      <a:gd name="T1" fmla="*/ 2147483647 h 306"/>
                      <a:gd name="T2" fmla="*/ 2147483647 w 174"/>
                      <a:gd name="T3" fmla="*/ 0 h 306"/>
                      <a:gd name="T4" fmla="*/ 2147483647 w 174"/>
                      <a:gd name="T5" fmla="*/ 0 h 306"/>
                      <a:gd name="T6" fmla="*/ 2147483647 w 174"/>
                      <a:gd name="T7" fmla="*/ 2147483647 h 306"/>
                      <a:gd name="T8" fmla="*/ 2147483647 w 174"/>
                      <a:gd name="T9" fmla="*/ 2147483647 h 306"/>
                      <a:gd name="T10" fmla="*/ 2147483647 w 174"/>
                      <a:gd name="T11" fmla="*/ 2147483647 h 306"/>
                      <a:gd name="T12" fmla="*/ 2147483647 w 174"/>
                      <a:gd name="T13" fmla="*/ 2147483647 h 306"/>
                      <a:gd name="T14" fmla="*/ 2147483647 w 174"/>
                      <a:gd name="T15" fmla="*/ 2147483647 h 306"/>
                      <a:gd name="T16" fmla="*/ 2147483647 w 174"/>
                      <a:gd name="T17" fmla="*/ 2147483647 h 306"/>
                      <a:gd name="T18" fmla="*/ 2147483647 w 174"/>
                      <a:gd name="T19" fmla="*/ 2147483647 h 306"/>
                      <a:gd name="T20" fmla="*/ 2147483647 w 174"/>
                      <a:gd name="T21" fmla="*/ 2147483647 h 306"/>
                      <a:gd name="T22" fmla="*/ 2147483647 w 174"/>
                      <a:gd name="T23" fmla="*/ 2147483647 h 306"/>
                      <a:gd name="T24" fmla="*/ 2147483647 w 174"/>
                      <a:gd name="T25" fmla="*/ 2147483647 h 306"/>
                      <a:gd name="T26" fmla="*/ 2147483647 w 174"/>
                      <a:gd name="T27" fmla="*/ 2147483647 h 306"/>
                      <a:gd name="T28" fmla="*/ 2147483647 w 174"/>
                      <a:gd name="T29" fmla="*/ 2147483647 h 306"/>
                      <a:gd name="T30" fmla="*/ 2147483647 w 174"/>
                      <a:gd name="T31" fmla="*/ 2147483647 h 306"/>
                      <a:gd name="T32" fmla="*/ 2147483647 w 174"/>
                      <a:gd name="T33" fmla="*/ 2147483647 h 306"/>
                      <a:gd name="T34" fmla="*/ 2147483647 w 174"/>
                      <a:gd name="T35" fmla="*/ 2147483647 h 306"/>
                      <a:gd name="T36" fmla="*/ 2147483647 w 174"/>
                      <a:gd name="T37" fmla="*/ 2147483647 h 306"/>
                      <a:gd name="T38" fmla="*/ 2147483647 w 174"/>
                      <a:gd name="T39" fmla="*/ 2147483647 h 306"/>
                      <a:gd name="T40" fmla="*/ 0 w 174"/>
                      <a:gd name="T41" fmla="*/ 2147483647 h 306"/>
                      <a:gd name="T42" fmla="*/ 0 w 174"/>
                      <a:gd name="T43" fmla="*/ 2147483647 h 306"/>
                      <a:gd name="T44" fmla="*/ 2147483647 w 174"/>
                      <a:gd name="T45" fmla="*/ 2147483647 h 306"/>
                      <a:gd name="T46" fmla="*/ 2147483647 w 174"/>
                      <a:gd name="T47" fmla="*/ 2147483647 h 306"/>
                      <a:gd name="T48" fmla="*/ 2147483647 w 174"/>
                      <a:gd name="T49" fmla="*/ 2147483647 h 306"/>
                      <a:gd name="T50" fmla="*/ 2147483647 w 174"/>
                      <a:gd name="T51" fmla="*/ 2147483647 h 306"/>
                      <a:gd name="T52" fmla="*/ 2147483647 w 174"/>
                      <a:gd name="T53" fmla="*/ 2147483647 h 306"/>
                      <a:gd name="T54" fmla="*/ 0 w 174"/>
                      <a:gd name="T55" fmla="*/ 2147483647 h 306"/>
                      <a:gd name="T56" fmla="*/ 2147483647 w 174"/>
                      <a:gd name="T57" fmla="*/ 2147483647 h 306"/>
                      <a:gd name="T58" fmla="*/ 2147483647 w 174"/>
                      <a:gd name="T59" fmla="*/ 2147483647 h 30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w 174"/>
                      <a:gd name="T91" fmla="*/ 0 h 306"/>
                      <a:gd name="T92" fmla="*/ 174 w 174"/>
                      <a:gd name="T93" fmla="*/ 306 h 306"/>
                    </a:gdLst>
                    <a:ahLst/>
                    <a:cxnLst>
                      <a:cxn ang="T60">
                        <a:pos x="T0" y="T1"/>
                      </a:cxn>
                      <a:cxn ang="T61">
                        <a:pos x="T2" y="T3"/>
                      </a:cxn>
                      <a:cxn ang="T62">
                        <a:pos x="T4" y="T5"/>
                      </a:cxn>
                      <a:cxn ang="T63">
                        <a:pos x="T6" y="T7"/>
                      </a:cxn>
                      <a:cxn ang="T64">
                        <a:pos x="T8" y="T9"/>
                      </a:cxn>
                      <a:cxn ang="T65">
                        <a:pos x="T10" y="T11"/>
                      </a:cxn>
                      <a:cxn ang="T66">
                        <a:pos x="T12" y="T13"/>
                      </a:cxn>
                      <a:cxn ang="T67">
                        <a:pos x="T14" y="T15"/>
                      </a:cxn>
                      <a:cxn ang="T68">
                        <a:pos x="T16" y="T17"/>
                      </a:cxn>
                      <a:cxn ang="T69">
                        <a:pos x="T18" y="T19"/>
                      </a:cxn>
                      <a:cxn ang="T70">
                        <a:pos x="T20" y="T21"/>
                      </a:cxn>
                      <a:cxn ang="T71">
                        <a:pos x="T22" y="T23"/>
                      </a:cxn>
                      <a:cxn ang="T72">
                        <a:pos x="T24" y="T25"/>
                      </a:cxn>
                      <a:cxn ang="T73">
                        <a:pos x="T26" y="T27"/>
                      </a:cxn>
                      <a:cxn ang="T74">
                        <a:pos x="T28" y="T29"/>
                      </a:cxn>
                      <a:cxn ang="T75">
                        <a:pos x="T30" y="T31"/>
                      </a:cxn>
                      <a:cxn ang="T76">
                        <a:pos x="T32" y="T33"/>
                      </a:cxn>
                      <a:cxn ang="T77">
                        <a:pos x="T34" y="T35"/>
                      </a:cxn>
                      <a:cxn ang="T78">
                        <a:pos x="T36" y="T37"/>
                      </a:cxn>
                      <a:cxn ang="T79">
                        <a:pos x="T38" y="T39"/>
                      </a:cxn>
                      <a:cxn ang="T80">
                        <a:pos x="T40" y="T41"/>
                      </a:cxn>
                      <a:cxn ang="T81">
                        <a:pos x="T42" y="T43"/>
                      </a:cxn>
                      <a:cxn ang="T82">
                        <a:pos x="T44" y="T45"/>
                      </a:cxn>
                      <a:cxn ang="T83">
                        <a:pos x="T46" y="T47"/>
                      </a:cxn>
                      <a:cxn ang="T84">
                        <a:pos x="T48" y="T49"/>
                      </a:cxn>
                      <a:cxn ang="T85">
                        <a:pos x="T50" y="T51"/>
                      </a:cxn>
                      <a:cxn ang="T86">
                        <a:pos x="T52" y="T53"/>
                      </a:cxn>
                      <a:cxn ang="T87">
                        <a:pos x="T54" y="T55"/>
                      </a:cxn>
                      <a:cxn ang="T88">
                        <a:pos x="T56" y="T57"/>
                      </a:cxn>
                      <a:cxn ang="T89">
                        <a:pos x="T58" y="T59"/>
                      </a:cxn>
                    </a:cxnLst>
                    <a:rect l="T90" t="T91" r="T92" b="T93"/>
                    <a:pathLst>
                      <a:path w="174" h="306">
                        <a:moveTo>
                          <a:pt x="24" y="6"/>
                        </a:moveTo>
                        <a:lnTo>
                          <a:pt x="36" y="0"/>
                        </a:lnTo>
                        <a:lnTo>
                          <a:pt x="48" y="0"/>
                        </a:lnTo>
                        <a:lnTo>
                          <a:pt x="66" y="6"/>
                        </a:lnTo>
                        <a:lnTo>
                          <a:pt x="78" y="12"/>
                        </a:lnTo>
                        <a:lnTo>
                          <a:pt x="114" y="66"/>
                        </a:lnTo>
                        <a:lnTo>
                          <a:pt x="132" y="84"/>
                        </a:lnTo>
                        <a:lnTo>
                          <a:pt x="126" y="120"/>
                        </a:lnTo>
                        <a:lnTo>
                          <a:pt x="150" y="114"/>
                        </a:lnTo>
                        <a:lnTo>
                          <a:pt x="156" y="168"/>
                        </a:lnTo>
                        <a:lnTo>
                          <a:pt x="162" y="174"/>
                        </a:lnTo>
                        <a:lnTo>
                          <a:pt x="168" y="198"/>
                        </a:lnTo>
                        <a:lnTo>
                          <a:pt x="174" y="228"/>
                        </a:lnTo>
                        <a:lnTo>
                          <a:pt x="174" y="258"/>
                        </a:lnTo>
                        <a:lnTo>
                          <a:pt x="156" y="276"/>
                        </a:lnTo>
                        <a:lnTo>
                          <a:pt x="120" y="294"/>
                        </a:lnTo>
                        <a:lnTo>
                          <a:pt x="84" y="306"/>
                        </a:lnTo>
                        <a:lnTo>
                          <a:pt x="48" y="306"/>
                        </a:lnTo>
                        <a:lnTo>
                          <a:pt x="24" y="282"/>
                        </a:lnTo>
                        <a:lnTo>
                          <a:pt x="12" y="240"/>
                        </a:lnTo>
                        <a:lnTo>
                          <a:pt x="0" y="192"/>
                        </a:lnTo>
                        <a:lnTo>
                          <a:pt x="0" y="156"/>
                        </a:lnTo>
                        <a:lnTo>
                          <a:pt x="12" y="138"/>
                        </a:lnTo>
                        <a:lnTo>
                          <a:pt x="18" y="132"/>
                        </a:lnTo>
                        <a:lnTo>
                          <a:pt x="24" y="120"/>
                        </a:lnTo>
                        <a:lnTo>
                          <a:pt x="30" y="102"/>
                        </a:lnTo>
                        <a:lnTo>
                          <a:pt x="30" y="78"/>
                        </a:lnTo>
                        <a:lnTo>
                          <a:pt x="0" y="36"/>
                        </a:lnTo>
                        <a:lnTo>
                          <a:pt x="24" y="36"/>
                        </a:lnTo>
                        <a:lnTo>
                          <a:pt x="24" y="6"/>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613" name="Philippines" descr="© INSCALE GmbH, 05.05.2010&#10;http://www.presentationload.com/">
                    <a:extLst>
                      <a:ext uri="{FF2B5EF4-FFF2-40B4-BE49-F238E27FC236}">
                        <a16:creationId xmlns:a16="http://schemas.microsoft.com/office/drawing/2014/main" id="{678E7168-7915-E258-2EC4-99A05DA6FE4D}"/>
                      </a:ext>
                    </a:extLst>
                  </p:cNvPr>
                  <p:cNvSpPr>
                    <a:spLocks noEditPoints="1"/>
                  </p:cNvSpPr>
                  <p:nvPr/>
                </p:nvSpPr>
                <p:spPr bwMode="gray">
                  <a:xfrm>
                    <a:off x="4764" y="2186"/>
                    <a:ext cx="181" cy="304"/>
                  </a:xfrm>
                  <a:custGeom>
                    <a:avLst/>
                    <a:gdLst>
                      <a:gd name="T0" fmla="*/ 2147483647 w 714"/>
                      <a:gd name="T1" fmla="*/ 2147483647 h 1200"/>
                      <a:gd name="T2" fmla="*/ 2147483647 w 714"/>
                      <a:gd name="T3" fmla="*/ 2147483647 h 1200"/>
                      <a:gd name="T4" fmla="*/ 2147483647 w 714"/>
                      <a:gd name="T5" fmla="*/ 2147483647 h 1200"/>
                      <a:gd name="T6" fmla="*/ 2147483647 w 714"/>
                      <a:gd name="T7" fmla="*/ 2147483647 h 1200"/>
                      <a:gd name="T8" fmla="*/ 2147483647 w 714"/>
                      <a:gd name="T9" fmla="*/ 2147483647 h 1200"/>
                      <a:gd name="T10" fmla="*/ 2147483647 w 714"/>
                      <a:gd name="T11" fmla="*/ 2147483647 h 1200"/>
                      <a:gd name="T12" fmla="*/ 2147483647 w 714"/>
                      <a:gd name="T13" fmla="*/ 2147483647 h 1200"/>
                      <a:gd name="T14" fmla="*/ 2147483647 w 714"/>
                      <a:gd name="T15" fmla="*/ 2147483647 h 1200"/>
                      <a:gd name="T16" fmla="*/ 2147483647 w 714"/>
                      <a:gd name="T17" fmla="*/ 2147483647 h 1200"/>
                      <a:gd name="T18" fmla="*/ 2147483647 w 714"/>
                      <a:gd name="T19" fmla="*/ 2147483647 h 1200"/>
                      <a:gd name="T20" fmla="*/ 2147483647 w 714"/>
                      <a:gd name="T21" fmla="*/ 2147483647 h 1200"/>
                      <a:gd name="T22" fmla="*/ 2147483647 w 714"/>
                      <a:gd name="T23" fmla="*/ 2147483647 h 1200"/>
                      <a:gd name="T24" fmla="*/ 2147483647 w 714"/>
                      <a:gd name="T25" fmla="*/ 2147483647 h 1200"/>
                      <a:gd name="T26" fmla="*/ 2147483647 w 714"/>
                      <a:gd name="T27" fmla="*/ 2147483647 h 1200"/>
                      <a:gd name="T28" fmla="*/ 2147483647 w 714"/>
                      <a:gd name="T29" fmla="*/ 2147483647 h 1200"/>
                      <a:gd name="T30" fmla="*/ 2147483647 w 714"/>
                      <a:gd name="T31" fmla="*/ 2147483647 h 1200"/>
                      <a:gd name="T32" fmla="*/ 2147483647 w 714"/>
                      <a:gd name="T33" fmla="*/ 2147483647 h 1200"/>
                      <a:gd name="T34" fmla="*/ 2147483647 w 714"/>
                      <a:gd name="T35" fmla="*/ 2147483647 h 1200"/>
                      <a:gd name="T36" fmla="*/ 2147483647 w 714"/>
                      <a:gd name="T37" fmla="*/ 2147483647 h 1200"/>
                      <a:gd name="T38" fmla="*/ 2147483647 w 714"/>
                      <a:gd name="T39" fmla="*/ 2147483647 h 1200"/>
                      <a:gd name="T40" fmla="*/ 2147483647 w 714"/>
                      <a:gd name="T41" fmla="*/ 2147483647 h 1200"/>
                      <a:gd name="T42" fmla="*/ 2147483647 w 714"/>
                      <a:gd name="T43" fmla="*/ 2147483647 h 1200"/>
                      <a:gd name="T44" fmla="*/ 2147483647 w 714"/>
                      <a:gd name="T45" fmla="*/ 2147483647 h 1200"/>
                      <a:gd name="T46" fmla="*/ 2147483647 w 714"/>
                      <a:gd name="T47" fmla="*/ 2147483647 h 1200"/>
                      <a:gd name="T48" fmla="*/ 2147483647 w 714"/>
                      <a:gd name="T49" fmla="*/ 2147483647 h 1200"/>
                      <a:gd name="T50" fmla="*/ 2147483647 w 714"/>
                      <a:gd name="T51" fmla="*/ 2147483647 h 1200"/>
                      <a:gd name="T52" fmla="*/ 2147483647 w 714"/>
                      <a:gd name="T53" fmla="*/ 2147483647 h 1200"/>
                      <a:gd name="T54" fmla="*/ 2147483647 w 714"/>
                      <a:gd name="T55" fmla="*/ 2147483647 h 1200"/>
                      <a:gd name="T56" fmla="*/ 2147483647 w 714"/>
                      <a:gd name="T57" fmla="*/ 2147483647 h 1200"/>
                      <a:gd name="T58" fmla="*/ 2147483647 w 714"/>
                      <a:gd name="T59" fmla="*/ 2147483647 h 1200"/>
                      <a:gd name="T60" fmla="*/ 2147483647 w 714"/>
                      <a:gd name="T61" fmla="*/ 2147483647 h 1200"/>
                      <a:gd name="T62" fmla="*/ 2147483647 w 714"/>
                      <a:gd name="T63" fmla="*/ 2147483647 h 1200"/>
                      <a:gd name="T64" fmla="*/ 2147483647 w 714"/>
                      <a:gd name="T65" fmla="*/ 2147483647 h 1200"/>
                      <a:gd name="T66" fmla="*/ 2147483647 w 714"/>
                      <a:gd name="T67" fmla="*/ 2147483647 h 1200"/>
                      <a:gd name="T68" fmla="*/ 2147483647 w 714"/>
                      <a:gd name="T69" fmla="*/ 2147483647 h 1200"/>
                      <a:gd name="T70" fmla="*/ 2147483647 w 714"/>
                      <a:gd name="T71" fmla="*/ 2147483647 h 1200"/>
                      <a:gd name="T72" fmla="*/ 2147483647 w 714"/>
                      <a:gd name="T73" fmla="*/ 2147483647 h 1200"/>
                      <a:gd name="T74" fmla="*/ 2147483647 w 714"/>
                      <a:gd name="T75" fmla="*/ 2147483647 h 1200"/>
                      <a:gd name="T76" fmla="*/ 2147483647 w 714"/>
                      <a:gd name="T77" fmla="*/ 2147483647 h 1200"/>
                      <a:gd name="T78" fmla="*/ 2147483647 w 714"/>
                      <a:gd name="T79" fmla="*/ 0 h 1200"/>
                      <a:gd name="T80" fmla="*/ 2147483647 w 714"/>
                      <a:gd name="T81" fmla="*/ 2147483647 h 1200"/>
                      <a:gd name="T82" fmla="*/ 2147483647 w 714"/>
                      <a:gd name="T83" fmla="*/ 2147483647 h 1200"/>
                      <a:gd name="T84" fmla="*/ 2147483647 w 714"/>
                      <a:gd name="T85" fmla="*/ 2147483647 h 1200"/>
                      <a:gd name="T86" fmla="*/ 2147483647 w 714"/>
                      <a:gd name="T87" fmla="*/ 2147483647 h 1200"/>
                      <a:gd name="T88" fmla="*/ 2147483647 w 714"/>
                      <a:gd name="T89" fmla="*/ 2147483647 h 1200"/>
                      <a:gd name="T90" fmla="*/ 2147483647 w 714"/>
                      <a:gd name="T91" fmla="*/ 2147483647 h 1200"/>
                      <a:gd name="T92" fmla="*/ 2147483647 w 714"/>
                      <a:gd name="T93" fmla="*/ 2147483647 h 1200"/>
                      <a:gd name="T94" fmla="*/ 2147483647 w 714"/>
                      <a:gd name="T95" fmla="*/ 2147483647 h 1200"/>
                      <a:gd name="T96" fmla="*/ 2147483647 w 714"/>
                      <a:gd name="T97" fmla="*/ 2147483647 h 1200"/>
                      <a:gd name="T98" fmla="*/ 2147483647 w 714"/>
                      <a:gd name="T99" fmla="*/ 2147483647 h 1200"/>
                      <a:gd name="T100" fmla="*/ 2147483647 w 714"/>
                      <a:gd name="T101" fmla="*/ 2147483647 h 1200"/>
                      <a:gd name="T102" fmla="*/ 2147483647 w 714"/>
                      <a:gd name="T103" fmla="*/ 2147483647 h 1200"/>
                      <a:gd name="T104" fmla="*/ 2147483647 w 714"/>
                      <a:gd name="T105" fmla="*/ 2147483647 h 1200"/>
                      <a:gd name="T106" fmla="*/ 2147483647 w 714"/>
                      <a:gd name="T107" fmla="*/ 2147483647 h 1200"/>
                      <a:gd name="T108" fmla="*/ 2147483647 w 714"/>
                      <a:gd name="T109" fmla="*/ 2147483647 h 1200"/>
                      <a:gd name="T110" fmla="*/ 2147483647 w 714"/>
                      <a:gd name="T111" fmla="*/ 2147483647 h 1200"/>
                      <a:gd name="T112" fmla="*/ 2147483647 w 714"/>
                      <a:gd name="T113" fmla="*/ 2147483647 h 1200"/>
                      <a:gd name="T114" fmla="*/ 2147483647 w 714"/>
                      <a:gd name="T115" fmla="*/ 2147483647 h 1200"/>
                      <a:gd name="T116" fmla="*/ 2147483647 w 714"/>
                      <a:gd name="T117" fmla="*/ 2147483647 h 1200"/>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714"/>
                      <a:gd name="T178" fmla="*/ 0 h 1200"/>
                      <a:gd name="T179" fmla="*/ 714 w 714"/>
                      <a:gd name="T180" fmla="*/ 1200 h 1200"/>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714" h="1200">
                        <a:moveTo>
                          <a:pt x="702" y="1140"/>
                        </a:moveTo>
                        <a:lnTo>
                          <a:pt x="690" y="1170"/>
                        </a:lnTo>
                        <a:lnTo>
                          <a:pt x="696" y="1200"/>
                        </a:lnTo>
                        <a:lnTo>
                          <a:pt x="714" y="1182"/>
                        </a:lnTo>
                        <a:lnTo>
                          <a:pt x="714" y="1140"/>
                        </a:lnTo>
                        <a:lnTo>
                          <a:pt x="702" y="1140"/>
                        </a:lnTo>
                        <a:close/>
                        <a:moveTo>
                          <a:pt x="582" y="1176"/>
                        </a:moveTo>
                        <a:lnTo>
                          <a:pt x="600" y="1140"/>
                        </a:lnTo>
                        <a:lnTo>
                          <a:pt x="576" y="1134"/>
                        </a:lnTo>
                        <a:lnTo>
                          <a:pt x="582" y="1176"/>
                        </a:lnTo>
                        <a:close/>
                        <a:moveTo>
                          <a:pt x="246" y="1038"/>
                        </a:moveTo>
                        <a:lnTo>
                          <a:pt x="264" y="1050"/>
                        </a:lnTo>
                        <a:lnTo>
                          <a:pt x="282" y="1020"/>
                        </a:lnTo>
                        <a:lnTo>
                          <a:pt x="258" y="1008"/>
                        </a:lnTo>
                        <a:lnTo>
                          <a:pt x="246" y="1038"/>
                        </a:lnTo>
                        <a:close/>
                        <a:moveTo>
                          <a:pt x="504" y="558"/>
                        </a:moveTo>
                        <a:lnTo>
                          <a:pt x="540" y="576"/>
                        </a:lnTo>
                        <a:lnTo>
                          <a:pt x="540" y="582"/>
                        </a:lnTo>
                        <a:lnTo>
                          <a:pt x="534" y="588"/>
                        </a:lnTo>
                        <a:lnTo>
                          <a:pt x="504" y="588"/>
                        </a:lnTo>
                        <a:lnTo>
                          <a:pt x="570" y="642"/>
                        </a:lnTo>
                        <a:lnTo>
                          <a:pt x="570" y="618"/>
                        </a:lnTo>
                        <a:lnTo>
                          <a:pt x="600" y="624"/>
                        </a:lnTo>
                        <a:lnTo>
                          <a:pt x="576" y="588"/>
                        </a:lnTo>
                        <a:lnTo>
                          <a:pt x="576" y="582"/>
                        </a:lnTo>
                        <a:lnTo>
                          <a:pt x="570" y="576"/>
                        </a:lnTo>
                        <a:lnTo>
                          <a:pt x="570" y="558"/>
                        </a:lnTo>
                        <a:lnTo>
                          <a:pt x="564" y="546"/>
                        </a:lnTo>
                        <a:lnTo>
                          <a:pt x="534" y="516"/>
                        </a:lnTo>
                        <a:lnTo>
                          <a:pt x="522" y="510"/>
                        </a:lnTo>
                        <a:lnTo>
                          <a:pt x="504" y="504"/>
                        </a:lnTo>
                        <a:lnTo>
                          <a:pt x="492" y="498"/>
                        </a:lnTo>
                        <a:lnTo>
                          <a:pt x="474" y="498"/>
                        </a:lnTo>
                        <a:lnTo>
                          <a:pt x="468" y="504"/>
                        </a:lnTo>
                        <a:lnTo>
                          <a:pt x="468" y="528"/>
                        </a:lnTo>
                        <a:lnTo>
                          <a:pt x="492" y="552"/>
                        </a:lnTo>
                        <a:lnTo>
                          <a:pt x="504" y="558"/>
                        </a:lnTo>
                        <a:close/>
                        <a:moveTo>
                          <a:pt x="462" y="666"/>
                        </a:moveTo>
                        <a:lnTo>
                          <a:pt x="474" y="750"/>
                        </a:lnTo>
                        <a:lnTo>
                          <a:pt x="486" y="672"/>
                        </a:lnTo>
                        <a:lnTo>
                          <a:pt x="462" y="618"/>
                        </a:lnTo>
                        <a:lnTo>
                          <a:pt x="438" y="618"/>
                        </a:lnTo>
                        <a:lnTo>
                          <a:pt x="462" y="666"/>
                        </a:lnTo>
                        <a:close/>
                        <a:moveTo>
                          <a:pt x="492" y="738"/>
                        </a:moveTo>
                        <a:lnTo>
                          <a:pt x="522" y="738"/>
                        </a:lnTo>
                        <a:lnTo>
                          <a:pt x="528" y="708"/>
                        </a:lnTo>
                        <a:lnTo>
                          <a:pt x="498" y="702"/>
                        </a:lnTo>
                        <a:lnTo>
                          <a:pt x="492" y="738"/>
                        </a:lnTo>
                        <a:close/>
                        <a:moveTo>
                          <a:pt x="570" y="660"/>
                        </a:moveTo>
                        <a:lnTo>
                          <a:pt x="546" y="648"/>
                        </a:lnTo>
                        <a:lnTo>
                          <a:pt x="528" y="630"/>
                        </a:lnTo>
                        <a:lnTo>
                          <a:pt x="528" y="624"/>
                        </a:lnTo>
                        <a:lnTo>
                          <a:pt x="522" y="618"/>
                        </a:lnTo>
                        <a:lnTo>
                          <a:pt x="486" y="618"/>
                        </a:lnTo>
                        <a:lnTo>
                          <a:pt x="492" y="660"/>
                        </a:lnTo>
                        <a:lnTo>
                          <a:pt x="510" y="654"/>
                        </a:lnTo>
                        <a:lnTo>
                          <a:pt x="522" y="678"/>
                        </a:lnTo>
                        <a:lnTo>
                          <a:pt x="570" y="714"/>
                        </a:lnTo>
                        <a:lnTo>
                          <a:pt x="570" y="660"/>
                        </a:lnTo>
                        <a:close/>
                        <a:moveTo>
                          <a:pt x="162" y="600"/>
                        </a:moveTo>
                        <a:lnTo>
                          <a:pt x="144" y="582"/>
                        </a:lnTo>
                        <a:lnTo>
                          <a:pt x="138" y="606"/>
                        </a:lnTo>
                        <a:lnTo>
                          <a:pt x="132" y="618"/>
                        </a:lnTo>
                        <a:lnTo>
                          <a:pt x="126" y="624"/>
                        </a:lnTo>
                        <a:lnTo>
                          <a:pt x="120" y="642"/>
                        </a:lnTo>
                        <a:lnTo>
                          <a:pt x="120" y="654"/>
                        </a:lnTo>
                        <a:lnTo>
                          <a:pt x="126" y="660"/>
                        </a:lnTo>
                        <a:lnTo>
                          <a:pt x="138" y="666"/>
                        </a:lnTo>
                        <a:lnTo>
                          <a:pt x="150" y="678"/>
                        </a:lnTo>
                        <a:lnTo>
                          <a:pt x="144" y="684"/>
                        </a:lnTo>
                        <a:lnTo>
                          <a:pt x="120" y="696"/>
                        </a:lnTo>
                        <a:lnTo>
                          <a:pt x="114" y="702"/>
                        </a:lnTo>
                        <a:lnTo>
                          <a:pt x="102" y="708"/>
                        </a:lnTo>
                        <a:lnTo>
                          <a:pt x="96" y="732"/>
                        </a:lnTo>
                        <a:lnTo>
                          <a:pt x="72" y="750"/>
                        </a:lnTo>
                        <a:lnTo>
                          <a:pt x="72" y="762"/>
                        </a:lnTo>
                        <a:lnTo>
                          <a:pt x="60" y="774"/>
                        </a:lnTo>
                        <a:lnTo>
                          <a:pt x="48" y="780"/>
                        </a:lnTo>
                        <a:lnTo>
                          <a:pt x="42" y="786"/>
                        </a:lnTo>
                        <a:lnTo>
                          <a:pt x="30" y="792"/>
                        </a:lnTo>
                        <a:lnTo>
                          <a:pt x="24" y="798"/>
                        </a:lnTo>
                        <a:lnTo>
                          <a:pt x="18" y="798"/>
                        </a:lnTo>
                        <a:lnTo>
                          <a:pt x="18" y="804"/>
                        </a:lnTo>
                        <a:lnTo>
                          <a:pt x="12" y="810"/>
                        </a:lnTo>
                        <a:lnTo>
                          <a:pt x="0" y="834"/>
                        </a:lnTo>
                        <a:lnTo>
                          <a:pt x="0" y="864"/>
                        </a:lnTo>
                        <a:lnTo>
                          <a:pt x="30" y="834"/>
                        </a:lnTo>
                        <a:lnTo>
                          <a:pt x="30" y="816"/>
                        </a:lnTo>
                        <a:lnTo>
                          <a:pt x="36" y="810"/>
                        </a:lnTo>
                        <a:lnTo>
                          <a:pt x="42" y="810"/>
                        </a:lnTo>
                        <a:lnTo>
                          <a:pt x="78" y="798"/>
                        </a:lnTo>
                        <a:lnTo>
                          <a:pt x="84" y="792"/>
                        </a:lnTo>
                        <a:lnTo>
                          <a:pt x="84" y="762"/>
                        </a:lnTo>
                        <a:lnTo>
                          <a:pt x="90" y="750"/>
                        </a:lnTo>
                        <a:lnTo>
                          <a:pt x="96" y="744"/>
                        </a:lnTo>
                        <a:lnTo>
                          <a:pt x="114" y="738"/>
                        </a:lnTo>
                        <a:lnTo>
                          <a:pt x="126" y="732"/>
                        </a:lnTo>
                        <a:lnTo>
                          <a:pt x="144" y="720"/>
                        </a:lnTo>
                        <a:lnTo>
                          <a:pt x="162" y="714"/>
                        </a:lnTo>
                        <a:lnTo>
                          <a:pt x="168" y="702"/>
                        </a:lnTo>
                        <a:lnTo>
                          <a:pt x="174" y="696"/>
                        </a:lnTo>
                        <a:lnTo>
                          <a:pt x="174" y="684"/>
                        </a:lnTo>
                        <a:lnTo>
                          <a:pt x="156" y="648"/>
                        </a:lnTo>
                        <a:lnTo>
                          <a:pt x="156" y="624"/>
                        </a:lnTo>
                        <a:lnTo>
                          <a:pt x="162" y="612"/>
                        </a:lnTo>
                        <a:lnTo>
                          <a:pt x="162" y="600"/>
                        </a:lnTo>
                        <a:close/>
                        <a:moveTo>
                          <a:pt x="330" y="1026"/>
                        </a:moveTo>
                        <a:lnTo>
                          <a:pt x="372" y="1056"/>
                        </a:lnTo>
                        <a:lnTo>
                          <a:pt x="372" y="1020"/>
                        </a:lnTo>
                        <a:lnTo>
                          <a:pt x="348" y="1002"/>
                        </a:lnTo>
                        <a:lnTo>
                          <a:pt x="330" y="1026"/>
                        </a:lnTo>
                        <a:close/>
                        <a:moveTo>
                          <a:pt x="660" y="840"/>
                        </a:moveTo>
                        <a:lnTo>
                          <a:pt x="660" y="816"/>
                        </a:lnTo>
                        <a:lnTo>
                          <a:pt x="654" y="804"/>
                        </a:lnTo>
                        <a:lnTo>
                          <a:pt x="654" y="792"/>
                        </a:lnTo>
                        <a:lnTo>
                          <a:pt x="642" y="780"/>
                        </a:lnTo>
                        <a:lnTo>
                          <a:pt x="630" y="774"/>
                        </a:lnTo>
                        <a:lnTo>
                          <a:pt x="600" y="744"/>
                        </a:lnTo>
                        <a:lnTo>
                          <a:pt x="588" y="738"/>
                        </a:lnTo>
                        <a:lnTo>
                          <a:pt x="582" y="738"/>
                        </a:lnTo>
                        <a:lnTo>
                          <a:pt x="576" y="744"/>
                        </a:lnTo>
                        <a:lnTo>
                          <a:pt x="582" y="750"/>
                        </a:lnTo>
                        <a:lnTo>
                          <a:pt x="588" y="762"/>
                        </a:lnTo>
                        <a:lnTo>
                          <a:pt x="594" y="768"/>
                        </a:lnTo>
                        <a:lnTo>
                          <a:pt x="606" y="774"/>
                        </a:lnTo>
                        <a:lnTo>
                          <a:pt x="606" y="786"/>
                        </a:lnTo>
                        <a:lnTo>
                          <a:pt x="600" y="786"/>
                        </a:lnTo>
                        <a:lnTo>
                          <a:pt x="588" y="792"/>
                        </a:lnTo>
                        <a:lnTo>
                          <a:pt x="570" y="792"/>
                        </a:lnTo>
                        <a:lnTo>
                          <a:pt x="558" y="798"/>
                        </a:lnTo>
                        <a:lnTo>
                          <a:pt x="546" y="798"/>
                        </a:lnTo>
                        <a:lnTo>
                          <a:pt x="546" y="828"/>
                        </a:lnTo>
                        <a:lnTo>
                          <a:pt x="528" y="828"/>
                        </a:lnTo>
                        <a:lnTo>
                          <a:pt x="522" y="846"/>
                        </a:lnTo>
                        <a:lnTo>
                          <a:pt x="498" y="864"/>
                        </a:lnTo>
                        <a:lnTo>
                          <a:pt x="492" y="864"/>
                        </a:lnTo>
                        <a:lnTo>
                          <a:pt x="486" y="858"/>
                        </a:lnTo>
                        <a:lnTo>
                          <a:pt x="474" y="852"/>
                        </a:lnTo>
                        <a:lnTo>
                          <a:pt x="462" y="852"/>
                        </a:lnTo>
                        <a:lnTo>
                          <a:pt x="450" y="846"/>
                        </a:lnTo>
                        <a:lnTo>
                          <a:pt x="438" y="858"/>
                        </a:lnTo>
                        <a:lnTo>
                          <a:pt x="432" y="870"/>
                        </a:lnTo>
                        <a:lnTo>
                          <a:pt x="420" y="882"/>
                        </a:lnTo>
                        <a:lnTo>
                          <a:pt x="414" y="894"/>
                        </a:lnTo>
                        <a:lnTo>
                          <a:pt x="408" y="900"/>
                        </a:lnTo>
                        <a:lnTo>
                          <a:pt x="408" y="906"/>
                        </a:lnTo>
                        <a:lnTo>
                          <a:pt x="408" y="900"/>
                        </a:lnTo>
                        <a:lnTo>
                          <a:pt x="396" y="888"/>
                        </a:lnTo>
                        <a:lnTo>
                          <a:pt x="384" y="888"/>
                        </a:lnTo>
                        <a:lnTo>
                          <a:pt x="378" y="900"/>
                        </a:lnTo>
                        <a:lnTo>
                          <a:pt x="378" y="912"/>
                        </a:lnTo>
                        <a:lnTo>
                          <a:pt x="372" y="924"/>
                        </a:lnTo>
                        <a:lnTo>
                          <a:pt x="366" y="930"/>
                        </a:lnTo>
                        <a:lnTo>
                          <a:pt x="360" y="942"/>
                        </a:lnTo>
                        <a:lnTo>
                          <a:pt x="384" y="960"/>
                        </a:lnTo>
                        <a:lnTo>
                          <a:pt x="402" y="942"/>
                        </a:lnTo>
                        <a:lnTo>
                          <a:pt x="414" y="966"/>
                        </a:lnTo>
                        <a:lnTo>
                          <a:pt x="420" y="960"/>
                        </a:lnTo>
                        <a:lnTo>
                          <a:pt x="432" y="954"/>
                        </a:lnTo>
                        <a:lnTo>
                          <a:pt x="450" y="936"/>
                        </a:lnTo>
                        <a:lnTo>
                          <a:pt x="462" y="930"/>
                        </a:lnTo>
                        <a:lnTo>
                          <a:pt x="474" y="930"/>
                        </a:lnTo>
                        <a:lnTo>
                          <a:pt x="498" y="954"/>
                        </a:lnTo>
                        <a:lnTo>
                          <a:pt x="510" y="960"/>
                        </a:lnTo>
                        <a:lnTo>
                          <a:pt x="492" y="978"/>
                        </a:lnTo>
                        <a:lnTo>
                          <a:pt x="492" y="990"/>
                        </a:lnTo>
                        <a:lnTo>
                          <a:pt x="510" y="1026"/>
                        </a:lnTo>
                        <a:lnTo>
                          <a:pt x="522" y="1044"/>
                        </a:lnTo>
                        <a:lnTo>
                          <a:pt x="534" y="1056"/>
                        </a:lnTo>
                        <a:lnTo>
                          <a:pt x="546" y="1062"/>
                        </a:lnTo>
                        <a:lnTo>
                          <a:pt x="558" y="1062"/>
                        </a:lnTo>
                        <a:lnTo>
                          <a:pt x="570" y="1068"/>
                        </a:lnTo>
                        <a:lnTo>
                          <a:pt x="582" y="1068"/>
                        </a:lnTo>
                        <a:lnTo>
                          <a:pt x="606" y="1050"/>
                        </a:lnTo>
                        <a:lnTo>
                          <a:pt x="606" y="1074"/>
                        </a:lnTo>
                        <a:lnTo>
                          <a:pt x="630" y="1074"/>
                        </a:lnTo>
                        <a:lnTo>
                          <a:pt x="630" y="1038"/>
                        </a:lnTo>
                        <a:lnTo>
                          <a:pt x="624" y="1032"/>
                        </a:lnTo>
                        <a:lnTo>
                          <a:pt x="606" y="996"/>
                        </a:lnTo>
                        <a:lnTo>
                          <a:pt x="606" y="984"/>
                        </a:lnTo>
                        <a:lnTo>
                          <a:pt x="612" y="972"/>
                        </a:lnTo>
                        <a:lnTo>
                          <a:pt x="624" y="960"/>
                        </a:lnTo>
                        <a:lnTo>
                          <a:pt x="654" y="1014"/>
                        </a:lnTo>
                        <a:lnTo>
                          <a:pt x="654" y="1008"/>
                        </a:lnTo>
                        <a:lnTo>
                          <a:pt x="660" y="1002"/>
                        </a:lnTo>
                        <a:lnTo>
                          <a:pt x="672" y="978"/>
                        </a:lnTo>
                        <a:lnTo>
                          <a:pt x="678" y="960"/>
                        </a:lnTo>
                        <a:lnTo>
                          <a:pt x="678" y="936"/>
                        </a:lnTo>
                        <a:lnTo>
                          <a:pt x="672" y="918"/>
                        </a:lnTo>
                        <a:lnTo>
                          <a:pt x="666" y="912"/>
                        </a:lnTo>
                        <a:lnTo>
                          <a:pt x="660" y="900"/>
                        </a:lnTo>
                        <a:lnTo>
                          <a:pt x="660" y="840"/>
                        </a:lnTo>
                        <a:close/>
                        <a:moveTo>
                          <a:pt x="330" y="384"/>
                        </a:moveTo>
                        <a:lnTo>
                          <a:pt x="348" y="384"/>
                        </a:lnTo>
                        <a:lnTo>
                          <a:pt x="354" y="390"/>
                        </a:lnTo>
                        <a:lnTo>
                          <a:pt x="366" y="396"/>
                        </a:lnTo>
                        <a:lnTo>
                          <a:pt x="366" y="408"/>
                        </a:lnTo>
                        <a:lnTo>
                          <a:pt x="372" y="420"/>
                        </a:lnTo>
                        <a:lnTo>
                          <a:pt x="384" y="438"/>
                        </a:lnTo>
                        <a:lnTo>
                          <a:pt x="396" y="450"/>
                        </a:lnTo>
                        <a:lnTo>
                          <a:pt x="414" y="462"/>
                        </a:lnTo>
                        <a:lnTo>
                          <a:pt x="432" y="462"/>
                        </a:lnTo>
                        <a:lnTo>
                          <a:pt x="444" y="438"/>
                        </a:lnTo>
                        <a:lnTo>
                          <a:pt x="444" y="426"/>
                        </a:lnTo>
                        <a:lnTo>
                          <a:pt x="432" y="402"/>
                        </a:lnTo>
                        <a:lnTo>
                          <a:pt x="420" y="396"/>
                        </a:lnTo>
                        <a:lnTo>
                          <a:pt x="408" y="396"/>
                        </a:lnTo>
                        <a:lnTo>
                          <a:pt x="408" y="390"/>
                        </a:lnTo>
                        <a:lnTo>
                          <a:pt x="414" y="384"/>
                        </a:lnTo>
                        <a:lnTo>
                          <a:pt x="414" y="378"/>
                        </a:lnTo>
                        <a:lnTo>
                          <a:pt x="420" y="372"/>
                        </a:lnTo>
                        <a:lnTo>
                          <a:pt x="408" y="372"/>
                        </a:lnTo>
                        <a:lnTo>
                          <a:pt x="396" y="366"/>
                        </a:lnTo>
                        <a:lnTo>
                          <a:pt x="390" y="360"/>
                        </a:lnTo>
                        <a:lnTo>
                          <a:pt x="372" y="360"/>
                        </a:lnTo>
                        <a:lnTo>
                          <a:pt x="366" y="366"/>
                        </a:lnTo>
                        <a:lnTo>
                          <a:pt x="354" y="372"/>
                        </a:lnTo>
                        <a:lnTo>
                          <a:pt x="342" y="360"/>
                        </a:lnTo>
                        <a:lnTo>
                          <a:pt x="330" y="354"/>
                        </a:lnTo>
                        <a:lnTo>
                          <a:pt x="312" y="354"/>
                        </a:lnTo>
                        <a:lnTo>
                          <a:pt x="300" y="366"/>
                        </a:lnTo>
                        <a:lnTo>
                          <a:pt x="288" y="372"/>
                        </a:lnTo>
                        <a:lnTo>
                          <a:pt x="282" y="372"/>
                        </a:lnTo>
                        <a:lnTo>
                          <a:pt x="264" y="354"/>
                        </a:lnTo>
                        <a:lnTo>
                          <a:pt x="258" y="342"/>
                        </a:lnTo>
                        <a:lnTo>
                          <a:pt x="258" y="252"/>
                        </a:lnTo>
                        <a:lnTo>
                          <a:pt x="270" y="228"/>
                        </a:lnTo>
                        <a:lnTo>
                          <a:pt x="270" y="222"/>
                        </a:lnTo>
                        <a:lnTo>
                          <a:pt x="288" y="204"/>
                        </a:lnTo>
                        <a:lnTo>
                          <a:pt x="288" y="174"/>
                        </a:lnTo>
                        <a:lnTo>
                          <a:pt x="276" y="150"/>
                        </a:lnTo>
                        <a:lnTo>
                          <a:pt x="276" y="126"/>
                        </a:lnTo>
                        <a:lnTo>
                          <a:pt x="282" y="108"/>
                        </a:lnTo>
                        <a:lnTo>
                          <a:pt x="282" y="72"/>
                        </a:lnTo>
                        <a:lnTo>
                          <a:pt x="264" y="54"/>
                        </a:lnTo>
                        <a:lnTo>
                          <a:pt x="264" y="36"/>
                        </a:lnTo>
                        <a:lnTo>
                          <a:pt x="258" y="30"/>
                        </a:lnTo>
                        <a:lnTo>
                          <a:pt x="258" y="6"/>
                        </a:lnTo>
                        <a:lnTo>
                          <a:pt x="252" y="0"/>
                        </a:lnTo>
                        <a:lnTo>
                          <a:pt x="240" y="0"/>
                        </a:lnTo>
                        <a:lnTo>
                          <a:pt x="234" y="6"/>
                        </a:lnTo>
                        <a:lnTo>
                          <a:pt x="234" y="12"/>
                        </a:lnTo>
                        <a:lnTo>
                          <a:pt x="228" y="18"/>
                        </a:lnTo>
                        <a:lnTo>
                          <a:pt x="216" y="24"/>
                        </a:lnTo>
                        <a:lnTo>
                          <a:pt x="204" y="24"/>
                        </a:lnTo>
                        <a:lnTo>
                          <a:pt x="192" y="18"/>
                        </a:lnTo>
                        <a:lnTo>
                          <a:pt x="186" y="12"/>
                        </a:lnTo>
                        <a:lnTo>
                          <a:pt x="174" y="12"/>
                        </a:lnTo>
                        <a:lnTo>
                          <a:pt x="162" y="18"/>
                        </a:lnTo>
                        <a:lnTo>
                          <a:pt x="162" y="36"/>
                        </a:lnTo>
                        <a:lnTo>
                          <a:pt x="156" y="42"/>
                        </a:lnTo>
                        <a:lnTo>
                          <a:pt x="156" y="48"/>
                        </a:lnTo>
                        <a:lnTo>
                          <a:pt x="144" y="72"/>
                        </a:lnTo>
                        <a:lnTo>
                          <a:pt x="132" y="84"/>
                        </a:lnTo>
                        <a:lnTo>
                          <a:pt x="132" y="96"/>
                        </a:lnTo>
                        <a:lnTo>
                          <a:pt x="138" y="102"/>
                        </a:lnTo>
                        <a:lnTo>
                          <a:pt x="144" y="114"/>
                        </a:lnTo>
                        <a:lnTo>
                          <a:pt x="150" y="132"/>
                        </a:lnTo>
                        <a:lnTo>
                          <a:pt x="156" y="138"/>
                        </a:lnTo>
                        <a:lnTo>
                          <a:pt x="156" y="150"/>
                        </a:lnTo>
                        <a:lnTo>
                          <a:pt x="150" y="162"/>
                        </a:lnTo>
                        <a:lnTo>
                          <a:pt x="150" y="168"/>
                        </a:lnTo>
                        <a:lnTo>
                          <a:pt x="144" y="174"/>
                        </a:lnTo>
                        <a:lnTo>
                          <a:pt x="138" y="186"/>
                        </a:lnTo>
                        <a:lnTo>
                          <a:pt x="138" y="198"/>
                        </a:lnTo>
                        <a:lnTo>
                          <a:pt x="150" y="210"/>
                        </a:lnTo>
                        <a:lnTo>
                          <a:pt x="150" y="216"/>
                        </a:lnTo>
                        <a:lnTo>
                          <a:pt x="144" y="222"/>
                        </a:lnTo>
                        <a:lnTo>
                          <a:pt x="138" y="222"/>
                        </a:lnTo>
                        <a:lnTo>
                          <a:pt x="126" y="228"/>
                        </a:lnTo>
                        <a:lnTo>
                          <a:pt x="120" y="228"/>
                        </a:lnTo>
                        <a:lnTo>
                          <a:pt x="120" y="210"/>
                        </a:lnTo>
                        <a:lnTo>
                          <a:pt x="114" y="204"/>
                        </a:lnTo>
                        <a:lnTo>
                          <a:pt x="114" y="252"/>
                        </a:lnTo>
                        <a:lnTo>
                          <a:pt x="150" y="306"/>
                        </a:lnTo>
                        <a:lnTo>
                          <a:pt x="174" y="330"/>
                        </a:lnTo>
                        <a:lnTo>
                          <a:pt x="186" y="348"/>
                        </a:lnTo>
                        <a:lnTo>
                          <a:pt x="204" y="384"/>
                        </a:lnTo>
                        <a:lnTo>
                          <a:pt x="216" y="402"/>
                        </a:lnTo>
                        <a:lnTo>
                          <a:pt x="228" y="408"/>
                        </a:lnTo>
                        <a:lnTo>
                          <a:pt x="252" y="408"/>
                        </a:lnTo>
                        <a:lnTo>
                          <a:pt x="258" y="396"/>
                        </a:lnTo>
                        <a:lnTo>
                          <a:pt x="270" y="390"/>
                        </a:lnTo>
                        <a:lnTo>
                          <a:pt x="276" y="384"/>
                        </a:lnTo>
                        <a:lnTo>
                          <a:pt x="288" y="384"/>
                        </a:lnTo>
                        <a:lnTo>
                          <a:pt x="294" y="396"/>
                        </a:lnTo>
                        <a:lnTo>
                          <a:pt x="306" y="402"/>
                        </a:lnTo>
                        <a:lnTo>
                          <a:pt x="324" y="420"/>
                        </a:lnTo>
                        <a:lnTo>
                          <a:pt x="342" y="420"/>
                        </a:lnTo>
                        <a:lnTo>
                          <a:pt x="342" y="402"/>
                        </a:lnTo>
                        <a:lnTo>
                          <a:pt x="336" y="396"/>
                        </a:lnTo>
                        <a:lnTo>
                          <a:pt x="330" y="384"/>
                        </a:lnTo>
                        <a:close/>
                        <a:moveTo>
                          <a:pt x="258" y="432"/>
                        </a:moveTo>
                        <a:lnTo>
                          <a:pt x="246" y="426"/>
                        </a:lnTo>
                        <a:lnTo>
                          <a:pt x="204" y="426"/>
                        </a:lnTo>
                        <a:lnTo>
                          <a:pt x="234" y="468"/>
                        </a:lnTo>
                        <a:lnTo>
                          <a:pt x="258" y="534"/>
                        </a:lnTo>
                        <a:lnTo>
                          <a:pt x="270" y="528"/>
                        </a:lnTo>
                        <a:lnTo>
                          <a:pt x="276" y="516"/>
                        </a:lnTo>
                        <a:lnTo>
                          <a:pt x="282" y="510"/>
                        </a:lnTo>
                        <a:lnTo>
                          <a:pt x="282" y="486"/>
                        </a:lnTo>
                        <a:lnTo>
                          <a:pt x="276" y="480"/>
                        </a:lnTo>
                        <a:lnTo>
                          <a:pt x="270" y="468"/>
                        </a:lnTo>
                        <a:lnTo>
                          <a:pt x="270" y="450"/>
                        </a:lnTo>
                        <a:lnTo>
                          <a:pt x="264" y="438"/>
                        </a:lnTo>
                        <a:lnTo>
                          <a:pt x="258" y="432"/>
                        </a:lnTo>
                        <a:close/>
                        <a:moveTo>
                          <a:pt x="330" y="648"/>
                        </a:moveTo>
                        <a:lnTo>
                          <a:pt x="336" y="660"/>
                        </a:lnTo>
                        <a:lnTo>
                          <a:pt x="354" y="678"/>
                        </a:lnTo>
                        <a:lnTo>
                          <a:pt x="360" y="672"/>
                        </a:lnTo>
                        <a:lnTo>
                          <a:pt x="372" y="666"/>
                        </a:lnTo>
                        <a:lnTo>
                          <a:pt x="378" y="660"/>
                        </a:lnTo>
                        <a:lnTo>
                          <a:pt x="384" y="660"/>
                        </a:lnTo>
                        <a:lnTo>
                          <a:pt x="390" y="666"/>
                        </a:lnTo>
                        <a:lnTo>
                          <a:pt x="390" y="696"/>
                        </a:lnTo>
                        <a:lnTo>
                          <a:pt x="402" y="708"/>
                        </a:lnTo>
                        <a:lnTo>
                          <a:pt x="396" y="720"/>
                        </a:lnTo>
                        <a:lnTo>
                          <a:pt x="390" y="726"/>
                        </a:lnTo>
                        <a:lnTo>
                          <a:pt x="372" y="762"/>
                        </a:lnTo>
                        <a:lnTo>
                          <a:pt x="372" y="786"/>
                        </a:lnTo>
                        <a:lnTo>
                          <a:pt x="378" y="792"/>
                        </a:lnTo>
                        <a:lnTo>
                          <a:pt x="384" y="804"/>
                        </a:lnTo>
                        <a:lnTo>
                          <a:pt x="396" y="804"/>
                        </a:lnTo>
                        <a:lnTo>
                          <a:pt x="408" y="798"/>
                        </a:lnTo>
                        <a:lnTo>
                          <a:pt x="420" y="798"/>
                        </a:lnTo>
                        <a:lnTo>
                          <a:pt x="432" y="792"/>
                        </a:lnTo>
                        <a:lnTo>
                          <a:pt x="438" y="786"/>
                        </a:lnTo>
                        <a:lnTo>
                          <a:pt x="438" y="768"/>
                        </a:lnTo>
                        <a:lnTo>
                          <a:pt x="432" y="756"/>
                        </a:lnTo>
                        <a:lnTo>
                          <a:pt x="426" y="738"/>
                        </a:lnTo>
                        <a:lnTo>
                          <a:pt x="426" y="726"/>
                        </a:lnTo>
                        <a:lnTo>
                          <a:pt x="432" y="714"/>
                        </a:lnTo>
                        <a:lnTo>
                          <a:pt x="444" y="678"/>
                        </a:lnTo>
                        <a:lnTo>
                          <a:pt x="444" y="660"/>
                        </a:lnTo>
                        <a:lnTo>
                          <a:pt x="438" y="648"/>
                        </a:lnTo>
                        <a:lnTo>
                          <a:pt x="432" y="642"/>
                        </a:lnTo>
                        <a:lnTo>
                          <a:pt x="426" y="642"/>
                        </a:lnTo>
                        <a:lnTo>
                          <a:pt x="414" y="654"/>
                        </a:lnTo>
                        <a:lnTo>
                          <a:pt x="402" y="660"/>
                        </a:lnTo>
                        <a:lnTo>
                          <a:pt x="396" y="660"/>
                        </a:lnTo>
                        <a:lnTo>
                          <a:pt x="396" y="648"/>
                        </a:lnTo>
                        <a:lnTo>
                          <a:pt x="408" y="624"/>
                        </a:lnTo>
                        <a:lnTo>
                          <a:pt x="408" y="612"/>
                        </a:lnTo>
                        <a:lnTo>
                          <a:pt x="414" y="600"/>
                        </a:lnTo>
                        <a:lnTo>
                          <a:pt x="414" y="594"/>
                        </a:lnTo>
                        <a:lnTo>
                          <a:pt x="408" y="588"/>
                        </a:lnTo>
                        <a:lnTo>
                          <a:pt x="372" y="570"/>
                        </a:lnTo>
                        <a:lnTo>
                          <a:pt x="366" y="564"/>
                        </a:lnTo>
                        <a:lnTo>
                          <a:pt x="330" y="564"/>
                        </a:lnTo>
                        <a:lnTo>
                          <a:pt x="324" y="570"/>
                        </a:lnTo>
                        <a:lnTo>
                          <a:pt x="324" y="576"/>
                        </a:lnTo>
                        <a:lnTo>
                          <a:pt x="330" y="582"/>
                        </a:lnTo>
                        <a:lnTo>
                          <a:pt x="336" y="582"/>
                        </a:lnTo>
                        <a:lnTo>
                          <a:pt x="342" y="594"/>
                        </a:lnTo>
                        <a:lnTo>
                          <a:pt x="342" y="600"/>
                        </a:lnTo>
                        <a:lnTo>
                          <a:pt x="336" y="606"/>
                        </a:lnTo>
                        <a:lnTo>
                          <a:pt x="336" y="618"/>
                        </a:lnTo>
                        <a:lnTo>
                          <a:pt x="330" y="630"/>
                        </a:lnTo>
                        <a:lnTo>
                          <a:pt x="330" y="648"/>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614" name="Nepal" descr="© INSCALE GmbH, 05.05.2010&#10;http://www.presentationload.com/">
                    <a:extLst>
                      <a:ext uri="{FF2B5EF4-FFF2-40B4-BE49-F238E27FC236}">
                        <a16:creationId xmlns:a16="http://schemas.microsoft.com/office/drawing/2014/main" id="{A3821CD8-48C0-C720-D470-D0FA730ED5F2}"/>
                      </a:ext>
                    </a:extLst>
                  </p:cNvPr>
                  <p:cNvSpPr>
                    <a:spLocks/>
                  </p:cNvSpPr>
                  <p:nvPr/>
                </p:nvSpPr>
                <p:spPr bwMode="gray">
                  <a:xfrm>
                    <a:off x="4054" y="1946"/>
                    <a:ext cx="149" cy="83"/>
                  </a:xfrm>
                  <a:custGeom>
                    <a:avLst/>
                    <a:gdLst>
                      <a:gd name="T0" fmla="*/ 2147483647 w 588"/>
                      <a:gd name="T1" fmla="*/ 2147483647 h 330"/>
                      <a:gd name="T2" fmla="*/ 2147483647 w 588"/>
                      <a:gd name="T3" fmla="*/ 2147483647 h 330"/>
                      <a:gd name="T4" fmla="*/ 2147483647 w 588"/>
                      <a:gd name="T5" fmla="*/ 2147483647 h 330"/>
                      <a:gd name="T6" fmla="*/ 2147483647 w 588"/>
                      <a:gd name="T7" fmla="*/ 2147483647 h 330"/>
                      <a:gd name="T8" fmla="*/ 2147483647 w 588"/>
                      <a:gd name="T9" fmla="*/ 2147483647 h 330"/>
                      <a:gd name="T10" fmla="*/ 2147483647 w 588"/>
                      <a:gd name="T11" fmla="*/ 2147483647 h 330"/>
                      <a:gd name="T12" fmla="*/ 2147483647 w 588"/>
                      <a:gd name="T13" fmla="*/ 2147483647 h 330"/>
                      <a:gd name="T14" fmla="*/ 2147483647 w 588"/>
                      <a:gd name="T15" fmla="*/ 2147483647 h 330"/>
                      <a:gd name="T16" fmla="*/ 2147483647 w 588"/>
                      <a:gd name="T17" fmla="*/ 2147483647 h 330"/>
                      <a:gd name="T18" fmla="*/ 2147483647 w 588"/>
                      <a:gd name="T19" fmla="*/ 2147483647 h 330"/>
                      <a:gd name="T20" fmla="*/ 2147483647 w 588"/>
                      <a:gd name="T21" fmla="*/ 2147483647 h 330"/>
                      <a:gd name="T22" fmla="*/ 2147483647 w 588"/>
                      <a:gd name="T23" fmla="*/ 2147483647 h 330"/>
                      <a:gd name="T24" fmla="*/ 2147483647 w 588"/>
                      <a:gd name="T25" fmla="*/ 2147483647 h 330"/>
                      <a:gd name="T26" fmla="*/ 2147483647 w 588"/>
                      <a:gd name="T27" fmla="*/ 2147483647 h 330"/>
                      <a:gd name="T28" fmla="*/ 2147483647 w 588"/>
                      <a:gd name="T29" fmla="*/ 2147483647 h 330"/>
                      <a:gd name="T30" fmla="*/ 2147483647 w 588"/>
                      <a:gd name="T31" fmla="*/ 2147483647 h 330"/>
                      <a:gd name="T32" fmla="*/ 2147483647 w 588"/>
                      <a:gd name="T33" fmla="*/ 2147483647 h 330"/>
                      <a:gd name="T34" fmla="*/ 2147483647 w 588"/>
                      <a:gd name="T35" fmla="*/ 2147483647 h 330"/>
                      <a:gd name="T36" fmla="*/ 2147483647 w 588"/>
                      <a:gd name="T37" fmla="*/ 2147483647 h 330"/>
                      <a:gd name="T38" fmla="*/ 2147483647 w 588"/>
                      <a:gd name="T39" fmla="*/ 2147483647 h 330"/>
                      <a:gd name="T40" fmla="*/ 2147483647 w 588"/>
                      <a:gd name="T41" fmla="*/ 2147483647 h 330"/>
                      <a:gd name="T42" fmla="*/ 2147483647 w 588"/>
                      <a:gd name="T43" fmla="*/ 2147483647 h 330"/>
                      <a:gd name="T44" fmla="*/ 2147483647 w 588"/>
                      <a:gd name="T45" fmla="*/ 2147483647 h 330"/>
                      <a:gd name="T46" fmla="*/ 2147483647 w 588"/>
                      <a:gd name="T47" fmla="*/ 2147483647 h 330"/>
                      <a:gd name="T48" fmla="*/ 2147483647 w 588"/>
                      <a:gd name="T49" fmla="*/ 2147483647 h 330"/>
                      <a:gd name="T50" fmla="*/ 2147483647 w 588"/>
                      <a:gd name="T51" fmla="*/ 2147483647 h 330"/>
                      <a:gd name="T52" fmla="*/ 2147483647 w 588"/>
                      <a:gd name="T53" fmla="*/ 2147483647 h 330"/>
                      <a:gd name="T54" fmla="*/ 2147483647 w 588"/>
                      <a:gd name="T55" fmla="*/ 2147483647 h 330"/>
                      <a:gd name="T56" fmla="*/ 2147483647 w 588"/>
                      <a:gd name="T57" fmla="*/ 2147483647 h 330"/>
                      <a:gd name="T58" fmla="*/ 2147483647 w 588"/>
                      <a:gd name="T59" fmla="*/ 2147483647 h 330"/>
                      <a:gd name="T60" fmla="*/ 2147483647 w 588"/>
                      <a:gd name="T61" fmla="*/ 2147483647 h 330"/>
                      <a:gd name="T62" fmla="*/ 2147483647 w 588"/>
                      <a:gd name="T63" fmla="*/ 2147483647 h 330"/>
                      <a:gd name="T64" fmla="*/ 2147483647 w 588"/>
                      <a:gd name="T65" fmla="*/ 2147483647 h 330"/>
                      <a:gd name="T66" fmla="*/ 2147483647 w 588"/>
                      <a:gd name="T67" fmla="*/ 2147483647 h 330"/>
                      <a:gd name="T68" fmla="*/ 2147483647 w 588"/>
                      <a:gd name="T69" fmla="*/ 2147483647 h 330"/>
                      <a:gd name="T70" fmla="*/ 2147483647 w 588"/>
                      <a:gd name="T71" fmla="*/ 0 h 330"/>
                      <a:gd name="T72" fmla="*/ 2147483647 w 588"/>
                      <a:gd name="T73" fmla="*/ 2147483647 h 330"/>
                      <a:gd name="T74" fmla="*/ 2147483647 w 588"/>
                      <a:gd name="T75" fmla="*/ 2147483647 h 330"/>
                      <a:gd name="T76" fmla="*/ 2147483647 w 588"/>
                      <a:gd name="T77" fmla="*/ 2147483647 h 330"/>
                      <a:gd name="T78" fmla="*/ 2147483647 w 588"/>
                      <a:gd name="T79" fmla="*/ 2147483647 h 330"/>
                      <a:gd name="T80" fmla="*/ 2147483647 w 588"/>
                      <a:gd name="T81" fmla="*/ 2147483647 h 330"/>
                      <a:gd name="T82" fmla="*/ 2147483647 w 588"/>
                      <a:gd name="T83" fmla="*/ 2147483647 h 330"/>
                      <a:gd name="T84" fmla="*/ 0 w 588"/>
                      <a:gd name="T85" fmla="*/ 2147483647 h 330"/>
                      <a:gd name="T86" fmla="*/ 2147483647 w 588"/>
                      <a:gd name="T87" fmla="*/ 2147483647 h 330"/>
                      <a:gd name="T88" fmla="*/ 2147483647 w 588"/>
                      <a:gd name="T89" fmla="*/ 2147483647 h 330"/>
                      <a:gd name="T90" fmla="*/ 2147483647 w 588"/>
                      <a:gd name="T91" fmla="*/ 2147483647 h 330"/>
                      <a:gd name="T92" fmla="*/ 2147483647 w 588"/>
                      <a:gd name="T93" fmla="*/ 2147483647 h 330"/>
                      <a:gd name="T94" fmla="*/ 2147483647 w 588"/>
                      <a:gd name="T95" fmla="*/ 2147483647 h 330"/>
                      <a:gd name="T96" fmla="*/ 2147483647 w 588"/>
                      <a:gd name="T97" fmla="*/ 2147483647 h 330"/>
                      <a:gd name="T98" fmla="*/ 2147483647 w 588"/>
                      <a:gd name="T99" fmla="*/ 2147483647 h 330"/>
                      <a:gd name="T100" fmla="*/ 2147483647 w 588"/>
                      <a:gd name="T101" fmla="*/ 2147483647 h 330"/>
                      <a:gd name="T102" fmla="*/ 2147483647 w 588"/>
                      <a:gd name="T103" fmla="*/ 2147483647 h 330"/>
                      <a:gd name="T104" fmla="*/ 2147483647 w 588"/>
                      <a:gd name="T105" fmla="*/ 2147483647 h 330"/>
                      <a:gd name="T106" fmla="*/ 2147483647 w 588"/>
                      <a:gd name="T107" fmla="*/ 2147483647 h 330"/>
                      <a:gd name="T108" fmla="*/ 2147483647 w 588"/>
                      <a:gd name="T109" fmla="*/ 2147483647 h 330"/>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588"/>
                      <a:gd name="T166" fmla="*/ 0 h 330"/>
                      <a:gd name="T167" fmla="*/ 588 w 588"/>
                      <a:gd name="T168" fmla="*/ 330 h 330"/>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588" h="330">
                        <a:moveTo>
                          <a:pt x="294" y="234"/>
                        </a:moveTo>
                        <a:lnTo>
                          <a:pt x="306" y="246"/>
                        </a:lnTo>
                        <a:lnTo>
                          <a:pt x="306" y="252"/>
                        </a:lnTo>
                        <a:lnTo>
                          <a:pt x="330" y="252"/>
                        </a:lnTo>
                        <a:lnTo>
                          <a:pt x="384" y="306"/>
                        </a:lnTo>
                        <a:lnTo>
                          <a:pt x="402" y="294"/>
                        </a:lnTo>
                        <a:lnTo>
                          <a:pt x="432" y="312"/>
                        </a:lnTo>
                        <a:lnTo>
                          <a:pt x="438" y="306"/>
                        </a:lnTo>
                        <a:lnTo>
                          <a:pt x="456" y="306"/>
                        </a:lnTo>
                        <a:lnTo>
                          <a:pt x="474" y="312"/>
                        </a:lnTo>
                        <a:lnTo>
                          <a:pt x="486" y="318"/>
                        </a:lnTo>
                        <a:lnTo>
                          <a:pt x="492" y="330"/>
                        </a:lnTo>
                        <a:lnTo>
                          <a:pt x="498" y="318"/>
                        </a:lnTo>
                        <a:lnTo>
                          <a:pt x="510" y="312"/>
                        </a:lnTo>
                        <a:lnTo>
                          <a:pt x="516" y="312"/>
                        </a:lnTo>
                        <a:lnTo>
                          <a:pt x="522" y="318"/>
                        </a:lnTo>
                        <a:lnTo>
                          <a:pt x="522" y="330"/>
                        </a:lnTo>
                        <a:lnTo>
                          <a:pt x="588" y="330"/>
                        </a:lnTo>
                        <a:lnTo>
                          <a:pt x="588" y="294"/>
                        </a:lnTo>
                        <a:lnTo>
                          <a:pt x="576" y="270"/>
                        </a:lnTo>
                        <a:lnTo>
                          <a:pt x="576" y="222"/>
                        </a:lnTo>
                        <a:lnTo>
                          <a:pt x="564" y="204"/>
                        </a:lnTo>
                        <a:lnTo>
                          <a:pt x="540" y="216"/>
                        </a:lnTo>
                        <a:lnTo>
                          <a:pt x="522" y="216"/>
                        </a:lnTo>
                        <a:lnTo>
                          <a:pt x="498" y="204"/>
                        </a:lnTo>
                        <a:lnTo>
                          <a:pt x="480" y="198"/>
                        </a:lnTo>
                        <a:lnTo>
                          <a:pt x="474" y="192"/>
                        </a:lnTo>
                        <a:lnTo>
                          <a:pt x="462" y="186"/>
                        </a:lnTo>
                        <a:lnTo>
                          <a:pt x="462" y="192"/>
                        </a:lnTo>
                        <a:lnTo>
                          <a:pt x="456" y="198"/>
                        </a:lnTo>
                        <a:lnTo>
                          <a:pt x="438" y="198"/>
                        </a:lnTo>
                        <a:lnTo>
                          <a:pt x="432" y="192"/>
                        </a:lnTo>
                        <a:lnTo>
                          <a:pt x="432" y="180"/>
                        </a:lnTo>
                        <a:lnTo>
                          <a:pt x="432" y="186"/>
                        </a:lnTo>
                        <a:lnTo>
                          <a:pt x="420" y="198"/>
                        </a:lnTo>
                        <a:lnTo>
                          <a:pt x="408" y="198"/>
                        </a:lnTo>
                        <a:lnTo>
                          <a:pt x="402" y="192"/>
                        </a:lnTo>
                        <a:lnTo>
                          <a:pt x="402" y="174"/>
                        </a:lnTo>
                        <a:lnTo>
                          <a:pt x="396" y="174"/>
                        </a:lnTo>
                        <a:lnTo>
                          <a:pt x="390" y="180"/>
                        </a:lnTo>
                        <a:lnTo>
                          <a:pt x="378" y="180"/>
                        </a:lnTo>
                        <a:lnTo>
                          <a:pt x="360" y="174"/>
                        </a:lnTo>
                        <a:lnTo>
                          <a:pt x="354" y="168"/>
                        </a:lnTo>
                        <a:lnTo>
                          <a:pt x="348" y="168"/>
                        </a:lnTo>
                        <a:lnTo>
                          <a:pt x="348" y="162"/>
                        </a:lnTo>
                        <a:lnTo>
                          <a:pt x="354" y="156"/>
                        </a:lnTo>
                        <a:lnTo>
                          <a:pt x="354" y="150"/>
                        </a:lnTo>
                        <a:lnTo>
                          <a:pt x="348" y="144"/>
                        </a:lnTo>
                        <a:lnTo>
                          <a:pt x="342" y="144"/>
                        </a:lnTo>
                        <a:lnTo>
                          <a:pt x="330" y="150"/>
                        </a:lnTo>
                        <a:lnTo>
                          <a:pt x="324" y="156"/>
                        </a:lnTo>
                        <a:lnTo>
                          <a:pt x="312" y="150"/>
                        </a:lnTo>
                        <a:lnTo>
                          <a:pt x="282" y="120"/>
                        </a:lnTo>
                        <a:lnTo>
                          <a:pt x="282" y="102"/>
                        </a:lnTo>
                        <a:lnTo>
                          <a:pt x="276" y="90"/>
                        </a:lnTo>
                        <a:lnTo>
                          <a:pt x="270" y="84"/>
                        </a:lnTo>
                        <a:lnTo>
                          <a:pt x="258" y="84"/>
                        </a:lnTo>
                        <a:lnTo>
                          <a:pt x="252" y="96"/>
                        </a:lnTo>
                        <a:lnTo>
                          <a:pt x="246" y="102"/>
                        </a:lnTo>
                        <a:lnTo>
                          <a:pt x="246" y="108"/>
                        </a:lnTo>
                        <a:lnTo>
                          <a:pt x="234" y="108"/>
                        </a:lnTo>
                        <a:lnTo>
                          <a:pt x="234" y="96"/>
                        </a:lnTo>
                        <a:lnTo>
                          <a:pt x="228" y="90"/>
                        </a:lnTo>
                        <a:lnTo>
                          <a:pt x="222" y="78"/>
                        </a:lnTo>
                        <a:lnTo>
                          <a:pt x="216" y="72"/>
                        </a:lnTo>
                        <a:lnTo>
                          <a:pt x="210" y="60"/>
                        </a:lnTo>
                        <a:lnTo>
                          <a:pt x="168" y="54"/>
                        </a:lnTo>
                        <a:lnTo>
                          <a:pt x="150" y="36"/>
                        </a:lnTo>
                        <a:lnTo>
                          <a:pt x="138" y="30"/>
                        </a:lnTo>
                        <a:lnTo>
                          <a:pt x="132" y="18"/>
                        </a:lnTo>
                        <a:lnTo>
                          <a:pt x="120" y="6"/>
                        </a:lnTo>
                        <a:lnTo>
                          <a:pt x="108" y="0"/>
                        </a:lnTo>
                        <a:lnTo>
                          <a:pt x="96" y="0"/>
                        </a:lnTo>
                        <a:lnTo>
                          <a:pt x="84" y="6"/>
                        </a:lnTo>
                        <a:lnTo>
                          <a:pt x="78" y="12"/>
                        </a:lnTo>
                        <a:lnTo>
                          <a:pt x="54" y="30"/>
                        </a:lnTo>
                        <a:lnTo>
                          <a:pt x="36" y="12"/>
                        </a:lnTo>
                        <a:lnTo>
                          <a:pt x="30" y="36"/>
                        </a:lnTo>
                        <a:lnTo>
                          <a:pt x="6" y="60"/>
                        </a:lnTo>
                        <a:lnTo>
                          <a:pt x="12" y="72"/>
                        </a:lnTo>
                        <a:lnTo>
                          <a:pt x="6" y="78"/>
                        </a:lnTo>
                        <a:lnTo>
                          <a:pt x="6" y="84"/>
                        </a:lnTo>
                        <a:lnTo>
                          <a:pt x="18" y="96"/>
                        </a:lnTo>
                        <a:lnTo>
                          <a:pt x="12" y="96"/>
                        </a:lnTo>
                        <a:lnTo>
                          <a:pt x="0" y="108"/>
                        </a:lnTo>
                        <a:lnTo>
                          <a:pt x="0" y="120"/>
                        </a:lnTo>
                        <a:lnTo>
                          <a:pt x="30" y="150"/>
                        </a:lnTo>
                        <a:lnTo>
                          <a:pt x="42" y="144"/>
                        </a:lnTo>
                        <a:lnTo>
                          <a:pt x="60" y="168"/>
                        </a:lnTo>
                        <a:lnTo>
                          <a:pt x="84" y="168"/>
                        </a:lnTo>
                        <a:lnTo>
                          <a:pt x="96" y="186"/>
                        </a:lnTo>
                        <a:lnTo>
                          <a:pt x="138" y="204"/>
                        </a:lnTo>
                        <a:lnTo>
                          <a:pt x="150" y="204"/>
                        </a:lnTo>
                        <a:lnTo>
                          <a:pt x="156" y="210"/>
                        </a:lnTo>
                        <a:lnTo>
                          <a:pt x="162" y="222"/>
                        </a:lnTo>
                        <a:lnTo>
                          <a:pt x="168" y="228"/>
                        </a:lnTo>
                        <a:lnTo>
                          <a:pt x="186" y="228"/>
                        </a:lnTo>
                        <a:lnTo>
                          <a:pt x="192" y="222"/>
                        </a:lnTo>
                        <a:lnTo>
                          <a:pt x="204" y="222"/>
                        </a:lnTo>
                        <a:lnTo>
                          <a:pt x="204" y="234"/>
                        </a:lnTo>
                        <a:lnTo>
                          <a:pt x="210" y="240"/>
                        </a:lnTo>
                        <a:lnTo>
                          <a:pt x="234" y="240"/>
                        </a:lnTo>
                        <a:lnTo>
                          <a:pt x="240" y="246"/>
                        </a:lnTo>
                        <a:lnTo>
                          <a:pt x="246" y="258"/>
                        </a:lnTo>
                        <a:lnTo>
                          <a:pt x="258" y="246"/>
                        </a:lnTo>
                        <a:lnTo>
                          <a:pt x="276" y="246"/>
                        </a:lnTo>
                        <a:lnTo>
                          <a:pt x="282" y="252"/>
                        </a:lnTo>
                        <a:lnTo>
                          <a:pt x="282" y="258"/>
                        </a:lnTo>
                        <a:lnTo>
                          <a:pt x="282" y="240"/>
                        </a:lnTo>
                        <a:lnTo>
                          <a:pt x="288" y="234"/>
                        </a:lnTo>
                        <a:lnTo>
                          <a:pt x="294" y="23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615" name="Korea, South" descr="© INSCALE GmbH, 05.05.2010&#10;http://www.presentationload.com/">
                    <a:extLst>
                      <a:ext uri="{FF2B5EF4-FFF2-40B4-BE49-F238E27FC236}">
                        <a16:creationId xmlns:a16="http://schemas.microsoft.com/office/drawing/2014/main" id="{4653F8A9-3894-4FD1-1B0D-960AB9A6B37B}"/>
                      </a:ext>
                    </a:extLst>
                  </p:cNvPr>
                  <p:cNvSpPr>
                    <a:spLocks noEditPoints="1"/>
                  </p:cNvSpPr>
                  <p:nvPr/>
                </p:nvSpPr>
                <p:spPr bwMode="gray">
                  <a:xfrm>
                    <a:off x="4795" y="1781"/>
                    <a:ext cx="69" cy="108"/>
                  </a:xfrm>
                  <a:custGeom>
                    <a:avLst/>
                    <a:gdLst>
                      <a:gd name="T0" fmla="*/ 2147483647 w 276"/>
                      <a:gd name="T1" fmla="*/ 2147483647 h 426"/>
                      <a:gd name="T2" fmla="*/ 2147483647 w 276"/>
                      <a:gd name="T3" fmla="*/ 2147483647 h 426"/>
                      <a:gd name="T4" fmla="*/ 2147483647 w 276"/>
                      <a:gd name="T5" fmla="*/ 2147483647 h 426"/>
                      <a:gd name="T6" fmla="*/ 2147483647 w 276"/>
                      <a:gd name="T7" fmla="*/ 2147483647 h 426"/>
                      <a:gd name="T8" fmla="*/ 2147483647 w 276"/>
                      <a:gd name="T9" fmla="*/ 2147483647 h 426"/>
                      <a:gd name="T10" fmla="*/ 2147483647 w 276"/>
                      <a:gd name="T11" fmla="*/ 2147483647 h 426"/>
                      <a:gd name="T12" fmla="*/ 2147483647 w 276"/>
                      <a:gd name="T13" fmla="*/ 2147483647 h 426"/>
                      <a:gd name="T14" fmla="*/ 2147483647 w 276"/>
                      <a:gd name="T15" fmla="*/ 2147483647 h 426"/>
                      <a:gd name="T16" fmla="*/ 2147483647 w 276"/>
                      <a:gd name="T17" fmla="*/ 2147483647 h 426"/>
                      <a:gd name="T18" fmla="*/ 2147483647 w 276"/>
                      <a:gd name="T19" fmla="*/ 2147483647 h 426"/>
                      <a:gd name="T20" fmla="*/ 2147483647 w 276"/>
                      <a:gd name="T21" fmla="*/ 2147483647 h 426"/>
                      <a:gd name="T22" fmla="*/ 2147483647 w 276"/>
                      <a:gd name="T23" fmla="*/ 2147483647 h 426"/>
                      <a:gd name="T24" fmla="*/ 2147483647 w 276"/>
                      <a:gd name="T25" fmla="*/ 0 h 426"/>
                      <a:gd name="T26" fmla="*/ 2147483647 w 276"/>
                      <a:gd name="T27" fmla="*/ 2147483647 h 426"/>
                      <a:gd name="T28" fmla="*/ 2147483647 w 276"/>
                      <a:gd name="T29" fmla="*/ 2147483647 h 426"/>
                      <a:gd name="T30" fmla="*/ 2147483647 w 276"/>
                      <a:gd name="T31" fmla="*/ 2147483647 h 426"/>
                      <a:gd name="T32" fmla="*/ 2147483647 w 276"/>
                      <a:gd name="T33" fmla="*/ 2147483647 h 426"/>
                      <a:gd name="T34" fmla="*/ 0 w 276"/>
                      <a:gd name="T35" fmla="*/ 2147483647 h 426"/>
                      <a:gd name="T36" fmla="*/ 2147483647 w 276"/>
                      <a:gd name="T37" fmla="*/ 2147483647 h 426"/>
                      <a:gd name="T38" fmla="*/ 2147483647 w 276"/>
                      <a:gd name="T39" fmla="*/ 2147483647 h 426"/>
                      <a:gd name="T40" fmla="*/ 2147483647 w 276"/>
                      <a:gd name="T41" fmla="*/ 2147483647 h 426"/>
                      <a:gd name="T42" fmla="*/ 2147483647 w 276"/>
                      <a:gd name="T43" fmla="*/ 2147483647 h 426"/>
                      <a:gd name="T44" fmla="*/ 2147483647 w 276"/>
                      <a:gd name="T45" fmla="*/ 2147483647 h 426"/>
                      <a:gd name="T46" fmla="*/ 2147483647 w 276"/>
                      <a:gd name="T47" fmla="*/ 2147483647 h 426"/>
                      <a:gd name="T48" fmla="*/ 2147483647 w 276"/>
                      <a:gd name="T49" fmla="*/ 2147483647 h 426"/>
                      <a:gd name="T50" fmla="*/ 2147483647 w 276"/>
                      <a:gd name="T51" fmla="*/ 2147483647 h 426"/>
                      <a:gd name="T52" fmla="*/ 2147483647 w 276"/>
                      <a:gd name="T53" fmla="*/ 2147483647 h 426"/>
                      <a:gd name="T54" fmla="*/ 2147483647 w 276"/>
                      <a:gd name="T55" fmla="*/ 2147483647 h 426"/>
                      <a:gd name="T56" fmla="*/ 2147483647 w 276"/>
                      <a:gd name="T57" fmla="*/ 2147483647 h 426"/>
                      <a:gd name="T58" fmla="*/ 2147483647 w 276"/>
                      <a:gd name="T59" fmla="*/ 2147483647 h 426"/>
                      <a:gd name="T60" fmla="*/ 2147483647 w 276"/>
                      <a:gd name="T61" fmla="*/ 2147483647 h 426"/>
                      <a:gd name="T62" fmla="*/ 2147483647 w 276"/>
                      <a:gd name="T63" fmla="*/ 2147483647 h 426"/>
                      <a:gd name="T64" fmla="*/ 2147483647 w 276"/>
                      <a:gd name="T65" fmla="*/ 2147483647 h 426"/>
                      <a:gd name="T66" fmla="*/ 2147483647 w 276"/>
                      <a:gd name="T67" fmla="*/ 2147483647 h 426"/>
                      <a:gd name="T68" fmla="*/ 2147483647 w 276"/>
                      <a:gd name="T69" fmla="*/ 2147483647 h 426"/>
                      <a:gd name="T70" fmla="*/ 2147483647 w 276"/>
                      <a:gd name="T71" fmla="*/ 2147483647 h 426"/>
                      <a:gd name="T72" fmla="*/ 2147483647 w 276"/>
                      <a:gd name="T73" fmla="*/ 2147483647 h 426"/>
                      <a:gd name="T74" fmla="*/ 2147483647 w 276"/>
                      <a:gd name="T75" fmla="*/ 2147483647 h 42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276"/>
                      <a:gd name="T115" fmla="*/ 0 h 426"/>
                      <a:gd name="T116" fmla="*/ 276 w 276"/>
                      <a:gd name="T117" fmla="*/ 426 h 426"/>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276" h="426">
                        <a:moveTo>
                          <a:pt x="150" y="402"/>
                        </a:moveTo>
                        <a:lnTo>
                          <a:pt x="132" y="408"/>
                        </a:lnTo>
                        <a:lnTo>
                          <a:pt x="126" y="414"/>
                        </a:lnTo>
                        <a:lnTo>
                          <a:pt x="138" y="426"/>
                        </a:lnTo>
                        <a:lnTo>
                          <a:pt x="162" y="426"/>
                        </a:lnTo>
                        <a:lnTo>
                          <a:pt x="174" y="414"/>
                        </a:lnTo>
                        <a:lnTo>
                          <a:pt x="174" y="408"/>
                        </a:lnTo>
                        <a:lnTo>
                          <a:pt x="168" y="402"/>
                        </a:lnTo>
                        <a:lnTo>
                          <a:pt x="150" y="402"/>
                        </a:lnTo>
                        <a:close/>
                        <a:moveTo>
                          <a:pt x="276" y="246"/>
                        </a:moveTo>
                        <a:lnTo>
                          <a:pt x="270" y="228"/>
                        </a:lnTo>
                        <a:lnTo>
                          <a:pt x="264" y="216"/>
                        </a:lnTo>
                        <a:lnTo>
                          <a:pt x="246" y="198"/>
                        </a:lnTo>
                        <a:lnTo>
                          <a:pt x="252" y="186"/>
                        </a:lnTo>
                        <a:lnTo>
                          <a:pt x="252" y="180"/>
                        </a:lnTo>
                        <a:lnTo>
                          <a:pt x="246" y="162"/>
                        </a:lnTo>
                        <a:lnTo>
                          <a:pt x="240" y="150"/>
                        </a:lnTo>
                        <a:lnTo>
                          <a:pt x="210" y="120"/>
                        </a:lnTo>
                        <a:lnTo>
                          <a:pt x="198" y="102"/>
                        </a:lnTo>
                        <a:lnTo>
                          <a:pt x="168" y="72"/>
                        </a:lnTo>
                        <a:lnTo>
                          <a:pt x="144" y="66"/>
                        </a:lnTo>
                        <a:lnTo>
                          <a:pt x="144" y="60"/>
                        </a:lnTo>
                        <a:lnTo>
                          <a:pt x="138" y="54"/>
                        </a:lnTo>
                        <a:lnTo>
                          <a:pt x="132" y="42"/>
                        </a:lnTo>
                        <a:lnTo>
                          <a:pt x="102" y="12"/>
                        </a:lnTo>
                        <a:lnTo>
                          <a:pt x="96" y="0"/>
                        </a:lnTo>
                        <a:lnTo>
                          <a:pt x="78" y="12"/>
                        </a:lnTo>
                        <a:lnTo>
                          <a:pt x="48" y="12"/>
                        </a:lnTo>
                        <a:lnTo>
                          <a:pt x="24" y="24"/>
                        </a:lnTo>
                        <a:lnTo>
                          <a:pt x="18" y="30"/>
                        </a:lnTo>
                        <a:lnTo>
                          <a:pt x="12" y="30"/>
                        </a:lnTo>
                        <a:lnTo>
                          <a:pt x="12" y="36"/>
                        </a:lnTo>
                        <a:lnTo>
                          <a:pt x="18" y="42"/>
                        </a:lnTo>
                        <a:lnTo>
                          <a:pt x="18" y="48"/>
                        </a:lnTo>
                        <a:lnTo>
                          <a:pt x="12" y="54"/>
                        </a:lnTo>
                        <a:lnTo>
                          <a:pt x="0" y="60"/>
                        </a:lnTo>
                        <a:lnTo>
                          <a:pt x="0" y="66"/>
                        </a:lnTo>
                        <a:lnTo>
                          <a:pt x="6" y="72"/>
                        </a:lnTo>
                        <a:lnTo>
                          <a:pt x="12" y="84"/>
                        </a:lnTo>
                        <a:lnTo>
                          <a:pt x="24" y="90"/>
                        </a:lnTo>
                        <a:lnTo>
                          <a:pt x="30" y="90"/>
                        </a:lnTo>
                        <a:lnTo>
                          <a:pt x="42" y="96"/>
                        </a:lnTo>
                        <a:lnTo>
                          <a:pt x="60" y="132"/>
                        </a:lnTo>
                        <a:lnTo>
                          <a:pt x="54" y="132"/>
                        </a:lnTo>
                        <a:lnTo>
                          <a:pt x="48" y="126"/>
                        </a:lnTo>
                        <a:lnTo>
                          <a:pt x="36" y="126"/>
                        </a:lnTo>
                        <a:lnTo>
                          <a:pt x="24" y="120"/>
                        </a:lnTo>
                        <a:lnTo>
                          <a:pt x="6" y="120"/>
                        </a:lnTo>
                        <a:lnTo>
                          <a:pt x="6" y="126"/>
                        </a:lnTo>
                        <a:lnTo>
                          <a:pt x="18" y="132"/>
                        </a:lnTo>
                        <a:lnTo>
                          <a:pt x="30" y="144"/>
                        </a:lnTo>
                        <a:lnTo>
                          <a:pt x="42" y="150"/>
                        </a:lnTo>
                        <a:lnTo>
                          <a:pt x="54" y="192"/>
                        </a:lnTo>
                        <a:lnTo>
                          <a:pt x="90" y="198"/>
                        </a:lnTo>
                        <a:lnTo>
                          <a:pt x="90" y="228"/>
                        </a:lnTo>
                        <a:lnTo>
                          <a:pt x="78" y="240"/>
                        </a:lnTo>
                        <a:lnTo>
                          <a:pt x="78" y="270"/>
                        </a:lnTo>
                        <a:lnTo>
                          <a:pt x="84" y="282"/>
                        </a:lnTo>
                        <a:lnTo>
                          <a:pt x="102" y="300"/>
                        </a:lnTo>
                        <a:lnTo>
                          <a:pt x="108" y="300"/>
                        </a:lnTo>
                        <a:lnTo>
                          <a:pt x="108" y="306"/>
                        </a:lnTo>
                        <a:lnTo>
                          <a:pt x="102" y="312"/>
                        </a:lnTo>
                        <a:lnTo>
                          <a:pt x="102" y="324"/>
                        </a:lnTo>
                        <a:lnTo>
                          <a:pt x="108" y="330"/>
                        </a:lnTo>
                        <a:lnTo>
                          <a:pt x="132" y="330"/>
                        </a:lnTo>
                        <a:lnTo>
                          <a:pt x="144" y="324"/>
                        </a:lnTo>
                        <a:lnTo>
                          <a:pt x="144" y="318"/>
                        </a:lnTo>
                        <a:lnTo>
                          <a:pt x="150" y="312"/>
                        </a:lnTo>
                        <a:lnTo>
                          <a:pt x="150" y="306"/>
                        </a:lnTo>
                        <a:lnTo>
                          <a:pt x="198" y="282"/>
                        </a:lnTo>
                        <a:lnTo>
                          <a:pt x="222" y="288"/>
                        </a:lnTo>
                        <a:lnTo>
                          <a:pt x="234" y="270"/>
                        </a:lnTo>
                        <a:lnTo>
                          <a:pt x="258" y="270"/>
                        </a:lnTo>
                        <a:lnTo>
                          <a:pt x="270" y="264"/>
                        </a:lnTo>
                        <a:lnTo>
                          <a:pt x="276" y="264"/>
                        </a:lnTo>
                        <a:lnTo>
                          <a:pt x="276" y="246"/>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616" name="Korea, North" descr="© INSCALE GmbH, 05.05.2010&#10;http://www.presentationload.com/">
                    <a:extLst>
                      <a:ext uri="{FF2B5EF4-FFF2-40B4-BE49-F238E27FC236}">
                        <a16:creationId xmlns:a16="http://schemas.microsoft.com/office/drawing/2014/main" id="{A3AB1760-F9C7-B2D4-D89A-B970517F9CA6}"/>
                      </a:ext>
                    </a:extLst>
                  </p:cNvPr>
                  <p:cNvSpPr>
                    <a:spLocks/>
                  </p:cNvSpPr>
                  <p:nvPr/>
                </p:nvSpPr>
                <p:spPr bwMode="gray">
                  <a:xfrm>
                    <a:off x="4737" y="1692"/>
                    <a:ext cx="83" cy="106"/>
                  </a:xfrm>
                  <a:custGeom>
                    <a:avLst/>
                    <a:gdLst>
                      <a:gd name="T0" fmla="*/ 2147483647 w 330"/>
                      <a:gd name="T1" fmla="*/ 0 h 420"/>
                      <a:gd name="T2" fmla="*/ 2147483647 w 330"/>
                      <a:gd name="T3" fmla="*/ 2147483647 h 420"/>
                      <a:gd name="T4" fmla="*/ 2147483647 w 330"/>
                      <a:gd name="T5" fmla="*/ 2147483647 h 420"/>
                      <a:gd name="T6" fmla="*/ 2147483647 w 330"/>
                      <a:gd name="T7" fmla="*/ 2147483647 h 420"/>
                      <a:gd name="T8" fmla="*/ 2147483647 w 330"/>
                      <a:gd name="T9" fmla="*/ 2147483647 h 420"/>
                      <a:gd name="T10" fmla="*/ 2147483647 w 330"/>
                      <a:gd name="T11" fmla="*/ 2147483647 h 420"/>
                      <a:gd name="T12" fmla="*/ 2147483647 w 330"/>
                      <a:gd name="T13" fmla="*/ 2147483647 h 420"/>
                      <a:gd name="T14" fmla="*/ 2147483647 w 330"/>
                      <a:gd name="T15" fmla="*/ 2147483647 h 420"/>
                      <a:gd name="T16" fmla="*/ 2147483647 w 330"/>
                      <a:gd name="T17" fmla="*/ 2147483647 h 420"/>
                      <a:gd name="T18" fmla="*/ 2147483647 w 330"/>
                      <a:gd name="T19" fmla="*/ 2147483647 h 420"/>
                      <a:gd name="T20" fmla="*/ 2147483647 w 330"/>
                      <a:gd name="T21" fmla="*/ 2147483647 h 420"/>
                      <a:gd name="T22" fmla="*/ 2147483647 w 330"/>
                      <a:gd name="T23" fmla="*/ 2147483647 h 420"/>
                      <a:gd name="T24" fmla="*/ 2147483647 w 330"/>
                      <a:gd name="T25" fmla="*/ 2147483647 h 420"/>
                      <a:gd name="T26" fmla="*/ 2147483647 w 330"/>
                      <a:gd name="T27" fmla="*/ 2147483647 h 420"/>
                      <a:gd name="T28" fmla="*/ 2147483647 w 330"/>
                      <a:gd name="T29" fmla="*/ 2147483647 h 420"/>
                      <a:gd name="T30" fmla="*/ 2147483647 w 330"/>
                      <a:gd name="T31" fmla="*/ 2147483647 h 420"/>
                      <a:gd name="T32" fmla="*/ 2147483647 w 330"/>
                      <a:gd name="T33" fmla="*/ 2147483647 h 420"/>
                      <a:gd name="T34" fmla="*/ 2147483647 w 330"/>
                      <a:gd name="T35" fmla="*/ 2147483647 h 420"/>
                      <a:gd name="T36" fmla="*/ 2147483647 w 330"/>
                      <a:gd name="T37" fmla="*/ 2147483647 h 420"/>
                      <a:gd name="T38" fmla="*/ 2147483647 w 330"/>
                      <a:gd name="T39" fmla="*/ 2147483647 h 420"/>
                      <a:gd name="T40" fmla="*/ 2147483647 w 330"/>
                      <a:gd name="T41" fmla="*/ 2147483647 h 420"/>
                      <a:gd name="T42" fmla="*/ 2147483647 w 330"/>
                      <a:gd name="T43" fmla="*/ 2147483647 h 420"/>
                      <a:gd name="T44" fmla="*/ 2147483647 w 330"/>
                      <a:gd name="T45" fmla="*/ 2147483647 h 420"/>
                      <a:gd name="T46" fmla="*/ 2147483647 w 330"/>
                      <a:gd name="T47" fmla="*/ 2147483647 h 420"/>
                      <a:gd name="T48" fmla="*/ 2147483647 w 330"/>
                      <a:gd name="T49" fmla="*/ 2147483647 h 420"/>
                      <a:gd name="T50" fmla="*/ 2147483647 w 330"/>
                      <a:gd name="T51" fmla="*/ 2147483647 h 420"/>
                      <a:gd name="T52" fmla="*/ 2147483647 w 330"/>
                      <a:gd name="T53" fmla="*/ 2147483647 h 420"/>
                      <a:gd name="T54" fmla="*/ 2147483647 w 330"/>
                      <a:gd name="T55" fmla="*/ 2147483647 h 420"/>
                      <a:gd name="T56" fmla="*/ 2147483647 w 330"/>
                      <a:gd name="T57" fmla="*/ 2147483647 h 420"/>
                      <a:gd name="T58" fmla="*/ 2147483647 w 330"/>
                      <a:gd name="T59" fmla="*/ 2147483647 h 420"/>
                      <a:gd name="T60" fmla="*/ 2147483647 w 330"/>
                      <a:gd name="T61" fmla="*/ 2147483647 h 420"/>
                      <a:gd name="T62" fmla="*/ 2147483647 w 330"/>
                      <a:gd name="T63" fmla="*/ 2147483647 h 420"/>
                      <a:gd name="T64" fmla="*/ 2147483647 w 330"/>
                      <a:gd name="T65" fmla="*/ 2147483647 h 420"/>
                      <a:gd name="T66" fmla="*/ 2147483647 w 330"/>
                      <a:gd name="T67" fmla="*/ 2147483647 h 420"/>
                      <a:gd name="T68" fmla="*/ 2147483647 w 330"/>
                      <a:gd name="T69" fmla="*/ 2147483647 h 420"/>
                      <a:gd name="T70" fmla="*/ 2147483647 w 330"/>
                      <a:gd name="T71" fmla="*/ 2147483647 h 420"/>
                      <a:gd name="T72" fmla="*/ 2147483647 w 330"/>
                      <a:gd name="T73" fmla="*/ 2147483647 h 420"/>
                      <a:gd name="T74" fmla="*/ 2147483647 w 330"/>
                      <a:gd name="T75" fmla="*/ 2147483647 h 420"/>
                      <a:gd name="T76" fmla="*/ 2147483647 w 330"/>
                      <a:gd name="T77" fmla="*/ 2147483647 h 420"/>
                      <a:gd name="T78" fmla="*/ 2147483647 w 330"/>
                      <a:gd name="T79" fmla="*/ 2147483647 h 420"/>
                      <a:gd name="T80" fmla="*/ 2147483647 w 330"/>
                      <a:gd name="T81" fmla="*/ 2147483647 h 420"/>
                      <a:gd name="T82" fmla="*/ 2147483647 w 330"/>
                      <a:gd name="T83" fmla="*/ 2147483647 h 420"/>
                      <a:gd name="T84" fmla="*/ 2147483647 w 330"/>
                      <a:gd name="T85" fmla="*/ 2147483647 h 420"/>
                      <a:gd name="T86" fmla="*/ 2147483647 w 330"/>
                      <a:gd name="T87" fmla="*/ 2147483647 h 420"/>
                      <a:gd name="T88" fmla="*/ 2147483647 w 330"/>
                      <a:gd name="T89" fmla="*/ 2147483647 h 420"/>
                      <a:gd name="T90" fmla="*/ 2147483647 w 330"/>
                      <a:gd name="T91" fmla="*/ 2147483647 h 420"/>
                      <a:gd name="T92" fmla="*/ 2147483647 w 330"/>
                      <a:gd name="T93" fmla="*/ 2147483647 h 420"/>
                      <a:gd name="T94" fmla="*/ 2147483647 w 330"/>
                      <a:gd name="T95" fmla="*/ 2147483647 h 420"/>
                      <a:gd name="T96" fmla="*/ 2147483647 w 330"/>
                      <a:gd name="T97" fmla="*/ 2147483647 h 420"/>
                      <a:gd name="T98" fmla="*/ 2147483647 w 330"/>
                      <a:gd name="T99" fmla="*/ 2147483647 h 420"/>
                      <a:gd name="T100" fmla="*/ 2147483647 w 330"/>
                      <a:gd name="T101" fmla="*/ 2147483647 h 420"/>
                      <a:gd name="T102" fmla="*/ 2147483647 w 330"/>
                      <a:gd name="T103" fmla="*/ 0 h 420"/>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w 330"/>
                      <a:gd name="T157" fmla="*/ 0 h 420"/>
                      <a:gd name="T158" fmla="*/ 330 w 330"/>
                      <a:gd name="T159" fmla="*/ 420 h 420"/>
                    </a:gdLst>
                    <a:ahLst/>
                    <a:cxnLst>
                      <a:cxn ang="T104">
                        <a:pos x="T0" y="T1"/>
                      </a:cxn>
                      <a:cxn ang="T105">
                        <a:pos x="T2" y="T3"/>
                      </a:cxn>
                      <a:cxn ang="T106">
                        <a:pos x="T4" y="T5"/>
                      </a:cxn>
                      <a:cxn ang="T107">
                        <a:pos x="T6" y="T7"/>
                      </a:cxn>
                      <a:cxn ang="T108">
                        <a:pos x="T8" y="T9"/>
                      </a:cxn>
                      <a:cxn ang="T109">
                        <a:pos x="T10" y="T11"/>
                      </a:cxn>
                      <a:cxn ang="T110">
                        <a:pos x="T12" y="T13"/>
                      </a:cxn>
                      <a:cxn ang="T111">
                        <a:pos x="T14" y="T15"/>
                      </a:cxn>
                      <a:cxn ang="T112">
                        <a:pos x="T16" y="T17"/>
                      </a:cxn>
                      <a:cxn ang="T113">
                        <a:pos x="T18" y="T19"/>
                      </a:cxn>
                      <a:cxn ang="T114">
                        <a:pos x="T20" y="T21"/>
                      </a:cxn>
                      <a:cxn ang="T115">
                        <a:pos x="T22" y="T23"/>
                      </a:cxn>
                      <a:cxn ang="T116">
                        <a:pos x="T24" y="T25"/>
                      </a:cxn>
                      <a:cxn ang="T117">
                        <a:pos x="T26" y="T27"/>
                      </a:cxn>
                      <a:cxn ang="T118">
                        <a:pos x="T28" y="T29"/>
                      </a:cxn>
                      <a:cxn ang="T119">
                        <a:pos x="T30" y="T31"/>
                      </a:cxn>
                      <a:cxn ang="T120">
                        <a:pos x="T32" y="T33"/>
                      </a:cxn>
                      <a:cxn ang="T121">
                        <a:pos x="T34" y="T35"/>
                      </a:cxn>
                      <a:cxn ang="T122">
                        <a:pos x="T36" y="T37"/>
                      </a:cxn>
                      <a:cxn ang="T123">
                        <a:pos x="T38" y="T39"/>
                      </a:cxn>
                      <a:cxn ang="T124">
                        <a:pos x="T40" y="T41"/>
                      </a:cxn>
                      <a:cxn ang="T125">
                        <a:pos x="T42" y="T43"/>
                      </a:cxn>
                      <a:cxn ang="T126">
                        <a:pos x="T44" y="T45"/>
                      </a:cxn>
                      <a:cxn ang="T127">
                        <a:pos x="T46" y="T47"/>
                      </a:cxn>
                      <a:cxn ang="T128">
                        <a:pos x="T48" y="T49"/>
                      </a:cxn>
                      <a:cxn ang="T129">
                        <a:pos x="T50" y="T51"/>
                      </a:cxn>
                      <a:cxn ang="T130">
                        <a:pos x="T52" y="T53"/>
                      </a:cxn>
                      <a:cxn ang="T131">
                        <a:pos x="T54" y="T55"/>
                      </a:cxn>
                      <a:cxn ang="T132">
                        <a:pos x="T56" y="T57"/>
                      </a:cxn>
                      <a:cxn ang="T133">
                        <a:pos x="T58" y="T59"/>
                      </a:cxn>
                      <a:cxn ang="T134">
                        <a:pos x="T60" y="T61"/>
                      </a:cxn>
                      <a:cxn ang="T135">
                        <a:pos x="T62" y="T63"/>
                      </a:cxn>
                      <a:cxn ang="T136">
                        <a:pos x="T64" y="T65"/>
                      </a:cxn>
                      <a:cxn ang="T137">
                        <a:pos x="T66" y="T67"/>
                      </a:cxn>
                      <a:cxn ang="T138">
                        <a:pos x="T68" y="T69"/>
                      </a:cxn>
                      <a:cxn ang="T139">
                        <a:pos x="T70" y="T71"/>
                      </a:cxn>
                      <a:cxn ang="T140">
                        <a:pos x="T72" y="T73"/>
                      </a:cxn>
                      <a:cxn ang="T141">
                        <a:pos x="T74" y="T75"/>
                      </a:cxn>
                      <a:cxn ang="T142">
                        <a:pos x="T76" y="T77"/>
                      </a:cxn>
                      <a:cxn ang="T143">
                        <a:pos x="T78" y="T79"/>
                      </a:cxn>
                      <a:cxn ang="T144">
                        <a:pos x="T80" y="T81"/>
                      </a:cxn>
                      <a:cxn ang="T145">
                        <a:pos x="T82" y="T83"/>
                      </a:cxn>
                      <a:cxn ang="T146">
                        <a:pos x="T84" y="T85"/>
                      </a:cxn>
                      <a:cxn ang="T147">
                        <a:pos x="T86" y="T87"/>
                      </a:cxn>
                      <a:cxn ang="T148">
                        <a:pos x="T88" y="T89"/>
                      </a:cxn>
                      <a:cxn ang="T149">
                        <a:pos x="T90" y="T91"/>
                      </a:cxn>
                      <a:cxn ang="T150">
                        <a:pos x="T92" y="T93"/>
                      </a:cxn>
                      <a:cxn ang="T151">
                        <a:pos x="T94" y="T95"/>
                      </a:cxn>
                      <a:cxn ang="T152">
                        <a:pos x="T96" y="T97"/>
                      </a:cxn>
                      <a:cxn ang="T153">
                        <a:pos x="T98" y="T99"/>
                      </a:cxn>
                      <a:cxn ang="T154">
                        <a:pos x="T100" y="T101"/>
                      </a:cxn>
                      <a:cxn ang="T155">
                        <a:pos x="T102" y="T103"/>
                      </a:cxn>
                    </a:cxnLst>
                    <a:rect l="T156" t="T157" r="T158" b="T159"/>
                    <a:pathLst>
                      <a:path w="330" h="420">
                        <a:moveTo>
                          <a:pt x="270" y="0"/>
                        </a:moveTo>
                        <a:lnTo>
                          <a:pt x="240" y="0"/>
                        </a:lnTo>
                        <a:lnTo>
                          <a:pt x="240" y="6"/>
                        </a:lnTo>
                        <a:lnTo>
                          <a:pt x="246" y="12"/>
                        </a:lnTo>
                        <a:lnTo>
                          <a:pt x="252" y="24"/>
                        </a:lnTo>
                        <a:lnTo>
                          <a:pt x="252" y="42"/>
                        </a:lnTo>
                        <a:lnTo>
                          <a:pt x="228" y="42"/>
                        </a:lnTo>
                        <a:lnTo>
                          <a:pt x="234" y="54"/>
                        </a:lnTo>
                        <a:lnTo>
                          <a:pt x="234" y="60"/>
                        </a:lnTo>
                        <a:lnTo>
                          <a:pt x="228" y="72"/>
                        </a:lnTo>
                        <a:lnTo>
                          <a:pt x="216" y="78"/>
                        </a:lnTo>
                        <a:lnTo>
                          <a:pt x="204" y="72"/>
                        </a:lnTo>
                        <a:lnTo>
                          <a:pt x="180" y="72"/>
                        </a:lnTo>
                        <a:lnTo>
                          <a:pt x="174" y="66"/>
                        </a:lnTo>
                        <a:lnTo>
                          <a:pt x="168" y="72"/>
                        </a:lnTo>
                        <a:lnTo>
                          <a:pt x="168" y="84"/>
                        </a:lnTo>
                        <a:lnTo>
                          <a:pt x="192" y="108"/>
                        </a:lnTo>
                        <a:lnTo>
                          <a:pt x="198" y="108"/>
                        </a:lnTo>
                        <a:lnTo>
                          <a:pt x="198" y="120"/>
                        </a:lnTo>
                        <a:lnTo>
                          <a:pt x="150" y="120"/>
                        </a:lnTo>
                        <a:lnTo>
                          <a:pt x="138" y="114"/>
                        </a:lnTo>
                        <a:lnTo>
                          <a:pt x="126" y="114"/>
                        </a:lnTo>
                        <a:lnTo>
                          <a:pt x="114" y="102"/>
                        </a:lnTo>
                        <a:lnTo>
                          <a:pt x="102" y="96"/>
                        </a:lnTo>
                        <a:lnTo>
                          <a:pt x="90" y="96"/>
                        </a:lnTo>
                        <a:lnTo>
                          <a:pt x="90" y="102"/>
                        </a:lnTo>
                        <a:lnTo>
                          <a:pt x="84" y="108"/>
                        </a:lnTo>
                        <a:lnTo>
                          <a:pt x="84" y="138"/>
                        </a:lnTo>
                        <a:lnTo>
                          <a:pt x="66" y="174"/>
                        </a:lnTo>
                        <a:lnTo>
                          <a:pt x="54" y="186"/>
                        </a:lnTo>
                        <a:lnTo>
                          <a:pt x="18" y="204"/>
                        </a:lnTo>
                        <a:lnTo>
                          <a:pt x="12" y="216"/>
                        </a:lnTo>
                        <a:lnTo>
                          <a:pt x="6" y="222"/>
                        </a:lnTo>
                        <a:lnTo>
                          <a:pt x="6" y="234"/>
                        </a:lnTo>
                        <a:lnTo>
                          <a:pt x="0" y="246"/>
                        </a:lnTo>
                        <a:lnTo>
                          <a:pt x="12" y="228"/>
                        </a:lnTo>
                        <a:lnTo>
                          <a:pt x="18" y="246"/>
                        </a:lnTo>
                        <a:lnTo>
                          <a:pt x="36" y="270"/>
                        </a:lnTo>
                        <a:lnTo>
                          <a:pt x="48" y="252"/>
                        </a:lnTo>
                        <a:lnTo>
                          <a:pt x="54" y="258"/>
                        </a:lnTo>
                        <a:lnTo>
                          <a:pt x="60" y="270"/>
                        </a:lnTo>
                        <a:lnTo>
                          <a:pt x="96" y="270"/>
                        </a:lnTo>
                        <a:lnTo>
                          <a:pt x="96" y="282"/>
                        </a:lnTo>
                        <a:lnTo>
                          <a:pt x="102" y="294"/>
                        </a:lnTo>
                        <a:lnTo>
                          <a:pt x="102" y="336"/>
                        </a:lnTo>
                        <a:lnTo>
                          <a:pt x="138" y="336"/>
                        </a:lnTo>
                        <a:lnTo>
                          <a:pt x="144" y="348"/>
                        </a:lnTo>
                        <a:lnTo>
                          <a:pt x="132" y="342"/>
                        </a:lnTo>
                        <a:lnTo>
                          <a:pt x="108" y="342"/>
                        </a:lnTo>
                        <a:lnTo>
                          <a:pt x="102" y="348"/>
                        </a:lnTo>
                        <a:lnTo>
                          <a:pt x="102" y="360"/>
                        </a:lnTo>
                        <a:lnTo>
                          <a:pt x="108" y="378"/>
                        </a:lnTo>
                        <a:lnTo>
                          <a:pt x="114" y="384"/>
                        </a:lnTo>
                        <a:lnTo>
                          <a:pt x="126" y="408"/>
                        </a:lnTo>
                        <a:lnTo>
                          <a:pt x="156" y="396"/>
                        </a:lnTo>
                        <a:lnTo>
                          <a:pt x="162" y="402"/>
                        </a:lnTo>
                        <a:lnTo>
                          <a:pt x="174" y="408"/>
                        </a:lnTo>
                        <a:lnTo>
                          <a:pt x="180" y="414"/>
                        </a:lnTo>
                        <a:lnTo>
                          <a:pt x="192" y="420"/>
                        </a:lnTo>
                        <a:lnTo>
                          <a:pt x="198" y="420"/>
                        </a:lnTo>
                        <a:lnTo>
                          <a:pt x="216" y="414"/>
                        </a:lnTo>
                        <a:lnTo>
                          <a:pt x="228" y="414"/>
                        </a:lnTo>
                        <a:lnTo>
                          <a:pt x="240" y="408"/>
                        </a:lnTo>
                        <a:lnTo>
                          <a:pt x="246" y="402"/>
                        </a:lnTo>
                        <a:lnTo>
                          <a:pt x="246" y="396"/>
                        </a:lnTo>
                        <a:lnTo>
                          <a:pt x="240" y="390"/>
                        </a:lnTo>
                        <a:lnTo>
                          <a:pt x="240" y="384"/>
                        </a:lnTo>
                        <a:lnTo>
                          <a:pt x="246" y="384"/>
                        </a:lnTo>
                        <a:lnTo>
                          <a:pt x="252" y="378"/>
                        </a:lnTo>
                        <a:lnTo>
                          <a:pt x="276" y="366"/>
                        </a:lnTo>
                        <a:lnTo>
                          <a:pt x="306" y="366"/>
                        </a:lnTo>
                        <a:lnTo>
                          <a:pt x="324" y="354"/>
                        </a:lnTo>
                        <a:lnTo>
                          <a:pt x="312" y="342"/>
                        </a:lnTo>
                        <a:lnTo>
                          <a:pt x="312" y="336"/>
                        </a:lnTo>
                        <a:lnTo>
                          <a:pt x="264" y="312"/>
                        </a:lnTo>
                        <a:lnTo>
                          <a:pt x="240" y="312"/>
                        </a:lnTo>
                        <a:lnTo>
                          <a:pt x="240" y="300"/>
                        </a:lnTo>
                        <a:lnTo>
                          <a:pt x="246" y="288"/>
                        </a:lnTo>
                        <a:lnTo>
                          <a:pt x="252" y="282"/>
                        </a:lnTo>
                        <a:lnTo>
                          <a:pt x="246" y="276"/>
                        </a:lnTo>
                        <a:lnTo>
                          <a:pt x="234" y="270"/>
                        </a:lnTo>
                        <a:lnTo>
                          <a:pt x="228" y="264"/>
                        </a:lnTo>
                        <a:lnTo>
                          <a:pt x="228" y="252"/>
                        </a:lnTo>
                        <a:lnTo>
                          <a:pt x="240" y="246"/>
                        </a:lnTo>
                        <a:lnTo>
                          <a:pt x="246" y="240"/>
                        </a:lnTo>
                        <a:lnTo>
                          <a:pt x="258" y="234"/>
                        </a:lnTo>
                        <a:lnTo>
                          <a:pt x="270" y="234"/>
                        </a:lnTo>
                        <a:lnTo>
                          <a:pt x="276" y="228"/>
                        </a:lnTo>
                        <a:lnTo>
                          <a:pt x="288" y="204"/>
                        </a:lnTo>
                        <a:lnTo>
                          <a:pt x="288" y="192"/>
                        </a:lnTo>
                        <a:lnTo>
                          <a:pt x="294" y="186"/>
                        </a:lnTo>
                        <a:lnTo>
                          <a:pt x="300" y="174"/>
                        </a:lnTo>
                        <a:lnTo>
                          <a:pt x="324" y="162"/>
                        </a:lnTo>
                        <a:lnTo>
                          <a:pt x="312" y="132"/>
                        </a:lnTo>
                        <a:lnTo>
                          <a:pt x="306" y="126"/>
                        </a:lnTo>
                        <a:lnTo>
                          <a:pt x="294" y="102"/>
                        </a:lnTo>
                        <a:lnTo>
                          <a:pt x="294" y="90"/>
                        </a:lnTo>
                        <a:lnTo>
                          <a:pt x="306" y="66"/>
                        </a:lnTo>
                        <a:lnTo>
                          <a:pt x="318" y="60"/>
                        </a:lnTo>
                        <a:lnTo>
                          <a:pt x="324" y="54"/>
                        </a:lnTo>
                        <a:lnTo>
                          <a:pt x="330" y="54"/>
                        </a:lnTo>
                        <a:lnTo>
                          <a:pt x="312" y="36"/>
                        </a:lnTo>
                        <a:lnTo>
                          <a:pt x="288" y="24"/>
                        </a:lnTo>
                        <a:lnTo>
                          <a:pt x="270" y="0"/>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617" name="Japan" descr="© INSCALE GmbH, 05.05.2010&#10;http://www.presentationload.com/">
                    <a:extLst>
                      <a:ext uri="{FF2B5EF4-FFF2-40B4-BE49-F238E27FC236}">
                        <a16:creationId xmlns:a16="http://schemas.microsoft.com/office/drawing/2014/main" id="{A948C400-EC7F-97B2-73C1-A21177C84DAD}"/>
                      </a:ext>
                    </a:extLst>
                  </p:cNvPr>
                  <p:cNvSpPr>
                    <a:spLocks noEditPoints="1"/>
                  </p:cNvSpPr>
                  <p:nvPr/>
                </p:nvSpPr>
                <p:spPr bwMode="gray">
                  <a:xfrm>
                    <a:off x="4834" y="1640"/>
                    <a:ext cx="222" cy="434"/>
                  </a:xfrm>
                  <a:custGeom>
                    <a:avLst/>
                    <a:gdLst>
                      <a:gd name="T0" fmla="*/ 2147483647 w 876"/>
                      <a:gd name="T1" fmla="*/ 2147483647 h 1710"/>
                      <a:gd name="T2" fmla="*/ 2147483647 w 876"/>
                      <a:gd name="T3" fmla="*/ 2147483647 h 1710"/>
                      <a:gd name="T4" fmla="*/ 2147483647 w 876"/>
                      <a:gd name="T5" fmla="*/ 2147483647 h 1710"/>
                      <a:gd name="T6" fmla="*/ 2147483647 w 876"/>
                      <a:gd name="T7" fmla="*/ 2147483647 h 1710"/>
                      <a:gd name="T8" fmla="*/ 2147483647 w 876"/>
                      <a:gd name="T9" fmla="*/ 2147483647 h 1710"/>
                      <a:gd name="T10" fmla="*/ 2147483647 w 876"/>
                      <a:gd name="T11" fmla="*/ 2147483647 h 1710"/>
                      <a:gd name="T12" fmla="*/ 2147483647 w 876"/>
                      <a:gd name="T13" fmla="*/ 2147483647 h 1710"/>
                      <a:gd name="T14" fmla="*/ 2147483647 w 876"/>
                      <a:gd name="T15" fmla="*/ 2147483647 h 1710"/>
                      <a:gd name="T16" fmla="*/ 2147483647 w 876"/>
                      <a:gd name="T17" fmla="*/ 2147483647 h 1710"/>
                      <a:gd name="T18" fmla="*/ 2147483647 w 876"/>
                      <a:gd name="T19" fmla="*/ 2147483647 h 1710"/>
                      <a:gd name="T20" fmla="*/ 2147483647 w 876"/>
                      <a:gd name="T21" fmla="*/ 2147483647 h 1710"/>
                      <a:gd name="T22" fmla="*/ 2147483647 w 876"/>
                      <a:gd name="T23" fmla="*/ 2147483647 h 1710"/>
                      <a:gd name="T24" fmla="*/ 2147483647 w 876"/>
                      <a:gd name="T25" fmla="*/ 2147483647 h 1710"/>
                      <a:gd name="T26" fmla="*/ 2147483647 w 876"/>
                      <a:gd name="T27" fmla="*/ 2147483647 h 1710"/>
                      <a:gd name="T28" fmla="*/ 2147483647 w 876"/>
                      <a:gd name="T29" fmla="*/ 2147483647 h 1710"/>
                      <a:gd name="T30" fmla="*/ 2147483647 w 876"/>
                      <a:gd name="T31" fmla="*/ 2147483647 h 1710"/>
                      <a:gd name="T32" fmla="*/ 2147483647 w 876"/>
                      <a:gd name="T33" fmla="*/ 2147483647 h 1710"/>
                      <a:gd name="T34" fmla="*/ 2147483647 w 876"/>
                      <a:gd name="T35" fmla="*/ 2147483647 h 1710"/>
                      <a:gd name="T36" fmla="*/ 2147483647 w 876"/>
                      <a:gd name="T37" fmla="*/ 2147483647 h 1710"/>
                      <a:gd name="T38" fmla="*/ 2147483647 w 876"/>
                      <a:gd name="T39" fmla="*/ 2147483647 h 1710"/>
                      <a:gd name="T40" fmla="*/ 2147483647 w 876"/>
                      <a:gd name="T41" fmla="*/ 2147483647 h 1710"/>
                      <a:gd name="T42" fmla="*/ 2147483647 w 876"/>
                      <a:gd name="T43" fmla="*/ 2147483647 h 1710"/>
                      <a:gd name="T44" fmla="*/ 2147483647 w 876"/>
                      <a:gd name="T45" fmla="*/ 2147483647 h 1710"/>
                      <a:gd name="T46" fmla="*/ 2147483647 w 876"/>
                      <a:gd name="T47" fmla="*/ 2147483647 h 1710"/>
                      <a:gd name="T48" fmla="*/ 2147483647 w 876"/>
                      <a:gd name="T49" fmla="*/ 2147483647 h 1710"/>
                      <a:gd name="T50" fmla="*/ 2147483647 w 876"/>
                      <a:gd name="T51" fmla="*/ 2147483647 h 1710"/>
                      <a:gd name="T52" fmla="*/ 2147483647 w 876"/>
                      <a:gd name="T53" fmla="*/ 2147483647 h 1710"/>
                      <a:gd name="T54" fmla="*/ 2147483647 w 876"/>
                      <a:gd name="T55" fmla="*/ 2147483647 h 1710"/>
                      <a:gd name="T56" fmla="*/ 2147483647 w 876"/>
                      <a:gd name="T57" fmla="*/ 2147483647 h 1710"/>
                      <a:gd name="T58" fmla="*/ 2147483647 w 876"/>
                      <a:gd name="T59" fmla="*/ 2147483647 h 1710"/>
                      <a:gd name="T60" fmla="*/ 2147483647 w 876"/>
                      <a:gd name="T61" fmla="*/ 2147483647 h 1710"/>
                      <a:gd name="T62" fmla="*/ 2147483647 w 876"/>
                      <a:gd name="T63" fmla="*/ 2147483647 h 1710"/>
                      <a:gd name="T64" fmla="*/ 2147483647 w 876"/>
                      <a:gd name="T65" fmla="*/ 2147483647 h 1710"/>
                      <a:gd name="T66" fmla="*/ 2147483647 w 876"/>
                      <a:gd name="T67" fmla="*/ 2147483647 h 1710"/>
                      <a:gd name="T68" fmla="*/ 2147483647 w 876"/>
                      <a:gd name="T69" fmla="*/ 2147483647 h 1710"/>
                      <a:gd name="T70" fmla="*/ 2147483647 w 876"/>
                      <a:gd name="T71" fmla="*/ 2147483647 h 1710"/>
                      <a:gd name="T72" fmla="*/ 2147483647 w 876"/>
                      <a:gd name="T73" fmla="*/ 2147483647 h 1710"/>
                      <a:gd name="T74" fmla="*/ 2147483647 w 876"/>
                      <a:gd name="T75" fmla="*/ 2147483647 h 1710"/>
                      <a:gd name="T76" fmla="*/ 2147483647 w 876"/>
                      <a:gd name="T77" fmla="*/ 2147483647 h 1710"/>
                      <a:gd name="T78" fmla="*/ 2147483647 w 876"/>
                      <a:gd name="T79" fmla="*/ 2147483647 h 1710"/>
                      <a:gd name="T80" fmla="*/ 2147483647 w 876"/>
                      <a:gd name="T81" fmla="*/ 2147483647 h 1710"/>
                      <a:gd name="T82" fmla="*/ 2147483647 w 876"/>
                      <a:gd name="T83" fmla="*/ 2147483647 h 1710"/>
                      <a:gd name="T84" fmla="*/ 2147483647 w 876"/>
                      <a:gd name="T85" fmla="*/ 2147483647 h 1710"/>
                      <a:gd name="T86" fmla="*/ 2147483647 w 876"/>
                      <a:gd name="T87" fmla="*/ 2147483647 h 1710"/>
                      <a:gd name="T88" fmla="*/ 2147483647 w 876"/>
                      <a:gd name="T89" fmla="*/ 2147483647 h 1710"/>
                      <a:gd name="T90" fmla="*/ 2147483647 w 876"/>
                      <a:gd name="T91" fmla="*/ 2147483647 h 1710"/>
                      <a:gd name="T92" fmla="*/ 2147483647 w 876"/>
                      <a:gd name="T93" fmla="*/ 2147483647 h 1710"/>
                      <a:gd name="T94" fmla="*/ 2147483647 w 876"/>
                      <a:gd name="T95" fmla="*/ 2147483647 h 1710"/>
                      <a:gd name="T96" fmla="*/ 2147483647 w 876"/>
                      <a:gd name="T97" fmla="*/ 2147483647 h 1710"/>
                      <a:gd name="T98" fmla="*/ 2147483647 w 876"/>
                      <a:gd name="T99" fmla="*/ 2147483647 h 1710"/>
                      <a:gd name="T100" fmla="*/ 2147483647 w 876"/>
                      <a:gd name="T101" fmla="*/ 2147483647 h 1710"/>
                      <a:gd name="T102" fmla="*/ 2147483647 w 876"/>
                      <a:gd name="T103" fmla="*/ 2147483647 h 1710"/>
                      <a:gd name="T104" fmla="*/ 2147483647 w 876"/>
                      <a:gd name="T105" fmla="*/ 2147483647 h 1710"/>
                      <a:gd name="T106" fmla="*/ 2147483647 w 876"/>
                      <a:gd name="T107" fmla="*/ 2147483647 h 1710"/>
                      <a:gd name="T108" fmla="*/ 2147483647 w 876"/>
                      <a:gd name="T109" fmla="*/ 2147483647 h 1710"/>
                      <a:gd name="T110" fmla="*/ 2147483647 w 876"/>
                      <a:gd name="T111" fmla="*/ 2147483647 h 1710"/>
                      <a:gd name="T112" fmla="*/ 2147483647 w 876"/>
                      <a:gd name="T113" fmla="*/ 2147483647 h 1710"/>
                      <a:gd name="T114" fmla="*/ 2147483647 w 876"/>
                      <a:gd name="T115" fmla="*/ 2147483647 h 1710"/>
                      <a:gd name="T116" fmla="*/ 2147483647 w 876"/>
                      <a:gd name="T117" fmla="*/ 2147483647 h 1710"/>
                      <a:gd name="T118" fmla="*/ 2147483647 w 876"/>
                      <a:gd name="T119" fmla="*/ 2147483647 h 1710"/>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876"/>
                      <a:gd name="T181" fmla="*/ 0 h 1710"/>
                      <a:gd name="T182" fmla="*/ 876 w 876"/>
                      <a:gd name="T183" fmla="*/ 1710 h 1710"/>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876" h="1710">
                        <a:moveTo>
                          <a:pt x="876" y="780"/>
                        </a:moveTo>
                        <a:lnTo>
                          <a:pt x="864" y="774"/>
                        </a:lnTo>
                        <a:lnTo>
                          <a:pt x="858" y="768"/>
                        </a:lnTo>
                        <a:lnTo>
                          <a:pt x="846" y="762"/>
                        </a:lnTo>
                        <a:lnTo>
                          <a:pt x="840" y="750"/>
                        </a:lnTo>
                        <a:lnTo>
                          <a:pt x="828" y="744"/>
                        </a:lnTo>
                        <a:lnTo>
                          <a:pt x="828" y="720"/>
                        </a:lnTo>
                        <a:lnTo>
                          <a:pt x="834" y="702"/>
                        </a:lnTo>
                        <a:lnTo>
                          <a:pt x="834" y="684"/>
                        </a:lnTo>
                        <a:lnTo>
                          <a:pt x="828" y="666"/>
                        </a:lnTo>
                        <a:lnTo>
                          <a:pt x="816" y="642"/>
                        </a:lnTo>
                        <a:lnTo>
                          <a:pt x="792" y="618"/>
                        </a:lnTo>
                        <a:lnTo>
                          <a:pt x="786" y="600"/>
                        </a:lnTo>
                        <a:lnTo>
                          <a:pt x="786" y="576"/>
                        </a:lnTo>
                        <a:lnTo>
                          <a:pt x="792" y="570"/>
                        </a:lnTo>
                        <a:lnTo>
                          <a:pt x="810" y="570"/>
                        </a:lnTo>
                        <a:lnTo>
                          <a:pt x="810" y="528"/>
                        </a:lnTo>
                        <a:lnTo>
                          <a:pt x="798" y="516"/>
                        </a:lnTo>
                        <a:lnTo>
                          <a:pt x="810" y="510"/>
                        </a:lnTo>
                        <a:lnTo>
                          <a:pt x="810" y="498"/>
                        </a:lnTo>
                        <a:lnTo>
                          <a:pt x="804" y="486"/>
                        </a:lnTo>
                        <a:lnTo>
                          <a:pt x="804" y="474"/>
                        </a:lnTo>
                        <a:lnTo>
                          <a:pt x="798" y="468"/>
                        </a:lnTo>
                        <a:lnTo>
                          <a:pt x="792" y="456"/>
                        </a:lnTo>
                        <a:lnTo>
                          <a:pt x="786" y="450"/>
                        </a:lnTo>
                        <a:lnTo>
                          <a:pt x="774" y="444"/>
                        </a:lnTo>
                        <a:lnTo>
                          <a:pt x="768" y="438"/>
                        </a:lnTo>
                        <a:lnTo>
                          <a:pt x="762" y="420"/>
                        </a:lnTo>
                        <a:lnTo>
                          <a:pt x="756" y="420"/>
                        </a:lnTo>
                        <a:lnTo>
                          <a:pt x="738" y="402"/>
                        </a:lnTo>
                        <a:lnTo>
                          <a:pt x="714" y="390"/>
                        </a:lnTo>
                        <a:lnTo>
                          <a:pt x="702" y="378"/>
                        </a:lnTo>
                        <a:lnTo>
                          <a:pt x="696" y="360"/>
                        </a:lnTo>
                        <a:lnTo>
                          <a:pt x="690" y="348"/>
                        </a:lnTo>
                        <a:lnTo>
                          <a:pt x="690" y="330"/>
                        </a:lnTo>
                        <a:lnTo>
                          <a:pt x="684" y="324"/>
                        </a:lnTo>
                        <a:lnTo>
                          <a:pt x="678" y="324"/>
                        </a:lnTo>
                        <a:lnTo>
                          <a:pt x="666" y="318"/>
                        </a:lnTo>
                        <a:lnTo>
                          <a:pt x="654" y="318"/>
                        </a:lnTo>
                        <a:lnTo>
                          <a:pt x="648" y="324"/>
                        </a:lnTo>
                        <a:lnTo>
                          <a:pt x="648" y="342"/>
                        </a:lnTo>
                        <a:lnTo>
                          <a:pt x="654" y="342"/>
                        </a:lnTo>
                        <a:lnTo>
                          <a:pt x="660" y="348"/>
                        </a:lnTo>
                        <a:lnTo>
                          <a:pt x="672" y="342"/>
                        </a:lnTo>
                        <a:lnTo>
                          <a:pt x="678" y="348"/>
                        </a:lnTo>
                        <a:lnTo>
                          <a:pt x="678" y="366"/>
                        </a:lnTo>
                        <a:lnTo>
                          <a:pt x="672" y="366"/>
                        </a:lnTo>
                        <a:lnTo>
                          <a:pt x="666" y="360"/>
                        </a:lnTo>
                        <a:lnTo>
                          <a:pt x="654" y="372"/>
                        </a:lnTo>
                        <a:lnTo>
                          <a:pt x="630" y="342"/>
                        </a:lnTo>
                        <a:lnTo>
                          <a:pt x="612" y="342"/>
                        </a:lnTo>
                        <a:lnTo>
                          <a:pt x="636" y="378"/>
                        </a:lnTo>
                        <a:lnTo>
                          <a:pt x="618" y="378"/>
                        </a:lnTo>
                        <a:lnTo>
                          <a:pt x="648" y="426"/>
                        </a:lnTo>
                        <a:lnTo>
                          <a:pt x="636" y="438"/>
                        </a:lnTo>
                        <a:lnTo>
                          <a:pt x="648" y="444"/>
                        </a:lnTo>
                        <a:lnTo>
                          <a:pt x="666" y="462"/>
                        </a:lnTo>
                        <a:lnTo>
                          <a:pt x="678" y="468"/>
                        </a:lnTo>
                        <a:lnTo>
                          <a:pt x="684" y="480"/>
                        </a:lnTo>
                        <a:lnTo>
                          <a:pt x="684" y="504"/>
                        </a:lnTo>
                        <a:lnTo>
                          <a:pt x="678" y="516"/>
                        </a:lnTo>
                        <a:lnTo>
                          <a:pt x="678" y="534"/>
                        </a:lnTo>
                        <a:lnTo>
                          <a:pt x="672" y="540"/>
                        </a:lnTo>
                        <a:lnTo>
                          <a:pt x="672" y="570"/>
                        </a:lnTo>
                        <a:lnTo>
                          <a:pt x="678" y="570"/>
                        </a:lnTo>
                        <a:lnTo>
                          <a:pt x="690" y="582"/>
                        </a:lnTo>
                        <a:lnTo>
                          <a:pt x="690" y="600"/>
                        </a:lnTo>
                        <a:lnTo>
                          <a:pt x="678" y="606"/>
                        </a:lnTo>
                        <a:lnTo>
                          <a:pt x="660" y="606"/>
                        </a:lnTo>
                        <a:lnTo>
                          <a:pt x="660" y="618"/>
                        </a:lnTo>
                        <a:lnTo>
                          <a:pt x="666" y="630"/>
                        </a:lnTo>
                        <a:lnTo>
                          <a:pt x="666" y="642"/>
                        </a:lnTo>
                        <a:lnTo>
                          <a:pt x="660" y="654"/>
                        </a:lnTo>
                        <a:lnTo>
                          <a:pt x="654" y="660"/>
                        </a:lnTo>
                        <a:lnTo>
                          <a:pt x="642" y="666"/>
                        </a:lnTo>
                        <a:lnTo>
                          <a:pt x="630" y="666"/>
                        </a:lnTo>
                        <a:lnTo>
                          <a:pt x="618" y="672"/>
                        </a:lnTo>
                        <a:lnTo>
                          <a:pt x="612" y="678"/>
                        </a:lnTo>
                        <a:lnTo>
                          <a:pt x="606" y="678"/>
                        </a:lnTo>
                        <a:lnTo>
                          <a:pt x="606" y="696"/>
                        </a:lnTo>
                        <a:lnTo>
                          <a:pt x="588" y="696"/>
                        </a:lnTo>
                        <a:lnTo>
                          <a:pt x="564" y="672"/>
                        </a:lnTo>
                        <a:lnTo>
                          <a:pt x="564" y="654"/>
                        </a:lnTo>
                        <a:lnTo>
                          <a:pt x="570" y="636"/>
                        </a:lnTo>
                        <a:lnTo>
                          <a:pt x="558" y="636"/>
                        </a:lnTo>
                        <a:lnTo>
                          <a:pt x="552" y="642"/>
                        </a:lnTo>
                        <a:lnTo>
                          <a:pt x="540" y="648"/>
                        </a:lnTo>
                        <a:lnTo>
                          <a:pt x="534" y="654"/>
                        </a:lnTo>
                        <a:lnTo>
                          <a:pt x="534" y="660"/>
                        </a:lnTo>
                        <a:lnTo>
                          <a:pt x="540" y="666"/>
                        </a:lnTo>
                        <a:lnTo>
                          <a:pt x="558" y="702"/>
                        </a:lnTo>
                        <a:lnTo>
                          <a:pt x="558" y="714"/>
                        </a:lnTo>
                        <a:lnTo>
                          <a:pt x="552" y="720"/>
                        </a:lnTo>
                        <a:lnTo>
                          <a:pt x="540" y="744"/>
                        </a:lnTo>
                        <a:lnTo>
                          <a:pt x="540" y="756"/>
                        </a:lnTo>
                        <a:lnTo>
                          <a:pt x="546" y="762"/>
                        </a:lnTo>
                        <a:lnTo>
                          <a:pt x="546" y="768"/>
                        </a:lnTo>
                        <a:lnTo>
                          <a:pt x="552" y="780"/>
                        </a:lnTo>
                        <a:lnTo>
                          <a:pt x="558" y="786"/>
                        </a:lnTo>
                        <a:lnTo>
                          <a:pt x="558" y="792"/>
                        </a:lnTo>
                        <a:lnTo>
                          <a:pt x="522" y="792"/>
                        </a:lnTo>
                        <a:lnTo>
                          <a:pt x="498" y="780"/>
                        </a:lnTo>
                        <a:lnTo>
                          <a:pt x="474" y="780"/>
                        </a:lnTo>
                        <a:lnTo>
                          <a:pt x="450" y="792"/>
                        </a:lnTo>
                        <a:lnTo>
                          <a:pt x="438" y="792"/>
                        </a:lnTo>
                        <a:lnTo>
                          <a:pt x="420" y="798"/>
                        </a:lnTo>
                        <a:lnTo>
                          <a:pt x="414" y="804"/>
                        </a:lnTo>
                        <a:lnTo>
                          <a:pt x="378" y="804"/>
                        </a:lnTo>
                        <a:lnTo>
                          <a:pt x="366" y="792"/>
                        </a:lnTo>
                        <a:lnTo>
                          <a:pt x="336" y="816"/>
                        </a:lnTo>
                        <a:lnTo>
                          <a:pt x="330" y="828"/>
                        </a:lnTo>
                        <a:lnTo>
                          <a:pt x="312" y="846"/>
                        </a:lnTo>
                        <a:lnTo>
                          <a:pt x="306" y="864"/>
                        </a:lnTo>
                        <a:lnTo>
                          <a:pt x="300" y="870"/>
                        </a:lnTo>
                        <a:lnTo>
                          <a:pt x="294" y="882"/>
                        </a:lnTo>
                        <a:lnTo>
                          <a:pt x="270" y="882"/>
                        </a:lnTo>
                        <a:lnTo>
                          <a:pt x="264" y="888"/>
                        </a:lnTo>
                        <a:lnTo>
                          <a:pt x="258" y="888"/>
                        </a:lnTo>
                        <a:lnTo>
                          <a:pt x="258" y="900"/>
                        </a:lnTo>
                        <a:lnTo>
                          <a:pt x="264" y="912"/>
                        </a:lnTo>
                        <a:lnTo>
                          <a:pt x="276" y="924"/>
                        </a:lnTo>
                        <a:lnTo>
                          <a:pt x="288" y="924"/>
                        </a:lnTo>
                        <a:lnTo>
                          <a:pt x="294" y="918"/>
                        </a:lnTo>
                        <a:lnTo>
                          <a:pt x="312" y="918"/>
                        </a:lnTo>
                        <a:lnTo>
                          <a:pt x="318" y="924"/>
                        </a:lnTo>
                        <a:lnTo>
                          <a:pt x="324" y="924"/>
                        </a:lnTo>
                        <a:lnTo>
                          <a:pt x="336" y="930"/>
                        </a:lnTo>
                        <a:lnTo>
                          <a:pt x="342" y="930"/>
                        </a:lnTo>
                        <a:lnTo>
                          <a:pt x="348" y="924"/>
                        </a:lnTo>
                        <a:lnTo>
                          <a:pt x="348" y="912"/>
                        </a:lnTo>
                        <a:lnTo>
                          <a:pt x="354" y="906"/>
                        </a:lnTo>
                        <a:lnTo>
                          <a:pt x="354" y="894"/>
                        </a:lnTo>
                        <a:lnTo>
                          <a:pt x="372" y="906"/>
                        </a:lnTo>
                        <a:lnTo>
                          <a:pt x="378" y="906"/>
                        </a:lnTo>
                        <a:lnTo>
                          <a:pt x="384" y="900"/>
                        </a:lnTo>
                        <a:lnTo>
                          <a:pt x="420" y="882"/>
                        </a:lnTo>
                        <a:lnTo>
                          <a:pt x="426" y="882"/>
                        </a:lnTo>
                        <a:lnTo>
                          <a:pt x="432" y="876"/>
                        </a:lnTo>
                        <a:lnTo>
                          <a:pt x="444" y="876"/>
                        </a:lnTo>
                        <a:lnTo>
                          <a:pt x="456" y="882"/>
                        </a:lnTo>
                        <a:lnTo>
                          <a:pt x="480" y="882"/>
                        </a:lnTo>
                        <a:lnTo>
                          <a:pt x="480" y="876"/>
                        </a:lnTo>
                        <a:lnTo>
                          <a:pt x="474" y="870"/>
                        </a:lnTo>
                        <a:lnTo>
                          <a:pt x="474" y="864"/>
                        </a:lnTo>
                        <a:lnTo>
                          <a:pt x="480" y="858"/>
                        </a:lnTo>
                        <a:lnTo>
                          <a:pt x="498" y="858"/>
                        </a:lnTo>
                        <a:lnTo>
                          <a:pt x="516" y="876"/>
                        </a:lnTo>
                        <a:lnTo>
                          <a:pt x="522" y="870"/>
                        </a:lnTo>
                        <a:lnTo>
                          <a:pt x="534" y="864"/>
                        </a:lnTo>
                        <a:lnTo>
                          <a:pt x="540" y="864"/>
                        </a:lnTo>
                        <a:lnTo>
                          <a:pt x="546" y="858"/>
                        </a:lnTo>
                        <a:lnTo>
                          <a:pt x="552" y="864"/>
                        </a:lnTo>
                        <a:lnTo>
                          <a:pt x="552" y="882"/>
                        </a:lnTo>
                        <a:lnTo>
                          <a:pt x="546" y="894"/>
                        </a:lnTo>
                        <a:lnTo>
                          <a:pt x="540" y="900"/>
                        </a:lnTo>
                        <a:lnTo>
                          <a:pt x="540" y="912"/>
                        </a:lnTo>
                        <a:lnTo>
                          <a:pt x="546" y="918"/>
                        </a:lnTo>
                        <a:lnTo>
                          <a:pt x="552" y="930"/>
                        </a:lnTo>
                        <a:lnTo>
                          <a:pt x="576" y="954"/>
                        </a:lnTo>
                        <a:lnTo>
                          <a:pt x="600" y="966"/>
                        </a:lnTo>
                        <a:lnTo>
                          <a:pt x="612" y="960"/>
                        </a:lnTo>
                        <a:lnTo>
                          <a:pt x="618" y="954"/>
                        </a:lnTo>
                        <a:lnTo>
                          <a:pt x="630" y="930"/>
                        </a:lnTo>
                        <a:lnTo>
                          <a:pt x="630" y="906"/>
                        </a:lnTo>
                        <a:lnTo>
                          <a:pt x="660" y="900"/>
                        </a:lnTo>
                        <a:lnTo>
                          <a:pt x="654" y="894"/>
                        </a:lnTo>
                        <a:lnTo>
                          <a:pt x="648" y="882"/>
                        </a:lnTo>
                        <a:lnTo>
                          <a:pt x="636" y="870"/>
                        </a:lnTo>
                        <a:lnTo>
                          <a:pt x="624" y="870"/>
                        </a:lnTo>
                        <a:lnTo>
                          <a:pt x="612" y="858"/>
                        </a:lnTo>
                        <a:lnTo>
                          <a:pt x="630" y="834"/>
                        </a:lnTo>
                        <a:lnTo>
                          <a:pt x="636" y="834"/>
                        </a:lnTo>
                        <a:lnTo>
                          <a:pt x="636" y="840"/>
                        </a:lnTo>
                        <a:lnTo>
                          <a:pt x="642" y="852"/>
                        </a:lnTo>
                        <a:lnTo>
                          <a:pt x="642" y="858"/>
                        </a:lnTo>
                        <a:lnTo>
                          <a:pt x="654" y="858"/>
                        </a:lnTo>
                        <a:lnTo>
                          <a:pt x="666" y="870"/>
                        </a:lnTo>
                        <a:lnTo>
                          <a:pt x="666" y="876"/>
                        </a:lnTo>
                        <a:lnTo>
                          <a:pt x="684" y="864"/>
                        </a:lnTo>
                        <a:lnTo>
                          <a:pt x="696" y="870"/>
                        </a:lnTo>
                        <a:lnTo>
                          <a:pt x="732" y="870"/>
                        </a:lnTo>
                        <a:lnTo>
                          <a:pt x="744" y="858"/>
                        </a:lnTo>
                        <a:lnTo>
                          <a:pt x="744" y="852"/>
                        </a:lnTo>
                        <a:lnTo>
                          <a:pt x="738" y="846"/>
                        </a:lnTo>
                        <a:lnTo>
                          <a:pt x="738" y="840"/>
                        </a:lnTo>
                        <a:lnTo>
                          <a:pt x="744" y="834"/>
                        </a:lnTo>
                        <a:lnTo>
                          <a:pt x="762" y="834"/>
                        </a:lnTo>
                        <a:lnTo>
                          <a:pt x="768" y="840"/>
                        </a:lnTo>
                        <a:lnTo>
                          <a:pt x="768" y="858"/>
                        </a:lnTo>
                        <a:lnTo>
                          <a:pt x="774" y="864"/>
                        </a:lnTo>
                        <a:lnTo>
                          <a:pt x="774" y="870"/>
                        </a:lnTo>
                        <a:lnTo>
                          <a:pt x="780" y="870"/>
                        </a:lnTo>
                        <a:lnTo>
                          <a:pt x="786" y="864"/>
                        </a:lnTo>
                        <a:lnTo>
                          <a:pt x="786" y="852"/>
                        </a:lnTo>
                        <a:lnTo>
                          <a:pt x="780" y="840"/>
                        </a:lnTo>
                        <a:lnTo>
                          <a:pt x="780" y="816"/>
                        </a:lnTo>
                        <a:lnTo>
                          <a:pt x="804" y="816"/>
                        </a:lnTo>
                        <a:lnTo>
                          <a:pt x="804" y="798"/>
                        </a:lnTo>
                        <a:lnTo>
                          <a:pt x="810" y="792"/>
                        </a:lnTo>
                        <a:lnTo>
                          <a:pt x="810" y="786"/>
                        </a:lnTo>
                        <a:lnTo>
                          <a:pt x="816" y="780"/>
                        </a:lnTo>
                        <a:lnTo>
                          <a:pt x="828" y="792"/>
                        </a:lnTo>
                        <a:lnTo>
                          <a:pt x="828" y="840"/>
                        </a:lnTo>
                        <a:lnTo>
                          <a:pt x="852" y="840"/>
                        </a:lnTo>
                        <a:lnTo>
                          <a:pt x="858" y="828"/>
                        </a:lnTo>
                        <a:lnTo>
                          <a:pt x="858" y="792"/>
                        </a:lnTo>
                        <a:lnTo>
                          <a:pt x="876" y="780"/>
                        </a:lnTo>
                        <a:close/>
                        <a:moveTo>
                          <a:pt x="498" y="912"/>
                        </a:moveTo>
                        <a:lnTo>
                          <a:pt x="486" y="906"/>
                        </a:lnTo>
                        <a:lnTo>
                          <a:pt x="480" y="900"/>
                        </a:lnTo>
                        <a:lnTo>
                          <a:pt x="468" y="894"/>
                        </a:lnTo>
                        <a:lnTo>
                          <a:pt x="444" y="894"/>
                        </a:lnTo>
                        <a:lnTo>
                          <a:pt x="438" y="900"/>
                        </a:lnTo>
                        <a:lnTo>
                          <a:pt x="438" y="924"/>
                        </a:lnTo>
                        <a:lnTo>
                          <a:pt x="432" y="924"/>
                        </a:lnTo>
                        <a:lnTo>
                          <a:pt x="426" y="918"/>
                        </a:lnTo>
                        <a:lnTo>
                          <a:pt x="396" y="918"/>
                        </a:lnTo>
                        <a:lnTo>
                          <a:pt x="390" y="924"/>
                        </a:lnTo>
                        <a:lnTo>
                          <a:pt x="390" y="942"/>
                        </a:lnTo>
                        <a:lnTo>
                          <a:pt x="396" y="948"/>
                        </a:lnTo>
                        <a:lnTo>
                          <a:pt x="396" y="954"/>
                        </a:lnTo>
                        <a:lnTo>
                          <a:pt x="378" y="972"/>
                        </a:lnTo>
                        <a:lnTo>
                          <a:pt x="390" y="978"/>
                        </a:lnTo>
                        <a:lnTo>
                          <a:pt x="396" y="990"/>
                        </a:lnTo>
                        <a:lnTo>
                          <a:pt x="408" y="1002"/>
                        </a:lnTo>
                        <a:lnTo>
                          <a:pt x="432" y="1014"/>
                        </a:lnTo>
                        <a:lnTo>
                          <a:pt x="438" y="1020"/>
                        </a:lnTo>
                        <a:lnTo>
                          <a:pt x="450" y="1026"/>
                        </a:lnTo>
                        <a:lnTo>
                          <a:pt x="450" y="984"/>
                        </a:lnTo>
                        <a:lnTo>
                          <a:pt x="456" y="972"/>
                        </a:lnTo>
                        <a:lnTo>
                          <a:pt x="462" y="966"/>
                        </a:lnTo>
                        <a:lnTo>
                          <a:pt x="474" y="960"/>
                        </a:lnTo>
                        <a:lnTo>
                          <a:pt x="486" y="960"/>
                        </a:lnTo>
                        <a:lnTo>
                          <a:pt x="492" y="966"/>
                        </a:lnTo>
                        <a:lnTo>
                          <a:pt x="504" y="972"/>
                        </a:lnTo>
                        <a:lnTo>
                          <a:pt x="510" y="984"/>
                        </a:lnTo>
                        <a:lnTo>
                          <a:pt x="516" y="990"/>
                        </a:lnTo>
                        <a:lnTo>
                          <a:pt x="516" y="978"/>
                        </a:lnTo>
                        <a:lnTo>
                          <a:pt x="522" y="966"/>
                        </a:lnTo>
                        <a:lnTo>
                          <a:pt x="522" y="954"/>
                        </a:lnTo>
                        <a:lnTo>
                          <a:pt x="528" y="942"/>
                        </a:lnTo>
                        <a:lnTo>
                          <a:pt x="528" y="930"/>
                        </a:lnTo>
                        <a:lnTo>
                          <a:pt x="522" y="918"/>
                        </a:lnTo>
                        <a:lnTo>
                          <a:pt x="516" y="912"/>
                        </a:lnTo>
                        <a:lnTo>
                          <a:pt x="516" y="906"/>
                        </a:lnTo>
                        <a:lnTo>
                          <a:pt x="498" y="912"/>
                        </a:lnTo>
                        <a:close/>
                        <a:moveTo>
                          <a:pt x="354" y="1050"/>
                        </a:moveTo>
                        <a:lnTo>
                          <a:pt x="354" y="1038"/>
                        </a:lnTo>
                        <a:lnTo>
                          <a:pt x="372" y="1020"/>
                        </a:lnTo>
                        <a:lnTo>
                          <a:pt x="372" y="1008"/>
                        </a:lnTo>
                        <a:lnTo>
                          <a:pt x="360" y="1002"/>
                        </a:lnTo>
                        <a:lnTo>
                          <a:pt x="354" y="990"/>
                        </a:lnTo>
                        <a:lnTo>
                          <a:pt x="348" y="984"/>
                        </a:lnTo>
                        <a:lnTo>
                          <a:pt x="336" y="978"/>
                        </a:lnTo>
                        <a:lnTo>
                          <a:pt x="336" y="966"/>
                        </a:lnTo>
                        <a:lnTo>
                          <a:pt x="330" y="960"/>
                        </a:lnTo>
                        <a:lnTo>
                          <a:pt x="324" y="960"/>
                        </a:lnTo>
                        <a:lnTo>
                          <a:pt x="318" y="954"/>
                        </a:lnTo>
                        <a:lnTo>
                          <a:pt x="300" y="954"/>
                        </a:lnTo>
                        <a:lnTo>
                          <a:pt x="294" y="948"/>
                        </a:lnTo>
                        <a:lnTo>
                          <a:pt x="270" y="936"/>
                        </a:lnTo>
                        <a:lnTo>
                          <a:pt x="258" y="936"/>
                        </a:lnTo>
                        <a:lnTo>
                          <a:pt x="240" y="954"/>
                        </a:lnTo>
                        <a:lnTo>
                          <a:pt x="204" y="972"/>
                        </a:lnTo>
                        <a:lnTo>
                          <a:pt x="234" y="1026"/>
                        </a:lnTo>
                        <a:lnTo>
                          <a:pt x="252" y="1014"/>
                        </a:lnTo>
                        <a:lnTo>
                          <a:pt x="252" y="1008"/>
                        </a:lnTo>
                        <a:lnTo>
                          <a:pt x="246" y="1002"/>
                        </a:lnTo>
                        <a:lnTo>
                          <a:pt x="246" y="990"/>
                        </a:lnTo>
                        <a:lnTo>
                          <a:pt x="252" y="990"/>
                        </a:lnTo>
                        <a:lnTo>
                          <a:pt x="264" y="1002"/>
                        </a:lnTo>
                        <a:lnTo>
                          <a:pt x="270" y="1014"/>
                        </a:lnTo>
                        <a:lnTo>
                          <a:pt x="276" y="1020"/>
                        </a:lnTo>
                        <a:lnTo>
                          <a:pt x="282" y="1032"/>
                        </a:lnTo>
                        <a:lnTo>
                          <a:pt x="282" y="1068"/>
                        </a:lnTo>
                        <a:lnTo>
                          <a:pt x="264" y="1074"/>
                        </a:lnTo>
                        <a:lnTo>
                          <a:pt x="264" y="1080"/>
                        </a:lnTo>
                        <a:lnTo>
                          <a:pt x="270" y="1086"/>
                        </a:lnTo>
                        <a:lnTo>
                          <a:pt x="270" y="1104"/>
                        </a:lnTo>
                        <a:lnTo>
                          <a:pt x="276" y="1116"/>
                        </a:lnTo>
                        <a:lnTo>
                          <a:pt x="282" y="1134"/>
                        </a:lnTo>
                        <a:lnTo>
                          <a:pt x="294" y="1146"/>
                        </a:lnTo>
                        <a:lnTo>
                          <a:pt x="300" y="1146"/>
                        </a:lnTo>
                        <a:lnTo>
                          <a:pt x="306" y="1140"/>
                        </a:lnTo>
                        <a:lnTo>
                          <a:pt x="306" y="1104"/>
                        </a:lnTo>
                        <a:lnTo>
                          <a:pt x="336" y="1116"/>
                        </a:lnTo>
                        <a:lnTo>
                          <a:pt x="336" y="1140"/>
                        </a:lnTo>
                        <a:lnTo>
                          <a:pt x="342" y="1146"/>
                        </a:lnTo>
                        <a:lnTo>
                          <a:pt x="342" y="1152"/>
                        </a:lnTo>
                        <a:lnTo>
                          <a:pt x="348" y="1152"/>
                        </a:lnTo>
                        <a:lnTo>
                          <a:pt x="348" y="1140"/>
                        </a:lnTo>
                        <a:lnTo>
                          <a:pt x="360" y="1128"/>
                        </a:lnTo>
                        <a:lnTo>
                          <a:pt x="366" y="1116"/>
                        </a:lnTo>
                        <a:lnTo>
                          <a:pt x="366" y="1110"/>
                        </a:lnTo>
                        <a:lnTo>
                          <a:pt x="360" y="1104"/>
                        </a:lnTo>
                        <a:lnTo>
                          <a:pt x="360" y="1074"/>
                        </a:lnTo>
                        <a:lnTo>
                          <a:pt x="354" y="1062"/>
                        </a:lnTo>
                        <a:lnTo>
                          <a:pt x="354" y="1050"/>
                        </a:lnTo>
                        <a:close/>
                        <a:moveTo>
                          <a:pt x="264" y="1026"/>
                        </a:moveTo>
                        <a:lnTo>
                          <a:pt x="246" y="1062"/>
                        </a:lnTo>
                        <a:lnTo>
                          <a:pt x="264" y="1056"/>
                        </a:lnTo>
                        <a:lnTo>
                          <a:pt x="264" y="1026"/>
                        </a:lnTo>
                        <a:close/>
                        <a:moveTo>
                          <a:pt x="624" y="618"/>
                        </a:moveTo>
                        <a:lnTo>
                          <a:pt x="636" y="618"/>
                        </a:lnTo>
                        <a:lnTo>
                          <a:pt x="636" y="594"/>
                        </a:lnTo>
                        <a:lnTo>
                          <a:pt x="630" y="594"/>
                        </a:lnTo>
                        <a:lnTo>
                          <a:pt x="612" y="570"/>
                        </a:lnTo>
                        <a:lnTo>
                          <a:pt x="606" y="582"/>
                        </a:lnTo>
                        <a:lnTo>
                          <a:pt x="618" y="600"/>
                        </a:lnTo>
                        <a:lnTo>
                          <a:pt x="624" y="618"/>
                        </a:lnTo>
                        <a:close/>
                        <a:moveTo>
                          <a:pt x="546" y="72"/>
                        </a:moveTo>
                        <a:lnTo>
                          <a:pt x="552" y="96"/>
                        </a:lnTo>
                        <a:lnTo>
                          <a:pt x="558" y="102"/>
                        </a:lnTo>
                        <a:lnTo>
                          <a:pt x="570" y="108"/>
                        </a:lnTo>
                        <a:lnTo>
                          <a:pt x="576" y="114"/>
                        </a:lnTo>
                        <a:lnTo>
                          <a:pt x="576" y="132"/>
                        </a:lnTo>
                        <a:lnTo>
                          <a:pt x="564" y="144"/>
                        </a:lnTo>
                        <a:lnTo>
                          <a:pt x="564" y="150"/>
                        </a:lnTo>
                        <a:lnTo>
                          <a:pt x="570" y="156"/>
                        </a:lnTo>
                        <a:lnTo>
                          <a:pt x="576" y="168"/>
                        </a:lnTo>
                        <a:lnTo>
                          <a:pt x="582" y="174"/>
                        </a:lnTo>
                        <a:lnTo>
                          <a:pt x="582" y="186"/>
                        </a:lnTo>
                        <a:lnTo>
                          <a:pt x="576" y="186"/>
                        </a:lnTo>
                        <a:lnTo>
                          <a:pt x="564" y="180"/>
                        </a:lnTo>
                        <a:lnTo>
                          <a:pt x="552" y="180"/>
                        </a:lnTo>
                        <a:lnTo>
                          <a:pt x="540" y="174"/>
                        </a:lnTo>
                        <a:lnTo>
                          <a:pt x="528" y="174"/>
                        </a:lnTo>
                        <a:lnTo>
                          <a:pt x="522" y="168"/>
                        </a:lnTo>
                        <a:lnTo>
                          <a:pt x="522" y="180"/>
                        </a:lnTo>
                        <a:lnTo>
                          <a:pt x="540" y="198"/>
                        </a:lnTo>
                        <a:lnTo>
                          <a:pt x="516" y="228"/>
                        </a:lnTo>
                        <a:lnTo>
                          <a:pt x="522" y="240"/>
                        </a:lnTo>
                        <a:lnTo>
                          <a:pt x="528" y="246"/>
                        </a:lnTo>
                        <a:lnTo>
                          <a:pt x="528" y="252"/>
                        </a:lnTo>
                        <a:lnTo>
                          <a:pt x="534" y="258"/>
                        </a:lnTo>
                        <a:lnTo>
                          <a:pt x="546" y="264"/>
                        </a:lnTo>
                        <a:lnTo>
                          <a:pt x="552" y="270"/>
                        </a:lnTo>
                        <a:lnTo>
                          <a:pt x="564" y="276"/>
                        </a:lnTo>
                        <a:lnTo>
                          <a:pt x="570" y="282"/>
                        </a:lnTo>
                        <a:lnTo>
                          <a:pt x="576" y="282"/>
                        </a:lnTo>
                        <a:lnTo>
                          <a:pt x="576" y="318"/>
                        </a:lnTo>
                        <a:lnTo>
                          <a:pt x="582" y="330"/>
                        </a:lnTo>
                        <a:lnTo>
                          <a:pt x="600" y="330"/>
                        </a:lnTo>
                        <a:lnTo>
                          <a:pt x="600" y="300"/>
                        </a:lnTo>
                        <a:lnTo>
                          <a:pt x="636" y="300"/>
                        </a:lnTo>
                        <a:lnTo>
                          <a:pt x="642" y="294"/>
                        </a:lnTo>
                        <a:lnTo>
                          <a:pt x="606" y="270"/>
                        </a:lnTo>
                        <a:lnTo>
                          <a:pt x="588" y="270"/>
                        </a:lnTo>
                        <a:lnTo>
                          <a:pt x="576" y="264"/>
                        </a:lnTo>
                        <a:lnTo>
                          <a:pt x="570" y="264"/>
                        </a:lnTo>
                        <a:lnTo>
                          <a:pt x="558" y="258"/>
                        </a:lnTo>
                        <a:lnTo>
                          <a:pt x="558" y="246"/>
                        </a:lnTo>
                        <a:lnTo>
                          <a:pt x="564" y="240"/>
                        </a:lnTo>
                        <a:lnTo>
                          <a:pt x="576" y="234"/>
                        </a:lnTo>
                        <a:lnTo>
                          <a:pt x="600" y="246"/>
                        </a:lnTo>
                        <a:lnTo>
                          <a:pt x="606" y="252"/>
                        </a:lnTo>
                        <a:lnTo>
                          <a:pt x="618" y="240"/>
                        </a:lnTo>
                        <a:lnTo>
                          <a:pt x="630" y="234"/>
                        </a:lnTo>
                        <a:lnTo>
                          <a:pt x="636" y="234"/>
                        </a:lnTo>
                        <a:lnTo>
                          <a:pt x="690" y="252"/>
                        </a:lnTo>
                        <a:lnTo>
                          <a:pt x="726" y="270"/>
                        </a:lnTo>
                        <a:lnTo>
                          <a:pt x="756" y="282"/>
                        </a:lnTo>
                        <a:lnTo>
                          <a:pt x="768" y="282"/>
                        </a:lnTo>
                        <a:lnTo>
                          <a:pt x="768" y="270"/>
                        </a:lnTo>
                        <a:lnTo>
                          <a:pt x="762" y="258"/>
                        </a:lnTo>
                        <a:lnTo>
                          <a:pt x="762" y="222"/>
                        </a:lnTo>
                        <a:lnTo>
                          <a:pt x="780" y="204"/>
                        </a:lnTo>
                        <a:lnTo>
                          <a:pt x="792" y="204"/>
                        </a:lnTo>
                        <a:lnTo>
                          <a:pt x="798" y="210"/>
                        </a:lnTo>
                        <a:lnTo>
                          <a:pt x="816" y="210"/>
                        </a:lnTo>
                        <a:lnTo>
                          <a:pt x="840" y="198"/>
                        </a:lnTo>
                        <a:lnTo>
                          <a:pt x="858" y="180"/>
                        </a:lnTo>
                        <a:lnTo>
                          <a:pt x="804" y="144"/>
                        </a:lnTo>
                        <a:lnTo>
                          <a:pt x="804" y="120"/>
                        </a:lnTo>
                        <a:lnTo>
                          <a:pt x="798" y="108"/>
                        </a:lnTo>
                        <a:lnTo>
                          <a:pt x="792" y="102"/>
                        </a:lnTo>
                        <a:lnTo>
                          <a:pt x="786" y="102"/>
                        </a:lnTo>
                        <a:lnTo>
                          <a:pt x="774" y="114"/>
                        </a:lnTo>
                        <a:lnTo>
                          <a:pt x="774" y="126"/>
                        </a:lnTo>
                        <a:lnTo>
                          <a:pt x="756" y="120"/>
                        </a:lnTo>
                        <a:lnTo>
                          <a:pt x="720" y="114"/>
                        </a:lnTo>
                        <a:lnTo>
                          <a:pt x="678" y="102"/>
                        </a:lnTo>
                        <a:lnTo>
                          <a:pt x="648" y="90"/>
                        </a:lnTo>
                        <a:lnTo>
                          <a:pt x="624" y="72"/>
                        </a:lnTo>
                        <a:lnTo>
                          <a:pt x="552" y="24"/>
                        </a:lnTo>
                        <a:lnTo>
                          <a:pt x="516" y="6"/>
                        </a:lnTo>
                        <a:lnTo>
                          <a:pt x="498" y="0"/>
                        </a:lnTo>
                        <a:lnTo>
                          <a:pt x="498" y="18"/>
                        </a:lnTo>
                        <a:lnTo>
                          <a:pt x="510" y="30"/>
                        </a:lnTo>
                        <a:lnTo>
                          <a:pt x="516" y="42"/>
                        </a:lnTo>
                        <a:lnTo>
                          <a:pt x="528" y="54"/>
                        </a:lnTo>
                        <a:lnTo>
                          <a:pt x="534" y="66"/>
                        </a:lnTo>
                        <a:lnTo>
                          <a:pt x="546" y="72"/>
                        </a:lnTo>
                        <a:close/>
                        <a:moveTo>
                          <a:pt x="282" y="1458"/>
                        </a:moveTo>
                        <a:lnTo>
                          <a:pt x="306" y="1458"/>
                        </a:lnTo>
                        <a:lnTo>
                          <a:pt x="276" y="1440"/>
                        </a:lnTo>
                        <a:lnTo>
                          <a:pt x="282" y="1458"/>
                        </a:lnTo>
                        <a:close/>
                        <a:moveTo>
                          <a:pt x="300" y="1386"/>
                        </a:moveTo>
                        <a:lnTo>
                          <a:pt x="312" y="1398"/>
                        </a:lnTo>
                        <a:lnTo>
                          <a:pt x="318" y="1398"/>
                        </a:lnTo>
                        <a:lnTo>
                          <a:pt x="330" y="1386"/>
                        </a:lnTo>
                        <a:lnTo>
                          <a:pt x="336" y="1386"/>
                        </a:lnTo>
                        <a:lnTo>
                          <a:pt x="342" y="1380"/>
                        </a:lnTo>
                        <a:lnTo>
                          <a:pt x="342" y="1368"/>
                        </a:lnTo>
                        <a:lnTo>
                          <a:pt x="336" y="1362"/>
                        </a:lnTo>
                        <a:lnTo>
                          <a:pt x="318" y="1362"/>
                        </a:lnTo>
                        <a:lnTo>
                          <a:pt x="306" y="1368"/>
                        </a:lnTo>
                        <a:lnTo>
                          <a:pt x="300" y="1380"/>
                        </a:lnTo>
                        <a:lnTo>
                          <a:pt x="300" y="1386"/>
                        </a:lnTo>
                        <a:close/>
                        <a:moveTo>
                          <a:pt x="312" y="1416"/>
                        </a:moveTo>
                        <a:lnTo>
                          <a:pt x="300" y="1416"/>
                        </a:lnTo>
                        <a:lnTo>
                          <a:pt x="300" y="1428"/>
                        </a:lnTo>
                        <a:lnTo>
                          <a:pt x="318" y="1428"/>
                        </a:lnTo>
                        <a:lnTo>
                          <a:pt x="318" y="1422"/>
                        </a:lnTo>
                        <a:lnTo>
                          <a:pt x="312" y="1416"/>
                        </a:lnTo>
                        <a:close/>
                        <a:moveTo>
                          <a:pt x="336" y="1200"/>
                        </a:moveTo>
                        <a:lnTo>
                          <a:pt x="336" y="1206"/>
                        </a:lnTo>
                        <a:lnTo>
                          <a:pt x="330" y="1206"/>
                        </a:lnTo>
                        <a:lnTo>
                          <a:pt x="318" y="1212"/>
                        </a:lnTo>
                        <a:lnTo>
                          <a:pt x="342" y="1230"/>
                        </a:lnTo>
                        <a:lnTo>
                          <a:pt x="342" y="1218"/>
                        </a:lnTo>
                        <a:lnTo>
                          <a:pt x="336" y="1206"/>
                        </a:lnTo>
                        <a:lnTo>
                          <a:pt x="336" y="1200"/>
                        </a:lnTo>
                        <a:close/>
                        <a:moveTo>
                          <a:pt x="366" y="1170"/>
                        </a:moveTo>
                        <a:lnTo>
                          <a:pt x="366" y="1182"/>
                        </a:lnTo>
                        <a:lnTo>
                          <a:pt x="360" y="1194"/>
                        </a:lnTo>
                        <a:lnTo>
                          <a:pt x="378" y="1224"/>
                        </a:lnTo>
                        <a:lnTo>
                          <a:pt x="378" y="1200"/>
                        </a:lnTo>
                        <a:lnTo>
                          <a:pt x="372" y="1194"/>
                        </a:lnTo>
                        <a:lnTo>
                          <a:pt x="372" y="1176"/>
                        </a:lnTo>
                        <a:lnTo>
                          <a:pt x="366" y="1170"/>
                        </a:lnTo>
                        <a:close/>
                        <a:moveTo>
                          <a:pt x="36" y="1698"/>
                        </a:moveTo>
                        <a:lnTo>
                          <a:pt x="54" y="1698"/>
                        </a:lnTo>
                        <a:lnTo>
                          <a:pt x="60" y="1692"/>
                        </a:lnTo>
                        <a:lnTo>
                          <a:pt x="72" y="1692"/>
                        </a:lnTo>
                        <a:lnTo>
                          <a:pt x="42" y="1680"/>
                        </a:lnTo>
                        <a:lnTo>
                          <a:pt x="36" y="1686"/>
                        </a:lnTo>
                        <a:lnTo>
                          <a:pt x="36" y="1698"/>
                        </a:lnTo>
                        <a:close/>
                        <a:moveTo>
                          <a:pt x="114" y="1662"/>
                        </a:moveTo>
                        <a:lnTo>
                          <a:pt x="96" y="1632"/>
                        </a:lnTo>
                        <a:lnTo>
                          <a:pt x="96" y="1662"/>
                        </a:lnTo>
                        <a:lnTo>
                          <a:pt x="102" y="1674"/>
                        </a:lnTo>
                        <a:lnTo>
                          <a:pt x="114" y="1680"/>
                        </a:lnTo>
                        <a:lnTo>
                          <a:pt x="120" y="1680"/>
                        </a:lnTo>
                        <a:lnTo>
                          <a:pt x="126" y="1674"/>
                        </a:lnTo>
                        <a:lnTo>
                          <a:pt x="126" y="1662"/>
                        </a:lnTo>
                        <a:lnTo>
                          <a:pt x="114" y="1662"/>
                        </a:lnTo>
                        <a:close/>
                        <a:moveTo>
                          <a:pt x="12" y="1686"/>
                        </a:moveTo>
                        <a:lnTo>
                          <a:pt x="6" y="1686"/>
                        </a:lnTo>
                        <a:lnTo>
                          <a:pt x="0" y="1692"/>
                        </a:lnTo>
                        <a:lnTo>
                          <a:pt x="0" y="1704"/>
                        </a:lnTo>
                        <a:lnTo>
                          <a:pt x="6" y="1710"/>
                        </a:lnTo>
                        <a:lnTo>
                          <a:pt x="12" y="1710"/>
                        </a:lnTo>
                        <a:lnTo>
                          <a:pt x="24" y="1698"/>
                        </a:lnTo>
                        <a:lnTo>
                          <a:pt x="24" y="1686"/>
                        </a:lnTo>
                        <a:lnTo>
                          <a:pt x="12" y="1686"/>
                        </a:lnTo>
                        <a:close/>
                        <a:moveTo>
                          <a:pt x="168" y="1536"/>
                        </a:moveTo>
                        <a:lnTo>
                          <a:pt x="168" y="1542"/>
                        </a:lnTo>
                        <a:lnTo>
                          <a:pt x="180" y="1548"/>
                        </a:lnTo>
                        <a:lnTo>
                          <a:pt x="186" y="1548"/>
                        </a:lnTo>
                        <a:lnTo>
                          <a:pt x="186" y="1536"/>
                        </a:lnTo>
                        <a:lnTo>
                          <a:pt x="180" y="1530"/>
                        </a:lnTo>
                        <a:lnTo>
                          <a:pt x="168" y="1530"/>
                        </a:lnTo>
                        <a:lnTo>
                          <a:pt x="168" y="1536"/>
                        </a:lnTo>
                        <a:close/>
                        <a:moveTo>
                          <a:pt x="264" y="1494"/>
                        </a:moveTo>
                        <a:lnTo>
                          <a:pt x="252" y="1518"/>
                        </a:lnTo>
                        <a:lnTo>
                          <a:pt x="246" y="1536"/>
                        </a:lnTo>
                        <a:lnTo>
                          <a:pt x="246" y="1548"/>
                        </a:lnTo>
                        <a:lnTo>
                          <a:pt x="240" y="1554"/>
                        </a:lnTo>
                        <a:lnTo>
                          <a:pt x="240" y="1560"/>
                        </a:lnTo>
                        <a:lnTo>
                          <a:pt x="258" y="1566"/>
                        </a:lnTo>
                        <a:lnTo>
                          <a:pt x="264" y="1554"/>
                        </a:lnTo>
                        <a:lnTo>
                          <a:pt x="264" y="1548"/>
                        </a:lnTo>
                        <a:lnTo>
                          <a:pt x="270" y="1542"/>
                        </a:lnTo>
                        <a:lnTo>
                          <a:pt x="270" y="1524"/>
                        </a:lnTo>
                        <a:lnTo>
                          <a:pt x="288" y="1506"/>
                        </a:lnTo>
                        <a:lnTo>
                          <a:pt x="282" y="1500"/>
                        </a:lnTo>
                        <a:lnTo>
                          <a:pt x="282" y="1494"/>
                        </a:lnTo>
                        <a:lnTo>
                          <a:pt x="276" y="1488"/>
                        </a:lnTo>
                        <a:lnTo>
                          <a:pt x="264" y="149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618" name="India" descr="© INSCALE GmbH, 05.05.2010&#10;http://www.presentationload.com/">
                    <a:extLst>
                      <a:ext uri="{FF2B5EF4-FFF2-40B4-BE49-F238E27FC236}">
                        <a16:creationId xmlns:a16="http://schemas.microsoft.com/office/drawing/2014/main" id="{0EABE1D8-EBF8-B956-E0D9-E15F3501BABC}"/>
                      </a:ext>
                    </a:extLst>
                  </p:cNvPr>
                  <p:cNvSpPr>
                    <a:spLocks noEditPoints="1"/>
                  </p:cNvSpPr>
                  <p:nvPr/>
                </p:nvSpPr>
                <p:spPr bwMode="gray">
                  <a:xfrm>
                    <a:off x="3864" y="1833"/>
                    <a:ext cx="496" cy="598"/>
                  </a:xfrm>
                  <a:custGeom>
                    <a:avLst/>
                    <a:gdLst>
                      <a:gd name="T0" fmla="*/ 2147483647 w 1956"/>
                      <a:gd name="T1" fmla="*/ 2147483647 h 2358"/>
                      <a:gd name="T2" fmla="*/ 2147483647 w 1956"/>
                      <a:gd name="T3" fmla="*/ 2147483647 h 2358"/>
                      <a:gd name="T4" fmla="*/ 2147483647 w 1956"/>
                      <a:gd name="T5" fmla="*/ 2147483647 h 2358"/>
                      <a:gd name="T6" fmla="*/ 2147483647 w 1956"/>
                      <a:gd name="T7" fmla="*/ 2147483647 h 2358"/>
                      <a:gd name="T8" fmla="*/ 2147483647 w 1956"/>
                      <a:gd name="T9" fmla="*/ 2147483647 h 2358"/>
                      <a:gd name="T10" fmla="*/ 2147483647 w 1956"/>
                      <a:gd name="T11" fmla="*/ 2147483647 h 2358"/>
                      <a:gd name="T12" fmla="*/ 2147483647 w 1956"/>
                      <a:gd name="T13" fmla="*/ 2147483647 h 2358"/>
                      <a:gd name="T14" fmla="*/ 2147483647 w 1956"/>
                      <a:gd name="T15" fmla="*/ 2147483647 h 2358"/>
                      <a:gd name="T16" fmla="*/ 2147483647 w 1956"/>
                      <a:gd name="T17" fmla="*/ 2147483647 h 2358"/>
                      <a:gd name="T18" fmla="*/ 2147483647 w 1956"/>
                      <a:gd name="T19" fmla="*/ 2147483647 h 2358"/>
                      <a:gd name="T20" fmla="*/ 2147483647 w 1956"/>
                      <a:gd name="T21" fmla="*/ 2147483647 h 2358"/>
                      <a:gd name="T22" fmla="*/ 2147483647 w 1956"/>
                      <a:gd name="T23" fmla="*/ 2147483647 h 2358"/>
                      <a:gd name="T24" fmla="*/ 2147483647 w 1956"/>
                      <a:gd name="T25" fmla="*/ 2147483647 h 2358"/>
                      <a:gd name="T26" fmla="*/ 2147483647 w 1956"/>
                      <a:gd name="T27" fmla="*/ 2147483647 h 2358"/>
                      <a:gd name="T28" fmla="*/ 2147483647 w 1956"/>
                      <a:gd name="T29" fmla="*/ 2147483647 h 2358"/>
                      <a:gd name="T30" fmla="*/ 2147483647 w 1956"/>
                      <a:gd name="T31" fmla="*/ 2147483647 h 2358"/>
                      <a:gd name="T32" fmla="*/ 2147483647 w 1956"/>
                      <a:gd name="T33" fmla="*/ 2147483647 h 2358"/>
                      <a:gd name="T34" fmla="*/ 2147483647 w 1956"/>
                      <a:gd name="T35" fmla="*/ 2147483647 h 2358"/>
                      <a:gd name="T36" fmla="*/ 2147483647 w 1956"/>
                      <a:gd name="T37" fmla="*/ 2147483647 h 2358"/>
                      <a:gd name="T38" fmla="*/ 2147483647 w 1956"/>
                      <a:gd name="T39" fmla="*/ 2147483647 h 2358"/>
                      <a:gd name="T40" fmla="*/ 2147483647 w 1956"/>
                      <a:gd name="T41" fmla="*/ 2147483647 h 2358"/>
                      <a:gd name="T42" fmla="*/ 2147483647 w 1956"/>
                      <a:gd name="T43" fmla="*/ 2147483647 h 2358"/>
                      <a:gd name="T44" fmla="*/ 2147483647 w 1956"/>
                      <a:gd name="T45" fmla="*/ 2147483647 h 2358"/>
                      <a:gd name="T46" fmla="*/ 2147483647 w 1956"/>
                      <a:gd name="T47" fmla="*/ 2147483647 h 2358"/>
                      <a:gd name="T48" fmla="*/ 2147483647 w 1956"/>
                      <a:gd name="T49" fmla="*/ 2147483647 h 2358"/>
                      <a:gd name="T50" fmla="*/ 2147483647 w 1956"/>
                      <a:gd name="T51" fmla="*/ 2147483647 h 2358"/>
                      <a:gd name="T52" fmla="*/ 2147483647 w 1956"/>
                      <a:gd name="T53" fmla="*/ 2147483647 h 2358"/>
                      <a:gd name="T54" fmla="*/ 2147483647 w 1956"/>
                      <a:gd name="T55" fmla="*/ 2147483647 h 2358"/>
                      <a:gd name="T56" fmla="*/ 2147483647 w 1956"/>
                      <a:gd name="T57" fmla="*/ 2147483647 h 2358"/>
                      <a:gd name="T58" fmla="*/ 2147483647 w 1956"/>
                      <a:gd name="T59" fmla="*/ 2147483647 h 2358"/>
                      <a:gd name="T60" fmla="*/ 2147483647 w 1956"/>
                      <a:gd name="T61" fmla="*/ 2147483647 h 2358"/>
                      <a:gd name="T62" fmla="*/ 2147483647 w 1956"/>
                      <a:gd name="T63" fmla="*/ 2147483647 h 2358"/>
                      <a:gd name="T64" fmla="*/ 2147483647 w 1956"/>
                      <a:gd name="T65" fmla="*/ 2147483647 h 2358"/>
                      <a:gd name="T66" fmla="*/ 2147483647 w 1956"/>
                      <a:gd name="T67" fmla="*/ 2147483647 h 2358"/>
                      <a:gd name="T68" fmla="*/ 2147483647 w 1956"/>
                      <a:gd name="T69" fmla="*/ 2147483647 h 2358"/>
                      <a:gd name="T70" fmla="*/ 2147483647 w 1956"/>
                      <a:gd name="T71" fmla="*/ 2147483647 h 2358"/>
                      <a:gd name="T72" fmla="*/ 2147483647 w 1956"/>
                      <a:gd name="T73" fmla="*/ 2147483647 h 2358"/>
                      <a:gd name="T74" fmla="*/ 2147483647 w 1956"/>
                      <a:gd name="T75" fmla="*/ 2147483647 h 2358"/>
                      <a:gd name="T76" fmla="*/ 2147483647 w 1956"/>
                      <a:gd name="T77" fmla="*/ 2147483647 h 2358"/>
                      <a:gd name="T78" fmla="*/ 2147483647 w 1956"/>
                      <a:gd name="T79" fmla="*/ 2147483647 h 2358"/>
                      <a:gd name="T80" fmla="*/ 2147483647 w 1956"/>
                      <a:gd name="T81" fmla="*/ 2147483647 h 2358"/>
                      <a:gd name="T82" fmla="*/ 2147483647 w 1956"/>
                      <a:gd name="T83" fmla="*/ 2147483647 h 2358"/>
                      <a:gd name="T84" fmla="*/ 2147483647 w 1956"/>
                      <a:gd name="T85" fmla="*/ 2147483647 h 2358"/>
                      <a:gd name="T86" fmla="*/ 2147483647 w 1956"/>
                      <a:gd name="T87" fmla="*/ 2147483647 h 2358"/>
                      <a:gd name="T88" fmla="*/ 2147483647 w 1956"/>
                      <a:gd name="T89" fmla="*/ 2147483647 h 2358"/>
                      <a:gd name="T90" fmla="*/ 2147483647 w 1956"/>
                      <a:gd name="T91" fmla="*/ 2147483647 h 2358"/>
                      <a:gd name="T92" fmla="*/ 2147483647 w 1956"/>
                      <a:gd name="T93" fmla="*/ 2147483647 h 2358"/>
                      <a:gd name="T94" fmla="*/ 2147483647 w 1956"/>
                      <a:gd name="T95" fmla="*/ 2147483647 h 2358"/>
                      <a:gd name="T96" fmla="*/ 2147483647 w 1956"/>
                      <a:gd name="T97" fmla="*/ 2147483647 h 2358"/>
                      <a:gd name="T98" fmla="*/ 2147483647 w 1956"/>
                      <a:gd name="T99" fmla="*/ 2147483647 h 2358"/>
                      <a:gd name="T100" fmla="*/ 2147483647 w 1956"/>
                      <a:gd name="T101" fmla="*/ 2147483647 h 2358"/>
                      <a:gd name="T102" fmla="*/ 2147483647 w 1956"/>
                      <a:gd name="T103" fmla="*/ 2147483647 h 2358"/>
                      <a:gd name="T104" fmla="*/ 2147483647 w 1956"/>
                      <a:gd name="T105" fmla="*/ 2147483647 h 2358"/>
                      <a:gd name="T106" fmla="*/ 2147483647 w 1956"/>
                      <a:gd name="T107" fmla="*/ 2147483647 h 2358"/>
                      <a:gd name="T108" fmla="*/ 2147483647 w 1956"/>
                      <a:gd name="T109" fmla="*/ 2147483647 h 2358"/>
                      <a:gd name="T110" fmla="*/ 2147483647 w 1956"/>
                      <a:gd name="T111" fmla="*/ 2147483647 h 2358"/>
                      <a:gd name="T112" fmla="*/ 2147483647 w 1956"/>
                      <a:gd name="T113" fmla="*/ 2147483647 h 2358"/>
                      <a:gd name="T114" fmla="*/ 2147483647 w 1956"/>
                      <a:gd name="T115" fmla="*/ 2147483647 h 2358"/>
                      <a:gd name="T116" fmla="*/ 2147483647 w 1956"/>
                      <a:gd name="T117" fmla="*/ 2147483647 h 2358"/>
                      <a:gd name="T118" fmla="*/ 2147483647 w 1956"/>
                      <a:gd name="T119" fmla="*/ 2147483647 h 235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1956"/>
                      <a:gd name="T181" fmla="*/ 0 h 2358"/>
                      <a:gd name="T182" fmla="*/ 1956 w 1956"/>
                      <a:gd name="T183" fmla="*/ 2358 h 2358"/>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1956" h="2358">
                        <a:moveTo>
                          <a:pt x="1806" y="1788"/>
                        </a:moveTo>
                        <a:lnTo>
                          <a:pt x="1794" y="1800"/>
                        </a:lnTo>
                        <a:lnTo>
                          <a:pt x="1782" y="1824"/>
                        </a:lnTo>
                        <a:lnTo>
                          <a:pt x="1782" y="1884"/>
                        </a:lnTo>
                        <a:lnTo>
                          <a:pt x="1788" y="1980"/>
                        </a:lnTo>
                        <a:lnTo>
                          <a:pt x="1800" y="1950"/>
                        </a:lnTo>
                        <a:lnTo>
                          <a:pt x="1800" y="1848"/>
                        </a:lnTo>
                        <a:lnTo>
                          <a:pt x="1806" y="1836"/>
                        </a:lnTo>
                        <a:lnTo>
                          <a:pt x="1806" y="1830"/>
                        </a:lnTo>
                        <a:lnTo>
                          <a:pt x="1812" y="1818"/>
                        </a:lnTo>
                        <a:lnTo>
                          <a:pt x="1812" y="1806"/>
                        </a:lnTo>
                        <a:lnTo>
                          <a:pt x="1818" y="1800"/>
                        </a:lnTo>
                        <a:lnTo>
                          <a:pt x="1812" y="1788"/>
                        </a:lnTo>
                        <a:lnTo>
                          <a:pt x="1806" y="1788"/>
                        </a:lnTo>
                        <a:close/>
                        <a:moveTo>
                          <a:pt x="1794" y="2028"/>
                        </a:moveTo>
                        <a:lnTo>
                          <a:pt x="1788" y="2028"/>
                        </a:lnTo>
                        <a:lnTo>
                          <a:pt x="1782" y="2040"/>
                        </a:lnTo>
                        <a:lnTo>
                          <a:pt x="1782" y="2046"/>
                        </a:lnTo>
                        <a:lnTo>
                          <a:pt x="1788" y="2058"/>
                        </a:lnTo>
                        <a:lnTo>
                          <a:pt x="1788" y="2064"/>
                        </a:lnTo>
                        <a:lnTo>
                          <a:pt x="1794" y="2076"/>
                        </a:lnTo>
                        <a:lnTo>
                          <a:pt x="1800" y="2064"/>
                        </a:lnTo>
                        <a:lnTo>
                          <a:pt x="1800" y="2028"/>
                        </a:lnTo>
                        <a:lnTo>
                          <a:pt x="1794" y="2028"/>
                        </a:lnTo>
                        <a:close/>
                        <a:moveTo>
                          <a:pt x="1890" y="2310"/>
                        </a:moveTo>
                        <a:lnTo>
                          <a:pt x="1884" y="2316"/>
                        </a:lnTo>
                        <a:lnTo>
                          <a:pt x="1884" y="2334"/>
                        </a:lnTo>
                        <a:lnTo>
                          <a:pt x="1890" y="2346"/>
                        </a:lnTo>
                        <a:lnTo>
                          <a:pt x="1896" y="2352"/>
                        </a:lnTo>
                        <a:lnTo>
                          <a:pt x="1908" y="2358"/>
                        </a:lnTo>
                        <a:lnTo>
                          <a:pt x="1908" y="2346"/>
                        </a:lnTo>
                        <a:lnTo>
                          <a:pt x="1902" y="2334"/>
                        </a:lnTo>
                        <a:lnTo>
                          <a:pt x="1902" y="2322"/>
                        </a:lnTo>
                        <a:lnTo>
                          <a:pt x="1896" y="2310"/>
                        </a:lnTo>
                        <a:lnTo>
                          <a:pt x="1890" y="2310"/>
                        </a:lnTo>
                        <a:close/>
                        <a:moveTo>
                          <a:pt x="1920" y="672"/>
                        </a:moveTo>
                        <a:lnTo>
                          <a:pt x="1932" y="660"/>
                        </a:lnTo>
                        <a:lnTo>
                          <a:pt x="1944" y="654"/>
                        </a:lnTo>
                        <a:lnTo>
                          <a:pt x="1950" y="648"/>
                        </a:lnTo>
                        <a:lnTo>
                          <a:pt x="1956" y="648"/>
                        </a:lnTo>
                        <a:lnTo>
                          <a:pt x="1956" y="618"/>
                        </a:lnTo>
                        <a:lnTo>
                          <a:pt x="1950" y="618"/>
                        </a:lnTo>
                        <a:lnTo>
                          <a:pt x="1944" y="612"/>
                        </a:lnTo>
                        <a:lnTo>
                          <a:pt x="1878" y="612"/>
                        </a:lnTo>
                        <a:lnTo>
                          <a:pt x="1878" y="606"/>
                        </a:lnTo>
                        <a:lnTo>
                          <a:pt x="1890" y="594"/>
                        </a:lnTo>
                        <a:lnTo>
                          <a:pt x="1896" y="594"/>
                        </a:lnTo>
                        <a:lnTo>
                          <a:pt x="1878" y="564"/>
                        </a:lnTo>
                        <a:lnTo>
                          <a:pt x="1848" y="564"/>
                        </a:lnTo>
                        <a:lnTo>
                          <a:pt x="1842" y="558"/>
                        </a:lnTo>
                        <a:lnTo>
                          <a:pt x="1848" y="558"/>
                        </a:lnTo>
                        <a:lnTo>
                          <a:pt x="1860" y="546"/>
                        </a:lnTo>
                        <a:lnTo>
                          <a:pt x="1854" y="540"/>
                        </a:lnTo>
                        <a:lnTo>
                          <a:pt x="1818" y="522"/>
                        </a:lnTo>
                        <a:lnTo>
                          <a:pt x="1806" y="534"/>
                        </a:lnTo>
                        <a:lnTo>
                          <a:pt x="1806" y="558"/>
                        </a:lnTo>
                        <a:lnTo>
                          <a:pt x="1788" y="558"/>
                        </a:lnTo>
                        <a:lnTo>
                          <a:pt x="1770" y="546"/>
                        </a:lnTo>
                        <a:lnTo>
                          <a:pt x="1758" y="540"/>
                        </a:lnTo>
                        <a:lnTo>
                          <a:pt x="1740" y="540"/>
                        </a:lnTo>
                        <a:lnTo>
                          <a:pt x="1728" y="552"/>
                        </a:lnTo>
                        <a:lnTo>
                          <a:pt x="1716" y="558"/>
                        </a:lnTo>
                        <a:lnTo>
                          <a:pt x="1692" y="582"/>
                        </a:lnTo>
                        <a:lnTo>
                          <a:pt x="1656" y="582"/>
                        </a:lnTo>
                        <a:lnTo>
                          <a:pt x="1656" y="588"/>
                        </a:lnTo>
                        <a:lnTo>
                          <a:pt x="1662" y="594"/>
                        </a:lnTo>
                        <a:lnTo>
                          <a:pt x="1662" y="618"/>
                        </a:lnTo>
                        <a:lnTo>
                          <a:pt x="1656" y="624"/>
                        </a:lnTo>
                        <a:lnTo>
                          <a:pt x="1626" y="624"/>
                        </a:lnTo>
                        <a:lnTo>
                          <a:pt x="1632" y="636"/>
                        </a:lnTo>
                        <a:lnTo>
                          <a:pt x="1632" y="654"/>
                        </a:lnTo>
                        <a:lnTo>
                          <a:pt x="1620" y="666"/>
                        </a:lnTo>
                        <a:lnTo>
                          <a:pt x="1566" y="666"/>
                        </a:lnTo>
                        <a:lnTo>
                          <a:pt x="1566" y="684"/>
                        </a:lnTo>
                        <a:lnTo>
                          <a:pt x="1572" y="690"/>
                        </a:lnTo>
                        <a:lnTo>
                          <a:pt x="1596" y="690"/>
                        </a:lnTo>
                        <a:lnTo>
                          <a:pt x="1596" y="714"/>
                        </a:lnTo>
                        <a:lnTo>
                          <a:pt x="1608" y="726"/>
                        </a:lnTo>
                        <a:lnTo>
                          <a:pt x="1608" y="732"/>
                        </a:lnTo>
                        <a:lnTo>
                          <a:pt x="1584" y="744"/>
                        </a:lnTo>
                        <a:lnTo>
                          <a:pt x="1572" y="744"/>
                        </a:lnTo>
                        <a:lnTo>
                          <a:pt x="1566" y="738"/>
                        </a:lnTo>
                        <a:lnTo>
                          <a:pt x="1554" y="738"/>
                        </a:lnTo>
                        <a:lnTo>
                          <a:pt x="1542" y="744"/>
                        </a:lnTo>
                        <a:lnTo>
                          <a:pt x="1512" y="744"/>
                        </a:lnTo>
                        <a:lnTo>
                          <a:pt x="1500" y="738"/>
                        </a:lnTo>
                        <a:lnTo>
                          <a:pt x="1482" y="738"/>
                        </a:lnTo>
                        <a:lnTo>
                          <a:pt x="1476" y="744"/>
                        </a:lnTo>
                        <a:lnTo>
                          <a:pt x="1464" y="750"/>
                        </a:lnTo>
                        <a:lnTo>
                          <a:pt x="1440" y="750"/>
                        </a:lnTo>
                        <a:lnTo>
                          <a:pt x="1428" y="738"/>
                        </a:lnTo>
                        <a:lnTo>
                          <a:pt x="1428" y="732"/>
                        </a:lnTo>
                        <a:lnTo>
                          <a:pt x="1428" y="738"/>
                        </a:lnTo>
                        <a:lnTo>
                          <a:pt x="1416" y="738"/>
                        </a:lnTo>
                        <a:lnTo>
                          <a:pt x="1392" y="726"/>
                        </a:lnTo>
                        <a:lnTo>
                          <a:pt x="1374" y="708"/>
                        </a:lnTo>
                        <a:lnTo>
                          <a:pt x="1374" y="696"/>
                        </a:lnTo>
                        <a:lnTo>
                          <a:pt x="1380" y="696"/>
                        </a:lnTo>
                        <a:lnTo>
                          <a:pt x="1374" y="696"/>
                        </a:lnTo>
                        <a:lnTo>
                          <a:pt x="1368" y="690"/>
                        </a:lnTo>
                        <a:lnTo>
                          <a:pt x="1368" y="642"/>
                        </a:lnTo>
                        <a:lnTo>
                          <a:pt x="1362" y="636"/>
                        </a:lnTo>
                        <a:lnTo>
                          <a:pt x="1350" y="630"/>
                        </a:lnTo>
                        <a:lnTo>
                          <a:pt x="1338" y="630"/>
                        </a:lnTo>
                        <a:lnTo>
                          <a:pt x="1326" y="642"/>
                        </a:lnTo>
                        <a:lnTo>
                          <a:pt x="1314" y="648"/>
                        </a:lnTo>
                        <a:lnTo>
                          <a:pt x="1326" y="666"/>
                        </a:lnTo>
                        <a:lnTo>
                          <a:pt x="1326" y="714"/>
                        </a:lnTo>
                        <a:lnTo>
                          <a:pt x="1338" y="738"/>
                        </a:lnTo>
                        <a:lnTo>
                          <a:pt x="1338" y="774"/>
                        </a:lnTo>
                        <a:lnTo>
                          <a:pt x="1272" y="774"/>
                        </a:lnTo>
                        <a:lnTo>
                          <a:pt x="1272" y="762"/>
                        </a:lnTo>
                        <a:lnTo>
                          <a:pt x="1266" y="756"/>
                        </a:lnTo>
                        <a:lnTo>
                          <a:pt x="1260" y="756"/>
                        </a:lnTo>
                        <a:lnTo>
                          <a:pt x="1248" y="762"/>
                        </a:lnTo>
                        <a:lnTo>
                          <a:pt x="1242" y="774"/>
                        </a:lnTo>
                        <a:lnTo>
                          <a:pt x="1236" y="762"/>
                        </a:lnTo>
                        <a:lnTo>
                          <a:pt x="1224" y="756"/>
                        </a:lnTo>
                        <a:lnTo>
                          <a:pt x="1206" y="750"/>
                        </a:lnTo>
                        <a:lnTo>
                          <a:pt x="1188" y="750"/>
                        </a:lnTo>
                        <a:lnTo>
                          <a:pt x="1182" y="756"/>
                        </a:lnTo>
                        <a:lnTo>
                          <a:pt x="1152" y="738"/>
                        </a:lnTo>
                        <a:lnTo>
                          <a:pt x="1134" y="750"/>
                        </a:lnTo>
                        <a:lnTo>
                          <a:pt x="1080" y="696"/>
                        </a:lnTo>
                        <a:lnTo>
                          <a:pt x="1056" y="696"/>
                        </a:lnTo>
                        <a:lnTo>
                          <a:pt x="1056" y="690"/>
                        </a:lnTo>
                        <a:lnTo>
                          <a:pt x="1044" y="678"/>
                        </a:lnTo>
                        <a:lnTo>
                          <a:pt x="1038" y="678"/>
                        </a:lnTo>
                        <a:lnTo>
                          <a:pt x="1032" y="684"/>
                        </a:lnTo>
                        <a:lnTo>
                          <a:pt x="1032" y="702"/>
                        </a:lnTo>
                        <a:lnTo>
                          <a:pt x="1032" y="696"/>
                        </a:lnTo>
                        <a:lnTo>
                          <a:pt x="1026" y="690"/>
                        </a:lnTo>
                        <a:lnTo>
                          <a:pt x="1008" y="690"/>
                        </a:lnTo>
                        <a:lnTo>
                          <a:pt x="996" y="702"/>
                        </a:lnTo>
                        <a:lnTo>
                          <a:pt x="990" y="690"/>
                        </a:lnTo>
                        <a:lnTo>
                          <a:pt x="984" y="684"/>
                        </a:lnTo>
                        <a:lnTo>
                          <a:pt x="960" y="684"/>
                        </a:lnTo>
                        <a:lnTo>
                          <a:pt x="954" y="678"/>
                        </a:lnTo>
                        <a:lnTo>
                          <a:pt x="954" y="666"/>
                        </a:lnTo>
                        <a:lnTo>
                          <a:pt x="942" y="666"/>
                        </a:lnTo>
                        <a:lnTo>
                          <a:pt x="936" y="672"/>
                        </a:lnTo>
                        <a:lnTo>
                          <a:pt x="918" y="672"/>
                        </a:lnTo>
                        <a:lnTo>
                          <a:pt x="912" y="666"/>
                        </a:lnTo>
                        <a:lnTo>
                          <a:pt x="906" y="654"/>
                        </a:lnTo>
                        <a:lnTo>
                          <a:pt x="900" y="648"/>
                        </a:lnTo>
                        <a:lnTo>
                          <a:pt x="888" y="648"/>
                        </a:lnTo>
                        <a:lnTo>
                          <a:pt x="846" y="630"/>
                        </a:lnTo>
                        <a:lnTo>
                          <a:pt x="834" y="612"/>
                        </a:lnTo>
                        <a:lnTo>
                          <a:pt x="810" y="612"/>
                        </a:lnTo>
                        <a:lnTo>
                          <a:pt x="792" y="588"/>
                        </a:lnTo>
                        <a:lnTo>
                          <a:pt x="780" y="594"/>
                        </a:lnTo>
                        <a:lnTo>
                          <a:pt x="750" y="564"/>
                        </a:lnTo>
                        <a:lnTo>
                          <a:pt x="750" y="552"/>
                        </a:lnTo>
                        <a:lnTo>
                          <a:pt x="762" y="540"/>
                        </a:lnTo>
                        <a:lnTo>
                          <a:pt x="768" y="540"/>
                        </a:lnTo>
                        <a:lnTo>
                          <a:pt x="756" y="528"/>
                        </a:lnTo>
                        <a:lnTo>
                          <a:pt x="756" y="522"/>
                        </a:lnTo>
                        <a:lnTo>
                          <a:pt x="762" y="516"/>
                        </a:lnTo>
                        <a:lnTo>
                          <a:pt x="756" y="504"/>
                        </a:lnTo>
                        <a:lnTo>
                          <a:pt x="780" y="480"/>
                        </a:lnTo>
                        <a:lnTo>
                          <a:pt x="786" y="456"/>
                        </a:lnTo>
                        <a:lnTo>
                          <a:pt x="762" y="438"/>
                        </a:lnTo>
                        <a:lnTo>
                          <a:pt x="750" y="438"/>
                        </a:lnTo>
                        <a:lnTo>
                          <a:pt x="738" y="432"/>
                        </a:lnTo>
                        <a:lnTo>
                          <a:pt x="738" y="414"/>
                        </a:lnTo>
                        <a:lnTo>
                          <a:pt x="720" y="420"/>
                        </a:lnTo>
                        <a:lnTo>
                          <a:pt x="702" y="402"/>
                        </a:lnTo>
                        <a:lnTo>
                          <a:pt x="696" y="402"/>
                        </a:lnTo>
                        <a:lnTo>
                          <a:pt x="690" y="396"/>
                        </a:lnTo>
                        <a:lnTo>
                          <a:pt x="678" y="396"/>
                        </a:lnTo>
                        <a:lnTo>
                          <a:pt x="666" y="390"/>
                        </a:lnTo>
                        <a:lnTo>
                          <a:pt x="654" y="378"/>
                        </a:lnTo>
                        <a:lnTo>
                          <a:pt x="648" y="366"/>
                        </a:lnTo>
                        <a:lnTo>
                          <a:pt x="618" y="366"/>
                        </a:lnTo>
                        <a:lnTo>
                          <a:pt x="612" y="360"/>
                        </a:lnTo>
                        <a:lnTo>
                          <a:pt x="612" y="342"/>
                        </a:lnTo>
                        <a:lnTo>
                          <a:pt x="618" y="336"/>
                        </a:lnTo>
                        <a:lnTo>
                          <a:pt x="618" y="324"/>
                        </a:lnTo>
                        <a:lnTo>
                          <a:pt x="612" y="324"/>
                        </a:lnTo>
                        <a:lnTo>
                          <a:pt x="600" y="312"/>
                        </a:lnTo>
                        <a:lnTo>
                          <a:pt x="594" y="300"/>
                        </a:lnTo>
                        <a:lnTo>
                          <a:pt x="588" y="294"/>
                        </a:lnTo>
                        <a:lnTo>
                          <a:pt x="588" y="276"/>
                        </a:lnTo>
                        <a:lnTo>
                          <a:pt x="594" y="276"/>
                        </a:lnTo>
                        <a:lnTo>
                          <a:pt x="600" y="270"/>
                        </a:lnTo>
                        <a:lnTo>
                          <a:pt x="612" y="270"/>
                        </a:lnTo>
                        <a:lnTo>
                          <a:pt x="612" y="288"/>
                        </a:lnTo>
                        <a:lnTo>
                          <a:pt x="624" y="300"/>
                        </a:lnTo>
                        <a:lnTo>
                          <a:pt x="636" y="282"/>
                        </a:lnTo>
                        <a:lnTo>
                          <a:pt x="642" y="282"/>
                        </a:lnTo>
                        <a:lnTo>
                          <a:pt x="648" y="276"/>
                        </a:lnTo>
                        <a:lnTo>
                          <a:pt x="660" y="270"/>
                        </a:lnTo>
                        <a:lnTo>
                          <a:pt x="660" y="258"/>
                        </a:lnTo>
                        <a:lnTo>
                          <a:pt x="642" y="240"/>
                        </a:lnTo>
                        <a:lnTo>
                          <a:pt x="636" y="228"/>
                        </a:lnTo>
                        <a:lnTo>
                          <a:pt x="630" y="222"/>
                        </a:lnTo>
                        <a:lnTo>
                          <a:pt x="618" y="222"/>
                        </a:lnTo>
                        <a:lnTo>
                          <a:pt x="594" y="210"/>
                        </a:lnTo>
                        <a:lnTo>
                          <a:pt x="594" y="186"/>
                        </a:lnTo>
                        <a:lnTo>
                          <a:pt x="612" y="180"/>
                        </a:lnTo>
                        <a:lnTo>
                          <a:pt x="594" y="156"/>
                        </a:lnTo>
                        <a:lnTo>
                          <a:pt x="624" y="156"/>
                        </a:lnTo>
                        <a:lnTo>
                          <a:pt x="636" y="150"/>
                        </a:lnTo>
                        <a:lnTo>
                          <a:pt x="642" y="138"/>
                        </a:lnTo>
                        <a:lnTo>
                          <a:pt x="642" y="114"/>
                        </a:lnTo>
                        <a:lnTo>
                          <a:pt x="636" y="108"/>
                        </a:lnTo>
                        <a:lnTo>
                          <a:pt x="636" y="102"/>
                        </a:lnTo>
                        <a:lnTo>
                          <a:pt x="654" y="102"/>
                        </a:lnTo>
                        <a:lnTo>
                          <a:pt x="660" y="96"/>
                        </a:lnTo>
                        <a:lnTo>
                          <a:pt x="660" y="36"/>
                        </a:lnTo>
                        <a:lnTo>
                          <a:pt x="618" y="36"/>
                        </a:lnTo>
                        <a:lnTo>
                          <a:pt x="594" y="12"/>
                        </a:lnTo>
                        <a:lnTo>
                          <a:pt x="576" y="0"/>
                        </a:lnTo>
                        <a:lnTo>
                          <a:pt x="564" y="0"/>
                        </a:lnTo>
                        <a:lnTo>
                          <a:pt x="540" y="12"/>
                        </a:lnTo>
                        <a:lnTo>
                          <a:pt x="522" y="18"/>
                        </a:lnTo>
                        <a:lnTo>
                          <a:pt x="516" y="30"/>
                        </a:lnTo>
                        <a:lnTo>
                          <a:pt x="504" y="36"/>
                        </a:lnTo>
                        <a:lnTo>
                          <a:pt x="480" y="36"/>
                        </a:lnTo>
                        <a:lnTo>
                          <a:pt x="456" y="72"/>
                        </a:lnTo>
                        <a:lnTo>
                          <a:pt x="432" y="78"/>
                        </a:lnTo>
                        <a:lnTo>
                          <a:pt x="432" y="96"/>
                        </a:lnTo>
                        <a:lnTo>
                          <a:pt x="408" y="96"/>
                        </a:lnTo>
                        <a:lnTo>
                          <a:pt x="402" y="102"/>
                        </a:lnTo>
                        <a:lnTo>
                          <a:pt x="396" y="96"/>
                        </a:lnTo>
                        <a:lnTo>
                          <a:pt x="390" y="102"/>
                        </a:lnTo>
                        <a:lnTo>
                          <a:pt x="378" y="108"/>
                        </a:lnTo>
                        <a:lnTo>
                          <a:pt x="372" y="114"/>
                        </a:lnTo>
                        <a:lnTo>
                          <a:pt x="360" y="120"/>
                        </a:lnTo>
                        <a:lnTo>
                          <a:pt x="348" y="120"/>
                        </a:lnTo>
                        <a:lnTo>
                          <a:pt x="348" y="108"/>
                        </a:lnTo>
                        <a:lnTo>
                          <a:pt x="342" y="102"/>
                        </a:lnTo>
                        <a:lnTo>
                          <a:pt x="324" y="102"/>
                        </a:lnTo>
                        <a:lnTo>
                          <a:pt x="306" y="96"/>
                        </a:lnTo>
                        <a:lnTo>
                          <a:pt x="264" y="96"/>
                        </a:lnTo>
                        <a:lnTo>
                          <a:pt x="240" y="108"/>
                        </a:lnTo>
                        <a:lnTo>
                          <a:pt x="234" y="120"/>
                        </a:lnTo>
                        <a:lnTo>
                          <a:pt x="234" y="126"/>
                        </a:lnTo>
                        <a:lnTo>
                          <a:pt x="258" y="144"/>
                        </a:lnTo>
                        <a:lnTo>
                          <a:pt x="252" y="156"/>
                        </a:lnTo>
                        <a:lnTo>
                          <a:pt x="282" y="162"/>
                        </a:lnTo>
                        <a:lnTo>
                          <a:pt x="276" y="168"/>
                        </a:lnTo>
                        <a:lnTo>
                          <a:pt x="270" y="180"/>
                        </a:lnTo>
                        <a:lnTo>
                          <a:pt x="264" y="186"/>
                        </a:lnTo>
                        <a:lnTo>
                          <a:pt x="264" y="192"/>
                        </a:lnTo>
                        <a:lnTo>
                          <a:pt x="276" y="204"/>
                        </a:lnTo>
                        <a:lnTo>
                          <a:pt x="282" y="204"/>
                        </a:lnTo>
                        <a:lnTo>
                          <a:pt x="282" y="210"/>
                        </a:lnTo>
                        <a:lnTo>
                          <a:pt x="276" y="222"/>
                        </a:lnTo>
                        <a:lnTo>
                          <a:pt x="276" y="234"/>
                        </a:lnTo>
                        <a:lnTo>
                          <a:pt x="294" y="234"/>
                        </a:lnTo>
                        <a:lnTo>
                          <a:pt x="306" y="252"/>
                        </a:lnTo>
                        <a:lnTo>
                          <a:pt x="324" y="252"/>
                        </a:lnTo>
                        <a:lnTo>
                          <a:pt x="330" y="288"/>
                        </a:lnTo>
                        <a:lnTo>
                          <a:pt x="366" y="288"/>
                        </a:lnTo>
                        <a:lnTo>
                          <a:pt x="378" y="294"/>
                        </a:lnTo>
                        <a:lnTo>
                          <a:pt x="384" y="300"/>
                        </a:lnTo>
                        <a:lnTo>
                          <a:pt x="384" y="306"/>
                        </a:lnTo>
                        <a:lnTo>
                          <a:pt x="378" y="312"/>
                        </a:lnTo>
                        <a:lnTo>
                          <a:pt x="354" y="324"/>
                        </a:lnTo>
                        <a:lnTo>
                          <a:pt x="342" y="324"/>
                        </a:lnTo>
                        <a:lnTo>
                          <a:pt x="336" y="330"/>
                        </a:lnTo>
                        <a:lnTo>
                          <a:pt x="336" y="366"/>
                        </a:lnTo>
                        <a:lnTo>
                          <a:pt x="342" y="378"/>
                        </a:lnTo>
                        <a:lnTo>
                          <a:pt x="354" y="390"/>
                        </a:lnTo>
                        <a:lnTo>
                          <a:pt x="354" y="396"/>
                        </a:lnTo>
                        <a:lnTo>
                          <a:pt x="324" y="414"/>
                        </a:lnTo>
                        <a:lnTo>
                          <a:pt x="300" y="450"/>
                        </a:lnTo>
                        <a:lnTo>
                          <a:pt x="318" y="474"/>
                        </a:lnTo>
                        <a:lnTo>
                          <a:pt x="306" y="474"/>
                        </a:lnTo>
                        <a:lnTo>
                          <a:pt x="300" y="480"/>
                        </a:lnTo>
                        <a:lnTo>
                          <a:pt x="288" y="486"/>
                        </a:lnTo>
                        <a:lnTo>
                          <a:pt x="282" y="492"/>
                        </a:lnTo>
                        <a:lnTo>
                          <a:pt x="282" y="504"/>
                        </a:lnTo>
                        <a:lnTo>
                          <a:pt x="276" y="522"/>
                        </a:lnTo>
                        <a:lnTo>
                          <a:pt x="276" y="534"/>
                        </a:lnTo>
                        <a:lnTo>
                          <a:pt x="270" y="552"/>
                        </a:lnTo>
                        <a:lnTo>
                          <a:pt x="258" y="564"/>
                        </a:lnTo>
                        <a:lnTo>
                          <a:pt x="234" y="576"/>
                        </a:lnTo>
                        <a:lnTo>
                          <a:pt x="228" y="582"/>
                        </a:lnTo>
                        <a:lnTo>
                          <a:pt x="228" y="588"/>
                        </a:lnTo>
                        <a:lnTo>
                          <a:pt x="222" y="594"/>
                        </a:lnTo>
                        <a:lnTo>
                          <a:pt x="222" y="612"/>
                        </a:lnTo>
                        <a:lnTo>
                          <a:pt x="204" y="624"/>
                        </a:lnTo>
                        <a:lnTo>
                          <a:pt x="204" y="630"/>
                        </a:lnTo>
                        <a:lnTo>
                          <a:pt x="198" y="636"/>
                        </a:lnTo>
                        <a:lnTo>
                          <a:pt x="192" y="648"/>
                        </a:lnTo>
                        <a:lnTo>
                          <a:pt x="186" y="654"/>
                        </a:lnTo>
                        <a:lnTo>
                          <a:pt x="168" y="654"/>
                        </a:lnTo>
                        <a:lnTo>
                          <a:pt x="162" y="648"/>
                        </a:lnTo>
                        <a:lnTo>
                          <a:pt x="156" y="654"/>
                        </a:lnTo>
                        <a:lnTo>
                          <a:pt x="132" y="666"/>
                        </a:lnTo>
                        <a:lnTo>
                          <a:pt x="126" y="666"/>
                        </a:lnTo>
                        <a:lnTo>
                          <a:pt x="120" y="660"/>
                        </a:lnTo>
                        <a:lnTo>
                          <a:pt x="120" y="648"/>
                        </a:lnTo>
                        <a:lnTo>
                          <a:pt x="114" y="642"/>
                        </a:lnTo>
                        <a:lnTo>
                          <a:pt x="108" y="642"/>
                        </a:lnTo>
                        <a:lnTo>
                          <a:pt x="96" y="648"/>
                        </a:lnTo>
                        <a:lnTo>
                          <a:pt x="84" y="660"/>
                        </a:lnTo>
                        <a:lnTo>
                          <a:pt x="84" y="666"/>
                        </a:lnTo>
                        <a:lnTo>
                          <a:pt x="78" y="678"/>
                        </a:lnTo>
                        <a:lnTo>
                          <a:pt x="72" y="684"/>
                        </a:lnTo>
                        <a:lnTo>
                          <a:pt x="66" y="696"/>
                        </a:lnTo>
                        <a:lnTo>
                          <a:pt x="54" y="708"/>
                        </a:lnTo>
                        <a:lnTo>
                          <a:pt x="48" y="720"/>
                        </a:lnTo>
                        <a:lnTo>
                          <a:pt x="48" y="744"/>
                        </a:lnTo>
                        <a:lnTo>
                          <a:pt x="54" y="750"/>
                        </a:lnTo>
                        <a:lnTo>
                          <a:pt x="66" y="756"/>
                        </a:lnTo>
                        <a:lnTo>
                          <a:pt x="72" y="756"/>
                        </a:lnTo>
                        <a:lnTo>
                          <a:pt x="102" y="750"/>
                        </a:lnTo>
                        <a:lnTo>
                          <a:pt x="102" y="768"/>
                        </a:lnTo>
                        <a:lnTo>
                          <a:pt x="96" y="798"/>
                        </a:lnTo>
                        <a:lnTo>
                          <a:pt x="102" y="804"/>
                        </a:lnTo>
                        <a:lnTo>
                          <a:pt x="108" y="816"/>
                        </a:lnTo>
                        <a:lnTo>
                          <a:pt x="120" y="828"/>
                        </a:lnTo>
                        <a:lnTo>
                          <a:pt x="144" y="828"/>
                        </a:lnTo>
                        <a:lnTo>
                          <a:pt x="144" y="852"/>
                        </a:lnTo>
                        <a:lnTo>
                          <a:pt x="168" y="894"/>
                        </a:lnTo>
                        <a:lnTo>
                          <a:pt x="174" y="906"/>
                        </a:lnTo>
                        <a:lnTo>
                          <a:pt x="180" y="912"/>
                        </a:lnTo>
                        <a:lnTo>
                          <a:pt x="180" y="936"/>
                        </a:lnTo>
                        <a:lnTo>
                          <a:pt x="168" y="942"/>
                        </a:lnTo>
                        <a:lnTo>
                          <a:pt x="162" y="948"/>
                        </a:lnTo>
                        <a:lnTo>
                          <a:pt x="144" y="948"/>
                        </a:lnTo>
                        <a:lnTo>
                          <a:pt x="138" y="942"/>
                        </a:lnTo>
                        <a:lnTo>
                          <a:pt x="138" y="930"/>
                        </a:lnTo>
                        <a:lnTo>
                          <a:pt x="132" y="930"/>
                        </a:lnTo>
                        <a:lnTo>
                          <a:pt x="120" y="936"/>
                        </a:lnTo>
                        <a:lnTo>
                          <a:pt x="108" y="948"/>
                        </a:lnTo>
                        <a:lnTo>
                          <a:pt x="84" y="948"/>
                        </a:lnTo>
                        <a:lnTo>
                          <a:pt x="78" y="942"/>
                        </a:lnTo>
                        <a:lnTo>
                          <a:pt x="78" y="936"/>
                        </a:lnTo>
                        <a:lnTo>
                          <a:pt x="54" y="948"/>
                        </a:lnTo>
                        <a:lnTo>
                          <a:pt x="48" y="942"/>
                        </a:lnTo>
                        <a:lnTo>
                          <a:pt x="36" y="936"/>
                        </a:lnTo>
                        <a:lnTo>
                          <a:pt x="24" y="936"/>
                        </a:lnTo>
                        <a:lnTo>
                          <a:pt x="12" y="948"/>
                        </a:lnTo>
                        <a:lnTo>
                          <a:pt x="12" y="960"/>
                        </a:lnTo>
                        <a:lnTo>
                          <a:pt x="18" y="966"/>
                        </a:lnTo>
                        <a:lnTo>
                          <a:pt x="0" y="972"/>
                        </a:lnTo>
                        <a:lnTo>
                          <a:pt x="36" y="972"/>
                        </a:lnTo>
                        <a:lnTo>
                          <a:pt x="30" y="984"/>
                        </a:lnTo>
                        <a:lnTo>
                          <a:pt x="30" y="1014"/>
                        </a:lnTo>
                        <a:lnTo>
                          <a:pt x="36" y="1026"/>
                        </a:lnTo>
                        <a:lnTo>
                          <a:pt x="48" y="1032"/>
                        </a:lnTo>
                        <a:lnTo>
                          <a:pt x="66" y="1038"/>
                        </a:lnTo>
                        <a:lnTo>
                          <a:pt x="120" y="1038"/>
                        </a:lnTo>
                        <a:lnTo>
                          <a:pt x="132" y="1032"/>
                        </a:lnTo>
                        <a:lnTo>
                          <a:pt x="150" y="1014"/>
                        </a:lnTo>
                        <a:lnTo>
                          <a:pt x="162" y="1008"/>
                        </a:lnTo>
                        <a:lnTo>
                          <a:pt x="168" y="1020"/>
                        </a:lnTo>
                        <a:lnTo>
                          <a:pt x="168" y="1026"/>
                        </a:lnTo>
                        <a:lnTo>
                          <a:pt x="162" y="1038"/>
                        </a:lnTo>
                        <a:lnTo>
                          <a:pt x="144" y="1056"/>
                        </a:lnTo>
                        <a:lnTo>
                          <a:pt x="120" y="1068"/>
                        </a:lnTo>
                        <a:lnTo>
                          <a:pt x="114" y="1074"/>
                        </a:lnTo>
                        <a:lnTo>
                          <a:pt x="90" y="1074"/>
                        </a:lnTo>
                        <a:lnTo>
                          <a:pt x="78" y="1080"/>
                        </a:lnTo>
                        <a:lnTo>
                          <a:pt x="60" y="1086"/>
                        </a:lnTo>
                        <a:lnTo>
                          <a:pt x="48" y="1092"/>
                        </a:lnTo>
                        <a:lnTo>
                          <a:pt x="42" y="1098"/>
                        </a:lnTo>
                        <a:lnTo>
                          <a:pt x="54" y="1122"/>
                        </a:lnTo>
                        <a:lnTo>
                          <a:pt x="66" y="1128"/>
                        </a:lnTo>
                        <a:lnTo>
                          <a:pt x="78" y="1140"/>
                        </a:lnTo>
                        <a:lnTo>
                          <a:pt x="96" y="1152"/>
                        </a:lnTo>
                        <a:lnTo>
                          <a:pt x="108" y="1164"/>
                        </a:lnTo>
                        <a:lnTo>
                          <a:pt x="132" y="1182"/>
                        </a:lnTo>
                        <a:lnTo>
                          <a:pt x="162" y="1206"/>
                        </a:lnTo>
                        <a:lnTo>
                          <a:pt x="204" y="1224"/>
                        </a:lnTo>
                        <a:lnTo>
                          <a:pt x="240" y="1218"/>
                        </a:lnTo>
                        <a:lnTo>
                          <a:pt x="270" y="1200"/>
                        </a:lnTo>
                        <a:lnTo>
                          <a:pt x="294" y="1176"/>
                        </a:lnTo>
                        <a:lnTo>
                          <a:pt x="300" y="1158"/>
                        </a:lnTo>
                        <a:lnTo>
                          <a:pt x="300" y="1128"/>
                        </a:lnTo>
                        <a:lnTo>
                          <a:pt x="306" y="1116"/>
                        </a:lnTo>
                        <a:lnTo>
                          <a:pt x="318" y="1104"/>
                        </a:lnTo>
                        <a:lnTo>
                          <a:pt x="324" y="1092"/>
                        </a:lnTo>
                        <a:lnTo>
                          <a:pt x="330" y="1086"/>
                        </a:lnTo>
                        <a:lnTo>
                          <a:pt x="342" y="1086"/>
                        </a:lnTo>
                        <a:lnTo>
                          <a:pt x="348" y="1080"/>
                        </a:lnTo>
                        <a:lnTo>
                          <a:pt x="354" y="1080"/>
                        </a:lnTo>
                        <a:lnTo>
                          <a:pt x="360" y="1086"/>
                        </a:lnTo>
                        <a:lnTo>
                          <a:pt x="360" y="1098"/>
                        </a:lnTo>
                        <a:lnTo>
                          <a:pt x="348" y="1110"/>
                        </a:lnTo>
                        <a:lnTo>
                          <a:pt x="336" y="1128"/>
                        </a:lnTo>
                        <a:lnTo>
                          <a:pt x="324" y="1140"/>
                        </a:lnTo>
                        <a:lnTo>
                          <a:pt x="318" y="1152"/>
                        </a:lnTo>
                        <a:lnTo>
                          <a:pt x="318" y="1164"/>
                        </a:lnTo>
                        <a:lnTo>
                          <a:pt x="324" y="1176"/>
                        </a:lnTo>
                        <a:lnTo>
                          <a:pt x="336" y="1182"/>
                        </a:lnTo>
                        <a:lnTo>
                          <a:pt x="342" y="1182"/>
                        </a:lnTo>
                        <a:lnTo>
                          <a:pt x="354" y="1194"/>
                        </a:lnTo>
                        <a:lnTo>
                          <a:pt x="354" y="1206"/>
                        </a:lnTo>
                        <a:lnTo>
                          <a:pt x="348" y="1242"/>
                        </a:lnTo>
                        <a:lnTo>
                          <a:pt x="342" y="1284"/>
                        </a:lnTo>
                        <a:lnTo>
                          <a:pt x="336" y="1338"/>
                        </a:lnTo>
                        <a:lnTo>
                          <a:pt x="342" y="1398"/>
                        </a:lnTo>
                        <a:lnTo>
                          <a:pt x="354" y="1446"/>
                        </a:lnTo>
                        <a:lnTo>
                          <a:pt x="384" y="1536"/>
                        </a:lnTo>
                        <a:lnTo>
                          <a:pt x="402" y="1554"/>
                        </a:lnTo>
                        <a:lnTo>
                          <a:pt x="402" y="1596"/>
                        </a:lnTo>
                        <a:lnTo>
                          <a:pt x="414" y="1620"/>
                        </a:lnTo>
                        <a:lnTo>
                          <a:pt x="426" y="1626"/>
                        </a:lnTo>
                        <a:lnTo>
                          <a:pt x="438" y="1626"/>
                        </a:lnTo>
                        <a:lnTo>
                          <a:pt x="444" y="1632"/>
                        </a:lnTo>
                        <a:lnTo>
                          <a:pt x="450" y="1632"/>
                        </a:lnTo>
                        <a:lnTo>
                          <a:pt x="450" y="1644"/>
                        </a:lnTo>
                        <a:lnTo>
                          <a:pt x="456" y="1656"/>
                        </a:lnTo>
                        <a:lnTo>
                          <a:pt x="456" y="1674"/>
                        </a:lnTo>
                        <a:lnTo>
                          <a:pt x="474" y="1710"/>
                        </a:lnTo>
                        <a:lnTo>
                          <a:pt x="498" y="1722"/>
                        </a:lnTo>
                        <a:lnTo>
                          <a:pt x="504" y="1728"/>
                        </a:lnTo>
                        <a:lnTo>
                          <a:pt x="510" y="1728"/>
                        </a:lnTo>
                        <a:lnTo>
                          <a:pt x="510" y="1746"/>
                        </a:lnTo>
                        <a:lnTo>
                          <a:pt x="516" y="1782"/>
                        </a:lnTo>
                        <a:lnTo>
                          <a:pt x="522" y="1830"/>
                        </a:lnTo>
                        <a:lnTo>
                          <a:pt x="534" y="1872"/>
                        </a:lnTo>
                        <a:lnTo>
                          <a:pt x="552" y="1908"/>
                        </a:lnTo>
                        <a:lnTo>
                          <a:pt x="576" y="1944"/>
                        </a:lnTo>
                        <a:lnTo>
                          <a:pt x="600" y="1974"/>
                        </a:lnTo>
                        <a:lnTo>
                          <a:pt x="612" y="1998"/>
                        </a:lnTo>
                        <a:lnTo>
                          <a:pt x="618" y="2016"/>
                        </a:lnTo>
                        <a:lnTo>
                          <a:pt x="618" y="2070"/>
                        </a:lnTo>
                        <a:lnTo>
                          <a:pt x="624" y="2094"/>
                        </a:lnTo>
                        <a:lnTo>
                          <a:pt x="642" y="2124"/>
                        </a:lnTo>
                        <a:lnTo>
                          <a:pt x="672" y="2166"/>
                        </a:lnTo>
                        <a:lnTo>
                          <a:pt x="696" y="2202"/>
                        </a:lnTo>
                        <a:lnTo>
                          <a:pt x="714" y="2232"/>
                        </a:lnTo>
                        <a:lnTo>
                          <a:pt x="720" y="2244"/>
                        </a:lnTo>
                        <a:lnTo>
                          <a:pt x="726" y="2244"/>
                        </a:lnTo>
                        <a:lnTo>
                          <a:pt x="732" y="2238"/>
                        </a:lnTo>
                        <a:lnTo>
                          <a:pt x="744" y="2238"/>
                        </a:lnTo>
                        <a:lnTo>
                          <a:pt x="768" y="2226"/>
                        </a:lnTo>
                        <a:lnTo>
                          <a:pt x="774" y="2220"/>
                        </a:lnTo>
                        <a:lnTo>
                          <a:pt x="780" y="2208"/>
                        </a:lnTo>
                        <a:lnTo>
                          <a:pt x="780" y="2172"/>
                        </a:lnTo>
                        <a:lnTo>
                          <a:pt x="786" y="2160"/>
                        </a:lnTo>
                        <a:lnTo>
                          <a:pt x="798" y="2154"/>
                        </a:lnTo>
                        <a:lnTo>
                          <a:pt x="804" y="2154"/>
                        </a:lnTo>
                        <a:lnTo>
                          <a:pt x="810" y="2160"/>
                        </a:lnTo>
                        <a:lnTo>
                          <a:pt x="828" y="2160"/>
                        </a:lnTo>
                        <a:lnTo>
                          <a:pt x="834" y="2154"/>
                        </a:lnTo>
                        <a:lnTo>
                          <a:pt x="846" y="2148"/>
                        </a:lnTo>
                        <a:lnTo>
                          <a:pt x="852" y="2142"/>
                        </a:lnTo>
                        <a:lnTo>
                          <a:pt x="864" y="2136"/>
                        </a:lnTo>
                        <a:lnTo>
                          <a:pt x="852" y="2136"/>
                        </a:lnTo>
                        <a:lnTo>
                          <a:pt x="846" y="2130"/>
                        </a:lnTo>
                        <a:lnTo>
                          <a:pt x="846" y="2118"/>
                        </a:lnTo>
                        <a:lnTo>
                          <a:pt x="852" y="2100"/>
                        </a:lnTo>
                        <a:lnTo>
                          <a:pt x="858" y="2088"/>
                        </a:lnTo>
                        <a:lnTo>
                          <a:pt x="906" y="2064"/>
                        </a:lnTo>
                        <a:lnTo>
                          <a:pt x="918" y="2052"/>
                        </a:lnTo>
                        <a:lnTo>
                          <a:pt x="918" y="2040"/>
                        </a:lnTo>
                        <a:lnTo>
                          <a:pt x="912" y="2028"/>
                        </a:lnTo>
                        <a:lnTo>
                          <a:pt x="912" y="2010"/>
                        </a:lnTo>
                        <a:lnTo>
                          <a:pt x="900" y="1974"/>
                        </a:lnTo>
                        <a:lnTo>
                          <a:pt x="900" y="1908"/>
                        </a:lnTo>
                        <a:lnTo>
                          <a:pt x="906" y="1890"/>
                        </a:lnTo>
                        <a:lnTo>
                          <a:pt x="906" y="1884"/>
                        </a:lnTo>
                        <a:lnTo>
                          <a:pt x="912" y="1878"/>
                        </a:lnTo>
                        <a:lnTo>
                          <a:pt x="912" y="1860"/>
                        </a:lnTo>
                        <a:lnTo>
                          <a:pt x="918" y="1842"/>
                        </a:lnTo>
                        <a:lnTo>
                          <a:pt x="918" y="1800"/>
                        </a:lnTo>
                        <a:lnTo>
                          <a:pt x="906" y="1776"/>
                        </a:lnTo>
                        <a:lnTo>
                          <a:pt x="888" y="1758"/>
                        </a:lnTo>
                        <a:lnTo>
                          <a:pt x="888" y="1728"/>
                        </a:lnTo>
                        <a:lnTo>
                          <a:pt x="894" y="1722"/>
                        </a:lnTo>
                        <a:lnTo>
                          <a:pt x="900" y="1710"/>
                        </a:lnTo>
                        <a:lnTo>
                          <a:pt x="900" y="1698"/>
                        </a:lnTo>
                        <a:lnTo>
                          <a:pt x="894" y="1686"/>
                        </a:lnTo>
                        <a:lnTo>
                          <a:pt x="894" y="1644"/>
                        </a:lnTo>
                        <a:lnTo>
                          <a:pt x="918" y="1632"/>
                        </a:lnTo>
                        <a:lnTo>
                          <a:pt x="924" y="1632"/>
                        </a:lnTo>
                        <a:lnTo>
                          <a:pt x="948" y="1620"/>
                        </a:lnTo>
                        <a:lnTo>
                          <a:pt x="948" y="1596"/>
                        </a:lnTo>
                        <a:lnTo>
                          <a:pt x="954" y="1584"/>
                        </a:lnTo>
                        <a:lnTo>
                          <a:pt x="960" y="1578"/>
                        </a:lnTo>
                        <a:lnTo>
                          <a:pt x="972" y="1572"/>
                        </a:lnTo>
                        <a:lnTo>
                          <a:pt x="990" y="1572"/>
                        </a:lnTo>
                        <a:lnTo>
                          <a:pt x="996" y="1560"/>
                        </a:lnTo>
                        <a:lnTo>
                          <a:pt x="1002" y="1566"/>
                        </a:lnTo>
                        <a:lnTo>
                          <a:pt x="1032" y="1566"/>
                        </a:lnTo>
                        <a:lnTo>
                          <a:pt x="1032" y="1548"/>
                        </a:lnTo>
                        <a:lnTo>
                          <a:pt x="1038" y="1530"/>
                        </a:lnTo>
                        <a:lnTo>
                          <a:pt x="1050" y="1518"/>
                        </a:lnTo>
                        <a:lnTo>
                          <a:pt x="1056" y="1500"/>
                        </a:lnTo>
                        <a:lnTo>
                          <a:pt x="1068" y="1488"/>
                        </a:lnTo>
                        <a:lnTo>
                          <a:pt x="1074" y="1476"/>
                        </a:lnTo>
                        <a:lnTo>
                          <a:pt x="1086" y="1470"/>
                        </a:lnTo>
                        <a:lnTo>
                          <a:pt x="1092" y="1464"/>
                        </a:lnTo>
                        <a:lnTo>
                          <a:pt x="1110" y="1458"/>
                        </a:lnTo>
                        <a:lnTo>
                          <a:pt x="1116" y="1452"/>
                        </a:lnTo>
                        <a:lnTo>
                          <a:pt x="1128" y="1446"/>
                        </a:lnTo>
                        <a:lnTo>
                          <a:pt x="1134" y="1428"/>
                        </a:lnTo>
                        <a:lnTo>
                          <a:pt x="1158" y="1380"/>
                        </a:lnTo>
                        <a:lnTo>
                          <a:pt x="1176" y="1362"/>
                        </a:lnTo>
                        <a:lnTo>
                          <a:pt x="1188" y="1356"/>
                        </a:lnTo>
                        <a:lnTo>
                          <a:pt x="1206" y="1344"/>
                        </a:lnTo>
                        <a:lnTo>
                          <a:pt x="1218" y="1338"/>
                        </a:lnTo>
                        <a:lnTo>
                          <a:pt x="1236" y="1320"/>
                        </a:lnTo>
                        <a:lnTo>
                          <a:pt x="1242" y="1320"/>
                        </a:lnTo>
                        <a:lnTo>
                          <a:pt x="1230" y="1290"/>
                        </a:lnTo>
                        <a:lnTo>
                          <a:pt x="1236" y="1284"/>
                        </a:lnTo>
                        <a:lnTo>
                          <a:pt x="1260" y="1314"/>
                        </a:lnTo>
                        <a:lnTo>
                          <a:pt x="1320" y="1254"/>
                        </a:lnTo>
                        <a:lnTo>
                          <a:pt x="1332" y="1230"/>
                        </a:lnTo>
                        <a:lnTo>
                          <a:pt x="1326" y="1224"/>
                        </a:lnTo>
                        <a:lnTo>
                          <a:pt x="1320" y="1212"/>
                        </a:lnTo>
                        <a:lnTo>
                          <a:pt x="1314" y="1206"/>
                        </a:lnTo>
                        <a:lnTo>
                          <a:pt x="1308" y="1194"/>
                        </a:lnTo>
                        <a:lnTo>
                          <a:pt x="1308" y="1182"/>
                        </a:lnTo>
                        <a:lnTo>
                          <a:pt x="1320" y="1176"/>
                        </a:lnTo>
                        <a:lnTo>
                          <a:pt x="1326" y="1170"/>
                        </a:lnTo>
                        <a:lnTo>
                          <a:pt x="1338" y="1170"/>
                        </a:lnTo>
                        <a:lnTo>
                          <a:pt x="1350" y="1164"/>
                        </a:lnTo>
                        <a:lnTo>
                          <a:pt x="1362" y="1152"/>
                        </a:lnTo>
                        <a:lnTo>
                          <a:pt x="1374" y="1134"/>
                        </a:lnTo>
                        <a:lnTo>
                          <a:pt x="1374" y="1110"/>
                        </a:lnTo>
                        <a:lnTo>
                          <a:pt x="1392" y="1116"/>
                        </a:lnTo>
                        <a:lnTo>
                          <a:pt x="1398" y="1146"/>
                        </a:lnTo>
                        <a:lnTo>
                          <a:pt x="1416" y="1110"/>
                        </a:lnTo>
                        <a:lnTo>
                          <a:pt x="1416" y="1128"/>
                        </a:lnTo>
                        <a:lnTo>
                          <a:pt x="1422" y="1140"/>
                        </a:lnTo>
                        <a:lnTo>
                          <a:pt x="1422" y="1158"/>
                        </a:lnTo>
                        <a:lnTo>
                          <a:pt x="1428" y="1170"/>
                        </a:lnTo>
                        <a:lnTo>
                          <a:pt x="1434" y="1176"/>
                        </a:lnTo>
                        <a:lnTo>
                          <a:pt x="1440" y="1176"/>
                        </a:lnTo>
                        <a:lnTo>
                          <a:pt x="1446" y="1170"/>
                        </a:lnTo>
                        <a:lnTo>
                          <a:pt x="1446" y="1158"/>
                        </a:lnTo>
                        <a:lnTo>
                          <a:pt x="1452" y="1152"/>
                        </a:lnTo>
                        <a:lnTo>
                          <a:pt x="1452" y="1140"/>
                        </a:lnTo>
                        <a:lnTo>
                          <a:pt x="1458" y="1110"/>
                        </a:lnTo>
                        <a:lnTo>
                          <a:pt x="1440" y="1068"/>
                        </a:lnTo>
                        <a:lnTo>
                          <a:pt x="1440" y="1038"/>
                        </a:lnTo>
                        <a:lnTo>
                          <a:pt x="1410" y="1014"/>
                        </a:lnTo>
                        <a:lnTo>
                          <a:pt x="1398" y="984"/>
                        </a:lnTo>
                        <a:lnTo>
                          <a:pt x="1404" y="972"/>
                        </a:lnTo>
                        <a:lnTo>
                          <a:pt x="1410" y="966"/>
                        </a:lnTo>
                        <a:lnTo>
                          <a:pt x="1416" y="948"/>
                        </a:lnTo>
                        <a:lnTo>
                          <a:pt x="1416" y="942"/>
                        </a:lnTo>
                        <a:lnTo>
                          <a:pt x="1410" y="936"/>
                        </a:lnTo>
                        <a:lnTo>
                          <a:pt x="1398" y="930"/>
                        </a:lnTo>
                        <a:lnTo>
                          <a:pt x="1380" y="930"/>
                        </a:lnTo>
                        <a:lnTo>
                          <a:pt x="1368" y="924"/>
                        </a:lnTo>
                        <a:lnTo>
                          <a:pt x="1356" y="912"/>
                        </a:lnTo>
                        <a:lnTo>
                          <a:pt x="1368" y="900"/>
                        </a:lnTo>
                        <a:lnTo>
                          <a:pt x="1374" y="900"/>
                        </a:lnTo>
                        <a:lnTo>
                          <a:pt x="1374" y="870"/>
                        </a:lnTo>
                        <a:lnTo>
                          <a:pt x="1410" y="870"/>
                        </a:lnTo>
                        <a:lnTo>
                          <a:pt x="1410" y="858"/>
                        </a:lnTo>
                        <a:lnTo>
                          <a:pt x="1380" y="840"/>
                        </a:lnTo>
                        <a:lnTo>
                          <a:pt x="1374" y="840"/>
                        </a:lnTo>
                        <a:lnTo>
                          <a:pt x="1362" y="828"/>
                        </a:lnTo>
                        <a:lnTo>
                          <a:pt x="1350" y="822"/>
                        </a:lnTo>
                        <a:lnTo>
                          <a:pt x="1344" y="810"/>
                        </a:lnTo>
                        <a:lnTo>
                          <a:pt x="1344" y="804"/>
                        </a:lnTo>
                        <a:lnTo>
                          <a:pt x="1350" y="792"/>
                        </a:lnTo>
                        <a:lnTo>
                          <a:pt x="1362" y="780"/>
                        </a:lnTo>
                        <a:lnTo>
                          <a:pt x="1350" y="762"/>
                        </a:lnTo>
                        <a:lnTo>
                          <a:pt x="1368" y="762"/>
                        </a:lnTo>
                        <a:lnTo>
                          <a:pt x="1392" y="774"/>
                        </a:lnTo>
                        <a:lnTo>
                          <a:pt x="1386" y="768"/>
                        </a:lnTo>
                        <a:lnTo>
                          <a:pt x="1404" y="762"/>
                        </a:lnTo>
                        <a:lnTo>
                          <a:pt x="1410" y="774"/>
                        </a:lnTo>
                        <a:lnTo>
                          <a:pt x="1410" y="780"/>
                        </a:lnTo>
                        <a:lnTo>
                          <a:pt x="1416" y="792"/>
                        </a:lnTo>
                        <a:lnTo>
                          <a:pt x="1422" y="798"/>
                        </a:lnTo>
                        <a:lnTo>
                          <a:pt x="1434" y="798"/>
                        </a:lnTo>
                        <a:lnTo>
                          <a:pt x="1440" y="804"/>
                        </a:lnTo>
                        <a:lnTo>
                          <a:pt x="1446" y="786"/>
                        </a:lnTo>
                        <a:lnTo>
                          <a:pt x="1452" y="792"/>
                        </a:lnTo>
                        <a:lnTo>
                          <a:pt x="1458" y="792"/>
                        </a:lnTo>
                        <a:lnTo>
                          <a:pt x="1464" y="798"/>
                        </a:lnTo>
                        <a:lnTo>
                          <a:pt x="1464" y="828"/>
                        </a:lnTo>
                        <a:lnTo>
                          <a:pt x="1470" y="828"/>
                        </a:lnTo>
                        <a:lnTo>
                          <a:pt x="1470" y="864"/>
                        </a:lnTo>
                        <a:lnTo>
                          <a:pt x="1476" y="864"/>
                        </a:lnTo>
                        <a:lnTo>
                          <a:pt x="1482" y="870"/>
                        </a:lnTo>
                        <a:lnTo>
                          <a:pt x="1542" y="870"/>
                        </a:lnTo>
                        <a:lnTo>
                          <a:pt x="1554" y="876"/>
                        </a:lnTo>
                        <a:lnTo>
                          <a:pt x="1572" y="876"/>
                        </a:lnTo>
                        <a:lnTo>
                          <a:pt x="1620" y="864"/>
                        </a:lnTo>
                        <a:lnTo>
                          <a:pt x="1626" y="864"/>
                        </a:lnTo>
                        <a:lnTo>
                          <a:pt x="1650" y="888"/>
                        </a:lnTo>
                        <a:lnTo>
                          <a:pt x="1650" y="894"/>
                        </a:lnTo>
                        <a:lnTo>
                          <a:pt x="1644" y="900"/>
                        </a:lnTo>
                        <a:lnTo>
                          <a:pt x="1638" y="900"/>
                        </a:lnTo>
                        <a:lnTo>
                          <a:pt x="1638" y="912"/>
                        </a:lnTo>
                        <a:lnTo>
                          <a:pt x="1632" y="930"/>
                        </a:lnTo>
                        <a:lnTo>
                          <a:pt x="1626" y="942"/>
                        </a:lnTo>
                        <a:lnTo>
                          <a:pt x="1620" y="948"/>
                        </a:lnTo>
                        <a:lnTo>
                          <a:pt x="1614" y="948"/>
                        </a:lnTo>
                        <a:lnTo>
                          <a:pt x="1602" y="954"/>
                        </a:lnTo>
                        <a:lnTo>
                          <a:pt x="1596" y="954"/>
                        </a:lnTo>
                        <a:lnTo>
                          <a:pt x="1584" y="966"/>
                        </a:lnTo>
                        <a:lnTo>
                          <a:pt x="1578" y="978"/>
                        </a:lnTo>
                        <a:lnTo>
                          <a:pt x="1578" y="996"/>
                        </a:lnTo>
                        <a:lnTo>
                          <a:pt x="1584" y="1008"/>
                        </a:lnTo>
                        <a:lnTo>
                          <a:pt x="1602" y="1026"/>
                        </a:lnTo>
                        <a:lnTo>
                          <a:pt x="1608" y="1026"/>
                        </a:lnTo>
                        <a:lnTo>
                          <a:pt x="1626" y="1050"/>
                        </a:lnTo>
                        <a:lnTo>
                          <a:pt x="1632" y="1014"/>
                        </a:lnTo>
                        <a:lnTo>
                          <a:pt x="1632" y="990"/>
                        </a:lnTo>
                        <a:lnTo>
                          <a:pt x="1650" y="990"/>
                        </a:lnTo>
                        <a:lnTo>
                          <a:pt x="1662" y="996"/>
                        </a:lnTo>
                        <a:lnTo>
                          <a:pt x="1668" y="1002"/>
                        </a:lnTo>
                        <a:lnTo>
                          <a:pt x="1668" y="1020"/>
                        </a:lnTo>
                        <a:lnTo>
                          <a:pt x="1674" y="1032"/>
                        </a:lnTo>
                        <a:lnTo>
                          <a:pt x="1674" y="1038"/>
                        </a:lnTo>
                        <a:lnTo>
                          <a:pt x="1680" y="1050"/>
                        </a:lnTo>
                        <a:lnTo>
                          <a:pt x="1680" y="1062"/>
                        </a:lnTo>
                        <a:lnTo>
                          <a:pt x="1686" y="1074"/>
                        </a:lnTo>
                        <a:lnTo>
                          <a:pt x="1692" y="1092"/>
                        </a:lnTo>
                        <a:lnTo>
                          <a:pt x="1698" y="1104"/>
                        </a:lnTo>
                        <a:lnTo>
                          <a:pt x="1704" y="1110"/>
                        </a:lnTo>
                        <a:lnTo>
                          <a:pt x="1704" y="1116"/>
                        </a:lnTo>
                        <a:lnTo>
                          <a:pt x="1722" y="1134"/>
                        </a:lnTo>
                        <a:lnTo>
                          <a:pt x="1722" y="1110"/>
                        </a:lnTo>
                        <a:lnTo>
                          <a:pt x="1728" y="1110"/>
                        </a:lnTo>
                        <a:lnTo>
                          <a:pt x="1734" y="1116"/>
                        </a:lnTo>
                        <a:lnTo>
                          <a:pt x="1746" y="1116"/>
                        </a:lnTo>
                        <a:lnTo>
                          <a:pt x="1746" y="1104"/>
                        </a:lnTo>
                        <a:lnTo>
                          <a:pt x="1728" y="1086"/>
                        </a:lnTo>
                        <a:lnTo>
                          <a:pt x="1728" y="1062"/>
                        </a:lnTo>
                        <a:lnTo>
                          <a:pt x="1722" y="1050"/>
                        </a:lnTo>
                        <a:lnTo>
                          <a:pt x="1740" y="1032"/>
                        </a:lnTo>
                        <a:lnTo>
                          <a:pt x="1746" y="1032"/>
                        </a:lnTo>
                        <a:lnTo>
                          <a:pt x="1740" y="984"/>
                        </a:lnTo>
                        <a:lnTo>
                          <a:pt x="1722" y="966"/>
                        </a:lnTo>
                        <a:lnTo>
                          <a:pt x="1716" y="966"/>
                        </a:lnTo>
                        <a:lnTo>
                          <a:pt x="1770" y="966"/>
                        </a:lnTo>
                        <a:lnTo>
                          <a:pt x="1782" y="972"/>
                        </a:lnTo>
                        <a:lnTo>
                          <a:pt x="1794" y="972"/>
                        </a:lnTo>
                        <a:lnTo>
                          <a:pt x="1794" y="936"/>
                        </a:lnTo>
                        <a:lnTo>
                          <a:pt x="1812" y="882"/>
                        </a:lnTo>
                        <a:lnTo>
                          <a:pt x="1806" y="876"/>
                        </a:lnTo>
                        <a:lnTo>
                          <a:pt x="1800" y="864"/>
                        </a:lnTo>
                        <a:lnTo>
                          <a:pt x="1800" y="846"/>
                        </a:lnTo>
                        <a:lnTo>
                          <a:pt x="1812" y="840"/>
                        </a:lnTo>
                        <a:lnTo>
                          <a:pt x="1818" y="834"/>
                        </a:lnTo>
                        <a:lnTo>
                          <a:pt x="1836" y="804"/>
                        </a:lnTo>
                        <a:lnTo>
                          <a:pt x="1836" y="792"/>
                        </a:lnTo>
                        <a:lnTo>
                          <a:pt x="1830" y="786"/>
                        </a:lnTo>
                        <a:lnTo>
                          <a:pt x="1830" y="780"/>
                        </a:lnTo>
                        <a:lnTo>
                          <a:pt x="1824" y="774"/>
                        </a:lnTo>
                        <a:lnTo>
                          <a:pt x="1824" y="750"/>
                        </a:lnTo>
                        <a:lnTo>
                          <a:pt x="1830" y="750"/>
                        </a:lnTo>
                        <a:lnTo>
                          <a:pt x="1836" y="744"/>
                        </a:lnTo>
                        <a:lnTo>
                          <a:pt x="1848" y="744"/>
                        </a:lnTo>
                        <a:lnTo>
                          <a:pt x="1860" y="738"/>
                        </a:lnTo>
                        <a:lnTo>
                          <a:pt x="1872" y="726"/>
                        </a:lnTo>
                        <a:lnTo>
                          <a:pt x="1872" y="708"/>
                        </a:lnTo>
                        <a:lnTo>
                          <a:pt x="1878" y="708"/>
                        </a:lnTo>
                        <a:lnTo>
                          <a:pt x="1890" y="702"/>
                        </a:lnTo>
                        <a:lnTo>
                          <a:pt x="1926" y="702"/>
                        </a:lnTo>
                        <a:lnTo>
                          <a:pt x="1932" y="708"/>
                        </a:lnTo>
                        <a:lnTo>
                          <a:pt x="1950" y="708"/>
                        </a:lnTo>
                        <a:lnTo>
                          <a:pt x="1950" y="702"/>
                        </a:lnTo>
                        <a:lnTo>
                          <a:pt x="1944" y="696"/>
                        </a:lnTo>
                        <a:lnTo>
                          <a:pt x="1932" y="690"/>
                        </a:lnTo>
                        <a:lnTo>
                          <a:pt x="1926" y="684"/>
                        </a:lnTo>
                        <a:lnTo>
                          <a:pt x="1920" y="67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619" name="Bhutan" descr="© INSCALE GmbH, 05.05.2010&#10;http://www.presentationload.com/">
                    <a:extLst>
                      <a:ext uri="{FF2B5EF4-FFF2-40B4-BE49-F238E27FC236}">
                        <a16:creationId xmlns:a16="http://schemas.microsoft.com/office/drawing/2014/main" id="{D8537A3E-87AD-05C6-5685-B156353FF19F}"/>
                      </a:ext>
                    </a:extLst>
                  </p:cNvPr>
                  <p:cNvSpPr>
                    <a:spLocks/>
                  </p:cNvSpPr>
                  <p:nvPr/>
                </p:nvSpPr>
                <p:spPr bwMode="gray">
                  <a:xfrm>
                    <a:off x="4212" y="1989"/>
                    <a:ext cx="59" cy="34"/>
                  </a:xfrm>
                  <a:custGeom>
                    <a:avLst/>
                    <a:gdLst>
                      <a:gd name="T0" fmla="*/ 2147483647 w 234"/>
                      <a:gd name="T1" fmla="*/ 2147483647 h 132"/>
                      <a:gd name="T2" fmla="*/ 2147483647 w 234"/>
                      <a:gd name="T3" fmla="*/ 2147483647 h 132"/>
                      <a:gd name="T4" fmla="*/ 2147483647 w 234"/>
                      <a:gd name="T5" fmla="*/ 2147483647 h 132"/>
                      <a:gd name="T6" fmla="*/ 2147483647 w 234"/>
                      <a:gd name="T7" fmla="*/ 2147483647 h 132"/>
                      <a:gd name="T8" fmla="*/ 2147483647 w 234"/>
                      <a:gd name="T9" fmla="*/ 2147483647 h 132"/>
                      <a:gd name="T10" fmla="*/ 2147483647 w 234"/>
                      <a:gd name="T11" fmla="*/ 2147483647 h 132"/>
                      <a:gd name="T12" fmla="*/ 2147483647 w 234"/>
                      <a:gd name="T13" fmla="*/ 2147483647 h 132"/>
                      <a:gd name="T14" fmla="*/ 2147483647 w 234"/>
                      <a:gd name="T15" fmla="*/ 2147483647 h 132"/>
                      <a:gd name="T16" fmla="*/ 2147483647 w 234"/>
                      <a:gd name="T17" fmla="*/ 2147483647 h 132"/>
                      <a:gd name="T18" fmla="*/ 2147483647 w 234"/>
                      <a:gd name="T19" fmla="*/ 2147483647 h 132"/>
                      <a:gd name="T20" fmla="*/ 2147483647 w 234"/>
                      <a:gd name="T21" fmla="*/ 2147483647 h 132"/>
                      <a:gd name="T22" fmla="*/ 2147483647 w 234"/>
                      <a:gd name="T23" fmla="*/ 2147483647 h 132"/>
                      <a:gd name="T24" fmla="*/ 2147483647 w 234"/>
                      <a:gd name="T25" fmla="*/ 2147483647 h 132"/>
                      <a:gd name="T26" fmla="*/ 2147483647 w 234"/>
                      <a:gd name="T27" fmla="*/ 2147483647 h 132"/>
                      <a:gd name="T28" fmla="*/ 2147483647 w 234"/>
                      <a:gd name="T29" fmla="*/ 2147483647 h 132"/>
                      <a:gd name="T30" fmla="*/ 2147483647 w 234"/>
                      <a:gd name="T31" fmla="*/ 2147483647 h 132"/>
                      <a:gd name="T32" fmla="*/ 2147483647 w 234"/>
                      <a:gd name="T33" fmla="*/ 2147483647 h 132"/>
                      <a:gd name="T34" fmla="*/ 2147483647 w 234"/>
                      <a:gd name="T35" fmla="*/ 2147483647 h 132"/>
                      <a:gd name="T36" fmla="*/ 2147483647 w 234"/>
                      <a:gd name="T37" fmla="*/ 2147483647 h 132"/>
                      <a:gd name="T38" fmla="*/ 2147483647 w 234"/>
                      <a:gd name="T39" fmla="*/ 2147483647 h 132"/>
                      <a:gd name="T40" fmla="*/ 2147483647 w 234"/>
                      <a:gd name="T41" fmla="*/ 2147483647 h 132"/>
                      <a:gd name="T42" fmla="*/ 2147483647 w 234"/>
                      <a:gd name="T43" fmla="*/ 2147483647 h 132"/>
                      <a:gd name="T44" fmla="*/ 2147483647 w 234"/>
                      <a:gd name="T45" fmla="*/ 2147483647 h 132"/>
                      <a:gd name="T46" fmla="*/ 2147483647 w 234"/>
                      <a:gd name="T47" fmla="*/ 2147483647 h 132"/>
                      <a:gd name="T48" fmla="*/ 2147483647 w 234"/>
                      <a:gd name="T49" fmla="*/ 2147483647 h 132"/>
                      <a:gd name="T50" fmla="*/ 2147483647 w 234"/>
                      <a:gd name="T51" fmla="*/ 2147483647 h 132"/>
                      <a:gd name="T52" fmla="*/ 2147483647 w 234"/>
                      <a:gd name="T53" fmla="*/ 2147483647 h 132"/>
                      <a:gd name="T54" fmla="*/ 2147483647 w 234"/>
                      <a:gd name="T55" fmla="*/ 2147483647 h 132"/>
                      <a:gd name="T56" fmla="*/ 2147483647 w 234"/>
                      <a:gd name="T57" fmla="*/ 2147483647 h 132"/>
                      <a:gd name="T58" fmla="*/ 2147483647 w 234"/>
                      <a:gd name="T59" fmla="*/ 0 h 132"/>
                      <a:gd name="T60" fmla="*/ 2147483647 w 234"/>
                      <a:gd name="T61" fmla="*/ 0 h 132"/>
                      <a:gd name="T62" fmla="*/ 2147483647 w 234"/>
                      <a:gd name="T63" fmla="*/ 2147483647 h 132"/>
                      <a:gd name="T64" fmla="*/ 2147483647 w 234"/>
                      <a:gd name="T65" fmla="*/ 2147483647 h 132"/>
                      <a:gd name="T66" fmla="*/ 2147483647 w 234"/>
                      <a:gd name="T67" fmla="*/ 2147483647 h 132"/>
                      <a:gd name="T68" fmla="*/ 2147483647 w 234"/>
                      <a:gd name="T69" fmla="*/ 2147483647 h 132"/>
                      <a:gd name="T70" fmla="*/ 2147483647 w 234"/>
                      <a:gd name="T71" fmla="*/ 2147483647 h 132"/>
                      <a:gd name="T72" fmla="*/ 2147483647 w 234"/>
                      <a:gd name="T73" fmla="*/ 2147483647 h 132"/>
                      <a:gd name="T74" fmla="*/ 2147483647 w 234"/>
                      <a:gd name="T75" fmla="*/ 2147483647 h 132"/>
                      <a:gd name="T76" fmla="*/ 0 w 234"/>
                      <a:gd name="T77" fmla="*/ 2147483647 h 132"/>
                      <a:gd name="T78" fmla="*/ 0 w 234"/>
                      <a:gd name="T79" fmla="*/ 2147483647 h 132"/>
                      <a:gd name="T80" fmla="*/ 2147483647 w 234"/>
                      <a:gd name="T81" fmla="*/ 2147483647 h 132"/>
                      <a:gd name="T82" fmla="*/ 2147483647 w 234"/>
                      <a:gd name="T83" fmla="*/ 2147483647 h 132"/>
                      <a:gd name="T84" fmla="*/ 2147483647 w 234"/>
                      <a:gd name="T85" fmla="*/ 2147483647 h 132"/>
                      <a:gd name="T86" fmla="*/ 2147483647 w 234"/>
                      <a:gd name="T87" fmla="*/ 2147483647 h 132"/>
                      <a:gd name="T88" fmla="*/ 2147483647 w 234"/>
                      <a:gd name="T89" fmla="*/ 2147483647 h 132"/>
                      <a:gd name="T90" fmla="*/ 2147483647 w 234"/>
                      <a:gd name="T91" fmla="*/ 2147483647 h 132"/>
                      <a:gd name="T92" fmla="*/ 2147483647 w 234"/>
                      <a:gd name="T93" fmla="*/ 2147483647 h 132"/>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w 234"/>
                      <a:gd name="T142" fmla="*/ 0 h 132"/>
                      <a:gd name="T143" fmla="*/ 234 w 234"/>
                      <a:gd name="T144" fmla="*/ 132 h 132"/>
                    </a:gdLst>
                    <a:ahLst/>
                    <a:cxnLst>
                      <a:cxn ang="T94">
                        <a:pos x="T0" y="T1"/>
                      </a:cxn>
                      <a:cxn ang="T95">
                        <a:pos x="T2" y="T3"/>
                      </a:cxn>
                      <a:cxn ang="T96">
                        <a:pos x="T4" y="T5"/>
                      </a:cxn>
                      <a:cxn ang="T97">
                        <a:pos x="T6" y="T7"/>
                      </a:cxn>
                      <a:cxn ang="T98">
                        <a:pos x="T8" y="T9"/>
                      </a:cxn>
                      <a:cxn ang="T99">
                        <a:pos x="T10" y="T11"/>
                      </a:cxn>
                      <a:cxn ang="T100">
                        <a:pos x="T12" y="T13"/>
                      </a:cxn>
                      <a:cxn ang="T101">
                        <a:pos x="T14" y="T15"/>
                      </a:cxn>
                      <a:cxn ang="T102">
                        <a:pos x="T16" y="T17"/>
                      </a:cxn>
                      <a:cxn ang="T103">
                        <a:pos x="T18" y="T19"/>
                      </a:cxn>
                      <a:cxn ang="T104">
                        <a:pos x="T20" y="T21"/>
                      </a:cxn>
                      <a:cxn ang="T105">
                        <a:pos x="T22" y="T23"/>
                      </a:cxn>
                      <a:cxn ang="T106">
                        <a:pos x="T24" y="T25"/>
                      </a:cxn>
                      <a:cxn ang="T107">
                        <a:pos x="T26" y="T27"/>
                      </a:cxn>
                      <a:cxn ang="T108">
                        <a:pos x="T28" y="T29"/>
                      </a:cxn>
                      <a:cxn ang="T109">
                        <a:pos x="T30" y="T31"/>
                      </a:cxn>
                      <a:cxn ang="T110">
                        <a:pos x="T32" y="T33"/>
                      </a:cxn>
                      <a:cxn ang="T111">
                        <a:pos x="T34" y="T35"/>
                      </a:cxn>
                      <a:cxn ang="T112">
                        <a:pos x="T36" y="T37"/>
                      </a:cxn>
                      <a:cxn ang="T113">
                        <a:pos x="T38" y="T39"/>
                      </a:cxn>
                      <a:cxn ang="T114">
                        <a:pos x="T40" y="T41"/>
                      </a:cxn>
                      <a:cxn ang="T115">
                        <a:pos x="T42" y="T43"/>
                      </a:cxn>
                      <a:cxn ang="T116">
                        <a:pos x="T44" y="T45"/>
                      </a:cxn>
                      <a:cxn ang="T117">
                        <a:pos x="T46" y="T47"/>
                      </a:cxn>
                      <a:cxn ang="T118">
                        <a:pos x="T48" y="T49"/>
                      </a:cxn>
                      <a:cxn ang="T119">
                        <a:pos x="T50" y="T51"/>
                      </a:cxn>
                      <a:cxn ang="T120">
                        <a:pos x="T52" y="T53"/>
                      </a:cxn>
                      <a:cxn ang="T121">
                        <a:pos x="T54" y="T55"/>
                      </a:cxn>
                      <a:cxn ang="T122">
                        <a:pos x="T56" y="T57"/>
                      </a:cxn>
                      <a:cxn ang="T123">
                        <a:pos x="T58" y="T59"/>
                      </a:cxn>
                      <a:cxn ang="T124">
                        <a:pos x="T60" y="T61"/>
                      </a:cxn>
                      <a:cxn ang="T125">
                        <a:pos x="T62" y="T63"/>
                      </a:cxn>
                      <a:cxn ang="T126">
                        <a:pos x="T64" y="T65"/>
                      </a:cxn>
                      <a:cxn ang="T127">
                        <a:pos x="T66" y="T67"/>
                      </a:cxn>
                      <a:cxn ang="T128">
                        <a:pos x="T68" y="T69"/>
                      </a:cxn>
                      <a:cxn ang="T129">
                        <a:pos x="T70" y="T71"/>
                      </a:cxn>
                      <a:cxn ang="T130">
                        <a:pos x="T72" y="T73"/>
                      </a:cxn>
                      <a:cxn ang="T131">
                        <a:pos x="T74" y="T75"/>
                      </a:cxn>
                      <a:cxn ang="T132">
                        <a:pos x="T76" y="T77"/>
                      </a:cxn>
                      <a:cxn ang="T133">
                        <a:pos x="T78" y="T79"/>
                      </a:cxn>
                      <a:cxn ang="T134">
                        <a:pos x="T80" y="T81"/>
                      </a:cxn>
                      <a:cxn ang="T135">
                        <a:pos x="T82" y="T83"/>
                      </a:cxn>
                      <a:cxn ang="T136">
                        <a:pos x="T84" y="T85"/>
                      </a:cxn>
                      <a:cxn ang="T137">
                        <a:pos x="T86" y="T87"/>
                      </a:cxn>
                      <a:cxn ang="T138">
                        <a:pos x="T88" y="T89"/>
                      </a:cxn>
                      <a:cxn ang="T139">
                        <a:pos x="T90" y="T91"/>
                      </a:cxn>
                      <a:cxn ang="T140">
                        <a:pos x="T92" y="T93"/>
                      </a:cxn>
                    </a:cxnLst>
                    <a:rect l="T141" t="T142" r="T143" b="T144"/>
                    <a:pathLst>
                      <a:path w="234" h="132">
                        <a:moveTo>
                          <a:pt x="78" y="132"/>
                        </a:moveTo>
                        <a:lnTo>
                          <a:pt x="90" y="132"/>
                        </a:lnTo>
                        <a:lnTo>
                          <a:pt x="102" y="126"/>
                        </a:lnTo>
                        <a:lnTo>
                          <a:pt x="108" y="120"/>
                        </a:lnTo>
                        <a:lnTo>
                          <a:pt x="126" y="120"/>
                        </a:lnTo>
                        <a:lnTo>
                          <a:pt x="138" y="126"/>
                        </a:lnTo>
                        <a:lnTo>
                          <a:pt x="168" y="126"/>
                        </a:lnTo>
                        <a:lnTo>
                          <a:pt x="180" y="120"/>
                        </a:lnTo>
                        <a:lnTo>
                          <a:pt x="192" y="120"/>
                        </a:lnTo>
                        <a:lnTo>
                          <a:pt x="198" y="126"/>
                        </a:lnTo>
                        <a:lnTo>
                          <a:pt x="210" y="126"/>
                        </a:lnTo>
                        <a:lnTo>
                          <a:pt x="234" y="114"/>
                        </a:lnTo>
                        <a:lnTo>
                          <a:pt x="234" y="108"/>
                        </a:lnTo>
                        <a:lnTo>
                          <a:pt x="222" y="96"/>
                        </a:lnTo>
                        <a:lnTo>
                          <a:pt x="222" y="72"/>
                        </a:lnTo>
                        <a:lnTo>
                          <a:pt x="198" y="72"/>
                        </a:lnTo>
                        <a:lnTo>
                          <a:pt x="192" y="66"/>
                        </a:lnTo>
                        <a:lnTo>
                          <a:pt x="192" y="42"/>
                        </a:lnTo>
                        <a:lnTo>
                          <a:pt x="186" y="30"/>
                        </a:lnTo>
                        <a:lnTo>
                          <a:pt x="174" y="18"/>
                        </a:lnTo>
                        <a:lnTo>
                          <a:pt x="162" y="12"/>
                        </a:lnTo>
                        <a:lnTo>
                          <a:pt x="150" y="12"/>
                        </a:lnTo>
                        <a:lnTo>
                          <a:pt x="138" y="18"/>
                        </a:lnTo>
                        <a:lnTo>
                          <a:pt x="126" y="18"/>
                        </a:lnTo>
                        <a:lnTo>
                          <a:pt x="114" y="24"/>
                        </a:lnTo>
                        <a:lnTo>
                          <a:pt x="108" y="30"/>
                        </a:lnTo>
                        <a:lnTo>
                          <a:pt x="102" y="30"/>
                        </a:lnTo>
                        <a:lnTo>
                          <a:pt x="102" y="6"/>
                        </a:lnTo>
                        <a:lnTo>
                          <a:pt x="78" y="6"/>
                        </a:lnTo>
                        <a:lnTo>
                          <a:pt x="66" y="0"/>
                        </a:lnTo>
                        <a:lnTo>
                          <a:pt x="54" y="0"/>
                        </a:lnTo>
                        <a:lnTo>
                          <a:pt x="48" y="12"/>
                        </a:lnTo>
                        <a:lnTo>
                          <a:pt x="36" y="24"/>
                        </a:lnTo>
                        <a:lnTo>
                          <a:pt x="30" y="36"/>
                        </a:lnTo>
                        <a:lnTo>
                          <a:pt x="18" y="54"/>
                        </a:lnTo>
                        <a:lnTo>
                          <a:pt x="12" y="66"/>
                        </a:lnTo>
                        <a:lnTo>
                          <a:pt x="6" y="72"/>
                        </a:lnTo>
                        <a:lnTo>
                          <a:pt x="6" y="78"/>
                        </a:lnTo>
                        <a:lnTo>
                          <a:pt x="0" y="78"/>
                        </a:lnTo>
                        <a:lnTo>
                          <a:pt x="0" y="90"/>
                        </a:lnTo>
                        <a:lnTo>
                          <a:pt x="18" y="108"/>
                        </a:lnTo>
                        <a:lnTo>
                          <a:pt x="42" y="120"/>
                        </a:lnTo>
                        <a:lnTo>
                          <a:pt x="54" y="120"/>
                        </a:lnTo>
                        <a:lnTo>
                          <a:pt x="54" y="114"/>
                        </a:lnTo>
                        <a:lnTo>
                          <a:pt x="54" y="120"/>
                        </a:lnTo>
                        <a:lnTo>
                          <a:pt x="66" y="132"/>
                        </a:lnTo>
                        <a:lnTo>
                          <a:pt x="78" y="132"/>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620" name="Bangladesh" descr="© INSCALE GmbH, 05.05.2010&#10;http://www.presentationload.com/">
                    <a:extLst>
                      <a:ext uri="{FF2B5EF4-FFF2-40B4-BE49-F238E27FC236}">
                        <a16:creationId xmlns:a16="http://schemas.microsoft.com/office/drawing/2014/main" id="{C5C77EC6-6576-D963-EA36-8A0AEAD0D785}"/>
                      </a:ext>
                    </a:extLst>
                  </p:cNvPr>
                  <p:cNvSpPr>
                    <a:spLocks/>
                  </p:cNvSpPr>
                  <p:nvPr/>
                </p:nvSpPr>
                <p:spPr bwMode="gray">
                  <a:xfrm>
                    <a:off x="4204" y="2026"/>
                    <a:ext cx="95" cy="108"/>
                  </a:xfrm>
                  <a:custGeom>
                    <a:avLst/>
                    <a:gdLst>
                      <a:gd name="T0" fmla="*/ 2147483647 w 372"/>
                      <a:gd name="T1" fmla="*/ 2147483647 h 426"/>
                      <a:gd name="T2" fmla="*/ 2147483647 w 372"/>
                      <a:gd name="T3" fmla="*/ 2147483647 h 426"/>
                      <a:gd name="T4" fmla="*/ 2147483647 w 372"/>
                      <a:gd name="T5" fmla="*/ 2147483647 h 426"/>
                      <a:gd name="T6" fmla="*/ 2147483647 w 372"/>
                      <a:gd name="T7" fmla="*/ 2147483647 h 426"/>
                      <a:gd name="T8" fmla="*/ 2147483647 w 372"/>
                      <a:gd name="T9" fmla="*/ 2147483647 h 426"/>
                      <a:gd name="T10" fmla="*/ 2147483647 w 372"/>
                      <a:gd name="T11" fmla="*/ 2147483647 h 426"/>
                      <a:gd name="T12" fmla="*/ 2147483647 w 372"/>
                      <a:gd name="T13" fmla="*/ 2147483647 h 426"/>
                      <a:gd name="T14" fmla="*/ 2147483647 w 372"/>
                      <a:gd name="T15" fmla="*/ 2147483647 h 426"/>
                      <a:gd name="T16" fmla="*/ 2147483647 w 372"/>
                      <a:gd name="T17" fmla="*/ 2147483647 h 426"/>
                      <a:gd name="T18" fmla="*/ 2147483647 w 372"/>
                      <a:gd name="T19" fmla="*/ 2147483647 h 426"/>
                      <a:gd name="T20" fmla="*/ 2147483647 w 372"/>
                      <a:gd name="T21" fmla="*/ 2147483647 h 426"/>
                      <a:gd name="T22" fmla="*/ 2147483647 w 372"/>
                      <a:gd name="T23" fmla="*/ 2147483647 h 426"/>
                      <a:gd name="T24" fmla="*/ 2147483647 w 372"/>
                      <a:gd name="T25" fmla="*/ 2147483647 h 426"/>
                      <a:gd name="T26" fmla="*/ 2147483647 w 372"/>
                      <a:gd name="T27" fmla="*/ 2147483647 h 426"/>
                      <a:gd name="T28" fmla="*/ 2147483647 w 372"/>
                      <a:gd name="T29" fmla="*/ 2147483647 h 426"/>
                      <a:gd name="T30" fmla="*/ 2147483647 w 372"/>
                      <a:gd name="T31" fmla="*/ 2147483647 h 426"/>
                      <a:gd name="T32" fmla="*/ 2147483647 w 372"/>
                      <a:gd name="T33" fmla="*/ 2147483647 h 426"/>
                      <a:gd name="T34" fmla="*/ 2147483647 w 372"/>
                      <a:gd name="T35" fmla="*/ 2147483647 h 426"/>
                      <a:gd name="T36" fmla="*/ 2147483647 w 372"/>
                      <a:gd name="T37" fmla="*/ 2147483647 h 426"/>
                      <a:gd name="T38" fmla="*/ 2147483647 w 372"/>
                      <a:gd name="T39" fmla="*/ 2147483647 h 426"/>
                      <a:gd name="T40" fmla="*/ 2147483647 w 372"/>
                      <a:gd name="T41" fmla="*/ 2147483647 h 426"/>
                      <a:gd name="T42" fmla="*/ 2147483647 w 372"/>
                      <a:gd name="T43" fmla="*/ 2147483647 h 426"/>
                      <a:gd name="T44" fmla="*/ 2147483647 w 372"/>
                      <a:gd name="T45" fmla="*/ 2147483647 h 426"/>
                      <a:gd name="T46" fmla="*/ 2147483647 w 372"/>
                      <a:gd name="T47" fmla="*/ 2147483647 h 426"/>
                      <a:gd name="T48" fmla="*/ 2147483647 w 372"/>
                      <a:gd name="T49" fmla="*/ 2147483647 h 426"/>
                      <a:gd name="T50" fmla="*/ 2147483647 w 372"/>
                      <a:gd name="T51" fmla="*/ 2147483647 h 426"/>
                      <a:gd name="T52" fmla="*/ 2147483647 w 372"/>
                      <a:gd name="T53" fmla="*/ 2147483647 h 426"/>
                      <a:gd name="T54" fmla="*/ 2147483647 w 372"/>
                      <a:gd name="T55" fmla="*/ 2147483647 h 426"/>
                      <a:gd name="T56" fmla="*/ 2147483647 w 372"/>
                      <a:gd name="T57" fmla="*/ 2147483647 h 426"/>
                      <a:gd name="T58" fmla="*/ 2147483647 w 372"/>
                      <a:gd name="T59" fmla="*/ 2147483647 h 426"/>
                      <a:gd name="T60" fmla="*/ 2147483647 w 372"/>
                      <a:gd name="T61" fmla="*/ 2147483647 h 426"/>
                      <a:gd name="T62" fmla="*/ 2147483647 w 372"/>
                      <a:gd name="T63" fmla="*/ 2147483647 h 426"/>
                      <a:gd name="T64" fmla="*/ 2147483647 w 372"/>
                      <a:gd name="T65" fmla="*/ 2147483647 h 426"/>
                      <a:gd name="T66" fmla="*/ 2147483647 w 372"/>
                      <a:gd name="T67" fmla="*/ 2147483647 h 426"/>
                      <a:gd name="T68" fmla="*/ 2147483647 w 372"/>
                      <a:gd name="T69" fmla="*/ 2147483647 h 426"/>
                      <a:gd name="T70" fmla="*/ 2147483647 w 372"/>
                      <a:gd name="T71" fmla="*/ 2147483647 h 426"/>
                      <a:gd name="T72" fmla="*/ 2147483647 w 372"/>
                      <a:gd name="T73" fmla="*/ 2147483647 h 426"/>
                      <a:gd name="T74" fmla="*/ 2147483647 w 372"/>
                      <a:gd name="T75" fmla="*/ 2147483647 h 426"/>
                      <a:gd name="T76" fmla="*/ 2147483647 w 372"/>
                      <a:gd name="T77" fmla="*/ 2147483647 h 426"/>
                      <a:gd name="T78" fmla="*/ 2147483647 w 372"/>
                      <a:gd name="T79" fmla="*/ 2147483647 h 426"/>
                      <a:gd name="T80" fmla="*/ 2147483647 w 372"/>
                      <a:gd name="T81" fmla="*/ 2147483647 h 426"/>
                      <a:gd name="T82" fmla="*/ 2147483647 w 372"/>
                      <a:gd name="T83" fmla="*/ 2147483647 h 426"/>
                      <a:gd name="T84" fmla="*/ 2147483647 w 372"/>
                      <a:gd name="T85" fmla="*/ 0 h 426"/>
                      <a:gd name="T86" fmla="*/ 2147483647 w 372"/>
                      <a:gd name="T87" fmla="*/ 2147483647 h 426"/>
                      <a:gd name="T88" fmla="*/ 0 w 372"/>
                      <a:gd name="T89" fmla="*/ 2147483647 h 426"/>
                      <a:gd name="T90" fmla="*/ 2147483647 w 372"/>
                      <a:gd name="T91" fmla="*/ 2147483647 h 426"/>
                      <a:gd name="T92" fmla="*/ 2147483647 w 372"/>
                      <a:gd name="T93" fmla="*/ 2147483647 h 426"/>
                      <a:gd name="T94" fmla="*/ 2147483647 w 372"/>
                      <a:gd name="T95" fmla="*/ 2147483647 h 426"/>
                      <a:gd name="T96" fmla="*/ 2147483647 w 372"/>
                      <a:gd name="T97" fmla="*/ 2147483647 h 426"/>
                      <a:gd name="T98" fmla="*/ 2147483647 w 372"/>
                      <a:gd name="T99" fmla="*/ 2147483647 h 426"/>
                      <a:gd name="T100" fmla="*/ 2147483647 w 372"/>
                      <a:gd name="T101" fmla="*/ 2147483647 h 426"/>
                      <a:gd name="T102" fmla="*/ 2147483647 w 372"/>
                      <a:gd name="T103" fmla="*/ 2147483647 h 426"/>
                      <a:gd name="T104" fmla="*/ 2147483647 w 372"/>
                      <a:gd name="T105" fmla="*/ 2147483647 h 426"/>
                      <a:gd name="T106" fmla="*/ 2147483647 w 372"/>
                      <a:gd name="T107" fmla="*/ 2147483647 h 426"/>
                      <a:gd name="T108" fmla="*/ 2147483647 w 372"/>
                      <a:gd name="T109" fmla="*/ 2147483647 h 426"/>
                      <a:gd name="T110" fmla="*/ 2147483647 w 372"/>
                      <a:gd name="T111" fmla="*/ 2147483647 h 426"/>
                      <a:gd name="T112" fmla="*/ 2147483647 w 372"/>
                      <a:gd name="T113" fmla="*/ 2147483647 h 426"/>
                      <a:gd name="T114" fmla="*/ 2147483647 w 372"/>
                      <a:gd name="T115" fmla="*/ 2147483647 h 42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w 372"/>
                      <a:gd name="T175" fmla="*/ 0 h 426"/>
                      <a:gd name="T176" fmla="*/ 372 w 372"/>
                      <a:gd name="T177" fmla="*/ 426 h 42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T174" t="T175" r="T176" b="T177"/>
                    <a:pathLst>
                      <a:path w="372" h="426">
                        <a:moveTo>
                          <a:pt x="132" y="414"/>
                        </a:moveTo>
                        <a:lnTo>
                          <a:pt x="138" y="354"/>
                        </a:lnTo>
                        <a:lnTo>
                          <a:pt x="144" y="354"/>
                        </a:lnTo>
                        <a:lnTo>
                          <a:pt x="150" y="360"/>
                        </a:lnTo>
                        <a:lnTo>
                          <a:pt x="162" y="360"/>
                        </a:lnTo>
                        <a:lnTo>
                          <a:pt x="174" y="366"/>
                        </a:lnTo>
                        <a:lnTo>
                          <a:pt x="192" y="372"/>
                        </a:lnTo>
                        <a:lnTo>
                          <a:pt x="216" y="372"/>
                        </a:lnTo>
                        <a:lnTo>
                          <a:pt x="210" y="366"/>
                        </a:lnTo>
                        <a:lnTo>
                          <a:pt x="210" y="348"/>
                        </a:lnTo>
                        <a:lnTo>
                          <a:pt x="204" y="342"/>
                        </a:lnTo>
                        <a:lnTo>
                          <a:pt x="222" y="342"/>
                        </a:lnTo>
                        <a:lnTo>
                          <a:pt x="258" y="360"/>
                        </a:lnTo>
                        <a:lnTo>
                          <a:pt x="270" y="360"/>
                        </a:lnTo>
                        <a:lnTo>
                          <a:pt x="282" y="348"/>
                        </a:lnTo>
                        <a:lnTo>
                          <a:pt x="282" y="336"/>
                        </a:lnTo>
                        <a:lnTo>
                          <a:pt x="270" y="300"/>
                        </a:lnTo>
                        <a:lnTo>
                          <a:pt x="318" y="354"/>
                        </a:lnTo>
                        <a:lnTo>
                          <a:pt x="318" y="360"/>
                        </a:lnTo>
                        <a:lnTo>
                          <a:pt x="312" y="366"/>
                        </a:lnTo>
                        <a:lnTo>
                          <a:pt x="312" y="390"/>
                        </a:lnTo>
                        <a:lnTo>
                          <a:pt x="306" y="402"/>
                        </a:lnTo>
                        <a:lnTo>
                          <a:pt x="306" y="414"/>
                        </a:lnTo>
                        <a:lnTo>
                          <a:pt x="312" y="420"/>
                        </a:lnTo>
                        <a:lnTo>
                          <a:pt x="324" y="420"/>
                        </a:lnTo>
                        <a:lnTo>
                          <a:pt x="330" y="426"/>
                        </a:lnTo>
                        <a:lnTo>
                          <a:pt x="336" y="414"/>
                        </a:lnTo>
                        <a:lnTo>
                          <a:pt x="336" y="408"/>
                        </a:lnTo>
                        <a:lnTo>
                          <a:pt x="372" y="414"/>
                        </a:lnTo>
                        <a:lnTo>
                          <a:pt x="360" y="354"/>
                        </a:lnTo>
                        <a:lnTo>
                          <a:pt x="360" y="348"/>
                        </a:lnTo>
                        <a:lnTo>
                          <a:pt x="354" y="342"/>
                        </a:lnTo>
                        <a:lnTo>
                          <a:pt x="348" y="330"/>
                        </a:lnTo>
                        <a:lnTo>
                          <a:pt x="342" y="312"/>
                        </a:lnTo>
                        <a:lnTo>
                          <a:pt x="336" y="300"/>
                        </a:lnTo>
                        <a:lnTo>
                          <a:pt x="336" y="288"/>
                        </a:lnTo>
                        <a:lnTo>
                          <a:pt x="330" y="276"/>
                        </a:lnTo>
                        <a:lnTo>
                          <a:pt x="330" y="270"/>
                        </a:lnTo>
                        <a:lnTo>
                          <a:pt x="324" y="258"/>
                        </a:lnTo>
                        <a:lnTo>
                          <a:pt x="324" y="240"/>
                        </a:lnTo>
                        <a:lnTo>
                          <a:pt x="318" y="234"/>
                        </a:lnTo>
                        <a:lnTo>
                          <a:pt x="306" y="228"/>
                        </a:lnTo>
                        <a:lnTo>
                          <a:pt x="288" y="228"/>
                        </a:lnTo>
                        <a:lnTo>
                          <a:pt x="288" y="252"/>
                        </a:lnTo>
                        <a:lnTo>
                          <a:pt x="282" y="288"/>
                        </a:lnTo>
                        <a:lnTo>
                          <a:pt x="264" y="264"/>
                        </a:lnTo>
                        <a:lnTo>
                          <a:pt x="258" y="264"/>
                        </a:lnTo>
                        <a:lnTo>
                          <a:pt x="240" y="246"/>
                        </a:lnTo>
                        <a:lnTo>
                          <a:pt x="234" y="234"/>
                        </a:lnTo>
                        <a:lnTo>
                          <a:pt x="234" y="216"/>
                        </a:lnTo>
                        <a:lnTo>
                          <a:pt x="240" y="204"/>
                        </a:lnTo>
                        <a:lnTo>
                          <a:pt x="252" y="192"/>
                        </a:lnTo>
                        <a:lnTo>
                          <a:pt x="258" y="192"/>
                        </a:lnTo>
                        <a:lnTo>
                          <a:pt x="270" y="186"/>
                        </a:lnTo>
                        <a:lnTo>
                          <a:pt x="276" y="186"/>
                        </a:lnTo>
                        <a:lnTo>
                          <a:pt x="282" y="180"/>
                        </a:lnTo>
                        <a:lnTo>
                          <a:pt x="288" y="168"/>
                        </a:lnTo>
                        <a:lnTo>
                          <a:pt x="294" y="150"/>
                        </a:lnTo>
                        <a:lnTo>
                          <a:pt x="294" y="138"/>
                        </a:lnTo>
                        <a:lnTo>
                          <a:pt x="300" y="138"/>
                        </a:lnTo>
                        <a:lnTo>
                          <a:pt x="306" y="132"/>
                        </a:lnTo>
                        <a:lnTo>
                          <a:pt x="306" y="126"/>
                        </a:lnTo>
                        <a:lnTo>
                          <a:pt x="282" y="102"/>
                        </a:lnTo>
                        <a:lnTo>
                          <a:pt x="276" y="102"/>
                        </a:lnTo>
                        <a:lnTo>
                          <a:pt x="228" y="114"/>
                        </a:lnTo>
                        <a:lnTo>
                          <a:pt x="210" y="114"/>
                        </a:lnTo>
                        <a:lnTo>
                          <a:pt x="198" y="108"/>
                        </a:lnTo>
                        <a:lnTo>
                          <a:pt x="138" y="108"/>
                        </a:lnTo>
                        <a:lnTo>
                          <a:pt x="132" y="102"/>
                        </a:lnTo>
                        <a:lnTo>
                          <a:pt x="126" y="102"/>
                        </a:lnTo>
                        <a:lnTo>
                          <a:pt x="126" y="66"/>
                        </a:lnTo>
                        <a:lnTo>
                          <a:pt x="120" y="66"/>
                        </a:lnTo>
                        <a:lnTo>
                          <a:pt x="120" y="36"/>
                        </a:lnTo>
                        <a:lnTo>
                          <a:pt x="114" y="30"/>
                        </a:lnTo>
                        <a:lnTo>
                          <a:pt x="108" y="30"/>
                        </a:lnTo>
                        <a:lnTo>
                          <a:pt x="102" y="24"/>
                        </a:lnTo>
                        <a:lnTo>
                          <a:pt x="96" y="42"/>
                        </a:lnTo>
                        <a:lnTo>
                          <a:pt x="90" y="36"/>
                        </a:lnTo>
                        <a:lnTo>
                          <a:pt x="78" y="36"/>
                        </a:lnTo>
                        <a:lnTo>
                          <a:pt x="72" y="30"/>
                        </a:lnTo>
                        <a:lnTo>
                          <a:pt x="66" y="18"/>
                        </a:lnTo>
                        <a:lnTo>
                          <a:pt x="66" y="12"/>
                        </a:lnTo>
                        <a:lnTo>
                          <a:pt x="60" y="0"/>
                        </a:lnTo>
                        <a:lnTo>
                          <a:pt x="42" y="6"/>
                        </a:lnTo>
                        <a:lnTo>
                          <a:pt x="48" y="12"/>
                        </a:lnTo>
                        <a:lnTo>
                          <a:pt x="24" y="0"/>
                        </a:lnTo>
                        <a:lnTo>
                          <a:pt x="6" y="0"/>
                        </a:lnTo>
                        <a:lnTo>
                          <a:pt x="18" y="18"/>
                        </a:lnTo>
                        <a:lnTo>
                          <a:pt x="6" y="30"/>
                        </a:lnTo>
                        <a:lnTo>
                          <a:pt x="0" y="42"/>
                        </a:lnTo>
                        <a:lnTo>
                          <a:pt x="0" y="48"/>
                        </a:lnTo>
                        <a:lnTo>
                          <a:pt x="6" y="60"/>
                        </a:lnTo>
                        <a:lnTo>
                          <a:pt x="18" y="66"/>
                        </a:lnTo>
                        <a:lnTo>
                          <a:pt x="30" y="78"/>
                        </a:lnTo>
                        <a:lnTo>
                          <a:pt x="36" y="78"/>
                        </a:lnTo>
                        <a:lnTo>
                          <a:pt x="66" y="96"/>
                        </a:lnTo>
                        <a:lnTo>
                          <a:pt x="66" y="108"/>
                        </a:lnTo>
                        <a:lnTo>
                          <a:pt x="30" y="108"/>
                        </a:lnTo>
                        <a:lnTo>
                          <a:pt x="30" y="138"/>
                        </a:lnTo>
                        <a:lnTo>
                          <a:pt x="24" y="138"/>
                        </a:lnTo>
                        <a:lnTo>
                          <a:pt x="12" y="150"/>
                        </a:lnTo>
                        <a:lnTo>
                          <a:pt x="24" y="162"/>
                        </a:lnTo>
                        <a:lnTo>
                          <a:pt x="36" y="168"/>
                        </a:lnTo>
                        <a:lnTo>
                          <a:pt x="54" y="168"/>
                        </a:lnTo>
                        <a:lnTo>
                          <a:pt x="66" y="174"/>
                        </a:lnTo>
                        <a:lnTo>
                          <a:pt x="72" y="180"/>
                        </a:lnTo>
                        <a:lnTo>
                          <a:pt x="72" y="186"/>
                        </a:lnTo>
                        <a:lnTo>
                          <a:pt x="66" y="204"/>
                        </a:lnTo>
                        <a:lnTo>
                          <a:pt x="60" y="210"/>
                        </a:lnTo>
                        <a:lnTo>
                          <a:pt x="54" y="222"/>
                        </a:lnTo>
                        <a:lnTo>
                          <a:pt x="66" y="252"/>
                        </a:lnTo>
                        <a:lnTo>
                          <a:pt x="96" y="276"/>
                        </a:lnTo>
                        <a:lnTo>
                          <a:pt x="96" y="306"/>
                        </a:lnTo>
                        <a:lnTo>
                          <a:pt x="114" y="348"/>
                        </a:lnTo>
                        <a:lnTo>
                          <a:pt x="108" y="378"/>
                        </a:lnTo>
                        <a:lnTo>
                          <a:pt x="132" y="414"/>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621" name="Afghanistan" descr="© INSCALE GmbH, 05.05.2010&#10;http://www.presentationload.com/">
                    <a:extLst>
                      <a:ext uri="{FF2B5EF4-FFF2-40B4-BE49-F238E27FC236}">
                        <a16:creationId xmlns:a16="http://schemas.microsoft.com/office/drawing/2014/main" id="{CF649852-A862-6E92-C3B2-C70D14588E5F}"/>
                      </a:ext>
                    </a:extLst>
                  </p:cNvPr>
                  <p:cNvSpPr>
                    <a:spLocks/>
                  </p:cNvSpPr>
                  <p:nvPr/>
                </p:nvSpPr>
                <p:spPr bwMode="gray">
                  <a:xfrm>
                    <a:off x="3696" y="1781"/>
                    <a:ext cx="230" cy="188"/>
                  </a:xfrm>
                  <a:custGeom>
                    <a:avLst/>
                    <a:gdLst>
                      <a:gd name="T0" fmla="*/ 2147483647 w 906"/>
                      <a:gd name="T1" fmla="*/ 2147483647 h 738"/>
                      <a:gd name="T2" fmla="*/ 2147483647 w 906"/>
                      <a:gd name="T3" fmla="*/ 2147483647 h 738"/>
                      <a:gd name="T4" fmla="*/ 2147483647 w 906"/>
                      <a:gd name="T5" fmla="*/ 2147483647 h 738"/>
                      <a:gd name="T6" fmla="*/ 2147483647 w 906"/>
                      <a:gd name="T7" fmla="*/ 2147483647 h 738"/>
                      <a:gd name="T8" fmla="*/ 2147483647 w 906"/>
                      <a:gd name="T9" fmla="*/ 2147483647 h 738"/>
                      <a:gd name="T10" fmla="*/ 2147483647 w 906"/>
                      <a:gd name="T11" fmla="*/ 0 h 738"/>
                      <a:gd name="T12" fmla="*/ 2147483647 w 906"/>
                      <a:gd name="T13" fmla="*/ 2147483647 h 738"/>
                      <a:gd name="T14" fmla="*/ 2147483647 w 906"/>
                      <a:gd name="T15" fmla="*/ 2147483647 h 738"/>
                      <a:gd name="T16" fmla="*/ 2147483647 w 906"/>
                      <a:gd name="T17" fmla="*/ 2147483647 h 738"/>
                      <a:gd name="T18" fmla="*/ 2147483647 w 906"/>
                      <a:gd name="T19" fmla="*/ 2147483647 h 738"/>
                      <a:gd name="T20" fmla="*/ 2147483647 w 906"/>
                      <a:gd name="T21" fmla="*/ 2147483647 h 738"/>
                      <a:gd name="T22" fmla="*/ 2147483647 w 906"/>
                      <a:gd name="T23" fmla="*/ 2147483647 h 738"/>
                      <a:gd name="T24" fmla="*/ 2147483647 w 906"/>
                      <a:gd name="T25" fmla="*/ 2147483647 h 738"/>
                      <a:gd name="T26" fmla="*/ 2147483647 w 906"/>
                      <a:gd name="T27" fmla="*/ 2147483647 h 738"/>
                      <a:gd name="T28" fmla="*/ 2147483647 w 906"/>
                      <a:gd name="T29" fmla="*/ 2147483647 h 738"/>
                      <a:gd name="T30" fmla="*/ 2147483647 w 906"/>
                      <a:gd name="T31" fmla="*/ 2147483647 h 738"/>
                      <a:gd name="T32" fmla="*/ 2147483647 w 906"/>
                      <a:gd name="T33" fmla="*/ 2147483647 h 738"/>
                      <a:gd name="T34" fmla="*/ 2147483647 w 906"/>
                      <a:gd name="T35" fmla="*/ 2147483647 h 738"/>
                      <a:gd name="T36" fmla="*/ 2147483647 w 906"/>
                      <a:gd name="T37" fmla="*/ 2147483647 h 738"/>
                      <a:gd name="T38" fmla="*/ 2147483647 w 906"/>
                      <a:gd name="T39" fmla="*/ 2147483647 h 738"/>
                      <a:gd name="T40" fmla="*/ 2147483647 w 906"/>
                      <a:gd name="T41" fmla="*/ 2147483647 h 738"/>
                      <a:gd name="T42" fmla="*/ 2147483647 w 906"/>
                      <a:gd name="T43" fmla="*/ 2147483647 h 738"/>
                      <a:gd name="T44" fmla="*/ 2147483647 w 906"/>
                      <a:gd name="T45" fmla="*/ 2147483647 h 738"/>
                      <a:gd name="T46" fmla="*/ 0 w 906"/>
                      <a:gd name="T47" fmla="*/ 2147483647 h 738"/>
                      <a:gd name="T48" fmla="*/ 2147483647 w 906"/>
                      <a:gd name="T49" fmla="*/ 2147483647 h 738"/>
                      <a:gd name="T50" fmla="*/ 2147483647 w 906"/>
                      <a:gd name="T51" fmla="*/ 2147483647 h 738"/>
                      <a:gd name="T52" fmla="*/ 2147483647 w 906"/>
                      <a:gd name="T53" fmla="*/ 2147483647 h 738"/>
                      <a:gd name="T54" fmla="*/ 2147483647 w 906"/>
                      <a:gd name="T55" fmla="*/ 2147483647 h 738"/>
                      <a:gd name="T56" fmla="*/ 2147483647 w 906"/>
                      <a:gd name="T57" fmla="*/ 2147483647 h 738"/>
                      <a:gd name="T58" fmla="*/ 2147483647 w 906"/>
                      <a:gd name="T59" fmla="*/ 2147483647 h 738"/>
                      <a:gd name="T60" fmla="*/ 2147483647 w 906"/>
                      <a:gd name="T61" fmla="*/ 2147483647 h 738"/>
                      <a:gd name="T62" fmla="*/ 2147483647 w 906"/>
                      <a:gd name="T63" fmla="*/ 2147483647 h 738"/>
                      <a:gd name="T64" fmla="*/ 2147483647 w 906"/>
                      <a:gd name="T65" fmla="*/ 2147483647 h 738"/>
                      <a:gd name="T66" fmla="*/ 2147483647 w 906"/>
                      <a:gd name="T67" fmla="*/ 2147483647 h 738"/>
                      <a:gd name="T68" fmla="*/ 2147483647 w 906"/>
                      <a:gd name="T69" fmla="*/ 2147483647 h 738"/>
                      <a:gd name="T70" fmla="*/ 2147483647 w 906"/>
                      <a:gd name="T71" fmla="*/ 2147483647 h 738"/>
                      <a:gd name="T72" fmla="*/ 2147483647 w 906"/>
                      <a:gd name="T73" fmla="*/ 2147483647 h 738"/>
                      <a:gd name="T74" fmla="*/ 2147483647 w 906"/>
                      <a:gd name="T75" fmla="*/ 2147483647 h 738"/>
                      <a:gd name="T76" fmla="*/ 2147483647 w 906"/>
                      <a:gd name="T77" fmla="*/ 2147483647 h 738"/>
                      <a:gd name="T78" fmla="*/ 2147483647 w 906"/>
                      <a:gd name="T79" fmla="*/ 2147483647 h 738"/>
                      <a:gd name="T80" fmla="*/ 2147483647 w 906"/>
                      <a:gd name="T81" fmla="*/ 2147483647 h 738"/>
                      <a:gd name="T82" fmla="*/ 2147483647 w 906"/>
                      <a:gd name="T83" fmla="*/ 2147483647 h 738"/>
                      <a:gd name="T84" fmla="*/ 2147483647 w 906"/>
                      <a:gd name="T85" fmla="*/ 2147483647 h 738"/>
                      <a:gd name="T86" fmla="*/ 2147483647 w 906"/>
                      <a:gd name="T87" fmla="*/ 2147483647 h 738"/>
                      <a:gd name="T88" fmla="*/ 2147483647 w 906"/>
                      <a:gd name="T89" fmla="*/ 2147483647 h 738"/>
                      <a:gd name="T90" fmla="*/ 2147483647 w 906"/>
                      <a:gd name="T91" fmla="*/ 2147483647 h 738"/>
                      <a:gd name="T92" fmla="*/ 2147483647 w 906"/>
                      <a:gd name="T93" fmla="*/ 2147483647 h 738"/>
                      <a:gd name="T94" fmla="*/ 2147483647 w 906"/>
                      <a:gd name="T95" fmla="*/ 2147483647 h 738"/>
                      <a:gd name="T96" fmla="*/ 2147483647 w 906"/>
                      <a:gd name="T97" fmla="*/ 2147483647 h 738"/>
                      <a:gd name="T98" fmla="*/ 2147483647 w 906"/>
                      <a:gd name="T99" fmla="*/ 2147483647 h 738"/>
                      <a:gd name="T100" fmla="*/ 2147483647 w 906"/>
                      <a:gd name="T101" fmla="*/ 2147483647 h 738"/>
                      <a:gd name="T102" fmla="*/ 2147483647 w 906"/>
                      <a:gd name="T103" fmla="*/ 2147483647 h 738"/>
                      <a:gd name="T104" fmla="*/ 2147483647 w 906"/>
                      <a:gd name="T105" fmla="*/ 2147483647 h 738"/>
                      <a:gd name="T106" fmla="*/ 2147483647 w 906"/>
                      <a:gd name="T107" fmla="*/ 2147483647 h 738"/>
                      <a:gd name="T108" fmla="*/ 2147483647 w 906"/>
                      <a:gd name="T109" fmla="*/ 2147483647 h 738"/>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w 906"/>
                      <a:gd name="T166" fmla="*/ 0 h 738"/>
                      <a:gd name="T167" fmla="*/ 906 w 906"/>
                      <a:gd name="T168" fmla="*/ 738 h 738"/>
                    </a:gdLst>
                    <a:ahLst/>
                    <a:cxnLst>
                      <a:cxn ang="T110">
                        <a:pos x="T0" y="T1"/>
                      </a:cxn>
                      <a:cxn ang="T111">
                        <a:pos x="T2" y="T3"/>
                      </a:cxn>
                      <a:cxn ang="T112">
                        <a:pos x="T4" y="T5"/>
                      </a:cxn>
                      <a:cxn ang="T113">
                        <a:pos x="T6" y="T7"/>
                      </a:cxn>
                      <a:cxn ang="T114">
                        <a:pos x="T8" y="T9"/>
                      </a:cxn>
                      <a:cxn ang="T115">
                        <a:pos x="T10" y="T11"/>
                      </a:cxn>
                      <a:cxn ang="T116">
                        <a:pos x="T12" y="T13"/>
                      </a:cxn>
                      <a:cxn ang="T117">
                        <a:pos x="T14" y="T15"/>
                      </a:cxn>
                      <a:cxn ang="T118">
                        <a:pos x="T16" y="T17"/>
                      </a:cxn>
                      <a:cxn ang="T119">
                        <a:pos x="T18" y="T19"/>
                      </a:cxn>
                      <a:cxn ang="T120">
                        <a:pos x="T20" y="T21"/>
                      </a:cxn>
                      <a:cxn ang="T121">
                        <a:pos x="T22" y="T23"/>
                      </a:cxn>
                      <a:cxn ang="T122">
                        <a:pos x="T24" y="T25"/>
                      </a:cxn>
                      <a:cxn ang="T123">
                        <a:pos x="T26" y="T27"/>
                      </a:cxn>
                      <a:cxn ang="T124">
                        <a:pos x="T28" y="T29"/>
                      </a:cxn>
                      <a:cxn ang="T125">
                        <a:pos x="T30" y="T31"/>
                      </a:cxn>
                      <a:cxn ang="T126">
                        <a:pos x="T32" y="T33"/>
                      </a:cxn>
                      <a:cxn ang="T127">
                        <a:pos x="T34" y="T35"/>
                      </a:cxn>
                      <a:cxn ang="T128">
                        <a:pos x="T36" y="T37"/>
                      </a:cxn>
                      <a:cxn ang="T129">
                        <a:pos x="T38" y="T39"/>
                      </a:cxn>
                      <a:cxn ang="T130">
                        <a:pos x="T40" y="T41"/>
                      </a:cxn>
                      <a:cxn ang="T131">
                        <a:pos x="T42" y="T43"/>
                      </a:cxn>
                      <a:cxn ang="T132">
                        <a:pos x="T44" y="T45"/>
                      </a:cxn>
                      <a:cxn ang="T133">
                        <a:pos x="T46" y="T47"/>
                      </a:cxn>
                      <a:cxn ang="T134">
                        <a:pos x="T48" y="T49"/>
                      </a:cxn>
                      <a:cxn ang="T135">
                        <a:pos x="T50" y="T51"/>
                      </a:cxn>
                      <a:cxn ang="T136">
                        <a:pos x="T52" y="T53"/>
                      </a:cxn>
                      <a:cxn ang="T137">
                        <a:pos x="T54" y="T55"/>
                      </a:cxn>
                      <a:cxn ang="T138">
                        <a:pos x="T56" y="T57"/>
                      </a:cxn>
                      <a:cxn ang="T139">
                        <a:pos x="T58" y="T59"/>
                      </a:cxn>
                      <a:cxn ang="T140">
                        <a:pos x="T60" y="T61"/>
                      </a:cxn>
                      <a:cxn ang="T141">
                        <a:pos x="T62" y="T63"/>
                      </a:cxn>
                      <a:cxn ang="T142">
                        <a:pos x="T64" y="T65"/>
                      </a:cxn>
                      <a:cxn ang="T143">
                        <a:pos x="T66" y="T67"/>
                      </a:cxn>
                      <a:cxn ang="T144">
                        <a:pos x="T68" y="T69"/>
                      </a:cxn>
                      <a:cxn ang="T145">
                        <a:pos x="T70" y="T71"/>
                      </a:cxn>
                      <a:cxn ang="T146">
                        <a:pos x="T72" y="T73"/>
                      </a:cxn>
                      <a:cxn ang="T147">
                        <a:pos x="T74" y="T75"/>
                      </a:cxn>
                      <a:cxn ang="T148">
                        <a:pos x="T76" y="T77"/>
                      </a:cxn>
                      <a:cxn ang="T149">
                        <a:pos x="T78" y="T79"/>
                      </a:cxn>
                      <a:cxn ang="T150">
                        <a:pos x="T80" y="T81"/>
                      </a:cxn>
                      <a:cxn ang="T151">
                        <a:pos x="T82" y="T83"/>
                      </a:cxn>
                      <a:cxn ang="T152">
                        <a:pos x="T84" y="T85"/>
                      </a:cxn>
                      <a:cxn ang="T153">
                        <a:pos x="T86" y="T87"/>
                      </a:cxn>
                      <a:cxn ang="T154">
                        <a:pos x="T88" y="T89"/>
                      </a:cxn>
                      <a:cxn ang="T155">
                        <a:pos x="T90" y="T91"/>
                      </a:cxn>
                      <a:cxn ang="T156">
                        <a:pos x="T92" y="T93"/>
                      </a:cxn>
                      <a:cxn ang="T157">
                        <a:pos x="T94" y="T95"/>
                      </a:cxn>
                      <a:cxn ang="T158">
                        <a:pos x="T96" y="T97"/>
                      </a:cxn>
                      <a:cxn ang="T159">
                        <a:pos x="T98" y="T99"/>
                      </a:cxn>
                      <a:cxn ang="T160">
                        <a:pos x="T100" y="T101"/>
                      </a:cxn>
                      <a:cxn ang="T161">
                        <a:pos x="T102" y="T103"/>
                      </a:cxn>
                      <a:cxn ang="T162">
                        <a:pos x="T104" y="T105"/>
                      </a:cxn>
                      <a:cxn ang="T163">
                        <a:pos x="T106" y="T107"/>
                      </a:cxn>
                      <a:cxn ang="T164">
                        <a:pos x="T108" y="T109"/>
                      </a:cxn>
                    </a:cxnLst>
                    <a:rect l="T165" t="T166" r="T167" b="T168"/>
                    <a:pathLst>
                      <a:path w="906" h="738">
                        <a:moveTo>
                          <a:pt x="894" y="108"/>
                        </a:moveTo>
                        <a:lnTo>
                          <a:pt x="894" y="96"/>
                        </a:lnTo>
                        <a:lnTo>
                          <a:pt x="906" y="96"/>
                        </a:lnTo>
                        <a:lnTo>
                          <a:pt x="900" y="90"/>
                        </a:lnTo>
                        <a:lnTo>
                          <a:pt x="876" y="90"/>
                        </a:lnTo>
                        <a:lnTo>
                          <a:pt x="840" y="102"/>
                        </a:lnTo>
                        <a:lnTo>
                          <a:pt x="840" y="84"/>
                        </a:lnTo>
                        <a:lnTo>
                          <a:pt x="816" y="84"/>
                        </a:lnTo>
                        <a:lnTo>
                          <a:pt x="792" y="96"/>
                        </a:lnTo>
                        <a:lnTo>
                          <a:pt x="786" y="102"/>
                        </a:lnTo>
                        <a:lnTo>
                          <a:pt x="780" y="114"/>
                        </a:lnTo>
                        <a:lnTo>
                          <a:pt x="774" y="120"/>
                        </a:lnTo>
                        <a:lnTo>
                          <a:pt x="756" y="120"/>
                        </a:lnTo>
                        <a:lnTo>
                          <a:pt x="750" y="126"/>
                        </a:lnTo>
                        <a:lnTo>
                          <a:pt x="744" y="138"/>
                        </a:lnTo>
                        <a:lnTo>
                          <a:pt x="732" y="144"/>
                        </a:lnTo>
                        <a:lnTo>
                          <a:pt x="726" y="150"/>
                        </a:lnTo>
                        <a:lnTo>
                          <a:pt x="720" y="150"/>
                        </a:lnTo>
                        <a:lnTo>
                          <a:pt x="690" y="120"/>
                        </a:lnTo>
                        <a:lnTo>
                          <a:pt x="690" y="114"/>
                        </a:lnTo>
                        <a:lnTo>
                          <a:pt x="678" y="48"/>
                        </a:lnTo>
                        <a:lnTo>
                          <a:pt x="660" y="48"/>
                        </a:lnTo>
                        <a:lnTo>
                          <a:pt x="660" y="18"/>
                        </a:lnTo>
                        <a:lnTo>
                          <a:pt x="642" y="0"/>
                        </a:lnTo>
                        <a:lnTo>
                          <a:pt x="624" y="0"/>
                        </a:lnTo>
                        <a:lnTo>
                          <a:pt x="618" y="6"/>
                        </a:lnTo>
                        <a:lnTo>
                          <a:pt x="618" y="30"/>
                        </a:lnTo>
                        <a:lnTo>
                          <a:pt x="612" y="36"/>
                        </a:lnTo>
                        <a:lnTo>
                          <a:pt x="606" y="36"/>
                        </a:lnTo>
                        <a:lnTo>
                          <a:pt x="594" y="48"/>
                        </a:lnTo>
                        <a:lnTo>
                          <a:pt x="594" y="54"/>
                        </a:lnTo>
                        <a:lnTo>
                          <a:pt x="600" y="60"/>
                        </a:lnTo>
                        <a:lnTo>
                          <a:pt x="606" y="60"/>
                        </a:lnTo>
                        <a:lnTo>
                          <a:pt x="600" y="84"/>
                        </a:lnTo>
                        <a:lnTo>
                          <a:pt x="588" y="72"/>
                        </a:lnTo>
                        <a:lnTo>
                          <a:pt x="570" y="72"/>
                        </a:lnTo>
                        <a:lnTo>
                          <a:pt x="558" y="78"/>
                        </a:lnTo>
                        <a:lnTo>
                          <a:pt x="546" y="90"/>
                        </a:lnTo>
                        <a:lnTo>
                          <a:pt x="546" y="120"/>
                        </a:lnTo>
                        <a:lnTo>
                          <a:pt x="540" y="120"/>
                        </a:lnTo>
                        <a:lnTo>
                          <a:pt x="534" y="114"/>
                        </a:lnTo>
                        <a:lnTo>
                          <a:pt x="528" y="102"/>
                        </a:lnTo>
                        <a:lnTo>
                          <a:pt x="522" y="96"/>
                        </a:lnTo>
                        <a:lnTo>
                          <a:pt x="510" y="96"/>
                        </a:lnTo>
                        <a:lnTo>
                          <a:pt x="504" y="102"/>
                        </a:lnTo>
                        <a:lnTo>
                          <a:pt x="492" y="108"/>
                        </a:lnTo>
                        <a:lnTo>
                          <a:pt x="474" y="126"/>
                        </a:lnTo>
                        <a:lnTo>
                          <a:pt x="468" y="126"/>
                        </a:lnTo>
                        <a:lnTo>
                          <a:pt x="456" y="114"/>
                        </a:lnTo>
                        <a:lnTo>
                          <a:pt x="444" y="108"/>
                        </a:lnTo>
                        <a:lnTo>
                          <a:pt x="438" y="102"/>
                        </a:lnTo>
                        <a:lnTo>
                          <a:pt x="426" y="102"/>
                        </a:lnTo>
                        <a:lnTo>
                          <a:pt x="414" y="108"/>
                        </a:lnTo>
                        <a:lnTo>
                          <a:pt x="396" y="84"/>
                        </a:lnTo>
                        <a:lnTo>
                          <a:pt x="384" y="96"/>
                        </a:lnTo>
                        <a:lnTo>
                          <a:pt x="342" y="96"/>
                        </a:lnTo>
                        <a:lnTo>
                          <a:pt x="330" y="90"/>
                        </a:lnTo>
                        <a:lnTo>
                          <a:pt x="324" y="84"/>
                        </a:lnTo>
                        <a:lnTo>
                          <a:pt x="312" y="78"/>
                        </a:lnTo>
                        <a:lnTo>
                          <a:pt x="300" y="78"/>
                        </a:lnTo>
                        <a:lnTo>
                          <a:pt x="300" y="102"/>
                        </a:lnTo>
                        <a:lnTo>
                          <a:pt x="264" y="102"/>
                        </a:lnTo>
                        <a:lnTo>
                          <a:pt x="252" y="108"/>
                        </a:lnTo>
                        <a:lnTo>
                          <a:pt x="246" y="120"/>
                        </a:lnTo>
                        <a:lnTo>
                          <a:pt x="246" y="180"/>
                        </a:lnTo>
                        <a:lnTo>
                          <a:pt x="234" y="180"/>
                        </a:lnTo>
                        <a:lnTo>
                          <a:pt x="222" y="186"/>
                        </a:lnTo>
                        <a:lnTo>
                          <a:pt x="216" y="198"/>
                        </a:lnTo>
                        <a:lnTo>
                          <a:pt x="180" y="216"/>
                        </a:lnTo>
                        <a:lnTo>
                          <a:pt x="168" y="216"/>
                        </a:lnTo>
                        <a:lnTo>
                          <a:pt x="168" y="228"/>
                        </a:lnTo>
                        <a:lnTo>
                          <a:pt x="156" y="252"/>
                        </a:lnTo>
                        <a:lnTo>
                          <a:pt x="150" y="258"/>
                        </a:lnTo>
                        <a:lnTo>
                          <a:pt x="138" y="264"/>
                        </a:lnTo>
                        <a:lnTo>
                          <a:pt x="114" y="264"/>
                        </a:lnTo>
                        <a:lnTo>
                          <a:pt x="90" y="240"/>
                        </a:lnTo>
                        <a:lnTo>
                          <a:pt x="84" y="240"/>
                        </a:lnTo>
                        <a:lnTo>
                          <a:pt x="78" y="246"/>
                        </a:lnTo>
                        <a:lnTo>
                          <a:pt x="66" y="246"/>
                        </a:lnTo>
                        <a:lnTo>
                          <a:pt x="60" y="240"/>
                        </a:lnTo>
                        <a:lnTo>
                          <a:pt x="48" y="240"/>
                        </a:lnTo>
                        <a:lnTo>
                          <a:pt x="42" y="234"/>
                        </a:lnTo>
                        <a:lnTo>
                          <a:pt x="36" y="240"/>
                        </a:lnTo>
                        <a:lnTo>
                          <a:pt x="30" y="252"/>
                        </a:lnTo>
                        <a:lnTo>
                          <a:pt x="30" y="258"/>
                        </a:lnTo>
                        <a:lnTo>
                          <a:pt x="36" y="270"/>
                        </a:lnTo>
                        <a:lnTo>
                          <a:pt x="36" y="294"/>
                        </a:lnTo>
                        <a:lnTo>
                          <a:pt x="42" y="300"/>
                        </a:lnTo>
                        <a:lnTo>
                          <a:pt x="42" y="306"/>
                        </a:lnTo>
                        <a:lnTo>
                          <a:pt x="18" y="312"/>
                        </a:lnTo>
                        <a:lnTo>
                          <a:pt x="30" y="330"/>
                        </a:lnTo>
                        <a:lnTo>
                          <a:pt x="24" y="330"/>
                        </a:lnTo>
                        <a:lnTo>
                          <a:pt x="18" y="336"/>
                        </a:lnTo>
                        <a:lnTo>
                          <a:pt x="6" y="342"/>
                        </a:lnTo>
                        <a:lnTo>
                          <a:pt x="0" y="348"/>
                        </a:lnTo>
                        <a:lnTo>
                          <a:pt x="0" y="354"/>
                        </a:lnTo>
                        <a:lnTo>
                          <a:pt x="12" y="366"/>
                        </a:lnTo>
                        <a:lnTo>
                          <a:pt x="12" y="396"/>
                        </a:lnTo>
                        <a:lnTo>
                          <a:pt x="36" y="396"/>
                        </a:lnTo>
                        <a:lnTo>
                          <a:pt x="42" y="402"/>
                        </a:lnTo>
                        <a:lnTo>
                          <a:pt x="42" y="408"/>
                        </a:lnTo>
                        <a:lnTo>
                          <a:pt x="24" y="426"/>
                        </a:lnTo>
                        <a:lnTo>
                          <a:pt x="18" y="438"/>
                        </a:lnTo>
                        <a:lnTo>
                          <a:pt x="30" y="462"/>
                        </a:lnTo>
                        <a:lnTo>
                          <a:pt x="42" y="480"/>
                        </a:lnTo>
                        <a:lnTo>
                          <a:pt x="54" y="504"/>
                        </a:lnTo>
                        <a:lnTo>
                          <a:pt x="60" y="510"/>
                        </a:lnTo>
                        <a:lnTo>
                          <a:pt x="60" y="564"/>
                        </a:lnTo>
                        <a:lnTo>
                          <a:pt x="66" y="570"/>
                        </a:lnTo>
                        <a:lnTo>
                          <a:pt x="72" y="570"/>
                        </a:lnTo>
                        <a:lnTo>
                          <a:pt x="84" y="576"/>
                        </a:lnTo>
                        <a:lnTo>
                          <a:pt x="120" y="576"/>
                        </a:lnTo>
                        <a:lnTo>
                          <a:pt x="126" y="582"/>
                        </a:lnTo>
                        <a:lnTo>
                          <a:pt x="138" y="606"/>
                        </a:lnTo>
                        <a:lnTo>
                          <a:pt x="114" y="654"/>
                        </a:lnTo>
                        <a:lnTo>
                          <a:pt x="108" y="660"/>
                        </a:lnTo>
                        <a:lnTo>
                          <a:pt x="102" y="672"/>
                        </a:lnTo>
                        <a:lnTo>
                          <a:pt x="84" y="690"/>
                        </a:lnTo>
                        <a:lnTo>
                          <a:pt x="84" y="702"/>
                        </a:lnTo>
                        <a:lnTo>
                          <a:pt x="120" y="702"/>
                        </a:lnTo>
                        <a:lnTo>
                          <a:pt x="132" y="708"/>
                        </a:lnTo>
                        <a:lnTo>
                          <a:pt x="150" y="720"/>
                        </a:lnTo>
                        <a:lnTo>
                          <a:pt x="168" y="726"/>
                        </a:lnTo>
                        <a:lnTo>
                          <a:pt x="192" y="738"/>
                        </a:lnTo>
                        <a:lnTo>
                          <a:pt x="210" y="738"/>
                        </a:lnTo>
                        <a:lnTo>
                          <a:pt x="228" y="732"/>
                        </a:lnTo>
                        <a:lnTo>
                          <a:pt x="234" y="732"/>
                        </a:lnTo>
                        <a:lnTo>
                          <a:pt x="240" y="726"/>
                        </a:lnTo>
                        <a:lnTo>
                          <a:pt x="294" y="726"/>
                        </a:lnTo>
                        <a:lnTo>
                          <a:pt x="294" y="732"/>
                        </a:lnTo>
                        <a:lnTo>
                          <a:pt x="318" y="732"/>
                        </a:lnTo>
                        <a:lnTo>
                          <a:pt x="324" y="726"/>
                        </a:lnTo>
                        <a:lnTo>
                          <a:pt x="348" y="726"/>
                        </a:lnTo>
                        <a:lnTo>
                          <a:pt x="366" y="720"/>
                        </a:lnTo>
                        <a:lnTo>
                          <a:pt x="396" y="720"/>
                        </a:lnTo>
                        <a:lnTo>
                          <a:pt x="444" y="696"/>
                        </a:lnTo>
                        <a:lnTo>
                          <a:pt x="450" y="696"/>
                        </a:lnTo>
                        <a:lnTo>
                          <a:pt x="456" y="690"/>
                        </a:lnTo>
                        <a:lnTo>
                          <a:pt x="456" y="660"/>
                        </a:lnTo>
                        <a:lnTo>
                          <a:pt x="450" y="654"/>
                        </a:lnTo>
                        <a:lnTo>
                          <a:pt x="450" y="636"/>
                        </a:lnTo>
                        <a:lnTo>
                          <a:pt x="444" y="624"/>
                        </a:lnTo>
                        <a:lnTo>
                          <a:pt x="444" y="606"/>
                        </a:lnTo>
                        <a:lnTo>
                          <a:pt x="450" y="594"/>
                        </a:lnTo>
                        <a:lnTo>
                          <a:pt x="462" y="588"/>
                        </a:lnTo>
                        <a:lnTo>
                          <a:pt x="468" y="576"/>
                        </a:lnTo>
                        <a:lnTo>
                          <a:pt x="486" y="576"/>
                        </a:lnTo>
                        <a:lnTo>
                          <a:pt x="486" y="588"/>
                        </a:lnTo>
                        <a:lnTo>
                          <a:pt x="528" y="588"/>
                        </a:lnTo>
                        <a:lnTo>
                          <a:pt x="534" y="582"/>
                        </a:lnTo>
                        <a:lnTo>
                          <a:pt x="534" y="576"/>
                        </a:lnTo>
                        <a:lnTo>
                          <a:pt x="528" y="570"/>
                        </a:lnTo>
                        <a:lnTo>
                          <a:pt x="522" y="570"/>
                        </a:lnTo>
                        <a:lnTo>
                          <a:pt x="522" y="564"/>
                        </a:lnTo>
                        <a:lnTo>
                          <a:pt x="528" y="558"/>
                        </a:lnTo>
                        <a:lnTo>
                          <a:pt x="534" y="558"/>
                        </a:lnTo>
                        <a:lnTo>
                          <a:pt x="546" y="552"/>
                        </a:lnTo>
                        <a:lnTo>
                          <a:pt x="552" y="546"/>
                        </a:lnTo>
                        <a:lnTo>
                          <a:pt x="564" y="540"/>
                        </a:lnTo>
                        <a:lnTo>
                          <a:pt x="594" y="540"/>
                        </a:lnTo>
                        <a:lnTo>
                          <a:pt x="594" y="552"/>
                        </a:lnTo>
                        <a:lnTo>
                          <a:pt x="600" y="558"/>
                        </a:lnTo>
                        <a:lnTo>
                          <a:pt x="612" y="558"/>
                        </a:lnTo>
                        <a:lnTo>
                          <a:pt x="624" y="552"/>
                        </a:lnTo>
                        <a:lnTo>
                          <a:pt x="630" y="540"/>
                        </a:lnTo>
                        <a:lnTo>
                          <a:pt x="636" y="534"/>
                        </a:lnTo>
                        <a:lnTo>
                          <a:pt x="636" y="528"/>
                        </a:lnTo>
                        <a:lnTo>
                          <a:pt x="630" y="522"/>
                        </a:lnTo>
                        <a:lnTo>
                          <a:pt x="630" y="510"/>
                        </a:lnTo>
                        <a:lnTo>
                          <a:pt x="624" y="498"/>
                        </a:lnTo>
                        <a:lnTo>
                          <a:pt x="624" y="480"/>
                        </a:lnTo>
                        <a:lnTo>
                          <a:pt x="630" y="474"/>
                        </a:lnTo>
                        <a:lnTo>
                          <a:pt x="636" y="474"/>
                        </a:lnTo>
                        <a:lnTo>
                          <a:pt x="636" y="438"/>
                        </a:lnTo>
                        <a:lnTo>
                          <a:pt x="642" y="432"/>
                        </a:lnTo>
                        <a:lnTo>
                          <a:pt x="660" y="432"/>
                        </a:lnTo>
                        <a:lnTo>
                          <a:pt x="690" y="414"/>
                        </a:lnTo>
                        <a:lnTo>
                          <a:pt x="684" y="414"/>
                        </a:lnTo>
                        <a:lnTo>
                          <a:pt x="672" y="408"/>
                        </a:lnTo>
                        <a:lnTo>
                          <a:pt x="672" y="402"/>
                        </a:lnTo>
                        <a:lnTo>
                          <a:pt x="666" y="396"/>
                        </a:lnTo>
                        <a:lnTo>
                          <a:pt x="666" y="390"/>
                        </a:lnTo>
                        <a:lnTo>
                          <a:pt x="654" y="384"/>
                        </a:lnTo>
                        <a:lnTo>
                          <a:pt x="642" y="372"/>
                        </a:lnTo>
                        <a:lnTo>
                          <a:pt x="642" y="360"/>
                        </a:lnTo>
                        <a:lnTo>
                          <a:pt x="660" y="360"/>
                        </a:lnTo>
                        <a:lnTo>
                          <a:pt x="666" y="366"/>
                        </a:lnTo>
                        <a:lnTo>
                          <a:pt x="684" y="372"/>
                        </a:lnTo>
                        <a:lnTo>
                          <a:pt x="690" y="372"/>
                        </a:lnTo>
                        <a:lnTo>
                          <a:pt x="696" y="366"/>
                        </a:lnTo>
                        <a:lnTo>
                          <a:pt x="714" y="366"/>
                        </a:lnTo>
                        <a:lnTo>
                          <a:pt x="714" y="336"/>
                        </a:lnTo>
                        <a:lnTo>
                          <a:pt x="708" y="330"/>
                        </a:lnTo>
                        <a:lnTo>
                          <a:pt x="708" y="318"/>
                        </a:lnTo>
                        <a:lnTo>
                          <a:pt x="714" y="306"/>
                        </a:lnTo>
                        <a:lnTo>
                          <a:pt x="738" y="282"/>
                        </a:lnTo>
                        <a:lnTo>
                          <a:pt x="738" y="276"/>
                        </a:lnTo>
                        <a:lnTo>
                          <a:pt x="732" y="264"/>
                        </a:lnTo>
                        <a:lnTo>
                          <a:pt x="726" y="258"/>
                        </a:lnTo>
                        <a:lnTo>
                          <a:pt x="726" y="228"/>
                        </a:lnTo>
                        <a:lnTo>
                          <a:pt x="696" y="198"/>
                        </a:lnTo>
                        <a:lnTo>
                          <a:pt x="696" y="192"/>
                        </a:lnTo>
                        <a:lnTo>
                          <a:pt x="702" y="186"/>
                        </a:lnTo>
                        <a:lnTo>
                          <a:pt x="708" y="174"/>
                        </a:lnTo>
                        <a:lnTo>
                          <a:pt x="714" y="168"/>
                        </a:lnTo>
                        <a:lnTo>
                          <a:pt x="738" y="156"/>
                        </a:lnTo>
                        <a:lnTo>
                          <a:pt x="744" y="150"/>
                        </a:lnTo>
                        <a:lnTo>
                          <a:pt x="768" y="138"/>
                        </a:lnTo>
                        <a:lnTo>
                          <a:pt x="774" y="138"/>
                        </a:lnTo>
                        <a:lnTo>
                          <a:pt x="780" y="132"/>
                        </a:lnTo>
                        <a:lnTo>
                          <a:pt x="822" y="132"/>
                        </a:lnTo>
                        <a:lnTo>
                          <a:pt x="828" y="126"/>
                        </a:lnTo>
                        <a:lnTo>
                          <a:pt x="852" y="126"/>
                        </a:lnTo>
                        <a:lnTo>
                          <a:pt x="864" y="132"/>
                        </a:lnTo>
                        <a:lnTo>
                          <a:pt x="876" y="132"/>
                        </a:lnTo>
                        <a:lnTo>
                          <a:pt x="882" y="126"/>
                        </a:lnTo>
                        <a:lnTo>
                          <a:pt x="894" y="126"/>
                        </a:lnTo>
                        <a:lnTo>
                          <a:pt x="900" y="120"/>
                        </a:lnTo>
                        <a:lnTo>
                          <a:pt x="894" y="114"/>
                        </a:lnTo>
                        <a:lnTo>
                          <a:pt x="894" y="108"/>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grpSp>
                <p:nvGrpSpPr>
                  <p:cNvPr id="622" name="Group 178">
                    <a:extLst>
                      <a:ext uri="{FF2B5EF4-FFF2-40B4-BE49-F238E27FC236}">
                        <a16:creationId xmlns:a16="http://schemas.microsoft.com/office/drawing/2014/main" id="{9E47DF89-503D-5C8A-B1DA-FA8B84777C5D}"/>
                      </a:ext>
                    </a:extLst>
                  </p:cNvPr>
                  <p:cNvGrpSpPr>
                    <a:grpSpLocks/>
                  </p:cNvGrpSpPr>
                  <p:nvPr/>
                </p:nvGrpSpPr>
                <p:grpSpPr bwMode="auto">
                  <a:xfrm>
                    <a:off x="2976" y="1626"/>
                    <a:ext cx="70" cy="86"/>
                    <a:chOff x="2184" y="1242"/>
                    <a:chExt cx="257" cy="316"/>
                  </a:xfrm>
                  <a:grpFill/>
                </p:grpSpPr>
                <p:sp>
                  <p:nvSpPr>
                    <p:cNvPr id="623" name="Freeform 179" descr="© INSCALE GmbH, 05.05.2010&#10;http://www.presentationload.com/">
                      <a:extLst>
                        <a:ext uri="{FF2B5EF4-FFF2-40B4-BE49-F238E27FC236}">
                          <a16:creationId xmlns:a16="http://schemas.microsoft.com/office/drawing/2014/main" id="{B3142E3E-30A8-E504-3552-3618ADC74781}"/>
                        </a:ext>
                      </a:extLst>
                    </p:cNvPr>
                    <p:cNvSpPr>
                      <a:spLocks/>
                    </p:cNvSpPr>
                    <p:nvPr/>
                  </p:nvSpPr>
                  <p:spPr bwMode="gray">
                    <a:xfrm>
                      <a:off x="2184" y="1242"/>
                      <a:ext cx="257" cy="282"/>
                    </a:xfrm>
                    <a:custGeom>
                      <a:avLst/>
                      <a:gdLst/>
                      <a:ahLst/>
                      <a:cxnLst>
                        <a:cxn ang="0">
                          <a:pos x="464" y="374"/>
                        </a:cxn>
                        <a:cxn ang="0">
                          <a:pos x="453" y="310"/>
                        </a:cxn>
                        <a:cxn ang="0">
                          <a:pos x="453" y="235"/>
                        </a:cxn>
                        <a:cxn ang="0">
                          <a:pos x="378" y="224"/>
                        </a:cxn>
                        <a:cxn ang="0">
                          <a:pos x="302" y="171"/>
                        </a:cxn>
                        <a:cxn ang="0">
                          <a:pos x="291" y="118"/>
                        </a:cxn>
                        <a:cxn ang="0">
                          <a:pos x="259" y="128"/>
                        </a:cxn>
                        <a:cxn ang="0">
                          <a:pos x="216" y="53"/>
                        </a:cxn>
                        <a:cxn ang="0">
                          <a:pos x="87" y="0"/>
                        </a:cxn>
                        <a:cxn ang="0">
                          <a:pos x="0" y="43"/>
                        </a:cxn>
                        <a:cxn ang="0">
                          <a:pos x="32" y="96"/>
                        </a:cxn>
                        <a:cxn ang="0">
                          <a:pos x="65" y="139"/>
                        </a:cxn>
                        <a:cxn ang="0">
                          <a:pos x="54" y="150"/>
                        </a:cxn>
                        <a:cxn ang="0">
                          <a:pos x="32" y="181"/>
                        </a:cxn>
                        <a:cxn ang="0">
                          <a:pos x="32" y="192"/>
                        </a:cxn>
                        <a:cxn ang="0">
                          <a:pos x="76" y="203"/>
                        </a:cxn>
                        <a:cxn ang="0">
                          <a:pos x="87" y="267"/>
                        </a:cxn>
                        <a:cxn ang="0">
                          <a:pos x="65" y="310"/>
                        </a:cxn>
                        <a:cxn ang="0">
                          <a:pos x="98" y="363"/>
                        </a:cxn>
                        <a:cxn ang="0">
                          <a:pos x="119" y="395"/>
                        </a:cxn>
                        <a:cxn ang="0">
                          <a:pos x="157" y="442"/>
                        </a:cxn>
                        <a:cxn ang="0">
                          <a:pos x="173" y="438"/>
                        </a:cxn>
                        <a:cxn ang="0">
                          <a:pos x="180" y="444"/>
                        </a:cxn>
                        <a:cxn ang="0">
                          <a:pos x="230" y="446"/>
                        </a:cxn>
                        <a:cxn ang="0">
                          <a:pos x="237" y="431"/>
                        </a:cxn>
                        <a:cxn ang="0">
                          <a:pos x="258" y="416"/>
                        </a:cxn>
                        <a:cxn ang="0">
                          <a:pos x="266" y="418"/>
                        </a:cxn>
                        <a:cxn ang="0">
                          <a:pos x="268" y="407"/>
                        </a:cxn>
                        <a:cxn ang="0">
                          <a:pos x="267" y="399"/>
                        </a:cxn>
                        <a:cxn ang="0">
                          <a:pos x="254" y="388"/>
                        </a:cxn>
                        <a:cxn ang="0">
                          <a:pos x="262" y="387"/>
                        </a:cxn>
                        <a:cxn ang="0">
                          <a:pos x="279" y="380"/>
                        </a:cxn>
                        <a:cxn ang="0">
                          <a:pos x="288" y="372"/>
                        </a:cxn>
                        <a:cxn ang="0">
                          <a:pos x="298" y="389"/>
                        </a:cxn>
                        <a:cxn ang="0">
                          <a:pos x="292" y="399"/>
                        </a:cxn>
                        <a:cxn ang="0">
                          <a:pos x="309" y="402"/>
                        </a:cxn>
                        <a:cxn ang="0">
                          <a:pos x="321" y="404"/>
                        </a:cxn>
                        <a:cxn ang="0">
                          <a:pos x="326" y="408"/>
                        </a:cxn>
                        <a:cxn ang="0">
                          <a:pos x="328" y="433"/>
                        </a:cxn>
                        <a:cxn ang="0">
                          <a:pos x="334" y="429"/>
                        </a:cxn>
                        <a:cxn ang="0">
                          <a:pos x="335" y="448"/>
                        </a:cxn>
                        <a:cxn ang="0">
                          <a:pos x="348" y="452"/>
                        </a:cxn>
                        <a:cxn ang="0">
                          <a:pos x="356" y="467"/>
                        </a:cxn>
                        <a:cxn ang="0">
                          <a:pos x="354" y="478"/>
                        </a:cxn>
                        <a:cxn ang="0">
                          <a:pos x="356" y="482"/>
                        </a:cxn>
                        <a:cxn ang="0">
                          <a:pos x="369" y="485"/>
                        </a:cxn>
                        <a:cxn ang="0">
                          <a:pos x="381" y="492"/>
                        </a:cxn>
                        <a:cxn ang="0">
                          <a:pos x="390" y="496"/>
                        </a:cxn>
                        <a:cxn ang="0">
                          <a:pos x="399" y="501"/>
                        </a:cxn>
                        <a:cxn ang="0">
                          <a:pos x="392" y="513"/>
                        </a:cxn>
                        <a:cxn ang="0">
                          <a:pos x="384" y="528"/>
                        </a:cxn>
                        <a:cxn ang="0">
                          <a:pos x="376" y="542"/>
                        </a:cxn>
                        <a:cxn ang="0">
                          <a:pos x="453" y="492"/>
                        </a:cxn>
                        <a:cxn ang="0">
                          <a:pos x="486" y="470"/>
                        </a:cxn>
                        <a:cxn ang="0">
                          <a:pos x="486" y="406"/>
                        </a:cxn>
                      </a:cxnLst>
                      <a:rect l="0" t="0" r="r" b="b"/>
                      <a:pathLst>
                        <a:path w="496" h="542">
                          <a:moveTo>
                            <a:pt x="486" y="406"/>
                          </a:moveTo>
                          <a:cubicBezTo>
                            <a:pt x="453" y="395"/>
                            <a:pt x="453" y="395"/>
                            <a:pt x="453" y="395"/>
                          </a:cubicBezTo>
                          <a:cubicBezTo>
                            <a:pt x="464" y="374"/>
                            <a:pt x="464" y="374"/>
                            <a:pt x="464" y="374"/>
                          </a:cubicBezTo>
                          <a:cubicBezTo>
                            <a:pt x="432" y="363"/>
                            <a:pt x="432" y="363"/>
                            <a:pt x="432" y="363"/>
                          </a:cubicBezTo>
                          <a:cubicBezTo>
                            <a:pt x="432" y="331"/>
                            <a:pt x="432" y="331"/>
                            <a:pt x="432" y="331"/>
                          </a:cubicBezTo>
                          <a:cubicBezTo>
                            <a:pt x="453" y="310"/>
                            <a:pt x="453" y="310"/>
                            <a:pt x="453" y="310"/>
                          </a:cubicBezTo>
                          <a:cubicBezTo>
                            <a:pt x="453" y="267"/>
                            <a:pt x="453" y="267"/>
                            <a:pt x="453" y="267"/>
                          </a:cubicBezTo>
                          <a:cubicBezTo>
                            <a:pt x="442" y="256"/>
                            <a:pt x="442" y="256"/>
                            <a:pt x="442" y="256"/>
                          </a:cubicBezTo>
                          <a:cubicBezTo>
                            <a:pt x="453" y="235"/>
                            <a:pt x="453" y="235"/>
                            <a:pt x="453" y="235"/>
                          </a:cubicBezTo>
                          <a:cubicBezTo>
                            <a:pt x="464" y="224"/>
                            <a:pt x="464" y="224"/>
                            <a:pt x="464" y="224"/>
                          </a:cubicBezTo>
                          <a:cubicBezTo>
                            <a:pt x="421" y="213"/>
                            <a:pt x="421" y="213"/>
                            <a:pt x="421" y="213"/>
                          </a:cubicBezTo>
                          <a:cubicBezTo>
                            <a:pt x="378" y="224"/>
                            <a:pt x="378" y="224"/>
                            <a:pt x="378" y="224"/>
                          </a:cubicBezTo>
                          <a:cubicBezTo>
                            <a:pt x="367" y="213"/>
                            <a:pt x="367" y="213"/>
                            <a:pt x="367" y="213"/>
                          </a:cubicBezTo>
                          <a:cubicBezTo>
                            <a:pt x="324" y="203"/>
                            <a:pt x="324" y="203"/>
                            <a:pt x="324" y="203"/>
                          </a:cubicBezTo>
                          <a:cubicBezTo>
                            <a:pt x="302" y="171"/>
                            <a:pt x="302" y="171"/>
                            <a:pt x="302" y="171"/>
                          </a:cubicBezTo>
                          <a:cubicBezTo>
                            <a:pt x="313" y="160"/>
                            <a:pt x="313" y="160"/>
                            <a:pt x="313" y="160"/>
                          </a:cubicBezTo>
                          <a:cubicBezTo>
                            <a:pt x="313" y="128"/>
                            <a:pt x="313" y="128"/>
                            <a:pt x="313" y="128"/>
                          </a:cubicBezTo>
                          <a:cubicBezTo>
                            <a:pt x="291" y="118"/>
                            <a:pt x="291" y="118"/>
                            <a:pt x="291" y="118"/>
                          </a:cubicBezTo>
                          <a:cubicBezTo>
                            <a:pt x="280" y="118"/>
                            <a:pt x="280" y="118"/>
                            <a:pt x="280" y="118"/>
                          </a:cubicBezTo>
                          <a:cubicBezTo>
                            <a:pt x="270" y="128"/>
                            <a:pt x="270" y="128"/>
                            <a:pt x="270" y="128"/>
                          </a:cubicBezTo>
                          <a:cubicBezTo>
                            <a:pt x="259" y="128"/>
                            <a:pt x="259" y="128"/>
                            <a:pt x="259" y="128"/>
                          </a:cubicBezTo>
                          <a:cubicBezTo>
                            <a:pt x="249" y="118"/>
                            <a:pt x="249" y="118"/>
                            <a:pt x="249" y="118"/>
                          </a:cubicBezTo>
                          <a:cubicBezTo>
                            <a:pt x="227" y="53"/>
                            <a:pt x="227" y="53"/>
                            <a:pt x="227" y="53"/>
                          </a:cubicBezTo>
                          <a:cubicBezTo>
                            <a:pt x="216" y="53"/>
                            <a:pt x="216" y="53"/>
                            <a:pt x="216" y="53"/>
                          </a:cubicBezTo>
                          <a:cubicBezTo>
                            <a:pt x="173" y="21"/>
                            <a:pt x="173" y="21"/>
                            <a:pt x="173" y="21"/>
                          </a:cubicBezTo>
                          <a:cubicBezTo>
                            <a:pt x="129" y="0"/>
                            <a:pt x="129" y="0"/>
                            <a:pt x="129" y="0"/>
                          </a:cubicBezTo>
                          <a:cubicBezTo>
                            <a:pt x="87" y="0"/>
                            <a:pt x="87" y="0"/>
                            <a:pt x="87" y="0"/>
                          </a:cubicBezTo>
                          <a:cubicBezTo>
                            <a:pt x="54" y="32"/>
                            <a:pt x="54" y="32"/>
                            <a:pt x="54" y="32"/>
                          </a:cubicBezTo>
                          <a:cubicBezTo>
                            <a:pt x="11" y="32"/>
                            <a:pt x="11" y="32"/>
                            <a:pt x="11" y="32"/>
                          </a:cubicBezTo>
                          <a:cubicBezTo>
                            <a:pt x="0" y="43"/>
                            <a:pt x="0" y="43"/>
                            <a:pt x="0" y="43"/>
                          </a:cubicBezTo>
                          <a:cubicBezTo>
                            <a:pt x="11" y="43"/>
                            <a:pt x="11" y="43"/>
                            <a:pt x="11" y="43"/>
                          </a:cubicBezTo>
                          <a:cubicBezTo>
                            <a:pt x="22" y="96"/>
                            <a:pt x="22" y="96"/>
                            <a:pt x="22" y="96"/>
                          </a:cubicBezTo>
                          <a:cubicBezTo>
                            <a:pt x="32" y="96"/>
                            <a:pt x="32" y="96"/>
                            <a:pt x="32" y="96"/>
                          </a:cubicBezTo>
                          <a:cubicBezTo>
                            <a:pt x="22" y="128"/>
                            <a:pt x="22" y="128"/>
                            <a:pt x="22" y="128"/>
                          </a:cubicBezTo>
                          <a:cubicBezTo>
                            <a:pt x="43" y="128"/>
                            <a:pt x="43" y="128"/>
                            <a:pt x="43" y="128"/>
                          </a:cubicBezTo>
                          <a:cubicBezTo>
                            <a:pt x="65" y="139"/>
                            <a:pt x="65" y="139"/>
                            <a:pt x="65" y="139"/>
                          </a:cubicBezTo>
                          <a:cubicBezTo>
                            <a:pt x="76" y="139"/>
                            <a:pt x="76" y="139"/>
                            <a:pt x="76" y="139"/>
                          </a:cubicBezTo>
                          <a:cubicBezTo>
                            <a:pt x="65" y="150"/>
                            <a:pt x="65" y="150"/>
                            <a:pt x="65" y="150"/>
                          </a:cubicBezTo>
                          <a:cubicBezTo>
                            <a:pt x="54" y="150"/>
                            <a:pt x="54" y="150"/>
                            <a:pt x="54" y="150"/>
                          </a:cubicBezTo>
                          <a:cubicBezTo>
                            <a:pt x="43" y="160"/>
                            <a:pt x="43" y="160"/>
                            <a:pt x="43" y="160"/>
                          </a:cubicBezTo>
                          <a:cubicBezTo>
                            <a:pt x="32" y="160"/>
                            <a:pt x="32" y="160"/>
                            <a:pt x="32" y="160"/>
                          </a:cubicBezTo>
                          <a:cubicBezTo>
                            <a:pt x="32" y="181"/>
                            <a:pt x="32" y="181"/>
                            <a:pt x="32" y="181"/>
                          </a:cubicBezTo>
                          <a:cubicBezTo>
                            <a:pt x="22" y="181"/>
                            <a:pt x="22" y="181"/>
                            <a:pt x="22" y="181"/>
                          </a:cubicBezTo>
                          <a:cubicBezTo>
                            <a:pt x="22" y="192"/>
                            <a:pt x="22" y="192"/>
                            <a:pt x="22" y="192"/>
                          </a:cubicBezTo>
                          <a:cubicBezTo>
                            <a:pt x="32" y="192"/>
                            <a:pt x="32" y="192"/>
                            <a:pt x="32" y="192"/>
                          </a:cubicBezTo>
                          <a:cubicBezTo>
                            <a:pt x="54" y="181"/>
                            <a:pt x="54" y="181"/>
                            <a:pt x="54" y="181"/>
                          </a:cubicBezTo>
                          <a:cubicBezTo>
                            <a:pt x="76" y="181"/>
                            <a:pt x="76" y="181"/>
                            <a:pt x="76" y="181"/>
                          </a:cubicBezTo>
                          <a:cubicBezTo>
                            <a:pt x="76" y="203"/>
                            <a:pt x="76" y="203"/>
                            <a:pt x="76" y="203"/>
                          </a:cubicBezTo>
                          <a:cubicBezTo>
                            <a:pt x="43" y="235"/>
                            <a:pt x="43" y="235"/>
                            <a:pt x="43" y="235"/>
                          </a:cubicBezTo>
                          <a:cubicBezTo>
                            <a:pt x="43" y="267"/>
                            <a:pt x="43" y="267"/>
                            <a:pt x="43" y="267"/>
                          </a:cubicBezTo>
                          <a:cubicBezTo>
                            <a:pt x="87" y="267"/>
                            <a:pt x="87" y="267"/>
                            <a:pt x="87" y="267"/>
                          </a:cubicBezTo>
                          <a:cubicBezTo>
                            <a:pt x="98" y="278"/>
                            <a:pt x="98" y="278"/>
                            <a:pt x="98" y="278"/>
                          </a:cubicBezTo>
                          <a:cubicBezTo>
                            <a:pt x="108" y="299"/>
                            <a:pt x="108" y="299"/>
                            <a:pt x="108" y="299"/>
                          </a:cubicBezTo>
                          <a:cubicBezTo>
                            <a:pt x="65" y="310"/>
                            <a:pt x="65" y="310"/>
                            <a:pt x="65" y="310"/>
                          </a:cubicBezTo>
                          <a:cubicBezTo>
                            <a:pt x="87" y="331"/>
                            <a:pt x="87" y="331"/>
                            <a:pt x="87" y="331"/>
                          </a:cubicBezTo>
                          <a:cubicBezTo>
                            <a:pt x="98" y="353"/>
                            <a:pt x="98" y="353"/>
                            <a:pt x="98" y="353"/>
                          </a:cubicBezTo>
                          <a:cubicBezTo>
                            <a:pt x="98" y="363"/>
                            <a:pt x="98" y="363"/>
                            <a:pt x="98" y="363"/>
                          </a:cubicBezTo>
                          <a:cubicBezTo>
                            <a:pt x="87" y="363"/>
                            <a:pt x="87" y="363"/>
                            <a:pt x="87" y="363"/>
                          </a:cubicBezTo>
                          <a:cubicBezTo>
                            <a:pt x="87" y="374"/>
                            <a:pt x="87" y="374"/>
                            <a:pt x="87" y="374"/>
                          </a:cubicBezTo>
                          <a:cubicBezTo>
                            <a:pt x="119" y="395"/>
                            <a:pt x="119" y="395"/>
                            <a:pt x="119" y="395"/>
                          </a:cubicBezTo>
                          <a:cubicBezTo>
                            <a:pt x="140" y="417"/>
                            <a:pt x="140" y="417"/>
                            <a:pt x="140" y="417"/>
                          </a:cubicBezTo>
                          <a:cubicBezTo>
                            <a:pt x="157" y="442"/>
                            <a:pt x="157" y="442"/>
                            <a:pt x="157" y="442"/>
                          </a:cubicBezTo>
                          <a:cubicBezTo>
                            <a:pt x="157" y="442"/>
                            <a:pt x="157" y="442"/>
                            <a:pt x="157" y="442"/>
                          </a:cubicBezTo>
                          <a:cubicBezTo>
                            <a:pt x="159" y="442"/>
                            <a:pt x="161" y="443"/>
                            <a:pt x="166" y="444"/>
                          </a:cubicBezTo>
                          <a:cubicBezTo>
                            <a:pt x="166" y="444"/>
                            <a:pt x="166" y="444"/>
                            <a:pt x="167" y="444"/>
                          </a:cubicBezTo>
                          <a:cubicBezTo>
                            <a:pt x="173" y="438"/>
                            <a:pt x="173" y="438"/>
                            <a:pt x="173" y="438"/>
                          </a:cubicBezTo>
                          <a:cubicBezTo>
                            <a:pt x="173" y="447"/>
                            <a:pt x="173" y="447"/>
                            <a:pt x="173" y="447"/>
                          </a:cubicBezTo>
                          <a:cubicBezTo>
                            <a:pt x="174" y="448"/>
                            <a:pt x="175" y="448"/>
                            <a:pt x="176" y="449"/>
                          </a:cubicBezTo>
                          <a:cubicBezTo>
                            <a:pt x="176" y="449"/>
                            <a:pt x="176" y="449"/>
                            <a:pt x="180" y="444"/>
                          </a:cubicBezTo>
                          <a:cubicBezTo>
                            <a:pt x="180" y="444"/>
                            <a:pt x="180" y="444"/>
                            <a:pt x="199" y="447"/>
                          </a:cubicBezTo>
                          <a:cubicBezTo>
                            <a:pt x="199" y="447"/>
                            <a:pt x="199" y="447"/>
                            <a:pt x="212" y="446"/>
                          </a:cubicBezTo>
                          <a:cubicBezTo>
                            <a:pt x="212" y="446"/>
                            <a:pt x="212" y="446"/>
                            <a:pt x="230" y="446"/>
                          </a:cubicBezTo>
                          <a:cubicBezTo>
                            <a:pt x="230" y="446"/>
                            <a:pt x="230" y="446"/>
                            <a:pt x="240" y="443"/>
                          </a:cubicBezTo>
                          <a:cubicBezTo>
                            <a:pt x="240" y="443"/>
                            <a:pt x="240" y="443"/>
                            <a:pt x="239" y="437"/>
                          </a:cubicBezTo>
                          <a:cubicBezTo>
                            <a:pt x="239" y="437"/>
                            <a:pt x="239" y="437"/>
                            <a:pt x="237" y="431"/>
                          </a:cubicBezTo>
                          <a:cubicBezTo>
                            <a:pt x="237" y="431"/>
                            <a:pt x="237" y="431"/>
                            <a:pt x="245" y="425"/>
                          </a:cubicBezTo>
                          <a:cubicBezTo>
                            <a:pt x="245" y="425"/>
                            <a:pt x="245" y="425"/>
                            <a:pt x="255" y="417"/>
                          </a:cubicBezTo>
                          <a:cubicBezTo>
                            <a:pt x="255" y="417"/>
                            <a:pt x="255" y="417"/>
                            <a:pt x="258" y="416"/>
                          </a:cubicBezTo>
                          <a:cubicBezTo>
                            <a:pt x="258" y="416"/>
                            <a:pt x="258" y="416"/>
                            <a:pt x="258" y="421"/>
                          </a:cubicBezTo>
                          <a:cubicBezTo>
                            <a:pt x="258" y="421"/>
                            <a:pt x="258" y="421"/>
                            <a:pt x="262" y="419"/>
                          </a:cubicBezTo>
                          <a:cubicBezTo>
                            <a:pt x="262" y="419"/>
                            <a:pt x="262" y="419"/>
                            <a:pt x="266" y="418"/>
                          </a:cubicBezTo>
                          <a:cubicBezTo>
                            <a:pt x="266" y="418"/>
                            <a:pt x="266" y="418"/>
                            <a:pt x="263" y="414"/>
                          </a:cubicBezTo>
                          <a:cubicBezTo>
                            <a:pt x="263" y="414"/>
                            <a:pt x="263" y="414"/>
                            <a:pt x="267" y="412"/>
                          </a:cubicBezTo>
                          <a:cubicBezTo>
                            <a:pt x="267" y="412"/>
                            <a:pt x="267" y="412"/>
                            <a:pt x="268" y="407"/>
                          </a:cubicBezTo>
                          <a:cubicBezTo>
                            <a:pt x="268" y="407"/>
                            <a:pt x="268" y="407"/>
                            <a:pt x="264" y="405"/>
                          </a:cubicBezTo>
                          <a:cubicBezTo>
                            <a:pt x="264" y="405"/>
                            <a:pt x="264" y="405"/>
                            <a:pt x="264" y="402"/>
                          </a:cubicBezTo>
                          <a:cubicBezTo>
                            <a:pt x="264" y="402"/>
                            <a:pt x="264" y="402"/>
                            <a:pt x="267" y="399"/>
                          </a:cubicBezTo>
                          <a:cubicBezTo>
                            <a:pt x="267" y="399"/>
                            <a:pt x="267" y="399"/>
                            <a:pt x="266" y="396"/>
                          </a:cubicBezTo>
                          <a:cubicBezTo>
                            <a:pt x="266" y="396"/>
                            <a:pt x="266" y="396"/>
                            <a:pt x="258" y="394"/>
                          </a:cubicBezTo>
                          <a:cubicBezTo>
                            <a:pt x="258" y="394"/>
                            <a:pt x="258" y="394"/>
                            <a:pt x="254" y="388"/>
                          </a:cubicBezTo>
                          <a:cubicBezTo>
                            <a:pt x="254" y="388"/>
                            <a:pt x="254" y="388"/>
                            <a:pt x="256" y="385"/>
                          </a:cubicBezTo>
                          <a:cubicBezTo>
                            <a:pt x="256" y="385"/>
                            <a:pt x="256" y="385"/>
                            <a:pt x="259" y="389"/>
                          </a:cubicBezTo>
                          <a:cubicBezTo>
                            <a:pt x="259" y="389"/>
                            <a:pt x="259" y="389"/>
                            <a:pt x="262" y="387"/>
                          </a:cubicBezTo>
                          <a:cubicBezTo>
                            <a:pt x="262" y="387"/>
                            <a:pt x="262" y="387"/>
                            <a:pt x="267" y="388"/>
                          </a:cubicBezTo>
                          <a:cubicBezTo>
                            <a:pt x="267" y="388"/>
                            <a:pt x="267" y="388"/>
                            <a:pt x="271" y="385"/>
                          </a:cubicBezTo>
                          <a:cubicBezTo>
                            <a:pt x="271" y="385"/>
                            <a:pt x="271" y="385"/>
                            <a:pt x="279" y="380"/>
                          </a:cubicBezTo>
                          <a:cubicBezTo>
                            <a:pt x="279" y="380"/>
                            <a:pt x="279" y="380"/>
                            <a:pt x="282" y="378"/>
                          </a:cubicBezTo>
                          <a:cubicBezTo>
                            <a:pt x="282" y="378"/>
                            <a:pt x="282" y="378"/>
                            <a:pt x="283" y="374"/>
                          </a:cubicBezTo>
                          <a:cubicBezTo>
                            <a:pt x="283" y="374"/>
                            <a:pt x="283" y="374"/>
                            <a:pt x="288" y="372"/>
                          </a:cubicBezTo>
                          <a:cubicBezTo>
                            <a:pt x="288" y="372"/>
                            <a:pt x="288" y="372"/>
                            <a:pt x="293" y="377"/>
                          </a:cubicBezTo>
                          <a:cubicBezTo>
                            <a:pt x="293" y="377"/>
                            <a:pt x="293" y="377"/>
                            <a:pt x="297" y="384"/>
                          </a:cubicBezTo>
                          <a:cubicBezTo>
                            <a:pt x="297" y="384"/>
                            <a:pt x="297" y="384"/>
                            <a:pt x="298" y="389"/>
                          </a:cubicBezTo>
                          <a:cubicBezTo>
                            <a:pt x="298" y="389"/>
                            <a:pt x="298" y="389"/>
                            <a:pt x="298" y="392"/>
                          </a:cubicBezTo>
                          <a:cubicBezTo>
                            <a:pt x="298" y="392"/>
                            <a:pt x="298" y="392"/>
                            <a:pt x="291" y="396"/>
                          </a:cubicBezTo>
                          <a:cubicBezTo>
                            <a:pt x="291" y="396"/>
                            <a:pt x="291" y="396"/>
                            <a:pt x="292" y="399"/>
                          </a:cubicBezTo>
                          <a:cubicBezTo>
                            <a:pt x="292" y="399"/>
                            <a:pt x="292" y="399"/>
                            <a:pt x="299" y="400"/>
                          </a:cubicBezTo>
                          <a:cubicBezTo>
                            <a:pt x="299" y="400"/>
                            <a:pt x="299" y="400"/>
                            <a:pt x="303" y="404"/>
                          </a:cubicBezTo>
                          <a:cubicBezTo>
                            <a:pt x="303" y="404"/>
                            <a:pt x="303" y="404"/>
                            <a:pt x="309" y="402"/>
                          </a:cubicBezTo>
                          <a:cubicBezTo>
                            <a:pt x="309" y="402"/>
                            <a:pt x="309" y="402"/>
                            <a:pt x="314" y="404"/>
                          </a:cubicBezTo>
                          <a:cubicBezTo>
                            <a:pt x="314" y="404"/>
                            <a:pt x="314" y="404"/>
                            <a:pt x="319" y="401"/>
                          </a:cubicBezTo>
                          <a:cubicBezTo>
                            <a:pt x="319" y="401"/>
                            <a:pt x="319" y="401"/>
                            <a:pt x="321" y="404"/>
                          </a:cubicBezTo>
                          <a:cubicBezTo>
                            <a:pt x="321" y="404"/>
                            <a:pt x="321" y="404"/>
                            <a:pt x="318" y="408"/>
                          </a:cubicBezTo>
                          <a:cubicBezTo>
                            <a:pt x="318" y="408"/>
                            <a:pt x="318" y="408"/>
                            <a:pt x="324" y="407"/>
                          </a:cubicBezTo>
                          <a:cubicBezTo>
                            <a:pt x="324" y="407"/>
                            <a:pt x="324" y="407"/>
                            <a:pt x="326" y="408"/>
                          </a:cubicBezTo>
                          <a:cubicBezTo>
                            <a:pt x="326" y="408"/>
                            <a:pt x="326" y="408"/>
                            <a:pt x="324" y="425"/>
                          </a:cubicBezTo>
                          <a:cubicBezTo>
                            <a:pt x="324" y="425"/>
                            <a:pt x="324" y="425"/>
                            <a:pt x="324" y="432"/>
                          </a:cubicBezTo>
                          <a:cubicBezTo>
                            <a:pt x="324" y="432"/>
                            <a:pt x="324" y="432"/>
                            <a:pt x="328" y="433"/>
                          </a:cubicBezTo>
                          <a:cubicBezTo>
                            <a:pt x="328" y="433"/>
                            <a:pt x="328" y="433"/>
                            <a:pt x="330" y="431"/>
                          </a:cubicBezTo>
                          <a:cubicBezTo>
                            <a:pt x="330" y="431"/>
                            <a:pt x="330" y="431"/>
                            <a:pt x="331" y="428"/>
                          </a:cubicBezTo>
                          <a:cubicBezTo>
                            <a:pt x="331" y="428"/>
                            <a:pt x="331" y="428"/>
                            <a:pt x="334" y="429"/>
                          </a:cubicBezTo>
                          <a:cubicBezTo>
                            <a:pt x="334" y="429"/>
                            <a:pt x="334" y="429"/>
                            <a:pt x="336" y="433"/>
                          </a:cubicBezTo>
                          <a:cubicBezTo>
                            <a:pt x="336" y="433"/>
                            <a:pt x="336" y="433"/>
                            <a:pt x="336" y="443"/>
                          </a:cubicBezTo>
                          <a:cubicBezTo>
                            <a:pt x="336" y="443"/>
                            <a:pt x="336" y="443"/>
                            <a:pt x="335" y="448"/>
                          </a:cubicBezTo>
                          <a:cubicBezTo>
                            <a:pt x="335" y="448"/>
                            <a:pt x="335" y="448"/>
                            <a:pt x="339" y="450"/>
                          </a:cubicBezTo>
                          <a:cubicBezTo>
                            <a:pt x="339" y="450"/>
                            <a:pt x="339" y="450"/>
                            <a:pt x="344" y="450"/>
                          </a:cubicBezTo>
                          <a:cubicBezTo>
                            <a:pt x="344" y="450"/>
                            <a:pt x="344" y="450"/>
                            <a:pt x="348" y="452"/>
                          </a:cubicBezTo>
                          <a:cubicBezTo>
                            <a:pt x="348" y="452"/>
                            <a:pt x="348" y="452"/>
                            <a:pt x="353" y="456"/>
                          </a:cubicBezTo>
                          <a:cubicBezTo>
                            <a:pt x="353" y="456"/>
                            <a:pt x="353" y="456"/>
                            <a:pt x="357" y="457"/>
                          </a:cubicBezTo>
                          <a:cubicBezTo>
                            <a:pt x="357" y="457"/>
                            <a:pt x="357" y="457"/>
                            <a:pt x="356" y="467"/>
                          </a:cubicBezTo>
                          <a:cubicBezTo>
                            <a:pt x="356" y="467"/>
                            <a:pt x="356" y="467"/>
                            <a:pt x="356" y="472"/>
                          </a:cubicBezTo>
                          <a:cubicBezTo>
                            <a:pt x="356" y="472"/>
                            <a:pt x="356" y="472"/>
                            <a:pt x="352" y="473"/>
                          </a:cubicBezTo>
                          <a:cubicBezTo>
                            <a:pt x="352" y="473"/>
                            <a:pt x="352" y="473"/>
                            <a:pt x="354" y="478"/>
                          </a:cubicBezTo>
                          <a:cubicBezTo>
                            <a:pt x="354" y="478"/>
                            <a:pt x="354" y="478"/>
                            <a:pt x="351" y="482"/>
                          </a:cubicBezTo>
                          <a:cubicBezTo>
                            <a:pt x="351" y="482"/>
                            <a:pt x="351" y="482"/>
                            <a:pt x="353" y="483"/>
                          </a:cubicBezTo>
                          <a:cubicBezTo>
                            <a:pt x="353" y="483"/>
                            <a:pt x="353" y="483"/>
                            <a:pt x="356" y="482"/>
                          </a:cubicBezTo>
                          <a:cubicBezTo>
                            <a:pt x="356" y="482"/>
                            <a:pt x="356" y="482"/>
                            <a:pt x="361" y="485"/>
                          </a:cubicBezTo>
                          <a:cubicBezTo>
                            <a:pt x="361" y="485"/>
                            <a:pt x="361" y="485"/>
                            <a:pt x="364" y="483"/>
                          </a:cubicBezTo>
                          <a:cubicBezTo>
                            <a:pt x="364" y="483"/>
                            <a:pt x="364" y="483"/>
                            <a:pt x="369" y="485"/>
                          </a:cubicBezTo>
                          <a:cubicBezTo>
                            <a:pt x="369" y="485"/>
                            <a:pt x="369" y="485"/>
                            <a:pt x="372" y="485"/>
                          </a:cubicBezTo>
                          <a:cubicBezTo>
                            <a:pt x="372" y="485"/>
                            <a:pt x="372" y="485"/>
                            <a:pt x="377" y="489"/>
                          </a:cubicBezTo>
                          <a:cubicBezTo>
                            <a:pt x="377" y="489"/>
                            <a:pt x="377" y="489"/>
                            <a:pt x="381" y="492"/>
                          </a:cubicBezTo>
                          <a:cubicBezTo>
                            <a:pt x="381" y="492"/>
                            <a:pt x="381" y="492"/>
                            <a:pt x="383" y="496"/>
                          </a:cubicBezTo>
                          <a:cubicBezTo>
                            <a:pt x="383" y="496"/>
                            <a:pt x="383" y="496"/>
                            <a:pt x="385" y="499"/>
                          </a:cubicBezTo>
                          <a:cubicBezTo>
                            <a:pt x="385" y="499"/>
                            <a:pt x="385" y="499"/>
                            <a:pt x="390" y="496"/>
                          </a:cubicBezTo>
                          <a:cubicBezTo>
                            <a:pt x="390" y="496"/>
                            <a:pt x="390" y="496"/>
                            <a:pt x="394" y="494"/>
                          </a:cubicBezTo>
                          <a:cubicBezTo>
                            <a:pt x="394" y="494"/>
                            <a:pt x="394" y="494"/>
                            <a:pt x="398" y="496"/>
                          </a:cubicBezTo>
                          <a:cubicBezTo>
                            <a:pt x="398" y="496"/>
                            <a:pt x="398" y="496"/>
                            <a:pt x="399" y="501"/>
                          </a:cubicBezTo>
                          <a:cubicBezTo>
                            <a:pt x="399" y="501"/>
                            <a:pt x="399" y="501"/>
                            <a:pt x="395" y="505"/>
                          </a:cubicBezTo>
                          <a:cubicBezTo>
                            <a:pt x="395" y="505"/>
                            <a:pt x="395" y="505"/>
                            <a:pt x="395" y="509"/>
                          </a:cubicBezTo>
                          <a:cubicBezTo>
                            <a:pt x="395" y="509"/>
                            <a:pt x="395" y="509"/>
                            <a:pt x="392" y="513"/>
                          </a:cubicBezTo>
                          <a:cubicBezTo>
                            <a:pt x="392" y="513"/>
                            <a:pt x="392" y="513"/>
                            <a:pt x="392" y="516"/>
                          </a:cubicBezTo>
                          <a:cubicBezTo>
                            <a:pt x="392" y="516"/>
                            <a:pt x="392" y="516"/>
                            <a:pt x="386" y="519"/>
                          </a:cubicBezTo>
                          <a:cubicBezTo>
                            <a:pt x="386" y="519"/>
                            <a:pt x="386" y="519"/>
                            <a:pt x="384" y="528"/>
                          </a:cubicBezTo>
                          <a:cubicBezTo>
                            <a:pt x="384" y="528"/>
                            <a:pt x="384" y="528"/>
                            <a:pt x="379" y="531"/>
                          </a:cubicBezTo>
                          <a:cubicBezTo>
                            <a:pt x="379" y="531"/>
                            <a:pt x="379" y="531"/>
                            <a:pt x="376" y="535"/>
                          </a:cubicBezTo>
                          <a:cubicBezTo>
                            <a:pt x="376" y="535"/>
                            <a:pt x="376" y="535"/>
                            <a:pt x="376" y="542"/>
                          </a:cubicBezTo>
                          <a:cubicBezTo>
                            <a:pt x="432" y="535"/>
                            <a:pt x="432" y="535"/>
                            <a:pt x="432" y="535"/>
                          </a:cubicBezTo>
                          <a:cubicBezTo>
                            <a:pt x="453" y="535"/>
                            <a:pt x="453" y="535"/>
                            <a:pt x="453" y="535"/>
                          </a:cubicBezTo>
                          <a:cubicBezTo>
                            <a:pt x="453" y="492"/>
                            <a:pt x="453" y="492"/>
                            <a:pt x="453" y="492"/>
                          </a:cubicBezTo>
                          <a:cubicBezTo>
                            <a:pt x="442" y="481"/>
                            <a:pt x="442" y="481"/>
                            <a:pt x="442" y="481"/>
                          </a:cubicBezTo>
                          <a:cubicBezTo>
                            <a:pt x="442" y="470"/>
                            <a:pt x="442" y="470"/>
                            <a:pt x="442" y="470"/>
                          </a:cubicBezTo>
                          <a:cubicBezTo>
                            <a:pt x="486" y="470"/>
                            <a:pt x="486" y="470"/>
                            <a:pt x="486" y="470"/>
                          </a:cubicBezTo>
                          <a:cubicBezTo>
                            <a:pt x="496" y="460"/>
                            <a:pt x="496" y="460"/>
                            <a:pt x="496" y="460"/>
                          </a:cubicBezTo>
                          <a:cubicBezTo>
                            <a:pt x="496" y="417"/>
                            <a:pt x="496" y="417"/>
                            <a:pt x="496" y="417"/>
                          </a:cubicBezTo>
                          <a:lnTo>
                            <a:pt x="486" y="406"/>
                          </a:ln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sym typeface="Arial"/>
                      </a:endParaRPr>
                    </a:p>
                  </p:txBody>
                </p:sp>
                <p:sp>
                  <p:nvSpPr>
                    <p:cNvPr id="624" name="Freeform 180" descr="© INSCALE GmbH, 05.05.2010&#10;http://www.presentationload.com/">
                      <a:extLst>
                        <a:ext uri="{FF2B5EF4-FFF2-40B4-BE49-F238E27FC236}">
                          <a16:creationId xmlns:a16="http://schemas.microsoft.com/office/drawing/2014/main" id="{877C9353-28ED-D63B-0E2C-E29847EB2FE2}"/>
                        </a:ext>
                      </a:extLst>
                    </p:cNvPr>
                    <p:cNvSpPr>
                      <a:spLocks noEditPoints="1"/>
                    </p:cNvSpPr>
                    <p:nvPr/>
                  </p:nvSpPr>
                  <p:spPr bwMode="gray">
                    <a:xfrm>
                      <a:off x="2268" y="1436"/>
                      <a:ext cx="121" cy="122"/>
                    </a:xfrm>
                    <a:custGeom>
                      <a:avLst/>
                      <a:gdLst/>
                      <a:ahLst/>
                      <a:cxnLst>
                        <a:cxn ang="0">
                          <a:pos x="6" y="75"/>
                        </a:cxn>
                        <a:cxn ang="0">
                          <a:pos x="0" y="72"/>
                        </a:cxn>
                        <a:cxn ang="0">
                          <a:pos x="227" y="122"/>
                        </a:cxn>
                        <a:cxn ang="0">
                          <a:pos x="218" y="127"/>
                        </a:cxn>
                        <a:cxn ang="0">
                          <a:pos x="214" y="120"/>
                        </a:cxn>
                        <a:cxn ang="0">
                          <a:pos x="206" y="113"/>
                        </a:cxn>
                        <a:cxn ang="0">
                          <a:pos x="197" y="111"/>
                        </a:cxn>
                        <a:cxn ang="0">
                          <a:pos x="190" y="110"/>
                        </a:cxn>
                        <a:cxn ang="0">
                          <a:pos x="185" y="110"/>
                        </a:cxn>
                        <a:cxn ang="0">
                          <a:pos x="185" y="101"/>
                        </a:cxn>
                        <a:cxn ang="0">
                          <a:pos x="189" y="95"/>
                        </a:cxn>
                        <a:cxn ang="0">
                          <a:pos x="187" y="84"/>
                        </a:cxn>
                        <a:cxn ang="0">
                          <a:pos x="177" y="78"/>
                        </a:cxn>
                        <a:cxn ang="0">
                          <a:pos x="169" y="76"/>
                        </a:cxn>
                        <a:cxn ang="0">
                          <a:pos x="170" y="61"/>
                        </a:cxn>
                        <a:cxn ang="0">
                          <a:pos x="165" y="56"/>
                        </a:cxn>
                        <a:cxn ang="0">
                          <a:pos x="161" y="61"/>
                        </a:cxn>
                        <a:cxn ang="0">
                          <a:pos x="157" y="53"/>
                        </a:cxn>
                        <a:cxn ang="0">
                          <a:pos x="158" y="35"/>
                        </a:cxn>
                        <a:cxn ang="0">
                          <a:pos x="154" y="32"/>
                        </a:cxn>
                        <a:cxn ang="0">
                          <a:pos x="147" y="32"/>
                        </a:cxn>
                        <a:cxn ang="0">
                          <a:pos x="137" y="32"/>
                        </a:cxn>
                        <a:cxn ang="0">
                          <a:pos x="126" y="27"/>
                        </a:cxn>
                        <a:cxn ang="0">
                          <a:pos x="131" y="20"/>
                        </a:cxn>
                        <a:cxn ang="0">
                          <a:pos x="130" y="12"/>
                        </a:cxn>
                        <a:cxn ang="0">
                          <a:pos x="122" y="0"/>
                        </a:cxn>
                        <a:cxn ang="0">
                          <a:pos x="115" y="6"/>
                        </a:cxn>
                        <a:cxn ang="0">
                          <a:pos x="104" y="13"/>
                        </a:cxn>
                        <a:cxn ang="0">
                          <a:pos x="96" y="15"/>
                        </a:cxn>
                        <a:cxn ang="0">
                          <a:pos x="89" y="13"/>
                        </a:cxn>
                        <a:cxn ang="0">
                          <a:pos x="91" y="22"/>
                        </a:cxn>
                        <a:cxn ang="0">
                          <a:pos x="101" y="27"/>
                        </a:cxn>
                        <a:cxn ang="0">
                          <a:pos x="97" y="33"/>
                        </a:cxn>
                        <a:cxn ang="0">
                          <a:pos x="100" y="40"/>
                        </a:cxn>
                        <a:cxn ang="0">
                          <a:pos x="99" y="46"/>
                        </a:cxn>
                        <a:cxn ang="0">
                          <a:pos x="92" y="49"/>
                        </a:cxn>
                        <a:cxn ang="0">
                          <a:pos x="88" y="45"/>
                        </a:cxn>
                        <a:cxn ang="0">
                          <a:pos x="70" y="59"/>
                        </a:cxn>
                        <a:cxn ang="0">
                          <a:pos x="73" y="71"/>
                        </a:cxn>
                        <a:cxn ang="0">
                          <a:pos x="45" y="74"/>
                        </a:cxn>
                        <a:cxn ang="0">
                          <a:pos x="14" y="72"/>
                        </a:cxn>
                        <a:cxn ang="0">
                          <a:pos x="6" y="75"/>
                        </a:cxn>
                        <a:cxn ang="0">
                          <a:pos x="6" y="141"/>
                        </a:cxn>
                        <a:cxn ang="0">
                          <a:pos x="14" y="155"/>
                        </a:cxn>
                        <a:cxn ang="0">
                          <a:pos x="27" y="173"/>
                        </a:cxn>
                        <a:cxn ang="0">
                          <a:pos x="50" y="175"/>
                        </a:cxn>
                        <a:cxn ang="0">
                          <a:pos x="60" y="211"/>
                        </a:cxn>
                        <a:cxn ang="0">
                          <a:pos x="60" y="237"/>
                        </a:cxn>
                        <a:cxn ang="0">
                          <a:pos x="92" y="226"/>
                        </a:cxn>
                        <a:cxn ang="0">
                          <a:pos x="138" y="205"/>
                        </a:cxn>
                        <a:cxn ang="0">
                          <a:pos x="146" y="184"/>
                        </a:cxn>
                        <a:cxn ang="0">
                          <a:pos x="189" y="173"/>
                        </a:cxn>
                        <a:cxn ang="0">
                          <a:pos x="209" y="163"/>
                        </a:cxn>
                        <a:cxn ang="0">
                          <a:pos x="217" y="156"/>
                        </a:cxn>
                        <a:cxn ang="0">
                          <a:pos x="225" y="144"/>
                        </a:cxn>
                        <a:cxn ang="0">
                          <a:pos x="228" y="137"/>
                        </a:cxn>
                        <a:cxn ang="0">
                          <a:pos x="232" y="129"/>
                        </a:cxn>
                      </a:cxnLst>
                      <a:rect l="0" t="0" r="r" b="b"/>
                      <a:pathLst>
                        <a:path w="232" h="237">
                          <a:moveTo>
                            <a:pt x="0" y="72"/>
                          </a:moveTo>
                          <a:cubicBezTo>
                            <a:pt x="1" y="72"/>
                            <a:pt x="2" y="73"/>
                            <a:pt x="6" y="75"/>
                          </a:cubicBezTo>
                          <a:cubicBezTo>
                            <a:pt x="6" y="66"/>
                            <a:pt x="6" y="66"/>
                            <a:pt x="6" y="66"/>
                          </a:cubicBezTo>
                          <a:lnTo>
                            <a:pt x="0" y="72"/>
                          </a:lnTo>
                          <a:close/>
                          <a:moveTo>
                            <a:pt x="231" y="124"/>
                          </a:moveTo>
                          <a:cubicBezTo>
                            <a:pt x="227" y="122"/>
                            <a:pt x="227" y="122"/>
                            <a:pt x="227" y="122"/>
                          </a:cubicBezTo>
                          <a:cubicBezTo>
                            <a:pt x="223" y="124"/>
                            <a:pt x="223" y="124"/>
                            <a:pt x="223" y="124"/>
                          </a:cubicBezTo>
                          <a:cubicBezTo>
                            <a:pt x="218" y="127"/>
                            <a:pt x="218" y="127"/>
                            <a:pt x="218" y="127"/>
                          </a:cubicBezTo>
                          <a:cubicBezTo>
                            <a:pt x="216" y="124"/>
                            <a:pt x="216" y="124"/>
                            <a:pt x="216" y="124"/>
                          </a:cubicBezTo>
                          <a:cubicBezTo>
                            <a:pt x="214" y="120"/>
                            <a:pt x="214" y="120"/>
                            <a:pt x="214" y="120"/>
                          </a:cubicBezTo>
                          <a:cubicBezTo>
                            <a:pt x="210" y="117"/>
                            <a:pt x="210" y="117"/>
                            <a:pt x="210" y="117"/>
                          </a:cubicBezTo>
                          <a:cubicBezTo>
                            <a:pt x="206" y="113"/>
                            <a:pt x="206" y="113"/>
                            <a:pt x="206" y="113"/>
                          </a:cubicBezTo>
                          <a:cubicBezTo>
                            <a:pt x="202" y="113"/>
                            <a:pt x="202" y="113"/>
                            <a:pt x="202" y="113"/>
                          </a:cubicBezTo>
                          <a:cubicBezTo>
                            <a:pt x="197" y="111"/>
                            <a:pt x="197" y="111"/>
                            <a:pt x="197" y="111"/>
                          </a:cubicBezTo>
                          <a:cubicBezTo>
                            <a:pt x="195" y="113"/>
                            <a:pt x="195" y="113"/>
                            <a:pt x="195" y="113"/>
                          </a:cubicBezTo>
                          <a:cubicBezTo>
                            <a:pt x="190" y="110"/>
                            <a:pt x="190" y="110"/>
                            <a:pt x="190" y="110"/>
                          </a:cubicBezTo>
                          <a:cubicBezTo>
                            <a:pt x="186" y="111"/>
                            <a:pt x="186" y="111"/>
                            <a:pt x="186" y="111"/>
                          </a:cubicBezTo>
                          <a:cubicBezTo>
                            <a:pt x="185" y="110"/>
                            <a:pt x="185" y="110"/>
                            <a:pt x="185" y="110"/>
                          </a:cubicBezTo>
                          <a:cubicBezTo>
                            <a:pt x="187" y="106"/>
                            <a:pt x="187" y="106"/>
                            <a:pt x="187" y="106"/>
                          </a:cubicBezTo>
                          <a:cubicBezTo>
                            <a:pt x="185" y="101"/>
                            <a:pt x="185" y="101"/>
                            <a:pt x="185" y="101"/>
                          </a:cubicBezTo>
                          <a:cubicBezTo>
                            <a:pt x="189" y="100"/>
                            <a:pt x="189" y="100"/>
                            <a:pt x="189" y="100"/>
                          </a:cubicBezTo>
                          <a:cubicBezTo>
                            <a:pt x="189" y="95"/>
                            <a:pt x="189" y="95"/>
                            <a:pt x="189" y="95"/>
                          </a:cubicBezTo>
                          <a:cubicBezTo>
                            <a:pt x="191" y="85"/>
                            <a:pt x="191" y="85"/>
                            <a:pt x="191" y="85"/>
                          </a:cubicBezTo>
                          <a:cubicBezTo>
                            <a:pt x="187" y="84"/>
                            <a:pt x="187" y="84"/>
                            <a:pt x="187" y="84"/>
                          </a:cubicBezTo>
                          <a:cubicBezTo>
                            <a:pt x="182" y="80"/>
                            <a:pt x="182" y="80"/>
                            <a:pt x="182" y="80"/>
                          </a:cubicBezTo>
                          <a:cubicBezTo>
                            <a:pt x="177" y="78"/>
                            <a:pt x="177" y="78"/>
                            <a:pt x="177" y="78"/>
                          </a:cubicBezTo>
                          <a:cubicBezTo>
                            <a:pt x="172" y="78"/>
                            <a:pt x="172" y="78"/>
                            <a:pt x="172" y="78"/>
                          </a:cubicBezTo>
                          <a:cubicBezTo>
                            <a:pt x="169" y="76"/>
                            <a:pt x="169" y="76"/>
                            <a:pt x="169" y="76"/>
                          </a:cubicBezTo>
                          <a:cubicBezTo>
                            <a:pt x="169" y="71"/>
                            <a:pt x="169" y="71"/>
                            <a:pt x="169" y="71"/>
                          </a:cubicBezTo>
                          <a:cubicBezTo>
                            <a:pt x="170" y="61"/>
                            <a:pt x="170" y="61"/>
                            <a:pt x="170" y="61"/>
                          </a:cubicBezTo>
                          <a:cubicBezTo>
                            <a:pt x="167" y="57"/>
                            <a:pt x="167" y="57"/>
                            <a:pt x="167" y="57"/>
                          </a:cubicBezTo>
                          <a:cubicBezTo>
                            <a:pt x="165" y="56"/>
                            <a:pt x="165" y="56"/>
                            <a:pt x="165" y="56"/>
                          </a:cubicBezTo>
                          <a:cubicBezTo>
                            <a:pt x="163" y="59"/>
                            <a:pt x="163" y="59"/>
                            <a:pt x="163" y="59"/>
                          </a:cubicBezTo>
                          <a:cubicBezTo>
                            <a:pt x="161" y="61"/>
                            <a:pt x="161" y="61"/>
                            <a:pt x="161" y="61"/>
                          </a:cubicBezTo>
                          <a:cubicBezTo>
                            <a:pt x="158" y="60"/>
                            <a:pt x="158" y="60"/>
                            <a:pt x="158" y="60"/>
                          </a:cubicBezTo>
                          <a:cubicBezTo>
                            <a:pt x="157" y="53"/>
                            <a:pt x="157" y="53"/>
                            <a:pt x="157" y="53"/>
                          </a:cubicBezTo>
                          <a:cubicBezTo>
                            <a:pt x="159" y="36"/>
                            <a:pt x="159" y="36"/>
                            <a:pt x="159" y="36"/>
                          </a:cubicBezTo>
                          <a:cubicBezTo>
                            <a:pt x="158" y="35"/>
                            <a:pt x="158" y="35"/>
                            <a:pt x="158" y="35"/>
                          </a:cubicBezTo>
                          <a:cubicBezTo>
                            <a:pt x="151" y="36"/>
                            <a:pt x="151" y="36"/>
                            <a:pt x="151" y="36"/>
                          </a:cubicBezTo>
                          <a:cubicBezTo>
                            <a:pt x="154" y="32"/>
                            <a:pt x="154" y="32"/>
                            <a:pt x="154" y="32"/>
                          </a:cubicBezTo>
                          <a:cubicBezTo>
                            <a:pt x="152" y="29"/>
                            <a:pt x="152" y="29"/>
                            <a:pt x="152" y="29"/>
                          </a:cubicBezTo>
                          <a:cubicBezTo>
                            <a:pt x="147" y="32"/>
                            <a:pt x="147" y="32"/>
                            <a:pt x="147" y="32"/>
                          </a:cubicBezTo>
                          <a:cubicBezTo>
                            <a:pt x="142" y="30"/>
                            <a:pt x="142" y="30"/>
                            <a:pt x="142" y="30"/>
                          </a:cubicBezTo>
                          <a:cubicBezTo>
                            <a:pt x="137" y="32"/>
                            <a:pt x="137" y="32"/>
                            <a:pt x="137" y="32"/>
                          </a:cubicBezTo>
                          <a:cubicBezTo>
                            <a:pt x="132" y="28"/>
                            <a:pt x="132" y="28"/>
                            <a:pt x="132" y="28"/>
                          </a:cubicBezTo>
                          <a:cubicBezTo>
                            <a:pt x="126" y="27"/>
                            <a:pt x="126" y="27"/>
                            <a:pt x="126" y="27"/>
                          </a:cubicBezTo>
                          <a:cubicBezTo>
                            <a:pt x="125" y="24"/>
                            <a:pt x="125" y="24"/>
                            <a:pt x="125" y="24"/>
                          </a:cubicBezTo>
                          <a:cubicBezTo>
                            <a:pt x="131" y="20"/>
                            <a:pt x="131" y="20"/>
                            <a:pt x="131" y="20"/>
                          </a:cubicBezTo>
                          <a:cubicBezTo>
                            <a:pt x="131" y="17"/>
                            <a:pt x="131" y="17"/>
                            <a:pt x="131" y="17"/>
                          </a:cubicBezTo>
                          <a:cubicBezTo>
                            <a:pt x="130" y="12"/>
                            <a:pt x="130" y="12"/>
                            <a:pt x="130" y="12"/>
                          </a:cubicBezTo>
                          <a:cubicBezTo>
                            <a:pt x="126" y="5"/>
                            <a:pt x="126" y="5"/>
                            <a:pt x="126" y="5"/>
                          </a:cubicBezTo>
                          <a:cubicBezTo>
                            <a:pt x="122" y="0"/>
                            <a:pt x="122" y="0"/>
                            <a:pt x="122" y="0"/>
                          </a:cubicBezTo>
                          <a:cubicBezTo>
                            <a:pt x="116" y="2"/>
                            <a:pt x="116" y="2"/>
                            <a:pt x="116" y="2"/>
                          </a:cubicBezTo>
                          <a:cubicBezTo>
                            <a:pt x="115" y="6"/>
                            <a:pt x="115" y="6"/>
                            <a:pt x="115" y="6"/>
                          </a:cubicBezTo>
                          <a:cubicBezTo>
                            <a:pt x="112" y="8"/>
                            <a:pt x="112" y="8"/>
                            <a:pt x="112" y="8"/>
                          </a:cubicBezTo>
                          <a:cubicBezTo>
                            <a:pt x="104" y="13"/>
                            <a:pt x="104" y="13"/>
                            <a:pt x="104" y="13"/>
                          </a:cubicBezTo>
                          <a:cubicBezTo>
                            <a:pt x="100" y="16"/>
                            <a:pt x="100" y="16"/>
                            <a:pt x="100" y="16"/>
                          </a:cubicBezTo>
                          <a:cubicBezTo>
                            <a:pt x="96" y="15"/>
                            <a:pt x="96" y="15"/>
                            <a:pt x="96" y="15"/>
                          </a:cubicBezTo>
                          <a:cubicBezTo>
                            <a:pt x="92" y="17"/>
                            <a:pt x="92" y="17"/>
                            <a:pt x="92" y="17"/>
                          </a:cubicBezTo>
                          <a:cubicBezTo>
                            <a:pt x="89" y="13"/>
                            <a:pt x="89" y="13"/>
                            <a:pt x="89" y="13"/>
                          </a:cubicBezTo>
                          <a:cubicBezTo>
                            <a:pt x="88" y="16"/>
                            <a:pt x="88" y="16"/>
                            <a:pt x="88" y="16"/>
                          </a:cubicBezTo>
                          <a:cubicBezTo>
                            <a:pt x="91" y="22"/>
                            <a:pt x="91" y="22"/>
                            <a:pt x="91" y="22"/>
                          </a:cubicBezTo>
                          <a:cubicBezTo>
                            <a:pt x="99" y="24"/>
                            <a:pt x="99" y="24"/>
                            <a:pt x="99" y="24"/>
                          </a:cubicBezTo>
                          <a:cubicBezTo>
                            <a:pt x="101" y="27"/>
                            <a:pt x="101" y="27"/>
                            <a:pt x="101" y="27"/>
                          </a:cubicBezTo>
                          <a:cubicBezTo>
                            <a:pt x="97" y="30"/>
                            <a:pt x="97" y="30"/>
                            <a:pt x="97" y="30"/>
                          </a:cubicBezTo>
                          <a:cubicBezTo>
                            <a:pt x="97" y="33"/>
                            <a:pt x="97" y="33"/>
                            <a:pt x="97" y="33"/>
                          </a:cubicBezTo>
                          <a:cubicBezTo>
                            <a:pt x="101" y="35"/>
                            <a:pt x="101" y="35"/>
                            <a:pt x="101" y="35"/>
                          </a:cubicBezTo>
                          <a:cubicBezTo>
                            <a:pt x="100" y="40"/>
                            <a:pt x="100" y="40"/>
                            <a:pt x="100" y="40"/>
                          </a:cubicBezTo>
                          <a:cubicBezTo>
                            <a:pt x="97" y="42"/>
                            <a:pt x="97" y="42"/>
                            <a:pt x="97" y="42"/>
                          </a:cubicBezTo>
                          <a:cubicBezTo>
                            <a:pt x="99" y="46"/>
                            <a:pt x="99" y="46"/>
                            <a:pt x="99" y="46"/>
                          </a:cubicBezTo>
                          <a:cubicBezTo>
                            <a:pt x="96" y="47"/>
                            <a:pt x="96" y="47"/>
                            <a:pt x="96" y="47"/>
                          </a:cubicBezTo>
                          <a:cubicBezTo>
                            <a:pt x="92" y="49"/>
                            <a:pt x="92" y="49"/>
                            <a:pt x="92" y="49"/>
                          </a:cubicBezTo>
                          <a:cubicBezTo>
                            <a:pt x="91" y="44"/>
                            <a:pt x="91" y="44"/>
                            <a:pt x="91" y="44"/>
                          </a:cubicBezTo>
                          <a:cubicBezTo>
                            <a:pt x="88" y="45"/>
                            <a:pt x="88" y="45"/>
                            <a:pt x="88" y="45"/>
                          </a:cubicBezTo>
                          <a:cubicBezTo>
                            <a:pt x="78" y="53"/>
                            <a:pt x="78" y="53"/>
                            <a:pt x="78" y="53"/>
                          </a:cubicBezTo>
                          <a:cubicBezTo>
                            <a:pt x="70" y="59"/>
                            <a:pt x="70" y="59"/>
                            <a:pt x="70" y="59"/>
                          </a:cubicBezTo>
                          <a:cubicBezTo>
                            <a:pt x="72" y="65"/>
                            <a:pt x="72" y="65"/>
                            <a:pt x="72" y="65"/>
                          </a:cubicBezTo>
                          <a:cubicBezTo>
                            <a:pt x="73" y="71"/>
                            <a:pt x="73" y="71"/>
                            <a:pt x="73" y="71"/>
                          </a:cubicBezTo>
                          <a:cubicBezTo>
                            <a:pt x="63" y="74"/>
                            <a:pt x="63" y="74"/>
                            <a:pt x="63" y="74"/>
                          </a:cubicBezTo>
                          <a:cubicBezTo>
                            <a:pt x="45" y="74"/>
                            <a:pt x="45" y="74"/>
                            <a:pt x="45" y="74"/>
                          </a:cubicBezTo>
                          <a:cubicBezTo>
                            <a:pt x="32" y="75"/>
                            <a:pt x="32" y="75"/>
                            <a:pt x="32" y="75"/>
                          </a:cubicBezTo>
                          <a:cubicBezTo>
                            <a:pt x="14" y="72"/>
                            <a:pt x="14" y="72"/>
                            <a:pt x="14" y="72"/>
                          </a:cubicBezTo>
                          <a:cubicBezTo>
                            <a:pt x="9" y="77"/>
                            <a:pt x="9" y="77"/>
                            <a:pt x="9" y="77"/>
                          </a:cubicBezTo>
                          <a:cubicBezTo>
                            <a:pt x="8" y="76"/>
                            <a:pt x="7" y="76"/>
                            <a:pt x="6" y="75"/>
                          </a:cubicBezTo>
                          <a:cubicBezTo>
                            <a:pt x="6" y="116"/>
                            <a:pt x="6" y="116"/>
                            <a:pt x="6" y="116"/>
                          </a:cubicBezTo>
                          <a:cubicBezTo>
                            <a:pt x="6" y="141"/>
                            <a:pt x="6" y="141"/>
                            <a:pt x="6" y="141"/>
                          </a:cubicBezTo>
                          <a:cubicBezTo>
                            <a:pt x="14" y="153"/>
                            <a:pt x="14" y="153"/>
                            <a:pt x="14" y="153"/>
                          </a:cubicBezTo>
                          <a:cubicBezTo>
                            <a:pt x="14" y="154"/>
                            <a:pt x="14" y="155"/>
                            <a:pt x="14" y="155"/>
                          </a:cubicBezTo>
                          <a:cubicBezTo>
                            <a:pt x="14" y="155"/>
                            <a:pt x="15" y="155"/>
                            <a:pt x="16" y="156"/>
                          </a:cubicBezTo>
                          <a:cubicBezTo>
                            <a:pt x="27" y="173"/>
                            <a:pt x="27" y="173"/>
                            <a:pt x="27" y="173"/>
                          </a:cubicBezTo>
                          <a:cubicBezTo>
                            <a:pt x="48" y="173"/>
                            <a:pt x="48" y="173"/>
                            <a:pt x="48" y="173"/>
                          </a:cubicBezTo>
                          <a:cubicBezTo>
                            <a:pt x="48" y="173"/>
                            <a:pt x="49" y="174"/>
                            <a:pt x="50" y="175"/>
                          </a:cubicBezTo>
                          <a:cubicBezTo>
                            <a:pt x="59" y="201"/>
                            <a:pt x="59" y="201"/>
                            <a:pt x="59" y="201"/>
                          </a:cubicBezTo>
                          <a:cubicBezTo>
                            <a:pt x="59" y="205"/>
                            <a:pt x="60" y="208"/>
                            <a:pt x="60" y="211"/>
                          </a:cubicBezTo>
                          <a:cubicBezTo>
                            <a:pt x="60" y="229"/>
                            <a:pt x="60" y="229"/>
                            <a:pt x="60" y="229"/>
                          </a:cubicBezTo>
                          <a:cubicBezTo>
                            <a:pt x="60" y="237"/>
                            <a:pt x="60" y="237"/>
                            <a:pt x="60" y="237"/>
                          </a:cubicBezTo>
                          <a:cubicBezTo>
                            <a:pt x="76" y="232"/>
                            <a:pt x="76" y="232"/>
                            <a:pt x="76" y="232"/>
                          </a:cubicBezTo>
                          <a:cubicBezTo>
                            <a:pt x="92" y="226"/>
                            <a:pt x="92" y="226"/>
                            <a:pt x="92" y="226"/>
                          </a:cubicBezTo>
                          <a:cubicBezTo>
                            <a:pt x="103" y="205"/>
                            <a:pt x="103" y="205"/>
                            <a:pt x="103" y="205"/>
                          </a:cubicBezTo>
                          <a:cubicBezTo>
                            <a:pt x="138" y="205"/>
                            <a:pt x="138" y="205"/>
                            <a:pt x="138" y="205"/>
                          </a:cubicBezTo>
                          <a:cubicBezTo>
                            <a:pt x="146" y="205"/>
                            <a:pt x="146" y="205"/>
                            <a:pt x="146" y="205"/>
                          </a:cubicBezTo>
                          <a:cubicBezTo>
                            <a:pt x="146" y="184"/>
                            <a:pt x="146" y="184"/>
                            <a:pt x="146" y="184"/>
                          </a:cubicBezTo>
                          <a:cubicBezTo>
                            <a:pt x="178" y="184"/>
                            <a:pt x="178" y="184"/>
                            <a:pt x="178" y="184"/>
                          </a:cubicBezTo>
                          <a:cubicBezTo>
                            <a:pt x="189" y="173"/>
                            <a:pt x="189" y="173"/>
                            <a:pt x="189" y="173"/>
                          </a:cubicBezTo>
                          <a:cubicBezTo>
                            <a:pt x="210" y="170"/>
                            <a:pt x="210" y="170"/>
                            <a:pt x="210" y="170"/>
                          </a:cubicBezTo>
                          <a:cubicBezTo>
                            <a:pt x="209" y="163"/>
                            <a:pt x="209" y="163"/>
                            <a:pt x="209" y="163"/>
                          </a:cubicBezTo>
                          <a:cubicBezTo>
                            <a:pt x="213" y="159"/>
                            <a:pt x="213" y="159"/>
                            <a:pt x="213" y="159"/>
                          </a:cubicBezTo>
                          <a:cubicBezTo>
                            <a:pt x="217" y="156"/>
                            <a:pt x="217" y="156"/>
                            <a:pt x="217" y="156"/>
                          </a:cubicBezTo>
                          <a:cubicBezTo>
                            <a:pt x="219" y="147"/>
                            <a:pt x="219" y="147"/>
                            <a:pt x="219" y="147"/>
                          </a:cubicBezTo>
                          <a:cubicBezTo>
                            <a:pt x="225" y="144"/>
                            <a:pt x="225" y="144"/>
                            <a:pt x="225" y="144"/>
                          </a:cubicBezTo>
                          <a:cubicBezTo>
                            <a:pt x="225" y="141"/>
                            <a:pt x="225" y="141"/>
                            <a:pt x="225" y="141"/>
                          </a:cubicBezTo>
                          <a:cubicBezTo>
                            <a:pt x="228" y="137"/>
                            <a:pt x="228" y="137"/>
                            <a:pt x="228" y="137"/>
                          </a:cubicBezTo>
                          <a:cubicBezTo>
                            <a:pt x="229" y="133"/>
                            <a:pt x="229" y="133"/>
                            <a:pt x="229" y="133"/>
                          </a:cubicBezTo>
                          <a:cubicBezTo>
                            <a:pt x="232" y="129"/>
                            <a:pt x="232" y="129"/>
                            <a:pt x="232" y="129"/>
                          </a:cubicBezTo>
                          <a:cubicBezTo>
                            <a:pt x="231" y="124"/>
                            <a:pt x="231" y="124"/>
                            <a:pt x="231" y="124"/>
                          </a:cubicBezTo>
                          <a:close/>
                        </a:path>
                      </a:pathLst>
                    </a:custGeom>
                    <a:grpFill/>
                    <a:ln w="6350" cmpd="sng">
                      <a:solidFill>
                        <a:srgbClr val="FFFFFF"/>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sym typeface="Arial"/>
                      </a:endParaRPr>
                    </a:p>
                  </p:txBody>
                </p:sp>
              </p:grpSp>
            </p:grpSp>
          </p:grpSp>
          <p:sp>
            <p:nvSpPr>
              <p:cNvPr id="445" name="Egypt" descr="© INSCALE GmbH, 05.05.2010&#10;http://www.presentationload.com/">
                <a:extLst>
                  <a:ext uri="{FF2B5EF4-FFF2-40B4-BE49-F238E27FC236}">
                    <a16:creationId xmlns:a16="http://schemas.microsoft.com/office/drawing/2014/main" id="{3DDC9D77-6AD7-3708-8C18-FFFA987F9514}"/>
                  </a:ext>
                </a:extLst>
              </p:cNvPr>
              <p:cNvSpPr>
                <a:spLocks/>
              </p:cNvSpPr>
              <p:nvPr/>
            </p:nvSpPr>
            <p:spPr bwMode="gray">
              <a:xfrm>
                <a:off x="2592543" y="5279879"/>
                <a:ext cx="148593" cy="151535"/>
              </a:xfrm>
              <a:custGeom>
                <a:avLst/>
                <a:gdLst>
                  <a:gd name="T0" fmla="*/ 2147483647 w 792"/>
                  <a:gd name="T1" fmla="*/ 2147483647 h 804"/>
                  <a:gd name="T2" fmla="*/ 2147483647 w 792"/>
                  <a:gd name="T3" fmla="*/ 2147483647 h 804"/>
                  <a:gd name="T4" fmla="*/ 2147483647 w 792"/>
                  <a:gd name="T5" fmla="*/ 2147483647 h 804"/>
                  <a:gd name="T6" fmla="*/ 2147483647 w 792"/>
                  <a:gd name="T7" fmla="*/ 2147483647 h 804"/>
                  <a:gd name="T8" fmla="*/ 2147483647 w 792"/>
                  <a:gd name="T9" fmla="*/ 2147483647 h 804"/>
                  <a:gd name="T10" fmla="*/ 2147483647 w 792"/>
                  <a:gd name="T11" fmla="*/ 2147483647 h 804"/>
                  <a:gd name="T12" fmla="*/ 2147483647 w 792"/>
                  <a:gd name="T13" fmla="*/ 2147483647 h 804"/>
                  <a:gd name="T14" fmla="*/ 2147483647 w 792"/>
                  <a:gd name="T15" fmla="*/ 2147483647 h 804"/>
                  <a:gd name="T16" fmla="*/ 2147483647 w 792"/>
                  <a:gd name="T17" fmla="*/ 2147483647 h 804"/>
                  <a:gd name="T18" fmla="*/ 2147483647 w 792"/>
                  <a:gd name="T19" fmla="*/ 2147483647 h 804"/>
                  <a:gd name="T20" fmla="*/ 2147483647 w 792"/>
                  <a:gd name="T21" fmla="*/ 2147483647 h 804"/>
                  <a:gd name="T22" fmla="*/ 2147483647 w 792"/>
                  <a:gd name="T23" fmla="*/ 2147483647 h 804"/>
                  <a:gd name="T24" fmla="*/ 2147483647 w 792"/>
                  <a:gd name="T25" fmla="*/ 2147483647 h 804"/>
                  <a:gd name="T26" fmla="*/ 2147483647 w 792"/>
                  <a:gd name="T27" fmla="*/ 2147483647 h 804"/>
                  <a:gd name="T28" fmla="*/ 2147483647 w 792"/>
                  <a:gd name="T29" fmla="*/ 2147483647 h 804"/>
                  <a:gd name="T30" fmla="*/ 2147483647 w 792"/>
                  <a:gd name="T31" fmla="*/ 2147483647 h 804"/>
                  <a:gd name="T32" fmla="*/ 2147483647 w 792"/>
                  <a:gd name="T33" fmla="*/ 2147483647 h 804"/>
                  <a:gd name="T34" fmla="*/ 2147483647 w 792"/>
                  <a:gd name="T35" fmla="*/ 2147483647 h 804"/>
                  <a:gd name="T36" fmla="*/ 2147483647 w 792"/>
                  <a:gd name="T37" fmla="*/ 2147483647 h 804"/>
                  <a:gd name="T38" fmla="*/ 2147483647 w 792"/>
                  <a:gd name="T39" fmla="*/ 2147483647 h 804"/>
                  <a:gd name="T40" fmla="*/ 2147483647 w 792"/>
                  <a:gd name="T41" fmla="*/ 2147483647 h 804"/>
                  <a:gd name="T42" fmla="*/ 2147483647 w 792"/>
                  <a:gd name="T43" fmla="*/ 2147483647 h 804"/>
                  <a:gd name="T44" fmla="*/ 2147483647 w 792"/>
                  <a:gd name="T45" fmla="*/ 2147483647 h 804"/>
                  <a:gd name="T46" fmla="*/ 2147483647 w 792"/>
                  <a:gd name="T47" fmla="*/ 2147483647 h 804"/>
                  <a:gd name="T48" fmla="*/ 2147483647 w 792"/>
                  <a:gd name="T49" fmla="*/ 2147483647 h 804"/>
                  <a:gd name="T50" fmla="*/ 2147483647 w 792"/>
                  <a:gd name="T51" fmla="*/ 2147483647 h 804"/>
                  <a:gd name="T52" fmla="*/ 2147483647 w 792"/>
                  <a:gd name="T53" fmla="*/ 2147483647 h 804"/>
                  <a:gd name="T54" fmla="*/ 2147483647 w 792"/>
                  <a:gd name="T55" fmla="*/ 2147483647 h 804"/>
                  <a:gd name="T56" fmla="*/ 2147483647 w 792"/>
                  <a:gd name="T57" fmla="*/ 2147483647 h 804"/>
                  <a:gd name="T58" fmla="*/ 2147483647 w 792"/>
                  <a:gd name="T59" fmla="*/ 2147483647 h 804"/>
                  <a:gd name="T60" fmla="*/ 2147483647 w 792"/>
                  <a:gd name="T61" fmla="*/ 2147483647 h 804"/>
                  <a:gd name="T62" fmla="*/ 2147483647 w 792"/>
                  <a:gd name="T63" fmla="*/ 2147483647 h 804"/>
                  <a:gd name="T64" fmla="*/ 2147483647 w 792"/>
                  <a:gd name="T65" fmla="*/ 2147483647 h 804"/>
                  <a:gd name="T66" fmla="*/ 2147483647 w 792"/>
                  <a:gd name="T67" fmla="*/ 2147483647 h 804"/>
                  <a:gd name="T68" fmla="*/ 2147483647 w 792"/>
                  <a:gd name="T69" fmla="*/ 2147483647 h 804"/>
                  <a:gd name="T70" fmla="*/ 2147483647 w 792"/>
                  <a:gd name="T71" fmla="*/ 2147483647 h 804"/>
                  <a:gd name="T72" fmla="*/ 2147483647 w 792"/>
                  <a:gd name="T73" fmla="*/ 2147483647 h 804"/>
                  <a:gd name="T74" fmla="*/ 2147483647 w 792"/>
                  <a:gd name="T75" fmla="*/ 2147483647 h 804"/>
                  <a:gd name="T76" fmla="*/ 2147483647 w 792"/>
                  <a:gd name="T77" fmla="*/ 2147483647 h 804"/>
                  <a:gd name="T78" fmla="*/ 2147483647 w 792"/>
                  <a:gd name="T79" fmla="*/ 2147483647 h 804"/>
                  <a:gd name="T80" fmla="*/ 2147483647 w 792"/>
                  <a:gd name="T81" fmla="*/ 2147483647 h 804"/>
                  <a:gd name="T82" fmla="*/ 2147483647 w 792"/>
                  <a:gd name="T83" fmla="*/ 2147483647 h 804"/>
                  <a:gd name="T84" fmla="*/ 2147483647 w 792"/>
                  <a:gd name="T85" fmla="*/ 2147483647 h 804"/>
                  <a:gd name="T86" fmla="*/ 2147483647 w 792"/>
                  <a:gd name="T87" fmla="*/ 2147483647 h 804"/>
                  <a:gd name="T88" fmla="*/ 2147483647 w 792"/>
                  <a:gd name="T89" fmla="*/ 2147483647 h 804"/>
                  <a:gd name="T90" fmla="*/ 2147483647 w 792"/>
                  <a:gd name="T91" fmla="*/ 0 h 804"/>
                  <a:gd name="T92" fmla="*/ 2147483647 w 792"/>
                  <a:gd name="T93" fmla="*/ 2147483647 h 804"/>
                  <a:gd name="T94" fmla="*/ 2147483647 w 792"/>
                  <a:gd name="T95" fmla="*/ 0 h 804"/>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792"/>
                  <a:gd name="T145" fmla="*/ 0 h 804"/>
                  <a:gd name="T146" fmla="*/ 792 w 792"/>
                  <a:gd name="T147" fmla="*/ 804 h 804"/>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792" h="804">
                    <a:moveTo>
                      <a:pt x="12" y="18"/>
                    </a:moveTo>
                    <a:lnTo>
                      <a:pt x="6" y="24"/>
                    </a:lnTo>
                    <a:lnTo>
                      <a:pt x="6" y="54"/>
                    </a:lnTo>
                    <a:lnTo>
                      <a:pt x="18" y="60"/>
                    </a:lnTo>
                    <a:lnTo>
                      <a:pt x="24" y="72"/>
                    </a:lnTo>
                    <a:lnTo>
                      <a:pt x="24" y="78"/>
                    </a:lnTo>
                    <a:lnTo>
                      <a:pt x="18" y="84"/>
                    </a:lnTo>
                    <a:lnTo>
                      <a:pt x="12" y="96"/>
                    </a:lnTo>
                    <a:lnTo>
                      <a:pt x="6" y="102"/>
                    </a:lnTo>
                    <a:lnTo>
                      <a:pt x="0" y="114"/>
                    </a:lnTo>
                    <a:lnTo>
                      <a:pt x="0" y="120"/>
                    </a:lnTo>
                    <a:lnTo>
                      <a:pt x="6" y="132"/>
                    </a:lnTo>
                    <a:lnTo>
                      <a:pt x="18" y="144"/>
                    </a:lnTo>
                    <a:lnTo>
                      <a:pt x="30" y="180"/>
                    </a:lnTo>
                    <a:lnTo>
                      <a:pt x="30" y="264"/>
                    </a:lnTo>
                    <a:lnTo>
                      <a:pt x="36" y="342"/>
                    </a:lnTo>
                    <a:lnTo>
                      <a:pt x="36" y="438"/>
                    </a:lnTo>
                    <a:lnTo>
                      <a:pt x="42" y="534"/>
                    </a:lnTo>
                    <a:lnTo>
                      <a:pt x="42" y="624"/>
                    </a:lnTo>
                    <a:lnTo>
                      <a:pt x="48" y="702"/>
                    </a:lnTo>
                    <a:lnTo>
                      <a:pt x="48" y="774"/>
                    </a:lnTo>
                    <a:lnTo>
                      <a:pt x="474" y="780"/>
                    </a:lnTo>
                    <a:lnTo>
                      <a:pt x="492" y="762"/>
                    </a:lnTo>
                    <a:lnTo>
                      <a:pt x="498" y="762"/>
                    </a:lnTo>
                    <a:lnTo>
                      <a:pt x="498" y="774"/>
                    </a:lnTo>
                    <a:lnTo>
                      <a:pt x="618" y="780"/>
                    </a:lnTo>
                    <a:lnTo>
                      <a:pt x="624" y="786"/>
                    </a:lnTo>
                    <a:lnTo>
                      <a:pt x="630" y="798"/>
                    </a:lnTo>
                    <a:lnTo>
                      <a:pt x="636" y="804"/>
                    </a:lnTo>
                    <a:lnTo>
                      <a:pt x="654" y="804"/>
                    </a:lnTo>
                    <a:lnTo>
                      <a:pt x="660" y="798"/>
                    </a:lnTo>
                    <a:lnTo>
                      <a:pt x="672" y="774"/>
                    </a:lnTo>
                    <a:lnTo>
                      <a:pt x="684" y="762"/>
                    </a:lnTo>
                    <a:lnTo>
                      <a:pt x="696" y="762"/>
                    </a:lnTo>
                    <a:lnTo>
                      <a:pt x="702" y="756"/>
                    </a:lnTo>
                    <a:lnTo>
                      <a:pt x="720" y="756"/>
                    </a:lnTo>
                    <a:lnTo>
                      <a:pt x="726" y="750"/>
                    </a:lnTo>
                    <a:lnTo>
                      <a:pt x="732" y="738"/>
                    </a:lnTo>
                    <a:lnTo>
                      <a:pt x="732" y="714"/>
                    </a:lnTo>
                    <a:lnTo>
                      <a:pt x="762" y="714"/>
                    </a:lnTo>
                    <a:lnTo>
                      <a:pt x="786" y="690"/>
                    </a:lnTo>
                    <a:lnTo>
                      <a:pt x="780" y="684"/>
                    </a:lnTo>
                    <a:lnTo>
                      <a:pt x="774" y="672"/>
                    </a:lnTo>
                    <a:lnTo>
                      <a:pt x="774" y="624"/>
                    </a:lnTo>
                    <a:lnTo>
                      <a:pt x="792" y="618"/>
                    </a:lnTo>
                    <a:lnTo>
                      <a:pt x="786" y="618"/>
                    </a:lnTo>
                    <a:lnTo>
                      <a:pt x="756" y="588"/>
                    </a:lnTo>
                    <a:lnTo>
                      <a:pt x="732" y="552"/>
                    </a:lnTo>
                    <a:lnTo>
                      <a:pt x="726" y="528"/>
                    </a:lnTo>
                    <a:lnTo>
                      <a:pt x="714" y="492"/>
                    </a:lnTo>
                    <a:lnTo>
                      <a:pt x="702" y="468"/>
                    </a:lnTo>
                    <a:lnTo>
                      <a:pt x="690" y="462"/>
                    </a:lnTo>
                    <a:lnTo>
                      <a:pt x="684" y="450"/>
                    </a:lnTo>
                    <a:lnTo>
                      <a:pt x="672" y="444"/>
                    </a:lnTo>
                    <a:lnTo>
                      <a:pt x="666" y="432"/>
                    </a:lnTo>
                    <a:lnTo>
                      <a:pt x="654" y="396"/>
                    </a:lnTo>
                    <a:lnTo>
                      <a:pt x="654" y="378"/>
                    </a:lnTo>
                    <a:lnTo>
                      <a:pt x="618" y="336"/>
                    </a:lnTo>
                    <a:lnTo>
                      <a:pt x="618" y="318"/>
                    </a:lnTo>
                    <a:lnTo>
                      <a:pt x="606" y="294"/>
                    </a:lnTo>
                    <a:lnTo>
                      <a:pt x="594" y="282"/>
                    </a:lnTo>
                    <a:lnTo>
                      <a:pt x="588" y="270"/>
                    </a:lnTo>
                    <a:lnTo>
                      <a:pt x="576" y="258"/>
                    </a:lnTo>
                    <a:lnTo>
                      <a:pt x="570" y="246"/>
                    </a:lnTo>
                    <a:lnTo>
                      <a:pt x="558" y="234"/>
                    </a:lnTo>
                    <a:lnTo>
                      <a:pt x="552" y="222"/>
                    </a:lnTo>
                    <a:lnTo>
                      <a:pt x="546" y="216"/>
                    </a:lnTo>
                    <a:lnTo>
                      <a:pt x="552" y="210"/>
                    </a:lnTo>
                    <a:lnTo>
                      <a:pt x="552" y="198"/>
                    </a:lnTo>
                    <a:lnTo>
                      <a:pt x="540" y="174"/>
                    </a:lnTo>
                    <a:lnTo>
                      <a:pt x="528" y="168"/>
                    </a:lnTo>
                    <a:lnTo>
                      <a:pt x="522" y="168"/>
                    </a:lnTo>
                    <a:lnTo>
                      <a:pt x="540" y="144"/>
                    </a:lnTo>
                    <a:lnTo>
                      <a:pt x="558" y="156"/>
                    </a:lnTo>
                    <a:lnTo>
                      <a:pt x="558" y="174"/>
                    </a:lnTo>
                    <a:lnTo>
                      <a:pt x="564" y="186"/>
                    </a:lnTo>
                    <a:lnTo>
                      <a:pt x="576" y="198"/>
                    </a:lnTo>
                    <a:lnTo>
                      <a:pt x="582" y="210"/>
                    </a:lnTo>
                    <a:lnTo>
                      <a:pt x="588" y="216"/>
                    </a:lnTo>
                    <a:lnTo>
                      <a:pt x="588" y="246"/>
                    </a:lnTo>
                    <a:lnTo>
                      <a:pt x="606" y="264"/>
                    </a:lnTo>
                    <a:lnTo>
                      <a:pt x="612" y="276"/>
                    </a:lnTo>
                    <a:lnTo>
                      <a:pt x="636" y="300"/>
                    </a:lnTo>
                    <a:lnTo>
                      <a:pt x="648" y="306"/>
                    </a:lnTo>
                    <a:lnTo>
                      <a:pt x="654" y="306"/>
                    </a:lnTo>
                    <a:lnTo>
                      <a:pt x="666" y="300"/>
                    </a:lnTo>
                    <a:lnTo>
                      <a:pt x="678" y="288"/>
                    </a:lnTo>
                    <a:lnTo>
                      <a:pt x="672" y="270"/>
                    </a:lnTo>
                    <a:lnTo>
                      <a:pt x="684" y="246"/>
                    </a:lnTo>
                    <a:lnTo>
                      <a:pt x="684" y="234"/>
                    </a:lnTo>
                    <a:lnTo>
                      <a:pt x="690" y="222"/>
                    </a:lnTo>
                    <a:lnTo>
                      <a:pt x="690" y="198"/>
                    </a:lnTo>
                    <a:lnTo>
                      <a:pt x="696" y="186"/>
                    </a:lnTo>
                    <a:lnTo>
                      <a:pt x="696" y="180"/>
                    </a:lnTo>
                    <a:lnTo>
                      <a:pt x="702" y="168"/>
                    </a:lnTo>
                    <a:lnTo>
                      <a:pt x="648" y="24"/>
                    </a:lnTo>
                    <a:lnTo>
                      <a:pt x="642" y="24"/>
                    </a:lnTo>
                    <a:lnTo>
                      <a:pt x="636" y="30"/>
                    </a:lnTo>
                    <a:lnTo>
                      <a:pt x="624" y="30"/>
                    </a:lnTo>
                    <a:lnTo>
                      <a:pt x="600" y="42"/>
                    </a:lnTo>
                    <a:lnTo>
                      <a:pt x="576" y="42"/>
                    </a:lnTo>
                    <a:lnTo>
                      <a:pt x="564" y="36"/>
                    </a:lnTo>
                    <a:lnTo>
                      <a:pt x="558" y="30"/>
                    </a:lnTo>
                    <a:lnTo>
                      <a:pt x="552" y="36"/>
                    </a:lnTo>
                    <a:lnTo>
                      <a:pt x="540" y="42"/>
                    </a:lnTo>
                    <a:lnTo>
                      <a:pt x="534" y="42"/>
                    </a:lnTo>
                    <a:lnTo>
                      <a:pt x="510" y="30"/>
                    </a:lnTo>
                    <a:lnTo>
                      <a:pt x="504" y="24"/>
                    </a:lnTo>
                    <a:lnTo>
                      <a:pt x="504" y="18"/>
                    </a:lnTo>
                    <a:lnTo>
                      <a:pt x="498" y="12"/>
                    </a:lnTo>
                    <a:lnTo>
                      <a:pt x="486" y="6"/>
                    </a:lnTo>
                    <a:lnTo>
                      <a:pt x="468" y="6"/>
                    </a:lnTo>
                    <a:lnTo>
                      <a:pt x="456" y="12"/>
                    </a:lnTo>
                    <a:lnTo>
                      <a:pt x="438" y="12"/>
                    </a:lnTo>
                    <a:lnTo>
                      <a:pt x="432" y="18"/>
                    </a:lnTo>
                    <a:lnTo>
                      <a:pt x="420" y="18"/>
                    </a:lnTo>
                    <a:lnTo>
                      <a:pt x="414" y="12"/>
                    </a:lnTo>
                    <a:lnTo>
                      <a:pt x="390" y="12"/>
                    </a:lnTo>
                    <a:lnTo>
                      <a:pt x="378" y="18"/>
                    </a:lnTo>
                    <a:lnTo>
                      <a:pt x="372" y="24"/>
                    </a:lnTo>
                    <a:lnTo>
                      <a:pt x="366" y="36"/>
                    </a:lnTo>
                    <a:lnTo>
                      <a:pt x="360" y="42"/>
                    </a:lnTo>
                    <a:lnTo>
                      <a:pt x="336" y="42"/>
                    </a:lnTo>
                    <a:lnTo>
                      <a:pt x="324" y="54"/>
                    </a:lnTo>
                    <a:lnTo>
                      <a:pt x="312" y="60"/>
                    </a:lnTo>
                    <a:lnTo>
                      <a:pt x="306" y="60"/>
                    </a:lnTo>
                    <a:lnTo>
                      <a:pt x="300" y="54"/>
                    </a:lnTo>
                    <a:lnTo>
                      <a:pt x="288" y="54"/>
                    </a:lnTo>
                    <a:lnTo>
                      <a:pt x="276" y="48"/>
                    </a:lnTo>
                    <a:lnTo>
                      <a:pt x="264" y="48"/>
                    </a:lnTo>
                    <a:lnTo>
                      <a:pt x="258" y="42"/>
                    </a:lnTo>
                    <a:lnTo>
                      <a:pt x="204" y="42"/>
                    </a:lnTo>
                    <a:lnTo>
                      <a:pt x="198" y="36"/>
                    </a:lnTo>
                    <a:lnTo>
                      <a:pt x="186" y="30"/>
                    </a:lnTo>
                    <a:lnTo>
                      <a:pt x="174" y="18"/>
                    </a:lnTo>
                    <a:lnTo>
                      <a:pt x="126" y="18"/>
                    </a:lnTo>
                    <a:lnTo>
                      <a:pt x="120" y="12"/>
                    </a:lnTo>
                    <a:lnTo>
                      <a:pt x="96" y="0"/>
                    </a:lnTo>
                    <a:lnTo>
                      <a:pt x="78" y="0"/>
                    </a:lnTo>
                    <a:lnTo>
                      <a:pt x="66" y="12"/>
                    </a:lnTo>
                    <a:lnTo>
                      <a:pt x="54" y="12"/>
                    </a:lnTo>
                    <a:lnTo>
                      <a:pt x="42" y="6"/>
                    </a:lnTo>
                    <a:lnTo>
                      <a:pt x="36" y="6"/>
                    </a:lnTo>
                    <a:lnTo>
                      <a:pt x="36" y="0"/>
                    </a:lnTo>
                    <a:lnTo>
                      <a:pt x="30" y="0"/>
                    </a:lnTo>
                    <a:lnTo>
                      <a:pt x="12" y="18"/>
                    </a:lnTo>
                    <a:close/>
                  </a:path>
                </a:pathLst>
              </a:custGeom>
              <a:grpFill/>
              <a:ln w="6350">
                <a:solidFill>
                  <a:schemeClr val="bg1"/>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46" name="Freeform 8">
                <a:extLst>
                  <a:ext uri="{FF2B5EF4-FFF2-40B4-BE49-F238E27FC236}">
                    <a16:creationId xmlns:a16="http://schemas.microsoft.com/office/drawing/2014/main" id="{6CC1E518-63B9-ABC6-BFF5-7977ED029A56}"/>
                  </a:ext>
                </a:extLst>
              </p:cNvPr>
              <p:cNvSpPr>
                <a:spLocks/>
              </p:cNvSpPr>
              <p:nvPr/>
            </p:nvSpPr>
            <p:spPr bwMode="auto">
              <a:xfrm>
                <a:off x="2557930" y="5408790"/>
                <a:ext cx="224767" cy="220509"/>
              </a:xfrm>
              <a:custGeom>
                <a:avLst/>
                <a:gdLst/>
                <a:ahLst/>
                <a:cxnLst>
                  <a:cxn ang="0">
                    <a:pos x="442" y="199"/>
                  </a:cxn>
                  <a:cxn ang="0">
                    <a:pos x="446" y="187"/>
                  </a:cxn>
                  <a:cxn ang="0">
                    <a:pos x="475" y="170"/>
                  </a:cxn>
                  <a:cxn ang="0">
                    <a:pos x="458" y="149"/>
                  </a:cxn>
                  <a:cxn ang="0">
                    <a:pos x="439" y="137"/>
                  </a:cxn>
                  <a:cxn ang="0">
                    <a:pos x="434" y="114"/>
                  </a:cxn>
                  <a:cxn ang="0">
                    <a:pos x="430" y="90"/>
                  </a:cxn>
                  <a:cxn ang="0">
                    <a:pos x="423" y="55"/>
                  </a:cxn>
                  <a:cxn ang="0">
                    <a:pos x="413" y="29"/>
                  </a:cxn>
                  <a:cxn ang="0">
                    <a:pos x="387" y="0"/>
                  </a:cxn>
                  <a:cxn ang="0">
                    <a:pos x="361" y="26"/>
                  </a:cxn>
                  <a:cxn ang="0">
                    <a:pos x="345" y="31"/>
                  </a:cxn>
                  <a:cxn ang="0">
                    <a:pos x="326" y="47"/>
                  </a:cxn>
                  <a:cxn ang="0">
                    <a:pos x="269" y="36"/>
                  </a:cxn>
                  <a:cxn ang="0">
                    <a:pos x="87" y="36"/>
                  </a:cxn>
                  <a:cxn ang="0">
                    <a:pos x="54" y="241"/>
                  </a:cxn>
                  <a:cxn ang="0">
                    <a:pos x="30" y="246"/>
                  </a:cxn>
                  <a:cxn ang="0">
                    <a:pos x="30" y="258"/>
                  </a:cxn>
                  <a:cxn ang="0">
                    <a:pos x="16" y="272"/>
                  </a:cxn>
                  <a:cxn ang="0">
                    <a:pos x="7" y="300"/>
                  </a:cxn>
                  <a:cxn ang="0">
                    <a:pos x="9" y="322"/>
                  </a:cxn>
                  <a:cxn ang="0">
                    <a:pos x="4" y="338"/>
                  </a:cxn>
                  <a:cxn ang="0">
                    <a:pos x="19" y="338"/>
                  </a:cxn>
                  <a:cxn ang="0">
                    <a:pos x="21" y="373"/>
                  </a:cxn>
                  <a:cxn ang="0">
                    <a:pos x="35" y="385"/>
                  </a:cxn>
                  <a:cxn ang="0">
                    <a:pos x="42" y="409"/>
                  </a:cxn>
                  <a:cxn ang="0">
                    <a:pos x="54" y="430"/>
                  </a:cxn>
                  <a:cxn ang="0">
                    <a:pos x="47" y="451"/>
                  </a:cxn>
                  <a:cxn ang="0">
                    <a:pos x="49" y="463"/>
                  </a:cxn>
                  <a:cxn ang="0">
                    <a:pos x="73" y="456"/>
                  </a:cxn>
                  <a:cxn ang="0">
                    <a:pos x="78" y="447"/>
                  </a:cxn>
                  <a:cxn ang="0">
                    <a:pos x="89" y="418"/>
                  </a:cxn>
                  <a:cxn ang="0">
                    <a:pos x="115" y="416"/>
                  </a:cxn>
                  <a:cxn ang="0">
                    <a:pos x="125" y="430"/>
                  </a:cxn>
                  <a:cxn ang="0">
                    <a:pos x="170" y="433"/>
                  </a:cxn>
                  <a:cxn ang="0">
                    <a:pos x="196" y="442"/>
                  </a:cxn>
                  <a:cxn ang="0">
                    <a:pos x="234" y="411"/>
                  </a:cxn>
                  <a:cxn ang="0">
                    <a:pos x="290" y="409"/>
                  </a:cxn>
                  <a:cxn ang="0">
                    <a:pos x="307" y="364"/>
                  </a:cxn>
                  <a:cxn ang="0">
                    <a:pos x="331" y="347"/>
                  </a:cxn>
                  <a:cxn ang="0">
                    <a:pos x="328" y="378"/>
                  </a:cxn>
                  <a:cxn ang="0">
                    <a:pos x="335" y="399"/>
                  </a:cxn>
                  <a:cxn ang="0">
                    <a:pos x="357" y="423"/>
                  </a:cxn>
                  <a:cxn ang="0">
                    <a:pos x="359" y="409"/>
                  </a:cxn>
                  <a:cxn ang="0">
                    <a:pos x="368" y="399"/>
                  </a:cxn>
                  <a:cxn ang="0">
                    <a:pos x="380" y="385"/>
                  </a:cxn>
                  <a:cxn ang="0">
                    <a:pos x="382" y="364"/>
                  </a:cxn>
                  <a:cxn ang="0">
                    <a:pos x="392" y="343"/>
                  </a:cxn>
                  <a:cxn ang="0">
                    <a:pos x="411" y="333"/>
                  </a:cxn>
                  <a:cxn ang="0">
                    <a:pos x="418" y="303"/>
                  </a:cxn>
                  <a:cxn ang="0">
                    <a:pos x="416" y="262"/>
                  </a:cxn>
                  <a:cxn ang="0">
                    <a:pos x="423" y="239"/>
                  </a:cxn>
                  <a:cxn ang="0">
                    <a:pos x="430" y="215"/>
                  </a:cxn>
                </a:cxnLst>
                <a:rect l="0" t="0" r="r" b="b"/>
                <a:pathLst>
                  <a:path w="475" h="466">
                    <a:moveTo>
                      <a:pt x="432" y="208"/>
                    </a:moveTo>
                    <a:lnTo>
                      <a:pt x="434" y="206"/>
                    </a:lnTo>
                    <a:lnTo>
                      <a:pt x="434" y="199"/>
                    </a:lnTo>
                    <a:lnTo>
                      <a:pt x="442" y="199"/>
                    </a:lnTo>
                    <a:lnTo>
                      <a:pt x="444" y="196"/>
                    </a:lnTo>
                    <a:lnTo>
                      <a:pt x="444" y="194"/>
                    </a:lnTo>
                    <a:lnTo>
                      <a:pt x="446" y="192"/>
                    </a:lnTo>
                    <a:lnTo>
                      <a:pt x="446" y="187"/>
                    </a:lnTo>
                    <a:lnTo>
                      <a:pt x="451" y="187"/>
                    </a:lnTo>
                    <a:lnTo>
                      <a:pt x="460" y="184"/>
                    </a:lnTo>
                    <a:lnTo>
                      <a:pt x="470" y="180"/>
                    </a:lnTo>
                    <a:lnTo>
                      <a:pt x="475" y="170"/>
                    </a:lnTo>
                    <a:lnTo>
                      <a:pt x="475" y="166"/>
                    </a:lnTo>
                    <a:lnTo>
                      <a:pt x="460" y="154"/>
                    </a:lnTo>
                    <a:lnTo>
                      <a:pt x="460" y="151"/>
                    </a:lnTo>
                    <a:lnTo>
                      <a:pt x="458" y="149"/>
                    </a:lnTo>
                    <a:lnTo>
                      <a:pt x="458" y="144"/>
                    </a:lnTo>
                    <a:lnTo>
                      <a:pt x="453" y="142"/>
                    </a:lnTo>
                    <a:lnTo>
                      <a:pt x="444" y="142"/>
                    </a:lnTo>
                    <a:lnTo>
                      <a:pt x="439" y="137"/>
                    </a:lnTo>
                    <a:lnTo>
                      <a:pt x="439" y="132"/>
                    </a:lnTo>
                    <a:lnTo>
                      <a:pt x="437" y="125"/>
                    </a:lnTo>
                    <a:lnTo>
                      <a:pt x="437" y="118"/>
                    </a:lnTo>
                    <a:lnTo>
                      <a:pt x="434" y="114"/>
                    </a:lnTo>
                    <a:lnTo>
                      <a:pt x="434" y="107"/>
                    </a:lnTo>
                    <a:lnTo>
                      <a:pt x="432" y="107"/>
                    </a:lnTo>
                    <a:lnTo>
                      <a:pt x="432" y="97"/>
                    </a:lnTo>
                    <a:lnTo>
                      <a:pt x="430" y="90"/>
                    </a:lnTo>
                    <a:lnTo>
                      <a:pt x="430" y="73"/>
                    </a:lnTo>
                    <a:lnTo>
                      <a:pt x="427" y="69"/>
                    </a:lnTo>
                    <a:lnTo>
                      <a:pt x="434" y="66"/>
                    </a:lnTo>
                    <a:lnTo>
                      <a:pt x="423" y="55"/>
                    </a:lnTo>
                    <a:lnTo>
                      <a:pt x="423" y="38"/>
                    </a:lnTo>
                    <a:lnTo>
                      <a:pt x="420" y="33"/>
                    </a:lnTo>
                    <a:lnTo>
                      <a:pt x="418" y="31"/>
                    </a:lnTo>
                    <a:lnTo>
                      <a:pt x="413" y="29"/>
                    </a:lnTo>
                    <a:lnTo>
                      <a:pt x="401" y="17"/>
                    </a:lnTo>
                    <a:lnTo>
                      <a:pt x="397" y="17"/>
                    </a:lnTo>
                    <a:lnTo>
                      <a:pt x="390" y="10"/>
                    </a:lnTo>
                    <a:lnTo>
                      <a:pt x="387" y="0"/>
                    </a:lnTo>
                    <a:lnTo>
                      <a:pt x="378" y="12"/>
                    </a:lnTo>
                    <a:lnTo>
                      <a:pt x="364" y="12"/>
                    </a:lnTo>
                    <a:lnTo>
                      <a:pt x="364" y="21"/>
                    </a:lnTo>
                    <a:lnTo>
                      <a:pt x="361" y="26"/>
                    </a:lnTo>
                    <a:lnTo>
                      <a:pt x="359" y="29"/>
                    </a:lnTo>
                    <a:lnTo>
                      <a:pt x="352" y="29"/>
                    </a:lnTo>
                    <a:lnTo>
                      <a:pt x="349" y="31"/>
                    </a:lnTo>
                    <a:lnTo>
                      <a:pt x="345" y="31"/>
                    </a:lnTo>
                    <a:lnTo>
                      <a:pt x="340" y="36"/>
                    </a:lnTo>
                    <a:lnTo>
                      <a:pt x="335" y="45"/>
                    </a:lnTo>
                    <a:lnTo>
                      <a:pt x="333" y="47"/>
                    </a:lnTo>
                    <a:lnTo>
                      <a:pt x="326" y="47"/>
                    </a:lnTo>
                    <a:lnTo>
                      <a:pt x="323" y="45"/>
                    </a:lnTo>
                    <a:lnTo>
                      <a:pt x="321" y="40"/>
                    </a:lnTo>
                    <a:lnTo>
                      <a:pt x="319" y="38"/>
                    </a:lnTo>
                    <a:lnTo>
                      <a:pt x="269" y="36"/>
                    </a:lnTo>
                    <a:lnTo>
                      <a:pt x="269" y="31"/>
                    </a:lnTo>
                    <a:lnTo>
                      <a:pt x="267" y="31"/>
                    </a:lnTo>
                    <a:lnTo>
                      <a:pt x="260" y="38"/>
                    </a:lnTo>
                    <a:lnTo>
                      <a:pt x="87" y="36"/>
                    </a:lnTo>
                    <a:lnTo>
                      <a:pt x="87" y="99"/>
                    </a:lnTo>
                    <a:lnTo>
                      <a:pt x="56" y="99"/>
                    </a:lnTo>
                    <a:lnTo>
                      <a:pt x="59" y="241"/>
                    </a:lnTo>
                    <a:lnTo>
                      <a:pt x="54" y="241"/>
                    </a:lnTo>
                    <a:lnTo>
                      <a:pt x="49" y="239"/>
                    </a:lnTo>
                    <a:lnTo>
                      <a:pt x="33" y="239"/>
                    </a:lnTo>
                    <a:lnTo>
                      <a:pt x="28" y="244"/>
                    </a:lnTo>
                    <a:lnTo>
                      <a:pt x="30" y="246"/>
                    </a:lnTo>
                    <a:lnTo>
                      <a:pt x="30" y="251"/>
                    </a:lnTo>
                    <a:lnTo>
                      <a:pt x="33" y="253"/>
                    </a:lnTo>
                    <a:lnTo>
                      <a:pt x="33" y="255"/>
                    </a:lnTo>
                    <a:lnTo>
                      <a:pt x="30" y="258"/>
                    </a:lnTo>
                    <a:lnTo>
                      <a:pt x="26" y="260"/>
                    </a:lnTo>
                    <a:lnTo>
                      <a:pt x="21" y="265"/>
                    </a:lnTo>
                    <a:lnTo>
                      <a:pt x="21" y="272"/>
                    </a:lnTo>
                    <a:lnTo>
                      <a:pt x="16" y="272"/>
                    </a:lnTo>
                    <a:lnTo>
                      <a:pt x="19" y="281"/>
                    </a:lnTo>
                    <a:lnTo>
                      <a:pt x="21" y="288"/>
                    </a:lnTo>
                    <a:lnTo>
                      <a:pt x="14" y="293"/>
                    </a:lnTo>
                    <a:lnTo>
                      <a:pt x="7" y="300"/>
                    </a:lnTo>
                    <a:lnTo>
                      <a:pt x="9" y="303"/>
                    </a:lnTo>
                    <a:lnTo>
                      <a:pt x="14" y="312"/>
                    </a:lnTo>
                    <a:lnTo>
                      <a:pt x="14" y="317"/>
                    </a:lnTo>
                    <a:lnTo>
                      <a:pt x="9" y="322"/>
                    </a:lnTo>
                    <a:lnTo>
                      <a:pt x="4" y="324"/>
                    </a:lnTo>
                    <a:lnTo>
                      <a:pt x="0" y="329"/>
                    </a:lnTo>
                    <a:lnTo>
                      <a:pt x="0" y="336"/>
                    </a:lnTo>
                    <a:lnTo>
                      <a:pt x="4" y="338"/>
                    </a:lnTo>
                    <a:lnTo>
                      <a:pt x="9" y="338"/>
                    </a:lnTo>
                    <a:lnTo>
                      <a:pt x="12" y="336"/>
                    </a:lnTo>
                    <a:lnTo>
                      <a:pt x="16" y="336"/>
                    </a:lnTo>
                    <a:lnTo>
                      <a:pt x="19" y="338"/>
                    </a:lnTo>
                    <a:lnTo>
                      <a:pt x="19" y="355"/>
                    </a:lnTo>
                    <a:lnTo>
                      <a:pt x="26" y="362"/>
                    </a:lnTo>
                    <a:lnTo>
                      <a:pt x="19" y="364"/>
                    </a:lnTo>
                    <a:lnTo>
                      <a:pt x="21" y="373"/>
                    </a:lnTo>
                    <a:lnTo>
                      <a:pt x="23" y="373"/>
                    </a:lnTo>
                    <a:lnTo>
                      <a:pt x="28" y="376"/>
                    </a:lnTo>
                    <a:lnTo>
                      <a:pt x="33" y="383"/>
                    </a:lnTo>
                    <a:lnTo>
                      <a:pt x="35" y="385"/>
                    </a:lnTo>
                    <a:lnTo>
                      <a:pt x="35" y="388"/>
                    </a:lnTo>
                    <a:lnTo>
                      <a:pt x="30" y="388"/>
                    </a:lnTo>
                    <a:lnTo>
                      <a:pt x="30" y="397"/>
                    </a:lnTo>
                    <a:lnTo>
                      <a:pt x="42" y="409"/>
                    </a:lnTo>
                    <a:lnTo>
                      <a:pt x="45" y="414"/>
                    </a:lnTo>
                    <a:lnTo>
                      <a:pt x="49" y="418"/>
                    </a:lnTo>
                    <a:lnTo>
                      <a:pt x="52" y="425"/>
                    </a:lnTo>
                    <a:lnTo>
                      <a:pt x="54" y="430"/>
                    </a:lnTo>
                    <a:lnTo>
                      <a:pt x="54" y="442"/>
                    </a:lnTo>
                    <a:lnTo>
                      <a:pt x="52" y="444"/>
                    </a:lnTo>
                    <a:lnTo>
                      <a:pt x="49" y="449"/>
                    </a:lnTo>
                    <a:lnTo>
                      <a:pt x="47" y="451"/>
                    </a:lnTo>
                    <a:lnTo>
                      <a:pt x="47" y="454"/>
                    </a:lnTo>
                    <a:lnTo>
                      <a:pt x="49" y="456"/>
                    </a:lnTo>
                    <a:lnTo>
                      <a:pt x="52" y="456"/>
                    </a:lnTo>
                    <a:lnTo>
                      <a:pt x="49" y="463"/>
                    </a:lnTo>
                    <a:lnTo>
                      <a:pt x="66" y="466"/>
                    </a:lnTo>
                    <a:lnTo>
                      <a:pt x="66" y="461"/>
                    </a:lnTo>
                    <a:lnTo>
                      <a:pt x="68" y="459"/>
                    </a:lnTo>
                    <a:lnTo>
                      <a:pt x="73" y="456"/>
                    </a:lnTo>
                    <a:lnTo>
                      <a:pt x="73" y="456"/>
                    </a:lnTo>
                    <a:lnTo>
                      <a:pt x="73" y="454"/>
                    </a:lnTo>
                    <a:lnTo>
                      <a:pt x="73" y="451"/>
                    </a:lnTo>
                    <a:lnTo>
                      <a:pt x="78" y="447"/>
                    </a:lnTo>
                    <a:lnTo>
                      <a:pt x="78" y="437"/>
                    </a:lnTo>
                    <a:lnTo>
                      <a:pt x="82" y="437"/>
                    </a:lnTo>
                    <a:lnTo>
                      <a:pt x="82" y="428"/>
                    </a:lnTo>
                    <a:lnTo>
                      <a:pt x="89" y="418"/>
                    </a:lnTo>
                    <a:lnTo>
                      <a:pt x="92" y="411"/>
                    </a:lnTo>
                    <a:lnTo>
                      <a:pt x="101" y="409"/>
                    </a:lnTo>
                    <a:lnTo>
                      <a:pt x="113" y="407"/>
                    </a:lnTo>
                    <a:lnTo>
                      <a:pt x="115" y="416"/>
                    </a:lnTo>
                    <a:lnTo>
                      <a:pt x="118" y="418"/>
                    </a:lnTo>
                    <a:lnTo>
                      <a:pt x="123" y="421"/>
                    </a:lnTo>
                    <a:lnTo>
                      <a:pt x="123" y="423"/>
                    </a:lnTo>
                    <a:lnTo>
                      <a:pt x="125" y="430"/>
                    </a:lnTo>
                    <a:lnTo>
                      <a:pt x="127" y="433"/>
                    </a:lnTo>
                    <a:lnTo>
                      <a:pt x="137" y="440"/>
                    </a:lnTo>
                    <a:lnTo>
                      <a:pt x="146" y="435"/>
                    </a:lnTo>
                    <a:lnTo>
                      <a:pt x="170" y="433"/>
                    </a:lnTo>
                    <a:lnTo>
                      <a:pt x="175" y="435"/>
                    </a:lnTo>
                    <a:lnTo>
                      <a:pt x="177" y="442"/>
                    </a:lnTo>
                    <a:lnTo>
                      <a:pt x="177" y="442"/>
                    </a:lnTo>
                    <a:lnTo>
                      <a:pt x="196" y="442"/>
                    </a:lnTo>
                    <a:lnTo>
                      <a:pt x="205" y="430"/>
                    </a:lnTo>
                    <a:lnTo>
                      <a:pt x="219" y="430"/>
                    </a:lnTo>
                    <a:lnTo>
                      <a:pt x="222" y="418"/>
                    </a:lnTo>
                    <a:lnTo>
                      <a:pt x="234" y="411"/>
                    </a:lnTo>
                    <a:lnTo>
                      <a:pt x="250" y="421"/>
                    </a:lnTo>
                    <a:lnTo>
                      <a:pt x="260" y="430"/>
                    </a:lnTo>
                    <a:lnTo>
                      <a:pt x="274" y="430"/>
                    </a:lnTo>
                    <a:lnTo>
                      <a:pt x="290" y="409"/>
                    </a:lnTo>
                    <a:lnTo>
                      <a:pt x="295" y="397"/>
                    </a:lnTo>
                    <a:lnTo>
                      <a:pt x="309" y="388"/>
                    </a:lnTo>
                    <a:lnTo>
                      <a:pt x="307" y="381"/>
                    </a:lnTo>
                    <a:lnTo>
                      <a:pt x="307" y="364"/>
                    </a:lnTo>
                    <a:lnTo>
                      <a:pt x="300" y="357"/>
                    </a:lnTo>
                    <a:lnTo>
                      <a:pt x="319" y="357"/>
                    </a:lnTo>
                    <a:lnTo>
                      <a:pt x="319" y="350"/>
                    </a:lnTo>
                    <a:lnTo>
                      <a:pt x="331" y="347"/>
                    </a:lnTo>
                    <a:lnTo>
                      <a:pt x="328" y="357"/>
                    </a:lnTo>
                    <a:lnTo>
                      <a:pt x="328" y="366"/>
                    </a:lnTo>
                    <a:lnTo>
                      <a:pt x="326" y="369"/>
                    </a:lnTo>
                    <a:lnTo>
                      <a:pt x="328" y="378"/>
                    </a:lnTo>
                    <a:lnTo>
                      <a:pt x="331" y="385"/>
                    </a:lnTo>
                    <a:lnTo>
                      <a:pt x="331" y="390"/>
                    </a:lnTo>
                    <a:lnTo>
                      <a:pt x="328" y="395"/>
                    </a:lnTo>
                    <a:lnTo>
                      <a:pt x="335" y="399"/>
                    </a:lnTo>
                    <a:lnTo>
                      <a:pt x="345" y="407"/>
                    </a:lnTo>
                    <a:lnTo>
                      <a:pt x="352" y="414"/>
                    </a:lnTo>
                    <a:lnTo>
                      <a:pt x="354" y="418"/>
                    </a:lnTo>
                    <a:lnTo>
                      <a:pt x="357" y="423"/>
                    </a:lnTo>
                    <a:lnTo>
                      <a:pt x="359" y="423"/>
                    </a:lnTo>
                    <a:lnTo>
                      <a:pt x="361" y="421"/>
                    </a:lnTo>
                    <a:lnTo>
                      <a:pt x="361" y="414"/>
                    </a:lnTo>
                    <a:lnTo>
                      <a:pt x="359" y="409"/>
                    </a:lnTo>
                    <a:lnTo>
                      <a:pt x="359" y="402"/>
                    </a:lnTo>
                    <a:lnTo>
                      <a:pt x="366" y="395"/>
                    </a:lnTo>
                    <a:lnTo>
                      <a:pt x="368" y="395"/>
                    </a:lnTo>
                    <a:lnTo>
                      <a:pt x="368" y="399"/>
                    </a:lnTo>
                    <a:lnTo>
                      <a:pt x="371" y="402"/>
                    </a:lnTo>
                    <a:lnTo>
                      <a:pt x="378" y="402"/>
                    </a:lnTo>
                    <a:lnTo>
                      <a:pt x="380" y="399"/>
                    </a:lnTo>
                    <a:lnTo>
                      <a:pt x="380" y="385"/>
                    </a:lnTo>
                    <a:lnTo>
                      <a:pt x="378" y="383"/>
                    </a:lnTo>
                    <a:lnTo>
                      <a:pt x="378" y="381"/>
                    </a:lnTo>
                    <a:lnTo>
                      <a:pt x="382" y="373"/>
                    </a:lnTo>
                    <a:lnTo>
                      <a:pt x="382" y="364"/>
                    </a:lnTo>
                    <a:lnTo>
                      <a:pt x="385" y="362"/>
                    </a:lnTo>
                    <a:lnTo>
                      <a:pt x="390" y="362"/>
                    </a:lnTo>
                    <a:lnTo>
                      <a:pt x="392" y="357"/>
                    </a:lnTo>
                    <a:lnTo>
                      <a:pt x="392" y="343"/>
                    </a:lnTo>
                    <a:lnTo>
                      <a:pt x="394" y="340"/>
                    </a:lnTo>
                    <a:lnTo>
                      <a:pt x="397" y="336"/>
                    </a:lnTo>
                    <a:lnTo>
                      <a:pt x="399" y="333"/>
                    </a:lnTo>
                    <a:lnTo>
                      <a:pt x="411" y="333"/>
                    </a:lnTo>
                    <a:lnTo>
                      <a:pt x="411" y="314"/>
                    </a:lnTo>
                    <a:lnTo>
                      <a:pt x="413" y="310"/>
                    </a:lnTo>
                    <a:lnTo>
                      <a:pt x="416" y="307"/>
                    </a:lnTo>
                    <a:lnTo>
                      <a:pt x="418" y="303"/>
                    </a:lnTo>
                    <a:lnTo>
                      <a:pt x="420" y="300"/>
                    </a:lnTo>
                    <a:lnTo>
                      <a:pt x="420" y="284"/>
                    </a:lnTo>
                    <a:lnTo>
                      <a:pt x="418" y="265"/>
                    </a:lnTo>
                    <a:lnTo>
                      <a:pt x="416" y="262"/>
                    </a:lnTo>
                    <a:lnTo>
                      <a:pt x="416" y="255"/>
                    </a:lnTo>
                    <a:lnTo>
                      <a:pt x="420" y="253"/>
                    </a:lnTo>
                    <a:lnTo>
                      <a:pt x="423" y="253"/>
                    </a:lnTo>
                    <a:lnTo>
                      <a:pt x="423" y="239"/>
                    </a:lnTo>
                    <a:lnTo>
                      <a:pt x="425" y="239"/>
                    </a:lnTo>
                    <a:lnTo>
                      <a:pt x="427" y="236"/>
                    </a:lnTo>
                    <a:lnTo>
                      <a:pt x="430" y="232"/>
                    </a:lnTo>
                    <a:lnTo>
                      <a:pt x="430" y="215"/>
                    </a:lnTo>
                    <a:lnTo>
                      <a:pt x="427" y="213"/>
                    </a:lnTo>
                    <a:lnTo>
                      <a:pt x="427" y="208"/>
                    </a:lnTo>
                    <a:lnTo>
                      <a:pt x="432" y="208"/>
                    </a:lnTo>
                    <a:close/>
                  </a:path>
                </a:pathLst>
              </a:custGeom>
              <a:grpFill/>
              <a:ln w="6350">
                <a:solidFill>
                  <a:schemeClr val="bg1"/>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sp>
            <p:nvSpPr>
              <p:cNvPr id="447" name="Freeform 9">
                <a:extLst>
                  <a:ext uri="{FF2B5EF4-FFF2-40B4-BE49-F238E27FC236}">
                    <a16:creationId xmlns:a16="http://schemas.microsoft.com/office/drawing/2014/main" id="{211AC4E5-9EE5-28B6-1464-292AEB2CA4D1}"/>
                  </a:ext>
                </a:extLst>
              </p:cNvPr>
              <p:cNvSpPr>
                <a:spLocks/>
              </p:cNvSpPr>
              <p:nvPr/>
            </p:nvSpPr>
            <p:spPr bwMode="auto">
              <a:xfrm>
                <a:off x="2589160" y="5572988"/>
                <a:ext cx="161832" cy="135334"/>
              </a:xfrm>
              <a:custGeom>
                <a:avLst/>
                <a:gdLst/>
                <a:ahLst/>
                <a:cxnLst>
                  <a:cxn ang="0">
                    <a:pos x="269" y="52"/>
                  </a:cxn>
                  <a:cxn ang="0">
                    <a:pos x="265" y="38"/>
                  </a:cxn>
                  <a:cxn ang="0">
                    <a:pos x="262" y="19"/>
                  </a:cxn>
                  <a:cxn ang="0">
                    <a:pos x="253" y="3"/>
                  </a:cxn>
                  <a:cxn ang="0">
                    <a:pos x="241" y="17"/>
                  </a:cxn>
                  <a:cxn ang="0">
                    <a:pos x="229" y="50"/>
                  </a:cxn>
                  <a:cxn ang="0">
                    <a:pos x="194" y="83"/>
                  </a:cxn>
                  <a:cxn ang="0">
                    <a:pos x="156" y="71"/>
                  </a:cxn>
                  <a:cxn ang="0">
                    <a:pos x="130" y="95"/>
                  </a:cxn>
                  <a:cxn ang="0">
                    <a:pos x="109" y="88"/>
                  </a:cxn>
                  <a:cxn ang="0">
                    <a:pos x="71" y="93"/>
                  </a:cxn>
                  <a:cxn ang="0">
                    <a:pos x="57" y="76"/>
                  </a:cxn>
                  <a:cxn ang="0">
                    <a:pos x="49" y="69"/>
                  </a:cxn>
                  <a:cxn ang="0">
                    <a:pos x="26" y="64"/>
                  </a:cxn>
                  <a:cxn ang="0">
                    <a:pos x="16" y="90"/>
                  </a:cxn>
                  <a:cxn ang="0">
                    <a:pos x="7" y="104"/>
                  </a:cxn>
                  <a:cxn ang="0">
                    <a:pos x="7" y="109"/>
                  </a:cxn>
                  <a:cxn ang="0">
                    <a:pos x="0" y="119"/>
                  </a:cxn>
                  <a:cxn ang="0">
                    <a:pos x="12" y="135"/>
                  </a:cxn>
                  <a:cxn ang="0">
                    <a:pos x="28" y="142"/>
                  </a:cxn>
                  <a:cxn ang="0">
                    <a:pos x="38" y="152"/>
                  </a:cxn>
                  <a:cxn ang="0">
                    <a:pos x="33" y="154"/>
                  </a:cxn>
                  <a:cxn ang="0">
                    <a:pos x="42" y="164"/>
                  </a:cxn>
                  <a:cxn ang="0">
                    <a:pos x="54" y="173"/>
                  </a:cxn>
                  <a:cxn ang="0">
                    <a:pos x="59" y="182"/>
                  </a:cxn>
                  <a:cxn ang="0">
                    <a:pos x="68" y="190"/>
                  </a:cxn>
                  <a:cxn ang="0">
                    <a:pos x="68" y="197"/>
                  </a:cxn>
                  <a:cxn ang="0">
                    <a:pos x="83" y="208"/>
                  </a:cxn>
                  <a:cxn ang="0">
                    <a:pos x="92" y="218"/>
                  </a:cxn>
                  <a:cxn ang="0">
                    <a:pos x="106" y="241"/>
                  </a:cxn>
                  <a:cxn ang="0">
                    <a:pos x="127" y="258"/>
                  </a:cxn>
                  <a:cxn ang="0">
                    <a:pos x="137" y="251"/>
                  </a:cxn>
                  <a:cxn ang="0">
                    <a:pos x="146" y="258"/>
                  </a:cxn>
                  <a:cxn ang="0">
                    <a:pos x="156" y="251"/>
                  </a:cxn>
                  <a:cxn ang="0">
                    <a:pos x="168" y="251"/>
                  </a:cxn>
                  <a:cxn ang="0">
                    <a:pos x="177" y="267"/>
                  </a:cxn>
                  <a:cxn ang="0">
                    <a:pos x="187" y="272"/>
                  </a:cxn>
                  <a:cxn ang="0">
                    <a:pos x="203" y="275"/>
                  </a:cxn>
                  <a:cxn ang="0">
                    <a:pos x="215" y="279"/>
                  </a:cxn>
                  <a:cxn ang="0">
                    <a:pos x="222" y="275"/>
                  </a:cxn>
                  <a:cxn ang="0">
                    <a:pos x="243" y="277"/>
                  </a:cxn>
                  <a:cxn ang="0">
                    <a:pos x="262" y="272"/>
                  </a:cxn>
                  <a:cxn ang="0">
                    <a:pos x="274" y="277"/>
                  </a:cxn>
                  <a:cxn ang="0">
                    <a:pos x="283" y="265"/>
                  </a:cxn>
                  <a:cxn ang="0">
                    <a:pos x="295" y="251"/>
                  </a:cxn>
                  <a:cxn ang="0">
                    <a:pos x="340" y="239"/>
                  </a:cxn>
                  <a:cxn ang="0">
                    <a:pos x="335" y="225"/>
                  </a:cxn>
                  <a:cxn ang="0">
                    <a:pos x="316" y="208"/>
                  </a:cxn>
                  <a:cxn ang="0">
                    <a:pos x="312" y="185"/>
                  </a:cxn>
                  <a:cxn ang="0">
                    <a:pos x="293" y="175"/>
                  </a:cxn>
                  <a:cxn ang="0">
                    <a:pos x="286" y="159"/>
                  </a:cxn>
                  <a:cxn ang="0">
                    <a:pos x="276" y="149"/>
                  </a:cxn>
                  <a:cxn ang="0">
                    <a:pos x="260" y="147"/>
                  </a:cxn>
                  <a:cxn ang="0">
                    <a:pos x="265" y="135"/>
                  </a:cxn>
                  <a:cxn ang="0">
                    <a:pos x="279" y="128"/>
                  </a:cxn>
                  <a:cxn ang="0">
                    <a:pos x="288" y="123"/>
                  </a:cxn>
                  <a:cxn ang="0">
                    <a:pos x="291" y="100"/>
                  </a:cxn>
                  <a:cxn ang="0">
                    <a:pos x="286" y="88"/>
                  </a:cxn>
                  <a:cxn ang="0">
                    <a:pos x="291" y="76"/>
                  </a:cxn>
                </a:cxnLst>
                <a:rect l="0" t="0" r="r" b="b"/>
                <a:pathLst>
                  <a:path w="342" h="286">
                    <a:moveTo>
                      <a:pt x="286" y="67"/>
                    </a:moveTo>
                    <a:lnTo>
                      <a:pt x="279" y="60"/>
                    </a:lnTo>
                    <a:lnTo>
                      <a:pt x="269" y="52"/>
                    </a:lnTo>
                    <a:lnTo>
                      <a:pt x="262" y="48"/>
                    </a:lnTo>
                    <a:lnTo>
                      <a:pt x="265" y="43"/>
                    </a:lnTo>
                    <a:lnTo>
                      <a:pt x="265" y="38"/>
                    </a:lnTo>
                    <a:lnTo>
                      <a:pt x="262" y="31"/>
                    </a:lnTo>
                    <a:lnTo>
                      <a:pt x="260" y="22"/>
                    </a:lnTo>
                    <a:lnTo>
                      <a:pt x="262" y="19"/>
                    </a:lnTo>
                    <a:lnTo>
                      <a:pt x="262" y="10"/>
                    </a:lnTo>
                    <a:lnTo>
                      <a:pt x="265" y="0"/>
                    </a:lnTo>
                    <a:lnTo>
                      <a:pt x="253" y="3"/>
                    </a:lnTo>
                    <a:lnTo>
                      <a:pt x="253" y="10"/>
                    </a:lnTo>
                    <a:lnTo>
                      <a:pt x="234" y="10"/>
                    </a:lnTo>
                    <a:lnTo>
                      <a:pt x="241" y="17"/>
                    </a:lnTo>
                    <a:lnTo>
                      <a:pt x="241" y="34"/>
                    </a:lnTo>
                    <a:lnTo>
                      <a:pt x="243" y="41"/>
                    </a:lnTo>
                    <a:lnTo>
                      <a:pt x="229" y="50"/>
                    </a:lnTo>
                    <a:lnTo>
                      <a:pt x="224" y="62"/>
                    </a:lnTo>
                    <a:lnTo>
                      <a:pt x="208" y="83"/>
                    </a:lnTo>
                    <a:lnTo>
                      <a:pt x="194" y="83"/>
                    </a:lnTo>
                    <a:lnTo>
                      <a:pt x="184" y="74"/>
                    </a:lnTo>
                    <a:lnTo>
                      <a:pt x="168" y="64"/>
                    </a:lnTo>
                    <a:lnTo>
                      <a:pt x="156" y="71"/>
                    </a:lnTo>
                    <a:lnTo>
                      <a:pt x="153" y="83"/>
                    </a:lnTo>
                    <a:lnTo>
                      <a:pt x="139" y="83"/>
                    </a:lnTo>
                    <a:lnTo>
                      <a:pt x="130" y="95"/>
                    </a:lnTo>
                    <a:lnTo>
                      <a:pt x="111" y="95"/>
                    </a:lnTo>
                    <a:lnTo>
                      <a:pt x="111" y="95"/>
                    </a:lnTo>
                    <a:lnTo>
                      <a:pt x="109" y="88"/>
                    </a:lnTo>
                    <a:lnTo>
                      <a:pt x="104" y="86"/>
                    </a:lnTo>
                    <a:lnTo>
                      <a:pt x="80" y="88"/>
                    </a:lnTo>
                    <a:lnTo>
                      <a:pt x="71" y="93"/>
                    </a:lnTo>
                    <a:lnTo>
                      <a:pt x="61" y="86"/>
                    </a:lnTo>
                    <a:lnTo>
                      <a:pt x="59" y="83"/>
                    </a:lnTo>
                    <a:lnTo>
                      <a:pt x="57" y="76"/>
                    </a:lnTo>
                    <a:lnTo>
                      <a:pt x="57" y="74"/>
                    </a:lnTo>
                    <a:lnTo>
                      <a:pt x="52" y="71"/>
                    </a:lnTo>
                    <a:lnTo>
                      <a:pt x="49" y="69"/>
                    </a:lnTo>
                    <a:lnTo>
                      <a:pt x="47" y="60"/>
                    </a:lnTo>
                    <a:lnTo>
                      <a:pt x="35" y="62"/>
                    </a:lnTo>
                    <a:lnTo>
                      <a:pt x="26" y="64"/>
                    </a:lnTo>
                    <a:lnTo>
                      <a:pt x="23" y="71"/>
                    </a:lnTo>
                    <a:lnTo>
                      <a:pt x="16" y="81"/>
                    </a:lnTo>
                    <a:lnTo>
                      <a:pt x="16" y="90"/>
                    </a:lnTo>
                    <a:lnTo>
                      <a:pt x="12" y="90"/>
                    </a:lnTo>
                    <a:lnTo>
                      <a:pt x="12" y="100"/>
                    </a:lnTo>
                    <a:lnTo>
                      <a:pt x="7" y="104"/>
                    </a:lnTo>
                    <a:lnTo>
                      <a:pt x="7" y="107"/>
                    </a:lnTo>
                    <a:lnTo>
                      <a:pt x="7" y="109"/>
                    </a:lnTo>
                    <a:lnTo>
                      <a:pt x="7" y="109"/>
                    </a:lnTo>
                    <a:lnTo>
                      <a:pt x="2" y="112"/>
                    </a:lnTo>
                    <a:lnTo>
                      <a:pt x="0" y="114"/>
                    </a:lnTo>
                    <a:lnTo>
                      <a:pt x="0" y="119"/>
                    </a:lnTo>
                    <a:lnTo>
                      <a:pt x="2" y="119"/>
                    </a:lnTo>
                    <a:lnTo>
                      <a:pt x="2" y="130"/>
                    </a:lnTo>
                    <a:lnTo>
                      <a:pt x="12" y="135"/>
                    </a:lnTo>
                    <a:lnTo>
                      <a:pt x="26" y="135"/>
                    </a:lnTo>
                    <a:lnTo>
                      <a:pt x="26" y="142"/>
                    </a:lnTo>
                    <a:lnTo>
                      <a:pt x="28" y="142"/>
                    </a:lnTo>
                    <a:lnTo>
                      <a:pt x="33" y="145"/>
                    </a:lnTo>
                    <a:lnTo>
                      <a:pt x="38" y="149"/>
                    </a:lnTo>
                    <a:lnTo>
                      <a:pt x="38" y="152"/>
                    </a:lnTo>
                    <a:lnTo>
                      <a:pt x="35" y="152"/>
                    </a:lnTo>
                    <a:lnTo>
                      <a:pt x="35" y="154"/>
                    </a:lnTo>
                    <a:lnTo>
                      <a:pt x="33" y="154"/>
                    </a:lnTo>
                    <a:lnTo>
                      <a:pt x="33" y="156"/>
                    </a:lnTo>
                    <a:lnTo>
                      <a:pt x="38" y="161"/>
                    </a:lnTo>
                    <a:lnTo>
                      <a:pt x="42" y="164"/>
                    </a:lnTo>
                    <a:lnTo>
                      <a:pt x="45" y="164"/>
                    </a:lnTo>
                    <a:lnTo>
                      <a:pt x="49" y="166"/>
                    </a:lnTo>
                    <a:lnTo>
                      <a:pt x="54" y="173"/>
                    </a:lnTo>
                    <a:lnTo>
                      <a:pt x="57" y="178"/>
                    </a:lnTo>
                    <a:lnTo>
                      <a:pt x="59" y="180"/>
                    </a:lnTo>
                    <a:lnTo>
                      <a:pt x="59" y="182"/>
                    </a:lnTo>
                    <a:lnTo>
                      <a:pt x="66" y="182"/>
                    </a:lnTo>
                    <a:lnTo>
                      <a:pt x="68" y="185"/>
                    </a:lnTo>
                    <a:lnTo>
                      <a:pt x="68" y="190"/>
                    </a:lnTo>
                    <a:lnTo>
                      <a:pt x="64" y="190"/>
                    </a:lnTo>
                    <a:lnTo>
                      <a:pt x="64" y="192"/>
                    </a:lnTo>
                    <a:lnTo>
                      <a:pt x="68" y="197"/>
                    </a:lnTo>
                    <a:lnTo>
                      <a:pt x="68" y="204"/>
                    </a:lnTo>
                    <a:lnTo>
                      <a:pt x="80" y="206"/>
                    </a:lnTo>
                    <a:lnTo>
                      <a:pt x="83" y="208"/>
                    </a:lnTo>
                    <a:lnTo>
                      <a:pt x="87" y="211"/>
                    </a:lnTo>
                    <a:lnTo>
                      <a:pt x="90" y="213"/>
                    </a:lnTo>
                    <a:lnTo>
                      <a:pt x="92" y="218"/>
                    </a:lnTo>
                    <a:lnTo>
                      <a:pt x="92" y="227"/>
                    </a:lnTo>
                    <a:lnTo>
                      <a:pt x="94" y="232"/>
                    </a:lnTo>
                    <a:lnTo>
                      <a:pt x="106" y="241"/>
                    </a:lnTo>
                    <a:lnTo>
                      <a:pt x="106" y="251"/>
                    </a:lnTo>
                    <a:lnTo>
                      <a:pt x="125" y="260"/>
                    </a:lnTo>
                    <a:lnTo>
                      <a:pt x="127" y="258"/>
                    </a:lnTo>
                    <a:lnTo>
                      <a:pt x="130" y="253"/>
                    </a:lnTo>
                    <a:lnTo>
                      <a:pt x="132" y="251"/>
                    </a:lnTo>
                    <a:lnTo>
                      <a:pt x="137" y="251"/>
                    </a:lnTo>
                    <a:lnTo>
                      <a:pt x="142" y="253"/>
                    </a:lnTo>
                    <a:lnTo>
                      <a:pt x="142" y="256"/>
                    </a:lnTo>
                    <a:lnTo>
                      <a:pt x="146" y="258"/>
                    </a:lnTo>
                    <a:lnTo>
                      <a:pt x="149" y="258"/>
                    </a:lnTo>
                    <a:lnTo>
                      <a:pt x="156" y="253"/>
                    </a:lnTo>
                    <a:lnTo>
                      <a:pt x="156" y="251"/>
                    </a:lnTo>
                    <a:lnTo>
                      <a:pt x="161" y="246"/>
                    </a:lnTo>
                    <a:lnTo>
                      <a:pt x="163" y="249"/>
                    </a:lnTo>
                    <a:lnTo>
                      <a:pt x="168" y="251"/>
                    </a:lnTo>
                    <a:lnTo>
                      <a:pt x="170" y="258"/>
                    </a:lnTo>
                    <a:lnTo>
                      <a:pt x="172" y="263"/>
                    </a:lnTo>
                    <a:lnTo>
                      <a:pt x="177" y="267"/>
                    </a:lnTo>
                    <a:lnTo>
                      <a:pt x="182" y="270"/>
                    </a:lnTo>
                    <a:lnTo>
                      <a:pt x="184" y="272"/>
                    </a:lnTo>
                    <a:lnTo>
                      <a:pt x="187" y="272"/>
                    </a:lnTo>
                    <a:lnTo>
                      <a:pt x="189" y="282"/>
                    </a:lnTo>
                    <a:lnTo>
                      <a:pt x="196" y="282"/>
                    </a:lnTo>
                    <a:lnTo>
                      <a:pt x="203" y="275"/>
                    </a:lnTo>
                    <a:lnTo>
                      <a:pt x="208" y="275"/>
                    </a:lnTo>
                    <a:lnTo>
                      <a:pt x="210" y="277"/>
                    </a:lnTo>
                    <a:lnTo>
                      <a:pt x="215" y="279"/>
                    </a:lnTo>
                    <a:lnTo>
                      <a:pt x="220" y="279"/>
                    </a:lnTo>
                    <a:lnTo>
                      <a:pt x="220" y="277"/>
                    </a:lnTo>
                    <a:lnTo>
                      <a:pt x="222" y="275"/>
                    </a:lnTo>
                    <a:lnTo>
                      <a:pt x="224" y="275"/>
                    </a:lnTo>
                    <a:lnTo>
                      <a:pt x="236" y="286"/>
                    </a:lnTo>
                    <a:lnTo>
                      <a:pt x="243" y="277"/>
                    </a:lnTo>
                    <a:lnTo>
                      <a:pt x="253" y="277"/>
                    </a:lnTo>
                    <a:lnTo>
                      <a:pt x="257" y="272"/>
                    </a:lnTo>
                    <a:lnTo>
                      <a:pt x="262" y="272"/>
                    </a:lnTo>
                    <a:lnTo>
                      <a:pt x="262" y="275"/>
                    </a:lnTo>
                    <a:lnTo>
                      <a:pt x="265" y="277"/>
                    </a:lnTo>
                    <a:lnTo>
                      <a:pt x="274" y="277"/>
                    </a:lnTo>
                    <a:lnTo>
                      <a:pt x="281" y="270"/>
                    </a:lnTo>
                    <a:lnTo>
                      <a:pt x="281" y="267"/>
                    </a:lnTo>
                    <a:lnTo>
                      <a:pt x="283" y="265"/>
                    </a:lnTo>
                    <a:lnTo>
                      <a:pt x="283" y="263"/>
                    </a:lnTo>
                    <a:lnTo>
                      <a:pt x="288" y="263"/>
                    </a:lnTo>
                    <a:lnTo>
                      <a:pt x="295" y="251"/>
                    </a:lnTo>
                    <a:lnTo>
                      <a:pt x="333" y="251"/>
                    </a:lnTo>
                    <a:lnTo>
                      <a:pt x="342" y="246"/>
                    </a:lnTo>
                    <a:lnTo>
                      <a:pt x="340" y="239"/>
                    </a:lnTo>
                    <a:lnTo>
                      <a:pt x="340" y="232"/>
                    </a:lnTo>
                    <a:lnTo>
                      <a:pt x="338" y="227"/>
                    </a:lnTo>
                    <a:lnTo>
                      <a:pt x="335" y="225"/>
                    </a:lnTo>
                    <a:lnTo>
                      <a:pt x="328" y="225"/>
                    </a:lnTo>
                    <a:lnTo>
                      <a:pt x="324" y="223"/>
                    </a:lnTo>
                    <a:lnTo>
                      <a:pt x="316" y="208"/>
                    </a:lnTo>
                    <a:lnTo>
                      <a:pt x="316" y="201"/>
                    </a:lnTo>
                    <a:lnTo>
                      <a:pt x="312" y="199"/>
                    </a:lnTo>
                    <a:lnTo>
                      <a:pt x="312" y="185"/>
                    </a:lnTo>
                    <a:lnTo>
                      <a:pt x="305" y="185"/>
                    </a:lnTo>
                    <a:lnTo>
                      <a:pt x="302" y="175"/>
                    </a:lnTo>
                    <a:lnTo>
                      <a:pt x="293" y="175"/>
                    </a:lnTo>
                    <a:lnTo>
                      <a:pt x="291" y="168"/>
                    </a:lnTo>
                    <a:lnTo>
                      <a:pt x="291" y="161"/>
                    </a:lnTo>
                    <a:lnTo>
                      <a:pt x="286" y="159"/>
                    </a:lnTo>
                    <a:lnTo>
                      <a:pt x="283" y="154"/>
                    </a:lnTo>
                    <a:lnTo>
                      <a:pt x="279" y="152"/>
                    </a:lnTo>
                    <a:lnTo>
                      <a:pt x="276" y="149"/>
                    </a:lnTo>
                    <a:lnTo>
                      <a:pt x="267" y="149"/>
                    </a:lnTo>
                    <a:lnTo>
                      <a:pt x="262" y="147"/>
                    </a:lnTo>
                    <a:lnTo>
                      <a:pt x="260" y="147"/>
                    </a:lnTo>
                    <a:lnTo>
                      <a:pt x="260" y="142"/>
                    </a:lnTo>
                    <a:lnTo>
                      <a:pt x="262" y="138"/>
                    </a:lnTo>
                    <a:lnTo>
                      <a:pt x="265" y="135"/>
                    </a:lnTo>
                    <a:lnTo>
                      <a:pt x="262" y="126"/>
                    </a:lnTo>
                    <a:lnTo>
                      <a:pt x="276" y="126"/>
                    </a:lnTo>
                    <a:lnTo>
                      <a:pt x="279" y="128"/>
                    </a:lnTo>
                    <a:lnTo>
                      <a:pt x="281" y="126"/>
                    </a:lnTo>
                    <a:lnTo>
                      <a:pt x="286" y="126"/>
                    </a:lnTo>
                    <a:lnTo>
                      <a:pt x="288" y="123"/>
                    </a:lnTo>
                    <a:lnTo>
                      <a:pt x="288" y="119"/>
                    </a:lnTo>
                    <a:lnTo>
                      <a:pt x="291" y="114"/>
                    </a:lnTo>
                    <a:lnTo>
                      <a:pt x="291" y="100"/>
                    </a:lnTo>
                    <a:lnTo>
                      <a:pt x="288" y="97"/>
                    </a:lnTo>
                    <a:lnTo>
                      <a:pt x="288" y="93"/>
                    </a:lnTo>
                    <a:lnTo>
                      <a:pt x="286" y="88"/>
                    </a:lnTo>
                    <a:lnTo>
                      <a:pt x="286" y="83"/>
                    </a:lnTo>
                    <a:lnTo>
                      <a:pt x="288" y="78"/>
                    </a:lnTo>
                    <a:lnTo>
                      <a:pt x="291" y="76"/>
                    </a:lnTo>
                    <a:lnTo>
                      <a:pt x="288" y="71"/>
                    </a:lnTo>
                    <a:lnTo>
                      <a:pt x="286" y="67"/>
                    </a:lnTo>
                    <a:close/>
                  </a:path>
                </a:pathLst>
              </a:custGeom>
              <a:grpFill/>
              <a:ln w="6350">
                <a:solidFill>
                  <a:schemeClr val="bg1"/>
                </a:solidFill>
                <a:round/>
                <a:headEnd/>
                <a:tailEnd/>
              </a:ln>
            </p:spPr>
            <p:txBody>
              <a:bodyPr vert="horz" wrap="square" lIns="91428" tIns="45714" rIns="91428" bIns="45714" numCol="1" anchor="t" anchorCtr="0" compatLnSpc="1">
                <a:prstTxWarp prst="textNoShape">
                  <a:avLst/>
                </a:prstTxWarp>
              </a:bodyPr>
              <a:lstStyle/>
              <a:p>
                <a:pPr defTabSz="914309">
                  <a:defRPr/>
                </a:pPr>
                <a:endParaRPr lang="en-GB" noProof="0">
                  <a:solidFill>
                    <a:srgbClr val="000000"/>
                  </a:solidFill>
                  <a:latin typeface="Arial" panose="020B0604020202020204"/>
                  <a:cs typeface="Arial"/>
                </a:endParaRPr>
              </a:p>
            </p:txBody>
          </p:sp>
        </p:grpSp>
        <p:sp>
          <p:nvSpPr>
            <p:cNvPr id="334" name="Text Box 277">
              <a:extLst>
                <a:ext uri="{FF2B5EF4-FFF2-40B4-BE49-F238E27FC236}">
                  <a16:creationId xmlns:a16="http://schemas.microsoft.com/office/drawing/2014/main" id="{22D5C601-DF5C-423C-A417-095F94326EA6}"/>
                </a:ext>
              </a:extLst>
            </p:cNvPr>
            <p:cNvSpPr txBox="1">
              <a:spLocks noChangeArrowheads="1"/>
            </p:cNvSpPr>
            <p:nvPr/>
          </p:nvSpPr>
          <p:spPr bwMode="auto">
            <a:xfrm>
              <a:off x="16424653" y="6642835"/>
              <a:ext cx="550438" cy="162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defPPr>
                <a:defRPr lang="en-US"/>
              </a:defPPr>
              <a:lvl1pPr eaLnBrk="0" fontAlgn="base" hangingPunct="0">
                <a:lnSpc>
                  <a:spcPct val="90000"/>
                </a:lnSpc>
                <a:spcBef>
                  <a:spcPct val="0"/>
                </a:spcBef>
                <a:spcAft>
                  <a:spcPct val="0"/>
                </a:spcAft>
                <a:defRPr sz="1400" b="1">
                  <a:solidFill>
                    <a:srgbClr val="000000">
                      <a:lumMod val="65000"/>
                      <a:lumOff val="35000"/>
                    </a:srgbClr>
                  </a:solidFill>
                  <a:latin typeface="Arial" pitchFamily="34" charset="0"/>
                  <a:cs typeface="Arial" pitchFamily="34" charset="0"/>
                </a:defRPr>
              </a:lvl1pPr>
              <a:lvl2pPr marL="742950" indent="-285750" eaLnBrk="0" hangingPunct="0">
                <a:defRPr sz="2000">
                  <a:latin typeface="Arial" charset="0"/>
                  <a:cs typeface="Arial" charset="0"/>
                </a:defRPr>
              </a:lvl2pPr>
              <a:lvl3pPr marL="1143000" indent="-228600" eaLnBrk="0" hangingPunct="0">
                <a:defRPr sz="2000">
                  <a:latin typeface="Arial" charset="0"/>
                  <a:cs typeface="Arial" charset="0"/>
                </a:defRPr>
              </a:lvl3pPr>
              <a:lvl4pPr marL="1600200" indent="-228600" eaLnBrk="0" hangingPunct="0">
                <a:defRPr sz="2000">
                  <a:latin typeface="Arial" charset="0"/>
                  <a:cs typeface="Arial" charset="0"/>
                </a:defRPr>
              </a:lvl4pPr>
              <a:lvl5pPr marL="2057400" indent="-228600" eaLnBrk="0" hangingPunct="0">
                <a:defRPr sz="2000">
                  <a:latin typeface="Arial" charset="0"/>
                  <a:cs typeface="Arial" charset="0"/>
                </a:defRPr>
              </a:lvl5pPr>
              <a:lvl6pPr marL="2514600" indent="-228600" algn="ctr" eaLnBrk="0" fontAlgn="base" hangingPunct="0">
                <a:spcBef>
                  <a:spcPct val="0"/>
                </a:spcBef>
                <a:spcAft>
                  <a:spcPct val="0"/>
                </a:spcAft>
                <a:defRPr sz="2000">
                  <a:latin typeface="Arial" charset="0"/>
                  <a:cs typeface="Arial" charset="0"/>
                </a:defRPr>
              </a:lvl6pPr>
              <a:lvl7pPr marL="2971800" indent="-228600" algn="ctr" eaLnBrk="0" fontAlgn="base" hangingPunct="0">
                <a:spcBef>
                  <a:spcPct val="0"/>
                </a:spcBef>
                <a:spcAft>
                  <a:spcPct val="0"/>
                </a:spcAft>
                <a:defRPr sz="2000">
                  <a:latin typeface="Arial" charset="0"/>
                  <a:cs typeface="Arial" charset="0"/>
                </a:defRPr>
              </a:lvl7pPr>
              <a:lvl8pPr marL="3429000" indent="-228600" algn="ctr" eaLnBrk="0" fontAlgn="base" hangingPunct="0">
                <a:spcBef>
                  <a:spcPct val="0"/>
                </a:spcBef>
                <a:spcAft>
                  <a:spcPct val="0"/>
                </a:spcAft>
                <a:defRPr sz="2000">
                  <a:latin typeface="Arial" charset="0"/>
                  <a:cs typeface="Arial" charset="0"/>
                </a:defRPr>
              </a:lvl8pPr>
              <a:lvl9pPr marL="3886200" indent="-228600" algn="ctr" eaLnBrk="0" fontAlgn="base" hangingPunct="0">
                <a:spcBef>
                  <a:spcPct val="0"/>
                </a:spcBef>
                <a:spcAft>
                  <a:spcPct val="0"/>
                </a:spcAft>
                <a:defRPr sz="2000">
                  <a:latin typeface="Arial" charset="0"/>
                  <a:cs typeface="Arial" charset="0"/>
                </a:defRPr>
              </a:lvl9pPr>
            </a:lstStyle>
            <a:p>
              <a:pPr defTabSz="914309">
                <a:defRPr/>
              </a:pPr>
              <a:r>
                <a:rPr lang="en-GB" sz="1000" b="0" noProof="0">
                  <a:solidFill>
                    <a:schemeClr val="tx1"/>
                  </a:solidFill>
                </a:rPr>
                <a:t>Antwerp</a:t>
              </a:r>
            </a:p>
          </p:txBody>
        </p:sp>
        <p:sp>
          <p:nvSpPr>
            <p:cNvPr id="335" name="Freeform 285">
              <a:extLst>
                <a:ext uri="{FF2B5EF4-FFF2-40B4-BE49-F238E27FC236}">
                  <a16:creationId xmlns:a16="http://schemas.microsoft.com/office/drawing/2014/main" id="{7B098FBF-356E-8738-71CD-5FD802D94938}"/>
                </a:ext>
              </a:extLst>
            </p:cNvPr>
            <p:cNvSpPr>
              <a:spLocks/>
            </p:cNvSpPr>
            <p:nvPr/>
          </p:nvSpPr>
          <p:spPr bwMode="auto">
            <a:xfrm>
              <a:off x="17108882" y="7242321"/>
              <a:ext cx="1785488" cy="304028"/>
            </a:xfrm>
            <a:custGeom>
              <a:avLst/>
              <a:gdLst>
                <a:gd name="T0" fmla="*/ 0 w 1146"/>
                <a:gd name="T1" fmla="*/ 0 h 240"/>
                <a:gd name="T2" fmla="*/ 0 w 1146"/>
                <a:gd name="T3" fmla="*/ 2147483647 h 240"/>
                <a:gd name="T4" fmla="*/ 2147483647 w 1146"/>
                <a:gd name="T5" fmla="*/ 2147483647 h 240"/>
                <a:gd name="T6" fmla="*/ 0 60000 65536"/>
                <a:gd name="T7" fmla="*/ 0 60000 65536"/>
                <a:gd name="T8" fmla="*/ 0 60000 65536"/>
              </a:gdLst>
              <a:ahLst/>
              <a:cxnLst>
                <a:cxn ang="T6">
                  <a:pos x="T0" y="T1"/>
                </a:cxn>
                <a:cxn ang="T7">
                  <a:pos x="T2" y="T3"/>
                </a:cxn>
                <a:cxn ang="T8">
                  <a:pos x="T4" y="T5"/>
                </a:cxn>
              </a:cxnLst>
              <a:rect l="0" t="0" r="r" b="b"/>
              <a:pathLst>
                <a:path w="1146" h="240">
                  <a:moveTo>
                    <a:pt x="0" y="0"/>
                  </a:moveTo>
                  <a:lnTo>
                    <a:pt x="0" y="240"/>
                  </a:lnTo>
                  <a:lnTo>
                    <a:pt x="1146" y="240"/>
                  </a:lnTo>
                </a:path>
              </a:pathLst>
            </a:cu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309" fontAlgn="base">
                <a:spcBef>
                  <a:spcPct val="0"/>
                </a:spcBef>
                <a:spcAft>
                  <a:spcPct val="0"/>
                </a:spcAft>
                <a:defRPr/>
              </a:pPr>
              <a:endParaRPr lang="en-GB" noProof="0">
                <a:solidFill>
                  <a:srgbClr val="000000"/>
                </a:solidFill>
                <a:latin typeface="Arial"/>
                <a:cs typeface="Arial"/>
              </a:endParaRPr>
            </a:p>
          </p:txBody>
        </p:sp>
        <p:sp>
          <p:nvSpPr>
            <p:cNvPr id="336" name="Freeform 289">
              <a:extLst>
                <a:ext uri="{FF2B5EF4-FFF2-40B4-BE49-F238E27FC236}">
                  <a16:creationId xmlns:a16="http://schemas.microsoft.com/office/drawing/2014/main" id="{BF62C44D-7C2B-42FC-9414-6A5FCCB0DAEB}"/>
                </a:ext>
              </a:extLst>
            </p:cNvPr>
            <p:cNvSpPr>
              <a:spLocks/>
            </p:cNvSpPr>
            <p:nvPr/>
          </p:nvSpPr>
          <p:spPr bwMode="auto">
            <a:xfrm flipH="1" flipV="1">
              <a:off x="15880456" y="6831203"/>
              <a:ext cx="1087672" cy="274852"/>
            </a:xfrm>
            <a:custGeom>
              <a:avLst/>
              <a:gdLst>
                <a:gd name="T0" fmla="*/ 0 w 1146"/>
                <a:gd name="T1" fmla="*/ 0 h 240"/>
                <a:gd name="T2" fmla="*/ 0 w 1146"/>
                <a:gd name="T3" fmla="*/ 2147483647 h 240"/>
                <a:gd name="T4" fmla="*/ 2147483647 w 1146"/>
                <a:gd name="T5" fmla="*/ 2147483647 h 240"/>
                <a:gd name="T6" fmla="*/ 0 60000 65536"/>
                <a:gd name="T7" fmla="*/ 0 60000 65536"/>
                <a:gd name="T8" fmla="*/ 0 60000 65536"/>
              </a:gdLst>
              <a:ahLst/>
              <a:cxnLst>
                <a:cxn ang="T6">
                  <a:pos x="T0" y="T1"/>
                </a:cxn>
                <a:cxn ang="T7">
                  <a:pos x="T2" y="T3"/>
                </a:cxn>
                <a:cxn ang="T8">
                  <a:pos x="T4" y="T5"/>
                </a:cxn>
              </a:cxnLst>
              <a:rect l="0" t="0" r="r" b="b"/>
              <a:pathLst>
                <a:path w="1146" h="240">
                  <a:moveTo>
                    <a:pt x="0" y="0"/>
                  </a:moveTo>
                  <a:lnTo>
                    <a:pt x="0" y="240"/>
                  </a:lnTo>
                  <a:lnTo>
                    <a:pt x="1146" y="240"/>
                  </a:lnTo>
                </a:path>
              </a:pathLst>
            </a:custGeom>
            <a:noFill/>
            <a:ln w="127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309" fontAlgn="base">
                <a:spcBef>
                  <a:spcPct val="0"/>
                </a:spcBef>
                <a:spcAft>
                  <a:spcPct val="0"/>
                </a:spcAft>
                <a:defRPr/>
              </a:pPr>
              <a:endParaRPr lang="en-GB" noProof="0">
                <a:solidFill>
                  <a:srgbClr val="000000"/>
                </a:solidFill>
                <a:latin typeface="Arial"/>
                <a:cs typeface="Arial"/>
              </a:endParaRPr>
            </a:p>
          </p:txBody>
        </p:sp>
        <p:sp>
          <p:nvSpPr>
            <p:cNvPr id="337" name="Ellipse 101">
              <a:extLst>
                <a:ext uri="{FF2B5EF4-FFF2-40B4-BE49-F238E27FC236}">
                  <a16:creationId xmlns:a16="http://schemas.microsoft.com/office/drawing/2014/main" id="{D14A5009-2945-8115-2DB6-111745CC7977}"/>
                </a:ext>
              </a:extLst>
            </p:cNvPr>
            <p:cNvSpPr>
              <a:spLocks noChangeArrowheads="1"/>
            </p:cNvSpPr>
            <p:nvPr/>
          </p:nvSpPr>
          <p:spPr bwMode="auto">
            <a:xfrm>
              <a:off x="16911513" y="7106148"/>
              <a:ext cx="103106" cy="104386"/>
            </a:xfrm>
            <a:prstGeom prst="ellipse">
              <a:avLst/>
            </a:prstGeom>
            <a:solidFill>
              <a:schemeClr val="tx1"/>
            </a:solidFill>
            <a:ln w="12700">
              <a:noFill/>
            </a:ln>
            <a:effectLst/>
          </p:spPr>
          <p:txBody>
            <a:bodyPr wrap="none" anchor="ctr"/>
            <a:lstStyle/>
            <a:p>
              <a:pPr defTabSz="914309" fontAlgn="base">
                <a:spcBef>
                  <a:spcPct val="0"/>
                </a:spcBef>
                <a:spcAft>
                  <a:spcPct val="0"/>
                </a:spcAft>
                <a:defRPr/>
              </a:pPr>
              <a:endParaRPr lang="en-GB" noProof="0">
                <a:solidFill>
                  <a:srgbClr val="21A0D2"/>
                </a:solidFill>
                <a:latin typeface="Arial"/>
                <a:ea typeface="宋体" panose="02010600030101010101" pitchFamily="2" charset="-122"/>
                <a:cs typeface="Arial" pitchFamily="34" charset="0"/>
              </a:endParaRPr>
            </a:p>
          </p:txBody>
        </p:sp>
        <p:sp>
          <p:nvSpPr>
            <p:cNvPr id="338" name="Ellipse 101">
              <a:extLst>
                <a:ext uri="{FF2B5EF4-FFF2-40B4-BE49-F238E27FC236}">
                  <a16:creationId xmlns:a16="http://schemas.microsoft.com/office/drawing/2014/main" id="{2F47A168-80B9-75CF-4EE0-3FA9EBA25C6C}"/>
                </a:ext>
              </a:extLst>
            </p:cNvPr>
            <p:cNvSpPr>
              <a:spLocks noChangeArrowheads="1"/>
            </p:cNvSpPr>
            <p:nvPr/>
          </p:nvSpPr>
          <p:spPr bwMode="auto">
            <a:xfrm>
              <a:off x="17060614" y="7165199"/>
              <a:ext cx="103106" cy="104386"/>
            </a:xfrm>
            <a:prstGeom prst="ellipse">
              <a:avLst/>
            </a:prstGeom>
            <a:solidFill>
              <a:schemeClr val="tx1"/>
            </a:solidFill>
            <a:ln w="12700">
              <a:noFill/>
            </a:ln>
            <a:effectLst/>
          </p:spPr>
          <p:txBody>
            <a:bodyPr wrap="none" anchor="ctr"/>
            <a:lstStyle/>
            <a:p>
              <a:pPr defTabSz="914309" fontAlgn="base">
                <a:spcBef>
                  <a:spcPct val="0"/>
                </a:spcBef>
                <a:spcAft>
                  <a:spcPct val="0"/>
                </a:spcAft>
                <a:defRPr/>
              </a:pPr>
              <a:endParaRPr lang="en-GB" noProof="0">
                <a:solidFill>
                  <a:srgbClr val="21A0D2"/>
                </a:solidFill>
                <a:latin typeface="Arial"/>
                <a:ea typeface="宋体" panose="02010600030101010101" pitchFamily="2" charset="-122"/>
                <a:cs typeface="Arial" pitchFamily="34" charset="0"/>
              </a:endParaRPr>
            </a:p>
          </p:txBody>
        </p:sp>
        <p:sp>
          <p:nvSpPr>
            <p:cNvPr id="339" name="Text Box 276">
              <a:extLst>
                <a:ext uri="{FF2B5EF4-FFF2-40B4-BE49-F238E27FC236}">
                  <a16:creationId xmlns:a16="http://schemas.microsoft.com/office/drawing/2014/main" id="{40C17DD2-4DB4-3D4E-43B8-9721F759FAE4}"/>
                </a:ext>
              </a:extLst>
            </p:cNvPr>
            <p:cNvSpPr txBox="1">
              <a:spLocks noChangeArrowheads="1"/>
            </p:cNvSpPr>
            <p:nvPr/>
          </p:nvSpPr>
          <p:spPr bwMode="auto">
            <a:xfrm>
              <a:off x="17154891" y="7360003"/>
              <a:ext cx="923680" cy="162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defPPr>
                <a:defRPr lang="en-US"/>
              </a:defPPr>
              <a:lvl1pPr algn="r" eaLnBrk="0" fontAlgn="base" hangingPunct="0">
                <a:lnSpc>
                  <a:spcPct val="90000"/>
                </a:lnSpc>
                <a:spcBef>
                  <a:spcPct val="0"/>
                </a:spcBef>
                <a:spcAft>
                  <a:spcPct val="0"/>
                </a:spcAft>
                <a:defRPr sz="1400" b="1">
                  <a:solidFill>
                    <a:srgbClr val="000000">
                      <a:lumMod val="65000"/>
                      <a:lumOff val="35000"/>
                    </a:srgbClr>
                  </a:solidFill>
                </a:defRPr>
              </a:lvl1pPr>
            </a:lstStyle>
            <a:p>
              <a:pPr defTabSz="914309">
                <a:defRPr/>
              </a:pPr>
              <a:r>
                <a:rPr lang="en-GB" sz="1000" b="0" noProof="0">
                  <a:solidFill>
                    <a:schemeClr val="tx1"/>
                  </a:solidFill>
                  <a:latin typeface="Arial" panose="020B0604020202020204" pitchFamily="34" charset="0"/>
                  <a:cs typeface="Arial" panose="020B0604020202020204" pitchFamily="34" charset="0"/>
                </a:rPr>
                <a:t>Ludwigshafen</a:t>
              </a:r>
            </a:p>
          </p:txBody>
        </p:sp>
        <p:sp>
          <p:nvSpPr>
            <p:cNvPr id="340" name="Freeform 283">
              <a:extLst>
                <a:ext uri="{FF2B5EF4-FFF2-40B4-BE49-F238E27FC236}">
                  <a16:creationId xmlns:a16="http://schemas.microsoft.com/office/drawing/2014/main" id="{FA085DE9-7B2A-5846-2C3E-649F2601F746}"/>
                </a:ext>
              </a:extLst>
            </p:cNvPr>
            <p:cNvSpPr>
              <a:spLocks/>
            </p:cNvSpPr>
            <p:nvPr/>
          </p:nvSpPr>
          <p:spPr bwMode="auto">
            <a:xfrm flipH="1">
              <a:off x="14441357" y="7180565"/>
              <a:ext cx="701318" cy="167385"/>
            </a:xfrm>
            <a:custGeom>
              <a:avLst/>
              <a:gdLst>
                <a:gd name="T0" fmla="*/ 2147483647 w 846"/>
                <a:gd name="T1" fmla="*/ 2147483647 h 81"/>
                <a:gd name="T2" fmla="*/ 2147483647 w 846"/>
                <a:gd name="T3" fmla="*/ 0 h 81"/>
                <a:gd name="T4" fmla="*/ 0 w 846"/>
                <a:gd name="T5" fmla="*/ 0 h 81"/>
                <a:gd name="T6" fmla="*/ 0 60000 65536"/>
                <a:gd name="T7" fmla="*/ 0 60000 65536"/>
                <a:gd name="T8" fmla="*/ 0 60000 65536"/>
              </a:gdLst>
              <a:ahLst/>
              <a:cxnLst>
                <a:cxn ang="T6">
                  <a:pos x="T0" y="T1"/>
                </a:cxn>
                <a:cxn ang="T7">
                  <a:pos x="T2" y="T3"/>
                </a:cxn>
                <a:cxn ang="T8">
                  <a:pos x="T4" y="T5"/>
                </a:cxn>
              </a:cxnLst>
              <a:rect l="0" t="0" r="r" b="b"/>
              <a:pathLst>
                <a:path w="846" h="81">
                  <a:moveTo>
                    <a:pt x="846" y="81"/>
                  </a:moveTo>
                  <a:lnTo>
                    <a:pt x="846" y="0"/>
                  </a:lnTo>
                  <a:lnTo>
                    <a:pt x="0" y="0"/>
                  </a:lnTo>
                </a:path>
              </a:pathLst>
            </a:cu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309" fontAlgn="base">
                <a:spcBef>
                  <a:spcPct val="0"/>
                </a:spcBef>
                <a:spcAft>
                  <a:spcPct val="0"/>
                </a:spcAft>
                <a:defRPr/>
              </a:pPr>
              <a:endParaRPr lang="en-GB" noProof="0">
                <a:solidFill>
                  <a:srgbClr val="000000"/>
                </a:solidFill>
                <a:latin typeface="Arial"/>
                <a:cs typeface="Arial"/>
              </a:endParaRPr>
            </a:p>
          </p:txBody>
        </p:sp>
        <p:sp>
          <p:nvSpPr>
            <p:cNvPr id="341" name="Freeform 284">
              <a:extLst>
                <a:ext uri="{FF2B5EF4-FFF2-40B4-BE49-F238E27FC236}">
                  <a16:creationId xmlns:a16="http://schemas.microsoft.com/office/drawing/2014/main" id="{A31DEC18-5E06-F18D-EACA-4E68D8FFA4CE}"/>
                </a:ext>
              </a:extLst>
            </p:cNvPr>
            <p:cNvSpPr>
              <a:spLocks/>
            </p:cNvSpPr>
            <p:nvPr/>
          </p:nvSpPr>
          <p:spPr bwMode="auto">
            <a:xfrm flipV="1">
              <a:off x="15815156" y="7258912"/>
              <a:ext cx="1067130" cy="188124"/>
            </a:xfrm>
            <a:custGeom>
              <a:avLst/>
              <a:gdLst>
                <a:gd name="T0" fmla="*/ 2147483647 w 846"/>
                <a:gd name="T1" fmla="*/ 2147483647 h 81"/>
                <a:gd name="T2" fmla="*/ 2147483647 w 846"/>
                <a:gd name="T3" fmla="*/ 0 h 81"/>
                <a:gd name="T4" fmla="*/ 0 w 846"/>
                <a:gd name="T5" fmla="*/ 0 h 81"/>
                <a:gd name="T6" fmla="*/ 0 60000 65536"/>
                <a:gd name="T7" fmla="*/ 0 60000 65536"/>
                <a:gd name="T8" fmla="*/ 0 60000 65536"/>
              </a:gdLst>
              <a:ahLst/>
              <a:cxnLst>
                <a:cxn ang="T6">
                  <a:pos x="T0" y="T1"/>
                </a:cxn>
                <a:cxn ang="T7">
                  <a:pos x="T2" y="T3"/>
                </a:cxn>
                <a:cxn ang="T8">
                  <a:pos x="T4" y="T5"/>
                </a:cxn>
              </a:cxnLst>
              <a:rect l="0" t="0" r="r" b="b"/>
              <a:pathLst>
                <a:path w="846" h="81">
                  <a:moveTo>
                    <a:pt x="846" y="81"/>
                  </a:moveTo>
                  <a:lnTo>
                    <a:pt x="846" y="0"/>
                  </a:lnTo>
                  <a:lnTo>
                    <a:pt x="0" y="0"/>
                  </a:lnTo>
                </a:path>
              </a:pathLst>
            </a:cu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309" fontAlgn="base">
                <a:spcBef>
                  <a:spcPct val="0"/>
                </a:spcBef>
                <a:spcAft>
                  <a:spcPct val="0"/>
                </a:spcAft>
                <a:defRPr/>
              </a:pPr>
              <a:endParaRPr lang="en-GB" noProof="0">
                <a:solidFill>
                  <a:srgbClr val="000000"/>
                </a:solidFill>
                <a:latin typeface="Arial"/>
                <a:cs typeface="Arial"/>
              </a:endParaRPr>
            </a:p>
          </p:txBody>
        </p:sp>
        <p:sp>
          <p:nvSpPr>
            <p:cNvPr id="342" name="Ellipse 101">
              <a:extLst>
                <a:ext uri="{FF2B5EF4-FFF2-40B4-BE49-F238E27FC236}">
                  <a16:creationId xmlns:a16="http://schemas.microsoft.com/office/drawing/2014/main" id="{B2FF4F4B-964C-14B6-8E80-88E859351471}"/>
                </a:ext>
              </a:extLst>
            </p:cNvPr>
            <p:cNvSpPr>
              <a:spLocks noChangeArrowheads="1"/>
            </p:cNvSpPr>
            <p:nvPr/>
          </p:nvSpPr>
          <p:spPr bwMode="auto">
            <a:xfrm>
              <a:off x="16830732" y="7229274"/>
              <a:ext cx="103106" cy="104386"/>
            </a:xfrm>
            <a:prstGeom prst="ellipse">
              <a:avLst/>
            </a:prstGeom>
            <a:solidFill>
              <a:schemeClr val="tx1"/>
            </a:solidFill>
            <a:ln w="12700">
              <a:noFill/>
            </a:ln>
            <a:effectLst/>
          </p:spPr>
          <p:txBody>
            <a:bodyPr wrap="none" anchor="ctr"/>
            <a:lstStyle/>
            <a:p>
              <a:pPr defTabSz="914309" fontAlgn="base">
                <a:spcBef>
                  <a:spcPct val="0"/>
                </a:spcBef>
                <a:spcAft>
                  <a:spcPct val="0"/>
                </a:spcAft>
                <a:defRPr/>
              </a:pPr>
              <a:endParaRPr lang="en-GB" noProof="0">
                <a:solidFill>
                  <a:srgbClr val="000000"/>
                </a:solidFill>
                <a:latin typeface="Arial"/>
                <a:ea typeface="宋体" panose="02010600030101010101" pitchFamily="2" charset="-122"/>
                <a:cs typeface="Arial" pitchFamily="34" charset="0"/>
              </a:endParaRPr>
            </a:p>
          </p:txBody>
        </p:sp>
        <p:sp>
          <p:nvSpPr>
            <p:cNvPr id="343" name="Freeform 285">
              <a:extLst>
                <a:ext uri="{FF2B5EF4-FFF2-40B4-BE49-F238E27FC236}">
                  <a16:creationId xmlns:a16="http://schemas.microsoft.com/office/drawing/2014/main" id="{34389EFF-C4A1-5D60-92B6-784295DCFF24}"/>
                </a:ext>
              </a:extLst>
            </p:cNvPr>
            <p:cNvSpPr>
              <a:spLocks/>
            </p:cNvSpPr>
            <p:nvPr/>
          </p:nvSpPr>
          <p:spPr bwMode="auto">
            <a:xfrm flipH="1">
              <a:off x="15877529" y="7552952"/>
              <a:ext cx="920262" cy="219785"/>
            </a:xfrm>
            <a:custGeom>
              <a:avLst/>
              <a:gdLst>
                <a:gd name="T0" fmla="*/ 0 w 1146"/>
                <a:gd name="T1" fmla="*/ 0 h 240"/>
                <a:gd name="T2" fmla="*/ 0 w 1146"/>
                <a:gd name="T3" fmla="*/ 2147483647 h 240"/>
                <a:gd name="T4" fmla="*/ 2147483647 w 1146"/>
                <a:gd name="T5" fmla="*/ 2147483647 h 240"/>
                <a:gd name="T6" fmla="*/ 0 60000 65536"/>
                <a:gd name="T7" fmla="*/ 0 60000 65536"/>
                <a:gd name="T8" fmla="*/ 0 60000 65536"/>
              </a:gdLst>
              <a:ahLst/>
              <a:cxnLst>
                <a:cxn ang="T6">
                  <a:pos x="T0" y="T1"/>
                </a:cxn>
                <a:cxn ang="T7">
                  <a:pos x="T2" y="T3"/>
                </a:cxn>
                <a:cxn ang="T8">
                  <a:pos x="T4" y="T5"/>
                </a:cxn>
              </a:cxnLst>
              <a:rect l="0" t="0" r="r" b="b"/>
              <a:pathLst>
                <a:path w="1146" h="240">
                  <a:moveTo>
                    <a:pt x="0" y="0"/>
                  </a:moveTo>
                  <a:lnTo>
                    <a:pt x="0" y="240"/>
                  </a:lnTo>
                  <a:lnTo>
                    <a:pt x="1146" y="240"/>
                  </a:lnTo>
                </a:path>
              </a:pathLst>
            </a:cu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309" fontAlgn="base">
                <a:spcBef>
                  <a:spcPct val="0"/>
                </a:spcBef>
                <a:spcAft>
                  <a:spcPct val="0"/>
                </a:spcAft>
                <a:defRPr/>
              </a:pPr>
              <a:endParaRPr lang="en-GB" noProof="0">
                <a:solidFill>
                  <a:srgbClr val="000000"/>
                </a:solidFill>
                <a:latin typeface="Arial"/>
                <a:cs typeface="Arial"/>
              </a:endParaRPr>
            </a:p>
          </p:txBody>
        </p:sp>
        <p:sp>
          <p:nvSpPr>
            <p:cNvPr id="344" name="Text Box 276">
              <a:extLst>
                <a:ext uri="{FF2B5EF4-FFF2-40B4-BE49-F238E27FC236}">
                  <a16:creationId xmlns:a16="http://schemas.microsoft.com/office/drawing/2014/main" id="{DE79AA6C-041C-F581-CE56-B8743B7D44F8}"/>
                </a:ext>
              </a:extLst>
            </p:cNvPr>
            <p:cNvSpPr txBox="1">
              <a:spLocks noChangeArrowheads="1"/>
            </p:cNvSpPr>
            <p:nvPr/>
          </p:nvSpPr>
          <p:spPr bwMode="auto">
            <a:xfrm>
              <a:off x="16010552" y="7585241"/>
              <a:ext cx="691819" cy="162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defPPr>
                <a:defRPr lang="en-US"/>
              </a:defPPr>
              <a:lvl1pPr algn="r" eaLnBrk="0" fontAlgn="base" hangingPunct="0">
                <a:lnSpc>
                  <a:spcPct val="90000"/>
                </a:lnSpc>
                <a:spcBef>
                  <a:spcPct val="0"/>
                </a:spcBef>
                <a:spcAft>
                  <a:spcPct val="0"/>
                </a:spcAft>
                <a:defRPr sz="1400" b="1">
                  <a:solidFill>
                    <a:srgbClr val="000000">
                      <a:lumMod val="65000"/>
                      <a:lumOff val="35000"/>
                    </a:srgbClr>
                  </a:solidFill>
                </a:defRPr>
              </a:lvl1pPr>
            </a:lstStyle>
            <a:p>
              <a:pPr defTabSz="914309">
                <a:defRPr/>
              </a:pPr>
              <a:r>
                <a:rPr lang="en-GB" sz="1000" b="0" noProof="0">
                  <a:solidFill>
                    <a:schemeClr val="tx1"/>
                  </a:solidFill>
                  <a:latin typeface="Arial" panose="020B0604020202020204" pitchFamily="34" charset="0"/>
                  <a:cs typeface="Arial" panose="020B0604020202020204" pitchFamily="34" charset="0"/>
                </a:rPr>
                <a:t>Tarragona</a:t>
              </a:r>
            </a:p>
          </p:txBody>
        </p:sp>
        <p:sp>
          <p:nvSpPr>
            <p:cNvPr id="345" name="Ellipse 101">
              <a:extLst>
                <a:ext uri="{FF2B5EF4-FFF2-40B4-BE49-F238E27FC236}">
                  <a16:creationId xmlns:a16="http://schemas.microsoft.com/office/drawing/2014/main" id="{E4668FF7-9D37-FE21-4F23-B04D38A4C1E4}"/>
                </a:ext>
              </a:extLst>
            </p:cNvPr>
            <p:cNvSpPr>
              <a:spLocks noChangeArrowheads="1"/>
            </p:cNvSpPr>
            <p:nvPr/>
          </p:nvSpPr>
          <p:spPr bwMode="auto">
            <a:xfrm>
              <a:off x="16751843" y="7505747"/>
              <a:ext cx="103106" cy="104386"/>
            </a:xfrm>
            <a:prstGeom prst="ellipse">
              <a:avLst/>
            </a:prstGeom>
            <a:solidFill>
              <a:schemeClr val="tx1"/>
            </a:solidFill>
            <a:ln w="12700">
              <a:noFill/>
            </a:ln>
            <a:effectLst/>
          </p:spPr>
          <p:txBody>
            <a:bodyPr wrap="none" anchor="ctr"/>
            <a:lstStyle/>
            <a:p>
              <a:pPr defTabSz="914309" fontAlgn="base">
                <a:spcBef>
                  <a:spcPct val="0"/>
                </a:spcBef>
                <a:spcAft>
                  <a:spcPct val="0"/>
                </a:spcAft>
                <a:defRPr/>
              </a:pPr>
              <a:endParaRPr lang="en-GB" noProof="0">
                <a:solidFill>
                  <a:srgbClr val="000000"/>
                </a:solidFill>
                <a:latin typeface="Arial"/>
                <a:ea typeface="宋体" panose="02010600030101010101" pitchFamily="2" charset="-122"/>
                <a:cs typeface="Arial" pitchFamily="34" charset="0"/>
              </a:endParaRPr>
            </a:p>
          </p:txBody>
        </p:sp>
        <p:sp>
          <p:nvSpPr>
            <p:cNvPr id="346" name="Text Box 274">
              <a:extLst>
                <a:ext uri="{FF2B5EF4-FFF2-40B4-BE49-F238E27FC236}">
                  <a16:creationId xmlns:a16="http://schemas.microsoft.com/office/drawing/2014/main" id="{CC32F8F2-7E13-CE60-8631-00F4EC1A9BE9}"/>
                </a:ext>
              </a:extLst>
            </p:cNvPr>
            <p:cNvSpPr txBox="1">
              <a:spLocks noChangeArrowheads="1"/>
            </p:cNvSpPr>
            <p:nvPr/>
          </p:nvSpPr>
          <p:spPr bwMode="auto">
            <a:xfrm>
              <a:off x="13877519" y="7889018"/>
              <a:ext cx="569289" cy="162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lvl1pPr eaLnBrk="0" hangingPunct="0">
                <a:defRPr sz="2000">
                  <a:solidFill>
                    <a:schemeClr val="tx1"/>
                  </a:solidFill>
                  <a:latin typeface="Arial" charset="0"/>
                  <a:cs typeface="Arial" charset="0"/>
                </a:defRPr>
              </a:lvl1pPr>
              <a:lvl2pPr marL="742950" indent="-285750" eaLnBrk="0" hangingPunct="0">
                <a:defRPr sz="2000">
                  <a:solidFill>
                    <a:schemeClr val="tx1"/>
                  </a:solidFill>
                  <a:latin typeface="Arial" charset="0"/>
                  <a:cs typeface="Arial" charset="0"/>
                </a:defRPr>
              </a:lvl2pPr>
              <a:lvl3pPr marL="1143000" indent="-228600" eaLnBrk="0" hangingPunct="0">
                <a:defRPr sz="2000">
                  <a:solidFill>
                    <a:schemeClr val="tx1"/>
                  </a:solidFill>
                  <a:latin typeface="Arial" charset="0"/>
                  <a:cs typeface="Arial" charset="0"/>
                </a:defRPr>
              </a:lvl3pPr>
              <a:lvl4pPr marL="1600200" indent="-228600" eaLnBrk="0" hangingPunct="0">
                <a:defRPr sz="2000">
                  <a:solidFill>
                    <a:schemeClr val="tx1"/>
                  </a:solidFill>
                  <a:latin typeface="Arial" charset="0"/>
                  <a:cs typeface="Arial" charset="0"/>
                </a:defRPr>
              </a:lvl4pPr>
              <a:lvl5pPr marL="2057400" indent="-228600" eaLnBrk="0" hangingPunct="0">
                <a:defRPr sz="2000">
                  <a:solidFill>
                    <a:schemeClr val="tx1"/>
                  </a:solidFill>
                  <a:latin typeface="Arial" charset="0"/>
                  <a:cs typeface="Arial" charset="0"/>
                </a:defRPr>
              </a:lvl5pPr>
              <a:lvl6pPr marL="2514600" indent="-228600" algn="ctr" eaLnBrk="0" fontAlgn="base" hangingPunct="0">
                <a:spcBef>
                  <a:spcPct val="0"/>
                </a:spcBef>
                <a:spcAft>
                  <a:spcPct val="0"/>
                </a:spcAft>
                <a:defRPr sz="2000">
                  <a:solidFill>
                    <a:schemeClr val="tx1"/>
                  </a:solidFill>
                  <a:latin typeface="Arial" charset="0"/>
                  <a:cs typeface="Arial" charset="0"/>
                </a:defRPr>
              </a:lvl6pPr>
              <a:lvl7pPr marL="2971800" indent="-228600" algn="ctr" eaLnBrk="0" fontAlgn="base" hangingPunct="0">
                <a:spcBef>
                  <a:spcPct val="0"/>
                </a:spcBef>
                <a:spcAft>
                  <a:spcPct val="0"/>
                </a:spcAft>
                <a:defRPr sz="2000">
                  <a:solidFill>
                    <a:schemeClr val="tx1"/>
                  </a:solidFill>
                  <a:latin typeface="Arial" charset="0"/>
                  <a:cs typeface="Arial" charset="0"/>
                </a:defRPr>
              </a:lvl7pPr>
              <a:lvl8pPr marL="3429000" indent="-228600" algn="ctr" eaLnBrk="0" fontAlgn="base" hangingPunct="0">
                <a:spcBef>
                  <a:spcPct val="0"/>
                </a:spcBef>
                <a:spcAft>
                  <a:spcPct val="0"/>
                </a:spcAft>
                <a:defRPr sz="2000">
                  <a:solidFill>
                    <a:schemeClr val="tx1"/>
                  </a:solidFill>
                  <a:latin typeface="Arial" charset="0"/>
                  <a:cs typeface="Arial" charset="0"/>
                </a:defRPr>
              </a:lvl8pPr>
              <a:lvl9pPr marL="3886200" indent="-228600" algn="ctr" eaLnBrk="0" fontAlgn="base" hangingPunct="0">
                <a:spcBef>
                  <a:spcPct val="0"/>
                </a:spcBef>
                <a:spcAft>
                  <a:spcPct val="0"/>
                </a:spcAft>
                <a:defRPr sz="2000">
                  <a:solidFill>
                    <a:schemeClr val="tx1"/>
                  </a:solidFill>
                  <a:latin typeface="Arial" charset="0"/>
                  <a:cs typeface="Arial" charset="0"/>
                </a:defRPr>
              </a:lvl9pPr>
            </a:lstStyle>
            <a:p>
              <a:pPr defTabSz="914309" fontAlgn="base">
                <a:lnSpc>
                  <a:spcPct val="90000"/>
                </a:lnSpc>
                <a:spcBef>
                  <a:spcPct val="0"/>
                </a:spcBef>
                <a:spcAft>
                  <a:spcPct val="0"/>
                </a:spcAft>
                <a:defRPr/>
              </a:pPr>
              <a:r>
                <a:rPr lang="en-GB" sz="1000" noProof="0">
                  <a:latin typeface="Arial" pitchFamily="34" charset="0"/>
                  <a:cs typeface="Arial" pitchFamily="34" charset="0"/>
                </a:rPr>
                <a:t>Geismar</a:t>
              </a:r>
            </a:p>
          </p:txBody>
        </p:sp>
        <p:sp>
          <p:nvSpPr>
            <p:cNvPr id="347" name="Text Box 275">
              <a:extLst>
                <a:ext uri="{FF2B5EF4-FFF2-40B4-BE49-F238E27FC236}">
                  <a16:creationId xmlns:a16="http://schemas.microsoft.com/office/drawing/2014/main" id="{1E227808-22C3-F209-75BA-7648909A8211}"/>
                </a:ext>
              </a:extLst>
            </p:cNvPr>
            <p:cNvSpPr txBox="1">
              <a:spLocks noChangeArrowheads="1"/>
            </p:cNvSpPr>
            <p:nvPr/>
          </p:nvSpPr>
          <p:spPr bwMode="auto">
            <a:xfrm>
              <a:off x="12803047" y="7733558"/>
              <a:ext cx="567404" cy="162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defPPr>
                <a:defRPr lang="en-US"/>
              </a:defPPr>
              <a:lvl1pPr eaLnBrk="0" fontAlgn="base" hangingPunct="0">
                <a:lnSpc>
                  <a:spcPct val="90000"/>
                </a:lnSpc>
                <a:spcBef>
                  <a:spcPct val="0"/>
                </a:spcBef>
                <a:spcAft>
                  <a:spcPct val="0"/>
                </a:spcAft>
                <a:defRPr sz="1400" b="1">
                  <a:solidFill>
                    <a:srgbClr val="000000">
                      <a:lumMod val="65000"/>
                      <a:lumOff val="35000"/>
                    </a:srgbClr>
                  </a:solidFill>
                  <a:latin typeface="Arial" pitchFamily="34" charset="0"/>
                  <a:cs typeface="Arial" pitchFamily="34" charset="0"/>
                </a:defRPr>
              </a:lvl1pPr>
              <a:lvl2pPr marL="742950" indent="-285750" eaLnBrk="0" hangingPunct="0">
                <a:defRPr sz="2000">
                  <a:latin typeface="Arial" charset="0"/>
                  <a:cs typeface="Arial" charset="0"/>
                </a:defRPr>
              </a:lvl2pPr>
              <a:lvl3pPr marL="1143000" indent="-228600" eaLnBrk="0" hangingPunct="0">
                <a:defRPr sz="2000">
                  <a:latin typeface="Arial" charset="0"/>
                  <a:cs typeface="Arial" charset="0"/>
                </a:defRPr>
              </a:lvl3pPr>
              <a:lvl4pPr marL="1600200" indent="-228600" eaLnBrk="0" hangingPunct="0">
                <a:defRPr sz="2000">
                  <a:latin typeface="Arial" charset="0"/>
                  <a:cs typeface="Arial" charset="0"/>
                </a:defRPr>
              </a:lvl4pPr>
              <a:lvl5pPr marL="2057400" indent="-228600" eaLnBrk="0" hangingPunct="0">
                <a:defRPr sz="2000">
                  <a:latin typeface="Arial" charset="0"/>
                  <a:cs typeface="Arial" charset="0"/>
                </a:defRPr>
              </a:lvl5pPr>
              <a:lvl6pPr marL="2514600" indent="-228600" algn="ctr" eaLnBrk="0" fontAlgn="base" hangingPunct="0">
                <a:spcBef>
                  <a:spcPct val="0"/>
                </a:spcBef>
                <a:spcAft>
                  <a:spcPct val="0"/>
                </a:spcAft>
                <a:defRPr sz="2000">
                  <a:latin typeface="Arial" charset="0"/>
                  <a:cs typeface="Arial" charset="0"/>
                </a:defRPr>
              </a:lvl6pPr>
              <a:lvl7pPr marL="2971800" indent="-228600" algn="ctr" eaLnBrk="0" fontAlgn="base" hangingPunct="0">
                <a:spcBef>
                  <a:spcPct val="0"/>
                </a:spcBef>
                <a:spcAft>
                  <a:spcPct val="0"/>
                </a:spcAft>
                <a:defRPr sz="2000">
                  <a:latin typeface="Arial" charset="0"/>
                  <a:cs typeface="Arial" charset="0"/>
                </a:defRPr>
              </a:lvl7pPr>
              <a:lvl8pPr marL="3429000" indent="-228600" algn="ctr" eaLnBrk="0" fontAlgn="base" hangingPunct="0">
                <a:spcBef>
                  <a:spcPct val="0"/>
                </a:spcBef>
                <a:spcAft>
                  <a:spcPct val="0"/>
                </a:spcAft>
                <a:defRPr sz="2000">
                  <a:latin typeface="Arial" charset="0"/>
                  <a:cs typeface="Arial" charset="0"/>
                </a:defRPr>
              </a:lvl8pPr>
              <a:lvl9pPr marL="3886200" indent="-228600" algn="ctr" eaLnBrk="0" fontAlgn="base" hangingPunct="0">
                <a:spcBef>
                  <a:spcPct val="0"/>
                </a:spcBef>
                <a:spcAft>
                  <a:spcPct val="0"/>
                </a:spcAft>
                <a:defRPr sz="2000">
                  <a:latin typeface="Arial" charset="0"/>
                  <a:cs typeface="Arial" charset="0"/>
                </a:defRPr>
              </a:lvl9pPr>
            </a:lstStyle>
            <a:p>
              <a:pPr defTabSz="914309">
                <a:defRPr/>
              </a:pPr>
              <a:r>
                <a:rPr lang="en-GB" sz="1000" b="0" noProof="0">
                  <a:solidFill>
                    <a:schemeClr val="tx1"/>
                  </a:solidFill>
                </a:rPr>
                <a:t>Freeport</a:t>
              </a:r>
            </a:p>
          </p:txBody>
        </p:sp>
        <p:sp>
          <p:nvSpPr>
            <p:cNvPr id="348" name="Freeform 284">
              <a:extLst>
                <a:ext uri="{FF2B5EF4-FFF2-40B4-BE49-F238E27FC236}">
                  <a16:creationId xmlns:a16="http://schemas.microsoft.com/office/drawing/2014/main" id="{2128D8A9-DAA5-DC72-BDB1-FF4DEC5CB4D1}"/>
                </a:ext>
              </a:extLst>
            </p:cNvPr>
            <p:cNvSpPr>
              <a:spLocks/>
            </p:cNvSpPr>
            <p:nvPr/>
          </p:nvSpPr>
          <p:spPr bwMode="auto">
            <a:xfrm rot="5400000" flipH="1" flipV="1">
              <a:off x="12969123" y="7475046"/>
              <a:ext cx="53764" cy="834598"/>
            </a:xfrm>
            <a:custGeom>
              <a:avLst/>
              <a:gdLst>
                <a:gd name="T0" fmla="*/ 2147483647 w 846"/>
                <a:gd name="T1" fmla="*/ 2147483647 h 81"/>
                <a:gd name="T2" fmla="*/ 2147483647 w 846"/>
                <a:gd name="T3" fmla="*/ 0 h 81"/>
                <a:gd name="T4" fmla="*/ 0 w 846"/>
                <a:gd name="T5" fmla="*/ 0 h 81"/>
                <a:gd name="T6" fmla="*/ 0 60000 65536"/>
                <a:gd name="T7" fmla="*/ 0 60000 65536"/>
                <a:gd name="T8" fmla="*/ 0 60000 65536"/>
                <a:gd name="connsiteX0" fmla="*/ 0 w 0"/>
                <a:gd name="connsiteY0" fmla="*/ 10000 h 10000"/>
                <a:gd name="connsiteX1" fmla="*/ 0 w 0"/>
                <a:gd name="connsiteY1" fmla="*/ 0 h 10000"/>
              </a:gdLst>
              <a:ahLst/>
              <a:cxnLst>
                <a:cxn ang="0">
                  <a:pos x="connsiteX0" y="connsiteY0"/>
                </a:cxn>
                <a:cxn ang="0">
                  <a:pos x="connsiteX1" y="connsiteY1"/>
                </a:cxn>
              </a:cxnLst>
              <a:rect l="l" t="t" r="r" b="b"/>
              <a:pathLst>
                <a:path h="10000">
                  <a:moveTo>
                    <a:pt x="0" y="10000"/>
                  </a:moveTo>
                  <a:lnTo>
                    <a:pt x="0" y="0"/>
                  </a:lnTo>
                </a:path>
              </a:pathLst>
            </a:cu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309" fontAlgn="base">
                <a:spcBef>
                  <a:spcPct val="0"/>
                </a:spcBef>
                <a:spcAft>
                  <a:spcPct val="0"/>
                </a:spcAft>
                <a:defRPr/>
              </a:pPr>
              <a:endParaRPr lang="en-GB" noProof="0">
                <a:solidFill>
                  <a:srgbClr val="000000"/>
                </a:solidFill>
                <a:latin typeface="Arial"/>
                <a:cs typeface="Arial"/>
              </a:endParaRPr>
            </a:p>
          </p:txBody>
        </p:sp>
        <p:sp>
          <p:nvSpPr>
            <p:cNvPr id="349" name="Rechteck 726">
              <a:extLst>
                <a:ext uri="{FF2B5EF4-FFF2-40B4-BE49-F238E27FC236}">
                  <a16:creationId xmlns:a16="http://schemas.microsoft.com/office/drawing/2014/main" id="{D283B263-1504-8BB1-AE45-3099BA712077}"/>
                </a:ext>
              </a:extLst>
            </p:cNvPr>
            <p:cNvSpPr>
              <a:spLocks noChangeArrowheads="1"/>
            </p:cNvSpPr>
            <p:nvPr/>
          </p:nvSpPr>
          <p:spPr bwMode="auto">
            <a:xfrm>
              <a:off x="13809511" y="8415257"/>
              <a:ext cx="725750" cy="162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r" defTabSz="914309" eaLnBrk="0" fontAlgn="base" hangingPunct="0">
                <a:lnSpc>
                  <a:spcPct val="90000"/>
                </a:lnSpc>
                <a:spcBef>
                  <a:spcPct val="0"/>
                </a:spcBef>
                <a:spcAft>
                  <a:spcPct val="0"/>
                </a:spcAft>
                <a:defRPr/>
              </a:pPr>
              <a:r>
                <a:rPr lang="en-GB" sz="1000" noProof="0">
                  <a:latin typeface="Arial" pitchFamily="34" charset="0"/>
                  <a:cs typeface="Arial" pitchFamily="34" charset="0"/>
                </a:rPr>
                <a:t>Port Arthur</a:t>
              </a:r>
            </a:p>
          </p:txBody>
        </p:sp>
        <p:sp>
          <p:nvSpPr>
            <p:cNvPr id="350" name="Freeform 313">
              <a:extLst>
                <a:ext uri="{FF2B5EF4-FFF2-40B4-BE49-F238E27FC236}">
                  <a16:creationId xmlns:a16="http://schemas.microsoft.com/office/drawing/2014/main" id="{B251BE28-2902-523E-D2CC-6F91014B8E15}"/>
                </a:ext>
              </a:extLst>
            </p:cNvPr>
            <p:cNvSpPr>
              <a:spLocks/>
            </p:cNvSpPr>
            <p:nvPr/>
          </p:nvSpPr>
          <p:spPr bwMode="auto">
            <a:xfrm flipV="1">
              <a:off x="13611872" y="7954282"/>
              <a:ext cx="1139707" cy="655538"/>
            </a:xfrm>
            <a:custGeom>
              <a:avLst/>
              <a:gdLst>
                <a:gd name="T0" fmla="*/ 0 w 10397"/>
                <a:gd name="T1" fmla="*/ 132342987 h 10000"/>
                <a:gd name="T2" fmla="*/ 0 w 10397"/>
                <a:gd name="T3" fmla="*/ 0 h 10000"/>
                <a:gd name="T4" fmla="*/ 2147483647 w 10397"/>
                <a:gd name="T5" fmla="*/ 0 h 10000"/>
                <a:gd name="T6" fmla="*/ 0 60000 65536"/>
                <a:gd name="T7" fmla="*/ 0 60000 65536"/>
                <a:gd name="T8" fmla="*/ 0 60000 65536"/>
              </a:gdLst>
              <a:ahLst/>
              <a:cxnLst>
                <a:cxn ang="T6">
                  <a:pos x="T0" y="T1"/>
                </a:cxn>
                <a:cxn ang="T7">
                  <a:pos x="T2" y="T3"/>
                </a:cxn>
                <a:cxn ang="T8">
                  <a:pos x="T4" y="T5"/>
                </a:cxn>
              </a:cxnLst>
              <a:rect l="0" t="0" r="r" b="b"/>
              <a:pathLst>
                <a:path w="10397" h="10000">
                  <a:moveTo>
                    <a:pt x="0" y="10000"/>
                  </a:moveTo>
                  <a:lnTo>
                    <a:pt x="0" y="0"/>
                  </a:lnTo>
                  <a:lnTo>
                    <a:pt x="10397" y="0"/>
                  </a:lnTo>
                </a:path>
              </a:pathLst>
            </a:cu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309" fontAlgn="base">
                <a:spcBef>
                  <a:spcPct val="0"/>
                </a:spcBef>
                <a:spcAft>
                  <a:spcPct val="0"/>
                </a:spcAft>
                <a:defRPr/>
              </a:pPr>
              <a:endParaRPr lang="en-GB" noProof="0">
                <a:solidFill>
                  <a:srgbClr val="000000"/>
                </a:solidFill>
                <a:latin typeface="Arial"/>
                <a:cs typeface="Arial"/>
              </a:endParaRPr>
            </a:p>
          </p:txBody>
        </p:sp>
        <p:sp>
          <p:nvSpPr>
            <p:cNvPr id="351" name="Freeform 313">
              <a:extLst>
                <a:ext uri="{FF2B5EF4-FFF2-40B4-BE49-F238E27FC236}">
                  <a16:creationId xmlns:a16="http://schemas.microsoft.com/office/drawing/2014/main" id="{3E32C0D4-5AB2-8D2F-63BB-0C8C2B360529}"/>
                </a:ext>
              </a:extLst>
            </p:cNvPr>
            <p:cNvSpPr>
              <a:spLocks/>
            </p:cNvSpPr>
            <p:nvPr/>
          </p:nvSpPr>
          <p:spPr bwMode="auto">
            <a:xfrm flipV="1">
              <a:off x="13751520" y="7927486"/>
              <a:ext cx="1478226" cy="143518"/>
            </a:xfrm>
            <a:custGeom>
              <a:avLst/>
              <a:gdLst>
                <a:gd name="T0" fmla="*/ 0 w 10397"/>
                <a:gd name="T1" fmla="*/ 132342987 h 10000"/>
                <a:gd name="T2" fmla="*/ 0 w 10397"/>
                <a:gd name="T3" fmla="*/ 0 h 10000"/>
                <a:gd name="T4" fmla="*/ 2147483647 w 10397"/>
                <a:gd name="T5" fmla="*/ 0 h 10000"/>
                <a:gd name="T6" fmla="*/ 0 60000 65536"/>
                <a:gd name="T7" fmla="*/ 0 60000 65536"/>
                <a:gd name="T8" fmla="*/ 0 60000 65536"/>
              </a:gdLst>
              <a:ahLst/>
              <a:cxnLst>
                <a:cxn ang="T6">
                  <a:pos x="T0" y="T1"/>
                </a:cxn>
                <a:cxn ang="T7">
                  <a:pos x="T2" y="T3"/>
                </a:cxn>
                <a:cxn ang="T8">
                  <a:pos x="T4" y="T5"/>
                </a:cxn>
              </a:cxnLst>
              <a:rect l="0" t="0" r="r" b="b"/>
              <a:pathLst>
                <a:path w="10397" h="10000">
                  <a:moveTo>
                    <a:pt x="0" y="10000"/>
                  </a:moveTo>
                  <a:lnTo>
                    <a:pt x="0" y="0"/>
                  </a:lnTo>
                  <a:lnTo>
                    <a:pt x="10397" y="0"/>
                  </a:lnTo>
                </a:path>
              </a:pathLst>
            </a:cu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309" fontAlgn="base">
                <a:spcBef>
                  <a:spcPct val="0"/>
                </a:spcBef>
                <a:spcAft>
                  <a:spcPct val="0"/>
                </a:spcAft>
                <a:defRPr/>
              </a:pPr>
              <a:endParaRPr lang="en-GB" noProof="0">
                <a:solidFill>
                  <a:srgbClr val="000000"/>
                </a:solidFill>
                <a:latin typeface="Arial"/>
                <a:cs typeface="Arial"/>
              </a:endParaRPr>
            </a:p>
          </p:txBody>
        </p:sp>
        <p:sp>
          <p:nvSpPr>
            <p:cNvPr id="352" name="Freeform 283">
              <a:extLst>
                <a:ext uri="{FF2B5EF4-FFF2-40B4-BE49-F238E27FC236}">
                  <a16:creationId xmlns:a16="http://schemas.microsoft.com/office/drawing/2014/main" id="{2AA0262F-F814-D4B9-807B-CFF7535C868B}"/>
                </a:ext>
              </a:extLst>
            </p:cNvPr>
            <p:cNvSpPr>
              <a:spLocks/>
            </p:cNvSpPr>
            <p:nvPr/>
          </p:nvSpPr>
          <p:spPr bwMode="auto">
            <a:xfrm flipH="1">
              <a:off x="13533667" y="7698180"/>
              <a:ext cx="1064043" cy="127614"/>
            </a:xfrm>
            <a:custGeom>
              <a:avLst/>
              <a:gdLst>
                <a:gd name="T0" fmla="*/ 2147483647 w 846"/>
                <a:gd name="T1" fmla="*/ 2147483647 h 81"/>
                <a:gd name="T2" fmla="*/ 2147483647 w 846"/>
                <a:gd name="T3" fmla="*/ 0 h 81"/>
                <a:gd name="T4" fmla="*/ 0 w 846"/>
                <a:gd name="T5" fmla="*/ 0 h 81"/>
                <a:gd name="T6" fmla="*/ 0 60000 65536"/>
                <a:gd name="T7" fmla="*/ 0 60000 65536"/>
                <a:gd name="T8" fmla="*/ 0 60000 65536"/>
              </a:gdLst>
              <a:ahLst/>
              <a:cxnLst>
                <a:cxn ang="T6">
                  <a:pos x="T0" y="T1"/>
                </a:cxn>
                <a:cxn ang="T7">
                  <a:pos x="T2" y="T3"/>
                </a:cxn>
                <a:cxn ang="T8">
                  <a:pos x="T4" y="T5"/>
                </a:cxn>
              </a:cxnLst>
              <a:rect l="0" t="0" r="r" b="b"/>
              <a:pathLst>
                <a:path w="846" h="81">
                  <a:moveTo>
                    <a:pt x="846" y="81"/>
                  </a:moveTo>
                  <a:lnTo>
                    <a:pt x="846" y="0"/>
                  </a:lnTo>
                  <a:lnTo>
                    <a:pt x="0" y="0"/>
                  </a:lnTo>
                </a:path>
              </a:pathLst>
            </a:cu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309" fontAlgn="base">
                <a:spcBef>
                  <a:spcPct val="0"/>
                </a:spcBef>
                <a:spcAft>
                  <a:spcPct val="0"/>
                </a:spcAft>
                <a:defRPr/>
              </a:pPr>
              <a:endParaRPr lang="en-GB" noProof="0">
                <a:solidFill>
                  <a:srgbClr val="000000"/>
                </a:solidFill>
                <a:latin typeface="Arial"/>
                <a:cs typeface="Arial"/>
              </a:endParaRPr>
            </a:p>
          </p:txBody>
        </p:sp>
        <p:sp>
          <p:nvSpPr>
            <p:cNvPr id="353" name="Rechteck 726">
              <a:extLst>
                <a:ext uri="{FF2B5EF4-FFF2-40B4-BE49-F238E27FC236}">
                  <a16:creationId xmlns:a16="http://schemas.microsoft.com/office/drawing/2014/main" id="{B2B37DBE-85E4-FB3D-7885-BEE0310495DA}"/>
                </a:ext>
              </a:extLst>
            </p:cNvPr>
            <p:cNvSpPr>
              <a:spLocks noChangeArrowheads="1"/>
            </p:cNvSpPr>
            <p:nvPr/>
          </p:nvSpPr>
          <p:spPr bwMode="auto">
            <a:xfrm>
              <a:off x="13557969" y="7515257"/>
              <a:ext cx="672968" cy="162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4309" eaLnBrk="0" fontAlgn="base" hangingPunct="0">
                <a:lnSpc>
                  <a:spcPct val="90000"/>
                </a:lnSpc>
                <a:spcBef>
                  <a:spcPct val="0"/>
                </a:spcBef>
                <a:spcAft>
                  <a:spcPct val="0"/>
                </a:spcAft>
                <a:defRPr/>
              </a:pPr>
              <a:r>
                <a:rPr lang="en-GB" sz="1000" noProof="0">
                  <a:latin typeface="Arial" pitchFamily="34" charset="0"/>
                  <a:cs typeface="Arial" pitchFamily="34" charset="0"/>
                </a:rPr>
                <a:t>Pasadena</a:t>
              </a:r>
            </a:p>
          </p:txBody>
        </p:sp>
        <p:sp>
          <p:nvSpPr>
            <p:cNvPr id="354" name="Ellipse 101">
              <a:extLst>
                <a:ext uri="{FF2B5EF4-FFF2-40B4-BE49-F238E27FC236}">
                  <a16:creationId xmlns:a16="http://schemas.microsoft.com/office/drawing/2014/main" id="{7B4FAC1A-9F73-ABA8-3880-E5AFFBCADE9F}"/>
                </a:ext>
              </a:extLst>
            </p:cNvPr>
            <p:cNvSpPr>
              <a:spLocks noChangeArrowheads="1"/>
            </p:cNvSpPr>
            <p:nvPr/>
          </p:nvSpPr>
          <p:spPr bwMode="auto">
            <a:xfrm>
              <a:off x="13697372" y="7824535"/>
              <a:ext cx="103106" cy="104386"/>
            </a:xfrm>
            <a:prstGeom prst="ellipse">
              <a:avLst/>
            </a:prstGeom>
            <a:solidFill>
              <a:schemeClr val="tx1"/>
            </a:solidFill>
            <a:ln w="12700">
              <a:noFill/>
            </a:ln>
          </p:spPr>
          <p:txBody>
            <a:bodyPr/>
            <a:lstStyle/>
            <a:p>
              <a:pPr defTabSz="914309">
                <a:defRPr/>
              </a:pPr>
              <a:endParaRPr lang="en-GB" sz="1400" noProof="0">
                <a:solidFill>
                  <a:srgbClr val="000000"/>
                </a:solidFill>
                <a:latin typeface="Arial"/>
                <a:ea typeface="宋体" pitchFamily="2" charset="-122"/>
                <a:cs typeface="Arial"/>
              </a:endParaRPr>
            </a:p>
          </p:txBody>
        </p:sp>
        <p:sp>
          <p:nvSpPr>
            <p:cNvPr id="355" name="Ellipse 101">
              <a:extLst>
                <a:ext uri="{FF2B5EF4-FFF2-40B4-BE49-F238E27FC236}">
                  <a16:creationId xmlns:a16="http://schemas.microsoft.com/office/drawing/2014/main" id="{425B3B50-51F9-CC0D-DE43-3C6BF3E538DB}"/>
                </a:ext>
              </a:extLst>
            </p:cNvPr>
            <p:cNvSpPr>
              <a:spLocks noChangeArrowheads="1"/>
            </p:cNvSpPr>
            <p:nvPr/>
          </p:nvSpPr>
          <p:spPr bwMode="auto">
            <a:xfrm>
              <a:off x="13389165" y="7853835"/>
              <a:ext cx="103106" cy="104386"/>
            </a:xfrm>
            <a:prstGeom prst="ellipse">
              <a:avLst/>
            </a:prstGeom>
            <a:solidFill>
              <a:schemeClr val="tx1"/>
            </a:solidFill>
            <a:ln w="12700">
              <a:noFill/>
            </a:ln>
          </p:spPr>
          <p:txBody>
            <a:bodyPr/>
            <a:lstStyle/>
            <a:p>
              <a:pPr defTabSz="914309">
                <a:defRPr/>
              </a:pPr>
              <a:endParaRPr lang="en-GB" sz="1400" noProof="0">
                <a:solidFill>
                  <a:srgbClr val="000000"/>
                </a:solidFill>
                <a:latin typeface="Arial"/>
                <a:ea typeface="宋体" pitchFamily="2" charset="-122"/>
                <a:cs typeface="Arial"/>
              </a:endParaRPr>
            </a:p>
          </p:txBody>
        </p:sp>
        <p:sp>
          <p:nvSpPr>
            <p:cNvPr id="356" name="Freeform 343">
              <a:extLst>
                <a:ext uri="{FF2B5EF4-FFF2-40B4-BE49-F238E27FC236}">
                  <a16:creationId xmlns:a16="http://schemas.microsoft.com/office/drawing/2014/main" id="{06159AD0-5BD6-710A-3A21-D8DD80368CB0}"/>
                </a:ext>
              </a:extLst>
            </p:cNvPr>
            <p:cNvSpPr>
              <a:spLocks/>
            </p:cNvSpPr>
            <p:nvPr/>
          </p:nvSpPr>
          <p:spPr bwMode="auto">
            <a:xfrm>
              <a:off x="20746768" y="6858657"/>
              <a:ext cx="1548744" cy="879265"/>
            </a:xfrm>
            <a:custGeom>
              <a:avLst/>
              <a:gdLst>
                <a:gd name="T0" fmla="*/ 0 w 777"/>
                <a:gd name="T1" fmla="*/ 192 h 192"/>
                <a:gd name="T2" fmla="*/ 0 w 777"/>
                <a:gd name="T3" fmla="*/ 0 h 192"/>
                <a:gd name="T4" fmla="*/ 777 w 777"/>
                <a:gd name="T5" fmla="*/ 0 h 192"/>
              </a:gdLst>
              <a:ahLst/>
              <a:cxnLst>
                <a:cxn ang="0">
                  <a:pos x="T0" y="T1"/>
                </a:cxn>
                <a:cxn ang="0">
                  <a:pos x="T2" y="T3"/>
                </a:cxn>
                <a:cxn ang="0">
                  <a:pos x="T4" y="T5"/>
                </a:cxn>
              </a:cxnLst>
              <a:rect l="0" t="0" r="r" b="b"/>
              <a:pathLst>
                <a:path w="777" h="192">
                  <a:moveTo>
                    <a:pt x="0" y="192"/>
                  </a:moveTo>
                  <a:lnTo>
                    <a:pt x="0" y="0"/>
                  </a:lnTo>
                  <a:lnTo>
                    <a:pt x="777" y="0"/>
                  </a:lnTo>
                </a:path>
              </a:pathLst>
            </a:custGeom>
            <a:noFill/>
            <a:ln w="127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309" fontAlgn="base">
                <a:spcBef>
                  <a:spcPct val="0"/>
                </a:spcBef>
                <a:spcAft>
                  <a:spcPct val="0"/>
                </a:spcAft>
                <a:defRPr/>
              </a:pPr>
              <a:endParaRPr lang="en-GB" noProof="0">
                <a:solidFill>
                  <a:srgbClr val="000000"/>
                </a:solidFill>
                <a:latin typeface="Arial"/>
                <a:cs typeface="Arial"/>
              </a:endParaRPr>
            </a:p>
          </p:txBody>
        </p:sp>
        <p:sp>
          <p:nvSpPr>
            <p:cNvPr id="357" name="Ellipse 101">
              <a:extLst>
                <a:ext uri="{FF2B5EF4-FFF2-40B4-BE49-F238E27FC236}">
                  <a16:creationId xmlns:a16="http://schemas.microsoft.com/office/drawing/2014/main" id="{92973E6D-C119-19F9-5C86-DCD9CC3456FA}"/>
                </a:ext>
              </a:extLst>
            </p:cNvPr>
            <p:cNvSpPr>
              <a:spLocks noChangeArrowheads="1"/>
            </p:cNvSpPr>
            <p:nvPr/>
          </p:nvSpPr>
          <p:spPr bwMode="auto">
            <a:xfrm>
              <a:off x="20694852" y="7724816"/>
              <a:ext cx="103106" cy="104386"/>
            </a:xfrm>
            <a:prstGeom prst="ellipse">
              <a:avLst/>
            </a:prstGeom>
            <a:solidFill>
              <a:schemeClr val="tx1"/>
            </a:solidFill>
            <a:ln w="12700">
              <a:noFill/>
            </a:ln>
            <a:effectLst/>
          </p:spPr>
          <p:txBody>
            <a:bodyPr wrap="none" anchor="ctr"/>
            <a:lstStyle/>
            <a:p>
              <a:pPr defTabSz="914309" fontAlgn="base">
                <a:spcBef>
                  <a:spcPct val="0"/>
                </a:spcBef>
                <a:spcAft>
                  <a:spcPct val="0"/>
                </a:spcAft>
                <a:defRPr/>
              </a:pPr>
              <a:endParaRPr lang="en-GB" noProof="0">
                <a:solidFill>
                  <a:srgbClr val="21A0D2"/>
                </a:solidFill>
                <a:latin typeface="Arial"/>
                <a:ea typeface="宋体" panose="02010600030101010101" pitchFamily="2" charset="-122"/>
                <a:cs typeface="Arial" pitchFamily="34" charset="0"/>
              </a:endParaRPr>
            </a:p>
          </p:txBody>
        </p:sp>
        <p:sp>
          <p:nvSpPr>
            <p:cNvPr id="358" name="Text Box 273">
              <a:extLst>
                <a:ext uri="{FF2B5EF4-FFF2-40B4-BE49-F238E27FC236}">
                  <a16:creationId xmlns:a16="http://schemas.microsoft.com/office/drawing/2014/main" id="{87950BF3-B61B-7B64-9B08-E30D366192F4}"/>
                </a:ext>
              </a:extLst>
            </p:cNvPr>
            <p:cNvSpPr txBox="1">
              <a:spLocks noChangeArrowheads="1"/>
            </p:cNvSpPr>
            <p:nvPr/>
          </p:nvSpPr>
          <p:spPr bwMode="auto">
            <a:xfrm>
              <a:off x="21200158" y="6677401"/>
              <a:ext cx="508968" cy="162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defPPr>
                <a:defRPr lang="en-US"/>
              </a:defPPr>
              <a:lvl1pPr algn="r" eaLnBrk="0" fontAlgn="base" hangingPunct="0">
                <a:lnSpc>
                  <a:spcPct val="90000"/>
                </a:lnSpc>
                <a:spcBef>
                  <a:spcPct val="0"/>
                </a:spcBef>
                <a:spcAft>
                  <a:spcPct val="0"/>
                </a:spcAft>
                <a:defRPr sz="1400" b="1">
                  <a:solidFill>
                    <a:srgbClr val="595959"/>
                  </a:solidFill>
                  <a:latin typeface="Arial" pitchFamily="34" charset="0"/>
                  <a:cs typeface="Arial" pitchFamily="34" charset="0"/>
                </a:defRPr>
              </a:lvl1pPr>
              <a:lvl2pPr marL="742950" indent="-285750" eaLnBrk="0" hangingPunct="0">
                <a:defRPr sz="2000">
                  <a:latin typeface="Arial" charset="0"/>
                  <a:cs typeface="Arial" charset="0"/>
                </a:defRPr>
              </a:lvl2pPr>
              <a:lvl3pPr marL="1143000" indent="-228600" eaLnBrk="0" hangingPunct="0">
                <a:defRPr sz="2000">
                  <a:latin typeface="Arial" charset="0"/>
                  <a:cs typeface="Arial" charset="0"/>
                </a:defRPr>
              </a:lvl3pPr>
              <a:lvl4pPr marL="1600200" indent="-228600" eaLnBrk="0" hangingPunct="0">
                <a:defRPr sz="2000">
                  <a:latin typeface="Arial" charset="0"/>
                  <a:cs typeface="Arial" charset="0"/>
                </a:defRPr>
              </a:lvl4pPr>
              <a:lvl5pPr marL="2057400" indent="-228600" eaLnBrk="0" hangingPunct="0">
                <a:defRPr sz="2000">
                  <a:latin typeface="Arial" charset="0"/>
                  <a:cs typeface="Arial" charset="0"/>
                </a:defRPr>
              </a:lvl5pPr>
              <a:lvl6pPr marL="2514600" indent="-228600" algn="ctr" eaLnBrk="0" fontAlgn="base" hangingPunct="0">
                <a:spcBef>
                  <a:spcPct val="0"/>
                </a:spcBef>
                <a:spcAft>
                  <a:spcPct val="0"/>
                </a:spcAft>
                <a:defRPr sz="2000">
                  <a:latin typeface="Arial" charset="0"/>
                  <a:cs typeface="Arial" charset="0"/>
                </a:defRPr>
              </a:lvl6pPr>
              <a:lvl7pPr marL="2971800" indent="-228600" algn="ctr" eaLnBrk="0" fontAlgn="base" hangingPunct="0">
                <a:spcBef>
                  <a:spcPct val="0"/>
                </a:spcBef>
                <a:spcAft>
                  <a:spcPct val="0"/>
                </a:spcAft>
                <a:defRPr sz="2000">
                  <a:latin typeface="Arial" charset="0"/>
                  <a:cs typeface="Arial" charset="0"/>
                </a:defRPr>
              </a:lvl7pPr>
              <a:lvl8pPr marL="3429000" indent="-228600" algn="ctr" eaLnBrk="0" fontAlgn="base" hangingPunct="0">
                <a:spcBef>
                  <a:spcPct val="0"/>
                </a:spcBef>
                <a:spcAft>
                  <a:spcPct val="0"/>
                </a:spcAft>
                <a:defRPr sz="2000">
                  <a:latin typeface="Arial" charset="0"/>
                  <a:cs typeface="Arial" charset="0"/>
                </a:defRPr>
              </a:lvl8pPr>
              <a:lvl9pPr marL="3886200" indent="-228600" algn="ctr" eaLnBrk="0" fontAlgn="base" hangingPunct="0">
                <a:spcBef>
                  <a:spcPct val="0"/>
                </a:spcBef>
                <a:spcAft>
                  <a:spcPct val="0"/>
                </a:spcAft>
                <a:defRPr sz="2000">
                  <a:latin typeface="Arial" charset="0"/>
                  <a:cs typeface="Arial" charset="0"/>
                </a:defRPr>
              </a:lvl9pPr>
            </a:lstStyle>
            <a:p>
              <a:pPr defTabSz="914309">
                <a:defRPr/>
              </a:pPr>
              <a:r>
                <a:rPr lang="en-GB" sz="1000" b="0" noProof="0">
                  <a:solidFill>
                    <a:schemeClr val="tx1"/>
                  </a:solidFill>
                </a:rPr>
                <a:t>Nanjing</a:t>
              </a:r>
            </a:p>
          </p:txBody>
        </p:sp>
        <p:sp>
          <p:nvSpPr>
            <p:cNvPr id="359" name="Rechteck 726">
              <a:extLst>
                <a:ext uri="{FF2B5EF4-FFF2-40B4-BE49-F238E27FC236}">
                  <a16:creationId xmlns:a16="http://schemas.microsoft.com/office/drawing/2014/main" id="{79EC5423-5E28-EC51-7BE4-150B637ACB7C}"/>
                </a:ext>
              </a:extLst>
            </p:cNvPr>
            <p:cNvSpPr>
              <a:spLocks noChangeArrowheads="1"/>
            </p:cNvSpPr>
            <p:nvPr/>
          </p:nvSpPr>
          <p:spPr bwMode="auto">
            <a:xfrm>
              <a:off x="19989990" y="7698424"/>
              <a:ext cx="618301" cy="162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r" defTabSz="914309" eaLnBrk="0" fontAlgn="base" hangingPunct="0">
                <a:lnSpc>
                  <a:spcPct val="90000"/>
                </a:lnSpc>
                <a:spcBef>
                  <a:spcPct val="0"/>
                </a:spcBef>
                <a:spcAft>
                  <a:spcPct val="0"/>
                </a:spcAft>
                <a:defRPr/>
              </a:pPr>
              <a:r>
                <a:rPr lang="en-GB" sz="1000" noProof="0">
                  <a:latin typeface="Arial" pitchFamily="34" charset="0"/>
                  <a:cs typeface="Arial" pitchFamily="34" charset="0"/>
                </a:rPr>
                <a:t>Maoming</a:t>
              </a:r>
            </a:p>
          </p:txBody>
        </p:sp>
        <p:sp>
          <p:nvSpPr>
            <p:cNvPr id="360" name="Oval 1106">
              <a:extLst>
                <a:ext uri="{FF2B5EF4-FFF2-40B4-BE49-F238E27FC236}">
                  <a16:creationId xmlns:a16="http://schemas.microsoft.com/office/drawing/2014/main" id="{022F2830-0AA5-EDE1-FAD8-29EEDC286A59}"/>
                </a:ext>
              </a:extLst>
            </p:cNvPr>
            <p:cNvSpPr>
              <a:spLocks noChangeArrowheads="1"/>
            </p:cNvSpPr>
            <p:nvPr/>
          </p:nvSpPr>
          <p:spPr bwMode="auto">
            <a:xfrm>
              <a:off x="20616084" y="8086270"/>
              <a:ext cx="104386" cy="104386"/>
            </a:xfrm>
            <a:prstGeom prst="ellipse">
              <a:avLst/>
            </a:prstGeom>
            <a:solidFill>
              <a:schemeClr val="tx1"/>
            </a:solidFill>
            <a:ln w="12700">
              <a:noFill/>
            </a:ln>
            <a:effectLst/>
          </p:spPr>
          <p:txBody>
            <a:bodyPr wrap="none" anchor="ctr"/>
            <a:lstStyle/>
            <a:p>
              <a:pPr defTabSz="914309" fontAlgn="base">
                <a:spcBef>
                  <a:spcPct val="0"/>
                </a:spcBef>
                <a:spcAft>
                  <a:spcPct val="0"/>
                </a:spcAft>
                <a:defRPr/>
              </a:pPr>
              <a:endParaRPr lang="en-GB" noProof="0">
                <a:solidFill>
                  <a:srgbClr val="000000"/>
                </a:solidFill>
                <a:latin typeface="Arial"/>
                <a:cs typeface="Arial" pitchFamily="34" charset="0"/>
              </a:endParaRPr>
            </a:p>
          </p:txBody>
        </p:sp>
        <p:sp>
          <p:nvSpPr>
            <p:cNvPr id="361" name="Freeform 290">
              <a:extLst>
                <a:ext uri="{FF2B5EF4-FFF2-40B4-BE49-F238E27FC236}">
                  <a16:creationId xmlns:a16="http://schemas.microsoft.com/office/drawing/2014/main" id="{78C0FD79-51ED-D873-8058-F9D9D155D6E1}"/>
                </a:ext>
              </a:extLst>
            </p:cNvPr>
            <p:cNvSpPr>
              <a:spLocks/>
            </p:cNvSpPr>
            <p:nvPr/>
          </p:nvSpPr>
          <p:spPr bwMode="auto">
            <a:xfrm flipH="1" flipV="1">
              <a:off x="19904384" y="7875621"/>
              <a:ext cx="763893" cy="201280"/>
            </a:xfrm>
            <a:custGeom>
              <a:avLst/>
              <a:gdLst>
                <a:gd name="T0" fmla="*/ 0 w 1146"/>
                <a:gd name="T1" fmla="*/ 0 h 240"/>
                <a:gd name="T2" fmla="*/ 0 w 1146"/>
                <a:gd name="T3" fmla="*/ 240 h 240"/>
                <a:gd name="T4" fmla="*/ 1146 w 1146"/>
                <a:gd name="T5" fmla="*/ 240 h 240"/>
              </a:gdLst>
              <a:ahLst/>
              <a:cxnLst>
                <a:cxn ang="0">
                  <a:pos x="T0" y="T1"/>
                </a:cxn>
                <a:cxn ang="0">
                  <a:pos x="T2" y="T3"/>
                </a:cxn>
                <a:cxn ang="0">
                  <a:pos x="T4" y="T5"/>
                </a:cxn>
              </a:cxnLst>
              <a:rect l="0" t="0" r="r" b="b"/>
              <a:pathLst>
                <a:path w="1146" h="240">
                  <a:moveTo>
                    <a:pt x="0" y="0"/>
                  </a:moveTo>
                  <a:lnTo>
                    <a:pt x="0" y="240"/>
                  </a:lnTo>
                  <a:lnTo>
                    <a:pt x="1146" y="240"/>
                  </a:lnTo>
                </a:path>
              </a:pathLst>
            </a:custGeom>
            <a:noFill/>
            <a:ln w="127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309" fontAlgn="base">
                <a:spcBef>
                  <a:spcPct val="0"/>
                </a:spcBef>
                <a:spcAft>
                  <a:spcPct val="0"/>
                </a:spcAft>
                <a:defRPr/>
              </a:pPr>
              <a:endParaRPr lang="en-GB" noProof="0">
                <a:solidFill>
                  <a:srgbClr val="000000"/>
                </a:solidFill>
                <a:latin typeface="Arial"/>
                <a:cs typeface="Arial"/>
              </a:endParaRPr>
            </a:p>
          </p:txBody>
        </p:sp>
        <p:sp>
          <p:nvSpPr>
            <p:cNvPr id="362" name="Ellipse 101">
              <a:extLst>
                <a:ext uri="{FF2B5EF4-FFF2-40B4-BE49-F238E27FC236}">
                  <a16:creationId xmlns:a16="http://schemas.microsoft.com/office/drawing/2014/main" id="{E517DE31-4175-2062-80AC-2265E9624B94}"/>
                </a:ext>
              </a:extLst>
            </p:cNvPr>
            <p:cNvSpPr>
              <a:spLocks noChangeArrowheads="1"/>
            </p:cNvSpPr>
            <p:nvPr/>
          </p:nvSpPr>
          <p:spPr bwMode="auto">
            <a:xfrm>
              <a:off x="13477701" y="7792014"/>
              <a:ext cx="103106" cy="104386"/>
            </a:xfrm>
            <a:prstGeom prst="ellipse">
              <a:avLst/>
            </a:prstGeom>
            <a:solidFill>
              <a:schemeClr val="tx1"/>
            </a:solidFill>
            <a:ln w="12700">
              <a:noFill/>
            </a:ln>
          </p:spPr>
          <p:txBody>
            <a:bodyPr/>
            <a:lstStyle/>
            <a:p>
              <a:pPr defTabSz="914309">
                <a:defRPr/>
              </a:pPr>
              <a:endParaRPr lang="en-GB" sz="1400" noProof="0">
                <a:solidFill>
                  <a:srgbClr val="000000"/>
                </a:solidFill>
                <a:latin typeface="Arial"/>
                <a:ea typeface="宋体" pitchFamily="2" charset="-122"/>
                <a:cs typeface="Arial"/>
              </a:endParaRPr>
            </a:p>
          </p:txBody>
        </p:sp>
        <p:sp>
          <p:nvSpPr>
            <p:cNvPr id="363" name="Freeform 284">
              <a:extLst>
                <a:ext uri="{FF2B5EF4-FFF2-40B4-BE49-F238E27FC236}">
                  <a16:creationId xmlns:a16="http://schemas.microsoft.com/office/drawing/2014/main" id="{8301A38C-732B-29B1-0C9F-90B500374E42}"/>
                </a:ext>
              </a:extLst>
            </p:cNvPr>
            <p:cNvSpPr>
              <a:spLocks/>
            </p:cNvSpPr>
            <p:nvPr/>
          </p:nvSpPr>
          <p:spPr bwMode="auto">
            <a:xfrm>
              <a:off x="19711515" y="8316123"/>
              <a:ext cx="684838" cy="178668"/>
            </a:xfrm>
            <a:custGeom>
              <a:avLst/>
              <a:gdLst>
                <a:gd name="T0" fmla="*/ 2147483647 w 846"/>
                <a:gd name="T1" fmla="*/ 2147483647 h 81"/>
                <a:gd name="T2" fmla="*/ 2147483647 w 846"/>
                <a:gd name="T3" fmla="*/ 0 h 81"/>
                <a:gd name="T4" fmla="*/ 0 w 846"/>
                <a:gd name="T5" fmla="*/ 0 h 81"/>
                <a:gd name="T6" fmla="*/ 0 60000 65536"/>
                <a:gd name="T7" fmla="*/ 0 60000 65536"/>
                <a:gd name="T8" fmla="*/ 0 60000 65536"/>
              </a:gdLst>
              <a:ahLst/>
              <a:cxnLst>
                <a:cxn ang="T6">
                  <a:pos x="T0" y="T1"/>
                </a:cxn>
                <a:cxn ang="T7">
                  <a:pos x="T2" y="T3"/>
                </a:cxn>
                <a:cxn ang="T8">
                  <a:pos x="T4" y="T5"/>
                </a:cxn>
              </a:cxnLst>
              <a:rect l="0" t="0" r="r" b="b"/>
              <a:pathLst>
                <a:path w="846" h="81">
                  <a:moveTo>
                    <a:pt x="846" y="81"/>
                  </a:moveTo>
                  <a:lnTo>
                    <a:pt x="846" y="0"/>
                  </a:lnTo>
                  <a:lnTo>
                    <a:pt x="0" y="0"/>
                  </a:lnTo>
                </a:path>
              </a:pathLst>
            </a:cu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309" fontAlgn="base">
                <a:spcBef>
                  <a:spcPct val="0"/>
                </a:spcBef>
                <a:spcAft>
                  <a:spcPct val="0"/>
                </a:spcAft>
                <a:defRPr/>
              </a:pPr>
              <a:endParaRPr lang="en-GB" noProof="0">
                <a:solidFill>
                  <a:srgbClr val="808080"/>
                </a:solidFill>
                <a:latin typeface="Arial"/>
                <a:cs typeface="Arial"/>
              </a:endParaRPr>
            </a:p>
          </p:txBody>
        </p:sp>
        <p:sp>
          <p:nvSpPr>
            <p:cNvPr id="364" name="Ellipse 101">
              <a:extLst>
                <a:ext uri="{FF2B5EF4-FFF2-40B4-BE49-F238E27FC236}">
                  <a16:creationId xmlns:a16="http://schemas.microsoft.com/office/drawing/2014/main" id="{F7808048-D7A0-2E3A-C79B-9BBFC0DE3445}"/>
                </a:ext>
              </a:extLst>
            </p:cNvPr>
            <p:cNvSpPr>
              <a:spLocks noChangeArrowheads="1"/>
            </p:cNvSpPr>
            <p:nvPr/>
          </p:nvSpPr>
          <p:spPr bwMode="auto">
            <a:xfrm>
              <a:off x="20343299" y="8462205"/>
              <a:ext cx="103106" cy="104386"/>
            </a:xfrm>
            <a:prstGeom prst="ellipse">
              <a:avLst/>
            </a:prstGeom>
            <a:solidFill>
              <a:schemeClr val="tx1"/>
            </a:solidFill>
            <a:ln w="12700">
              <a:noFill/>
            </a:ln>
          </p:spPr>
          <p:txBody>
            <a:bodyPr/>
            <a:lstStyle/>
            <a:p>
              <a:pPr defTabSz="914309">
                <a:defRPr/>
              </a:pPr>
              <a:endParaRPr lang="en-GB" sz="1400" noProof="0">
                <a:solidFill>
                  <a:srgbClr val="000000"/>
                </a:solidFill>
                <a:latin typeface="Arial"/>
                <a:ea typeface="宋体" pitchFamily="2" charset="-122"/>
                <a:cs typeface="Arial"/>
              </a:endParaRPr>
            </a:p>
          </p:txBody>
        </p:sp>
        <p:sp>
          <p:nvSpPr>
            <p:cNvPr id="365" name="Text Box 273">
              <a:extLst>
                <a:ext uri="{FF2B5EF4-FFF2-40B4-BE49-F238E27FC236}">
                  <a16:creationId xmlns:a16="http://schemas.microsoft.com/office/drawing/2014/main" id="{42D48DD0-1596-3716-C3DB-7D8F71CB9E7F}"/>
                </a:ext>
              </a:extLst>
            </p:cNvPr>
            <p:cNvSpPr txBox="1">
              <a:spLocks noChangeArrowheads="1"/>
            </p:cNvSpPr>
            <p:nvPr/>
          </p:nvSpPr>
          <p:spPr bwMode="auto">
            <a:xfrm>
              <a:off x="21249124" y="7144633"/>
              <a:ext cx="428410" cy="162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en-US"/>
              </a:defPPr>
              <a:lvl1pPr algn="r" eaLnBrk="0" fontAlgn="base" hangingPunct="0">
                <a:lnSpc>
                  <a:spcPct val="90000"/>
                </a:lnSpc>
                <a:spcBef>
                  <a:spcPct val="0"/>
                </a:spcBef>
                <a:spcAft>
                  <a:spcPct val="0"/>
                </a:spcAft>
                <a:defRPr sz="1400" b="1">
                  <a:solidFill>
                    <a:srgbClr val="595959"/>
                  </a:solidFill>
                  <a:latin typeface="Arial" pitchFamily="34" charset="0"/>
                  <a:cs typeface="Arial" pitchFamily="34" charset="0"/>
                </a:defRPr>
              </a:lvl1pPr>
              <a:lvl2pPr marL="742950" indent="-285750" eaLnBrk="0" hangingPunct="0">
                <a:defRPr sz="2000">
                  <a:latin typeface="Arial" charset="0"/>
                  <a:cs typeface="Arial" charset="0"/>
                </a:defRPr>
              </a:lvl2pPr>
              <a:lvl3pPr marL="1143000" indent="-228600" eaLnBrk="0" hangingPunct="0">
                <a:defRPr sz="2000">
                  <a:latin typeface="Arial" charset="0"/>
                  <a:cs typeface="Arial" charset="0"/>
                </a:defRPr>
              </a:lvl3pPr>
              <a:lvl4pPr marL="1600200" indent="-228600" eaLnBrk="0" hangingPunct="0">
                <a:defRPr sz="2000">
                  <a:latin typeface="Arial" charset="0"/>
                  <a:cs typeface="Arial" charset="0"/>
                </a:defRPr>
              </a:lvl4pPr>
              <a:lvl5pPr marL="2057400" indent="-228600" eaLnBrk="0" hangingPunct="0">
                <a:defRPr sz="2000">
                  <a:latin typeface="Arial" charset="0"/>
                  <a:cs typeface="Arial" charset="0"/>
                </a:defRPr>
              </a:lvl5pPr>
              <a:lvl6pPr marL="2514600" indent="-228600" algn="ctr" eaLnBrk="0" fontAlgn="base" hangingPunct="0">
                <a:spcBef>
                  <a:spcPct val="0"/>
                </a:spcBef>
                <a:spcAft>
                  <a:spcPct val="0"/>
                </a:spcAft>
                <a:defRPr sz="2000">
                  <a:latin typeface="Arial" charset="0"/>
                  <a:cs typeface="Arial" charset="0"/>
                </a:defRPr>
              </a:lvl6pPr>
              <a:lvl7pPr marL="2971800" indent="-228600" algn="ctr" eaLnBrk="0" fontAlgn="base" hangingPunct="0">
                <a:spcBef>
                  <a:spcPct val="0"/>
                </a:spcBef>
                <a:spcAft>
                  <a:spcPct val="0"/>
                </a:spcAft>
                <a:defRPr sz="2000">
                  <a:latin typeface="Arial" charset="0"/>
                  <a:cs typeface="Arial" charset="0"/>
                </a:defRPr>
              </a:lvl7pPr>
              <a:lvl8pPr marL="3429000" indent="-228600" algn="ctr" eaLnBrk="0" fontAlgn="base" hangingPunct="0">
                <a:spcBef>
                  <a:spcPct val="0"/>
                </a:spcBef>
                <a:spcAft>
                  <a:spcPct val="0"/>
                </a:spcAft>
                <a:defRPr sz="2000">
                  <a:latin typeface="Arial" charset="0"/>
                  <a:cs typeface="Arial" charset="0"/>
                </a:defRPr>
              </a:lvl8pPr>
              <a:lvl9pPr marL="3886200" indent="-228600" algn="ctr" eaLnBrk="0" fontAlgn="base" hangingPunct="0">
                <a:spcBef>
                  <a:spcPct val="0"/>
                </a:spcBef>
                <a:spcAft>
                  <a:spcPct val="0"/>
                </a:spcAft>
                <a:defRPr sz="2000">
                  <a:latin typeface="Arial" charset="0"/>
                  <a:cs typeface="Arial" charset="0"/>
                </a:defRPr>
              </a:lvl9pPr>
            </a:lstStyle>
            <a:p>
              <a:pPr algn="l" defTabSz="914309">
                <a:defRPr/>
              </a:pPr>
              <a:r>
                <a:rPr lang="en-GB" sz="1000" b="0" noProof="0">
                  <a:solidFill>
                    <a:schemeClr val="tx1"/>
                  </a:solidFill>
                </a:rPr>
                <a:t>Ulsan</a:t>
              </a:r>
            </a:p>
          </p:txBody>
        </p:sp>
        <p:sp>
          <p:nvSpPr>
            <p:cNvPr id="366" name="Freeform 290">
              <a:extLst>
                <a:ext uri="{FF2B5EF4-FFF2-40B4-BE49-F238E27FC236}">
                  <a16:creationId xmlns:a16="http://schemas.microsoft.com/office/drawing/2014/main" id="{94C474D0-F18E-DF41-BB3A-A65D57AEAAFE}"/>
                </a:ext>
              </a:extLst>
            </p:cNvPr>
            <p:cNvSpPr>
              <a:spLocks/>
            </p:cNvSpPr>
            <p:nvPr/>
          </p:nvSpPr>
          <p:spPr bwMode="auto">
            <a:xfrm flipV="1">
              <a:off x="21085598" y="7323282"/>
              <a:ext cx="832726" cy="351643"/>
            </a:xfrm>
            <a:custGeom>
              <a:avLst/>
              <a:gdLst>
                <a:gd name="T0" fmla="*/ 0 w 1146"/>
                <a:gd name="T1" fmla="*/ 0 h 240"/>
                <a:gd name="T2" fmla="*/ 0 w 1146"/>
                <a:gd name="T3" fmla="*/ 240 h 240"/>
                <a:gd name="T4" fmla="*/ 1146 w 1146"/>
                <a:gd name="T5" fmla="*/ 240 h 240"/>
              </a:gdLst>
              <a:ahLst/>
              <a:cxnLst>
                <a:cxn ang="0">
                  <a:pos x="T0" y="T1"/>
                </a:cxn>
                <a:cxn ang="0">
                  <a:pos x="T2" y="T3"/>
                </a:cxn>
                <a:cxn ang="0">
                  <a:pos x="T4" y="T5"/>
                </a:cxn>
              </a:cxnLst>
              <a:rect l="0" t="0" r="r" b="b"/>
              <a:pathLst>
                <a:path w="1146" h="240">
                  <a:moveTo>
                    <a:pt x="0" y="0"/>
                  </a:moveTo>
                  <a:lnTo>
                    <a:pt x="0" y="240"/>
                  </a:lnTo>
                  <a:lnTo>
                    <a:pt x="1146" y="240"/>
                  </a:lnTo>
                </a:path>
              </a:pathLst>
            </a:custGeom>
            <a:noFill/>
            <a:ln w="127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309" fontAlgn="base">
                <a:spcBef>
                  <a:spcPct val="0"/>
                </a:spcBef>
                <a:spcAft>
                  <a:spcPct val="0"/>
                </a:spcAft>
                <a:defRPr/>
              </a:pPr>
              <a:endParaRPr lang="en-GB" noProof="0">
                <a:solidFill>
                  <a:srgbClr val="000000"/>
                </a:solidFill>
                <a:latin typeface="Arial"/>
                <a:cs typeface="Arial"/>
              </a:endParaRPr>
            </a:p>
          </p:txBody>
        </p:sp>
        <p:sp>
          <p:nvSpPr>
            <p:cNvPr id="367" name="Rechteck 726">
              <a:extLst>
                <a:ext uri="{FF2B5EF4-FFF2-40B4-BE49-F238E27FC236}">
                  <a16:creationId xmlns:a16="http://schemas.microsoft.com/office/drawing/2014/main" id="{420DE1F4-0983-9AA3-2F45-C951C917B291}"/>
                </a:ext>
              </a:extLst>
            </p:cNvPr>
            <p:cNvSpPr>
              <a:spLocks noChangeArrowheads="1"/>
            </p:cNvSpPr>
            <p:nvPr/>
          </p:nvSpPr>
          <p:spPr bwMode="auto">
            <a:xfrm>
              <a:off x="14415687" y="7001962"/>
              <a:ext cx="586254" cy="162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4309" eaLnBrk="0" fontAlgn="base" hangingPunct="0">
                <a:lnSpc>
                  <a:spcPct val="90000"/>
                </a:lnSpc>
                <a:spcBef>
                  <a:spcPct val="0"/>
                </a:spcBef>
                <a:spcAft>
                  <a:spcPct val="0"/>
                </a:spcAft>
                <a:defRPr/>
              </a:pPr>
              <a:r>
                <a:rPr lang="en-GB" sz="1000" noProof="0">
                  <a:latin typeface="Arial" pitchFamily="34" charset="0"/>
                  <a:cs typeface="Arial" pitchFamily="34" charset="0"/>
                </a:rPr>
                <a:t>Cornwall</a:t>
              </a:r>
            </a:p>
          </p:txBody>
        </p:sp>
        <p:sp>
          <p:nvSpPr>
            <p:cNvPr id="368" name="Rechteck 726">
              <a:extLst>
                <a:ext uri="{FF2B5EF4-FFF2-40B4-BE49-F238E27FC236}">
                  <a16:creationId xmlns:a16="http://schemas.microsoft.com/office/drawing/2014/main" id="{E7FBBBA2-9251-925B-D850-DC88A71EBE59}"/>
                </a:ext>
              </a:extLst>
            </p:cNvPr>
            <p:cNvSpPr>
              <a:spLocks noChangeArrowheads="1"/>
            </p:cNvSpPr>
            <p:nvPr/>
          </p:nvSpPr>
          <p:spPr bwMode="auto">
            <a:xfrm>
              <a:off x="16333792" y="7268258"/>
              <a:ext cx="450530" cy="162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defTabSz="914309" eaLnBrk="0" fontAlgn="base" hangingPunct="0">
                <a:lnSpc>
                  <a:spcPct val="90000"/>
                </a:lnSpc>
                <a:spcBef>
                  <a:spcPct val="0"/>
                </a:spcBef>
                <a:spcAft>
                  <a:spcPct val="0"/>
                </a:spcAft>
                <a:defRPr/>
              </a:pPr>
              <a:r>
                <a:rPr lang="en-GB" sz="1000" noProof="0">
                  <a:latin typeface="Arial" pitchFamily="34" charset="0"/>
                  <a:cs typeface="Arial" pitchFamily="34" charset="0"/>
                </a:rPr>
                <a:t>Meaux</a:t>
              </a:r>
            </a:p>
          </p:txBody>
        </p:sp>
        <p:sp>
          <p:nvSpPr>
            <p:cNvPr id="369" name="Freeform 285">
              <a:extLst>
                <a:ext uri="{FF2B5EF4-FFF2-40B4-BE49-F238E27FC236}">
                  <a16:creationId xmlns:a16="http://schemas.microsoft.com/office/drawing/2014/main" id="{BAAD0CF2-F8FB-9535-717E-76DAAEDE9760}"/>
                </a:ext>
              </a:extLst>
            </p:cNvPr>
            <p:cNvSpPr>
              <a:spLocks/>
            </p:cNvSpPr>
            <p:nvPr/>
          </p:nvSpPr>
          <p:spPr bwMode="auto">
            <a:xfrm>
              <a:off x="20670994" y="8279013"/>
              <a:ext cx="1624519" cy="365241"/>
            </a:xfrm>
            <a:custGeom>
              <a:avLst/>
              <a:gdLst>
                <a:gd name="T0" fmla="*/ 0 w 1146"/>
                <a:gd name="T1" fmla="*/ 0 h 240"/>
                <a:gd name="T2" fmla="*/ 0 w 1146"/>
                <a:gd name="T3" fmla="*/ 2147483647 h 240"/>
                <a:gd name="T4" fmla="*/ 2147483647 w 1146"/>
                <a:gd name="T5" fmla="*/ 2147483647 h 240"/>
                <a:gd name="T6" fmla="*/ 0 60000 65536"/>
                <a:gd name="T7" fmla="*/ 0 60000 65536"/>
                <a:gd name="T8" fmla="*/ 0 60000 65536"/>
              </a:gdLst>
              <a:ahLst/>
              <a:cxnLst>
                <a:cxn ang="T6">
                  <a:pos x="T0" y="T1"/>
                </a:cxn>
                <a:cxn ang="T7">
                  <a:pos x="T2" y="T3"/>
                </a:cxn>
                <a:cxn ang="T8">
                  <a:pos x="T4" y="T5"/>
                </a:cxn>
              </a:cxnLst>
              <a:rect l="0" t="0" r="r" b="b"/>
              <a:pathLst>
                <a:path w="1146" h="240">
                  <a:moveTo>
                    <a:pt x="0" y="0"/>
                  </a:moveTo>
                  <a:lnTo>
                    <a:pt x="0" y="240"/>
                  </a:lnTo>
                  <a:lnTo>
                    <a:pt x="1146" y="240"/>
                  </a:lnTo>
                </a:path>
              </a:pathLst>
            </a:custGeom>
            <a:noFill/>
            <a:ln w="127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309" fontAlgn="base">
                <a:spcBef>
                  <a:spcPct val="0"/>
                </a:spcBef>
                <a:spcAft>
                  <a:spcPct val="0"/>
                </a:spcAft>
                <a:defRPr/>
              </a:pPr>
              <a:endParaRPr lang="en-GB" noProof="0">
                <a:solidFill>
                  <a:srgbClr val="000000"/>
                </a:solidFill>
                <a:latin typeface="Arial"/>
                <a:cs typeface="Arial"/>
              </a:endParaRPr>
            </a:p>
          </p:txBody>
        </p:sp>
        <p:sp>
          <p:nvSpPr>
            <p:cNvPr id="370" name="Text Box 276">
              <a:extLst>
                <a:ext uri="{FF2B5EF4-FFF2-40B4-BE49-F238E27FC236}">
                  <a16:creationId xmlns:a16="http://schemas.microsoft.com/office/drawing/2014/main" id="{83E6FE19-AD46-19A9-B5EF-A3E6905F38E8}"/>
                </a:ext>
              </a:extLst>
            </p:cNvPr>
            <p:cNvSpPr txBox="1">
              <a:spLocks noChangeArrowheads="1"/>
            </p:cNvSpPr>
            <p:nvPr/>
          </p:nvSpPr>
          <p:spPr bwMode="auto">
            <a:xfrm>
              <a:off x="21060699" y="8454687"/>
              <a:ext cx="657888" cy="162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defPPr>
                <a:defRPr lang="en-US"/>
              </a:defPPr>
              <a:lvl1pPr algn="r" eaLnBrk="0" fontAlgn="base" hangingPunct="0">
                <a:lnSpc>
                  <a:spcPct val="90000"/>
                </a:lnSpc>
                <a:spcBef>
                  <a:spcPct val="0"/>
                </a:spcBef>
                <a:spcAft>
                  <a:spcPct val="0"/>
                </a:spcAft>
                <a:defRPr sz="1400" b="1">
                  <a:solidFill>
                    <a:srgbClr val="000000">
                      <a:lumMod val="65000"/>
                      <a:lumOff val="35000"/>
                    </a:srgbClr>
                  </a:solidFill>
                </a:defRPr>
              </a:lvl1pPr>
            </a:lstStyle>
            <a:p>
              <a:pPr defTabSz="914309">
                <a:defRPr/>
              </a:pPr>
              <a:r>
                <a:rPr lang="en-GB" sz="1000" b="0" noProof="0">
                  <a:solidFill>
                    <a:schemeClr val="tx1"/>
                  </a:solidFill>
                  <a:latin typeface="Arial" panose="020B0604020202020204" pitchFamily="34" charset="0"/>
                  <a:cs typeface="Arial" panose="020B0604020202020204" pitchFamily="34" charset="0"/>
                </a:rPr>
                <a:t>Zhanjiang</a:t>
              </a:r>
            </a:p>
          </p:txBody>
        </p:sp>
        <p:sp>
          <p:nvSpPr>
            <p:cNvPr id="371" name="Rechteck 370">
              <a:extLst>
                <a:ext uri="{FF2B5EF4-FFF2-40B4-BE49-F238E27FC236}">
                  <a16:creationId xmlns:a16="http://schemas.microsoft.com/office/drawing/2014/main" id="{3B2DD202-5BB6-921E-9094-CDE2D902860A}"/>
                </a:ext>
              </a:extLst>
            </p:cNvPr>
            <p:cNvSpPr/>
            <p:nvPr/>
          </p:nvSpPr>
          <p:spPr>
            <a:xfrm>
              <a:off x="12583691" y="7958832"/>
              <a:ext cx="125984" cy="125984"/>
            </a:xfrm>
            <a:prstGeom prst="rect">
              <a:avLst/>
            </a:prstGeom>
            <a:solidFill>
              <a:srgbClr val="4EAB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372" name="Rechteck 371">
              <a:extLst>
                <a:ext uri="{FF2B5EF4-FFF2-40B4-BE49-F238E27FC236}">
                  <a16:creationId xmlns:a16="http://schemas.microsoft.com/office/drawing/2014/main" id="{A25DCC16-22DE-E8D2-F2B2-ECE8116C55DE}"/>
                </a:ext>
              </a:extLst>
            </p:cNvPr>
            <p:cNvSpPr/>
            <p:nvPr/>
          </p:nvSpPr>
          <p:spPr>
            <a:xfrm>
              <a:off x="14617476" y="8439751"/>
              <a:ext cx="125984" cy="1259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373" name="Rechteck 372">
              <a:extLst>
                <a:ext uri="{FF2B5EF4-FFF2-40B4-BE49-F238E27FC236}">
                  <a16:creationId xmlns:a16="http://schemas.microsoft.com/office/drawing/2014/main" id="{2F98E5A6-F3BB-F1E4-CE78-80D9CFB000FC}"/>
                </a:ext>
              </a:extLst>
            </p:cNvPr>
            <p:cNvSpPr/>
            <p:nvPr/>
          </p:nvSpPr>
          <p:spPr>
            <a:xfrm>
              <a:off x="15105103" y="8117307"/>
              <a:ext cx="125984" cy="125984"/>
            </a:xfrm>
            <a:prstGeom prst="rect">
              <a:avLst/>
            </a:prstGeom>
            <a:solidFill>
              <a:srgbClr val="65AC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374" name="Rechteck 373">
              <a:extLst>
                <a:ext uri="{FF2B5EF4-FFF2-40B4-BE49-F238E27FC236}">
                  <a16:creationId xmlns:a16="http://schemas.microsoft.com/office/drawing/2014/main" id="{B6AFCD25-4BB4-280A-54B7-CF2523FF7B0F}"/>
                </a:ext>
              </a:extLst>
            </p:cNvPr>
            <p:cNvSpPr/>
            <p:nvPr/>
          </p:nvSpPr>
          <p:spPr>
            <a:xfrm>
              <a:off x="14263792" y="7523292"/>
              <a:ext cx="125984" cy="125984"/>
            </a:xfrm>
            <a:prstGeom prst="rect">
              <a:avLst/>
            </a:prstGeom>
            <a:solidFill>
              <a:srgbClr val="4EAB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375" name="Rechteck 374">
              <a:extLst>
                <a:ext uri="{FF2B5EF4-FFF2-40B4-BE49-F238E27FC236}">
                  <a16:creationId xmlns:a16="http://schemas.microsoft.com/office/drawing/2014/main" id="{AB81C7F9-2916-D0E7-F0F1-A24F9AF69B9C}"/>
                </a:ext>
              </a:extLst>
            </p:cNvPr>
            <p:cNvSpPr/>
            <p:nvPr/>
          </p:nvSpPr>
          <p:spPr>
            <a:xfrm>
              <a:off x="14449269" y="7523292"/>
              <a:ext cx="125984" cy="125984"/>
            </a:xfrm>
            <a:prstGeom prst="rect">
              <a:avLst/>
            </a:prstGeom>
            <a:solidFill>
              <a:srgbClr val="F7B6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376" name="Rechteck 375">
              <a:extLst>
                <a:ext uri="{FF2B5EF4-FFF2-40B4-BE49-F238E27FC236}">
                  <a16:creationId xmlns:a16="http://schemas.microsoft.com/office/drawing/2014/main" id="{3CB479C6-17AF-6E21-A887-FFFC670AAA67}"/>
                </a:ext>
              </a:extLst>
            </p:cNvPr>
            <p:cNvSpPr/>
            <p:nvPr/>
          </p:nvSpPr>
          <p:spPr>
            <a:xfrm>
              <a:off x="15013000" y="7229658"/>
              <a:ext cx="125984" cy="125984"/>
            </a:xfrm>
            <a:prstGeom prst="rect">
              <a:avLst/>
            </a:prstGeom>
            <a:solidFill>
              <a:srgbClr val="F7B6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377" name="Rechteck 376">
              <a:extLst>
                <a:ext uri="{FF2B5EF4-FFF2-40B4-BE49-F238E27FC236}">
                  <a16:creationId xmlns:a16="http://schemas.microsoft.com/office/drawing/2014/main" id="{D4ECABF9-497C-33ED-8A79-62EFF6A3AF0F}"/>
                </a:ext>
              </a:extLst>
            </p:cNvPr>
            <p:cNvSpPr/>
            <p:nvPr/>
          </p:nvSpPr>
          <p:spPr>
            <a:xfrm>
              <a:off x="15878359" y="6874797"/>
              <a:ext cx="125984" cy="1259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378" name="Rechteck 377">
              <a:extLst>
                <a:ext uri="{FF2B5EF4-FFF2-40B4-BE49-F238E27FC236}">
                  <a16:creationId xmlns:a16="http://schemas.microsoft.com/office/drawing/2014/main" id="{F2D7DDCC-54B9-3BFD-6D47-980322922AC2}"/>
                </a:ext>
              </a:extLst>
            </p:cNvPr>
            <p:cNvSpPr/>
            <p:nvPr/>
          </p:nvSpPr>
          <p:spPr>
            <a:xfrm>
              <a:off x="16054958" y="6874797"/>
              <a:ext cx="125984" cy="125984"/>
            </a:xfrm>
            <a:prstGeom prst="rect">
              <a:avLst/>
            </a:prstGeom>
            <a:solidFill>
              <a:srgbClr val="65AC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379" name="Rechteck 378">
              <a:extLst>
                <a:ext uri="{FF2B5EF4-FFF2-40B4-BE49-F238E27FC236}">
                  <a16:creationId xmlns:a16="http://schemas.microsoft.com/office/drawing/2014/main" id="{B26B37AB-F488-DCB1-1055-F9F2962F22AE}"/>
                </a:ext>
              </a:extLst>
            </p:cNvPr>
            <p:cNvSpPr/>
            <p:nvPr/>
          </p:nvSpPr>
          <p:spPr>
            <a:xfrm>
              <a:off x="16231557" y="6874797"/>
              <a:ext cx="125984" cy="125984"/>
            </a:xfrm>
            <a:prstGeom prst="rect">
              <a:avLst/>
            </a:prstGeom>
            <a:solidFill>
              <a:srgbClr val="4EAB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380" name="Rechteck 379">
              <a:extLst>
                <a:ext uri="{FF2B5EF4-FFF2-40B4-BE49-F238E27FC236}">
                  <a16:creationId xmlns:a16="http://schemas.microsoft.com/office/drawing/2014/main" id="{F60D30BC-ED3A-A5D7-1800-C5BF3B2E3365}"/>
                </a:ext>
              </a:extLst>
            </p:cNvPr>
            <p:cNvSpPr/>
            <p:nvPr/>
          </p:nvSpPr>
          <p:spPr>
            <a:xfrm>
              <a:off x="18172281" y="7587747"/>
              <a:ext cx="125984" cy="1259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381" name="Rechteck 380">
              <a:extLst>
                <a:ext uri="{FF2B5EF4-FFF2-40B4-BE49-F238E27FC236}">
                  <a16:creationId xmlns:a16="http://schemas.microsoft.com/office/drawing/2014/main" id="{A1CEB577-F647-4924-4702-A1F8C1C56DE7}"/>
                </a:ext>
              </a:extLst>
            </p:cNvPr>
            <p:cNvSpPr/>
            <p:nvPr/>
          </p:nvSpPr>
          <p:spPr>
            <a:xfrm>
              <a:off x="18359634" y="7587747"/>
              <a:ext cx="125984" cy="125984"/>
            </a:xfrm>
            <a:prstGeom prst="rect">
              <a:avLst/>
            </a:prstGeom>
            <a:solidFill>
              <a:srgbClr val="65AC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382" name="Rechteck 381">
              <a:extLst>
                <a:ext uri="{FF2B5EF4-FFF2-40B4-BE49-F238E27FC236}">
                  <a16:creationId xmlns:a16="http://schemas.microsoft.com/office/drawing/2014/main" id="{5A2A0F7A-5D0F-7A9E-850A-1DE2A6FA08D7}"/>
                </a:ext>
              </a:extLst>
            </p:cNvPr>
            <p:cNvSpPr/>
            <p:nvPr/>
          </p:nvSpPr>
          <p:spPr>
            <a:xfrm>
              <a:off x="18546988" y="7587747"/>
              <a:ext cx="125984" cy="125984"/>
            </a:xfrm>
            <a:prstGeom prst="rect">
              <a:avLst/>
            </a:prstGeom>
            <a:solidFill>
              <a:srgbClr val="4EAB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383" name="Rechteck 382">
              <a:extLst>
                <a:ext uri="{FF2B5EF4-FFF2-40B4-BE49-F238E27FC236}">
                  <a16:creationId xmlns:a16="http://schemas.microsoft.com/office/drawing/2014/main" id="{991B23C7-BF54-8301-7B27-802616609D63}"/>
                </a:ext>
              </a:extLst>
            </p:cNvPr>
            <p:cNvSpPr/>
            <p:nvPr/>
          </p:nvSpPr>
          <p:spPr>
            <a:xfrm>
              <a:off x="18734342" y="7587747"/>
              <a:ext cx="125984" cy="125984"/>
            </a:xfrm>
            <a:prstGeom prst="rect">
              <a:avLst/>
            </a:prstGeom>
            <a:solidFill>
              <a:srgbClr val="F7B6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384" name="Rechteck 383">
              <a:extLst>
                <a:ext uri="{FF2B5EF4-FFF2-40B4-BE49-F238E27FC236}">
                  <a16:creationId xmlns:a16="http://schemas.microsoft.com/office/drawing/2014/main" id="{30BF8EB4-FCC0-E3B9-5D41-AD67F17934F9}"/>
                </a:ext>
              </a:extLst>
            </p:cNvPr>
            <p:cNvSpPr/>
            <p:nvPr/>
          </p:nvSpPr>
          <p:spPr>
            <a:xfrm>
              <a:off x="22156378" y="6906249"/>
              <a:ext cx="125984" cy="125984"/>
            </a:xfrm>
            <a:prstGeom prst="rect">
              <a:avLst/>
            </a:prstGeom>
            <a:solidFill>
              <a:srgbClr val="4EAB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385" name="Rechteck 384">
              <a:extLst>
                <a:ext uri="{FF2B5EF4-FFF2-40B4-BE49-F238E27FC236}">
                  <a16:creationId xmlns:a16="http://schemas.microsoft.com/office/drawing/2014/main" id="{C27F291E-07EB-03AD-F880-35CA211265E7}"/>
                </a:ext>
              </a:extLst>
            </p:cNvPr>
            <p:cNvSpPr/>
            <p:nvPr/>
          </p:nvSpPr>
          <p:spPr>
            <a:xfrm>
              <a:off x="21983033" y="6906249"/>
              <a:ext cx="125984" cy="125984"/>
            </a:xfrm>
            <a:prstGeom prst="rect">
              <a:avLst/>
            </a:prstGeom>
            <a:solidFill>
              <a:srgbClr val="65AC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386" name="Rechteck 385">
              <a:extLst>
                <a:ext uri="{FF2B5EF4-FFF2-40B4-BE49-F238E27FC236}">
                  <a16:creationId xmlns:a16="http://schemas.microsoft.com/office/drawing/2014/main" id="{3381CAE4-2DF2-1523-4B1C-69056E00697C}"/>
                </a:ext>
              </a:extLst>
            </p:cNvPr>
            <p:cNvSpPr/>
            <p:nvPr/>
          </p:nvSpPr>
          <p:spPr>
            <a:xfrm>
              <a:off x="21805866" y="6906249"/>
              <a:ext cx="125984" cy="1259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387" name="Rechteck 386">
              <a:extLst>
                <a:ext uri="{FF2B5EF4-FFF2-40B4-BE49-F238E27FC236}">
                  <a16:creationId xmlns:a16="http://schemas.microsoft.com/office/drawing/2014/main" id="{3FB933B7-9075-58AA-378D-A5BA2D770DCC}"/>
                </a:ext>
              </a:extLst>
            </p:cNvPr>
            <p:cNvSpPr/>
            <p:nvPr/>
          </p:nvSpPr>
          <p:spPr>
            <a:xfrm>
              <a:off x="19904385" y="7928921"/>
              <a:ext cx="125984" cy="125984"/>
            </a:xfrm>
            <a:prstGeom prst="rect">
              <a:avLst/>
            </a:prstGeom>
            <a:solidFill>
              <a:srgbClr val="F7B64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388" name="Rechteck 387">
              <a:extLst>
                <a:ext uri="{FF2B5EF4-FFF2-40B4-BE49-F238E27FC236}">
                  <a16:creationId xmlns:a16="http://schemas.microsoft.com/office/drawing/2014/main" id="{548870E0-321C-AEE1-A27F-2A2E3CCAF6E0}"/>
                </a:ext>
              </a:extLst>
            </p:cNvPr>
            <p:cNvSpPr/>
            <p:nvPr/>
          </p:nvSpPr>
          <p:spPr>
            <a:xfrm>
              <a:off x="19719634" y="8361845"/>
              <a:ext cx="125984" cy="125984"/>
            </a:xfrm>
            <a:prstGeom prst="rect">
              <a:avLst/>
            </a:prstGeom>
            <a:solidFill>
              <a:srgbClr val="4EAB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389" name="Rechteck 388">
              <a:extLst>
                <a:ext uri="{FF2B5EF4-FFF2-40B4-BE49-F238E27FC236}">
                  <a16:creationId xmlns:a16="http://schemas.microsoft.com/office/drawing/2014/main" id="{078FAF24-A902-52D0-96CD-6259D856D3D7}"/>
                </a:ext>
              </a:extLst>
            </p:cNvPr>
            <p:cNvSpPr/>
            <p:nvPr/>
          </p:nvSpPr>
          <p:spPr>
            <a:xfrm>
              <a:off x="21792340" y="7354521"/>
              <a:ext cx="125984" cy="125984"/>
            </a:xfrm>
            <a:prstGeom prst="rect">
              <a:avLst/>
            </a:prstGeom>
            <a:solidFill>
              <a:srgbClr val="65AC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390" name="Rechteck 389">
              <a:extLst>
                <a:ext uri="{FF2B5EF4-FFF2-40B4-BE49-F238E27FC236}">
                  <a16:creationId xmlns:a16="http://schemas.microsoft.com/office/drawing/2014/main" id="{028AE66D-B996-8227-C12B-33A959A48742}"/>
                </a:ext>
              </a:extLst>
            </p:cNvPr>
            <p:cNvSpPr/>
            <p:nvPr/>
          </p:nvSpPr>
          <p:spPr>
            <a:xfrm>
              <a:off x="21799103" y="8689908"/>
              <a:ext cx="125984" cy="1259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391" name="Rechteck 390">
              <a:extLst>
                <a:ext uri="{FF2B5EF4-FFF2-40B4-BE49-F238E27FC236}">
                  <a16:creationId xmlns:a16="http://schemas.microsoft.com/office/drawing/2014/main" id="{8166AF28-1DCF-4794-3AD6-A5E8F5922881}"/>
                </a:ext>
              </a:extLst>
            </p:cNvPr>
            <p:cNvSpPr/>
            <p:nvPr/>
          </p:nvSpPr>
          <p:spPr>
            <a:xfrm>
              <a:off x="21972465" y="8689908"/>
              <a:ext cx="125984" cy="125984"/>
            </a:xfrm>
            <a:prstGeom prst="rect">
              <a:avLst/>
            </a:prstGeom>
            <a:solidFill>
              <a:srgbClr val="65AC1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392" name="Rechteck 391">
              <a:extLst>
                <a:ext uri="{FF2B5EF4-FFF2-40B4-BE49-F238E27FC236}">
                  <a16:creationId xmlns:a16="http://schemas.microsoft.com/office/drawing/2014/main" id="{F3FB03CE-B2EF-B511-8F31-04BB5FF82B58}"/>
                </a:ext>
              </a:extLst>
            </p:cNvPr>
            <p:cNvSpPr/>
            <p:nvPr/>
          </p:nvSpPr>
          <p:spPr>
            <a:xfrm>
              <a:off x="22158293" y="8689908"/>
              <a:ext cx="125984" cy="125984"/>
            </a:xfrm>
            <a:prstGeom prst="rect">
              <a:avLst/>
            </a:prstGeom>
            <a:solidFill>
              <a:srgbClr val="4EAB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393" name="Rechteck 726">
              <a:extLst>
                <a:ext uri="{FF2B5EF4-FFF2-40B4-BE49-F238E27FC236}">
                  <a16:creationId xmlns:a16="http://schemas.microsoft.com/office/drawing/2014/main" id="{83C7988C-196D-C646-E231-E1CA9E59DD54}"/>
                </a:ext>
              </a:extLst>
            </p:cNvPr>
            <p:cNvSpPr>
              <a:spLocks noChangeArrowheads="1"/>
            </p:cNvSpPr>
            <p:nvPr/>
          </p:nvSpPr>
          <p:spPr bwMode="auto">
            <a:xfrm>
              <a:off x="15333700" y="9142557"/>
              <a:ext cx="644767" cy="228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r" defTabSz="914309" eaLnBrk="0" fontAlgn="base" hangingPunct="0">
                <a:lnSpc>
                  <a:spcPct val="90000"/>
                </a:lnSpc>
                <a:spcBef>
                  <a:spcPct val="0"/>
                </a:spcBef>
                <a:spcAft>
                  <a:spcPct val="0"/>
                </a:spcAft>
                <a:defRPr/>
              </a:pPr>
              <a:r>
                <a:rPr lang="en-GB" sz="1000" noProof="0" err="1">
                  <a:latin typeface="Arial" pitchFamily="34" charset="0"/>
                  <a:cs typeface="Arial" pitchFamily="34" charset="0"/>
                </a:rPr>
                <a:t>Camaҫari</a:t>
              </a:r>
              <a:endParaRPr lang="en-GB" sz="1000" noProof="0">
                <a:latin typeface="Arial" pitchFamily="34" charset="0"/>
                <a:cs typeface="Arial" pitchFamily="34" charset="0"/>
              </a:endParaRPr>
            </a:p>
            <a:p>
              <a:pPr algn="r" defTabSz="914309" eaLnBrk="0" fontAlgn="base" hangingPunct="0">
                <a:lnSpc>
                  <a:spcPct val="90000"/>
                </a:lnSpc>
                <a:spcBef>
                  <a:spcPct val="0"/>
                </a:spcBef>
                <a:spcAft>
                  <a:spcPct val="0"/>
                </a:spcAft>
                <a:defRPr/>
              </a:pPr>
              <a:endParaRPr lang="en-GB" sz="400" noProof="0">
                <a:latin typeface="Arial" pitchFamily="34" charset="0"/>
                <a:cs typeface="Arial" pitchFamily="34" charset="0"/>
              </a:endParaRPr>
            </a:p>
          </p:txBody>
        </p:sp>
        <p:sp>
          <p:nvSpPr>
            <p:cNvPr id="394" name="Freeform 290">
              <a:extLst>
                <a:ext uri="{FF2B5EF4-FFF2-40B4-BE49-F238E27FC236}">
                  <a16:creationId xmlns:a16="http://schemas.microsoft.com/office/drawing/2014/main" id="{0EDD0210-9C20-5E98-A8CA-805584D75B50}"/>
                </a:ext>
              </a:extLst>
            </p:cNvPr>
            <p:cNvSpPr>
              <a:spLocks/>
            </p:cNvSpPr>
            <p:nvPr/>
          </p:nvSpPr>
          <p:spPr bwMode="auto">
            <a:xfrm flipV="1">
              <a:off x="15315496" y="9317667"/>
              <a:ext cx="858684" cy="192389"/>
            </a:xfrm>
            <a:custGeom>
              <a:avLst/>
              <a:gdLst>
                <a:gd name="T0" fmla="*/ 0 w 1146"/>
                <a:gd name="T1" fmla="*/ 0 h 240"/>
                <a:gd name="T2" fmla="*/ 0 w 1146"/>
                <a:gd name="T3" fmla="*/ 240 h 240"/>
                <a:gd name="T4" fmla="*/ 1146 w 1146"/>
                <a:gd name="T5" fmla="*/ 240 h 240"/>
              </a:gdLst>
              <a:ahLst/>
              <a:cxnLst>
                <a:cxn ang="0">
                  <a:pos x="T0" y="T1"/>
                </a:cxn>
                <a:cxn ang="0">
                  <a:pos x="T2" y="T3"/>
                </a:cxn>
                <a:cxn ang="0">
                  <a:pos x="T4" y="T5"/>
                </a:cxn>
              </a:cxnLst>
              <a:rect l="0" t="0" r="r" b="b"/>
              <a:pathLst>
                <a:path w="1146" h="240">
                  <a:moveTo>
                    <a:pt x="0" y="0"/>
                  </a:moveTo>
                  <a:lnTo>
                    <a:pt x="0" y="240"/>
                  </a:lnTo>
                  <a:lnTo>
                    <a:pt x="1146" y="240"/>
                  </a:lnTo>
                </a:path>
              </a:pathLst>
            </a:custGeom>
            <a:noFill/>
            <a:ln w="127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309" fontAlgn="base">
                <a:spcBef>
                  <a:spcPct val="0"/>
                </a:spcBef>
                <a:spcAft>
                  <a:spcPct val="0"/>
                </a:spcAft>
                <a:defRPr/>
              </a:pPr>
              <a:endParaRPr lang="en-GB" noProof="0">
                <a:solidFill>
                  <a:srgbClr val="000000"/>
                </a:solidFill>
                <a:latin typeface="Arial"/>
                <a:cs typeface="Arial"/>
              </a:endParaRPr>
            </a:p>
          </p:txBody>
        </p:sp>
        <p:sp>
          <p:nvSpPr>
            <p:cNvPr id="395" name="Oval 1106">
              <a:extLst>
                <a:ext uri="{FF2B5EF4-FFF2-40B4-BE49-F238E27FC236}">
                  <a16:creationId xmlns:a16="http://schemas.microsoft.com/office/drawing/2014/main" id="{246ED9D3-BB03-567D-C6B3-6530F4A29706}"/>
                </a:ext>
              </a:extLst>
            </p:cNvPr>
            <p:cNvSpPr>
              <a:spLocks noChangeArrowheads="1"/>
            </p:cNvSpPr>
            <p:nvPr/>
          </p:nvSpPr>
          <p:spPr bwMode="auto">
            <a:xfrm>
              <a:off x="15257291" y="9476231"/>
              <a:ext cx="104386" cy="104386"/>
            </a:xfrm>
            <a:prstGeom prst="ellipse">
              <a:avLst/>
            </a:prstGeom>
            <a:solidFill>
              <a:schemeClr val="tx1"/>
            </a:solidFill>
            <a:ln w="12700">
              <a:noFill/>
            </a:ln>
            <a:effectLst/>
          </p:spPr>
          <p:txBody>
            <a:bodyPr wrap="none" anchor="ctr"/>
            <a:lstStyle/>
            <a:p>
              <a:pPr defTabSz="914309" fontAlgn="base">
                <a:spcBef>
                  <a:spcPct val="0"/>
                </a:spcBef>
                <a:spcAft>
                  <a:spcPct val="0"/>
                </a:spcAft>
                <a:defRPr/>
              </a:pPr>
              <a:endParaRPr lang="en-GB" noProof="0">
                <a:solidFill>
                  <a:srgbClr val="000000"/>
                </a:solidFill>
                <a:latin typeface="Arial"/>
                <a:cs typeface="Arial" pitchFamily="34" charset="0"/>
              </a:endParaRPr>
            </a:p>
          </p:txBody>
        </p:sp>
        <p:sp>
          <p:nvSpPr>
            <p:cNvPr id="396" name="Rechteck 395">
              <a:extLst>
                <a:ext uri="{FF2B5EF4-FFF2-40B4-BE49-F238E27FC236}">
                  <a16:creationId xmlns:a16="http://schemas.microsoft.com/office/drawing/2014/main" id="{CCAE999C-1557-7826-187C-AAFEF113FE74}"/>
                </a:ext>
              </a:extLst>
            </p:cNvPr>
            <p:cNvSpPr/>
            <p:nvPr/>
          </p:nvSpPr>
          <p:spPr>
            <a:xfrm>
              <a:off x="16048195" y="9350416"/>
              <a:ext cx="125984" cy="125984"/>
            </a:xfrm>
            <a:prstGeom prst="rect">
              <a:avLst/>
            </a:prstGeom>
            <a:solidFill>
              <a:srgbClr val="4EAB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397" name="Ellipse 101">
              <a:extLst>
                <a:ext uri="{FF2B5EF4-FFF2-40B4-BE49-F238E27FC236}">
                  <a16:creationId xmlns:a16="http://schemas.microsoft.com/office/drawing/2014/main" id="{68B1C65E-A28A-2994-7A18-6A08296B6404}"/>
                </a:ext>
              </a:extLst>
            </p:cNvPr>
            <p:cNvSpPr>
              <a:spLocks noChangeArrowheads="1"/>
            </p:cNvSpPr>
            <p:nvPr/>
          </p:nvSpPr>
          <p:spPr bwMode="auto">
            <a:xfrm>
              <a:off x="20616906" y="8181737"/>
              <a:ext cx="103105" cy="104386"/>
            </a:xfrm>
            <a:prstGeom prst="ellipse">
              <a:avLst/>
            </a:prstGeom>
            <a:solidFill>
              <a:schemeClr val="tx1"/>
            </a:solidFill>
            <a:ln w="12700">
              <a:noFill/>
            </a:ln>
            <a:effectLst/>
          </p:spPr>
          <p:txBody>
            <a:bodyPr wrap="none" anchor="ctr"/>
            <a:lstStyle/>
            <a:p>
              <a:pPr defTabSz="914309" fontAlgn="base">
                <a:spcBef>
                  <a:spcPct val="0"/>
                </a:spcBef>
                <a:spcAft>
                  <a:spcPct val="0"/>
                </a:spcAft>
                <a:defRPr/>
              </a:pPr>
              <a:endParaRPr lang="en-GB" noProof="0">
                <a:solidFill>
                  <a:srgbClr val="21A0D2"/>
                </a:solidFill>
                <a:latin typeface="Arial"/>
                <a:ea typeface="宋体" panose="02010600030101010101" pitchFamily="2" charset="-122"/>
                <a:cs typeface="Arial" pitchFamily="34" charset="0"/>
              </a:endParaRPr>
            </a:p>
          </p:txBody>
        </p:sp>
        <p:sp>
          <p:nvSpPr>
            <p:cNvPr id="398" name="AutoShape 340">
              <a:extLst>
                <a:ext uri="{FF2B5EF4-FFF2-40B4-BE49-F238E27FC236}">
                  <a16:creationId xmlns:a16="http://schemas.microsoft.com/office/drawing/2014/main" id="{4DBB3F42-6646-8A4A-9A00-265F03AC4A20}"/>
                </a:ext>
              </a:extLst>
            </p:cNvPr>
            <p:cNvSpPr>
              <a:spLocks noChangeArrowheads="1"/>
            </p:cNvSpPr>
            <p:nvPr/>
          </p:nvSpPr>
          <p:spPr bwMode="auto">
            <a:xfrm>
              <a:off x="12587728" y="7719554"/>
              <a:ext cx="143981" cy="143981"/>
            </a:xfrm>
            <a:prstGeom prst="ellipse">
              <a:avLst/>
            </a:prstGeom>
            <a:solidFill>
              <a:srgbClr val="0079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399" name="Ellipse 731">
              <a:extLst>
                <a:ext uri="{FF2B5EF4-FFF2-40B4-BE49-F238E27FC236}">
                  <a16:creationId xmlns:a16="http://schemas.microsoft.com/office/drawing/2014/main" id="{CBE69E68-B255-7C90-E712-C1E8EE927A9B}"/>
                </a:ext>
              </a:extLst>
            </p:cNvPr>
            <p:cNvSpPr/>
            <p:nvPr/>
          </p:nvSpPr>
          <p:spPr>
            <a:xfrm rot="5400000">
              <a:off x="14536037" y="7888176"/>
              <a:ext cx="143981" cy="143981"/>
            </a:xfrm>
            <a:prstGeom prst="ellipse">
              <a:avLst/>
            </a:prstGeom>
            <a:solidFill>
              <a:srgbClr val="F39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400" name="Ellipse 732">
              <a:extLst>
                <a:ext uri="{FF2B5EF4-FFF2-40B4-BE49-F238E27FC236}">
                  <a16:creationId xmlns:a16="http://schemas.microsoft.com/office/drawing/2014/main" id="{0C10F32F-9E56-7EF5-A790-0A236EA3431D}"/>
                </a:ext>
              </a:extLst>
            </p:cNvPr>
            <p:cNvSpPr/>
            <p:nvPr/>
          </p:nvSpPr>
          <p:spPr>
            <a:xfrm rot="5400000">
              <a:off x="14725544" y="7888176"/>
              <a:ext cx="143981" cy="143981"/>
            </a:xfrm>
            <a:prstGeom prst="ellipse">
              <a:avLst/>
            </a:prstGeom>
            <a:solidFill>
              <a:srgbClr val="C50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401" name="Ellipse 733">
              <a:extLst>
                <a:ext uri="{FF2B5EF4-FFF2-40B4-BE49-F238E27FC236}">
                  <a16:creationId xmlns:a16="http://schemas.microsoft.com/office/drawing/2014/main" id="{55CA2F91-B254-8D12-082C-FA7EA50DA4F4}"/>
                </a:ext>
              </a:extLst>
            </p:cNvPr>
            <p:cNvSpPr/>
            <p:nvPr/>
          </p:nvSpPr>
          <p:spPr>
            <a:xfrm rot="5400000">
              <a:off x="14909839" y="7888176"/>
              <a:ext cx="143981" cy="143981"/>
            </a:xfrm>
            <a:prstGeom prst="ellipse">
              <a:avLst/>
            </a:prstGeom>
            <a:solidFill>
              <a:srgbClr val="0079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402" name="Ellipse 734">
              <a:extLst>
                <a:ext uri="{FF2B5EF4-FFF2-40B4-BE49-F238E27FC236}">
                  <a16:creationId xmlns:a16="http://schemas.microsoft.com/office/drawing/2014/main" id="{EA0D0B8F-7DD8-BD2B-50B2-211C33B57B94}"/>
                </a:ext>
              </a:extLst>
            </p:cNvPr>
            <p:cNvSpPr/>
            <p:nvPr/>
          </p:nvSpPr>
          <p:spPr>
            <a:xfrm rot="5400000">
              <a:off x="15093374" y="7888176"/>
              <a:ext cx="143981" cy="143981"/>
            </a:xfrm>
            <a:prstGeom prst="ellipse">
              <a:avLst/>
            </a:prstGeom>
            <a:solidFill>
              <a:srgbClr val="21A0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403" name="Ellipse 735">
              <a:extLst>
                <a:ext uri="{FF2B5EF4-FFF2-40B4-BE49-F238E27FC236}">
                  <a16:creationId xmlns:a16="http://schemas.microsoft.com/office/drawing/2014/main" id="{EE93C0A3-8021-7A8C-9747-5F2A4748EC57}"/>
                </a:ext>
              </a:extLst>
            </p:cNvPr>
            <p:cNvSpPr/>
            <p:nvPr/>
          </p:nvSpPr>
          <p:spPr>
            <a:xfrm rot="5400000">
              <a:off x="15871596" y="6640102"/>
              <a:ext cx="143981" cy="143981"/>
            </a:xfrm>
            <a:prstGeom prst="ellipse">
              <a:avLst/>
            </a:prstGeom>
            <a:solidFill>
              <a:srgbClr val="F39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404" name="Ellipse 737">
              <a:extLst>
                <a:ext uri="{FF2B5EF4-FFF2-40B4-BE49-F238E27FC236}">
                  <a16:creationId xmlns:a16="http://schemas.microsoft.com/office/drawing/2014/main" id="{B0614953-D11D-8B24-2757-522C54AA3DF3}"/>
                </a:ext>
              </a:extLst>
            </p:cNvPr>
            <p:cNvSpPr/>
            <p:nvPr/>
          </p:nvSpPr>
          <p:spPr>
            <a:xfrm rot="5400000">
              <a:off x="16049986" y="6640102"/>
              <a:ext cx="143981" cy="143981"/>
            </a:xfrm>
            <a:prstGeom prst="ellipse">
              <a:avLst/>
            </a:prstGeom>
            <a:solidFill>
              <a:srgbClr val="C50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405" name="Ellipse 738">
              <a:extLst>
                <a:ext uri="{FF2B5EF4-FFF2-40B4-BE49-F238E27FC236}">
                  <a16:creationId xmlns:a16="http://schemas.microsoft.com/office/drawing/2014/main" id="{CFE75D88-9B63-1CDA-728B-6DF0FC4538A0}"/>
                </a:ext>
              </a:extLst>
            </p:cNvPr>
            <p:cNvSpPr/>
            <p:nvPr/>
          </p:nvSpPr>
          <p:spPr>
            <a:xfrm rot="5400000">
              <a:off x="18163450" y="7370734"/>
              <a:ext cx="143981" cy="143981"/>
            </a:xfrm>
            <a:prstGeom prst="ellipse">
              <a:avLst/>
            </a:prstGeom>
            <a:solidFill>
              <a:srgbClr val="F39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406" name="Ellipse 739">
              <a:extLst>
                <a:ext uri="{FF2B5EF4-FFF2-40B4-BE49-F238E27FC236}">
                  <a16:creationId xmlns:a16="http://schemas.microsoft.com/office/drawing/2014/main" id="{E15F644E-0B11-D3C8-8754-3A8FC01D270A}"/>
                </a:ext>
              </a:extLst>
            </p:cNvPr>
            <p:cNvSpPr/>
            <p:nvPr/>
          </p:nvSpPr>
          <p:spPr>
            <a:xfrm rot="5400000">
              <a:off x="18352958" y="7370734"/>
              <a:ext cx="143981" cy="143981"/>
            </a:xfrm>
            <a:prstGeom prst="ellipse">
              <a:avLst/>
            </a:prstGeom>
            <a:solidFill>
              <a:srgbClr val="C50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407" name="Ellipse 740">
              <a:extLst>
                <a:ext uri="{FF2B5EF4-FFF2-40B4-BE49-F238E27FC236}">
                  <a16:creationId xmlns:a16="http://schemas.microsoft.com/office/drawing/2014/main" id="{31EBB075-7911-FAEF-0E75-59C3AE97E063}"/>
                </a:ext>
              </a:extLst>
            </p:cNvPr>
            <p:cNvSpPr/>
            <p:nvPr/>
          </p:nvSpPr>
          <p:spPr>
            <a:xfrm rot="5400000">
              <a:off x="18537252" y="7370734"/>
              <a:ext cx="143981" cy="143981"/>
            </a:xfrm>
            <a:prstGeom prst="ellipse">
              <a:avLst/>
            </a:prstGeom>
            <a:solidFill>
              <a:srgbClr val="0079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408" name="Ellipse 741">
              <a:extLst>
                <a:ext uri="{FF2B5EF4-FFF2-40B4-BE49-F238E27FC236}">
                  <a16:creationId xmlns:a16="http://schemas.microsoft.com/office/drawing/2014/main" id="{4DD54259-9C8F-16A6-D7DE-EFD1E90F2FF1}"/>
                </a:ext>
              </a:extLst>
            </p:cNvPr>
            <p:cNvSpPr/>
            <p:nvPr/>
          </p:nvSpPr>
          <p:spPr>
            <a:xfrm rot="5400000">
              <a:off x="18720787" y="7370734"/>
              <a:ext cx="143981" cy="143981"/>
            </a:xfrm>
            <a:prstGeom prst="ellipse">
              <a:avLst/>
            </a:prstGeom>
            <a:solidFill>
              <a:srgbClr val="21A0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409" name="Oval 1106">
              <a:extLst>
                <a:ext uri="{FF2B5EF4-FFF2-40B4-BE49-F238E27FC236}">
                  <a16:creationId xmlns:a16="http://schemas.microsoft.com/office/drawing/2014/main" id="{AA680586-13D8-5A47-60DF-F20A7B515A5A}"/>
                </a:ext>
              </a:extLst>
            </p:cNvPr>
            <p:cNvSpPr>
              <a:spLocks noChangeArrowheads="1"/>
            </p:cNvSpPr>
            <p:nvPr/>
          </p:nvSpPr>
          <p:spPr bwMode="auto">
            <a:xfrm>
              <a:off x="21035855" y="7655983"/>
              <a:ext cx="104386" cy="104386"/>
            </a:xfrm>
            <a:prstGeom prst="ellipse">
              <a:avLst/>
            </a:prstGeom>
            <a:solidFill>
              <a:schemeClr val="tx1"/>
            </a:solidFill>
            <a:ln w="12700">
              <a:noFill/>
            </a:ln>
            <a:effectLst/>
          </p:spPr>
          <p:txBody>
            <a:bodyPr wrap="none" anchor="ctr"/>
            <a:lstStyle/>
            <a:p>
              <a:pPr defTabSz="914309" fontAlgn="base">
                <a:spcBef>
                  <a:spcPct val="0"/>
                </a:spcBef>
                <a:spcAft>
                  <a:spcPct val="0"/>
                </a:spcAft>
                <a:defRPr/>
              </a:pPr>
              <a:endParaRPr lang="en-GB" noProof="0">
                <a:solidFill>
                  <a:srgbClr val="000000"/>
                </a:solidFill>
                <a:latin typeface="Arial"/>
                <a:cs typeface="Arial" pitchFamily="34" charset="0"/>
              </a:endParaRPr>
            </a:p>
          </p:txBody>
        </p:sp>
        <p:sp>
          <p:nvSpPr>
            <p:cNvPr id="410" name="Ellipse 1218">
              <a:extLst>
                <a:ext uri="{FF2B5EF4-FFF2-40B4-BE49-F238E27FC236}">
                  <a16:creationId xmlns:a16="http://schemas.microsoft.com/office/drawing/2014/main" id="{A0FFBE56-B1F3-ECAC-3C7D-8AC47898E771}"/>
                </a:ext>
              </a:extLst>
            </p:cNvPr>
            <p:cNvSpPr/>
            <p:nvPr/>
          </p:nvSpPr>
          <p:spPr>
            <a:xfrm rot="5400000">
              <a:off x="21965702" y="6683614"/>
              <a:ext cx="143981" cy="143981"/>
            </a:xfrm>
            <a:prstGeom prst="ellipse">
              <a:avLst/>
            </a:prstGeom>
            <a:solidFill>
              <a:srgbClr val="F395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411" name="Ellipse 1219">
              <a:extLst>
                <a:ext uri="{FF2B5EF4-FFF2-40B4-BE49-F238E27FC236}">
                  <a16:creationId xmlns:a16="http://schemas.microsoft.com/office/drawing/2014/main" id="{DE0B061C-9390-FA16-9FEE-DF37CDA2BBA1}"/>
                </a:ext>
              </a:extLst>
            </p:cNvPr>
            <p:cNvSpPr/>
            <p:nvPr/>
          </p:nvSpPr>
          <p:spPr>
            <a:xfrm rot="5400000">
              <a:off x="22144980" y="6683614"/>
              <a:ext cx="143981" cy="143981"/>
            </a:xfrm>
            <a:prstGeom prst="ellipse">
              <a:avLst/>
            </a:prstGeom>
            <a:solidFill>
              <a:srgbClr val="0079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412" name="Text Box 342">
              <a:extLst>
                <a:ext uri="{FF2B5EF4-FFF2-40B4-BE49-F238E27FC236}">
                  <a16:creationId xmlns:a16="http://schemas.microsoft.com/office/drawing/2014/main" id="{0648B97C-764A-96FA-05AE-59AC5C3E4463}"/>
                </a:ext>
              </a:extLst>
            </p:cNvPr>
            <p:cNvSpPr txBox="1">
              <a:spLocks noChangeArrowheads="1"/>
            </p:cNvSpPr>
            <p:nvPr/>
          </p:nvSpPr>
          <p:spPr bwMode="auto">
            <a:xfrm>
              <a:off x="19589406" y="6601224"/>
              <a:ext cx="350623" cy="162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defPPr>
                <a:defRPr lang="de-DE"/>
              </a:defPPr>
              <a:lvl1pPr algn="r" eaLnBrk="0" fontAlgn="base" hangingPunct="0">
                <a:lnSpc>
                  <a:spcPct val="90000"/>
                </a:lnSpc>
                <a:spcBef>
                  <a:spcPct val="0"/>
                </a:spcBef>
                <a:spcAft>
                  <a:spcPct val="0"/>
                </a:spcAft>
                <a:defRPr sz="1050" b="0">
                  <a:latin typeface="Arial" pitchFamily="34" charset="0"/>
                  <a:cs typeface="Arial" pitchFamily="34" charset="0"/>
                </a:defRPr>
              </a:lvl1pPr>
              <a:lvl2pPr marL="742950" indent="-285750" eaLnBrk="0" hangingPunct="0">
                <a:defRPr sz="2000">
                  <a:latin typeface="Arial" charset="0"/>
                  <a:cs typeface="Arial" charset="0"/>
                </a:defRPr>
              </a:lvl2pPr>
              <a:lvl3pPr marL="1143000" indent="-228600" eaLnBrk="0" hangingPunct="0">
                <a:defRPr sz="2000">
                  <a:latin typeface="Arial" charset="0"/>
                  <a:cs typeface="Arial" charset="0"/>
                </a:defRPr>
              </a:lvl3pPr>
              <a:lvl4pPr marL="1600200" indent="-228600" eaLnBrk="0" hangingPunct="0">
                <a:defRPr sz="2000">
                  <a:latin typeface="Arial" charset="0"/>
                  <a:cs typeface="Arial" charset="0"/>
                </a:defRPr>
              </a:lvl4pPr>
              <a:lvl5pPr marL="2057400" indent="-228600" eaLnBrk="0" hangingPunct="0">
                <a:defRPr sz="2000">
                  <a:latin typeface="Arial" charset="0"/>
                  <a:cs typeface="Arial" charset="0"/>
                </a:defRPr>
              </a:lvl5pPr>
              <a:lvl6pPr marL="2514600" indent="-228600" algn="ctr" eaLnBrk="0" fontAlgn="base" hangingPunct="0">
                <a:spcBef>
                  <a:spcPct val="0"/>
                </a:spcBef>
                <a:spcAft>
                  <a:spcPct val="0"/>
                </a:spcAft>
                <a:defRPr sz="2000">
                  <a:latin typeface="Arial" charset="0"/>
                  <a:cs typeface="Arial" charset="0"/>
                </a:defRPr>
              </a:lvl6pPr>
              <a:lvl7pPr marL="2971800" indent="-228600" algn="ctr" eaLnBrk="0" fontAlgn="base" hangingPunct="0">
                <a:spcBef>
                  <a:spcPct val="0"/>
                </a:spcBef>
                <a:spcAft>
                  <a:spcPct val="0"/>
                </a:spcAft>
                <a:defRPr sz="2000">
                  <a:latin typeface="Arial" charset="0"/>
                  <a:cs typeface="Arial" charset="0"/>
                </a:defRPr>
              </a:lvl7pPr>
              <a:lvl8pPr marL="3429000" indent="-228600" algn="ctr" eaLnBrk="0" fontAlgn="base" hangingPunct="0">
                <a:spcBef>
                  <a:spcPct val="0"/>
                </a:spcBef>
                <a:spcAft>
                  <a:spcPct val="0"/>
                </a:spcAft>
                <a:defRPr sz="2000">
                  <a:latin typeface="Arial" charset="0"/>
                  <a:cs typeface="Arial" charset="0"/>
                </a:defRPr>
              </a:lvl8pPr>
              <a:lvl9pPr marL="3886200" indent="-228600" algn="ctr" eaLnBrk="0" fontAlgn="base" hangingPunct="0">
                <a:spcBef>
                  <a:spcPct val="0"/>
                </a:spcBef>
                <a:spcAft>
                  <a:spcPct val="0"/>
                </a:spcAft>
                <a:defRPr sz="2000">
                  <a:latin typeface="Arial" charset="0"/>
                  <a:cs typeface="Arial" charset="0"/>
                </a:defRPr>
              </a:lvl9pPr>
            </a:lstStyle>
            <a:p>
              <a:pPr defTabSz="914309">
                <a:defRPr/>
              </a:pPr>
              <a:r>
                <a:rPr lang="en-GB" sz="1000" noProof="0" err="1"/>
                <a:t>Korla</a:t>
              </a:r>
              <a:endParaRPr lang="en-GB" sz="1000" noProof="0"/>
            </a:p>
          </p:txBody>
        </p:sp>
        <p:sp>
          <p:nvSpPr>
            <p:cNvPr id="413" name="Freeform 283">
              <a:extLst>
                <a:ext uri="{FF2B5EF4-FFF2-40B4-BE49-F238E27FC236}">
                  <a16:creationId xmlns:a16="http://schemas.microsoft.com/office/drawing/2014/main" id="{6C00EB31-37A7-AB84-0F2E-BEC95B5D9C15}"/>
                </a:ext>
              </a:extLst>
            </p:cNvPr>
            <p:cNvSpPr>
              <a:spLocks/>
            </p:cNvSpPr>
            <p:nvPr/>
          </p:nvSpPr>
          <p:spPr bwMode="auto">
            <a:xfrm rot="10800000" flipV="1">
              <a:off x="19603013" y="6777175"/>
              <a:ext cx="519009" cy="702775"/>
            </a:xfrm>
            <a:custGeom>
              <a:avLst/>
              <a:gdLst>
                <a:gd name="T0" fmla="*/ 846 w 846"/>
                <a:gd name="T1" fmla="*/ 81 h 81"/>
                <a:gd name="T2" fmla="*/ 846 w 846"/>
                <a:gd name="T3" fmla="*/ 0 h 81"/>
                <a:gd name="T4" fmla="*/ 0 w 846"/>
                <a:gd name="T5" fmla="*/ 0 h 81"/>
              </a:gdLst>
              <a:ahLst/>
              <a:cxnLst>
                <a:cxn ang="0">
                  <a:pos x="T0" y="T1"/>
                </a:cxn>
                <a:cxn ang="0">
                  <a:pos x="T2" y="T3"/>
                </a:cxn>
                <a:cxn ang="0">
                  <a:pos x="T4" y="T5"/>
                </a:cxn>
              </a:cxnLst>
              <a:rect l="0" t="0" r="r" b="b"/>
              <a:pathLst>
                <a:path w="846" h="81">
                  <a:moveTo>
                    <a:pt x="846" y="81"/>
                  </a:moveTo>
                  <a:lnTo>
                    <a:pt x="846" y="0"/>
                  </a:lnTo>
                  <a:lnTo>
                    <a:pt x="0" y="0"/>
                  </a:lnTo>
                </a:path>
              </a:pathLst>
            </a:custGeom>
            <a:noFill/>
            <a:ln w="127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309" fontAlgn="base">
                <a:spcBef>
                  <a:spcPct val="0"/>
                </a:spcBef>
                <a:spcAft>
                  <a:spcPct val="0"/>
                </a:spcAft>
                <a:defRPr/>
              </a:pPr>
              <a:endParaRPr lang="en-GB" noProof="0">
                <a:solidFill>
                  <a:srgbClr val="000000"/>
                </a:solidFill>
                <a:latin typeface="Arial"/>
                <a:cs typeface="Arial"/>
              </a:endParaRPr>
            </a:p>
          </p:txBody>
        </p:sp>
        <p:sp>
          <p:nvSpPr>
            <p:cNvPr id="414" name="Ellipse 277">
              <a:extLst>
                <a:ext uri="{FF2B5EF4-FFF2-40B4-BE49-F238E27FC236}">
                  <a16:creationId xmlns:a16="http://schemas.microsoft.com/office/drawing/2014/main" id="{0696CDBA-0837-F9DA-975E-91D1E66E3176}"/>
                </a:ext>
              </a:extLst>
            </p:cNvPr>
            <p:cNvSpPr/>
            <p:nvPr/>
          </p:nvSpPr>
          <p:spPr>
            <a:xfrm>
              <a:off x="19546861" y="7449765"/>
              <a:ext cx="106004" cy="105843"/>
            </a:xfrm>
            <a:prstGeom prst="ellipse">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sz="1050" noProof="0">
                <a:solidFill>
                  <a:srgbClr val="21A0D2"/>
                </a:solidFill>
                <a:latin typeface="Arial" panose="020B0604020202020204"/>
                <a:cs typeface="Arial"/>
              </a:endParaRPr>
            </a:p>
          </p:txBody>
        </p:sp>
        <p:sp>
          <p:nvSpPr>
            <p:cNvPr id="415" name="Ellipse 1223">
              <a:extLst>
                <a:ext uri="{FF2B5EF4-FFF2-40B4-BE49-F238E27FC236}">
                  <a16:creationId xmlns:a16="http://schemas.microsoft.com/office/drawing/2014/main" id="{E7E4B623-6D9E-AADF-9C23-139F98843314}"/>
                </a:ext>
              </a:extLst>
            </p:cNvPr>
            <p:cNvSpPr/>
            <p:nvPr/>
          </p:nvSpPr>
          <p:spPr>
            <a:xfrm rot="5400000">
              <a:off x="19984803" y="6597325"/>
              <a:ext cx="143981" cy="143981"/>
            </a:xfrm>
            <a:prstGeom prst="ellipse">
              <a:avLst/>
            </a:prstGeom>
            <a:solidFill>
              <a:srgbClr val="C50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416" name="Freeform 283">
              <a:extLst>
                <a:ext uri="{FF2B5EF4-FFF2-40B4-BE49-F238E27FC236}">
                  <a16:creationId xmlns:a16="http://schemas.microsoft.com/office/drawing/2014/main" id="{F5FF024D-8467-561E-3368-BDBE5B3CCB2F}"/>
                </a:ext>
              </a:extLst>
            </p:cNvPr>
            <p:cNvSpPr>
              <a:spLocks/>
            </p:cNvSpPr>
            <p:nvPr/>
          </p:nvSpPr>
          <p:spPr bwMode="auto">
            <a:xfrm rot="10800000" flipV="1">
              <a:off x="20676774" y="6566423"/>
              <a:ext cx="429364" cy="867150"/>
            </a:xfrm>
            <a:custGeom>
              <a:avLst/>
              <a:gdLst>
                <a:gd name="T0" fmla="*/ 846 w 846"/>
                <a:gd name="T1" fmla="*/ 81 h 81"/>
                <a:gd name="T2" fmla="*/ 846 w 846"/>
                <a:gd name="T3" fmla="*/ 0 h 81"/>
                <a:gd name="T4" fmla="*/ 0 w 846"/>
                <a:gd name="T5" fmla="*/ 0 h 81"/>
              </a:gdLst>
              <a:ahLst/>
              <a:cxnLst>
                <a:cxn ang="0">
                  <a:pos x="T0" y="T1"/>
                </a:cxn>
                <a:cxn ang="0">
                  <a:pos x="T2" y="T3"/>
                </a:cxn>
                <a:cxn ang="0">
                  <a:pos x="T4" y="T5"/>
                </a:cxn>
              </a:cxnLst>
              <a:rect l="0" t="0" r="r" b="b"/>
              <a:pathLst>
                <a:path w="846" h="81">
                  <a:moveTo>
                    <a:pt x="846" y="81"/>
                  </a:moveTo>
                  <a:lnTo>
                    <a:pt x="846" y="0"/>
                  </a:lnTo>
                  <a:lnTo>
                    <a:pt x="0" y="0"/>
                  </a:lnTo>
                </a:path>
              </a:pathLst>
            </a:custGeom>
            <a:noFill/>
            <a:ln w="127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309" fontAlgn="base">
                <a:spcBef>
                  <a:spcPct val="0"/>
                </a:spcBef>
                <a:spcAft>
                  <a:spcPct val="0"/>
                </a:spcAft>
                <a:defRPr/>
              </a:pPr>
              <a:endParaRPr lang="en-GB" noProof="0">
                <a:solidFill>
                  <a:srgbClr val="000000"/>
                </a:solidFill>
                <a:latin typeface="Arial"/>
                <a:cs typeface="Arial"/>
              </a:endParaRPr>
            </a:p>
          </p:txBody>
        </p:sp>
        <p:sp>
          <p:nvSpPr>
            <p:cNvPr id="417" name="Text Box 279">
              <a:extLst>
                <a:ext uri="{FF2B5EF4-FFF2-40B4-BE49-F238E27FC236}">
                  <a16:creationId xmlns:a16="http://schemas.microsoft.com/office/drawing/2014/main" id="{9E37200C-88A9-BFA7-AE64-0D5D30C5A3C1}"/>
                </a:ext>
              </a:extLst>
            </p:cNvPr>
            <p:cNvSpPr txBox="1">
              <a:spLocks noChangeArrowheads="1"/>
            </p:cNvSpPr>
            <p:nvPr/>
          </p:nvSpPr>
          <p:spPr bwMode="auto">
            <a:xfrm>
              <a:off x="20662372" y="6373396"/>
              <a:ext cx="291953" cy="1809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defPPr>
                <a:defRPr lang="de-DE"/>
              </a:defPPr>
              <a:lvl1pPr eaLnBrk="0" hangingPunct="0">
                <a:lnSpc>
                  <a:spcPct val="90000"/>
                </a:lnSpc>
                <a:defRPr>
                  <a:solidFill>
                    <a:srgbClr val="004A96"/>
                  </a:solidFill>
                  <a:latin typeface="Arial" pitchFamily="34" charset="0"/>
                  <a:cs typeface="Arial" pitchFamily="34" charset="0"/>
                </a:defRPr>
              </a:lvl1pPr>
              <a:lvl2pPr marL="742950" indent="-285750" eaLnBrk="0" hangingPunct="0">
                <a:defRPr sz="2000">
                  <a:latin typeface="Arial" charset="0"/>
                  <a:cs typeface="Arial" charset="0"/>
                </a:defRPr>
              </a:lvl2pPr>
              <a:lvl3pPr marL="1143000" indent="-228600" eaLnBrk="0" hangingPunct="0">
                <a:defRPr sz="2000">
                  <a:latin typeface="Arial" charset="0"/>
                  <a:cs typeface="Arial" charset="0"/>
                </a:defRPr>
              </a:lvl3pPr>
              <a:lvl4pPr marL="1600200" indent="-228600" eaLnBrk="0" hangingPunct="0">
                <a:defRPr sz="2000">
                  <a:latin typeface="Arial" charset="0"/>
                  <a:cs typeface="Arial" charset="0"/>
                </a:defRPr>
              </a:lvl4pPr>
              <a:lvl5pPr marL="2057400" indent="-228600" eaLnBrk="0" hangingPunct="0">
                <a:defRPr sz="2000">
                  <a:latin typeface="Arial" charset="0"/>
                  <a:cs typeface="Arial" charset="0"/>
                </a:defRPr>
              </a:lvl5pPr>
              <a:lvl6pPr marL="2514600" indent="-228600" algn="ctr" eaLnBrk="0" fontAlgn="base" hangingPunct="0">
                <a:spcBef>
                  <a:spcPct val="0"/>
                </a:spcBef>
                <a:spcAft>
                  <a:spcPct val="0"/>
                </a:spcAft>
                <a:defRPr sz="2000">
                  <a:latin typeface="Arial" charset="0"/>
                  <a:cs typeface="Arial" charset="0"/>
                </a:defRPr>
              </a:lvl6pPr>
              <a:lvl7pPr marL="2971800" indent="-228600" algn="ctr" eaLnBrk="0" fontAlgn="base" hangingPunct="0">
                <a:spcBef>
                  <a:spcPct val="0"/>
                </a:spcBef>
                <a:spcAft>
                  <a:spcPct val="0"/>
                </a:spcAft>
                <a:defRPr sz="2000">
                  <a:latin typeface="Arial" charset="0"/>
                  <a:cs typeface="Arial" charset="0"/>
                </a:defRPr>
              </a:lvl7pPr>
              <a:lvl8pPr marL="3429000" indent="-228600" algn="ctr" eaLnBrk="0" fontAlgn="base" hangingPunct="0">
                <a:spcBef>
                  <a:spcPct val="0"/>
                </a:spcBef>
                <a:spcAft>
                  <a:spcPct val="0"/>
                </a:spcAft>
                <a:defRPr sz="2000">
                  <a:latin typeface="Arial" charset="0"/>
                  <a:cs typeface="Arial" charset="0"/>
                </a:defRPr>
              </a:lvl8pPr>
              <a:lvl9pPr marL="3886200" indent="-228600" algn="ctr" eaLnBrk="0" fontAlgn="base" hangingPunct="0">
                <a:spcBef>
                  <a:spcPct val="0"/>
                </a:spcBef>
                <a:spcAft>
                  <a:spcPct val="0"/>
                </a:spcAft>
                <a:defRPr sz="2000">
                  <a:latin typeface="Arial" charset="0"/>
                  <a:cs typeface="Arial" charset="0"/>
                </a:defRPr>
              </a:lvl9pPr>
            </a:lstStyle>
            <a:p>
              <a:pPr defTabSz="914309">
                <a:lnSpc>
                  <a:spcPct val="100000"/>
                </a:lnSpc>
                <a:defRPr/>
              </a:pPr>
              <a:r>
                <a:rPr lang="en-GB" sz="1000" noProof="0">
                  <a:solidFill>
                    <a:schemeClr val="tx1"/>
                  </a:solidFill>
                  <a:latin typeface="Arial" panose="020B0604020202020204"/>
                </a:rPr>
                <a:t>Jilin</a:t>
              </a:r>
              <a:endParaRPr lang="en-GB" sz="1000" baseline="30000" noProof="0">
                <a:solidFill>
                  <a:schemeClr val="tx1"/>
                </a:solidFill>
                <a:latin typeface="Arial" panose="020B0604020202020204"/>
              </a:endParaRPr>
            </a:p>
          </p:txBody>
        </p:sp>
        <p:sp>
          <p:nvSpPr>
            <p:cNvPr id="418" name="Ellipse 277">
              <a:extLst>
                <a:ext uri="{FF2B5EF4-FFF2-40B4-BE49-F238E27FC236}">
                  <a16:creationId xmlns:a16="http://schemas.microsoft.com/office/drawing/2014/main" id="{906AF5EC-89C4-8C80-C6F5-E115407A0F5D}"/>
                </a:ext>
              </a:extLst>
            </p:cNvPr>
            <p:cNvSpPr/>
            <p:nvPr/>
          </p:nvSpPr>
          <p:spPr>
            <a:xfrm>
              <a:off x="20614240" y="7383499"/>
              <a:ext cx="106004" cy="105843"/>
            </a:xfrm>
            <a:prstGeom prst="ellipse">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sz="1050" noProof="0">
                <a:solidFill>
                  <a:srgbClr val="21A0D2"/>
                </a:solidFill>
                <a:latin typeface="Arial" panose="020B0604020202020204"/>
                <a:cs typeface="Arial"/>
              </a:endParaRPr>
            </a:p>
          </p:txBody>
        </p:sp>
        <p:sp>
          <p:nvSpPr>
            <p:cNvPr id="419" name="Ellipse 1227">
              <a:extLst>
                <a:ext uri="{FF2B5EF4-FFF2-40B4-BE49-F238E27FC236}">
                  <a16:creationId xmlns:a16="http://schemas.microsoft.com/office/drawing/2014/main" id="{B70CAFF3-F797-2E27-C2E2-6018F2B70D70}"/>
                </a:ext>
              </a:extLst>
            </p:cNvPr>
            <p:cNvSpPr/>
            <p:nvPr/>
          </p:nvSpPr>
          <p:spPr>
            <a:xfrm rot="5400000">
              <a:off x="20964307" y="6381974"/>
              <a:ext cx="143981" cy="143981"/>
            </a:xfrm>
            <a:prstGeom prst="ellipse">
              <a:avLst/>
            </a:prstGeom>
            <a:solidFill>
              <a:srgbClr val="0079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420" name="Text Box 342">
              <a:extLst>
                <a:ext uri="{FF2B5EF4-FFF2-40B4-BE49-F238E27FC236}">
                  <a16:creationId xmlns:a16="http://schemas.microsoft.com/office/drawing/2014/main" id="{996D6BAB-953C-AA58-691A-E1703B77ABA5}"/>
                </a:ext>
              </a:extLst>
            </p:cNvPr>
            <p:cNvSpPr txBox="1">
              <a:spLocks noChangeArrowheads="1"/>
            </p:cNvSpPr>
            <p:nvPr/>
          </p:nvSpPr>
          <p:spPr bwMode="auto">
            <a:xfrm>
              <a:off x="21249124" y="7729488"/>
              <a:ext cx="530149" cy="1809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defTabSz="914309" eaLnBrk="0" hangingPunct="0">
                <a:defRPr/>
              </a:pPr>
              <a:r>
                <a:rPr lang="en-GB" sz="1000" noProof="0">
                  <a:latin typeface="Arial" panose="020B0604020202020204"/>
                  <a:cs typeface="Arial" pitchFamily="34" charset="0"/>
                </a:rPr>
                <a:t>Yeosu</a:t>
              </a:r>
            </a:p>
          </p:txBody>
        </p:sp>
        <p:sp>
          <p:nvSpPr>
            <p:cNvPr id="421" name="Freeform 290">
              <a:extLst>
                <a:ext uri="{FF2B5EF4-FFF2-40B4-BE49-F238E27FC236}">
                  <a16:creationId xmlns:a16="http://schemas.microsoft.com/office/drawing/2014/main" id="{3037CAF0-39F2-5839-6C21-0CB928013FDD}"/>
                </a:ext>
              </a:extLst>
            </p:cNvPr>
            <p:cNvSpPr>
              <a:spLocks/>
            </p:cNvSpPr>
            <p:nvPr/>
          </p:nvSpPr>
          <p:spPr bwMode="auto">
            <a:xfrm>
              <a:off x="21059451" y="7755314"/>
              <a:ext cx="858873" cy="168553"/>
            </a:xfrm>
            <a:custGeom>
              <a:avLst/>
              <a:gdLst>
                <a:gd name="T0" fmla="*/ 0 w 1146"/>
                <a:gd name="T1" fmla="*/ 0 h 240"/>
                <a:gd name="T2" fmla="*/ 0 w 1146"/>
                <a:gd name="T3" fmla="*/ 240 h 240"/>
                <a:gd name="T4" fmla="*/ 1146 w 1146"/>
                <a:gd name="T5" fmla="*/ 240 h 240"/>
              </a:gdLst>
              <a:ahLst/>
              <a:cxnLst>
                <a:cxn ang="0">
                  <a:pos x="T0" y="T1"/>
                </a:cxn>
                <a:cxn ang="0">
                  <a:pos x="T2" y="T3"/>
                </a:cxn>
                <a:cxn ang="0">
                  <a:pos x="T4" y="T5"/>
                </a:cxn>
              </a:cxnLst>
              <a:rect l="0" t="0" r="r" b="b"/>
              <a:pathLst>
                <a:path w="1146" h="240">
                  <a:moveTo>
                    <a:pt x="0" y="0"/>
                  </a:moveTo>
                  <a:lnTo>
                    <a:pt x="0" y="240"/>
                  </a:lnTo>
                  <a:lnTo>
                    <a:pt x="1146" y="240"/>
                  </a:lnTo>
                </a:path>
              </a:pathLst>
            </a:custGeom>
            <a:noFill/>
            <a:ln w="127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309" fontAlgn="base">
                <a:spcBef>
                  <a:spcPct val="0"/>
                </a:spcBef>
                <a:spcAft>
                  <a:spcPct val="0"/>
                </a:spcAft>
                <a:defRPr/>
              </a:pPr>
              <a:endParaRPr lang="en-GB" noProof="0">
                <a:solidFill>
                  <a:srgbClr val="000000"/>
                </a:solidFill>
                <a:latin typeface="Arial"/>
                <a:cs typeface="Arial"/>
              </a:endParaRPr>
            </a:p>
          </p:txBody>
        </p:sp>
        <p:sp>
          <p:nvSpPr>
            <p:cNvPr id="422" name="Ellipse 1230">
              <a:extLst>
                <a:ext uri="{FF2B5EF4-FFF2-40B4-BE49-F238E27FC236}">
                  <a16:creationId xmlns:a16="http://schemas.microsoft.com/office/drawing/2014/main" id="{C71646A9-ED8B-C527-9412-206BAF2AAD5B}"/>
                </a:ext>
              </a:extLst>
            </p:cNvPr>
            <p:cNvSpPr/>
            <p:nvPr/>
          </p:nvSpPr>
          <p:spPr>
            <a:xfrm rot="5400000">
              <a:off x="21783342" y="7734051"/>
              <a:ext cx="143981" cy="143981"/>
            </a:xfrm>
            <a:prstGeom prst="ellipse">
              <a:avLst/>
            </a:prstGeom>
            <a:solidFill>
              <a:srgbClr val="21A0D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423" name="Ellipse 1231">
              <a:extLst>
                <a:ext uri="{FF2B5EF4-FFF2-40B4-BE49-F238E27FC236}">
                  <a16:creationId xmlns:a16="http://schemas.microsoft.com/office/drawing/2014/main" id="{A0F1798B-8491-ABA1-752E-2FADB4D82365}"/>
                </a:ext>
              </a:extLst>
            </p:cNvPr>
            <p:cNvSpPr/>
            <p:nvPr/>
          </p:nvSpPr>
          <p:spPr>
            <a:xfrm rot="5400000">
              <a:off x="21783342" y="7142469"/>
              <a:ext cx="143981" cy="143981"/>
            </a:xfrm>
            <a:prstGeom prst="ellipse">
              <a:avLst/>
            </a:prstGeom>
            <a:solidFill>
              <a:srgbClr val="C50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424" name="Text Box 281">
              <a:extLst>
                <a:ext uri="{FF2B5EF4-FFF2-40B4-BE49-F238E27FC236}">
                  <a16:creationId xmlns:a16="http://schemas.microsoft.com/office/drawing/2014/main" id="{B591012B-D372-365E-B43A-68A8343C343A}"/>
                </a:ext>
              </a:extLst>
            </p:cNvPr>
            <p:cNvSpPr txBox="1">
              <a:spLocks noChangeArrowheads="1"/>
            </p:cNvSpPr>
            <p:nvPr/>
          </p:nvSpPr>
          <p:spPr bwMode="auto">
            <a:xfrm>
              <a:off x="21200157" y="8029402"/>
              <a:ext cx="508968" cy="1809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r" defTabSz="914309" eaLnBrk="0" hangingPunct="0">
                <a:defRPr/>
              </a:pPr>
              <a:r>
                <a:rPr lang="en-GB" sz="1000" noProof="0" err="1">
                  <a:latin typeface="Arial" panose="020B0604020202020204"/>
                  <a:cs typeface="Arial" pitchFamily="34" charset="0"/>
                </a:rPr>
                <a:t>Caojing</a:t>
              </a:r>
              <a:endParaRPr lang="en-GB" sz="1000" noProof="0">
                <a:latin typeface="Arial" panose="020B0604020202020204"/>
                <a:cs typeface="Arial" pitchFamily="34" charset="0"/>
              </a:endParaRPr>
            </a:p>
          </p:txBody>
        </p:sp>
        <p:sp>
          <p:nvSpPr>
            <p:cNvPr id="425" name="Ellipse 1233">
              <a:extLst>
                <a:ext uri="{FF2B5EF4-FFF2-40B4-BE49-F238E27FC236}">
                  <a16:creationId xmlns:a16="http://schemas.microsoft.com/office/drawing/2014/main" id="{6DD3F67D-3E9B-EFE5-9AEE-4194962779CE}"/>
                </a:ext>
              </a:extLst>
            </p:cNvPr>
            <p:cNvSpPr/>
            <p:nvPr/>
          </p:nvSpPr>
          <p:spPr>
            <a:xfrm rot="5400000">
              <a:off x="21783342" y="8050685"/>
              <a:ext cx="143981" cy="143981"/>
            </a:xfrm>
            <a:prstGeom prst="ellipse">
              <a:avLst/>
            </a:prstGeom>
            <a:solidFill>
              <a:srgbClr val="C500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426" name="Freeform 290">
              <a:extLst>
                <a:ext uri="{FF2B5EF4-FFF2-40B4-BE49-F238E27FC236}">
                  <a16:creationId xmlns:a16="http://schemas.microsoft.com/office/drawing/2014/main" id="{A37BA79B-6DA0-F477-8023-C524ACE4DF68}"/>
                </a:ext>
              </a:extLst>
            </p:cNvPr>
            <p:cNvSpPr>
              <a:spLocks/>
            </p:cNvSpPr>
            <p:nvPr/>
          </p:nvSpPr>
          <p:spPr bwMode="auto">
            <a:xfrm>
              <a:off x="20873846" y="8063528"/>
              <a:ext cx="1044478" cy="168553"/>
            </a:xfrm>
            <a:custGeom>
              <a:avLst/>
              <a:gdLst>
                <a:gd name="T0" fmla="*/ 0 w 1146"/>
                <a:gd name="T1" fmla="*/ 0 h 240"/>
                <a:gd name="T2" fmla="*/ 0 w 1146"/>
                <a:gd name="T3" fmla="*/ 240 h 240"/>
                <a:gd name="T4" fmla="*/ 1146 w 1146"/>
                <a:gd name="T5" fmla="*/ 240 h 240"/>
              </a:gdLst>
              <a:ahLst/>
              <a:cxnLst>
                <a:cxn ang="0">
                  <a:pos x="T0" y="T1"/>
                </a:cxn>
                <a:cxn ang="0">
                  <a:pos x="T2" y="T3"/>
                </a:cxn>
                <a:cxn ang="0">
                  <a:pos x="T4" y="T5"/>
                </a:cxn>
              </a:cxnLst>
              <a:rect l="0" t="0" r="r" b="b"/>
              <a:pathLst>
                <a:path w="1146" h="240">
                  <a:moveTo>
                    <a:pt x="0" y="0"/>
                  </a:moveTo>
                  <a:lnTo>
                    <a:pt x="0" y="240"/>
                  </a:lnTo>
                  <a:lnTo>
                    <a:pt x="1146" y="240"/>
                  </a:lnTo>
                </a:path>
              </a:pathLst>
            </a:custGeom>
            <a:noFill/>
            <a:ln w="127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309" fontAlgn="base">
                <a:spcBef>
                  <a:spcPct val="0"/>
                </a:spcBef>
                <a:spcAft>
                  <a:spcPct val="0"/>
                </a:spcAft>
                <a:defRPr/>
              </a:pPr>
              <a:endParaRPr lang="en-GB" noProof="0">
                <a:solidFill>
                  <a:srgbClr val="000000"/>
                </a:solidFill>
                <a:latin typeface="Arial"/>
                <a:cs typeface="Arial"/>
              </a:endParaRPr>
            </a:p>
          </p:txBody>
        </p:sp>
        <p:sp>
          <p:nvSpPr>
            <p:cNvPr id="427" name="Ellipse 279">
              <a:extLst>
                <a:ext uri="{FF2B5EF4-FFF2-40B4-BE49-F238E27FC236}">
                  <a16:creationId xmlns:a16="http://schemas.microsoft.com/office/drawing/2014/main" id="{89373EF6-9733-89D5-1D33-55F8D8C08A31}"/>
                </a:ext>
              </a:extLst>
            </p:cNvPr>
            <p:cNvSpPr/>
            <p:nvPr/>
          </p:nvSpPr>
          <p:spPr>
            <a:xfrm>
              <a:off x="20823768" y="8004955"/>
              <a:ext cx="106004" cy="105843"/>
            </a:xfrm>
            <a:prstGeom prst="ellipse">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sz="1050" noProof="0">
                <a:solidFill>
                  <a:srgbClr val="21A0D2"/>
                </a:solidFill>
                <a:latin typeface="Arial" panose="020B0604020202020204"/>
                <a:cs typeface="Arial"/>
              </a:endParaRPr>
            </a:p>
          </p:txBody>
        </p:sp>
        <p:sp>
          <p:nvSpPr>
            <p:cNvPr id="428" name="Ellipse 101">
              <a:extLst>
                <a:ext uri="{FF2B5EF4-FFF2-40B4-BE49-F238E27FC236}">
                  <a16:creationId xmlns:a16="http://schemas.microsoft.com/office/drawing/2014/main" id="{CC9FA52F-EBB3-501D-4C99-73E8B017AA21}"/>
                </a:ext>
              </a:extLst>
            </p:cNvPr>
            <p:cNvSpPr>
              <a:spLocks noChangeArrowheads="1"/>
            </p:cNvSpPr>
            <p:nvPr/>
          </p:nvSpPr>
          <p:spPr bwMode="auto">
            <a:xfrm>
              <a:off x="14389805" y="7323130"/>
              <a:ext cx="103106" cy="104386"/>
            </a:xfrm>
            <a:prstGeom prst="ellipse">
              <a:avLst/>
            </a:prstGeom>
            <a:solidFill>
              <a:schemeClr val="tx1"/>
            </a:solidFill>
            <a:ln w="12700">
              <a:noFill/>
            </a:ln>
            <a:effectLst/>
          </p:spPr>
          <p:txBody>
            <a:bodyPr wrap="none" anchor="ctr"/>
            <a:lstStyle/>
            <a:p>
              <a:pPr defTabSz="914309" fontAlgn="base">
                <a:spcBef>
                  <a:spcPct val="0"/>
                </a:spcBef>
                <a:spcAft>
                  <a:spcPct val="0"/>
                </a:spcAft>
                <a:defRPr/>
              </a:pPr>
              <a:endParaRPr lang="en-GB" noProof="0">
                <a:solidFill>
                  <a:srgbClr val="000000"/>
                </a:solidFill>
                <a:latin typeface="Arial"/>
                <a:ea typeface="宋体" panose="02010600030101010101" pitchFamily="2" charset="-122"/>
                <a:cs typeface="Arial" pitchFamily="34" charset="0"/>
              </a:endParaRPr>
            </a:p>
          </p:txBody>
        </p:sp>
        <p:sp>
          <p:nvSpPr>
            <p:cNvPr id="429" name="Ellipse 101">
              <a:extLst>
                <a:ext uri="{FF2B5EF4-FFF2-40B4-BE49-F238E27FC236}">
                  <a16:creationId xmlns:a16="http://schemas.microsoft.com/office/drawing/2014/main" id="{84022514-B676-93FF-F127-2F62287B2404}"/>
                </a:ext>
              </a:extLst>
            </p:cNvPr>
            <p:cNvSpPr>
              <a:spLocks noChangeArrowheads="1"/>
            </p:cNvSpPr>
            <p:nvPr/>
          </p:nvSpPr>
          <p:spPr bwMode="auto">
            <a:xfrm>
              <a:off x="13558585" y="7839905"/>
              <a:ext cx="103106" cy="104386"/>
            </a:xfrm>
            <a:prstGeom prst="ellipse">
              <a:avLst/>
            </a:prstGeom>
            <a:solidFill>
              <a:schemeClr val="tx1"/>
            </a:solidFill>
            <a:ln w="12700">
              <a:noFill/>
            </a:ln>
            <a:effectLst/>
          </p:spPr>
          <p:txBody>
            <a:bodyPr wrap="none" anchor="ctr"/>
            <a:lstStyle/>
            <a:p>
              <a:pPr defTabSz="914309" fontAlgn="base">
                <a:spcBef>
                  <a:spcPct val="0"/>
                </a:spcBef>
                <a:spcAft>
                  <a:spcPct val="0"/>
                </a:spcAft>
                <a:defRPr/>
              </a:pPr>
              <a:endParaRPr lang="en-GB" noProof="0">
                <a:solidFill>
                  <a:srgbClr val="21A0D2"/>
                </a:solidFill>
                <a:latin typeface="Arial"/>
                <a:ea typeface="宋体" panose="02010600030101010101" pitchFamily="2" charset="-122"/>
                <a:cs typeface="Arial" pitchFamily="34" charset="0"/>
              </a:endParaRPr>
            </a:p>
          </p:txBody>
        </p:sp>
        <p:sp>
          <p:nvSpPr>
            <p:cNvPr id="430" name="Rechteck 726">
              <a:extLst>
                <a:ext uri="{FF2B5EF4-FFF2-40B4-BE49-F238E27FC236}">
                  <a16:creationId xmlns:a16="http://schemas.microsoft.com/office/drawing/2014/main" id="{6AFF4B9C-1BA4-8856-D8FB-CE1F4A355D81}"/>
                </a:ext>
              </a:extLst>
            </p:cNvPr>
            <p:cNvSpPr>
              <a:spLocks noChangeArrowheads="1"/>
            </p:cNvSpPr>
            <p:nvPr/>
          </p:nvSpPr>
          <p:spPr bwMode="auto">
            <a:xfrm>
              <a:off x="15270125" y="9840076"/>
              <a:ext cx="948186" cy="162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p>
              <a:pPr algn="r" defTabSz="914309" eaLnBrk="0" fontAlgn="base" hangingPunct="0">
                <a:lnSpc>
                  <a:spcPct val="90000"/>
                </a:lnSpc>
                <a:spcBef>
                  <a:spcPct val="0"/>
                </a:spcBef>
                <a:spcAft>
                  <a:spcPct val="0"/>
                </a:spcAft>
                <a:defRPr/>
              </a:pPr>
              <a:r>
                <a:rPr lang="en-GB" sz="1000" noProof="0" err="1">
                  <a:latin typeface="Arial" pitchFamily="34" charset="0"/>
                  <a:cs typeface="Arial" pitchFamily="34" charset="0"/>
                </a:rPr>
                <a:t>Guaratinguetá</a:t>
              </a:r>
              <a:endParaRPr lang="en-GB" sz="1000" noProof="0">
                <a:latin typeface="Arial" pitchFamily="34" charset="0"/>
                <a:cs typeface="Arial" pitchFamily="34" charset="0"/>
              </a:endParaRPr>
            </a:p>
          </p:txBody>
        </p:sp>
        <p:sp>
          <p:nvSpPr>
            <p:cNvPr id="431" name="Freeform 290">
              <a:extLst>
                <a:ext uri="{FF2B5EF4-FFF2-40B4-BE49-F238E27FC236}">
                  <a16:creationId xmlns:a16="http://schemas.microsoft.com/office/drawing/2014/main" id="{678E4A47-D16A-3ED5-DB3B-81788C03C9D9}"/>
                </a:ext>
              </a:extLst>
            </p:cNvPr>
            <p:cNvSpPr>
              <a:spLocks/>
            </p:cNvSpPr>
            <p:nvPr/>
          </p:nvSpPr>
          <p:spPr bwMode="auto">
            <a:xfrm>
              <a:off x="15161285" y="9824139"/>
              <a:ext cx="1063509" cy="196336"/>
            </a:xfrm>
            <a:custGeom>
              <a:avLst/>
              <a:gdLst>
                <a:gd name="T0" fmla="*/ 0 w 1146"/>
                <a:gd name="T1" fmla="*/ 0 h 240"/>
                <a:gd name="T2" fmla="*/ 0 w 1146"/>
                <a:gd name="T3" fmla="*/ 240 h 240"/>
                <a:gd name="T4" fmla="*/ 1146 w 1146"/>
                <a:gd name="T5" fmla="*/ 240 h 240"/>
              </a:gdLst>
              <a:ahLst/>
              <a:cxnLst>
                <a:cxn ang="0">
                  <a:pos x="T0" y="T1"/>
                </a:cxn>
                <a:cxn ang="0">
                  <a:pos x="T2" y="T3"/>
                </a:cxn>
                <a:cxn ang="0">
                  <a:pos x="T4" y="T5"/>
                </a:cxn>
              </a:cxnLst>
              <a:rect l="0" t="0" r="r" b="b"/>
              <a:pathLst>
                <a:path w="1146" h="240">
                  <a:moveTo>
                    <a:pt x="0" y="0"/>
                  </a:moveTo>
                  <a:lnTo>
                    <a:pt x="0" y="240"/>
                  </a:lnTo>
                  <a:lnTo>
                    <a:pt x="1146" y="240"/>
                  </a:lnTo>
                </a:path>
              </a:pathLst>
            </a:custGeom>
            <a:noFill/>
            <a:ln w="127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309" fontAlgn="base">
                <a:spcBef>
                  <a:spcPct val="0"/>
                </a:spcBef>
                <a:spcAft>
                  <a:spcPct val="0"/>
                </a:spcAft>
                <a:defRPr/>
              </a:pPr>
              <a:endParaRPr lang="en-GB" noProof="0">
                <a:solidFill>
                  <a:srgbClr val="000000"/>
                </a:solidFill>
                <a:latin typeface="Arial"/>
                <a:cs typeface="Arial"/>
              </a:endParaRPr>
            </a:p>
          </p:txBody>
        </p:sp>
        <p:sp>
          <p:nvSpPr>
            <p:cNvPr id="432" name="Rechteck 431">
              <a:extLst>
                <a:ext uri="{FF2B5EF4-FFF2-40B4-BE49-F238E27FC236}">
                  <a16:creationId xmlns:a16="http://schemas.microsoft.com/office/drawing/2014/main" id="{939C5841-205E-F2DE-E746-FFB5F173C774}"/>
                </a:ext>
              </a:extLst>
            </p:cNvPr>
            <p:cNvSpPr/>
            <p:nvPr/>
          </p:nvSpPr>
          <p:spPr>
            <a:xfrm>
              <a:off x="16095970" y="10059028"/>
              <a:ext cx="125984" cy="125984"/>
            </a:xfrm>
            <a:prstGeom prst="rect">
              <a:avLst/>
            </a:prstGeom>
            <a:solidFill>
              <a:srgbClr val="4EAB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433" name="Oval 1106">
              <a:extLst>
                <a:ext uri="{FF2B5EF4-FFF2-40B4-BE49-F238E27FC236}">
                  <a16:creationId xmlns:a16="http://schemas.microsoft.com/office/drawing/2014/main" id="{39F8C1A3-7ABA-51C1-51E7-E25FD7E56341}"/>
                </a:ext>
              </a:extLst>
            </p:cNvPr>
            <p:cNvSpPr>
              <a:spLocks noChangeArrowheads="1"/>
            </p:cNvSpPr>
            <p:nvPr/>
          </p:nvSpPr>
          <p:spPr bwMode="auto">
            <a:xfrm>
              <a:off x="15112705" y="9702931"/>
              <a:ext cx="104386" cy="104386"/>
            </a:xfrm>
            <a:prstGeom prst="ellipse">
              <a:avLst/>
            </a:prstGeom>
            <a:solidFill>
              <a:schemeClr val="tx1"/>
            </a:solidFill>
            <a:ln w="12700">
              <a:noFill/>
            </a:ln>
            <a:effectLst/>
          </p:spPr>
          <p:txBody>
            <a:bodyPr wrap="none" anchor="ctr"/>
            <a:lstStyle/>
            <a:p>
              <a:pPr defTabSz="914309" fontAlgn="base">
                <a:spcBef>
                  <a:spcPct val="0"/>
                </a:spcBef>
                <a:spcAft>
                  <a:spcPct val="0"/>
                </a:spcAft>
                <a:defRPr/>
              </a:pPr>
              <a:endParaRPr lang="en-GB" noProof="0">
                <a:solidFill>
                  <a:srgbClr val="000000"/>
                </a:solidFill>
                <a:latin typeface="Arial"/>
                <a:cs typeface="Arial" pitchFamily="34" charset="0"/>
              </a:endParaRPr>
            </a:p>
          </p:txBody>
        </p:sp>
        <p:sp>
          <p:nvSpPr>
            <p:cNvPr id="434" name="Text Box 277">
              <a:extLst>
                <a:ext uri="{FF2B5EF4-FFF2-40B4-BE49-F238E27FC236}">
                  <a16:creationId xmlns:a16="http://schemas.microsoft.com/office/drawing/2014/main" id="{7641B706-F123-B632-F3CC-2BA686A20D87}"/>
                </a:ext>
              </a:extLst>
            </p:cNvPr>
            <p:cNvSpPr txBox="1">
              <a:spLocks noChangeArrowheads="1"/>
            </p:cNvSpPr>
            <p:nvPr/>
          </p:nvSpPr>
          <p:spPr bwMode="auto">
            <a:xfrm>
              <a:off x="19895808" y="8134394"/>
              <a:ext cx="516507" cy="162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defPPr>
                <a:defRPr lang="en-US"/>
              </a:defPPr>
              <a:lvl1pPr eaLnBrk="0" fontAlgn="base" hangingPunct="0">
                <a:lnSpc>
                  <a:spcPct val="90000"/>
                </a:lnSpc>
                <a:spcBef>
                  <a:spcPct val="0"/>
                </a:spcBef>
                <a:spcAft>
                  <a:spcPct val="0"/>
                </a:spcAft>
                <a:defRPr sz="1400" b="1">
                  <a:solidFill>
                    <a:srgbClr val="000000">
                      <a:lumMod val="65000"/>
                      <a:lumOff val="35000"/>
                    </a:srgbClr>
                  </a:solidFill>
                  <a:latin typeface="Arial" pitchFamily="34" charset="0"/>
                  <a:cs typeface="Arial" pitchFamily="34" charset="0"/>
                </a:defRPr>
              </a:lvl1pPr>
              <a:lvl2pPr marL="742950" indent="-285750" eaLnBrk="0" hangingPunct="0">
                <a:defRPr sz="2000">
                  <a:latin typeface="Arial" charset="0"/>
                  <a:cs typeface="Arial" charset="0"/>
                </a:defRPr>
              </a:lvl2pPr>
              <a:lvl3pPr marL="1143000" indent="-228600" eaLnBrk="0" hangingPunct="0">
                <a:defRPr sz="2000">
                  <a:latin typeface="Arial" charset="0"/>
                  <a:cs typeface="Arial" charset="0"/>
                </a:defRPr>
              </a:lvl3pPr>
              <a:lvl4pPr marL="1600200" indent="-228600" eaLnBrk="0" hangingPunct="0">
                <a:defRPr sz="2000">
                  <a:latin typeface="Arial" charset="0"/>
                  <a:cs typeface="Arial" charset="0"/>
                </a:defRPr>
              </a:lvl4pPr>
              <a:lvl5pPr marL="2057400" indent="-228600" eaLnBrk="0" hangingPunct="0">
                <a:defRPr sz="2000">
                  <a:latin typeface="Arial" charset="0"/>
                  <a:cs typeface="Arial" charset="0"/>
                </a:defRPr>
              </a:lvl5pPr>
              <a:lvl6pPr marL="2514600" indent="-228600" algn="ctr" eaLnBrk="0" fontAlgn="base" hangingPunct="0">
                <a:spcBef>
                  <a:spcPct val="0"/>
                </a:spcBef>
                <a:spcAft>
                  <a:spcPct val="0"/>
                </a:spcAft>
                <a:defRPr sz="2000">
                  <a:latin typeface="Arial" charset="0"/>
                  <a:cs typeface="Arial" charset="0"/>
                </a:defRPr>
              </a:lvl6pPr>
              <a:lvl7pPr marL="2971800" indent="-228600" algn="ctr" eaLnBrk="0" fontAlgn="base" hangingPunct="0">
                <a:spcBef>
                  <a:spcPct val="0"/>
                </a:spcBef>
                <a:spcAft>
                  <a:spcPct val="0"/>
                </a:spcAft>
                <a:defRPr sz="2000">
                  <a:latin typeface="Arial" charset="0"/>
                  <a:cs typeface="Arial" charset="0"/>
                </a:defRPr>
              </a:lvl7pPr>
              <a:lvl8pPr marL="3429000" indent="-228600" algn="ctr" eaLnBrk="0" fontAlgn="base" hangingPunct="0">
                <a:spcBef>
                  <a:spcPct val="0"/>
                </a:spcBef>
                <a:spcAft>
                  <a:spcPct val="0"/>
                </a:spcAft>
                <a:defRPr sz="2000">
                  <a:latin typeface="Arial" charset="0"/>
                  <a:cs typeface="Arial" charset="0"/>
                </a:defRPr>
              </a:lvl8pPr>
              <a:lvl9pPr marL="3886200" indent="-228600" algn="ctr" eaLnBrk="0" fontAlgn="base" hangingPunct="0">
                <a:spcBef>
                  <a:spcPct val="0"/>
                </a:spcBef>
                <a:spcAft>
                  <a:spcPct val="0"/>
                </a:spcAft>
                <a:defRPr sz="2000">
                  <a:latin typeface="Arial" charset="0"/>
                  <a:cs typeface="Arial" charset="0"/>
                </a:defRPr>
              </a:lvl9pPr>
            </a:lstStyle>
            <a:p>
              <a:pPr defTabSz="914309">
                <a:defRPr/>
              </a:pPr>
              <a:r>
                <a:rPr lang="en-GB" sz="1000" b="0" noProof="0">
                  <a:solidFill>
                    <a:schemeClr val="tx1"/>
                  </a:solidFill>
                </a:rPr>
                <a:t>Rayong</a:t>
              </a:r>
            </a:p>
          </p:txBody>
        </p:sp>
        <p:sp>
          <p:nvSpPr>
            <p:cNvPr id="435" name="Ellipse 265">
              <a:extLst>
                <a:ext uri="{FF2B5EF4-FFF2-40B4-BE49-F238E27FC236}">
                  <a16:creationId xmlns:a16="http://schemas.microsoft.com/office/drawing/2014/main" id="{BF703FF6-3F75-C9B9-0A77-A865192FE5B3}"/>
                </a:ext>
              </a:extLst>
            </p:cNvPr>
            <p:cNvSpPr/>
            <p:nvPr/>
          </p:nvSpPr>
          <p:spPr>
            <a:xfrm>
              <a:off x="21002734" y="7702806"/>
              <a:ext cx="106004" cy="105843"/>
            </a:xfrm>
            <a:prstGeom prst="ellipse">
              <a:avLst/>
            </a:prstGeom>
            <a:solidFill>
              <a:schemeClr val="tx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sz="1050" noProof="0">
                <a:solidFill>
                  <a:srgbClr val="21A0D2"/>
                </a:solidFill>
                <a:latin typeface="Arial" panose="020B0604020202020204"/>
                <a:cs typeface="Arial"/>
              </a:endParaRPr>
            </a:p>
          </p:txBody>
        </p:sp>
        <p:sp>
          <p:nvSpPr>
            <p:cNvPr id="436" name="Freeform 290">
              <a:extLst>
                <a:ext uri="{FF2B5EF4-FFF2-40B4-BE49-F238E27FC236}">
                  <a16:creationId xmlns:a16="http://schemas.microsoft.com/office/drawing/2014/main" id="{C685AF5E-CC5E-727C-0028-057146B0DEDF}"/>
                </a:ext>
              </a:extLst>
            </p:cNvPr>
            <p:cNvSpPr>
              <a:spLocks/>
            </p:cNvSpPr>
            <p:nvPr/>
          </p:nvSpPr>
          <p:spPr bwMode="auto">
            <a:xfrm>
              <a:off x="20445767" y="8827864"/>
              <a:ext cx="822593" cy="152983"/>
            </a:xfrm>
            <a:custGeom>
              <a:avLst/>
              <a:gdLst>
                <a:gd name="T0" fmla="*/ 0 w 1146"/>
                <a:gd name="T1" fmla="*/ 0 h 240"/>
                <a:gd name="T2" fmla="*/ 0 w 1146"/>
                <a:gd name="T3" fmla="*/ 240 h 240"/>
                <a:gd name="T4" fmla="*/ 1146 w 1146"/>
                <a:gd name="T5" fmla="*/ 240 h 240"/>
              </a:gdLst>
              <a:ahLst/>
              <a:cxnLst>
                <a:cxn ang="0">
                  <a:pos x="T0" y="T1"/>
                </a:cxn>
                <a:cxn ang="0">
                  <a:pos x="T2" y="T3"/>
                </a:cxn>
                <a:cxn ang="0">
                  <a:pos x="T4" y="T5"/>
                </a:cxn>
              </a:cxnLst>
              <a:rect l="0" t="0" r="r" b="b"/>
              <a:pathLst>
                <a:path w="1146" h="240">
                  <a:moveTo>
                    <a:pt x="0" y="0"/>
                  </a:moveTo>
                  <a:lnTo>
                    <a:pt x="0" y="240"/>
                  </a:lnTo>
                  <a:lnTo>
                    <a:pt x="1146" y="240"/>
                  </a:lnTo>
                </a:path>
              </a:pathLst>
            </a:custGeom>
            <a:noFill/>
            <a:ln w="12700" cmpd="sng">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defTabSz="914309" fontAlgn="base">
                <a:spcBef>
                  <a:spcPct val="0"/>
                </a:spcBef>
                <a:spcAft>
                  <a:spcPct val="0"/>
                </a:spcAft>
                <a:defRPr/>
              </a:pPr>
              <a:endParaRPr lang="en-GB" noProof="0">
                <a:solidFill>
                  <a:srgbClr val="000000"/>
                </a:solidFill>
                <a:latin typeface="Arial"/>
                <a:cs typeface="Arial"/>
              </a:endParaRPr>
            </a:p>
          </p:txBody>
        </p:sp>
        <p:sp>
          <p:nvSpPr>
            <p:cNvPr id="437" name="Text Box 273">
              <a:extLst>
                <a:ext uri="{FF2B5EF4-FFF2-40B4-BE49-F238E27FC236}">
                  <a16:creationId xmlns:a16="http://schemas.microsoft.com/office/drawing/2014/main" id="{6EE726C5-18BE-80D9-AA0C-FF5B49EA9EB4}"/>
                </a:ext>
              </a:extLst>
            </p:cNvPr>
            <p:cNvSpPr txBox="1">
              <a:spLocks noChangeArrowheads="1"/>
            </p:cNvSpPr>
            <p:nvPr/>
          </p:nvSpPr>
          <p:spPr bwMode="auto">
            <a:xfrm>
              <a:off x="20534032" y="8798346"/>
              <a:ext cx="556093" cy="1628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0" rIns="0" bIns="0">
              <a:spAutoFit/>
            </a:bodyPr>
            <a:lstStyle>
              <a:defPPr>
                <a:defRPr lang="en-US"/>
              </a:defPPr>
              <a:lvl1pPr algn="r" eaLnBrk="0" fontAlgn="base" hangingPunct="0">
                <a:lnSpc>
                  <a:spcPct val="90000"/>
                </a:lnSpc>
                <a:spcBef>
                  <a:spcPct val="0"/>
                </a:spcBef>
                <a:spcAft>
                  <a:spcPct val="0"/>
                </a:spcAft>
                <a:defRPr sz="1400" b="1">
                  <a:solidFill>
                    <a:srgbClr val="595959"/>
                  </a:solidFill>
                  <a:latin typeface="Arial" pitchFamily="34" charset="0"/>
                  <a:cs typeface="Arial" pitchFamily="34" charset="0"/>
                </a:defRPr>
              </a:lvl1pPr>
              <a:lvl2pPr marL="742950" indent="-285750" eaLnBrk="0" hangingPunct="0">
                <a:defRPr sz="2000">
                  <a:latin typeface="Arial" charset="0"/>
                  <a:cs typeface="Arial" charset="0"/>
                </a:defRPr>
              </a:lvl2pPr>
              <a:lvl3pPr marL="1143000" indent="-228600" eaLnBrk="0" hangingPunct="0">
                <a:defRPr sz="2000">
                  <a:latin typeface="Arial" charset="0"/>
                  <a:cs typeface="Arial" charset="0"/>
                </a:defRPr>
              </a:lvl3pPr>
              <a:lvl4pPr marL="1600200" indent="-228600" eaLnBrk="0" hangingPunct="0">
                <a:defRPr sz="2000">
                  <a:latin typeface="Arial" charset="0"/>
                  <a:cs typeface="Arial" charset="0"/>
                </a:defRPr>
              </a:lvl4pPr>
              <a:lvl5pPr marL="2057400" indent="-228600" eaLnBrk="0" hangingPunct="0">
                <a:defRPr sz="2000">
                  <a:latin typeface="Arial" charset="0"/>
                  <a:cs typeface="Arial" charset="0"/>
                </a:defRPr>
              </a:lvl5pPr>
              <a:lvl6pPr marL="2514600" indent="-228600" algn="ctr" eaLnBrk="0" fontAlgn="base" hangingPunct="0">
                <a:spcBef>
                  <a:spcPct val="0"/>
                </a:spcBef>
                <a:spcAft>
                  <a:spcPct val="0"/>
                </a:spcAft>
                <a:defRPr sz="2000">
                  <a:latin typeface="Arial" charset="0"/>
                  <a:cs typeface="Arial" charset="0"/>
                </a:defRPr>
              </a:lvl6pPr>
              <a:lvl7pPr marL="2971800" indent="-228600" algn="ctr" eaLnBrk="0" fontAlgn="base" hangingPunct="0">
                <a:spcBef>
                  <a:spcPct val="0"/>
                </a:spcBef>
                <a:spcAft>
                  <a:spcPct val="0"/>
                </a:spcAft>
                <a:defRPr sz="2000">
                  <a:latin typeface="Arial" charset="0"/>
                  <a:cs typeface="Arial" charset="0"/>
                </a:defRPr>
              </a:lvl7pPr>
              <a:lvl8pPr marL="3429000" indent="-228600" algn="ctr" eaLnBrk="0" fontAlgn="base" hangingPunct="0">
                <a:spcBef>
                  <a:spcPct val="0"/>
                </a:spcBef>
                <a:spcAft>
                  <a:spcPct val="0"/>
                </a:spcAft>
                <a:defRPr sz="2000">
                  <a:latin typeface="Arial" charset="0"/>
                  <a:cs typeface="Arial" charset="0"/>
                </a:defRPr>
              </a:lvl8pPr>
              <a:lvl9pPr marL="3886200" indent="-228600" algn="ctr" eaLnBrk="0" fontAlgn="base" hangingPunct="0">
                <a:spcBef>
                  <a:spcPct val="0"/>
                </a:spcBef>
                <a:spcAft>
                  <a:spcPct val="0"/>
                </a:spcAft>
                <a:defRPr sz="2000">
                  <a:latin typeface="Arial" charset="0"/>
                  <a:cs typeface="Arial" charset="0"/>
                </a:defRPr>
              </a:lvl9pPr>
            </a:lstStyle>
            <a:p>
              <a:pPr defTabSz="914309">
                <a:defRPr/>
              </a:pPr>
              <a:r>
                <a:rPr lang="en-GB" sz="1000" b="0" noProof="0">
                  <a:solidFill>
                    <a:schemeClr val="tx1"/>
                  </a:solidFill>
                </a:rPr>
                <a:t>Kuantan</a:t>
              </a:r>
            </a:p>
          </p:txBody>
        </p:sp>
        <p:sp>
          <p:nvSpPr>
            <p:cNvPr id="438" name="Rechteck 437">
              <a:extLst>
                <a:ext uri="{FF2B5EF4-FFF2-40B4-BE49-F238E27FC236}">
                  <a16:creationId xmlns:a16="http://schemas.microsoft.com/office/drawing/2014/main" id="{36C57BA7-CD36-6E26-413A-4BC4ADB48949}"/>
                </a:ext>
              </a:extLst>
            </p:cNvPr>
            <p:cNvSpPr/>
            <p:nvPr/>
          </p:nvSpPr>
          <p:spPr>
            <a:xfrm>
              <a:off x="21131357" y="9019344"/>
              <a:ext cx="125984" cy="125984"/>
            </a:xfrm>
            <a:prstGeom prst="rect">
              <a:avLst/>
            </a:prstGeom>
            <a:solidFill>
              <a:srgbClr val="4EAB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439" name="Ellipse 1260">
              <a:extLst>
                <a:ext uri="{FF2B5EF4-FFF2-40B4-BE49-F238E27FC236}">
                  <a16:creationId xmlns:a16="http://schemas.microsoft.com/office/drawing/2014/main" id="{C427292B-C722-25CA-FE78-FAE272CF4718}"/>
                </a:ext>
              </a:extLst>
            </p:cNvPr>
            <p:cNvSpPr/>
            <p:nvPr/>
          </p:nvSpPr>
          <p:spPr>
            <a:xfrm rot="5400000">
              <a:off x="21124377" y="8798668"/>
              <a:ext cx="143981" cy="143981"/>
            </a:xfrm>
            <a:prstGeom prst="ellipse">
              <a:avLst/>
            </a:prstGeom>
            <a:solidFill>
              <a:srgbClr val="0079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440" name="Ellipse 101">
              <a:extLst>
                <a:ext uri="{FF2B5EF4-FFF2-40B4-BE49-F238E27FC236}">
                  <a16:creationId xmlns:a16="http://schemas.microsoft.com/office/drawing/2014/main" id="{6C996B45-9D95-52FB-B2AD-200DAFCE3648}"/>
                </a:ext>
              </a:extLst>
            </p:cNvPr>
            <p:cNvSpPr>
              <a:spLocks noChangeArrowheads="1"/>
            </p:cNvSpPr>
            <p:nvPr/>
          </p:nvSpPr>
          <p:spPr bwMode="auto">
            <a:xfrm>
              <a:off x="20398023" y="8772559"/>
              <a:ext cx="103106" cy="104386"/>
            </a:xfrm>
            <a:prstGeom prst="ellipse">
              <a:avLst/>
            </a:prstGeom>
            <a:solidFill>
              <a:schemeClr val="tx1"/>
            </a:solidFill>
            <a:ln w="12700">
              <a:noFill/>
            </a:ln>
            <a:effectLst/>
          </p:spPr>
          <p:txBody>
            <a:bodyPr wrap="none" anchor="ctr"/>
            <a:lstStyle/>
            <a:p>
              <a:pPr defTabSz="914309" fontAlgn="base">
                <a:spcBef>
                  <a:spcPct val="0"/>
                </a:spcBef>
                <a:spcAft>
                  <a:spcPct val="0"/>
                </a:spcAft>
                <a:defRPr/>
              </a:pPr>
              <a:endParaRPr lang="en-GB" noProof="0">
                <a:solidFill>
                  <a:srgbClr val="000000"/>
                </a:solidFill>
                <a:latin typeface="Arial"/>
                <a:ea typeface="宋体" panose="02010600030101010101" pitchFamily="2" charset="-122"/>
                <a:cs typeface="Arial" pitchFamily="34" charset="0"/>
              </a:endParaRPr>
            </a:p>
          </p:txBody>
        </p:sp>
        <p:sp>
          <p:nvSpPr>
            <p:cNvPr id="441" name="Ellipse 26">
              <a:extLst>
                <a:ext uri="{FF2B5EF4-FFF2-40B4-BE49-F238E27FC236}">
                  <a16:creationId xmlns:a16="http://schemas.microsoft.com/office/drawing/2014/main" id="{05853C71-996A-58CC-9143-B3323072CECE}"/>
                </a:ext>
              </a:extLst>
            </p:cNvPr>
            <p:cNvSpPr/>
            <p:nvPr/>
          </p:nvSpPr>
          <p:spPr>
            <a:xfrm rot="5400000">
              <a:off x="22142531" y="8465839"/>
              <a:ext cx="143981" cy="143981"/>
            </a:xfrm>
            <a:prstGeom prst="ellipse">
              <a:avLst/>
            </a:prstGeom>
            <a:solidFill>
              <a:srgbClr val="00793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442" name="Rechteck 1213">
              <a:extLst>
                <a:ext uri="{FF2B5EF4-FFF2-40B4-BE49-F238E27FC236}">
                  <a16:creationId xmlns:a16="http://schemas.microsoft.com/office/drawing/2014/main" id="{6E091D1A-0DB0-9514-DF59-1AE7A32FD1F2}"/>
                </a:ext>
              </a:extLst>
            </p:cNvPr>
            <p:cNvSpPr/>
            <p:nvPr/>
          </p:nvSpPr>
          <p:spPr>
            <a:xfrm>
              <a:off x="15886958" y="7808073"/>
              <a:ext cx="125984" cy="125984"/>
            </a:xfrm>
            <a:prstGeom prst="rect">
              <a:avLst/>
            </a:prstGeom>
            <a:solidFill>
              <a:srgbClr val="4EAB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sp>
          <p:nvSpPr>
            <p:cNvPr id="443" name="Rechteck 1213">
              <a:extLst>
                <a:ext uri="{FF2B5EF4-FFF2-40B4-BE49-F238E27FC236}">
                  <a16:creationId xmlns:a16="http://schemas.microsoft.com/office/drawing/2014/main" id="{9029EB3C-1DB9-E4E8-4F9C-40AE522FB939}"/>
                </a:ext>
              </a:extLst>
            </p:cNvPr>
            <p:cNvSpPr/>
            <p:nvPr/>
          </p:nvSpPr>
          <p:spPr>
            <a:xfrm>
              <a:off x="15815860" y="7483358"/>
              <a:ext cx="125984" cy="125984"/>
            </a:xfrm>
            <a:prstGeom prst="rect">
              <a:avLst/>
            </a:prstGeom>
            <a:solidFill>
              <a:srgbClr val="4EAB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09">
                <a:defRPr/>
              </a:pPr>
              <a:endParaRPr lang="en-GB" noProof="0">
                <a:solidFill>
                  <a:srgbClr val="FFFFFF"/>
                </a:solidFill>
                <a:latin typeface="Arial" panose="020B0604020202020204"/>
                <a:cs typeface="Arial"/>
              </a:endParaRPr>
            </a:p>
          </p:txBody>
        </p:sp>
      </p:grpSp>
      <p:graphicFrame>
        <p:nvGraphicFramePr>
          <p:cNvPr id="625" name="Tabelle 624">
            <a:extLst>
              <a:ext uri="{FF2B5EF4-FFF2-40B4-BE49-F238E27FC236}">
                <a16:creationId xmlns:a16="http://schemas.microsoft.com/office/drawing/2014/main" id="{EC834DBA-CC59-DA54-79E2-0692817818FA}"/>
              </a:ext>
            </a:extLst>
          </p:cNvPr>
          <p:cNvGraphicFramePr>
            <a:graphicFrameLocks noGrp="1"/>
          </p:cNvGraphicFramePr>
          <p:nvPr/>
        </p:nvGraphicFramePr>
        <p:xfrm>
          <a:off x="9167350" y="1393200"/>
          <a:ext cx="2515604" cy="1936152"/>
        </p:xfrm>
        <a:graphic>
          <a:graphicData uri="http://schemas.openxmlformats.org/drawingml/2006/table">
            <a:tbl>
              <a:tblPr firstRow="1" bandRow="1">
                <a:tableStyleId>{5C22544A-7EE6-4342-B048-85BDC9FD1C3A}</a:tableStyleId>
              </a:tblPr>
              <a:tblGrid>
                <a:gridCol w="1408192">
                  <a:extLst>
                    <a:ext uri="{9D8B030D-6E8A-4147-A177-3AD203B41FA5}">
                      <a16:colId xmlns:a16="http://schemas.microsoft.com/office/drawing/2014/main" val="411402726"/>
                    </a:ext>
                  </a:extLst>
                </a:gridCol>
                <a:gridCol w="553706">
                  <a:extLst>
                    <a:ext uri="{9D8B030D-6E8A-4147-A177-3AD203B41FA5}">
                      <a16:colId xmlns:a16="http://schemas.microsoft.com/office/drawing/2014/main" val="1628167515"/>
                    </a:ext>
                  </a:extLst>
                </a:gridCol>
                <a:gridCol w="553706">
                  <a:extLst>
                    <a:ext uri="{9D8B030D-6E8A-4147-A177-3AD203B41FA5}">
                      <a16:colId xmlns:a16="http://schemas.microsoft.com/office/drawing/2014/main" val="3811247389"/>
                    </a:ext>
                  </a:extLst>
                </a:gridCol>
              </a:tblGrid>
              <a:tr h="291600">
                <a:tc>
                  <a:txBody>
                    <a:bodyPr/>
                    <a:lstStyle/>
                    <a:p>
                      <a:pPr marL="0" marR="0" lvl="0" indent="0" algn="l" defTabSz="914309" rtl="0" eaLnBrk="1" fontAlgn="auto" latinLnBrk="0" hangingPunct="1">
                        <a:lnSpc>
                          <a:spcPct val="95000"/>
                        </a:lnSpc>
                        <a:spcBef>
                          <a:spcPts val="0"/>
                        </a:spcBef>
                        <a:spcAft>
                          <a:spcPts val="0"/>
                        </a:spcAft>
                        <a:buClrTx/>
                        <a:buSzTx/>
                        <a:buFontTx/>
                        <a:buNone/>
                        <a:tabLst/>
                        <a:defRPr/>
                      </a:pPr>
                      <a:endParaRPr lang="en-GB" sz="1200" noProof="0">
                        <a:solidFill>
                          <a:schemeClr val="accent1"/>
                        </a:solidFill>
                      </a:endParaRPr>
                    </a:p>
                  </a:txBody>
                  <a:tcPr marL="72000" marR="72000" marT="72000" marB="72000" anchor="ctr">
                    <a:lnL w="12700" cmpd="sng">
                      <a:noFill/>
                    </a:lnL>
                    <a:lnR w="12700" cmpd="sng">
                      <a:noFill/>
                    </a:lnR>
                    <a:lnT w="190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marR="0" lvl="0" indent="0" algn="l" defTabSz="914309" rtl="0" eaLnBrk="1" fontAlgn="auto" latinLnBrk="0" hangingPunct="1">
                        <a:lnSpc>
                          <a:spcPct val="95000"/>
                        </a:lnSpc>
                        <a:spcBef>
                          <a:spcPts val="0"/>
                        </a:spcBef>
                        <a:spcAft>
                          <a:spcPts val="0"/>
                        </a:spcAft>
                        <a:buClrTx/>
                        <a:buSzTx/>
                        <a:buFontTx/>
                        <a:buNone/>
                        <a:tabLst/>
                        <a:defRPr/>
                      </a:pPr>
                      <a:r>
                        <a:rPr lang="en-GB" sz="1200" noProof="0">
                          <a:solidFill>
                            <a:schemeClr val="tx1"/>
                          </a:solidFill>
                        </a:rPr>
                        <a:t>XX</a:t>
                      </a:r>
                    </a:p>
                  </a:txBody>
                  <a:tcPr marL="72000" marR="72000" marT="72000" marB="72000" anchor="ctr">
                    <a:lnL w="12700" cmpd="sng">
                      <a:noFill/>
                    </a:lnL>
                    <a:lnR w="12700" cmpd="sng">
                      <a:noFill/>
                    </a:lnR>
                    <a:lnT w="190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marR="0" lvl="0" indent="0" algn="l" defTabSz="914309" rtl="0" eaLnBrk="1" fontAlgn="auto" latinLnBrk="0" hangingPunct="1">
                        <a:lnSpc>
                          <a:spcPct val="95000"/>
                        </a:lnSpc>
                        <a:spcBef>
                          <a:spcPts val="0"/>
                        </a:spcBef>
                        <a:spcAft>
                          <a:spcPts val="0"/>
                        </a:spcAft>
                        <a:buClrTx/>
                        <a:buSzTx/>
                        <a:buFontTx/>
                        <a:buNone/>
                        <a:tabLst/>
                        <a:defRPr/>
                      </a:pPr>
                      <a:r>
                        <a:rPr lang="en-GB" sz="1200" b="1" noProof="0">
                          <a:solidFill>
                            <a:schemeClr val="tx1"/>
                          </a:solidFill>
                          <a:latin typeface="+mn-lt"/>
                          <a:sym typeface="Arial"/>
                        </a:rPr>
                        <a:t>XX</a:t>
                      </a:r>
                      <a:endParaRPr lang="en-GB" sz="1200" noProof="0">
                        <a:solidFill>
                          <a:schemeClr val="tx1"/>
                        </a:solidFill>
                      </a:endParaRPr>
                    </a:p>
                  </a:txBody>
                  <a:tcPr marL="72000" marR="72000" marT="72000" marB="72000" anchor="ctr">
                    <a:lnL w="12700" cmpd="sng">
                      <a:noFill/>
                    </a:lnL>
                    <a:lnR w="12700" cmpd="sng">
                      <a:noFill/>
                    </a:lnR>
                    <a:lnT w="190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1265415830"/>
                  </a:ext>
                </a:extLst>
              </a:tr>
              <a:tr h="291600">
                <a:tc>
                  <a:txBody>
                    <a:bodyPr/>
                    <a:lstStyle/>
                    <a:p>
                      <a:pPr marL="0" marR="0" lvl="0" indent="0" algn="l" defTabSz="914309" rtl="0" eaLnBrk="1" fontAlgn="auto" latinLnBrk="0" hangingPunct="1">
                        <a:lnSpc>
                          <a:spcPct val="95000"/>
                        </a:lnSpc>
                        <a:spcBef>
                          <a:spcPts val="0"/>
                        </a:spcBef>
                        <a:spcAft>
                          <a:spcPts val="0"/>
                        </a:spcAft>
                        <a:buClrTx/>
                        <a:buSzTx/>
                        <a:buFontTx/>
                        <a:buNone/>
                        <a:tabLst/>
                        <a:defRPr/>
                      </a:pPr>
                      <a:r>
                        <a:rPr lang="en-GB" sz="1200" b="1" noProof="0" dirty="0"/>
                        <a:t>Lorem ipsum</a:t>
                      </a:r>
                    </a:p>
                  </a:txBody>
                  <a:tcPr marL="72000" marR="72000" marT="72000" marB="72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marR="0" lvl="0" indent="0" algn="l" defTabSz="914309" rtl="0" eaLnBrk="1" fontAlgn="auto" latinLnBrk="0" hangingPunct="1">
                        <a:lnSpc>
                          <a:spcPct val="95000"/>
                        </a:lnSpc>
                        <a:spcBef>
                          <a:spcPts val="0"/>
                        </a:spcBef>
                        <a:spcAft>
                          <a:spcPts val="0"/>
                        </a:spcAft>
                        <a:buClrTx/>
                        <a:buSzTx/>
                        <a:buFontTx/>
                        <a:buNone/>
                        <a:tabLst/>
                        <a:defRPr/>
                      </a:pPr>
                      <a:r>
                        <a:rPr lang="en-GB" sz="1200" noProof="0"/>
                        <a:t>XX%</a:t>
                      </a:r>
                    </a:p>
                  </a:txBody>
                  <a:tcPr marL="72000" marR="72000" marT="72000" marB="72000" anchor="ctr">
                    <a:lnL w="12700" cmpd="sng">
                      <a:noFill/>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marR="0" lvl="0" indent="0" algn="l" defTabSz="914309" rtl="0" eaLnBrk="1" fontAlgn="auto" latinLnBrk="0" hangingPunct="1">
                        <a:lnSpc>
                          <a:spcPct val="95000"/>
                        </a:lnSpc>
                        <a:spcBef>
                          <a:spcPts val="0"/>
                        </a:spcBef>
                        <a:spcAft>
                          <a:spcPts val="0"/>
                        </a:spcAft>
                        <a:buClrTx/>
                        <a:buSzTx/>
                        <a:buFontTx/>
                        <a:buNone/>
                        <a:tabLst/>
                        <a:defRPr/>
                      </a:pPr>
                      <a:r>
                        <a:rPr lang="en-GB" sz="1200" noProof="0"/>
                        <a:t>XX%</a:t>
                      </a:r>
                    </a:p>
                  </a:txBody>
                  <a:tcPr marL="72000" marR="72000" marT="72000" marB="72000" anchor="ctr">
                    <a:lnL w="12700"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685015148"/>
                  </a:ext>
                </a:extLst>
              </a:tr>
              <a:tr h="291600">
                <a:tc>
                  <a:txBody>
                    <a:bodyPr/>
                    <a:lstStyle/>
                    <a:p>
                      <a:pPr marL="0" marR="0" lvl="0" indent="0" algn="l" defTabSz="914309" rtl="0" eaLnBrk="1" fontAlgn="auto" latinLnBrk="0" hangingPunct="1">
                        <a:lnSpc>
                          <a:spcPct val="95000"/>
                        </a:lnSpc>
                        <a:spcBef>
                          <a:spcPts val="0"/>
                        </a:spcBef>
                        <a:spcAft>
                          <a:spcPts val="0"/>
                        </a:spcAft>
                        <a:buClrTx/>
                        <a:buSzTx/>
                        <a:buFontTx/>
                        <a:buNone/>
                        <a:tabLst/>
                        <a:defRPr/>
                      </a:pPr>
                      <a:r>
                        <a:rPr lang="en-GB" sz="1200" b="1" noProof="0"/>
                        <a:t>Lorem ipsum</a:t>
                      </a:r>
                    </a:p>
                  </a:txBody>
                  <a:tcPr marL="72000" marR="72000" marT="72000" marB="72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marR="0" lvl="0" indent="0" algn="l" defTabSz="914309" rtl="0" eaLnBrk="1" fontAlgn="auto" latinLnBrk="0" hangingPunct="1">
                        <a:lnSpc>
                          <a:spcPct val="95000"/>
                        </a:lnSpc>
                        <a:spcBef>
                          <a:spcPts val="0"/>
                        </a:spcBef>
                        <a:spcAft>
                          <a:spcPts val="0"/>
                        </a:spcAft>
                        <a:buClrTx/>
                        <a:buSzTx/>
                        <a:buFontTx/>
                        <a:buNone/>
                        <a:tabLst/>
                        <a:defRPr/>
                      </a:pPr>
                      <a:r>
                        <a:rPr lang="en-GB" sz="1200" noProof="0"/>
                        <a:t>XX%</a:t>
                      </a:r>
                    </a:p>
                  </a:txBody>
                  <a:tcPr marL="72000" marR="72000" marT="72000" marB="72000" anchor="ctr">
                    <a:lnL w="12700" cmpd="sng">
                      <a:noFill/>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marR="0" lvl="0" indent="0" algn="l" defTabSz="914309" rtl="0" eaLnBrk="1" fontAlgn="auto" latinLnBrk="0" hangingPunct="1">
                        <a:lnSpc>
                          <a:spcPct val="95000"/>
                        </a:lnSpc>
                        <a:spcBef>
                          <a:spcPts val="0"/>
                        </a:spcBef>
                        <a:spcAft>
                          <a:spcPts val="0"/>
                        </a:spcAft>
                        <a:buClrTx/>
                        <a:buSzTx/>
                        <a:buFontTx/>
                        <a:buNone/>
                        <a:tabLst/>
                        <a:defRPr/>
                      </a:pPr>
                      <a:r>
                        <a:rPr lang="en-GB" sz="1200" noProof="0"/>
                        <a:t>XX%</a:t>
                      </a:r>
                    </a:p>
                  </a:txBody>
                  <a:tcPr marL="72000" marR="72000" marT="72000" marB="72000" anchor="ctr">
                    <a:lnL w="12700"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972103307"/>
                  </a:ext>
                </a:extLst>
              </a:tr>
              <a:tr h="291600">
                <a:tc>
                  <a:txBody>
                    <a:bodyPr/>
                    <a:lstStyle/>
                    <a:p>
                      <a:pPr marL="0" marR="0" lvl="0" indent="0" algn="l" defTabSz="914309" rtl="0" eaLnBrk="1" fontAlgn="auto" latinLnBrk="0" hangingPunct="1">
                        <a:lnSpc>
                          <a:spcPct val="95000"/>
                        </a:lnSpc>
                        <a:spcBef>
                          <a:spcPts val="0"/>
                        </a:spcBef>
                        <a:spcAft>
                          <a:spcPts val="0"/>
                        </a:spcAft>
                        <a:buClrTx/>
                        <a:buSzTx/>
                        <a:buFontTx/>
                        <a:buNone/>
                        <a:tabLst/>
                        <a:defRPr/>
                      </a:pPr>
                      <a:r>
                        <a:rPr lang="en-GB" sz="1200" b="1" noProof="0"/>
                        <a:t>Lorem ipsum</a:t>
                      </a:r>
                    </a:p>
                  </a:txBody>
                  <a:tcPr marL="72000" marR="72000" marT="72000" marB="72000" anchor="ctr">
                    <a:lnL w="12700" cmpd="sng">
                      <a:noFill/>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marR="0" lvl="0" indent="0" algn="l" defTabSz="914309" rtl="0" eaLnBrk="1" fontAlgn="auto" latinLnBrk="0" hangingPunct="1">
                        <a:lnSpc>
                          <a:spcPct val="95000"/>
                        </a:lnSpc>
                        <a:spcBef>
                          <a:spcPts val="0"/>
                        </a:spcBef>
                        <a:spcAft>
                          <a:spcPts val="0"/>
                        </a:spcAft>
                        <a:buClrTx/>
                        <a:buSzTx/>
                        <a:buFontTx/>
                        <a:buNone/>
                        <a:tabLst/>
                        <a:defRPr/>
                      </a:pPr>
                      <a:r>
                        <a:rPr lang="en-GB" sz="1200" noProof="0"/>
                        <a:t>XX%</a:t>
                      </a:r>
                    </a:p>
                  </a:txBody>
                  <a:tcPr marL="72000" marR="72000" marT="72000" marB="72000" anchor="ctr">
                    <a:lnL w="12700" cmpd="sng">
                      <a:noFill/>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marR="0" lvl="0" indent="0" algn="l" defTabSz="914309" rtl="0" eaLnBrk="1" fontAlgn="auto" latinLnBrk="0" hangingPunct="1">
                        <a:lnSpc>
                          <a:spcPct val="95000"/>
                        </a:lnSpc>
                        <a:spcBef>
                          <a:spcPts val="0"/>
                        </a:spcBef>
                        <a:spcAft>
                          <a:spcPts val="0"/>
                        </a:spcAft>
                        <a:buClrTx/>
                        <a:buSzTx/>
                        <a:buFontTx/>
                        <a:buNone/>
                        <a:tabLst/>
                        <a:defRPr/>
                      </a:pPr>
                      <a:r>
                        <a:rPr lang="en-GB" sz="1200" noProof="0"/>
                        <a:t>XX%</a:t>
                      </a:r>
                    </a:p>
                  </a:txBody>
                  <a:tcPr marL="72000" marR="72000" marT="72000" marB="72000" anchor="ctr">
                    <a:lnL w="12700"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3134797145"/>
                  </a:ext>
                </a:extLst>
              </a:tr>
              <a:tr h="612000">
                <a:tc>
                  <a:txBody>
                    <a:bodyPr/>
                    <a:lstStyle/>
                    <a:p>
                      <a:pPr marL="0" marR="0" lvl="0" indent="0" algn="l" defTabSz="914309" rtl="0" eaLnBrk="1" fontAlgn="auto" latinLnBrk="0" hangingPunct="1">
                        <a:lnSpc>
                          <a:spcPct val="95000"/>
                        </a:lnSpc>
                        <a:spcBef>
                          <a:spcPts val="0"/>
                        </a:spcBef>
                        <a:spcAft>
                          <a:spcPts val="0"/>
                        </a:spcAft>
                        <a:buClrTx/>
                        <a:buSzTx/>
                        <a:buFontTx/>
                        <a:buNone/>
                        <a:tabLst/>
                        <a:defRPr/>
                      </a:pPr>
                      <a:r>
                        <a:rPr lang="en-GB" sz="1200" b="1" noProof="0" dirty="0"/>
                        <a:t>Lorem ipsum</a:t>
                      </a:r>
                      <a:br>
                        <a:rPr lang="en-GB" sz="1200" b="1" noProof="0" dirty="0"/>
                      </a:br>
                      <a:r>
                        <a:rPr lang="en-GB" sz="1200" b="1" noProof="0" dirty="0"/>
                        <a:t>Lorem ipsum</a:t>
                      </a:r>
                      <a:br>
                        <a:rPr lang="en-GB" sz="1200" b="1" noProof="0" dirty="0"/>
                      </a:br>
                      <a:r>
                        <a:rPr lang="en-GB" sz="1200" b="1" noProof="0" dirty="0"/>
                        <a:t>Lorem ipsum</a:t>
                      </a:r>
                    </a:p>
                  </a:txBody>
                  <a:tcPr marL="72000" marR="72000" marT="72000" marB="72000" anchor="ctr">
                    <a:lnL w="12700" cmpd="sng">
                      <a:noFill/>
                    </a:lnL>
                    <a:lnR w="12700" cmpd="sng">
                      <a:noFill/>
                    </a:lnR>
                    <a:lnT w="12700" cap="flat" cmpd="sng" algn="ctr">
                      <a:solidFill>
                        <a:schemeClr val="bg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marR="0" lvl="0" indent="0" algn="l" defTabSz="914309" rtl="0" eaLnBrk="1" fontAlgn="auto" latinLnBrk="0" hangingPunct="1">
                        <a:lnSpc>
                          <a:spcPct val="95000"/>
                        </a:lnSpc>
                        <a:spcBef>
                          <a:spcPts val="0"/>
                        </a:spcBef>
                        <a:spcAft>
                          <a:spcPts val="0"/>
                        </a:spcAft>
                        <a:buClrTx/>
                        <a:buSzTx/>
                        <a:buFontTx/>
                        <a:buNone/>
                        <a:tabLst/>
                        <a:defRPr/>
                      </a:pPr>
                      <a:r>
                        <a:rPr lang="en-GB" sz="1200" noProof="0"/>
                        <a:t>XX%</a:t>
                      </a:r>
                    </a:p>
                  </a:txBody>
                  <a:tcPr marL="72000" marR="72000" marT="72000" marB="72000" anchor="ctr">
                    <a:lnL w="12700" cmpd="sng">
                      <a:noFill/>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tc>
                  <a:txBody>
                    <a:bodyPr/>
                    <a:lstStyle/>
                    <a:p>
                      <a:pPr marL="0" marR="0" lvl="0" indent="0" algn="l" defTabSz="914309" rtl="0" eaLnBrk="1" fontAlgn="auto" latinLnBrk="0" hangingPunct="1">
                        <a:lnSpc>
                          <a:spcPct val="95000"/>
                        </a:lnSpc>
                        <a:spcBef>
                          <a:spcPts val="0"/>
                        </a:spcBef>
                        <a:spcAft>
                          <a:spcPts val="0"/>
                        </a:spcAft>
                        <a:buClrTx/>
                        <a:buSzTx/>
                        <a:buFontTx/>
                        <a:buNone/>
                        <a:tabLst/>
                        <a:defRPr/>
                      </a:pPr>
                      <a:r>
                        <a:rPr lang="en-GB" sz="1200" noProof="0" dirty="0"/>
                        <a:t>XX%</a:t>
                      </a:r>
                    </a:p>
                  </a:txBody>
                  <a:tcPr marL="72000" marR="72000" marT="72000" marB="72000" anchor="ctr">
                    <a:lnL w="12700" cap="flat" cmpd="sng" algn="ctr">
                      <a:noFill/>
                      <a:prstDash val="solid"/>
                      <a:round/>
                      <a:headEnd type="none" w="med" len="med"/>
                      <a:tailEnd type="none" w="med" len="med"/>
                    </a:lnL>
                    <a:lnR w="12700" cmpd="sng">
                      <a:noFill/>
                    </a:lnR>
                    <a:lnT w="12700" cap="flat" cmpd="sng" algn="ctr">
                      <a:solidFill>
                        <a:schemeClr val="bg1"/>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solidFill>
                      <a:schemeClr val="accent5"/>
                    </a:solidFill>
                  </a:tcPr>
                </a:tc>
                <a:extLst>
                  <a:ext uri="{0D108BD9-81ED-4DB2-BD59-A6C34878D82A}">
                    <a16:rowId xmlns:a16="http://schemas.microsoft.com/office/drawing/2014/main" val="2897765383"/>
                  </a:ext>
                </a:extLst>
              </a:tr>
            </a:tbl>
          </a:graphicData>
        </a:graphic>
      </p:graphicFrame>
      <p:sp>
        <p:nvSpPr>
          <p:cNvPr id="626" name="Textfeld 625">
            <a:extLst>
              <a:ext uri="{FF2B5EF4-FFF2-40B4-BE49-F238E27FC236}">
                <a16:creationId xmlns:a16="http://schemas.microsoft.com/office/drawing/2014/main" id="{2C781551-A1EC-56C2-C682-CC6262CBE68E}"/>
              </a:ext>
            </a:extLst>
          </p:cNvPr>
          <p:cNvSpPr txBox="1"/>
          <p:nvPr/>
        </p:nvSpPr>
        <p:spPr>
          <a:xfrm>
            <a:off x="9023350" y="647576"/>
            <a:ext cx="2648363" cy="615553"/>
          </a:xfrm>
          <a:prstGeom prst="rect">
            <a:avLst/>
          </a:prstGeom>
          <a:noFill/>
        </p:spPr>
        <p:txBody>
          <a:bodyPr wrap="square" lIns="144000" tIns="0" rIns="0" bIns="0">
            <a:spAutoFit/>
          </a:bodyPr>
          <a:lstStyle/>
          <a:p>
            <a:r>
              <a:rPr lang="en-GB" sz="2000" b="1" noProof="0" dirty="0">
                <a:solidFill>
                  <a:schemeClr val="accent1"/>
                </a:solidFill>
                <a:latin typeface="Arial" charset="0"/>
              </a:rPr>
              <a:t>Lorem ipsum </a:t>
            </a:r>
            <a:r>
              <a:rPr lang="en-GB" sz="2000" b="1" noProof="0" dirty="0" err="1">
                <a:solidFill>
                  <a:schemeClr val="accent1"/>
                </a:solidFill>
                <a:latin typeface="Arial" charset="0"/>
              </a:rPr>
              <a:t>dolor</a:t>
            </a:r>
            <a:r>
              <a:rPr lang="en-GB" sz="2000" b="1" noProof="0" dirty="0">
                <a:solidFill>
                  <a:schemeClr val="accent1"/>
                </a:solidFill>
                <a:latin typeface="Arial" charset="0"/>
              </a:rPr>
              <a:t> sit </a:t>
            </a:r>
            <a:r>
              <a:rPr lang="en-GB" sz="2000" b="1" noProof="0" dirty="0" err="1">
                <a:solidFill>
                  <a:schemeClr val="accent1"/>
                </a:solidFill>
                <a:latin typeface="Arial" charset="0"/>
              </a:rPr>
              <a:t>amet</a:t>
            </a:r>
            <a:r>
              <a:rPr lang="en-GB" sz="2000" b="1" noProof="0" dirty="0">
                <a:solidFill>
                  <a:schemeClr val="accent1"/>
                </a:solidFill>
                <a:latin typeface="Arial" charset="0"/>
              </a:rPr>
              <a:t> </a:t>
            </a:r>
            <a:r>
              <a:rPr lang="en-GB" sz="2000" b="1" noProof="0" dirty="0" err="1">
                <a:solidFill>
                  <a:schemeClr val="accent1"/>
                </a:solidFill>
                <a:latin typeface="Arial" charset="0"/>
              </a:rPr>
              <a:t>consetetur</a:t>
            </a:r>
            <a:r>
              <a:rPr lang="en-GB" sz="2000" b="1" noProof="0" dirty="0">
                <a:solidFill>
                  <a:schemeClr val="accent1"/>
                </a:solidFill>
                <a:latin typeface="Arial" charset="0"/>
              </a:rPr>
              <a:t> </a:t>
            </a:r>
            <a:endParaRPr lang="en-GB" sz="2000" noProof="0" dirty="0"/>
          </a:p>
        </p:txBody>
      </p:sp>
      <p:pic>
        <p:nvPicPr>
          <p:cNvPr id="6" name="Graphic 5">
            <a:extLst>
              <a:ext uri="{FF2B5EF4-FFF2-40B4-BE49-F238E27FC236}">
                <a16:creationId xmlns:a16="http://schemas.microsoft.com/office/drawing/2014/main" id="{7420E0C8-4B45-9963-52A7-61C3BDC60F3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691813" y="6223000"/>
            <a:ext cx="1498600" cy="635000"/>
          </a:xfrm>
          <a:prstGeom prst="rect">
            <a:avLst/>
          </a:prstGeom>
        </p:spPr>
      </p:pic>
      <p:sp>
        <p:nvSpPr>
          <p:cNvPr id="3" name="Foliennummernplatzhalter 7">
            <a:extLst>
              <a:ext uri="{FF2B5EF4-FFF2-40B4-BE49-F238E27FC236}">
                <a16:creationId xmlns:a16="http://schemas.microsoft.com/office/drawing/2014/main" id="{98848B67-E87B-4F15-F152-E6489EFE76EA}"/>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59</a:t>
            </a:fld>
            <a:endParaRPr lang="de-DE"/>
          </a:p>
        </p:txBody>
      </p:sp>
    </p:spTree>
    <p:extLst>
      <p:ext uri="{BB962C8B-B14F-4D97-AF65-F5344CB8AC3E}">
        <p14:creationId xmlns:p14="http://schemas.microsoft.com/office/powerpoint/2010/main" val="2014374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Rechteck 14">
            <a:extLst>
              <a:ext uri="{FF2B5EF4-FFF2-40B4-BE49-F238E27FC236}">
                <a16:creationId xmlns:a16="http://schemas.microsoft.com/office/drawing/2014/main" id="{5EE66DD9-D600-5502-7133-020350CF8584}"/>
              </a:ext>
            </a:extLst>
          </p:cNvPr>
          <p:cNvSpPr/>
          <p:nvPr/>
        </p:nvSpPr>
        <p:spPr>
          <a:xfrm>
            <a:off x="514347" y="2024063"/>
            <a:ext cx="8328028" cy="417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 name="Titel 1">
            <a:extLst>
              <a:ext uri="{FF2B5EF4-FFF2-40B4-BE49-F238E27FC236}">
                <a16:creationId xmlns:a16="http://schemas.microsoft.com/office/drawing/2014/main" id="{D0B6B489-EC80-E067-6360-2DFF77DC1E37}"/>
              </a:ext>
            </a:extLst>
          </p:cNvPr>
          <p:cNvSpPr>
            <a:spLocks noGrp="1"/>
          </p:cNvSpPr>
          <p:nvPr>
            <p:ph type="title"/>
          </p:nvPr>
        </p:nvSpPr>
        <p:spPr/>
        <p:txBody>
          <a:bodyPr/>
          <a:lstStyle/>
          <a:p>
            <a:pPr>
              <a:lnSpc>
                <a:spcPct val="95000"/>
              </a:lnSpc>
            </a:pPr>
            <a:r>
              <a:rPr lang="en-GB" noProof="0" dirty="0"/>
              <a:t>Lorem ipsum </a:t>
            </a:r>
            <a:r>
              <a:rPr lang="en-GB" noProof="0" dirty="0" err="1"/>
              <a:t>dolor</a:t>
            </a:r>
            <a:r>
              <a:rPr lang="en-GB" noProof="0" dirty="0"/>
              <a:t> sit </a:t>
            </a:r>
            <a:r>
              <a:rPr lang="en-GB" noProof="0" dirty="0" err="1"/>
              <a:t>amet</a:t>
            </a:r>
            <a:r>
              <a:rPr lang="en-GB" noProof="0" dirty="0"/>
              <a:t>, </a:t>
            </a:r>
            <a:br>
              <a:rPr lang="en-GB" noProof="0" dirty="0"/>
            </a:br>
            <a:r>
              <a:rPr lang="en-GB" noProof="0" dirty="0" err="1"/>
              <a:t>consetetur</a:t>
            </a:r>
            <a:r>
              <a:rPr lang="en-GB" noProof="0" dirty="0"/>
              <a:t> </a:t>
            </a:r>
            <a:r>
              <a:rPr lang="en-GB" noProof="0" dirty="0" err="1"/>
              <a:t>sadipscing</a:t>
            </a:r>
            <a:r>
              <a:rPr lang="en-GB" noProof="0" dirty="0"/>
              <a:t> </a:t>
            </a:r>
            <a:r>
              <a:rPr lang="en-GB" noProof="0" dirty="0" err="1"/>
              <a:t>elitr</a:t>
            </a:r>
            <a:r>
              <a:rPr lang="en-GB" noProof="0" dirty="0"/>
              <a:t> </a:t>
            </a:r>
            <a:r>
              <a:rPr lang="en-GB" noProof="0" dirty="0" err="1"/>
              <a:t>sed</a:t>
            </a:r>
            <a:endParaRPr lang="en-GB" noProof="0" dirty="0"/>
          </a:p>
        </p:txBody>
      </p:sp>
      <p:graphicFrame>
        <p:nvGraphicFramePr>
          <p:cNvPr id="16" name="Tabelle 15">
            <a:extLst>
              <a:ext uri="{FF2B5EF4-FFF2-40B4-BE49-F238E27FC236}">
                <a16:creationId xmlns:a16="http://schemas.microsoft.com/office/drawing/2014/main" id="{F13A6A00-329F-3C63-EAEA-93A755706129}"/>
              </a:ext>
            </a:extLst>
          </p:cNvPr>
          <p:cNvGraphicFramePr>
            <a:graphicFrameLocks noGrp="1"/>
          </p:cNvGraphicFramePr>
          <p:nvPr/>
        </p:nvGraphicFramePr>
        <p:xfrm>
          <a:off x="658347" y="2477930"/>
          <a:ext cx="8028918" cy="3578844"/>
        </p:xfrm>
        <a:graphic>
          <a:graphicData uri="http://schemas.openxmlformats.org/drawingml/2006/table">
            <a:tbl>
              <a:tblPr firstRow="1" bandRow="1">
                <a:tableStyleId>{5C22544A-7EE6-4342-B048-85BDC9FD1C3A}</a:tableStyleId>
              </a:tblPr>
              <a:tblGrid>
                <a:gridCol w="2506766">
                  <a:extLst>
                    <a:ext uri="{9D8B030D-6E8A-4147-A177-3AD203B41FA5}">
                      <a16:colId xmlns:a16="http://schemas.microsoft.com/office/drawing/2014/main" val="411402726"/>
                    </a:ext>
                  </a:extLst>
                </a:gridCol>
                <a:gridCol w="1380538">
                  <a:extLst>
                    <a:ext uri="{9D8B030D-6E8A-4147-A177-3AD203B41FA5}">
                      <a16:colId xmlns:a16="http://schemas.microsoft.com/office/drawing/2014/main" val="1628167515"/>
                    </a:ext>
                  </a:extLst>
                </a:gridCol>
                <a:gridCol w="1380538">
                  <a:extLst>
                    <a:ext uri="{9D8B030D-6E8A-4147-A177-3AD203B41FA5}">
                      <a16:colId xmlns:a16="http://schemas.microsoft.com/office/drawing/2014/main" val="3811247389"/>
                    </a:ext>
                  </a:extLst>
                </a:gridCol>
                <a:gridCol w="1380538">
                  <a:extLst>
                    <a:ext uri="{9D8B030D-6E8A-4147-A177-3AD203B41FA5}">
                      <a16:colId xmlns:a16="http://schemas.microsoft.com/office/drawing/2014/main" val="3297979197"/>
                    </a:ext>
                  </a:extLst>
                </a:gridCol>
                <a:gridCol w="1380538">
                  <a:extLst>
                    <a:ext uri="{9D8B030D-6E8A-4147-A177-3AD203B41FA5}">
                      <a16:colId xmlns:a16="http://schemas.microsoft.com/office/drawing/2014/main" val="680775683"/>
                    </a:ext>
                  </a:extLst>
                </a:gridCol>
              </a:tblGrid>
              <a:tr h="426662">
                <a:tc>
                  <a:txBody>
                    <a:bodyPr/>
                    <a:lstStyle/>
                    <a:p>
                      <a:pPr>
                        <a:lnSpc>
                          <a:spcPct val="110000"/>
                        </a:lnSpc>
                      </a:pPr>
                      <a:endParaRPr lang="en-GB" noProof="0">
                        <a:solidFill>
                          <a:schemeClr val="accent1"/>
                        </a:solidFill>
                      </a:endParaRPr>
                    </a:p>
                  </a:txBody>
                  <a:tcPr marL="0" marR="72000" marT="72000" marB="72000" anchor="ctr">
                    <a:lnB w="19050" cap="flat" cmpd="sng" algn="ctr">
                      <a:solidFill>
                        <a:schemeClr val="accent5"/>
                      </a:solidFill>
                      <a:prstDash val="solid"/>
                      <a:round/>
                      <a:headEnd type="none" w="med" len="med"/>
                      <a:tailEnd type="none" w="med" len="med"/>
                    </a:lnB>
                    <a:solidFill>
                      <a:schemeClr val="bg1"/>
                    </a:solidFill>
                  </a:tcPr>
                </a:tc>
                <a:tc gridSpan="2">
                  <a:txBody>
                    <a:bodyPr/>
                    <a:lstStyle/>
                    <a:p>
                      <a:pPr algn="r">
                        <a:lnSpc>
                          <a:spcPct val="110000"/>
                        </a:lnSpc>
                      </a:pPr>
                      <a:r>
                        <a:rPr lang="en-GB" noProof="0">
                          <a:solidFill>
                            <a:schemeClr val="accent1"/>
                          </a:solidFill>
                        </a:rPr>
                        <a:t>Lorem Ipsum </a:t>
                      </a:r>
                      <a:r>
                        <a:rPr lang="en-GB" noProof="0" err="1">
                          <a:solidFill>
                            <a:schemeClr val="accent1"/>
                          </a:solidFill>
                        </a:rPr>
                        <a:t>dolor</a:t>
                      </a:r>
                      <a:endParaRPr lang="en-GB" noProof="0">
                        <a:solidFill>
                          <a:schemeClr val="accent1"/>
                        </a:solidFill>
                      </a:endParaRPr>
                    </a:p>
                  </a:txBody>
                  <a:tcPr marL="72000" marR="72000" marT="72000" marB="72000" anchor="ctr">
                    <a:lnB w="19050" cap="flat" cmpd="sng" algn="ctr">
                      <a:solidFill>
                        <a:schemeClr val="accent5"/>
                      </a:solidFill>
                      <a:prstDash val="solid"/>
                      <a:round/>
                      <a:headEnd type="none" w="med" len="med"/>
                      <a:tailEnd type="none" w="med" len="med"/>
                    </a:lnB>
                    <a:solidFill>
                      <a:schemeClr val="bg1"/>
                    </a:solidFill>
                  </a:tcPr>
                </a:tc>
                <a:tc hMerge="1">
                  <a:txBody>
                    <a:bodyPr/>
                    <a:lstStyle/>
                    <a:p>
                      <a:endParaRPr dirty="0"/>
                    </a:p>
                  </a:txBody>
                  <a:tcPr marL="72000" marR="72000" marT="72000" marB="72000" anchor="ctr">
                    <a:lnB w="19050" cap="flat" cmpd="sng" algn="ctr">
                      <a:solidFill>
                        <a:schemeClr val="accent5"/>
                      </a:solidFill>
                      <a:prstDash val="solid"/>
                      <a:round/>
                      <a:headEnd type="none" w="med" len="med"/>
                      <a:tailEnd type="none" w="med" len="med"/>
                    </a:lnB>
                    <a:solidFill>
                      <a:schemeClr val="bg1"/>
                    </a:solidFill>
                  </a:tcPr>
                </a:tc>
                <a:tc gridSpan="2">
                  <a:txBody>
                    <a:bodyPr/>
                    <a:lstStyle/>
                    <a:p>
                      <a:pPr algn="r">
                        <a:lnSpc>
                          <a:spcPct val="110000"/>
                        </a:lnSpc>
                      </a:pPr>
                      <a:r>
                        <a:rPr lang="en-GB" noProof="0">
                          <a:solidFill>
                            <a:schemeClr val="accent1"/>
                          </a:solidFill>
                        </a:rPr>
                        <a:t>Lorem Ipsum </a:t>
                      </a:r>
                      <a:r>
                        <a:rPr lang="en-GB" noProof="0" err="1">
                          <a:solidFill>
                            <a:schemeClr val="accent1"/>
                          </a:solidFill>
                        </a:rPr>
                        <a:t>dolor</a:t>
                      </a:r>
                      <a:endParaRPr lang="en-GB" noProof="0">
                        <a:solidFill>
                          <a:schemeClr val="accent1"/>
                        </a:solidFill>
                      </a:endParaRPr>
                    </a:p>
                  </a:txBody>
                  <a:tcPr marL="72000" marR="72000" marT="72000" marB="72000" anchor="ctr">
                    <a:lnB w="19050" cap="flat" cmpd="sng" algn="ctr">
                      <a:solidFill>
                        <a:schemeClr val="accent5"/>
                      </a:solidFill>
                      <a:prstDash val="solid"/>
                      <a:round/>
                      <a:headEnd type="none" w="med" len="med"/>
                      <a:tailEnd type="none" w="med" len="med"/>
                    </a:lnB>
                    <a:solidFill>
                      <a:schemeClr val="bg1"/>
                    </a:solidFill>
                  </a:tcPr>
                </a:tc>
                <a:tc hMerge="1">
                  <a:txBody>
                    <a:bodyPr/>
                    <a:lstStyle/>
                    <a:p>
                      <a:endParaRPr dirty="0"/>
                    </a:p>
                  </a:txBody>
                  <a:tcPr marL="72000" marR="72000" marT="72000" marB="72000" anchor="ctr">
                    <a:lnB w="1905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156493197"/>
                  </a:ext>
                </a:extLst>
              </a:tr>
              <a:tr h="654564">
                <a:tc>
                  <a:txBody>
                    <a:bodyPr/>
                    <a:lstStyle/>
                    <a:p>
                      <a:pPr marL="0" marR="0" lvl="0" indent="0" algn="l" defTabSz="914309" rtl="0" eaLnBrk="1" fontAlgn="auto" latinLnBrk="0" hangingPunct="1">
                        <a:lnSpc>
                          <a:spcPct val="110000"/>
                        </a:lnSpc>
                        <a:spcBef>
                          <a:spcPts val="0"/>
                        </a:spcBef>
                        <a:spcAft>
                          <a:spcPts val="0"/>
                        </a:spcAft>
                        <a:buClrTx/>
                        <a:buSzTx/>
                        <a:buFontTx/>
                        <a:buNone/>
                        <a:tabLst/>
                        <a:defRPr/>
                      </a:pPr>
                      <a:endParaRPr lang="en-GB" noProof="0"/>
                    </a:p>
                  </a:txBody>
                  <a:tcPr marL="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marL="0" marR="0" lvl="0" indent="0" algn="r" defTabSz="914309" rtl="0" eaLnBrk="1" fontAlgn="auto" latinLnBrk="0" hangingPunct="1">
                        <a:lnSpc>
                          <a:spcPct val="110000"/>
                        </a:lnSpc>
                        <a:spcBef>
                          <a:spcPts val="0"/>
                        </a:spcBef>
                        <a:spcAft>
                          <a:spcPts val="0"/>
                        </a:spcAft>
                        <a:buClrTx/>
                        <a:buSzTx/>
                        <a:buFontTx/>
                        <a:buNone/>
                        <a:tabLst/>
                        <a:defRPr/>
                      </a:pPr>
                      <a:r>
                        <a:rPr lang="en-GB" sz="1800" b="1" noProof="0">
                          <a:solidFill>
                            <a:schemeClr val="accent1"/>
                          </a:solidFill>
                          <a:latin typeface="+mn-lt"/>
                          <a:sym typeface="Arial"/>
                        </a:rPr>
                        <a:t>€</a:t>
                      </a:r>
                      <a:endParaRPr lang="en-GB" noProof="0"/>
                    </a:p>
                  </a:txBody>
                  <a:tcPr marL="7200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marL="0" marR="0" lvl="0" indent="0" algn="r" defTabSz="914309" rtl="0" eaLnBrk="1" fontAlgn="auto" latinLnBrk="0" hangingPunct="1">
                        <a:lnSpc>
                          <a:spcPct val="110000"/>
                        </a:lnSpc>
                        <a:spcBef>
                          <a:spcPts val="0"/>
                        </a:spcBef>
                        <a:spcAft>
                          <a:spcPts val="0"/>
                        </a:spcAft>
                        <a:buClrTx/>
                        <a:buSzTx/>
                        <a:buFontTx/>
                        <a:buNone/>
                        <a:tabLst/>
                        <a:defRPr/>
                      </a:pPr>
                      <a:r>
                        <a:rPr lang="en-GB" sz="1800" b="1" noProof="0">
                          <a:solidFill>
                            <a:schemeClr val="accent1"/>
                          </a:solidFill>
                          <a:latin typeface="+mn-lt"/>
                          <a:sym typeface="Arial"/>
                        </a:rPr>
                        <a:t>%</a:t>
                      </a:r>
                      <a:endParaRPr lang="en-GB" noProof="0"/>
                    </a:p>
                  </a:txBody>
                  <a:tcPr marL="7200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marL="0" marR="0" lvl="0" indent="0" algn="r" defTabSz="914309" rtl="0" eaLnBrk="1" fontAlgn="auto" latinLnBrk="0" hangingPunct="1">
                        <a:lnSpc>
                          <a:spcPct val="110000"/>
                        </a:lnSpc>
                        <a:spcBef>
                          <a:spcPts val="0"/>
                        </a:spcBef>
                        <a:spcAft>
                          <a:spcPts val="0"/>
                        </a:spcAft>
                        <a:buClrTx/>
                        <a:buSzTx/>
                        <a:buFontTx/>
                        <a:buNone/>
                        <a:tabLst/>
                        <a:defRPr/>
                      </a:pPr>
                      <a:r>
                        <a:rPr lang="en-GB" sz="1800" b="1" noProof="0">
                          <a:solidFill>
                            <a:schemeClr val="accent1"/>
                          </a:solidFill>
                          <a:latin typeface="+mn-lt"/>
                          <a:sym typeface="Arial"/>
                        </a:rPr>
                        <a:t>€</a:t>
                      </a:r>
                      <a:endParaRPr lang="en-GB" noProof="0"/>
                    </a:p>
                  </a:txBody>
                  <a:tcPr marL="7200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marL="0" marR="0" lvl="0" indent="0" algn="r" defTabSz="914309" rtl="0" eaLnBrk="1" fontAlgn="auto" latinLnBrk="0" hangingPunct="1">
                        <a:lnSpc>
                          <a:spcPct val="110000"/>
                        </a:lnSpc>
                        <a:spcBef>
                          <a:spcPts val="0"/>
                        </a:spcBef>
                        <a:spcAft>
                          <a:spcPts val="0"/>
                        </a:spcAft>
                        <a:buClrTx/>
                        <a:buSzTx/>
                        <a:buFontTx/>
                        <a:buNone/>
                        <a:tabLst/>
                        <a:defRPr/>
                      </a:pPr>
                      <a:r>
                        <a:rPr lang="en-GB" sz="1800" b="1" noProof="0">
                          <a:solidFill>
                            <a:schemeClr val="accent1"/>
                          </a:solidFill>
                          <a:latin typeface="+mn-lt"/>
                          <a:sym typeface="Arial"/>
                        </a:rPr>
                        <a:t>%</a:t>
                      </a:r>
                      <a:endParaRPr lang="en-GB" noProof="0"/>
                    </a:p>
                  </a:txBody>
                  <a:tcPr marL="7200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1265415830"/>
                  </a:ext>
                </a:extLst>
              </a:tr>
              <a:tr h="654564">
                <a:tc>
                  <a:txBody>
                    <a:bodyPr/>
                    <a:lstStyle/>
                    <a:p>
                      <a:pPr marL="0" marR="0" lvl="0" indent="0" algn="l" defTabSz="914309" rtl="0" eaLnBrk="1" fontAlgn="auto" latinLnBrk="0" hangingPunct="1">
                        <a:lnSpc>
                          <a:spcPct val="110000"/>
                        </a:lnSpc>
                        <a:spcBef>
                          <a:spcPts val="0"/>
                        </a:spcBef>
                        <a:spcAft>
                          <a:spcPts val="0"/>
                        </a:spcAft>
                        <a:buClrTx/>
                        <a:buSzTx/>
                        <a:buFontTx/>
                        <a:buNone/>
                        <a:tabLst/>
                        <a:defRPr/>
                      </a:pPr>
                      <a:r>
                        <a:rPr lang="en-GB" noProof="0"/>
                        <a:t>Lorem Ipsum sit </a:t>
                      </a:r>
                      <a:r>
                        <a:rPr lang="en-GB" noProof="0" err="1"/>
                        <a:t>amet</a:t>
                      </a:r>
                      <a:endParaRPr lang="en-GB" noProof="0"/>
                    </a:p>
                  </a:txBody>
                  <a:tcPr marL="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marL="0" marR="0" lvl="0" indent="0" algn="r" defTabSz="914309" rtl="0" eaLnBrk="1" fontAlgn="auto" latinLnBrk="0" hangingPunct="1">
                        <a:lnSpc>
                          <a:spcPct val="110000"/>
                        </a:lnSpc>
                        <a:spcBef>
                          <a:spcPts val="0"/>
                        </a:spcBef>
                        <a:spcAft>
                          <a:spcPts val="0"/>
                        </a:spcAft>
                        <a:buClrTx/>
                        <a:buSzTx/>
                        <a:buFontTx/>
                        <a:buNone/>
                        <a:tabLst/>
                        <a:defRPr/>
                      </a:pPr>
                      <a:r>
                        <a:rPr lang="en-GB" noProof="0" dirty="0" err="1"/>
                        <a:t>xx.xxx</a:t>
                      </a:r>
                      <a:endParaRPr lang="en-GB" noProof="0" dirty="0"/>
                    </a:p>
                  </a:txBody>
                  <a:tcPr marL="72000" marR="72000" marT="72000" marB="72000" anchor="ctr">
                    <a:lnR w="1270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accent5"/>
                    </a:solidFill>
                  </a:tcPr>
                </a:tc>
                <a:tc>
                  <a:txBody>
                    <a:bodyPr/>
                    <a:lstStyle/>
                    <a:p>
                      <a:pPr marL="0" marR="0" lvl="0" indent="0" algn="r" defTabSz="914309" rtl="0" eaLnBrk="1" fontAlgn="auto" latinLnBrk="0" hangingPunct="1">
                        <a:lnSpc>
                          <a:spcPct val="110000"/>
                        </a:lnSpc>
                        <a:spcBef>
                          <a:spcPts val="0"/>
                        </a:spcBef>
                        <a:spcAft>
                          <a:spcPts val="0"/>
                        </a:spcAft>
                        <a:buClrTx/>
                        <a:buSzTx/>
                        <a:buFontTx/>
                        <a:buNone/>
                        <a:tabLst/>
                        <a:defRPr/>
                      </a:pPr>
                      <a:r>
                        <a:rPr lang="en-GB" noProof="0" err="1"/>
                        <a:t>xx.xxx</a:t>
                      </a:r>
                      <a:endParaRPr lang="en-GB" noProof="0"/>
                    </a:p>
                  </a:txBody>
                  <a:tcPr marL="72000" marR="72000" marT="72000" marB="72000" anchor="ctr">
                    <a:lnL w="12700" cap="flat" cmpd="sng" algn="ctr">
                      <a:solidFill>
                        <a:schemeClr val="accent5"/>
                      </a:solidFill>
                      <a:prstDash val="solid"/>
                      <a:round/>
                      <a:headEnd type="none" w="med" len="med"/>
                      <a:tailEnd type="none" w="med" len="med"/>
                    </a:lnL>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accent5"/>
                    </a:solidFill>
                  </a:tcPr>
                </a:tc>
                <a:tc>
                  <a:txBody>
                    <a:bodyPr/>
                    <a:lstStyle/>
                    <a:p>
                      <a:pPr marL="0" marR="0" lvl="0" indent="0" algn="r" defTabSz="914309" rtl="0" eaLnBrk="1" fontAlgn="auto" latinLnBrk="0" hangingPunct="1">
                        <a:lnSpc>
                          <a:spcPct val="110000"/>
                        </a:lnSpc>
                        <a:spcBef>
                          <a:spcPts val="0"/>
                        </a:spcBef>
                        <a:spcAft>
                          <a:spcPts val="0"/>
                        </a:spcAft>
                        <a:buClrTx/>
                        <a:buSzTx/>
                        <a:buFontTx/>
                        <a:buNone/>
                        <a:tabLst/>
                        <a:defRPr/>
                      </a:pPr>
                      <a:r>
                        <a:rPr lang="en-GB" noProof="0" err="1"/>
                        <a:t>xx.xxx</a:t>
                      </a:r>
                      <a:endParaRPr lang="en-GB" noProof="0"/>
                    </a:p>
                  </a:txBody>
                  <a:tcPr marL="7200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marL="0" marR="0" lvl="0" indent="0" algn="r" defTabSz="914309" rtl="0" eaLnBrk="1" fontAlgn="auto" latinLnBrk="0" hangingPunct="1">
                        <a:lnSpc>
                          <a:spcPct val="110000"/>
                        </a:lnSpc>
                        <a:spcBef>
                          <a:spcPts val="0"/>
                        </a:spcBef>
                        <a:spcAft>
                          <a:spcPts val="0"/>
                        </a:spcAft>
                        <a:buClrTx/>
                        <a:buSzTx/>
                        <a:buFontTx/>
                        <a:buNone/>
                        <a:tabLst/>
                        <a:defRPr/>
                      </a:pPr>
                      <a:r>
                        <a:rPr lang="en-GB" noProof="0" err="1"/>
                        <a:t>xx.xxx</a:t>
                      </a:r>
                      <a:endParaRPr lang="en-GB" noProof="0"/>
                    </a:p>
                  </a:txBody>
                  <a:tcPr marL="7200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685015148"/>
                  </a:ext>
                </a:extLst>
              </a:tr>
              <a:tr h="654564">
                <a:tc>
                  <a:txBody>
                    <a:bodyPr/>
                    <a:lstStyle/>
                    <a:p>
                      <a:pPr marL="0" marR="0" lvl="0" indent="0" algn="l" defTabSz="914309" rtl="0" eaLnBrk="1" fontAlgn="auto" latinLnBrk="0" hangingPunct="1">
                        <a:lnSpc>
                          <a:spcPct val="110000"/>
                        </a:lnSpc>
                        <a:spcBef>
                          <a:spcPts val="0"/>
                        </a:spcBef>
                        <a:spcAft>
                          <a:spcPts val="0"/>
                        </a:spcAft>
                        <a:buClrTx/>
                        <a:buSzTx/>
                        <a:buFontTx/>
                        <a:buNone/>
                        <a:tabLst/>
                        <a:defRPr/>
                      </a:pPr>
                      <a:r>
                        <a:rPr lang="en-GB" noProof="0"/>
                        <a:t>Lorem Ipsum sit </a:t>
                      </a:r>
                      <a:r>
                        <a:rPr lang="en-GB" noProof="0" err="1"/>
                        <a:t>amet</a:t>
                      </a:r>
                      <a:endParaRPr lang="en-GB" noProof="0"/>
                    </a:p>
                  </a:txBody>
                  <a:tcPr marL="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marL="0" marR="0" lvl="0" indent="0" algn="r" defTabSz="914309" rtl="0" eaLnBrk="1" fontAlgn="auto" latinLnBrk="0" hangingPunct="1">
                        <a:lnSpc>
                          <a:spcPct val="110000"/>
                        </a:lnSpc>
                        <a:spcBef>
                          <a:spcPts val="0"/>
                        </a:spcBef>
                        <a:spcAft>
                          <a:spcPts val="0"/>
                        </a:spcAft>
                        <a:buClrTx/>
                        <a:buSzTx/>
                        <a:buFontTx/>
                        <a:buNone/>
                        <a:tabLst/>
                        <a:defRPr/>
                      </a:pPr>
                      <a:r>
                        <a:rPr lang="en-GB" noProof="0" err="1"/>
                        <a:t>xx.xxx</a:t>
                      </a:r>
                      <a:endParaRPr lang="en-GB" noProof="0"/>
                    </a:p>
                  </a:txBody>
                  <a:tcPr marL="72000" marR="72000" marT="72000" marB="72000" anchor="ctr">
                    <a:lnR w="1270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accent5"/>
                    </a:solidFill>
                  </a:tcPr>
                </a:tc>
                <a:tc>
                  <a:txBody>
                    <a:bodyPr/>
                    <a:lstStyle/>
                    <a:p>
                      <a:pPr marL="0" marR="0" lvl="0" indent="0" algn="r" defTabSz="914309" rtl="0" eaLnBrk="1" fontAlgn="auto" latinLnBrk="0" hangingPunct="1">
                        <a:lnSpc>
                          <a:spcPct val="110000"/>
                        </a:lnSpc>
                        <a:spcBef>
                          <a:spcPts val="0"/>
                        </a:spcBef>
                        <a:spcAft>
                          <a:spcPts val="0"/>
                        </a:spcAft>
                        <a:buClrTx/>
                        <a:buSzTx/>
                        <a:buFontTx/>
                        <a:buNone/>
                        <a:tabLst/>
                        <a:defRPr/>
                      </a:pPr>
                      <a:r>
                        <a:rPr lang="en-GB" noProof="0" err="1"/>
                        <a:t>xx.xxx</a:t>
                      </a:r>
                      <a:endParaRPr lang="en-GB" noProof="0"/>
                    </a:p>
                  </a:txBody>
                  <a:tcPr marL="72000" marR="72000" marT="72000" marB="72000" anchor="ctr">
                    <a:lnL w="12700" cap="flat" cmpd="sng" algn="ctr">
                      <a:solidFill>
                        <a:schemeClr val="accent5"/>
                      </a:solidFill>
                      <a:prstDash val="solid"/>
                      <a:round/>
                      <a:headEnd type="none" w="med" len="med"/>
                      <a:tailEnd type="none" w="med" len="med"/>
                    </a:lnL>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accent5"/>
                    </a:solidFill>
                  </a:tcPr>
                </a:tc>
                <a:tc>
                  <a:txBody>
                    <a:bodyPr/>
                    <a:lstStyle/>
                    <a:p>
                      <a:pPr marL="0" marR="0" lvl="0" indent="0" algn="r" defTabSz="914309" rtl="0" eaLnBrk="1" fontAlgn="auto" latinLnBrk="0" hangingPunct="1">
                        <a:lnSpc>
                          <a:spcPct val="110000"/>
                        </a:lnSpc>
                        <a:spcBef>
                          <a:spcPts val="0"/>
                        </a:spcBef>
                        <a:spcAft>
                          <a:spcPts val="0"/>
                        </a:spcAft>
                        <a:buClrTx/>
                        <a:buSzTx/>
                        <a:buFontTx/>
                        <a:buNone/>
                        <a:tabLst/>
                        <a:defRPr/>
                      </a:pPr>
                      <a:r>
                        <a:rPr lang="en-GB" noProof="0" err="1"/>
                        <a:t>xx.xxx</a:t>
                      </a:r>
                      <a:endParaRPr lang="en-GB" noProof="0"/>
                    </a:p>
                  </a:txBody>
                  <a:tcPr marL="7200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marL="0" marR="0" lvl="0" indent="0" algn="r" defTabSz="914309" rtl="0" eaLnBrk="1" fontAlgn="auto" latinLnBrk="0" hangingPunct="1">
                        <a:lnSpc>
                          <a:spcPct val="110000"/>
                        </a:lnSpc>
                        <a:spcBef>
                          <a:spcPts val="0"/>
                        </a:spcBef>
                        <a:spcAft>
                          <a:spcPts val="0"/>
                        </a:spcAft>
                        <a:buClrTx/>
                        <a:buSzTx/>
                        <a:buFontTx/>
                        <a:buNone/>
                        <a:tabLst/>
                        <a:defRPr/>
                      </a:pPr>
                      <a:r>
                        <a:rPr lang="en-GB" noProof="0" dirty="0" err="1"/>
                        <a:t>xx.xxx</a:t>
                      </a:r>
                      <a:endParaRPr lang="en-GB" noProof="0" dirty="0"/>
                    </a:p>
                  </a:txBody>
                  <a:tcPr marL="7200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972103307"/>
                  </a:ext>
                </a:extLst>
              </a:tr>
              <a:tr h="654564">
                <a:tc>
                  <a:txBody>
                    <a:bodyPr/>
                    <a:lstStyle/>
                    <a:p>
                      <a:pPr marL="0" marR="0" lvl="0" indent="0" algn="l" defTabSz="914309" rtl="0" eaLnBrk="1" fontAlgn="auto" latinLnBrk="0" hangingPunct="1">
                        <a:lnSpc>
                          <a:spcPct val="110000"/>
                        </a:lnSpc>
                        <a:spcBef>
                          <a:spcPts val="0"/>
                        </a:spcBef>
                        <a:spcAft>
                          <a:spcPts val="0"/>
                        </a:spcAft>
                        <a:buClrTx/>
                        <a:buSzTx/>
                        <a:buFontTx/>
                        <a:buNone/>
                        <a:tabLst/>
                        <a:defRPr/>
                      </a:pPr>
                      <a:r>
                        <a:rPr lang="en-GB" noProof="0"/>
                        <a:t>Lorem Ipsum sit </a:t>
                      </a:r>
                      <a:r>
                        <a:rPr lang="en-GB" noProof="0" err="1"/>
                        <a:t>amet</a:t>
                      </a:r>
                      <a:endParaRPr lang="en-GB" noProof="0"/>
                    </a:p>
                  </a:txBody>
                  <a:tcPr marL="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marL="0" marR="0" lvl="0" indent="0" algn="r" defTabSz="914309" rtl="0" eaLnBrk="1" fontAlgn="auto" latinLnBrk="0" hangingPunct="1">
                        <a:lnSpc>
                          <a:spcPct val="110000"/>
                        </a:lnSpc>
                        <a:spcBef>
                          <a:spcPts val="0"/>
                        </a:spcBef>
                        <a:spcAft>
                          <a:spcPts val="0"/>
                        </a:spcAft>
                        <a:buClrTx/>
                        <a:buSzTx/>
                        <a:buFontTx/>
                        <a:buNone/>
                        <a:tabLst/>
                        <a:defRPr/>
                      </a:pPr>
                      <a:r>
                        <a:rPr lang="en-GB" noProof="0" err="1"/>
                        <a:t>xx.xxx</a:t>
                      </a:r>
                      <a:endParaRPr lang="en-GB" noProof="0"/>
                    </a:p>
                  </a:txBody>
                  <a:tcPr marL="72000" marR="72000" marT="72000" marB="72000" anchor="ctr">
                    <a:lnR w="1270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accent5"/>
                    </a:solidFill>
                  </a:tcPr>
                </a:tc>
                <a:tc>
                  <a:txBody>
                    <a:bodyPr/>
                    <a:lstStyle/>
                    <a:p>
                      <a:pPr marL="0" marR="0" lvl="0" indent="0" algn="r" defTabSz="914309" rtl="0" eaLnBrk="1" fontAlgn="auto" latinLnBrk="0" hangingPunct="1">
                        <a:lnSpc>
                          <a:spcPct val="110000"/>
                        </a:lnSpc>
                        <a:spcBef>
                          <a:spcPts val="0"/>
                        </a:spcBef>
                        <a:spcAft>
                          <a:spcPts val="0"/>
                        </a:spcAft>
                        <a:buClrTx/>
                        <a:buSzTx/>
                        <a:buFontTx/>
                        <a:buNone/>
                        <a:tabLst/>
                        <a:defRPr/>
                      </a:pPr>
                      <a:r>
                        <a:rPr lang="en-GB" noProof="0" err="1"/>
                        <a:t>xx.xxx</a:t>
                      </a:r>
                      <a:endParaRPr lang="en-GB" noProof="0"/>
                    </a:p>
                  </a:txBody>
                  <a:tcPr marL="72000" marR="72000" marT="72000" marB="72000" anchor="ctr">
                    <a:lnL w="12700" cap="flat" cmpd="sng" algn="ctr">
                      <a:solidFill>
                        <a:schemeClr val="accent5"/>
                      </a:solidFill>
                      <a:prstDash val="solid"/>
                      <a:round/>
                      <a:headEnd type="none" w="med" len="med"/>
                      <a:tailEnd type="none" w="med" len="med"/>
                    </a:lnL>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accent5"/>
                    </a:solidFill>
                  </a:tcPr>
                </a:tc>
                <a:tc>
                  <a:txBody>
                    <a:bodyPr/>
                    <a:lstStyle/>
                    <a:p>
                      <a:pPr marL="0" marR="0" lvl="0" indent="0" algn="r" defTabSz="914309" rtl="0" eaLnBrk="1" fontAlgn="auto" latinLnBrk="0" hangingPunct="1">
                        <a:lnSpc>
                          <a:spcPct val="110000"/>
                        </a:lnSpc>
                        <a:spcBef>
                          <a:spcPts val="0"/>
                        </a:spcBef>
                        <a:spcAft>
                          <a:spcPts val="0"/>
                        </a:spcAft>
                        <a:buClrTx/>
                        <a:buSzTx/>
                        <a:buFontTx/>
                        <a:buNone/>
                        <a:tabLst/>
                        <a:defRPr/>
                      </a:pPr>
                      <a:r>
                        <a:rPr lang="en-GB" noProof="0" err="1"/>
                        <a:t>xx.xxx</a:t>
                      </a:r>
                      <a:endParaRPr lang="en-GB" noProof="0"/>
                    </a:p>
                  </a:txBody>
                  <a:tcPr marL="7200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tc>
                  <a:txBody>
                    <a:bodyPr/>
                    <a:lstStyle/>
                    <a:p>
                      <a:pPr marL="0" marR="0" lvl="0" indent="0" algn="r" defTabSz="914309" rtl="0" eaLnBrk="1" fontAlgn="auto" latinLnBrk="0" hangingPunct="1">
                        <a:lnSpc>
                          <a:spcPct val="110000"/>
                        </a:lnSpc>
                        <a:spcBef>
                          <a:spcPts val="0"/>
                        </a:spcBef>
                        <a:spcAft>
                          <a:spcPts val="0"/>
                        </a:spcAft>
                        <a:buClrTx/>
                        <a:buSzTx/>
                        <a:buFontTx/>
                        <a:buNone/>
                        <a:tabLst/>
                        <a:defRPr/>
                      </a:pPr>
                      <a:r>
                        <a:rPr lang="en-GB" noProof="0" err="1"/>
                        <a:t>xx.xxx</a:t>
                      </a:r>
                      <a:endParaRPr lang="en-GB" noProof="0"/>
                    </a:p>
                  </a:txBody>
                  <a:tcPr marL="72000" marR="72000" marT="72000" marB="72000" anchor="ctr">
                    <a:lnT w="19050" cap="flat" cmpd="sng" algn="ctr">
                      <a:solidFill>
                        <a:schemeClr val="accent5"/>
                      </a:solidFill>
                      <a:prstDash val="solid"/>
                      <a:round/>
                      <a:headEnd type="none" w="med" len="med"/>
                      <a:tailEnd type="none" w="med" len="med"/>
                    </a:lnT>
                    <a:lnB w="19050" cap="flat" cmpd="sng" algn="ctr">
                      <a:solidFill>
                        <a:schemeClr val="accent5"/>
                      </a:solidFill>
                      <a:prstDash val="solid"/>
                      <a:round/>
                      <a:headEnd type="none" w="med" len="med"/>
                      <a:tailEnd type="none" w="med" len="med"/>
                    </a:lnB>
                    <a:solidFill>
                      <a:schemeClr val="bg1"/>
                    </a:solidFill>
                  </a:tcPr>
                </a:tc>
                <a:extLst>
                  <a:ext uri="{0D108BD9-81ED-4DB2-BD59-A6C34878D82A}">
                    <a16:rowId xmlns:a16="http://schemas.microsoft.com/office/drawing/2014/main" val="3134797145"/>
                  </a:ext>
                </a:extLst>
              </a:tr>
              <a:tr h="533926">
                <a:tc>
                  <a:txBody>
                    <a:bodyPr/>
                    <a:lstStyle/>
                    <a:p>
                      <a:pPr marL="0" marR="0" lvl="0" indent="0" algn="l" defTabSz="914309" rtl="0" eaLnBrk="1" fontAlgn="auto" latinLnBrk="0" hangingPunct="1">
                        <a:lnSpc>
                          <a:spcPct val="110000"/>
                        </a:lnSpc>
                        <a:spcBef>
                          <a:spcPts val="0"/>
                        </a:spcBef>
                        <a:spcAft>
                          <a:spcPts val="0"/>
                        </a:spcAft>
                        <a:buClrTx/>
                        <a:buSzTx/>
                        <a:buFontTx/>
                        <a:buNone/>
                        <a:tabLst/>
                        <a:defRPr/>
                      </a:pPr>
                      <a:r>
                        <a:rPr lang="en-GB" noProof="0"/>
                        <a:t>Lorem Ipsum sit </a:t>
                      </a:r>
                      <a:r>
                        <a:rPr lang="en-GB" noProof="0" err="1"/>
                        <a:t>amet</a:t>
                      </a:r>
                      <a:endParaRPr lang="en-GB" noProof="0"/>
                    </a:p>
                  </a:txBody>
                  <a:tcPr marL="0" marR="72000" marT="72000" marB="72000" anchor="ctr">
                    <a:lnT w="19050" cap="flat" cmpd="sng" algn="ctr">
                      <a:solidFill>
                        <a:schemeClr val="accent5"/>
                      </a:solidFill>
                      <a:prstDash val="solid"/>
                      <a:round/>
                      <a:headEnd type="none" w="med" len="med"/>
                      <a:tailEnd type="none" w="med" len="med"/>
                    </a:lnT>
                    <a:solidFill>
                      <a:schemeClr val="bg1"/>
                    </a:solidFill>
                  </a:tcPr>
                </a:tc>
                <a:tc>
                  <a:txBody>
                    <a:bodyPr/>
                    <a:lstStyle/>
                    <a:p>
                      <a:pPr marL="0" marR="0" lvl="0" indent="0" algn="r" defTabSz="914309" rtl="0" eaLnBrk="1" fontAlgn="auto" latinLnBrk="0" hangingPunct="1">
                        <a:lnSpc>
                          <a:spcPct val="110000"/>
                        </a:lnSpc>
                        <a:spcBef>
                          <a:spcPts val="0"/>
                        </a:spcBef>
                        <a:spcAft>
                          <a:spcPts val="0"/>
                        </a:spcAft>
                        <a:buClrTx/>
                        <a:buSzTx/>
                        <a:buFontTx/>
                        <a:buNone/>
                        <a:tabLst/>
                        <a:defRPr/>
                      </a:pPr>
                      <a:r>
                        <a:rPr lang="en-GB" noProof="0" err="1"/>
                        <a:t>xx.xxx</a:t>
                      </a:r>
                      <a:endParaRPr lang="en-GB" noProof="0"/>
                    </a:p>
                  </a:txBody>
                  <a:tcPr marL="72000" marR="72000" marT="72000" marB="72000" anchor="ctr">
                    <a:lnR w="12700" cap="flat" cmpd="sng" algn="ctr">
                      <a:solidFill>
                        <a:schemeClr val="accent5"/>
                      </a:solidFill>
                      <a:prstDash val="solid"/>
                      <a:round/>
                      <a:headEnd type="none" w="med" len="med"/>
                      <a:tailEnd type="none" w="med" len="med"/>
                    </a:lnR>
                    <a:lnT w="19050" cap="flat" cmpd="sng" algn="ctr">
                      <a:solidFill>
                        <a:schemeClr val="accent5"/>
                      </a:solidFill>
                      <a:prstDash val="solid"/>
                      <a:round/>
                      <a:headEnd type="none" w="med" len="med"/>
                      <a:tailEnd type="none" w="med" len="med"/>
                    </a:lnT>
                    <a:solidFill>
                      <a:schemeClr val="accent5"/>
                    </a:solidFill>
                  </a:tcPr>
                </a:tc>
                <a:tc>
                  <a:txBody>
                    <a:bodyPr/>
                    <a:lstStyle/>
                    <a:p>
                      <a:pPr marL="0" marR="0" lvl="0" indent="0" algn="r" defTabSz="914309" rtl="0" eaLnBrk="1" fontAlgn="auto" latinLnBrk="0" hangingPunct="1">
                        <a:lnSpc>
                          <a:spcPct val="110000"/>
                        </a:lnSpc>
                        <a:spcBef>
                          <a:spcPts val="0"/>
                        </a:spcBef>
                        <a:spcAft>
                          <a:spcPts val="0"/>
                        </a:spcAft>
                        <a:buClrTx/>
                        <a:buSzTx/>
                        <a:buFontTx/>
                        <a:buNone/>
                        <a:tabLst/>
                        <a:defRPr/>
                      </a:pPr>
                      <a:r>
                        <a:rPr lang="en-GB" noProof="0" err="1"/>
                        <a:t>xx.xxx</a:t>
                      </a:r>
                      <a:endParaRPr lang="en-GB" noProof="0"/>
                    </a:p>
                  </a:txBody>
                  <a:tcPr marL="72000" marR="72000" marT="72000" marB="72000" anchor="ctr">
                    <a:lnL w="12700" cap="flat" cmpd="sng" algn="ctr">
                      <a:solidFill>
                        <a:schemeClr val="accent5"/>
                      </a:solidFill>
                      <a:prstDash val="solid"/>
                      <a:round/>
                      <a:headEnd type="none" w="med" len="med"/>
                      <a:tailEnd type="none" w="med" len="med"/>
                    </a:lnL>
                    <a:lnT w="19050" cap="flat" cmpd="sng" algn="ctr">
                      <a:solidFill>
                        <a:schemeClr val="accent5"/>
                      </a:solidFill>
                      <a:prstDash val="solid"/>
                      <a:round/>
                      <a:headEnd type="none" w="med" len="med"/>
                      <a:tailEnd type="none" w="med" len="med"/>
                    </a:lnT>
                    <a:solidFill>
                      <a:schemeClr val="accent5"/>
                    </a:solidFill>
                  </a:tcPr>
                </a:tc>
                <a:tc>
                  <a:txBody>
                    <a:bodyPr/>
                    <a:lstStyle/>
                    <a:p>
                      <a:pPr marL="0" marR="0" lvl="0" indent="0" algn="r" defTabSz="914309" rtl="0" eaLnBrk="1" fontAlgn="auto" latinLnBrk="0" hangingPunct="1">
                        <a:lnSpc>
                          <a:spcPct val="110000"/>
                        </a:lnSpc>
                        <a:spcBef>
                          <a:spcPts val="0"/>
                        </a:spcBef>
                        <a:spcAft>
                          <a:spcPts val="0"/>
                        </a:spcAft>
                        <a:buClrTx/>
                        <a:buSzTx/>
                        <a:buFontTx/>
                        <a:buNone/>
                        <a:tabLst/>
                        <a:defRPr/>
                      </a:pPr>
                      <a:r>
                        <a:rPr lang="en-GB" noProof="0" err="1"/>
                        <a:t>xx.xxx</a:t>
                      </a:r>
                      <a:endParaRPr lang="en-GB" noProof="0"/>
                    </a:p>
                  </a:txBody>
                  <a:tcPr marL="72000" marR="72000" marT="72000" marB="72000" anchor="ctr">
                    <a:lnT w="19050" cap="flat" cmpd="sng" algn="ctr">
                      <a:solidFill>
                        <a:schemeClr val="accent5"/>
                      </a:solidFill>
                      <a:prstDash val="solid"/>
                      <a:round/>
                      <a:headEnd type="none" w="med" len="med"/>
                      <a:tailEnd type="none" w="med" len="med"/>
                    </a:lnT>
                    <a:solidFill>
                      <a:schemeClr val="bg1"/>
                    </a:solidFill>
                  </a:tcPr>
                </a:tc>
                <a:tc>
                  <a:txBody>
                    <a:bodyPr/>
                    <a:lstStyle/>
                    <a:p>
                      <a:pPr marL="0" marR="0" lvl="0" indent="0" algn="r" defTabSz="914309" rtl="0" eaLnBrk="1" fontAlgn="auto" latinLnBrk="0" hangingPunct="1">
                        <a:lnSpc>
                          <a:spcPct val="110000"/>
                        </a:lnSpc>
                        <a:spcBef>
                          <a:spcPts val="0"/>
                        </a:spcBef>
                        <a:spcAft>
                          <a:spcPts val="0"/>
                        </a:spcAft>
                        <a:buClrTx/>
                        <a:buSzTx/>
                        <a:buFontTx/>
                        <a:buNone/>
                        <a:tabLst/>
                        <a:defRPr/>
                      </a:pPr>
                      <a:r>
                        <a:rPr lang="en-GB" noProof="0" dirty="0" err="1"/>
                        <a:t>xx.xxx</a:t>
                      </a:r>
                      <a:endParaRPr lang="en-GB" noProof="0" dirty="0"/>
                    </a:p>
                  </a:txBody>
                  <a:tcPr marL="72000" marR="72000" marT="72000" marB="72000" anchor="ctr">
                    <a:lnT w="19050" cap="flat" cmpd="sng" algn="ctr">
                      <a:solidFill>
                        <a:schemeClr val="accent5"/>
                      </a:solidFill>
                      <a:prstDash val="solid"/>
                      <a:round/>
                      <a:headEnd type="none" w="med" len="med"/>
                      <a:tailEnd type="none" w="med" len="med"/>
                    </a:lnT>
                    <a:solidFill>
                      <a:schemeClr val="bg1"/>
                    </a:solidFill>
                  </a:tcPr>
                </a:tc>
                <a:extLst>
                  <a:ext uri="{0D108BD9-81ED-4DB2-BD59-A6C34878D82A}">
                    <a16:rowId xmlns:a16="http://schemas.microsoft.com/office/drawing/2014/main" val="2897765383"/>
                  </a:ext>
                </a:extLst>
              </a:tr>
            </a:tbl>
          </a:graphicData>
        </a:graphic>
      </p:graphicFrame>
      <p:sp>
        <p:nvSpPr>
          <p:cNvPr id="19" name="Textplatzhalter 3">
            <a:extLst>
              <a:ext uri="{FF2B5EF4-FFF2-40B4-BE49-F238E27FC236}">
                <a16:creationId xmlns:a16="http://schemas.microsoft.com/office/drawing/2014/main" id="{8E39457C-340D-660A-541B-9D645E502843}"/>
              </a:ext>
            </a:extLst>
          </p:cNvPr>
          <p:cNvSpPr txBox="1">
            <a:spLocks/>
          </p:cNvSpPr>
          <p:nvPr/>
        </p:nvSpPr>
        <p:spPr>
          <a:xfrm>
            <a:off x="514349" y="2032358"/>
            <a:ext cx="8316913" cy="603142"/>
          </a:xfrm>
          <a:prstGeom prst="rect">
            <a:avLst/>
          </a:prstGeom>
        </p:spPr>
        <p:txBody>
          <a:bodyPr wrap="square" lIns="144000" tIns="144000" rIns="144000" bIns="144000">
            <a:spAutoFit/>
          </a:bodyPr>
          <a:lstStyle>
            <a:lvl1pPr marL="342900" marR="0" indent="-342900" algn="l" defTabSz="914400" rtl="0" eaLnBrk="1" fontAlgn="auto" latinLnBrk="0" hangingPunct="1">
              <a:lnSpc>
                <a:spcPct val="110000"/>
              </a:lnSpc>
              <a:spcBef>
                <a:spcPts val="0"/>
              </a:spcBef>
              <a:spcAft>
                <a:spcPts val="0"/>
              </a:spcAft>
              <a:buClr>
                <a:schemeClr val="accent1"/>
              </a:buClr>
              <a:buSzTx/>
              <a:buFont typeface="Wingdings" panose="05000000000000000000" pitchFamily="2" charset="2"/>
              <a:buChar char="n"/>
              <a:tabLst/>
              <a:defRPr sz="2000" b="0" i="0" kern="1200" baseline="0">
                <a:solidFill>
                  <a:schemeClr val="tx1"/>
                </a:solidFill>
                <a:latin typeface="Arial" panose="020B0604020202020204" pitchFamily="34" charset="0"/>
                <a:ea typeface="+mn-ea"/>
                <a:cs typeface="+mn-cs"/>
              </a:defRPr>
            </a:lvl1pPr>
            <a:lvl2pPr marL="719138" marR="0" indent="-361950" algn="l" defTabSz="914400" rtl="0" eaLnBrk="1" fontAlgn="auto" latinLnBrk="0" hangingPunct="1">
              <a:lnSpc>
                <a:spcPct val="110000"/>
              </a:lnSpc>
              <a:spcBef>
                <a:spcPts val="600"/>
              </a:spcBef>
              <a:spcAft>
                <a:spcPts val="0"/>
              </a:spcAft>
              <a:buClr>
                <a:srgbClr val="004A96"/>
              </a:buClr>
              <a:buSzTx/>
              <a:buFont typeface="Wingdings 3" panose="05040102010807070707" pitchFamily="18" charset="2"/>
              <a:buChar char=""/>
              <a:tabLst/>
              <a:defRPr sz="2000" b="0" i="0" kern="1200" baseline="0">
                <a:solidFill>
                  <a:schemeClr val="tx1"/>
                </a:solidFill>
                <a:latin typeface="Arial" panose="020B0604020202020204" pitchFamily="34" charset="0"/>
                <a:ea typeface="+mn-ea"/>
                <a:cs typeface="+mn-cs"/>
              </a:defRPr>
            </a:lvl2pPr>
            <a:lvl3pPr marL="1074738" marR="0" indent="-355600" algn="l" defTabSz="914400" rtl="0" eaLnBrk="1" fontAlgn="auto" latinLnBrk="0" hangingPunct="1">
              <a:lnSpc>
                <a:spcPct val="110000"/>
              </a:lnSpc>
              <a:spcBef>
                <a:spcPts val="300"/>
              </a:spcBef>
              <a:spcAft>
                <a:spcPts val="0"/>
              </a:spcAft>
              <a:buClr>
                <a:srgbClr val="004A96"/>
              </a:buClr>
              <a:buSzTx/>
              <a:buFont typeface="Arial" panose="020B0604020202020204" pitchFamily="34" charset="0"/>
              <a:buChar char="●"/>
              <a:tabLst/>
              <a:defRPr sz="2000" b="0" i="0" kern="1200" baseline="0">
                <a:solidFill>
                  <a:schemeClr val="tx1"/>
                </a:solidFill>
                <a:latin typeface="Arial" panose="020B0604020202020204" pitchFamily="34" charset="0"/>
                <a:ea typeface="+mn-ea"/>
                <a:cs typeface="+mn-cs"/>
              </a:defRPr>
            </a:lvl3pPr>
            <a:lvl4pPr marL="1436688" marR="0" indent="-361950" algn="l" defTabSz="914400" rtl="0" eaLnBrk="1" fontAlgn="auto" latinLnBrk="0" hangingPunct="1">
              <a:lnSpc>
                <a:spcPct val="110000"/>
              </a:lnSpc>
              <a:spcBef>
                <a:spcPts val="0"/>
              </a:spcBef>
              <a:spcAft>
                <a:spcPct val="50000"/>
              </a:spcAft>
              <a:buClr>
                <a:srgbClr val="004A96"/>
              </a:buClr>
              <a:buSzTx/>
              <a:buFont typeface="Arial" panose="020B0604020202020204" pitchFamily="34" charset="0"/>
              <a:buChar char="−"/>
              <a:tabLst/>
              <a:defRPr sz="2000" b="0" i="0" kern="1200" baseline="0">
                <a:solidFill>
                  <a:schemeClr val="tx1"/>
                </a:solidFill>
                <a:latin typeface="Arial" panose="020B0604020202020204" pitchFamily="34" charset="0"/>
                <a:ea typeface="+mn-ea"/>
                <a:cs typeface="+mn-cs"/>
              </a:defRPr>
            </a:lvl4pPr>
            <a:lvl5pPr marL="1623438" indent="-266373" algn="l" defTabSz="914309" rtl="0" eaLnBrk="1" latinLnBrk="0" hangingPunct="1">
              <a:lnSpc>
                <a:spcPct val="95000"/>
              </a:lnSpc>
              <a:spcBef>
                <a:spcPts val="0"/>
              </a:spcBef>
              <a:spcAft>
                <a:spcPts val="0"/>
              </a:spcAft>
              <a:buClr>
                <a:schemeClr val="tx1"/>
              </a:buClr>
              <a:buSzPct val="100000"/>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5pPr>
            <a:lvl6pPr marL="2080592"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6pPr>
            <a:lvl7pPr marL="2537746"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7pPr>
            <a:lvl8pPr marL="2994900"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8pPr>
            <a:lvl9pPr marL="3452055" indent="-266373" algn="l" defTabSz="914309" rtl="0" eaLnBrk="1" latinLnBrk="0" hangingPunct="1">
              <a:lnSpc>
                <a:spcPct val="95000"/>
              </a:lnSpc>
              <a:spcBef>
                <a:spcPts val="0"/>
              </a:spcBef>
              <a:buClrTx/>
              <a:buFont typeface="Arial" panose="020B0604020202020204" pitchFamily="34" charset="0"/>
              <a:buChar char="•"/>
              <a:defRPr sz="2000" b="0" i="0" kern="1200" baseline="0">
                <a:solidFill>
                  <a:schemeClr val="tx1"/>
                </a:solidFill>
                <a:latin typeface="Arial" panose="020B0604020202020204" pitchFamily="34" charset="0"/>
                <a:ea typeface="+mn-ea"/>
                <a:cs typeface="+mn-cs"/>
              </a:defRPr>
            </a:lvl9pPr>
          </a:lstStyle>
          <a:p>
            <a:pPr marL="0" indent="0">
              <a:spcBef>
                <a:spcPts val="1200"/>
              </a:spcBef>
              <a:buFont typeface="Wingdings" panose="05000000000000000000" pitchFamily="2" charset="2"/>
              <a:buNone/>
            </a:pPr>
            <a:r>
              <a:rPr lang="en-GB" b="1" noProof="0">
                <a:solidFill>
                  <a:schemeClr val="accent1"/>
                </a:solidFill>
                <a:latin typeface="Arial" charset="0"/>
              </a:rPr>
              <a:t>Lorem ipsum </a:t>
            </a:r>
            <a:r>
              <a:rPr lang="en-GB" b="1" noProof="0" err="1">
                <a:solidFill>
                  <a:schemeClr val="accent1"/>
                </a:solidFill>
                <a:latin typeface="Arial" charset="0"/>
              </a:rPr>
              <a:t>dolor</a:t>
            </a:r>
            <a:endParaRPr lang="en-GB" b="1" noProof="0">
              <a:solidFill>
                <a:schemeClr val="accent1"/>
              </a:solidFill>
              <a:latin typeface="Arial" charset="0"/>
            </a:endParaRPr>
          </a:p>
        </p:txBody>
      </p:sp>
      <p:sp>
        <p:nvSpPr>
          <p:cNvPr id="3" name="Foliennummernplatzhalter 7">
            <a:extLst>
              <a:ext uri="{FF2B5EF4-FFF2-40B4-BE49-F238E27FC236}">
                <a16:creationId xmlns:a16="http://schemas.microsoft.com/office/drawing/2014/main" id="{63D20CE7-34FA-423C-F066-45BA71C8675A}"/>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60</a:t>
            </a:fld>
            <a:endParaRPr lang="de-DE"/>
          </a:p>
        </p:txBody>
      </p:sp>
    </p:spTree>
    <p:extLst>
      <p:ext uri="{BB962C8B-B14F-4D97-AF65-F5344CB8AC3E}">
        <p14:creationId xmlns:p14="http://schemas.microsoft.com/office/powerpoint/2010/main" val="41192482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43C8F7-B33A-3AD8-4B6C-EA44F1A4E504}"/>
            </a:ext>
          </a:extLst>
        </p:cNvPr>
        <p:cNvGrpSpPr/>
        <p:nvPr/>
      </p:nvGrpSpPr>
      <p:grpSpPr>
        <a:xfrm>
          <a:off x="0" y="0"/>
          <a:ext cx="0" cy="0"/>
          <a:chOff x="0" y="0"/>
          <a:chExt cx="0" cy="0"/>
        </a:xfrm>
      </p:grpSpPr>
      <p:sp>
        <p:nvSpPr>
          <p:cNvPr id="9" name="Rechteck 8">
            <a:extLst>
              <a:ext uri="{FF2B5EF4-FFF2-40B4-BE49-F238E27FC236}">
                <a16:creationId xmlns:a16="http://schemas.microsoft.com/office/drawing/2014/main" id="{7B42E761-9C55-673B-45DD-A5A1C63250BF}"/>
              </a:ext>
            </a:extLst>
          </p:cNvPr>
          <p:cNvSpPr/>
          <p:nvPr/>
        </p:nvSpPr>
        <p:spPr>
          <a:xfrm>
            <a:off x="514348" y="2024063"/>
            <a:ext cx="11161712" cy="417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800" baseline="30000" noProof="0">
              <a:solidFill>
                <a:schemeClr val="accent1"/>
              </a:solidFill>
              <a:latin typeface="Arial" panose="020B0604020202020204" pitchFamily="34" charset="0"/>
              <a:ea typeface="+mj-ea"/>
              <a:cs typeface="+mj-cs"/>
            </a:endParaRPr>
          </a:p>
        </p:txBody>
      </p:sp>
      <p:sp>
        <p:nvSpPr>
          <p:cNvPr id="24" name="Titel 23">
            <a:extLst>
              <a:ext uri="{FF2B5EF4-FFF2-40B4-BE49-F238E27FC236}">
                <a16:creationId xmlns:a16="http://schemas.microsoft.com/office/drawing/2014/main" id="{FB4D5924-61EB-62CF-B06C-E563885406E1}"/>
              </a:ext>
            </a:extLst>
          </p:cNvPr>
          <p:cNvSpPr>
            <a:spLocks noGrp="1"/>
          </p:cNvSpPr>
          <p:nvPr>
            <p:ph type="title"/>
          </p:nvPr>
        </p:nvSpPr>
        <p:spPr/>
        <p:txBody>
          <a:bodyPr/>
          <a:lstStyle/>
          <a:p>
            <a:pPr>
              <a:lnSpc>
                <a:spcPct val="95000"/>
              </a:lnSpc>
            </a:pPr>
            <a:r>
              <a:rPr lang="en-GB" noProof="0" dirty="0"/>
              <a:t>Lorem ipsum </a:t>
            </a:r>
            <a:r>
              <a:rPr lang="en-GB" noProof="0" dirty="0" err="1"/>
              <a:t>dolor</a:t>
            </a:r>
            <a:r>
              <a:rPr lang="en-GB" noProof="0" dirty="0"/>
              <a:t> sit </a:t>
            </a:r>
            <a:r>
              <a:rPr lang="en-GB" noProof="0" dirty="0" err="1"/>
              <a:t>amet</a:t>
            </a:r>
            <a:r>
              <a:rPr lang="en-GB" noProof="0" dirty="0"/>
              <a:t>, </a:t>
            </a:r>
            <a:br>
              <a:rPr lang="en-GB" noProof="0" dirty="0"/>
            </a:br>
            <a:r>
              <a:rPr lang="en-GB" noProof="0" dirty="0" err="1"/>
              <a:t>consetetur</a:t>
            </a:r>
            <a:r>
              <a:rPr lang="en-GB" noProof="0" dirty="0"/>
              <a:t> </a:t>
            </a:r>
            <a:r>
              <a:rPr lang="en-GB" noProof="0" dirty="0" err="1"/>
              <a:t>sadipscing</a:t>
            </a:r>
            <a:r>
              <a:rPr lang="en-GB" noProof="0" dirty="0"/>
              <a:t> </a:t>
            </a:r>
            <a:r>
              <a:rPr lang="en-GB" noProof="0" dirty="0" err="1"/>
              <a:t>elitr</a:t>
            </a:r>
            <a:r>
              <a:rPr lang="en-GB" noProof="0" dirty="0"/>
              <a:t> </a:t>
            </a:r>
            <a:r>
              <a:rPr lang="en-GB" noProof="0" dirty="0" err="1"/>
              <a:t>sed</a:t>
            </a:r>
            <a:endParaRPr lang="en-GB" noProof="0" dirty="0"/>
          </a:p>
        </p:txBody>
      </p:sp>
      <p:sp>
        <p:nvSpPr>
          <p:cNvPr id="2" name="Foliennummernplatzhalter 7">
            <a:extLst>
              <a:ext uri="{FF2B5EF4-FFF2-40B4-BE49-F238E27FC236}">
                <a16:creationId xmlns:a16="http://schemas.microsoft.com/office/drawing/2014/main" id="{75927491-4DA9-76B7-DB30-F347D385BFF6}"/>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61</a:t>
            </a:fld>
            <a:endParaRPr lang="de-DE"/>
          </a:p>
        </p:txBody>
      </p:sp>
    </p:spTree>
    <p:extLst>
      <p:ext uri="{BB962C8B-B14F-4D97-AF65-F5344CB8AC3E}">
        <p14:creationId xmlns:p14="http://schemas.microsoft.com/office/powerpoint/2010/main" val="3335834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AACB1-CC0A-B708-26BC-33ADF47F5AFB}"/>
            </a:ext>
          </a:extLst>
        </p:cNvPr>
        <p:cNvGrpSpPr/>
        <p:nvPr/>
      </p:nvGrpSpPr>
      <p:grpSpPr>
        <a:xfrm>
          <a:off x="0" y="0"/>
          <a:ext cx="0" cy="0"/>
          <a:chOff x="0" y="0"/>
          <a:chExt cx="0" cy="0"/>
        </a:xfrm>
      </p:grpSpPr>
      <p:sp>
        <p:nvSpPr>
          <p:cNvPr id="15" name="Rechteck 14">
            <a:extLst>
              <a:ext uri="{FF2B5EF4-FFF2-40B4-BE49-F238E27FC236}">
                <a16:creationId xmlns:a16="http://schemas.microsoft.com/office/drawing/2014/main" id="{EF1C8B26-8A1A-532F-392B-0593688354DC}"/>
              </a:ext>
            </a:extLst>
          </p:cNvPr>
          <p:cNvSpPr/>
          <p:nvPr/>
        </p:nvSpPr>
        <p:spPr>
          <a:xfrm>
            <a:off x="3358618" y="620713"/>
            <a:ext cx="8317445" cy="55800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4" name="Titel 23">
            <a:extLst>
              <a:ext uri="{FF2B5EF4-FFF2-40B4-BE49-F238E27FC236}">
                <a16:creationId xmlns:a16="http://schemas.microsoft.com/office/drawing/2014/main" id="{F201E193-A512-780A-72CB-3BDB005CB2BF}"/>
              </a:ext>
            </a:extLst>
          </p:cNvPr>
          <p:cNvSpPr>
            <a:spLocks noGrp="1"/>
          </p:cNvSpPr>
          <p:nvPr>
            <p:ph type="title"/>
          </p:nvPr>
        </p:nvSpPr>
        <p:spPr>
          <a:xfrm>
            <a:off x="514801" y="540000"/>
            <a:ext cx="2650674" cy="817200"/>
          </a:xfrm>
        </p:spPr>
        <p:txBody>
          <a:bodyPr/>
          <a:lstStyle/>
          <a:p>
            <a:pPr>
              <a:lnSpc>
                <a:spcPct val="95000"/>
              </a:lnSpc>
            </a:pPr>
            <a:r>
              <a:rPr lang="en-GB" noProof="0" dirty="0"/>
              <a:t>Lorem ipsum </a:t>
            </a:r>
            <a:r>
              <a:rPr lang="en-GB" noProof="0" dirty="0" err="1"/>
              <a:t>dolor</a:t>
            </a:r>
            <a:r>
              <a:rPr lang="en-GB" noProof="0" dirty="0"/>
              <a:t> sit </a:t>
            </a:r>
            <a:r>
              <a:rPr lang="en-GB" noProof="0" dirty="0" err="1"/>
              <a:t>amet</a:t>
            </a:r>
            <a:r>
              <a:rPr lang="en-GB" noProof="0" dirty="0"/>
              <a:t>, </a:t>
            </a:r>
            <a:r>
              <a:rPr lang="en-GB" noProof="0" dirty="0" err="1"/>
              <a:t>consetetur</a:t>
            </a:r>
            <a:r>
              <a:rPr lang="en-GB" noProof="0" dirty="0"/>
              <a:t> </a:t>
            </a:r>
            <a:r>
              <a:rPr lang="en-GB" noProof="0" dirty="0" err="1"/>
              <a:t>sadipscing</a:t>
            </a:r>
            <a:r>
              <a:rPr lang="en-GB" noProof="0" dirty="0"/>
              <a:t> </a:t>
            </a:r>
            <a:r>
              <a:rPr lang="en-GB" noProof="0" dirty="0" err="1"/>
              <a:t>elitr</a:t>
            </a:r>
            <a:endParaRPr lang="en-GB" noProof="0" dirty="0"/>
          </a:p>
        </p:txBody>
      </p:sp>
      <p:sp>
        <p:nvSpPr>
          <p:cNvPr id="2" name="Foliennummernplatzhalter 7">
            <a:extLst>
              <a:ext uri="{FF2B5EF4-FFF2-40B4-BE49-F238E27FC236}">
                <a16:creationId xmlns:a16="http://schemas.microsoft.com/office/drawing/2014/main" id="{7C73A94D-B8DB-9A8D-595C-952FF4FDEF7E}"/>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62</a:t>
            </a:fld>
            <a:endParaRPr lang="de-DE"/>
          </a:p>
        </p:txBody>
      </p:sp>
    </p:spTree>
    <p:extLst>
      <p:ext uri="{BB962C8B-B14F-4D97-AF65-F5344CB8AC3E}">
        <p14:creationId xmlns:p14="http://schemas.microsoft.com/office/powerpoint/2010/main" val="24379631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722EBC-93A6-A781-627E-6789EEEDB5E2}"/>
            </a:ext>
          </a:extLst>
        </p:cNvPr>
        <p:cNvGrpSpPr/>
        <p:nvPr/>
      </p:nvGrpSpPr>
      <p:grpSpPr>
        <a:xfrm>
          <a:off x="0" y="0"/>
          <a:ext cx="0" cy="0"/>
          <a:chOff x="0" y="0"/>
          <a:chExt cx="0" cy="0"/>
        </a:xfrm>
      </p:grpSpPr>
      <p:sp>
        <p:nvSpPr>
          <p:cNvPr id="9" name="Rechteck 8">
            <a:extLst>
              <a:ext uri="{FF2B5EF4-FFF2-40B4-BE49-F238E27FC236}">
                <a16:creationId xmlns:a16="http://schemas.microsoft.com/office/drawing/2014/main" id="{552E4AE2-9CB2-DF67-0595-7591B3CA95F7}"/>
              </a:ext>
            </a:extLst>
          </p:cNvPr>
          <p:cNvSpPr/>
          <p:nvPr/>
        </p:nvSpPr>
        <p:spPr>
          <a:xfrm>
            <a:off x="514347" y="2024061"/>
            <a:ext cx="5492753" cy="4176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0" name="Rechteck 9">
            <a:extLst>
              <a:ext uri="{FF2B5EF4-FFF2-40B4-BE49-F238E27FC236}">
                <a16:creationId xmlns:a16="http://schemas.microsoft.com/office/drawing/2014/main" id="{2E28E71B-6717-D7BB-96E1-2CF8574543E3}"/>
              </a:ext>
            </a:extLst>
          </p:cNvPr>
          <p:cNvSpPr/>
          <p:nvPr/>
        </p:nvSpPr>
        <p:spPr>
          <a:xfrm>
            <a:off x="6188075" y="2024061"/>
            <a:ext cx="5487988" cy="4176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4" name="Titel 23">
            <a:extLst>
              <a:ext uri="{FF2B5EF4-FFF2-40B4-BE49-F238E27FC236}">
                <a16:creationId xmlns:a16="http://schemas.microsoft.com/office/drawing/2014/main" id="{E4AE6759-3CAF-ACCF-979E-86D33A8BC785}"/>
              </a:ext>
            </a:extLst>
          </p:cNvPr>
          <p:cNvSpPr>
            <a:spLocks noGrp="1"/>
          </p:cNvSpPr>
          <p:nvPr>
            <p:ph type="title"/>
          </p:nvPr>
        </p:nvSpPr>
        <p:spPr/>
        <p:txBody>
          <a:bodyPr/>
          <a:lstStyle/>
          <a:p>
            <a:pPr>
              <a:lnSpc>
                <a:spcPct val="95000"/>
              </a:lnSpc>
            </a:pPr>
            <a:r>
              <a:rPr lang="en-GB" noProof="0" dirty="0"/>
              <a:t>Lorem ipsum </a:t>
            </a:r>
            <a:r>
              <a:rPr lang="en-GB" noProof="0" dirty="0" err="1"/>
              <a:t>dolor</a:t>
            </a:r>
            <a:r>
              <a:rPr lang="en-GB" noProof="0" dirty="0"/>
              <a:t> sit </a:t>
            </a:r>
            <a:r>
              <a:rPr lang="en-GB" noProof="0" dirty="0" err="1"/>
              <a:t>amet</a:t>
            </a:r>
            <a:r>
              <a:rPr lang="en-GB" noProof="0" dirty="0"/>
              <a:t>, </a:t>
            </a:r>
            <a:br>
              <a:rPr lang="en-GB" noProof="0" dirty="0"/>
            </a:br>
            <a:r>
              <a:rPr lang="en-GB" noProof="0" dirty="0" err="1"/>
              <a:t>consetetur</a:t>
            </a:r>
            <a:r>
              <a:rPr lang="en-GB" noProof="0" dirty="0"/>
              <a:t> </a:t>
            </a:r>
            <a:r>
              <a:rPr lang="en-GB" noProof="0" dirty="0" err="1"/>
              <a:t>sadipscing</a:t>
            </a:r>
            <a:r>
              <a:rPr lang="en-GB" noProof="0" dirty="0"/>
              <a:t> </a:t>
            </a:r>
            <a:r>
              <a:rPr lang="en-GB" noProof="0" dirty="0" err="1"/>
              <a:t>elitr</a:t>
            </a:r>
            <a:r>
              <a:rPr lang="en-GB" noProof="0" dirty="0"/>
              <a:t> </a:t>
            </a:r>
            <a:r>
              <a:rPr lang="en-GB" noProof="0" dirty="0" err="1"/>
              <a:t>sed</a:t>
            </a:r>
            <a:endParaRPr lang="en-GB" noProof="0" dirty="0"/>
          </a:p>
        </p:txBody>
      </p:sp>
      <p:sp>
        <p:nvSpPr>
          <p:cNvPr id="4" name="Foliennummernplatzhalter 7">
            <a:extLst>
              <a:ext uri="{FF2B5EF4-FFF2-40B4-BE49-F238E27FC236}">
                <a16:creationId xmlns:a16="http://schemas.microsoft.com/office/drawing/2014/main" id="{5F56DF82-D6F9-11FA-4297-95131E352020}"/>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63</a:t>
            </a:fld>
            <a:endParaRPr lang="de-DE"/>
          </a:p>
        </p:txBody>
      </p:sp>
    </p:spTree>
    <p:extLst>
      <p:ext uri="{BB962C8B-B14F-4D97-AF65-F5344CB8AC3E}">
        <p14:creationId xmlns:p14="http://schemas.microsoft.com/office/powerpoint/2010/main" val="1939458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885EF3-B106-F8A6-2FE7-2F65452DC6B6}"/>
            </a:ext>
          </a:extLst>
        </p:cNvPr>
        <p:cNvGrpSpPr/>
        <p:nvPr/>
      </p:nvGrpSpPr>
      <p:grpSpPr>
        <a:xfrm>
          <a:off x="0" y="0"/>
          <a:ext cx="0" cy="0"/>
          <a:chOff x="0" y="0"/>
          <a:chExt cx="0" cy="0"/>
        </a:xfrm>
      </p:grpSpPr>
      <p:sp>
        <p:nvSpPr>
          <p:cNvPr id="3" name="Rechteck 2">
            <a:extLst>
              <a:ext uri="{FF2B5EF4-FFF2-40B4-BE49-F238E27FC236}">
                <a16:creationId xmlns:a16="http://schemas.microsoft.com/office/drawing/2014/main" id="{DF2FC5A2-546C-6886-D27B-5C17A1AC75CC}"/>
              </a:ext>
            </a:extLst>
          </p:cNvPr>
          <p:cNvSpPr/>
          <p:nvPr/>
        </p:nvSpPr>
        <p:spPr>
          <a:xfrm>
            <a:off x="514347" y="2024061"/>
            <a:ext cx="5492753" cy="417671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 name="Rechteck 4">
            <a:extLst>
              <a:ext uri="{FF2B5EF4-FFF2-40B4-BE49-F238E27FC236}">
                <a16:creationId xmlns:a16="http://schemas.microsoft.com/office/drawing/2014/main" id="{FC62AA82-5FBB-EE5F-76F5-381ADC9E7950}"/>
              </a:ext>
            </a:extLst>
          </p:cNvPr>
          <p:cNvSpPr/>
          <p:nvPr/>
        </p:nvSpPr>
        <p:spPr>
          <a:xfrm>
            <a:off x="6188075" y="620713"/>
            <a:ext cx="5487988" cy="55800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4" name="Titel 23">
            <a:extLst>
              <a:ext uri="{FF2B5EF4-FFF2-40B4-BE49-F238E27FC236}">
                <a16:creationId xmlns:a16="http://schemas.microsoft.com/office/drawing/2014/main" id="{D1AEC1EC-6530-C6A2-B905-79641A501EEA}"/>
              </a:ext>
            </a:extLst>
          </p:cNvPr>
          <p:cNvSpPr>
            <a:spLocks noGrp="1"/>
          </p:cNvSpPr>
          <p:nvPr>
            <p:ph type="title"/>
          </p:nvPr>
        </p:nvSpPr>
        <p:spPr>
          <a:xfrm>
            <a:off x="514800" y="540000"/>
            <a:ext cx="5492300" cy="817200"/>
          </a:xfrm>
        </p:spPr>
        <p:txBody>
          <a:bodyPr/>
          <a:lstStyle/>
          <a:p>
            <a:pPr>
              <a:lnSpc>
                <a:spcPct val="95000"/>
              </a:lnSpc>
            </a:pPr>
            <a:r>
              <a:rPr lang="en-GB" noProof="0" dirty="0"/>
              <a:t>Lorem ipsum </a:t>
            </a:r>
            <a:r>
              <a:rPr lang="en-GB" noProof="0" dirty="0" err="1"/>
              <a:t>dolor</a:t>
            </a:r>
            <a:r>
              <a:rPr lang="en-GB" noProof="0" dirty="0"/>
              <a:t> sit </a:t>
            </a:r>
            <a:r>
              <a:rPr lang="en-GB" noProof="0" dirty="0" err="1"/>
              <a:t>amet</a:t>
            </a:r>
            <a:r>
              <a:rPr lang="en-GB" noProof="0" dirty="0"/>
              <a:t>, </a:t>
            </a:r>
            <a:r>
              <a:rPr lang="en-GB" noProof="0" dirty="0" err="1"/>
              <a:t>consetetur</a:t>
            </a:r>
            <a:r>
              <a:rPr lang="en-GB" noProof="0" dirty="0"/>
              <a:t> </a:t>
            </a:r>
            <a:r>
              <a:rPr lang="en-GB" noProof="0" dirty="0" err="1"/>
              <a:t>sadipscing</a:t>
            </a:r>
            <a:r>
              <a:rPr lang="en-GB" noProof="0" dirty="0"/>
              <a:t> </a:t>
            </a:r>
            <a:r>
              <a:rPr lang="en-GB" noProof="0" dirty="0" err="1"/>
              <a:t>elitr</a:t>
            </a:r>
            <a:r>
              <a:rPr lang="en-GB" noProof="0" dirty="0"/>
              <a:t> </a:t>
            </a:r>
            <a:r>
              <a:rPr lang="en-GB" noProof="0" dirty="0" err="1"/>
              <a:t>sed</a:t>
            </a:r>
            <a:endParaRPr lang="en-GB" noProof="0" dirty="0"/>
          </a:p>
        </p:txBody>
      </p:sp>
      <p:sp>
        <p:nvSpPr>
          <p:cNvPr id="2" name="Foliennummernplatzhalter 7">
            <a:extLst>
              <a:ext uri="{FF2B5EF4-FFF2-40B4-BE49-F238E27FC236}">
                <a16:creationId xmlns:a16="http://schemas.microsoft.com/office/drawing/2014/main" id="{31F49B30-CD60-F2CB-12E1-90FE9D5BC996}"/>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64</a:t>
            </a:fld>
            <a:endParaRPr lang="de-DE"/>
          </a:p>
        </p:txBody>
      </p:sp>
    </p:spTree>
    <p:extLst>
      <p:ext uri="{BB962C8B-B14F-4D97-AF65-F5344CB8AC3E}">
        <p14:creationId xmlns:p14="http://schemas.microsoft.com/office/powerpoint/2010/main" val="22282994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7FD61-8DD1-F89D-3AA8-255A9174F652}"/>
            </a:ext>
          </a:extLst>
        </p:cNvPr>
        <p:cNvGrpSpPr/>
        <p:nvPr/>
      </p:nvGrpSpPr>
      <p:grpSpPr>
        <a:xfrm>
          <a:off x="0" y="0"/>
          <a:ext cx="0" cy="0"/>
          <a:chOff x="0" y="0"/>
          <a:chExt cx="0" cy="0"/>
        </a:xfrm>
      </p:grpSpPr>
      <p:sp>
        <p:nvSpPr>
          <p:cNvPr id="11" name="Rechteck 10">
            <a:extLst>
              <a:ext uri="{FF2B5EF4-FFF2-40B4-BE49-F238E27FC236}">
                <a16:creationId xmlns:a16="http://schemas.microsoft.com/office/drawing/2014/main" id="{8E30986E-864F-33E4-6AA0-6E35A4263899}"/>
              </a:ext>
            </a:extLst>
          </p:cNvPr>
          <p:cNvSpPr/>
          <p:nvPr/>
        </p:nvSpPr>
        <p:spPr>
          <a:xfrm>
            <a:off x="514348" y="2024063"/>
            <a:ext cx="3600452" cy="417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2" name="Rechteck 11">
            <a:extLst>
              <a:ext uri="{FF2B5EF4-FFF2-40B4-BE49-F238E27FC236}">
                <a16:creationId xmlns:a16="http://schemas.microsoft.com/office/drawing/2014/main" id="{C65D3882-0569-B952-8B2C-35C8380BB225}"/>
              </a:ext>
            </a:extLst>
          </p:cNvPr>
          <p:cNvSpPr/>
          <p:nvPr/>
        </p:nvSpPr>
        <p:spPr>
          <a:xfrm>
            <a:off x="4295775" y="2024063"/>
            <a:ext cx="3598863" cy="4176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3" name="Rechteck 12">
            <a:extLst>
              <a:ext uri="{FF2B5EF4-FFF2-40B4-BE49-F238E27FC236}">
                <a16:creationId xmlns:a16="http://schemas.microsoft.com/office/drawing/2014/main" id="{AC64917F-FC0E-E2EB-3B3A-D88FCF938384}"/>
              </a:ext>
            </a:extLst>
          </p:cNvPr>
          <p:cNvSpPr/>
          <p:nvPr/>
        </p:nvSpPr>
        <p:spPr>
          <a:xfrm>
            <a:off x="8075612" y="2024063"/>
            <a:ext cx="3600451" cy="417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4" name="Titel 23">
            <a:extLst>
              <a:ext uri="{FF2B5EF4-FFF2-40B4-BE49-F238E27FC236}">
                <a16:creationId xmlns:a16="http://schemas.microsoft.com/office/drawing/2014/main" id="{09156EAA-8C1C-1759-EEFA-9126A7930CF2}"/>
              </a:ext>
            </a:extLst>
          </p:cNvPr>
          <p:cNvSpPr>
            <a:spLocks noGrp="1"/>
          </p:cNvSpPr>
          <p:nvPr>
            <p:ph type="title"/>
          </p:nvPr>
        </p:nvSpPr>
        <p:spPr/>
        <p:txBody>
          <a:bodyPr/>
          <a:lstStyle/>
          <a:p>
            <a:pPr>
              <a:lnSpc>
                <a:spcPct val="95000"/>
              </a:lnSpc>
            </a:pPr>
            <a:r>
              <a:rPr lang="en-GB" noProof="0" dirty="0"/>
              <a:t>Lorem ipsum </a:t>
            </a:r>
            <a:r>
              <a:rPr lang="en-GB" noProof="0" dirty="0" err="1"/>
              <a:t>dolor</a:t>
            </a:r>
            <a:r>
              <a:rPr lang="en-GB" noProof="0" dirty="0"/>
              <a:t> sit </a:t>
            </a:r>
            <a:r>
              <a:rPr lang="en-GB" noProof="0" dirty="0" err="1"/>
              <a:t>amet</a:t>
            </a:r>
            <a:r>
              <a:rPr lang="en-GB" noProof="0" dirty="0"/>
              <a:t>, </a:t>
            </a:r>
            <a:br>
              <a:rPr lang="en-GB" noProof="0" dirty="0"/>
            </a:br>
            <a:r>
              <a:rPr lang="en-GB" noProof="0" dirty="0" err="1"/>
              <a:t>consetetur</a:t>
            </a:r>
            <a:r>
              <a:rPr lang="en-GB" noProof="0" dirty="0"/>
              <a:t> </a:t>
            </a:r>
            <a:r>
              <a:rPr lang="en-GB" noProof="0" dirty="0" err="1"/>
              <a:t>sadipscing</a:t>
            </a:r>
            <a:r>
              <a:rPr lang="en-GB" noProof="0" dirty="0"/>
              <a:t> </a:t>
            </a:r>
            <a:r>
              <a:rPr lang="en-GB" noProof="0" dirty="0" err="1"/>
              <a:t>elitr</a:t>
            </a:r>
            <a:r>
              <a:rPr lang="en-GB" noProof="0" dirty="0"/>
              <a:t> </a:t>
            </a:r>
            <a:r>
              <a:rPr lang="en-GB" noProof="0" dirty="0" err="1"/>
              <a:t>sed</a:t>
            </a:r>
            <a:endParaRPr lang="en-GB" noProof="0" dirty="0"/>
          </a:p>
        </p:txBody>
      </p:sp>
      <p:sp>
        <p:nvSpPr>
          <p:cNvPr id="2" name="Foliennummernplatzhalter 7">
            <a:extLst>
              <a:ext uri="{FF2B5EF4-FFF2-40B4-BE49-F238E27FC236}">
                <a16:creationId xmlns:a16="http://schemas.microsoft.com/office/drawing/2014/main" id="{19DD6601-3315-8688-F38E-0302CA20860C}"/>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65</a:t>
            </a:fld>
            <a:endParaRPr lang="de-DE"/>
          </a:p>
        </p:txBody>
      </p:sp>
    </p:spTree>
    <p:extLst>
      <p:ext uri="{BB962C8B-B14F-4D97-AF65-F5344CB8AC3E}">
        <p14:creationId xmlns:p14="http://schemas.microsoft.com/office/powerpoint/2010/main" val="3438795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BB29C8-2B9D-D903-0A36-658C87378AAC}"/>
            </a:ext>
          </a:extLst>
        </p:cNvPr>
        <p:cNvGrpSpPr/>
        <p:nvPr/>
      </p:nvGrpSpPr>
      <p:grpSpPr>
        <a:xfrm>
          <a:off x="0" y="0"/>
          <a:ext cx="0" cy="0"/>
          <a:chOff x="0" y="0"/>
          <a:chExt cx="0" cy="0"/>
        </a:xfrm>
      </p:grpSpPr>
      <p:sp>
        <p:nvSpPr>
          <p:cNvPr id="12" name="Rechteck 11">
            <a:extLst>
              <a:ext uri="{FF2B5EF4-FFF2-40B4-BE49-F238E27FC236}">
                <a16:creationId xmlns:a16="http://schemas.microsoft.com/office/drawing/2014/main" id="{296FA702-F257-0218-4A70-694CF4ADC13B}"/>
              </a:ext>
            </a:extLst>
          </p:cNvPr>
          <p:cNvSpPr/>
          <p:nvPr/>
        </p:nvSpPr>
        <p:spPr>
          <a:xfrm>
            <a:off x="4295775" y="620713"/>
            <a:ext cx="3598863" cy="55800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3" name="Rechteck 12">
            <a:extLst>
              <a:ext uri="{FF2B5EF4-FFF2-40B4-BE49-F238E27FC236}">
                <a16:creationId xmlns:a16="http://schemas.microsoft.com/office/drawing/2014/main" id="{4911226C-6642-1D9C-1099-C4CE759D70EA}"/>
              </a:ext>
            </a:extLst>
          </p:cNvPr>
          <p:cNvSpPr/>
          <p:nvPr/>
        </p:nvSpPr>
        <p:spPr>
          <a:xfrm>
            <a:off x="8075612" y="620714"/>
            <a:ext cx="3600451" cy="55800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4" name="Titel 23">
            <a:extLst>
              <a:ext uri="{FF2B5EF4-FFF2-40B4-BE49-F238E27FC236}">
                <a16:creationId xmlns:a16="http://schemas.microsoft.com/office/drawing/2014/main" id="{E327C0C0-C5B1-C1F1-24AE-E595F5D8D08E}"/>
              </a:ext>
            </a:extLst>
          </p:cNvPr>
          <p:cNvSpPr>
            <a:spLocks noGrp="1"/>
          </p:cNvSpPr>
          <p:nvPr>
            <p:ph type="title"/>
          </p:nvPr>
        </p:nvSpPr>
        <p:spPr>
          <a:xfrm>
            <a:off x="514801" y="540000"/>
            <a:ext cx="3600000" cy="817200"/>
          </a:xfrm>
        </p:spPr>
        <p:txBody>
          <a:bodyPr/>
          <a:lstStyle/>
          <a:p>
            <a:pPr>
              <a:lnSpc>
                <a:spcPct val="95000"/>
              </a:lnSpc>
            </a:pPr>
            <a:r>
              <a:rPr lang="en-GB" noProof="0" dirty="0"/>
              <a:t>Lorem ipsum </a:t>
            </a:r>
            <a:r>
              <a:rPr lang="en-GB" noProof="0" dirty="0" err="1"/>
              <a:t>dolor</a:t>
            </a:r>
            <a:r>
              <a:rPr lang="en-GB" noProof="0" dirty="0"/>
              <a:t> sit </a:t>
            </a:r>
            <a:r>
              <a:rPr lang="en-GB" noProof="0" dirty="0" err="1"/>
              <a:t>amet</a:t>
            </a:r>
            <a:r>
              <a:rPr lang="en-GB" noProof="0" dirty="0"/>
              <a:t>, </a:t>
            </a:r>
            <a:r>
              <a:rPr lang="en-GB" noProof="0" dirty="0" err="1"/>
              <a:t>consetetur</a:t>
            </a:r>
            <a:r>
              <a:rPr lang="en-GB" noProof="0" dirty="0"/>
              <a:t> </a:t>
            </a:r>
            <a:r>
              <a:rPr lang="en-GB" noProof="0" dirty="0" err="1"/>
              <a:t>sadipscing</a:t>
            </a:r>
            <a:r>
              <a:rPr lang="en-GB" noProof="0" dirty="0"/>
              <a:t> </a:t>
            </a:r>
            <a:r>
              <a:rPr lang="en-GB" noProof="0" dirty="0" err="1"/>
              <a:t>elitr</a:t>
            </a:r>
            <a:r>
              <a:rPr lang="en-GB" noProof="0" dirty="0"/>
              <a:t>, </a:t>
            </a:r>
            <a:r>
              <a:rPr lang="en-GB" noProof="0" dirty="0" err="1"/>
              <a:t>sed</a:t>
            </a:r>
            <a:r>
              <a:rPr lang="en-GB" noProof="0" dirty="0"/>
              <a:t> </a:t>
            </a:r>
            <a:r>
              <a:rPr lang="en-GB" noProof="0" dirty="0" err="1"/>
              <a:t>diam</a:t>
            </a:r>
            <a:r>
              <a:rPr lang="en-GB" noProof="0" dirty="0"/>
              <a:t> </a:t>
            </a:r>
            <a:r>
              <a:rPr lang="en-GB" noProof="0" dirty="0" err="1"/>
              <a:t>nonumy</a:t>
            </a:r>
            <a:r>
              <a:rPr lang="en-GB" noProof="0" dirty="0"/>
              <a:t> </a:t>
            </a:r>
            <a:r>
              <a:rPr lang="en-GB" noProof="0" dirty="0" err="1"/>
              <a:t>eirmod</a:t>
            </a:r>
            <a:endParaRPr lang="en-GB" noProof="0" dirty="0"/>
          </a:p>
        </p:txBody>
      </p:sp>
      <p:sp>
        <p:nvSpPr>
          <p:cNvPr id="2" name="Foliennummernplatzhalter 7">
            <a:extLst>
              <a:ext uri="{FF2B5EF4-FFF2-40B4-BE49-F238E27FC236}">
                <a16:creationId xmlns:a16="http://schemas.microsoft.com/office/drawing/2014/main" id="{559CC37A-3B73-FDFE-FC43-F479BC7B7A92}"/>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66</a:t>
            </a:fld>
            <a:endParaRPr lang="de-DE"/>
          </a:p>
        </p:txBody>
      </p:sp>
    </p:spTree>
    <p:extLst>
      <p:ext uri="{BB962C8B-B14F-4D97-AF65-F5344CB8AC3E}">
        <p14:creationId xmlns:p14="http://schemas.microsoft.com/office/powerpoint/2010/main" val="1657071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3501D3-45E1-A541-96A8-22373997A9FA}"/>
            </a:ext>
          </a:extLst>
        </p:cNvPr>
        <p:cNvGrpSpPr/>
        <p:nvPr/>
      </p:nvGrpSpPr>
      <p:grpSpPr>
        <a:xfrm>
          <a:off x="0" y="0"/>
          <a:ext cx="0" cy="0"/>
          <a:chOff x="0" y="0"/>
          <a:chExt cx="0" cy="0"/>
        </a:xfrm>
      </p:grpSpPr>
      <p:sp>
        <p:nvSpPr>
          <p:cNvPr id="3" name="Rechteck 2">
            <a:extLst>
              <a:ext uri="{FF2B5EF4-FFF2-40B4-BE49-F238E27FC236}">
                <a16:creationId xmlns:a16="http://schemas.microsoft.com/office/drawing/2014/main" id="{51A505C7-C877-48C6-177D-D2B4BAAF0BEF}"/>
              </a:ext>
            </a:extLst>
          </p:cNvPr>
          <p:cNvSpPr/>
          <p:nvPr/>
        </p:nvSpPr>
        <p:spPr>
          <a:xfrm>
            <a:off x="9023350" y="2024063"/>
            <a:ext cx="2652713" cy="417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 name="Rechteck 3">
            <a:extLst>
              <a:ext uri="{FF2B5EF4-FFF2-40B4-BE49-F238E27FC236}">
                <a16:creationId xmlns:a16="http://schemas.microsoft.com/office/drawing/2014/main" id="{5DEEF1C9-9BF3-7C1A-F5F0-0CC48F6FDD1D}"/>
              </a:ext>
            </a:extLst>
          </p:cNvPr>
          <p:cNvSpPr/>
          <p:nvPr/>
        </p:nvSpPr>
        <p:spPr>
          <a:xfrm>
            <a:off x="6191665" y="2024063"/>
            <a:ext cx="2650067" cy="417671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 name="Rechteck 4">
            <a:extLst>
              <a:ext uri="{FF2B5EF4-FFF2-40B4-BE49-F238E27FC236}">
                <a16:creationId xmlns:a16="http://schemas.microsoft.com/office/drawing/2014/main" id="{9C1DE4D4-90B4-206B-2320-4DF62B8FC87B}"/>
              </a:ext>
            </a:extLst>
          </p:cNvPr>
          <p:cNvSpPr/>
          <p:nvPr/>
        </p:nvSpPr>
        <p:spPr>
          <a:xfrm>
            <a:off x="3358619" y="2024062"/>
            <a:ext cx="2650066" cy="4176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 name="Rechteck 5">
            <a:extLst>
              <a:ext uri="{FF2B5EF4-FFF2-40B4-BE49-F238E27FC236}">
                <a16:creationId xmlns:a16="http://schemas.microsoft.com/office/drawing/2014/main" id="{96093475-473C-0560-46A7-CF3E318050A8}"/>
              </a:ext>
            </a:extLst>
          </p:cNvPr>
          <p:cNvSpPr/>
          <p:nvPr/>
        </p:nvSpPr>
        <p:spPr>
          <a:xfrm>
            <a:off x="515407" y="2024062"/>
            <a:ext cx="2650067" cy="417671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4" name="Titel 23">
            <a:extLst>
              <a:ext uri="{FF2B5EF4-FFF2-40B4-BE49-F238E27FC236}">
                <a16:creationId xmlns:a16="http://schemas.microsoft.com/office/drawing/2014/main" id="{EF93817B-085C-3A84-7D93-FB02F451A67A}"/>
              </a:ext>
            </a:extLst>
          </p:cNvPr>
          <p:cNvSpPr>
            <a:spLocks noGrp="1"/>
          </p:cNvSpPr>
          <p:nvPr>
            <p:ph type="title"/>
          </p:nvPr>
        </p:nvSpPr>
        <p:spPr/>
        <p:txBody>
          <a:bodyPr/>
          <a:lstStyle/>
          <a:p>
            <a:pPr>
              <a:lnSpc>
                <a:spcPct val="95000"/>
              </a:lnSpc>
            </a:pPr>
            <a:r>
              <a:rPr lang="en-GB" noProof="0" dirty="0"/>
              <a:t>Lorem ipsum </a:t>
            </a:r>
            <a:r>
              <a:rPr lang="en-GB" noProof="0" dirty="0" err="1"/>
              <a:t>dolor</a:t>
            </a:r>
            <a:r>
              <a:rPr lang="en-GB" noProof="0" dirty="0"/>
              <a:t> sit </a:t>
            </a:r>
            <a:r>
              <a:rPr lang="en-GB" noProof="0" dirty="0" err="1"/>
              <a:t>amet</a:t>
            </a:r>
            <a:r>
              <a:rPr lang="en-GB" noProof="0" dirty="0"/>
              <a:t>, </a:t>
            </a:r>
            <a:br>
              <a:rPr lang="en-GB" noProof="0" dirty="0"/>
            </a:br>
            <a:r>
              <a:rPr lang="en-GB" noProof="0" dirty="0" err="1"/>
              <a:t>consetetur</a:t>
            </a:r>
            <a:r>
              <a:rPr lang="en-GB" noProof="0" dirty="0"/>
              <a:t> </a:t>
            </a:r>
            <a:r>
              <a:rPr lang="en-GB" noProof="0" dirty="0" err="1"/>
              <a:t>sadipscing</a:t>
            </a:r>
            <a:r>
              <a:rPr lang="en-GB" noProof="0" dirty="0"/>
              <a:t> </a:t>
            </a:r>
            <a:r>
              <a:rPr lang="en-GB" noProof="0" dirty="0" err="1"/>
              <a:t>elitr</a:t>
            </a:r>
            <a:r>
              <a:rPr lang="en-GB" noProof="0" dirty="0"/>
              <a:t> </a:t>
            </a:r>
            <a:r>
              <a:rPr lang="en-GB" noProof="0" dirty="0" err="1"/>
              <a:t>sed</a:t>
            </a:r>
            <a:endParaRPr lang="en-GB" noProof="0" dirty="0"/>
          </a:p>
        </p:txBody>
      </p:sp>
      <p:sp>
        <p:nvSpPr>
          <p:cNvPr id="2" name="Foliennummernplatzhalter 7">
            <a:extLst>
              <a:ext uri="{FF2B5EF4-FFF2-40B4-BE49-F238E27FC236}">
                <a16:creationId xmlns:a16="http://schemas.microsoft.com/office/drawing/2014/main" id="{165CCA54-A8E2-E22C-8309-6ED3F6B371DF}"/>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67</a:t>
            </a:fld>
            <a:endParaRPr lang="de-DE"/>
          </a:p>
        </p:txBody>
      </p:sp>
    </p:spTree>
    <p:extLst>
      <p:ext uri="{BB962C8B-B14F-4D97-AF65-F5344CB8AC3E}">
        <p14:creationId xmlns:p14="http://schemas.microsoft.com/office/powerpoint/2010/main" val="34072537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68DBF-4D3C-95FF-2B55-605CE8C9059C}"/>
            </a:ext>
          </a:extLst>
        </p:cNvPr>
        <p:cNvGrpSpPr/>
        <p:nvPr/>
      </p:nvGrpSpPr>
      <p:grpSpPr>
        <a:xfrm>
          <a:off x="0" y="0"/>
          <a:ext cx="0" cy="0"/>
          <a:chOff x="0" y="0"/>
          <a:chExt cx="0" cy="0"/>
        </a:xfrm>
      </p:grpSpPr>
      <p:sp>
        <p:nvSpPr>
          <p:cNvPr id="2" name="Rechteck 1">
            <a:extLst>
              <a:ext uri="{FF2B5EF4-FFF2-40B4-BE49-F238E27FC236}">
                <a16:creationId xmlns:a16="http://schemas.microsoft.com/office/drawing/2014/main" id="{BB058A5D-4965-B293-0194-CEF156CCE588}"/>
              </a:ext>
            </a:extLst>
          </p:cNvPr>
          <p:cNvSpPr/>
          <p:nvPr/>
        </p:nvSpPr>
        <p:spPr>
          <a:xfrm>
            <a:off x="9023350" y="620713"/>
            <a:ext cx="2652713" cy="55800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 name="Rechteck 2">
            <a:extLst>
              <a:ext uri="{FF2B5EF4-FFF2-40B4-BE49-F238E27FC236}">
                <a16:creationId xmlns:a16="http://schemas.microsoft.com/office/drawing/2014/main" id="{DBA71E21-2DB6-C83B-323A-7F3223976E30}"/>
              </a:ext>
            </a:extLst>
          </p:cNvPr>
          <p:cNvSpPr/>
          <p:nvPr/>
        </p:nvSpPr>
        <p:spPr>
          <a:xfrm>
            <a:off x="6191665" y="620713"/>
            <a:ext cx="2650067" cy="558006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 name="Rechteck 3">
            <a:extLst>
              <a:ext uri="{FF2B5EF4-FFF2-40B4-BE49-F238E27FC236}">
                <a16:creationId xmlns:a16="http://schemas.microsoft.com/office/drawing/2014/main" id="{A0C61BD3-2D08-09E4-7D3B-080C7B8B032E}"/>
              </a:ext>
            </a:extLst>
          </p:cNvPr>
          <p:cNvSpPr/>
          <p:nvPr/>
        </p:nvSpPr>
        <p:spPr>
          <a:xfrm>
            <a:off x="3358619" y="620712"/>
            <a:ext cx="2650066" cy="55800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4" name="Titel 23">
            <a:extLst>
              <a:ext uri="{FF2B5EF4-FFF2-40B4-BE49-F238E27FC236}">
                <a16:creationId xmlns:a16="http://schemas.microsoft.com/office/drawing/2014/main" id="{336D05AE-373B-1572-3B30-336C9548F644}"/>
              </a:ext>
            </a:extLst>
          </p:cNvPr>
          <p:cNvSpPr>
            <a:spLocks noGrp="1"/>
          </p:cNvSpPr>
          <p:nvPr>
            <p:ph type="title"/>
          </p:nvPr>
        </p:nvSpPr>
        <p:spPr>
          <a:xfrm>
            <a:off x="514801" y="540000"/>
            <a:ext cx="2652262" cy="817200"/>
          </a:xfrm>
        </p:spPr>
        <p:txBody>
          <a:bodyPr/>
          <a:lstStyle/>
          <a:p>
            <a:pPr>
              <a:lnSpc>
                <a:spcPct val="95000"/>
              </a:lnSpc>
            </a:pPr>
            <a:r>
              <a:rPr lang="en-GB" noProof="0" dirty="0"/>
              <a:t>Lorem ipsum </a:t>
            </a:r>
            <a:r>
              <a:rPr lang="en-GB" noProof="0" dirty="0" err="1"/>
              <a:t>dolor</a:t>
            </a:r>
            <a:r>
              <a:rPr lang="en-GB" noProof="0" dirty="0"/>
              <a:t> sit </a:t>
            </a:r>
            <a:r>
              <a:rPr lang="en-GB" noProof="0" dirty="0" err="1"/>
              <a:t>amet</a:t>
            </a:r>
            <a:r>
              <a:rPr lang="en-GB" noProof="0" dirty="0"/>
              <a:t>, </a:t>
            </a:r>
            <a:r>
              <a:rPr lang="en-GB" noProof="0" dirty="0" err="1"/>
              <a:t>consetetur</a:t>
            </a:r>
            <a:r>
              <a:rPr lang="en-GB" noProof="0" dirty="0"/>
              <a:t> </a:t>
            </a:r>
            <a:r>
              <a:rPr lang="en-GB" noProof="0" dirty="0" err="1"/>
              <a:t>sadipscing</a:t>
            </a:r>
            <a:endParaRPr lang="en-GB" noProof="0" dirty="0"/>
          </a:p>
        </p:txBody>
      </p:sp>
      <p:sp>
        <p:nvSpPr>
          <p:cNvPr id="6" name="Foliennummernplatzhalter 7">
            <a:extLst>
              <a:ext uri="{FF2B5EF4-FFF2-40B4-BE49-F238E27FC236}">
                <a16:creationId xmlns:a16="http://schemas.microsoft.com/office/drawing/2014/main" id="{1C660C10-6EC0-EF03-6D9B-E8F3AEE603CC}"/>
              </a:ext>
            </a:extLst>
          </p:cNvPr>
          <p:cNvSpPr>
            <a:spLocks noGrp="1"/>
          </p:cNvSpPr>
          <p:nvPr>
            <p:ph type="sldNum" sz="quarter" idx="4"/>
          </p:nvPr>
        </p:nvSpPr>
        <p:spPr>
          <a:xfrm>
            <a:off x="514350" y="6543824"/>
            <a:ext cx="384217" cy="151200"/>
          </a:xfrm>
          <a:prstGeom prst="rect">
            <a:avLst/>
          </a:prstGeom>
        </p:spPr>
        <p:txBody>
          <a:bodyPr lIns="0" tIns="0" rIns="0" bIns="0" anchor="b"/>
          <a:lstStyle>
            <a:lvl1pPr>
              <a:defRPr sz="800" b="1"/>
            </a:lvl1pPr>
          </a:lstStyle>
          <a:p>
            <a:fld id="{82EA1D04-CA53-4DE3-84A8-2B63E41036C9}" type="slidenum">
              <a:rPr lang="de-DE" smtClean="0"/>
              <a:pPr/>
              <a:t>68</a:t>
            </a:fld>
            <a:endParaRPr lang="de-DE"/>
          </a:p>
        </p:txBody>
      </p:sp>
    </p:spTree>
    <p:extLst>
      <p:ext uri="{BB962C8B-B14F-4D97-AF65-F5344CB8AC3E}">
        <p14:creationId xmlns:p14="http://schemas.microsoft.com/office/powerpoint/2010/main" val="1972734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15727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WIZCOLOR1" val="16777215/0/11119017/0/13803553/14926965/15455387/16314330/////////"/>
  <p:tag name="WIZCOLOR2" val="16777215/0/11119017/0/13803553/14926965/15455387/16314330/////////"/>
  <p:tag name="THINKCELLUNDODONOTDELETE" val="1"/>
  <p:tag name="_BASF_WIZARD_LAYOUTID" val="258"/>
  <p:tag name="_BASF_WIZARD_VERSION" val="7.1.0"/>
  <p:tag name="_BASF_WIZARD_OBJEKTTITELID" val="120"/>
  <p:tag name="_BASF_WIZARD_OBJEKTFOLIEID" val="110"/>
  <p:tag name="_BASF_WIZARD_GROUPID" val="0"/>
  <p:tag name="_BASF_CONVERTED_TO_TAGS" val="1"/>
  <p:tag name="_BASF_CLASSIFICATION_LANGUAGE" val="1031"/>
  <p:tag name="_BASF_CLASSIFICATION" val="0"/>
  <p:tag name="_WIZ_TASKPANE_VISIBLE" val="0"/>
  <p:tag name="_WIZ_TASKPANE_WIDTH" val="446"/>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VfNyOxldj0aZrwVB6Rn2Zw"/>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5S77spMJh0GCNdpQFuXkqA"/>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k5vNxB_mpEyG4q.ZBeZaL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vde9FYqcq0Ctwc0H1vEbE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7sS0z41rDEyvSWwIeORSs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PXIBOk1X30aFwylExGtxa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k5vNxB_mpEyG4q.ZBeZaL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vde9FYqcq0Ctwc0H1vEbE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7sS0z41rDEyvSWwIeORSs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PXIBOk1X30aFwylExGtxa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k5vNxB_mpEyG4q.ZBeZaLQ"/>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vde9FYqcq0Ctwc0H1vEbE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7sS0z41rDEyvSWwIeORSs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PXIBOk1X30aFwylExGtxa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k5vNxB_mpEyG4q.ZBeZaLQ"/>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vde9FYqcq0Ctwc0H1vEbE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7sS0z41rDEyvSWwIeORSsw"/>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PXIBOk1X30aFwylExGtxa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k5vNxB_mpEyG4q.ZBeZaL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vde9FYqcq0Ctwc0H1vEbE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7sS0z41rDEyvSWwIeORSs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PXIBOk1X30aFwylExGtxa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k5vNxB_mpEyG4q.ZBeZaLQ"/>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vde9FYqcq0Ctwc0H1vEbEg"/>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7sS0z41rDEyvSWwIeORSs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pPXIBOk1X30aFwylExGtxaw"/>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bFYcRvElGutVxRF8FMOL2A"/>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bFYcRvElGutVxRF8FMOL2A"/>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bFYcRvElGutVxRF8FMOL2A"/>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LI6TCVEFv7omLNrwbsmIww"/>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fVrZnzeSWKcE.yq7ss8n8A"/>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eDm7VFT8nUGKawB.aWcmWQ"/>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sbu2LHl3Wso9JlC0j8SJKw"/>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5BRiprhzkGTyPlAjGTNpMQ"/>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_GSYHyDH2sKe_Yyn60.1gA"/>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xafsyTj2zVIGZL4KqiyDA"/>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5MidJFLVbJIi9dvO_zM6Ag"/>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pElFk0oAwkUq0SPOo6rj11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DspHxQY6SU257giCsZM4Qg"/>
</p:tagLst>
</file>

<file path=ppt/theme/theme1.xml><?xml version="1.0" encoding="utf-8"?>
<a:theme xmlns:a="http://schemas.openxmlformats.org/drawingml/2006/main" name="BASF_TitleDesign_2025">
  <a:themeElements>
    <a:clrScheme name="04 BASF lightgreen_colorsheme">
      <a:dk1>
        <a:srgbClr val="000000"/>
      </a:dk1>
      <a:lt1>
        <a:srgbClr val="FFFFFF"/>
      </a:lt1>
      <a:dk2>
        <a:srgbClr val="3B8809"/>
      </a:dk2>
      <a:lt2>
        <a:srgbClr val="FFFFFF"/>
      </a:lt2>
      <a:accent1>
        <a:srgbClr val="65AC1E"/>
      </a:accent1>
      <a:accent2>
        <a:srgbClr val="7EB74A"/>
      </a:accent2>
      <a:accent3>
        <a:srgbClr val="95C664"/>
      </a:accent3>
      <a:accent4>
        <a:srgbClr val="BADA9A"/>
      </a:accent4>
      <a:accent5>
        <a:srgbClr val="E9F3DE"/>
      </a:accent5>
      <a:accent6>
        <a:srgbClr val="808080"/>
      </a:accent6>
      <a:hlink>
        <a:srgbClr val="0000FF"/>
      </a:hlink>
      <a:folHlink>
        <a:srgbClr val="800080"/>
      </a:folHlink>
    </a:clrScheme>
    <a:fontScheme name="Arial">
      <a:majorFont>
        <a:latin typeface="Arial" panose="020B0604020202020204"/>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defRPr dirty="0" err="1" smtClean="0"/>
        </a:defPPr>
      </a:lstStyle>
    </a:txDef>
  </a:objectDefaults>
  <a:extraClrSchemeLst/>
  <a:custClrLst>
    <a:custClr>
      <a:srgbClr val="F39500"/>
    </a:custClr>
    <a:custClr>
      <a:srgbClr val="F4A134"/>
    </a:custClr>
    <a:custClr>
      <a:srgbClr val="F7B64F"/>
    </a:custClr>
    <a:custClr>
      <a:srgbClr val="FACF8C"/>
    </a:custClr>
    <a:custClr>
      <a:srgbClr val="FDF0DB"/>
    </a:custClr>
    <a:custClr>
      <a:srgbClr val="808080"/>
    </a:custClr>
    <a:custClr>
      <a:srgbClr val="999999"/>
    </a:custClr>
    <a:custClr>
      <a:srgbClr val="666666"/>
    </a:custClr>
    <a:custClr>
      <a:srgbClr val="333333"/>
    </a:custClr>
    <a:custClr>
      <a:srgbClr val="000000"/>
    </a:custClr>
    <a:custClr>
      <a:srgbClr val="C50022"/>
    </a:custClr>
    <a:custClr>
      <a:srgbClr val="CE485C"/>
    </a:custClr>
    <a:custClr>
      <a:srgbClr val="E07789"/>
    </a:custClr>
    <a:custClr>
      <a:srgbClr val="EBA6B2"/>
    </a:custClr>
    <a:custClr>
      <a:srgbClr val="F8E0E4"/>
    </a:custClr>
    <a:custClr>
      <a:srgbClr val="808080"/>
    </a:custClr>
    <a:custClr>
      <a:srgbClr val="999999"/>
    </a:custClr>
    <a:custClr>
      <a:srgbClr val="666666"/>
    </a:custClr>
    <a:custClr>
      <a:srgbClr val="333333"/>
    </a:custClr>
    <a:custClr>
      <a:srgbClr val="000000"/>
    </a:custClr>
    <a:custClr>
      <a:srgbClr val="21A0D2"/>
    </a:custClr>
    <a:custClr>
      <a:srgbClr val="4EABD6"/>
    </a:custClr>
    <a:custClr>
      <a:srgbClr val="75C4E3"/>
    </a:custClr>
    <a:custClr>
      <a:srgbClr val="9BD4EB"/>
    </a:custClr>
    <a:custClr>
      <a:srgbClr val="DAEFF8"/>
    </a:custClr>
    <a:custClr>
      <a:srgbClr val="808080"/>
    </a:custClr>
    <a:custClr>
      <a:srgbClr val="999999"/>
    </a:custClr>
    <a:custClr>
      <a:srgbClr val="666666"/>
    </a:custClr>
    <a:custClr>
      <a:srgbClr val="333333"/>
    </a:custClr>
    <a:custClr>
      <a:srgbClr val="000000"/>
    </a:custClr>
    <a:custClr>
      <a:srgbClr val="004A96"/>
    </a:custClr>
    <a:custClr>
      <a:srgbClr val="4472AA"/>
    </a:custClr>
    <a:custClr>
      <a:srgbClr val="7CA0C6"/>
    </a:custClr>
    <a:custClr>
      <a:srgbClr val="A6C0DA"/>
    </a:custClr>
    <a:custClr>
      <a:srgbClr val="E0E9F2"/>
    </a:custClr>
    <a:custClr>
      <a:srgbClr val="808080"/>
    </a:custClr>
    <a:custClr>
      <a:srgbClr val="999999"/>
    </a:custClr>
    <a:custClr>
      <a:srgbClr val="666666"/>
    </a:custClr>
    <a:custClr>
      <a:srgbClr val="333333"/>
    </a:custClr>
    <a:custClr>
      <a:srgbClr val="000000"/>
    </a:custClr>
    <a:custClr>
      <a:srgbClr val="00793A"/>
    </a:custClr>
    <a:custClr>
      <a:srgbClr val="379665"/>
    </a:custClr>
    <a:custClr>
      <a:srgbClr val="62AC86"/>
    </a:custClr>
    <a:custClr>
      <a:srgbClr val="A6D0BA"/>
    </a:custClr>
    <a:custClr>
      <a:srgbClr val="E0EFE7"/>
    </a:custClr>
    <a:custClr>
      <a:srgbClr val="808080"/>
    </a:custClr>
    <a:custClr>
      <a:srgbClr val="999999"/>
    </a:custClr>
    <a:custClr>
      <a:srgbClr val="666666"/>
    </a:custClr>
    <a:custClr>
      <a:srgbClr val="333333"/>
    </a:custClr>
    <a:custClr>
      <a:srgbClr val="000000"/>
    </a:custClr>
  </a:custClrLst>
  <a:extLst>
    <a:ext uri="{05A4C25C-085E-4340-85A3-A5531E510DB2}">
      <thm15:themeFamily xmlns:thm15="http://schemas.microsoft.com/office/thememl/2012/main" name="Präsentation2" id="{827120CD-2792-4029-A5EB-3D299B677424}" vid="{BBCD8831-B097-48FB-9138-2D5E5E4C3819}"/>
    </a:ext>
  </a:extLst>
</a:theme>
</file>

<file path=ppt/theme/theme2.xml><?xml version="1.0" encoding="utf-8"?>
<a:theme xmlns:a="http://schemas.openxmlformats.org/drawingml/2006/main" name="BASF_content pages_2025_with highlight boxes">
  <a:themeElements>
    <a:clrScheme name="04 BASF lightgreen_colorsheme">
      <a:dk1>
        <a:srgbClr val="000000"/>
      </a:dk1>
      <a:lt1>
        <a:srgbClr val="FFFFFF"/>
      </a:lt1>
      <a:dk2>
        <a:srgbClr val="3B8809"/>
      </a:dk2>
      <a:lt2>
        <a:srgbClr val="FFFFFF"/>
      </a:lt2>
      <a:accent1>
        <a:srgbClr val="65AC1E"/>
      </a:accent1>
      <a:accent2>
        <a:srgbClr val="7EB74A"/>
      </a:accent2>
      <a:accent3>
        <a:srgbClr val="95C664"/>
      </a:accent3>
      <a:accent4>
        <a:srgbClr val="BADA9A"/>
      </a:accent4>
      <a:accent5>
        <a:srgbClr val="E9F3DE"/>
      </a:accent5>
      <a:accent6>
        <a:srgbClr val="808080"/>
      </a:accent6>
      <a:hlink>
        <a:srgbClr val="0000FF"/>
      </a:hlink>
      <a:folHlink>
        <a:srgbClr val="800080"/>
      </a:folHlink>
    </a:clrScheme>
    <a:fontScheme name="Arial">
      <a:majorFont>
        <a:latin typeface="Arial" panose="020B0604020202020204"/>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defRPr dirty="0" err="1" smtClean="0"/>
        </a:defPPr>
      </a:lstStyle>
    </a:txDef>
  </a:objectDefaults>
  <a:extraClrSchemeLst/>
  <a:custClrLst>
    <a:custClr>
      <a:srgbClr val="F39500"/>
    </a:custClr>
    <a:custClr>
      <a:srgbClr val="F4A134"/>
    </a:custClr>
    <a:custClr>
      <a:srgbClr val="F7B64F"/>
    </a:custClr>
    <a:custClr>
      <a:srgbClr val="FACF8C"/>
    </a:custClr>
    <a:custClr>
      <a:srgbClr val="FDF0DB"/>
    </a:custClr>
    <a:custClr>
      <a:srgbClr val="808080"/>
    </a:custClr>
    <a:custClr>
      <a:srgbClr val="999999"/>
    </a:custClr>
    <a:custClr>
      <a:srgbClr val="666666"/>
    </a:custClr>
    <a:custClr>
      <a:srgbClr val="333333"/>
    </a:custClr>
    <a:custClr>
      <a:srgbClr val="000000"/>
    </a:custClr>
    <a:custClr>
      <a:srgbClr val="C50022"/>
    </a:custClr>
    <a:custClr>
      <a:srgbClr val="CE485C"/>
    </a:custClr>
    <a:custClr>
      <a:srgbClr val="E07789"/>
    </a:custClr>
    <a:custClr>
      <a:srgbClr val="EBA6B2"/>
    </a:custClr>
    <a:custClr>
      <a:srgbClr val="F8E0E4"/>
    </a:custClr>
    <a:custClr>
      <a:srgbClr val="808080"/>
    </a:custClr>
    <a:custClr>
      <a:srgbClr val="999999"/>
    </a:custClr>
    <a:custClr>
      <a:srgbClr val="666666"/>
    </a:custClr>
    <a:custClr>
      <a:srgbClr val="333333"/>
    </a:custClr>
    <a:custClr>
      <a:srgbClr val="000000"/>
    </a:custClr>
    <a:custClr>
      <a:srgbClr val="21A0D2"/>
    </a:custClr>
    <a:custClr>
      <a:srgbClr val="4EABD6"/>
    </a:custClr>
    <a:custClr>
      <a:srgbClr val="75C4E3"/>
    </a:custClr>
    <a:custClr>
      <a:srgbClr val="9BD4EB"/>
    </a:custClr>
    <a:custClr>
      <a:srgbClr val="DAEFF8"/>
    </a:custClr>
    <a:custClr>
      <a:srgbClr val="808080"/>
    </a:custClr>
    <a:custClr>
      <a:srgbClr val="999999"/>
    </a:custClr>
    <a:custClr>
      <a:srgbClr val="666666"/>
    </a:custClr>
    <a:custClr>
      <a:srgbClr val="333333"/>
    </a:custClr>
    <a:custClr>
      <a:srgbClr val="000000"/>
    </a:custClr>
    <a:custClr>
      <a:srgbClr val="004A96"/>
    </a:custClr>
    <a:custClr>
      <a:srgbClr val="4472AA"/>
    </a:custClr>
    <a:custClr>
      <a:srgbClr val="7CA0C6"/>
    </a:custClr>
    <a:custClr>
      <a:srgbClr val="A6C0DA"/>
    </a:custClr>
    <a:custClr>
      <a:srgbClr val="E0E9F2"/>
    </a:custClr>
    <a:custClr>
      <a:srgbClr val="808080"/>
    </a:custClr>
    <a:custClr>
      <a:srgbClr val="999999"/>
    </a:custClr>
    <a:custClr>
      <a:srgbClr val="666666"/>
    </a:custClr>
    <a:custClr>
      <a:srgbClr val="333333"/>
    </a:custClr>
    <a:custClr>
      <a:srgbClr val="000000"/>
    </a:custClr>
    <a:custClr>
      <a:srgbClr val="00793A"/>
    </a:custClr>
    <a:custClr>
      <a:srgbClr val="379665"/>
    </a:custClr>
    <a:custClr>
      <a:srgbClr val="62AC86"/>
    </a:custClr>
    <a:custClr>
      <a:srgbClr val="A6D0BA"/>
    </a:custClr>
    <a:custClr>
      <a:srgbClr val="E0EFE7"/>
    </a:custClr>
    <a:custClr>
      <a:srgbClr val="808080"/>
    </a:custClr>
    <a:custClr>
      <a:srgbClr val="999999"/>
    </a:custClr>
    <a:custClr>
      <a:srgbClr val="666666"/>
    </a:custClr>
    <a:custClr>
      <a:srgbClr val="333333"/>
    </a:custClr>
    <a:custClr>
      <a:srgbClr val="000000"/>
    </a:custClr>
  </a:custClrLst>
  <a:extLst>
    <a:ext uri="{05A4C25C-085E-4340-85A3-A5531E510DB2}">
      <thm15:themeFamily xmlns:thm15="http://schemas.microsoft.com/office/thememl/2012/main" name="Präsentation2" id="{827120CD-2792-4029-A5EB-3D299B677424}" vid="{4BA269BF-ABA3-41A8-8325-4FA9663B8BA1}"/>
    </a:ext>
  </a:extLst>
</a:theme>
</file>

<file path=ppt/theme/theme3.xml><?xml version="1.0" encoding="utf-8"?>
<a:theme xmlns:a="http://schemas.openxmlformats.org/drawingml/2006/main" name="BASF_content pages_2025">
  <a:themeElements>
    <a:clrScheme name="04 BASF lightgreen_colorsheme">
      <a:dk1>
        <a:srgbClr val="000000"/>
      </a:dk1>
      <a:lt1>
        <a:srgbClr val="FFFFFF"/>
      </a:lt1>
      <a:dk2>
        <a:srgbClr val="3B8809"/>
      </a:dk2>
      <a:lt2>
        <a:srgbClr val="FFFFFF"/>
      </a:lt2>
      <a:accent1>
        <a:srgbClr val="65AC1E"/>
      </a:accent1>
      <a:accent2>
        <a:srgbClr val="7EB74A"/>
      </a:accent2>
      <a:accent3>
        <a:srgbClr val="95C664"/>
      </a:accent3>
      <a:accent4>
        <a:srgbClr val="BADA9A"/>
      </a:accent4>
      <a:accent5>
        <a:srgbClr val="E9F3DE"/>
      </a:accent5>
      <a:accent6>
        <a:srgbClr val="808080"/>
      </a:accent6>
      <a:hlink>
        <a:srgbClr val="0000FF"/>
      </a:hlink>
      <a:folHlink>
        <a:srgbClr val="800080"/>
      </a:folHlink>
    </a:clrScheme>
    <a:fontScheme name="Arial">
      <a:majorFont>
        <a:latin typeface="Arial" panose="020B0604020202020204"/>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defRPr dirty="0" err="1" smtClean="0"/>
        </a:defPPr>
      </a:lstStyle>
    </a:txDef>
  </a:objectDefaults>
  <a:extraClrSchemeLst/>
  <a:custClrLst>
    <a:custClr>
      <a:srgbClr val="F39500"/>
    </a:custClr>
    <a:custClr>
      <a:srgbClr val="F4A134"/>
    </a:custClr>
    <a:custClr>
      <a:srgbClr val="F7B64F"/>
    </a:custClr>
    <a:custClr>
      <a:srgbClr val="FACF8C"/>
    </a:custClr>
    <a:custClr>
      <a:srgbClr val="FDF0DB"/>
    </a:custClr>
    <a:custClr>
      <a:srgbClr val="808080"/>
    </a:custClr>
    <a:custClr>
      <a:srgbClr val="999999"/>
    </a:custClr>
    <a:custClr>
      <a:srgbClr val="666666"/>
    </a:custClr>
    <a:custClr>
      <a:srgbClr val="333333"/>
    </a:custClr>
    <a:custClr>
      <a:srgbClr val="000000"/>
    </a:custClr>
    <a:custClr>
      <a:srgbClr val="C50022"/>
    </a:custClr>
    <a:custClr>
      <a:srgbClr val="CE485C"/>
    </a:custClr>
    <a:custClr>
      <a:srgbClr val="E07789"/>
    </a:custClr>
    <a:custClr>
      <a:srgbClr val="EBA6B2"/>
    </a:custClr>
    <a:custClr>
      <a:srgbClr val="F8E0E4"/>
    </a:custClr>
    <a:custClr>
      <a:srgbClr val="808080"/>
    </a:custClr>
    <a:custClr>
      <a:srgbClr val="999999"/>
    </a:custClr>
    <a:custClr>
      <a:srgbClr val="666666"/>
    </a:custClr>
    <a:custClr>
      <a:srgbClr val="333333"/>
    </a:custClr>
    <a:custClr>
      <a:srgbClr val="000000"/>
    </a:custClr>
    <a:custClr>
      <a:srgbClr val="21A0D2"/>
    </a:custClr>
    <a:custClr>
      <a:srgbClr val="4EABD6"/>
    </a:custClr>
    <a:custClr>
      <a:srgbClr val="75C4E3"/>
    </a:custClr>
    <a:custClr>
      <a:srgbClr val="9BD4EB"/>
    </a:custClr>
    <a:custClr>
      <a:srgbClr val="DAEFF8"/>
    </a:custClr>
    <a:custClr>
      <a:srgbClr val="808080"/>
    </a:custClr>
    <a:custClr>
      <a:srgbClr val="999999"/>
    </a:custClr>
    <a:custClr>
      <a:srgbClr val="666666"/>
    </a:custClr>
    <a:custClr>
      <a:srgbClr val="333333"/>
    </a:custClr>
    <a:custClr>
      <a:srgbClr val="000000"/>
    </a:custClr>
    <a:custClr>
      <a:srgbClr val="004A96"/>
    </a:custClr>
    <a:custClr>
      <a:srgbClr val="4472AA"/>
    </a:custClr>
    <a:custClr>
      <a:srgbClr val="7CA0C6"/>
    </a:custClr>
    <a:custClr>
      <a:srgbClr val="A6C0DA"/>
    </a:custClr>
    <a:custClr>
      <a:srgbClr val="E0E9F2"/>
    </a:custClr>
    <a:custClr>
      <a:srgbClr val="808080"/>
    </a:custClr>
    <a:custClr>
      <a:srgbClr val="999999"/>
    </a:custClr>
    <a:custClr>
      <a:srgbClr val="666666"/>
    </a:custClr>
    <a:custClr>
      <a:srgbClr val="333333"/>
    </a:custClr>
    <a:custClr>
      <a:srgbClr val="000000"/>
    </a:custClr>
    <a:custClr>
      <a:srgbClr val="00793A"/>
    </a:custClr>
    <a:custClr>
      <a:srgbClr val="379665"/>
    </a:custClr>
    <a:custClr>
      <a:srgbClr val="62AC86"/>
    </a:custClr>
    <a:custClr>
      <a:srgbClr val="A6D0BA"/>
    </a:custClr>
    <a:custClr>
      <a:srgbClr val="E0EFE7"/>
    </a:custClr>
    <a:custClr>
      <a:srgbClr val="808080"/>
    </a:custClr>
    <a:custClr>
      <a:srgbClr val="999999"/>
    </a:custClr>
    <a:custClr>
      <a:srgbClr val="666666"/>
    </a:custClr>
    <a:custClr>
      <a:srgbClr val="333333"/>
    </a:custClr>
    <a:custClr>
      <a:srgbClr val="000000"/>
    </a:custClr>
  </a:custClrLst>
  <a:extLst>
    <a:ext uri="{05A4C25C-085E-4340-85A3-A5531E510DB2}">
      <thm15:themeFamily xmlns:thm15="http://schemas.microsoft.com/office/thememl/2012/main" name="Präsentation2" id="{827120CD-2792-4029-A5EB-3D299B677424}" vid="{4BA269BF-ABA3-41A8-8325-4FA9663B8BA1}"/>
    </a:ext>
  </a:extLst>
</a:theme>
</file>

<file path=ppt/theme/theme4.xml><?xml version="1.0" encoding="utf-8"?>
<a:theme xmlns:a="http://schemas.openxmlformats.org/drawingml/2006/main" name="BASF_Finale_2025">
  <a:themeElements>
    <a:clrScheme name="04 BASF lightgreen_colorsheme">
      <a:dk1>
        <a:srgbClr val="000000"/>
      </a:dk1>
      <a:lt1>
        <a:srgbClr val="FFFFFF"/>
      </a:lt1>
      <a:dk2>
        <a:srgbClr val="3B8809"/>
      </a:dk2>
      <a:lt2>
        <a:srgbClr val="FFFFFF"/>
      </a:lt2>
      <a:accent1>
        <a:srgbClr val="65AC1E"/>
      </a:accent1>
      <a:accent2>
        <a:srgbClr val="7EB74A"/>
      </a:accent2>
      <a:accent3>
        <a:srgbClr val="95C664"/>
      </a:accent3>
      <a:accent4>
        <a:srgbClr val="BADA9A"/>
      </a:accent4>
      <a:accent5>
        <a:srgbClr val="E9F3DE"/>
      </a:accent5>
      <a:accent6>
        <a:srgbClr val="808080"/>
      </a:accent6>
      <a:hlink>
        <a:srgbClr val="0000FF"/>
      </a:hlink>
      <a:folHlink>
        <a:srgbClr val="800080"/>
      </a:folHlink>
    </a:clrScheme>
    <a:fontScheme name="BASF">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BASF_Finale_V10" id="{03DD7B2E-C5B6-4C75-BDCC-F89119E3C33D}" vid="{A04FD191-080D-494D-B2DB-800F6FA11398}"/>
    </a:ext>
  </a:extLst>
</a:theme>
</file>

<file path=ppt/theme/theme5.xml><?xml version="1.0" encoding="utf-8"?>
<a:theme xmlns:a="http://schemas.openxmlformats.org/drawingml/2006/main" name="Larissa">
  <a:themeElements>
    <a:clrScheme name="04 BASF lightgreen_colorsheme">
      <a:dk1>
        <a:srgbClr val="000000"/>
      </a:dk1>
      <a:lt1>
        <a:srgbClr val="FFFFFF"/>
      </a:lt1>
      <a:dk2>
        <a:srgbClr val="3B8809"/>
      </a:dk2>
      <a:lt2>
        <a:srgbClr val="FFFFFF"/>
      </a:lt2>
      <a:accent1>
        <a:srgbClr val="65AC1E"/>
      </a:accent1>
      <a:accent2>
        <a:srgbClr val="7EB74A"/>
      </a:accent2>
      <a:accent3>
        <a:srgbClr val="95C664"/>
      </a:accent3>
      <a:accent4>
        <a:srgbClr val="BADA9A"/>
      </a:accent4>
      <a:accent5>
        <a:srgbClr val="E9F3DE"/>
      </a:accent5>
      <a:accent6>
        <a:srgbClr val="808080"/>
      </a:accent6>
      <a:hlink>
        <a:srgbClr val="0000FF"/>
      </a:hlink>
      <a:folHlink>
        <a:srgbClr val="800080"/>
      </a:folHlink>
    </a:clrScheme>
    <a:fontScheme name="Larissa Klassisch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6.xml><?xml version="1.0" encoding="utf-8"?>
<a:theme xmlns:a="http://schemas.openxmlformats.org/drawingml/2006/main" name="Larissa">
  <a:themeElements>
    <a:clrScheme name="04 BASF lightgreen_colorsheme">
      <a:dk1>
        <a:srgbClr val="000000"/>
      </a:dk1>
      <a:lt1>
        <a:srgbClr val="FFFFFF"/>
      </a:lt1>
      <a:dk2>
        <a:srgbClr val="3B8809"/>
      </a:dk2>
      <a:lt2>
        <a:srgbClr val="FFFFFF"/>
      </a:lt2>
      <a:accent1>
        <a:srgbClr val="65AC1E"/>
      </a:accent1>
      <a:accent2>
        <a:srgbClr val="7EB74A"/>
      </a:accent2>
      <a:accent3>
        <a:srgbClr val="95C664"/>
      </a:accent3>
      <a:accent4>
        <a:srgbClr val="BADA9A"/>
      </a:accent4>
      <a:accent5>
        <a:srgbClr val="E9F3DE"/>
      </a:accent5>
      <a:accent6>
        <a:srgbClr val="808080"/>
      </a:accent6>
      <a:hlink>
        <a:srgbClr val="0000FF"/>
      </a:hlink>
      <a:folHlink>
        <a:srgbClr val="800080"/>
      </a:folHlink>
    </a:clrScheme>
    <a:fontScheme name="Larissa Klassisch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Override1.xml><?xml version="1.0" encoding="utf-8"?>
<a:themeOverride xmlns:a="http://schemas.openxmlformats.org/drawingml/2006/main">
  <a:fontScheme name="Arial">
    <a:majorFont>
      <a:latin typeface="Arial" panose="020B0604020202020204"/>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themeOverride>
</file>

<file path=ppt/theme/themeOverride2.xml><?xml version="1.0" encoding="utf-8"?>
<a:themeOverride xmlns:a="http://schemas.openxmlformats.org/drawingml/2006/main">
  <a:fontScheme name="Arial">
    <a:majorFont>
      <a:latin typeface="Arial" panose="020B0604020202020204"/>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themeOverride>
</file>

<file path=ppt/theme/themeOverride3.xml><?xml version="1.0" encoding="utf-8"?>
<a:themeOverride xmlns:a="http://schemas.openxmlformats.org/drawingml/2006/main">
  <a:fontScheme name="Arial">
    <a:majorFont>
      <a:latin typeface="Arial" panose="020B0604020202020204"/>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themeOverride>
</file>

<file path=ppt/theme/themeOverride4.xml><?xml version="1.0" encoding="utf-8"?>
<a:themeOverride xmlns:a="http://schemas.openxmlformats.org/drawingml/2006/main">
  <a:fontScheme name="Arial">
    <a:majorFont>
      <a:latin typeface="Arial" panose="020B0604020202020204"/>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themeOverride>
</file>

<file path=ppt/theme/themeOverride5.xml><?xml version="1.0" encoding="utf-8"?>
<a:themeOverride xmlns:a="http://schemas.openxmlformats.org/drawingml/2006/main">
  <a:fontScheme name="Arial">
    <a:majorFont>
      <a:latin typeface="Arial" panose="020B0604020202020204"/>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themeOverride>
</file>

<file path=ppt/theme/themeOverride6.xml><?xml version="1.0" encoding="utf-8"?>
<a:themeOverride xmlns:a="http://schemas.openxmlformats.org/drawingml/2006/main">
  <a:fontScheme name="Arial">
    <a:majorFont>
      <a:latin typeface="Arial" panose="020B0604020202020204"/>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Arial"/>
      <a:cs typeface="Arial"/>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themeOverride>
</file>

<file path=ppt/theme/themeOverride7.xml><?xml version="1.0" encoding="utf-8"?>
<a:themeOverride xmlns:a="http://schemas.openxmlformats.org/drawingml/2006/main">
  <a:clrScheme name="Benutzerdefiniert 2">
    <a:dk1>
      <a:srgbClr val="000000"/>
    </a:dk1>
    <a:lt1>
      <a:srgbClr val="FFFFFF"/>
    </a:lt1>
    <a:dk2>
      <a:srgbClr val="000000"/>
    </a:dk2>
    <a:lt2>
      <a:srgbClr val="969696"/>
    </a:lt2>
    <a:accent1>
      <a:srgbClr val="004A96"/>
    </a:accent1>
    <a:accent2>
      <a:srgbClr val="F29500"/>
    </a:accent2>
    <a:accent3>
      <a:srgbClr val="65AC1E"/>
    </a:accent3>
    <a:accent4>
      <a:srgbClr val="000000"/>
    </a:accent4>
    <a:accent5>
      <a:srgbClr val="F8C8AA"/>
    </a:accent5>
    <a:accent6>
      <a:srgbClr val="E1AD5C"/>
    </a:accent6>
    <a:hlink>
      <a:srgbClr val="F8BF66"/>
    </a:hlink>
    <a:folHlink>
      <a:srgbClr val="FACE8F"/>
    </a:folHlink>
  </a:clrScheme>
  <a:fontScheme name="BASF Design">
    <a:majorFont>
      <a:latin typeface="Arial"/>
      <a:ea typeface=""/>
      <a:cs typeface="Arial"/>
    </a:majorFont>
    <a:minorFont>
      <a:latin typeface="Arial"/>
      <a:ea typeface=""/>
      <a:cs typeface="Arial"/>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ppt/theme/themeOverride8.xml><?xml version="1.0" encoding="utf-8"?>
<a:themeOverride xmlns:a="http://schemas.openxmlformats.org/drawingml/2006/main">
  <a:clrScheme name="Benutzerdefiniert 2">
    <a:dk1>
      <a:srgbClr val="000000"/>
    </a:dk1>
    <a:lt1>
      <a:srgbClr val="FFFFFF"/>
    </a:lt1>
    <a:dk2>
      <a:srgbClr val="000000"/>
    </a:dk2>
    <a:lt2>
      <a:srgbClr val="969696"/>
    </a:lt2>
    <a:accent1>
      <a:srgbClr val="004A96"/>
    </a:accent1>
    <a:accent2>
      <a:srgbClr val="F29500"/>
    </a:accent2>
    <a:accent3>
      <a:srgbClr val="65AC1E"/>
    </a:accent3>
    <a:accent4>
      <a:srgbClr val="000000"/>
    </a:accent4>
    <a:accent5>
      <a:srgbClr val="F8C8AA"/>
    </a:accent5>
    <a:accent6>
      <a:srgbClr val="E1AD5C"/>
    </a:accent6>
    <a:hlink>
      <a:srgbClr val="F8BF66"/>
    </a:hlink>
    <a:folHlink>
      <a:srgbClr val="FACE8F"/>
    </a:folHlink>
  </a:clrScheme>
  <a:fontScheme name="BASF Design">
    <a:majorFont>
      <a:latin typeface="Arial"/>
      <a:ea typeface=""/>
      <a:cs typeface="Arial"/>
    </a:majorFont>
    <a:minorFont>
      <a:latin typeface="Arial"/>
      <a:ea typeface=""/>
      <a:cs typeface="Arial"/>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fe3b91ad-d15f-4c01-92ac-197b925772f8">
      <Terms xmlns="http://schemas.microsoft.com/office/infopath/2007/PartnerControls"/>
    </lcf76f155ced4ddcb4097134ff3c332f>
    <Topic xmlns="fe3b91ad-d15f-4c01-92ac-197b925772f8" xsi:nil="true"/>
    <TaxCatchAll xmlns="ea9e779d-240a-4c32-8a02-ea1a05062ca3"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kument" ma:contentTypeID="0x01010019EE0AFD30ABCA4784C411E5FED9AA15" ma:contentTypeVersion="18" ma:contentTypeDescription="Ein neues Dokument erstellen." ma:contentTypeScope="" ma:versionID="c602cde7c576a285fb5aa4354f9ee441">
  <xsd:schema xmlns:xsd="http://www.w3.org/2001/XMLSchema" xmlns:xs="http://www.w3.org/2001/XMLSchema" xmlns:p="http://schemas.microsoft.com/office/2006/metadata/properties" xmlns:ns2="fe3b91ad-d15f-4c01-92ac-197b925772f8" xmlns:ns3="ea9e779d-240a-4c32-8a02-ea1a05062ca3" targetNamespace="http://schemas.microsoft.com/office/2006/metadata/properties" ma:root="true" ma:fieldsID="1399f59519035680f644c2c6b5040cd7" ns2:_="" ns3:_="">
    <xsd:import namespace="fe3b91ad-d15f-4c01-92ac-197b925772f8"/>
    <xsd:import namespace="ea9e779d-240a-4c32-8a02-ea1a05062ca3"/>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ServiceOCR" minOccurs="0"/>
                <xsd:element ref="ns2:Topic" minOccurs="0"/>
                <xsd:element ref="ns2:MediaServiceLocation" minOccurs="0"/>
                <xsd:element ref="ns2:MediaLengthInSecond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e3b91ad-d15f-4c01-92ac-197b925772f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lcf76f155ced4ddcb4097134ff3c332f" ma:index="15" nillable="true" ma:taxonomy="true" ma:internalName="lcf76f155ced4ddcb4097134ff3c332f" ma:taxonomyFieldName="MediaServiceImageTags" ma:displayName="Bildmarkierungen" ma:readOnly="false" ma:fieldId="{5cf76f15-5ced-4ddc-b409-7134ff3c332f}" ma:taxonomyMulti="true" ma:sspId="04f2cd92-8d93-4e4c-83d3-86703d91558f"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CR" ma:index="20" nillable="true" ma:displayName="Extracted Text" ma:internalName="MediaServiceOCR" ma:readOnly="true">
      <xsd:simpleType>
        <xsd:restriction base="dms:Note">
          <xsd:maxLength value="255"/>
        </xsd:restriction>
      </xsd:simpleType>
    </xsd:element>
    <xsd:element name="Topic" ma:index="21" nillable="true" ma:displayName="Topic" ma:format="Dropdown" ma:internalName="Topic">
      <xsd:simpleType>
        <xsd:restriction base="dms:Choice">
          <xsd:enumeration value="Phasegate"/>
          <xsd:enumeration value="Digitalization"/>
          <xsd:enumeration value="Auswahl 3"/>
        </xsd:restriction>
      </xsd:simpleType>
    </xsd:element>
    <xsd:element name="MediaServiceLocation" ma:index="22" nillable="true" ma:displayName="Location" ma:indexed="true" ma:internalName="MediaServiceLocation" ma:readOnly="true">
      <xsd:simpleType>
        <xsd:restriction base="dms:Text"/>
      </xsd:simpleType>
    </xsd:element>
    <xsd:element name="MediaLengthInSeconds" ma:index="23" nillable="true" ma:displayName="MediaLengthInSeconds" ma:hidden="true" ma:internalName="MediaLengthInSeconds" ma:readOnly="true">
      <xsd:simpleType>
        <xsd:restriction base="dms:Unknow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a9e779d-240a-4c32-8a02-ea1a05062ca3" elementFormDefault="qualified">
    <xsd:import namespace="http://schemas.microsoft.com/office/2006/documentManagement/types"/>
    <xsd:import namespace="http://schemas.microsoft.com/office/infopath/2007/PartnerControls"/>
    <xsd:element name="SharedWithUsers" ma:index="10" nillable="true" ma:displayName="Freigegeben für"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Freigegeben für - Details" ma:internalName="SharedWithDetails" ma:readOnly="true">
      <xsd:simpleType>
        <xsd:restriction base="dms:Note">
          <xsd:maxLength value="255"/>
        </xsd:restriction>
      </xsd:simpleType>
    </xsd:element>
    <xsd:element name="TaxCatchAll" ma:index="16" nillable="true" ma:displayName="Taxonomy Catch All Column" ma:hidden="true" ma:list="{ca79f6b9-096c-46f0-80dc-ec374cb1d656}" ma:internalName="TaxCatchAll" ma:showField="CatchAllData" ma:web="ea9e779d-240a-4c32-8a02-ea1a05062ca3">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altstyp"/>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4CB62EC-245F-4A3F-B46C-CFA23B3100FD}">
  <ds:schemaRefs>
    <ds:schemaRef ds:uri="http://schemas.microsoft.com/sharepoint/v3/contenttype/forms"/>
  </ds:schemaRefs>
</ds:datastoreItem>
</file>

<file path=customXml/itemProps2.xml><?xml version="1.0" encoding="utf-8"?>
<ds:datastoreItem xmlns:ds="http://schemas.openxmlformats.org/officeDocument/2006/customXml" ds:itemID="{841CC87D-3964-45EF-8D8C-B268E1E30867}">
  <ds:schemaRefs>
    <ds:schemaRef ds:uri="http://purl.org/dc/dcmitype/"/>
    <ds:schemaRef ds:uri="http://schemas.microsoft.com/office/2006/documentManagement/types"/>
    <ds:schemaRef ds:uri="http://schemas.microsoft.com/office/2006/metadata/properties"/>
    <ds:schemaRef ds:uri="http://www.w3.org/XML/1998/namespace"/>
    <ds:schemaRef ds:uri="http://purl.org/dc/elements/1.1/"/>
    <ds:schemaRef ds:uri="fe3b91ad-d15f-4c01-92ac-197b925772f8"/>
    <ds:schemaRef ds:uri="http://purl.org/dc/terms/"/>
    <ds:schemaRef ds:uri="http://schemas.microsoft.com/office/infopath/2007/PartnerControls"/>
    <ds:schemaRef ds:uri="http://schemas.openxmlformats.org/package/2006/metadata/core-properties"/>
    <ds:schemaRef ds:uri="ea9e779d-240a-4c32-8a02-ea1a05062ca3"/>
  </ds:schemaRefs>
</ds:datastoreItem>
</file>

<file path=customXml/itemProps3.xml><?xml version="1.0" encoding="utf-8"?>
<ds:datastoreItem xmlns:ds="http://schemas.openxmlformats.org/officeDocument/2006/customXml" ds:itemID="{72DA2571-439B-4005-9AA1-80C6223FDA1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e3b91ad-d15f-4c01-92ac-197b925772f8"/>
    <ds:schemaRef ds:uri="ea9e779d-240a-4c32-8a02-ea1a05062ca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fd8f657c-1b5d-4225-9de5-62d9d25afec8}" enabled="1" method="Privileged" siteId="{ecaa386b-c8df-4ce0-ad01-740cbdb5ba55}" removed="0"/>
</clbl:labelList>
</file>

<file path=docProps/app.xml><?xml version="1.0" encoding="utf-8"?>
<Properties xmlns="http://schemas.openxmlformats.org/officeDocument/2006/extended-properties" xmlns:vt="http://schemas.openxmlformats.org/officeDocument/2006/docPropsVTypes">
  <TotalTime>0</TotalTime>
  <Words>4462</Words>
  <Application>Microsoft Office PowerPoint</Application>
  <PresentationFormat>Custom</PresentationFormat>
  <Paragraphs>829</Paragraphs>
  <Slides>69</Slides>
  <Notes>36</Notes>
  <HiddenSlides>0</HiddenSlides>
  <MMClips>0</MMClips>
  <ScaleCrop>false</ScaleCrop>
  <HeadingPairs>
    <vt:vector size="8" baseType="variant">
      <vt:variant>
        <vt:lpstr>Fonts Used</vt:lpstr>
      </vt:variant>
      <vt:variant>
        <vt:i4>3</vt:i4>
      </vt:variant>
      <vt:variant>
        <vt:lpstr>Theme</vt:lpstr>
      </vt:variant>
      <vt:variant>
        <vt:i4>4</vt:i4>
      </vt:variant>
      <vt:variant>
        <vt:lpstr>Embedded OLE Servers</vt:lpstr>
      </vt:variant>
      <vt:variant>
        <vt:i4>1</vt:i4>
      </vt:variant>
      <vt:variant>
        <vt:lpstr>Slide Titles</vt:lpstr>
      </vt:variant>
      <vt:variant>
        <vt:i4>69</vt:i4>
      </vt:variant>
    </vt:vector>
  </HeadingPairs>
  <TitlesOfParts>
    <vt:vector size="77" baseType="lpstr">
      <vt:lpstr>Arial</vt:lpstr>
      <vt:lpstr>Wingdings</vt:lpstr>
      <vt:lpstr>Wingdings 3</vt:lpstr>
      <vt:lpstr>BASF_TitleDesign_2025</vt:lpstr>
      <vt:lpstr>BASF_content pages_2025_with highlight boxes</vt:lpstr>
      <vt:lpstr>BASF_content pages_2025</vt:lpstr>
      <vt:lpstr>BASF_Finale_2025</vt:lpstr>
      <vt:lpstr>think-cell Folie</vt:lpstr>
      <vt:lpstr>PowerPoint Presentation</vt:lpstr>
      <vt:lpstr>Three Key PowerPoint Design Updates</vt:lpstr>
      <vt:lpstr>Best Practice</vt:lpstr>
      <vt:lpstr>PowerPoint Presentation</vt:lpstr>
      <vt:lpstr>PowerPoint Presentation</vt:lpstr>
      <vt:lpstr>Agenda</vt:lpstr>
      <vt:lpstr>PowerPoint Presentation</vt:lpstr>
      <vt:lpstr>PowerPoint Presentation</vt:lpstr>
      <vt:lpstr>PowerPoint Presentation</vt:lpstr>
      <vt:lpstr>Lorem ipsum etu  dolor sit amet,  sed diam nonumy invidunt ut labore</vt:lpstr>
      <vt:lpstr>Lorem ipsum etu   dolor sit amet,  sed diam nonumy  invidunt ut labore</vt:lpstr>
      <vt:lpstr>Lorem ipsum dolor sit amet, consetetur sadipscing elitr,  sed diam nonumy</vt:lpstr>
      <vt:lpstr>PowerPoint Presentation</vt:lpstr>
      <vt:lpstr>Lorem ipsum dolor sit amet, consetetur  sadipscing elitr, diam nonumy eirmod  tempor invidunt labore et dolore vero</vt:lpstr>
      <vt:lpstr>PowerPoint Presentation</vt:lpstr>
      <vt:lpstr>PowerPoint Presentation</vt:lpstr>
      <vt:lpstr>PowerPoint Presentation</vt:lpstr>
      <vt:lpstr>PowerPoint Presentation</vt:lpstr>
      <vt:lpstr>Agenda</vt:lpstr>
      <vt:lpstr>Agenda</vt:lpstr>
      <vt:lpstr>Agenda</vt:lpstr>
      <vt:lpstr>Lorem Ipsum dolortas amet avensis aven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Lorem ipsum etu  dolor sit amet,  sed diam nonumy invidunt ut labore</vt:lpstr>
      <vt:lpstr>Lorem ipsum etu   dolor sit amet,  sed diam nonumy  invidunt ut labore</vt:lpstr>
      <vt:lpstr>Lorem ipsum dolor sit amet,  consetetur sadipscing elitr sed</vt:lpstr>
      <vt:lpstr>Lorem ipsum dolor sit amet,  consetetur sadipscing elitr sed</vt:lpstr>
      <vt:lpstr>Lorem ipsum dolor sit amet, consetetur  sadipscing elitr, diam nonumy eirmod  tempor invidunt labore et dolore vero  </vt:lpstr>
      <vt:lpstr>Lorem ipsum dolor sit amet, consetetur  sadipscing elitr, diam nonumy eirmod  tempor invidunt labore et dolore vero</vt:lpstr>
      <vt:lpstr>PowerPoint Presentation</vt:lpstr>
      <vt:lpstr>Lorem ipsum dolor sit amet,  consetetur sadipscing elitr sed</vt:lpstr>
      <vt:lpstr>Lorem ipsum dolor sit amet,  consetetur sadipscing elitr sed</vt:lpstr>
      <vt:lpstr>Lorem ipsum dolor sit amet,  consetetur sadipscing elitr sed</vt:lpstr>
      <vt:lpstr>Lorem ipsum dolor sit amet, consetetur sed diam nonumy invidunt ut labore et dolore</vt:lpstr>
      <vt:lpstr>Lorem ipsum dolor sit amet, consetetur sadipscing elitr,  sed diam nonumy</vt:lpstr>
      <vt:lpstr>Lorem ipsum dolor sit amet, consetetur sadipscing elitr,  sed diam nonumy</vt:lpstr>
      <vt:lpstr>Lorem ipsum dolor sit amet</vt:lpstr>
      <vt:lpstr>Lorem ipsum dolor sit amet</vt:lpstr>
      <vt:lpstr>Full screen image / video</vt:lpstr>
      <vt:lpstr>Lorem ipsum dolor sit amet,  consetetur sadipscing elitr sed</vt:lpstr>
      <vt:lpstr>Lorem ipsum dolor sit amet,  consetetur sadipscing elitr sed</vt:lpstr>
      <vt:lpstr>Lorem ipsum dolor sit amet, consetetur  sadipscing elitr, diam nonumy eirmod</vt:lpstr>
      <vt:lpstr>Lorem ipsum dolor  sit amet, sadipscing  elitr, diam nonumy</vt:lpstr>
      <vt:lpstr>Lorem ipsum dolor sit amet,  consetetur sadipscing elitr sed</vt:lpstr>
      <vt:lpstr>Lorem ipsum dolor sit amet,  consetetur sadipscing elitr sed</vt:lpstr>
      <vt:lpstr>Lorem ipsum dolor sit amet,  consetetur sadipscing elitr sed</vt:lpstr>
      <vt:lpstr>Lorem ipsum dolor sit amet, consetetur sadipscing elitr sed</vt:lpstr>
      <vt:lpstr>Lorem ipsum dolor  sit amet, sadipscing</vt:lpstr>
      <vt:lpstr>Lorem ipsum dolor sit amet, consetetur  sadipscing elitr, sed diam nonumy eirmod</vt:lpstr>
      <vt:lpstr>Lorem ipsum dolor sit amet,  consetetur sadipscing elitr sed</vt:lpstr>
      <vt:lpstr>Lorem ipsum dolor sit amet,  consetetur sadipscing elitr sed</vt:lpstr>
      <vt:lpstr>Lorem ipsum dolor sit amet, consetetur sadipscing elitr</vt:lpstr>
      <vt:lpstr>Lorem ipsum dolor sit amet,  consetetur sadipscing elitr sed</vt:lpstr>
      <vt:lpstr>Lorem ipsum dolor sit amet, consetetur sadipscing elitr sed</vt:lpstr>
      <vt:lpstr>Lorem ipsum dolor sit amet,  consetetur sadipscing elitr sed</vt:lpstr>
      <vt:lpstr>Lorem ipsum dolor sit amet, consetetur sadipscing elitr, sed diam nonumy eirmod</vt:lpstr>
      <vt:lpstr>Lorem ipsum dolor sit amet,  consetetur sadipscing elitr sed</vt:lpstr>
      <vt:lpstr>Lorem ipsum dolor sit amet, consetetur sadipscing</vt:lpstr>
      <vt:lpstr>PowerPoint Presentation</vt:lpstr>
    </vt:vector>
  </TitlesOfParts>
  <Company>BASF 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Markus Jaeger</dc:creator>
  <cp:lastModifiedBy>daniel.kaesmayr@basf.com</cp:lastModifiedBy>
  <cp:revision>349</cp:revision>
  <cp:lastPrinted>2017-06-09T08:22:17Z</cp:lastPrinted>
  <dcterms:created xsi:type="dcterms:W3CDTF">2012-05-08T13:55:24Z</dcterms:created>
  <dcterms:modified xsi:type="dcterms:W3CDTF">2026-03-04T14:38:25Z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_to_AIP">
    <vt:i4>0</vt:i4>
  </property>
  <property fmtid="{D5CDD505-2E9C-101B-9397-08002B2CF9AE}" pid="3" name="ContentTypeId">
    <vt:lpwstr>0x01010019EE0AFD30ABCA4784C411E5FED9AA15</vt:lpwstr>
  </property>
</Properties>
</file>